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ppt/ink/ink3370.xml" ContentType="application/inkml+xml"/>
  <Override PartName="/ppt/ink/ink3371.xml" ContentType="application/inkml+xml"/>
  <Override PartName="/ppt/ink/ink3372.xml" ContentType="application/inkml+xml"/>
  <Override PartName="/ppt/ink/ink3373.xml" ContentType="application/inkml+xml"/>
  <Override PartName="/ppt/ink/ink3374.xml" ContentType="application/inkml+xml"/>
  <Override PartName="/ppt/ink/ink3375.xml" ContentType="application/inkml+xml"/>
  <Override PartName="/ppt/ink/ink3376.xml" ContentType="application/inkml+xml"/>
  <Override PartName="/ppt/ink/ink3377.xml" ContentType="application/inkml+xml"/>
  <Override PartName="/ppt/ink/ink3378.xml" ContentType="application/inkml+xml"/>
  <Override PartName="/ppt/ink/ink3379.xml" ContentType="application/inkml+xml"/>
  <Override PartName="/ppt/ink/ink3380.xml" ContentType="application/inkml+xml"/>
  <Override PartName="/ppt/ink/ink3381.xml" ContentType="application/inkml+xml"/>
  <Override PartName="/ppt/ink/ink3382.xml" ContentType="application/inkml+xml"/>
  <Override PartName="/ppt/ink/ink3383.xml" ContentType="application/inkml+xml"/>
  <Override PartName="/ppt/ink/ink3384.xml" ContentType="application/inkml+xml"/>
  <Override PartName="/ppt/ink/ink3385.xml" ContentType="application/inkml+xml"/>
  <Override PartName="/ppt/ink/ink3386.xml" ContentType="application/inkml+xml"/>
  <Override PartName="/ppt/ink/ink3387.xml" ContentType="application/inkml+xml"/>
  <Override PartName="/ppt/ink/ink3388.xml" ContentType="application/inkml+xml"/>
  <Override PartName="/ppt/ink/ink3389.xml" ContentType="application/inkml+xml"/>
  <Override PartName="/ppt/ink/ink3390.xml" ContentType="application/inkml+xml"/>
  <Override PartName="/ppt/ink/ink3391.xml" ContentType="application/inkml+xml"/>
  <Override PartName="/ppt/ink/ink3392.xml" ContentType="application/inkml+xml"/>
  <Override PartName="/ppt/ink/ink3393.xml" ContentType="application/inkml+xml"/>
  <Override PartName="/ppt/ink/ink3394.xml" ContentType="application/inkml+xml"/>
  <Override PartName="/ppt/ink/ink3395.xml" ContentType="application/inkml+xml"/>
  <Override PartName="/ppt/ink/ink3396.xml" ContentType="application/inkml+xml"/>
  <Override PartName="/ppt/ink/ink3397.xml" ContentType="application/inkml+xml"/>
  <Override PartName="/ppt/ink/ink3398.xml" ContentType="application/inkml+xml"/>
  <Override PartName="/ppt/ink/ink3399.xml" ContentType="application/inkml+xml"/>
  <Override PartName="/ppt/ink/ink3400.xml" ContentType="application/inkml+xml"/>
  <Override PartName="/ppt/ink/ink3401.xml" ContentType="application/inkml+xml"/>
  <Override PartName="/ppt/ink/ink3402.xml" ContentType="application/inkml+xml"/>
  <Override PartName="/ppt/ink/ink3403.xml" ContentType="application/inkml+xml"/>
  <Override PartName="/ppt/ink/ink3404.xml" ContentType="application/inkml+xml"/>
  <Override PartName="/ppt/ink/ink3405.xml" ContentType="application/inkml+xml"/>
  <Override PartName="/ppt/ink/ink3406.xml" ContentType="application/inkml+xml"/>
  <Override PartName="/ppt/ink/ink3407.xml" ContentType="application/inkml+xml"/>
  <Override PartName="/ppt/ink/ink3408.xml" ContentType="application/inkml+xml"/>
  <Override PartName="/ppt/ink/ink3409.xml" ContentType="application/inkml+xml"/>
  <Override PartName="/ppt/ink/ink3410.xml" ContentType="application/inkml+xml"/>
  <Override PartName="/ppt/ink/ink3411.xml" ContentType="application/inkml+xml"/>
  <Override PartName="/ppt/ink/ink3412.xml" ContentType="application/inkml+xml"/>
  <Override PartName="/ppt/ink/ink3413.xml" ContentType="application/inkml+xml"/>
  <Override PartName="/ppt/ink/ink3414.xml" ContentType="application/inkml+xml"/>
  <Override PartName="/ppt/ink/ink3415.xml" ContentType="application/inkml+xml"/>
  <Override PartName="/ppt/ink/ink3416.xml" ContentType="application/inkml+xml"/>
  <Override PartName="/ppt/ink/ink3417.xml" ContentType="application/inkml+xml"/>
  <Override PartName="/ppt/ink/ink3418.xml" ContentType="application/inkml+xml"/>
  <Override PartName="/ppt/ink/ink3419.xml" ContentType="application/inkml+xml"/>
  <Override PartName="/ppt/ink/ink3420.xml" ContentType="application/inkml+xml"/>
  <Override PartName="/ppt/ink/ink3421.xml" ContentType="application/inkml+xml"/>
  <Override PartName="/ppt/ink/ink3422.xml" ContentType="application/inkml+xml"/>
  <Override PartName="/ppt/ink/ink3423.xml" ContentType="application/inkml+xml"/>
  <Override PartName="/ppt/ink/ink3424.xml" ContentType="application/inkml+xml"/>
  <Override PartName="/ppt/ink/ink3425.xml" ContentType="application/inkml+xml"/>
  <Override PartName="/ppt/ink/ink3426.xml" ContentType="application/inkml+xml"/>
  <Override PartName="/ppt/ink/ink3427.xml" ContentType="application/inkml+xml"/>
  <Override PartName="/ppt/ink/ink3428.xml" ContentType="application/inkml+xml"/>
  <Override PartName="/ppt/ink/ink3429.xml" ContentType="application/inkml+xml"/>
  <Override PartName="/ppt/ink/ink3430.xml" ContentType="application/inkml+xml"/>
  <Override PartName="/ppt/ink/ink3431.xml" ContentType="application/inkml+xml"/>
  <Override PartName="/ppt/ink/ink3432.xml" ContentType="application/inkml+xml"/>
  <Override PartName="/ppt/ink/ink3433.xml" ContentType="application/inkml+xml"/>
  <Override PartName="/ppt/ink/ink3434.xml" ContentType="application/inkml+xml"/>
  <Override PartName="/ppt/ink/ink3435.xml" ContentType="application/inkml+xml"/>
  <Override PartName="/ppt/ink/ink3436.xml" ContentType="application/inkml+xml"/>
  <Override PartName="/ppt/ink/ink3437.xml" ContentType="application/inkml+xml"/>
  <Override PartName="/ppt/ink/ink3438.xml" ContentType="application/inkml+xml"/>
  <Override PartName="/ppt/ink/ink3439.xml" ContentType="application/inkml+xml"/>
  <Override PartName="/ppt/ink/ink3440.xml" ContentType="application/inkml+xml"/>
  <Override PartName="/ppt/ink/ink3441.xml" ContentType="application/inkml+xml"/>
  <Override PartName="/ppt/ink/ink3442.xml" ContentType="application/inkml+xml"/>
  <Override PartName="/ppt/ink/ink3443.xml" ContentType="application/inkml+xml"/>
  <Override PartName="/ppt/ink/ink3444.xml" ContentType="application/inkml+xml"/>
  <Override PartName="/ppt/ink/ink3445.xml" ContentType="application/inkml+xml"/>
  <Override PartName="/ppt/ink/ink3446.xml" ContentType="application/inkml+xml"/>
  <Override PartName="/ppt/ink/ink3447.xml" ContentType="application/inkml+xml"/>
  <Override PartName="/ppt/ink/ink3448.xml" ContentType="application/inkml+xml"/>
  <Override PartName="/ppt/ink/ink3449.xml" ContentType="application/inkml+xml"/>
  <Override PartName="/ppt/ink/ink3450.xml" ContentType="application/inkml+xml"/>
  <Override PartName="/ppt/ink/ink3451.xml" ContentType="application/inkml+xml"/>
  <Override PartName="/ppt/ink/ink3452.xml" ContentType="application/inkml+xml"/>
  <Override PartName="/ppt/ink/ink3453.xml" ContentType="application/inkml+xml"/>
  <Override PartName="/ppt/ink/ink3454.xml" ContentType="application/inkml+xml"/>
  <Override PartName="/ppt/ink/ink3455.xml" ContentType="application/inkml+xml"/>
  <Override PartName="/ppt/ink/ink3456.xml" ContentType="application/inkml+xml"/>
  <Override PartName="/ppt/ink/ink3457.xml" ContentType="application/inkml+xml"/>
  <Override PartName="/ppt/ink/ink3458.xml" ContentType="application/inkml+xml"/>
  <Override PartName="/ppt/ink/ink3459.xml" ContentType="application/inkml+xml"/>
  <Override PartName="/ppt/ink/ink3460.xml" ContentType="application/inkml+xml"/>
  <Override PartName="/ppt/ink/ink3461.xml" ContentType="application/inkml+xml"/>
  <Override PartName="/ppt/ink/ink3462.xml" ContentType="application/inkml+xml"/>
  <Override PartName="/ppt/ink/ink3463.xml" ContentType="application/inkml+xml"/>
  <Override PartName="/ppt/ink/ink3464.xml" ContentType="application/inkml+xml"/>
  <Override PartName="/ppt/ink/ink3465.xml" ContentType="application/inkml+xml"/>
  <Override PartName="/ppt/ink/ink3466.xml" ContentType="application/inkml+xml"/>
  <Override PartName="/ppt/ink/ink3467.xml" ContentType="application/inkml+xml"/>
  <Override PartName="/ppt/ink/ink3468.xml" ContentType="application/inkml+xml"/>
  <Override PartName="/ppt/ink/ink3469.xml" ContentType="application/inkml+xml"/>
  <Override PartName="/ppt/ink/ink3470.xml" ContentType="application/inkml+xml"/>
  <Override PartName="/ppt/ink/ink3471.xml" ContentType="application/inkml+xml"/>
  <Override PartName="/ppt/ink/ink3472.xml" ContentType="application/inkml+xml"/>
  <Override PartName="/ppt/ink/ink3473.xml" ContentType="application/inkml+xml"/>
  <Override PartName="/ppt/ink/ink3474.xml" ContentType="application/inkml+xml"/>
  <Override PartName="/ppt/ink/ink3475.xml" ContentType="application/inkml+xml"/>
  <Override PartName="/ppt/ink/ink3476.xml" ContentType="application/inkml+xml"/>
  <Override PartName="/ppt/ink/ink3477.xml" ContentType="application/inkml+xml"/>
  <Override PartName="/ppt/ink/ink3478.xml" ContentType="application/inkml+xml"/>
  <Override PartName="/ppt/ink/ink3479.xml" ContentType="application/inkml+xml"/>
  <Override PartName="/ppt/ink/ink3480.xml" ContentType="application/inkml+xml"/>
  <Override PartName="/ppt/ink/ink3481.xml" ContentType="application/inkml+xml"/>
  <Override PartName="/ppt/ink/ink3482.xml" ContentType="application/inkml+xml"/>
  <Override PartName="/ppt/ink/ink3483.xml" ContentType="application/inkml+xml"/>
  <Override PartName="/ppt/ink/ink3484.xml" ContentType="application/inkml+xml"/>
  <Override PartName="/ppt/ink/ink3485.xml" ContentType="application/inkml+xml"/>
  <Override PartName="/ppt/ink/ink3486.xml" ContentType="application/inkml+xml"/>
  <Override PartName="/ppt/ink/ink3487.xml" ContentType="application/inkml+xml"/>
  <Override PartName="/ppt/ink/ink3488.xml" ContentType="application/inkml+xml"/>
  <Override PartName="/ppt/ink/ink3489.xml" ContentType="application/inkml+xml"/>
  <Override PartName="/ppt/ink/ink3490.xml" ContentType="application/inkml+xml"/>
  <Override PartName="/ppt/ink/ink3491.xml" ContentType="application/inkml+xml"/>
  <Override PartName="/ppt/ink/ink3492.xml" ContentType="application/inkml+xml"/>
  <Override PartName="/ppt/ink/ink3493.xml" ContentType="application/inkml+xml"/>
  <Override PartName="/ppt/ink/ink3494.xml" ContentType="application/inkml+xml"/>
  <Override PartName="/ppt/ink/ink3495.xml" ContentType="application/inkml+xml"/>
  <Override PartName="/ppt/ink/ink3496.xml" ContentType="application/inkml+xml"/>
  <Override PartName="/ppt/ink/ink3497.xml" ContentType="application/inkml+xml"/>
  <Override PartName="/ppt/ink/ink3498.xml" ContentType="application/inkml+xml"/>
  <Override PartName="/ppt/ink/ink3499.xml" ContentType="application/inkml+xml"/>
  <Override PartName="/ppt/ink/ink3500.xml" ContentType="application/inkml+xml"/>
  <Override PartName="/ppt/ink/ink3501.xml" ContentType="application/inkml+xml"/>
  <Override PartName="/ppt/ink/ink3502.xml" ContentType="application/inkml+xml"/>
  <Override PartName="/ppt/ink/ink3503.xml" ContentType="application/inkml+xml"/>
  <Override PartName="/ppt/ink/ink3504.xml" ContentType="application/inkml+xml"/>
  <Override PartName="/ppt/ink/ink3505.xml" ContentType="application/inkml+xml"/>
  <Override PartName="/ppt/ink/ink3506.xml" ContentType="application/inkml+xml"/>
  <Override PartName="/ppt/ink/ink3507.xml" ContentType="application/inkml+xml"/>
  <Override PartName="/ppt/ink/ink3508.xml" ContentType="application/inkml+xml"/>
  <Override PartName="/ppt/ink/ink3509.xml" ContentType="application/inkml+xml"/>
  <Override PartName="/ppt/ink/ink3510.xml" ContentType="application/inkml+xml"/>
  <Override PartName="/ppt/ink/ink3511.xml" ContentType="application/inkml+xml"/>
  <Override PartName="/ppt/ink/ink3512.xml" ContentType="application/inkml+xml"/>
  <Override PartName="/ppt/ink/ink3513.xml" ContentType="application/inkml+xml"/>
  <Override PartName="/ppt/ink/ink3514.xml" ContentType="application/inkml+xml"/>
  <Override PartName="/ppt/ink/ink3515.xml" ContentType="application/inkml+xml"/>
  <Override PartName="/ppt/ink/ink3516.xml" ContentType="application/inkml+xml"/>
  <Override PartName="/ppt/ink/ink3517.xml" ContentType="application/inkml+xml"/>
  <Override PartName="/ppt/ink/ink3518.xml" ContentType="application/inkml+xml"/>
  <Override PartName="/ppt/ink/ink3519.xml" ContentType="application/inkml+xml"/>
  <Override PartName="/ppt/ink/ink3520.xml" ContentType="application/inkml+xml"/>
  <Override PartName="/ppt/ink/ink3521.xml" ContentType="application/inkml+xml"/>
  <Override PartName="/ppt/ink/ink3522.xml" ContentType="application/inkml+xml"/>
  <Override PartName="/ppt/ink/ink3523.xml" ContentType="application/inkml+xml"/>
  <Override PartName="/ppt/ink/ink3524.xml" ContentType="application/inkml+xml"/>
  <Override PartName="/ppt/ink/ink3525.xml" ContentType="application/inkml+xml"/>
  <Override PartName="/ppt/ink/ink3526.xml" ContentType="application/inkml+xml"/>
  <Override PartName="/ppt/ink/ink3527.xml" ContentType="application/inkml+xml"/>
  <Override PartName="/ppt/ink/ink3528.xml" ContentType="application/inkml+xml"/>
  <Override PartName="/ppt/ink/ink3529.xml" ContentType="application/inkml+xml"/>
  <Override PartName="/ppt/ink/ink3530.xml" ContentType="application/inkml+xml"/>
  <Override PartName="/ppt/ink/ink3531.xml" ContentType="application/inkml+xml"/>
  <Override PartName="/ppt/ink/ink3532.xml" ContentType="application/inkml+xml"/>
  <Override PartName="/ppt/ink/ink3533.xml" ContentType="application/inkml+xml"/>
  <Override PartName="/ppt/ink/ink3534.xml" ContentType="application/inkml+xml"/>
  <Override PartName="/ppt/ink/ink3535.xml" ContentType="application/inkml+xml"/>
  <Override PartName="/ppt/ink/ink3536.xml" ContentType="application/inkml+xml"/>
  <Override PartName="/ppt/ink/ink3537.xml" ContentType="application/inkml+xml"/>
  <Override PartName="/ppt/ink/ink3538.xml" ContentType="application/inkml+xml"/>
  <Override PartName="/ppt/ink/ink3539.xml" ContentType="application/inkml+xml"/>
  <Override PartName="/ppt/ink/ink3540.xml" ContentType="application/inkml+xml"/>
  <Override PartName="/ppt/ink/ink3541.xml" ContentType="application/inkml+xml"/>
  <Override PartName="/ppt/ink/ink3542.xml" ContentType="application/inkml+xml"/>
  <Override PartName="/ppt/ink/ink3543.xml" ContentType="application/inkml+xml"/>
  <Override PartName="/ppt/ink/ink3544.xml" ContentType="application/inkml+xml"/>
  <Override PartName="/ppt/ink/ink3545.xml" ContentType="application/inkml+xml"/>
  <Override PartName="/ppt/ink/ink3546.xml" ContentType="application/inkml+xml"/>
  <Override PartName="/ppt/ink/ink3547.xml" ContentType="application/inkml+xml"/>
  <Override PartName="/ppt/ink/ink3548.xml" ContentType="application/inkml+xml"/>
  <Override PartName="/ppt/ink/ink3549.xml" ContentType="application/inkml+xml"/>
  <Override PartName="/ppt/ink/ink3550.xml" ContentType="application/inkml+xml"/>
  <Override PartName="/ppt/ink/ink3551.xml" ContentType="application/inkml+xml"/>
  <Override PartName="/ppt/ink/ink3552.xml" ContentType="application/inkml+xml"/>
  <Override PartName="/ppt/ink/ink3553.xml" ContentType="application/inkml+xml"/>
  <Override PartName="/ppt/ink/ink3554.xml" ContentType="application/inkml+xml"/>
  <Override PartName="/ppt/ink/ink3555.xml" ContentType="application/inkml+xml"/>
  <Override PartName="/ppt/ink/ink3556.xml" ContentType="application/inkml+xml"/>
  <Override PartName="/ppt/ink/ink3557.xml" ContentType="application/inkml+xml"/>
  <Override PartName="/ppt/ink/ink3558.xml" ContentType="application/inkml+xml"/>
  <Override PartName="/ppt/ink/ink3559.xml" ContentType="application/inkml+xml"/>
  <Override PartName="/ppt/ink/ink3560.xml" ContentType="application/inkml+xml"/>
  <Override PartName="/ppt/ink/ink3561.xml" ContentType="application/inkml+xml"/>
  <Override PartName="/ppt/ink/ink3562.xml" ContentType="application/inkml+xml"/>
  <Override PartName="/ppt/ink/ink3563.xml" ContentType="application/inkml+xml"/>
  <Override PartName="/ppt/ink/ink3564.xml" ContentType="application/inkml+xml"/>
  <Override PartName="/ppt/ink/ink3565.xml" ContentType="application/inkml+xml"/>
  <Override PartName="/ppt/ink/ink3566.xml" ContentType="application/inkml+xml"/>
  <Override PartName="/ppt/ink/ink3567.xml" ContentType="application/inkml+xml"/>
  <Override PartName="/ppt/ink/ink3568.xml" ContentType="application/inkml+xml"/>
  <Override PartName="/ppt/ink/ink3569.xml" ContentType="application/inkml+xml"/>
  <Override PartName="/ppt/ink/ink3570.xml" ContentType="application/inkml+xml"/>
  <Override PartName="/ppt/ink/ink3571.xml" ContentType="application/inkml+xml"/>
  <Override PartName="/ppt/ink/ink3572.xml" ContentType="application/inkml+xml"/>
  <Override PartName="/ppt/ink/ink3573.xml" ContentType="application/inkml+xml"/>
  <Override PartName="/ppt/ink/ink3574.xml" ContentType="application/inkml+xml"/>
  <Override PartName="/ppt/ink/ink3575.xml" ContentType="application/inkml+xml"/>
  <Override PartName="/ppt/ink/ink3576.xml" ContentType="application/inkml+xml"/>
  <Override PartName="/ppt/ink/ink3577.xml" ContentType="application/inkml+xml"/>
  <Override PartName="/ppt/ink/ink3578.xml" ContentType="application/inkml+xml"/>
  <Override PartName="/ppt/ink/ink3579.xml" ContentType="application/inkml+xml"/>
  <Override PartName="/ppt/ink/ink3580.xml" ContentType="application/inkml+xml"/>
  <Override PartName="/ppt/ink/ink3581.xml" ContentType="application/inkml+xml"/>
  <Override PartName="/ppt/ink/ink3582.xml" ContentType="application/inkml+xml"/>
  <Override PartName="/ppt/ink/ink3583.xml" ContentType="application/inkml+xml"/>
  <Override PartName="/ppt/ink/ink3584.xml" ContentType="application/inkml+xml"/>
  <Override PartName="/ppt/ink/ink3585.xml" ContentType="application/inkml+xml"/>
  <Override PartName="/ppt/ink/ink3586.xml" ContentType="application/inkml+xml"/>
  <Override PartName="/ppt/ink/ink3587.xml" ContentType="application/inkml+xml"/>
  <Override PartName="/ppt/ink/ink3588.xml" ContentType="application/inkml+xml"/>
  <Override PartName="/ppt/ink/ink3589.xml" ContentType="application/inkml+xml"/>
  <Override PartName="/ppt/ink/ink3590.xml" ContentType="application/inkml+xml"/>
  <Override PartName="/ppt/ink/ink3591.xml" ContentType="application/inkml+xml"/>
  <Override PartName="/ppt/ink/ink3592.xml" ContentType="application/inkml+xml"/>
  <Override PartName="/ppt/ink/ink3593.xml" ContentType="application/inkml+xml"/>
  <Override PartName="/ppt/ink/ink3594.xml" ContentType="application/inkml+xml"/>
  <Override PartName="/ppt/ink/ink3595.xml" ContentType="application/inkml+xml"/>
  <Override PartName="/ppt/ink/ink3596.xml" ContentType="application/inkml+xml"/>
  <Override PartName="/ppt/ink/ink3597.xml" ContentType="application/inkml+xml"/>
  <Override PartName="/ppt/ink/ink3598.xml" ContentType="application/inkml+xml"/>
  <Override PartName="/ppt/ink/ink3599.xml" ContentType="application/inkml+xml"/>
  <Override PartName="/ppt/ink/ink3600.xml" ContentType="application/inkml+xml"/>
  <Override PartName="/ppt/ink/ink3601.xml" ContentType="application/inkml+xml"/>
  <Override PartName="/ppt/ink/ink3602.xml" ContentType="application/inkml+xml"/>
  <Override PartName="/ppt/ink/ink3603.xml" ContentType="application/inkml+xml"/>
  <Override PartName="/ppt/ink/ink3604.xml" ContentType="application/inkml+xml"/>
  <Override PartName="/ppt/ink/ink3605.xml" ContentType="application/inkml+xml"/>
  <Override PartName="/ppt/ink/ink3606.xml" ContentType="application/inkml+xml"/>
  <Override PartName="/ppt/ink/ink3607.xml" ContentType="application/inkml+xml"/>
  <Override PartName="/ppt/ink/ink3608.xml" ContentType="application/inkml+xml"/>
  <Override PartName="/ppt/ink/ink3609.xml" ContentType="application/inkml+xml"/>
  <Override PartName="/ppt/ink/ink3610.xml" ContentType="application/inkml+xml"/>
  <Override PartName="/ppt/ink/ink3611.xml" ContentType="application/inkml+xml"/>
  <Override PartName="/ppt/ink/ink3612.xml" ContentType="application/inkml+xml"/>
  <Override PartName="/ppt/ink/ink3613.xml" ContentType="application/inkml+xml"/>
  <Override PartName="/ppt/ink/ink3614.xml" ContentType="application/inkml+xml"/>
  <Override PartName="/ppt/ink/ink3615.xml" ContentType="application/inkml+xml"/>
  <Override PartName="/ppt/ink/ink3616.xml" ContentType="application/inkml+xml"/>
  <Override PartName="/ppt/ink/ink3617.xml" ContentType="application/inkml+xml"/>
  <Override PartName="/ppt/ink/ink3618.xml" ContentType="application/inkml+xml"/>
  <Override PartName="/ppt/ink/ink3619.xml" ContentType="application/inkml+xml"/>
  <Override PartName="/ppt/ink/ink3620.xml" ContentType="application/inkml+xml"/>
  <Override PartName="/ppt/ink/ink3621.xml" ContentType="application/inkml+xml"/>
  <Override PartName="/ppt/ink/ink3622.xml" ContentType="application/inkml+xml"/>
  <Override PartName="/ppt/ink/ink3623.xml" ContentType="application/inkml+xml"/>
  <Override PartName="/ppt/ink/ink3624.xml" ContentType="application/inkml+xml"/>
  <Override PartName="/ppt/ink/ink3625.xml" ContentType="application/inkml+xml"/>
  <Override PartName="/ppt/ink/ink3626.xml" ContentType="application/inkml+xml"/>
  <Override PartName="/ppt/ink/ink3627.xml" ContentType="application/inkml+xml"/>
  <Override PartName="/ppt/ink/ink3628.xml" ContentType="application/inkml+xml"/>
  <Override PartName="/ppt/ink/ink3629.xml" ContentType="application/inkml+xml"/>
  <Override PartName="/ppt/ink/ink3630.xml" ContentType="application/inkml+xml"/>
  <Override PartName="/ppt/ink/ink3631.xml" ContentType="application/inkml+xml"/>
  <Override PartName="/ppt/ink/ink3632.xml" ContentType="application/inkml+xml"/>
  <Override PartName="/ppt/ink/ink3633.xml" ContentType="application/inkml+xml"/>
  <Override PartName="/ppt/ink/ink3634.xml" ContentType="application/inkml+xml"/>
  <Override PartName="/ppt/ink/ink3635.xml" ContentType="application/inkml+xml"/>
  <Override PartName="/ppt/ink/ink3636.xml" ContentType="application/inkml+xml"/>
  <Override PartName="/ppt/ink/ink3637.xml" ContentType="application/inkml+xml"/>
  <Override PartName="/ppt/ink/ink3638.xml" ContentType="application/inkml+xml"/>
  <Override PartName="/ppt/ink/ink3639.xml" ContentType="application/inkml+xml"/>
  <Override PartName="/ppt/ink/ink3640.xml" ContentType="application/inkml+xml"/>
  <Override PartName="/ppt/ink/ink3641.xml" ContentType="application/inkml+xml"/>
  <Override PartName="/ppt/ink/ink3642.xml" ContentType="application/inkml+xml"/>
  <Override PartName="/ppt/ink/ink3643.xml" ContentType="application/inkml+xml"/>
  <Override PartName="/ppt/ink/ink3644.xml" ContentType="application/inkml+xml"/>
  <Override PartName="/ppt/ink/ink3645.xml" ContentType="application/inkml+xml"/>
  <Override PartName="/ppt/ink/ink3646.xml" ContentType="application/inkml+xml"/>
  <Override PartName="/ppt/ink/ink3647.xml" ContentType="application/inkml+xml"/>
  <Override PartName="/ppt/ink/ink3648.xml" ContentType="application/inkml+xml"/>
  <Override PartName="/ppt/ink/ink3649.xml" ContentType="application/inkml+xml"/>
  <Override PartName="/ppt/ink/ink3650.xml" ContentType="application/inkml+xml"/>
  <Override PartName="/ppt/ink/ink3651.xml" ContentType="application/inkml+xml"/>
  <Override PartName="/ppt/ink/ink3652.xml" ContentType="application/inkml+xml"/>
  <Override PartName="/ppt/ink/ink3653.xml" ContentType="application/inkml+xml"/>
  <Override PartName="/ppt/ink/ink3654.xml" ContentType="application/inkml+xml"/>
  <Override PartName="/ppt/ink/ink3655.xml" ContentType="application/inkml+xml"/>
  <Override PartName="/ppt/ink/ink3656.xml" ContentType="application/inkml+xml"/>
  <Override PartName="/ppt/ink/ink3657.xml" ContentType="application/inkml+xml"/>
  <Override PartName="/ppt/ink/ink3658.xml" ContentType="application/inkml+xml"/>
  <Override PartName="/ppt/ink/ink3659.xml" ContentType="application/inkml+xml"/>
  <Override PartName="/ppt/ink/ink3660.xml" ContentType="application/inkml+xml"/>
  <Override PartName="/ppt/ink/ink3661.xml" ContentType="application/inkml+xml"/>
  <Override PartName="/ppt/ink/ink3662.xml" ContentType="application/inkml+xml"/>
  <Override PartName="/ppt/ink/ink3663.xml" ContentType="application/inkml+xml"/>
  <Override PartName="/ppt/ink/ink3664.xml" ContentType="application/inkml+xml"/>
  <Override PartName="/ppt/ink/ink3665.xml" ContentType="application/inkml+xml"/>
  <Override PartName="/ppt/ink/ink3666.xml" ContentType="application/inkml+xml"/>
  <Override PartName="/ppt/ink/ink3667.xml" ContentType="application/inkml+xml"/>
  <Override PartName="/ppt/ink/ink3668.xml" ContentType="application/inkml+xml"/>
  <Override PartName="/ppt/ink/ink3669.xml" ContentType="application/inkml+xml"/>
  <Override PartName="/ppt/ink/ink3670.xml" ContentType="application/inkml+xml"/>
  <Override PartName="/ppt/ink/ink3671.xml" ContentType="application/inkml+xml"/>
  <Override PartName="/ppt/ink/ink3672.xml" ContentType="application/inkml+xml"/>
  <Override PartName="/ppt/ink/ink3673.xml" ContentType="application/inkml+xml"/>
  <Override PartName="/ppt/ink/ink3674.xml" ContentType="application/inkml+xml"/>
  <Override PartName="/ppt/ink/ink3675.xml" ContentType="application/inkml+xml"/>
  <Override PartName="/ppt/ink/ink3676.xml" ContentType="application/inkml+xml"/>
  <Override PartName="/ppt/ink/ink3677.xml" ContentType="application/inkml+xml"/>
  <Override PartName="/ppt/ink/ink3678.xml" ContentType="application/inkml+xml"/>
  <Override PartName="/ppt/ink/ink3679.xml" ContentType="application/inkml+xml"/>
  <Override PartName="/ppt/ink/ink3680.xml" ContentType="application/inkml+xml"/>
  <Override PartName="/ppt/ink/ink3681.xml" ContentType="application/inkml+xml"/>
  <Override PartName="/ppt/ink/ink3682.xml" ContentType="application/inkml+xml"/>
  <Override PartName="/ppt/ink/ink3683.xml" ContentType="application/inkml+xml"/>
  <Override PartName="/ppt/ink/ink3684.xml" ContentType="application/inkml+xml"/>
  <Override PartName="/ppt/ink/ink3685.xml" ContentType="application/inkml+xml"/>
  <Override PartName="/ppt/ink/ink3686.xml" ContentType="application/inkml+xml"/>
  <Override PartName="/ppt/ink/ink3687.xml" ContentType="application/inkml+xml"/>
  <Override PartName="/ppt/ink/ink3688.xml" ContentType="application/inkml+xml"/>
  <Override PartName="/ppt/ink/ink3689.xml" ContentType="application/inkml+xml"/>
  <Override PartName="/ppt/ink/ink3690.xml" ContentType="application/inkml+xml"/>
  <Override PartName="/ppt/ink/ink3691.xml" ContentType="application/inkml+xml"/>
  <Override PartName="/ppt/ink/ink3692.xml" ContentType="application/inkml+xml"/>
  <Override PartName="/ppt/ink/ink3693.xml" ContentType="application/inkml+xml"/>
  <Override PartName="/ppt/ink/ink3694.xml" ContentType="application/inkml+xml"/>
  <Override PartName="/ppt/ink/ink3695.xml" ContentType="application/inkml+xml"/>
  <Override PartName="/ppt/ink/ink3696.xml" ContentType="application/inkml+xml"/>
  <Override PartName="/ppt/ink/ink3697.xml" ContentType="application/inkml+xml"/>
  <Override PartName="/ppt/ink/ink3698.xml" ContentType="application/inkml+xml"/>
  <Override PartName="/ppt/ink/ink3699.xml" ContentType="application/inkml+xml"/>
  <Override PartName="/ppt/ink/ink3700.xml" ContentType="application/inkml+xml"/>
  <Override PartName="/ppt/ink/ink3701.xml" ContentType="application/inkml+xml"/>
  <Override PartName="/ppt/ink/ink3702.xml" ContentType="application/inkml+xml"/>
  <Override PartName="/ppt/ink/ink3703.xml" ContentType="application/inkml+xml"/>
  <Override PartName="/ppt/ink/ink3704.xml" ContentType="application/inkml+xml"/>
  <Override PartName="/ppt/ink/ink3705.xml" ContentType="application/inkml+xml"/>
  <Override PartName="/ppt/ink/ink3706.xml" ContentType="application/inkml+xml"/>
  <Override PartName="/ppt/ink/ink3707.xml" ContentType="application/inkml+xml"/>
  <Override PartName="/ppt/ink/ink3708.xml" ContentType="application/inkml+xml"/>
  <Override PartName="/ppt/ink/ink3709.xml" ContentType="application/inkml+xml"/>
  <Override PartName="/ppt/ink/ink3710.xml" ContentType="application/inkml+xml"/>
  <Override PartName="/ppt/ink/ink3711.xml" ContentType="application/inkml+xml"/>
  <Override PartName="/ppt/ink/ink3712.xml" ContentType="application/inkml+xml"/>
  <Override PartName="/ppt/ink/ink3713.xml" ContentType="application/inkml+xml"/>
  <Override PartName="/ppt/ink/ink3714.xml" ContentType="application/inkml+xml"/>
  <Override PartName="/ppt/ink/ink3715.xml" ContentType="application/inkml+xml"/>
  <Override PartName="/ppt/ink/ink3716.xml" ContentType="application/inkml+xml"/>
  <Override PartName="/ppt/ink/ink3717.xml" ContentType="application/inkml+xml"/>
  <Override PartName="/ppt/ink/ink3718.xml" ContentType="application/inkml+xml"/>
  <Override PartName="/ppt/ink/ink3719.xml" ContentType="application/inkml+xml"/>
  <Override PartName="/ppt/ink/ink3720.xml" ContentType="application/inkml+xml"/>
  <Override PartName="/ppt/ink/ink3721.xml" ContentType="application/inkml+xml"/>
  <Override PartName="/ppt/ink/ink3722.xml" ContentType="application/inkml+xml"/>
  <Override PartName="/ppt/ink/ink3723.xml" ContentType="application/inkml+xml"/>
  <Override PartName="/ppt/ink/ink3724.xml" ContentType="application/inkml+xml"/>
  <Override PartName="/ppt/ink/ink3725.xml" ContentType="application/inkml+xml"/>
  <Override PartName="/ppt/ink/ink3726.xml" ContentType="application/inkml+xml"/>
  <Override PartName="/ppt/ink/ink3727.xml" ContentType="application/inkml+xml"/>
  <Override PartName="/ppt/ink/ink3728.xml" ContentType="application/inkml+xml"/>
  <Override PartName="/ppt/ink/ink3729.xml" ContentType="application/inkml+xml"/>
  <Override PartName="/ppt/ink/ink3730.xml" ContentType="application/inkml+xml"/>
  <Override PartName="/ppt/ink/ink3731.xml" ContentType="application/inkml+xml"/>
  <Override PartName="/ppt/ink/ink3732.xml" ContentType="application/inkml+xml"/>
  <Override PartName="/ppt/ink/ink3733.xml" ContentType="application/inkml+xml"/>
  <Override PartName="/ppt/ink/ink3734.xml" ContentType="application/inkml+xml"/>
  <Override PartName="/ppt/ink/ink3735.xml" ContentType="application/inkml+xml"/>
  <Override PartName="/ppt/ink/ink3736.xml" ContentType="application/inkml+xml"/>
  <Override PartName="/ppt/ink/ink3737.xml" ContentType="application/inkml+xml"/>
  <Override PartName="/ppt/ink/ink3738.xml" ContentType="application/inkml+xml"/>
  <Override PartName="/ppt/ink/ink3739.xml" ContentType="application/inkml+xml"/>
  <Override PartName="/ppt/ink/ink3740.xml" ContentType="application/inkml+xml"/>
  <Override PartName="/ppt/ink/ink3741.xml" ContentType="application/inkml+xml"/>
  <Override PartName="/ppt/ink/ink3742.xml" ContentType="application/inkml+xml"/>
  <Override PartName="/ppt/ink/ink3743.xml" ContentType="application/inkml+xml"/>
  <Override PartName="/ppt/ink/ink3744.xml" ContentType="application/inkml+xml"/>
  <Override PartName="/ppt/ink/ink3745.xml" ContentType="application/inkml+xml"/>
  <Override PartName="/ppt/ink/ink3746.xml" ContentType="application/inkml+xml"/>
  <Override PartName="/ppt/ink/ink3747.xml" ContentType="application/inkml+xml"/>
  <Override PartName="/ppt/ink/ink3748.xml" ContentType="application/inkml+xml"/>
  <Override PartName="/ppt/ink/ink3749.xml" ContentType="application/inkml+xml"/>
  <Override PartName="/ppt/ink/ink3750.xml" ContentType="application/inkml+xml"/>
  <Override PartName="/ppt/ink/ink3751.xml" ContentType="application/inkml+xml"/>
  <Override PartName="/ppt/ink/ink3752.xml" ContentType="application/inkml+xml"/>
  <Override PartName="/ppt/ink/ink3753.xml" ContentType="application/inkml+xml"/>
  <Override PartName="/ppt/ink/ink3754.xml" ContentType="application/inkml+xml"/>
  <Override PartName="/ppt/ink/ink3755.xml" ContentType="application/inkml+xml"/>
  <Override PartName="/ppt/ink/ink3756.xml" ContentType="application/inkml+xml"/>
  <Override PartName="/ppt/ink/ink3757.xml" ContentType="application/inkml+xml"/>
  <Override PartName="/ppt/ink/ink3758.xml" ContentType="application/inkml+xml"/>
  <Override PartName="/ppt/ink/ink3759.xml" ContentType="application/inkml+xml"/>
  <Override PartName="/ppt/ink/ink3760.xml" ContentType="application/inkml+xml"/>
  <Override PartName="/ppt/ink/ink3761.xml" ContentType="application/inkml+xml"/>
  <Override PartName="/ppt/ink/ink3762.xml" ContentType="application/inkml+xml"/>
  <Override PartName="/ppt/ink/ink3763.xml" ContentType="application/inkml+xml"/>
  <Override PartName="/ppt/ink/ink3764.xml" ContentType="application/inkml+xml"/>
  <Override PartName="/ppt/ink/ink3765.xml" ContentType="application/inkml+xml"/>
  <Override PartName="/ppt/ink/ink3766.xml" ContentType="application/inkml+xml"/>
  <Override PartName="/ppt/ink/ink3767.xml" ContentType="application/inkml+xml"/>
  <Override PartName="/ppt/ink/ink3768.xml" ContentType="application/inkml+xml"/>
  <Override PartName="/ppt/ink/ink3769.xml" ContentType="application/inkml+xml"/>
  <Override PartName="/ppt/ink/ink3770.xml" ContentType="application/inkml+xml"/>
  <Override PartName="/ppt/ink/ink3771.xml" ContentType="application/inkml+xml"/>
  <Override PartName="/ppt/ink/ink3772.xml" ContentType="application/inkml+xml"/>
  <Override PartName="/ppt/ink/ink3773.xml" ContentType="application/inkml+xml"/>
  <Override PartName="/ppt/ink/ink3774.xml" ContentType="application/inkml+xml"/>
  <Override PartName="/ppt/ink/ink3775.xml" ContentType="application/inkml+xml"/>
  <Override PartName="/ppt/ink/ink3776.xml" ContentType="application/inkml+xml"/>
  <Override PartName="/ppt/ink/ink3777.xml" ContentType="application/inkml+xml"/>
  <Override PartName="/ppt/ink/ink3778.xml" ContentType="application/inkml+xml"/>
  <Override PartName="/ppt/ink/ink3779.xml" ContentType="application/inkml+xml"/>
  <Override PartName="/ppt/ink/ink3780.xml" ContentType="application/inkml+xml"/>
  <Override PartName="/ppt/ink/ink3781.xml" ContentType="application/inkml+xml"/>
  <Override PartName="/ppt/ink/ink3782.xml" ContentType="application/inkml+xml"/>
  <Override PartName="/ppt/ink/ink3783.xml" ContentType="application/inkml+xml"/>
  <Override PartName="/ppt/ink/ink3784.xml" ContentType="application/inkml+xml"/>
  <Override PartName="/ppt/ink/ink3785.xml" ContentType="application/inkml+xml"/>
  <Override PartName="/ppt/ink/ink3786.xml" ContentType="application/inkml+xml"/>
  <Override PartName="/ppt/ink/ink3787.xml" ContentType="application/inkml+xml"/>
  <Override PartName="/ppt/ink/ink3788.xml" ContentType="application/inkml+xml"/>
  <Override PartName="/ppt/ink/ink3789.xml" ContentType="application/inkml+xml"/>
  <Override PartName="/ppt/ink/ink3790.xml" ContentType="application/inkml+xml"/>
  <Override PartName="/ppt/ink/ink3791.xml" ContentType="application/inkml+xml"/>
  <Override PartName="/ppt/ink/ink3792.xml" ContentType="application/inkml+xml"/>
  <Override PartName="/ppt/ink/ink3793.xml" ContentType="application/inkml+xml"/>
  <Override PartName="/ppt/ink/ink3794.xml" ContentType="application/inkml+xml"/>
  <Override PartName="/ppt/ink/ink3795.xml" ContentType="application/inkml+xml"/>
  <Override PartName="/ppt/ink/ink3796.xml" ContentType="application/inkml+xml"/>
  <Override PartName="/ppt/ink/ink3797.xml" ContentType="application/inkml+xml"/>
  <Override PartName="/ppt/ink/ink3798.xml" ContentType="application/inkml+xml"/>
  <Override PartName="/ppt/ink/ink3799.xml" ContentType="application/inkml+xml"/>
  <Override PartName="/ppt/ink/ink3800.xml" ContentType="application/inkml+xml"/>
  <Override PartName="/ppt/ink/ink3801.xml" ContentType="application/inkml+xml"/>
  <Override PartName="/ppt/ink/ink3802.xml" ContentType="application/inkml+xml"/>
  <Override PartName="/ppt/ink/ink3803.xml" ContentType="application/inkml+xml"/>
  <Override PartName="/ppt/ink/ink3804.xml" ContentType="application/inkml+xml"/>
  <Override PartName="/ppt/ink/ink3805.xml" ContentType="application/inkml+xml"/>
  <Override PartName="/ppt/ink/ink3806.xml" ContentType="application/inkml+xml"/>
  <Override PartName="/ppt/ink/ink3807.xml" ContentType="application/inkml+xml"/>
  <Override PartName="/ppt/ink/ink3808.xml" ContentType="application/inkml+xml"/>
  <Override PartName="/ppt/ink/ink3809.xml" ContentType="application/inkml+xml"/>
  <Override PartName="/ppt/ink/ink3810.xml" ContentType="application/inkml+xml"/>
  <Override PartName="/ppt/ink/ink3811.xml" ContentType="application/inkml+xml"/>
  <Override PartName="/ppt/ink/ink3812.xml" ContentType="application/inkml+xml"/>
  <Override PartName="/ppt/ink/ink3813.xml" ContentType="application/inkml+xml"/>
  <Override PartName="/ppt/ink/ink3814.xml" ContentType="application/inkml+xml"/>
  <Override PartName="/ppt/ink/ink3815.xml" ContentType="application/inkml+xml"/>
  <Override PartName="/ppt/ink/ink3816.xml" ContentType="application/inkml+xml"/>
  <Override PartName="/ppt/ink/ink3817.xml" ContentType="application/inkml+xml"/>
  <Override PartName="/ppt/ink/ink3818.xml" ContentType="application/inkml+xml"/>
  <Override PartName="/ppt/ink/ink3819.xml" ContentType="application/inkml+xml"/>
  <Override PartName="/ppt/ink/ink3820.xml" ContentType="application/inkml+xml"/>
  <Override PartName="/ppt/ink/ink3821.xml" ContentType="application/inkml+xml"/>
  <Override PartName="/ppt/ink/ink3822.xml" ContentType="application/inkml+xml"/>
  <Override PartName="/ppt/ink/ink3823.xml" ContentType="application/inkml+xml"/>
  <Override PartName="/ppt/ink/ink3824.xml" ContentType="application/inkml+xml"/>
  <Override PartName="/ppt/ink/ink3825.xml" ContentType="application/inkml+xml"/>
  <Override PartName="/ppt/ink/ink3826.xml" ContentType="application/inkml+xml"/>
  <Override PartName="/ppt/ink/ink3827.xml" ContentType="application/inkml+xml"/>
  <Override PartName="/ppt/ink/ink3828.xml" ContentType="application/inkml+xml"/>
  <Override PartName="/ppt/ink/ink3829.xml" ContentType="application/inkml+xml"/>
  <Override PartName="/ppt/ink/ink3830.xml" ContentType="application/inkml+xml"/>
  <Override PartName="/ppt/ink/ink3831.xml" ContentType="application/inkml+xml"/>
  <Override PartName="/ppt/ink/ink3832.xml" ContentType="application/inkml+xml"/>
  <Override PartName="/ppt/ink/ink3833.xml" ContentType="application/inkml+xml"/>
  <Override PartName="/ppt/ink/ink3834.xml" ContentType="application/inkml+xml"/>
  <Override PartName="/ppt/ink/ink3835.xml" ContentType="application/inkml+xml"/>
  <Override PartName="/ppt/ink/ink3836.xml" ContentType="application/inkml+xml"/>
  <Override PartName="/ppt/ink/ink3837.xml" ContentType="application/inkml+xml"/>
  <Override PartName="/ppt/ink/ink3838.xml" ContentType="application/inkml+xml"/>
  <Override PartName="/ppt/ink/ink3839.xml" ContentType="application/inkml+xml"/>
  <Override PartName="/ppt/ink/ink3840.xml" ContentType="application/inkml+xml"/>
  <Override PartName="/ppt/ink/ink3841.xml" ContentType="application/inkml+xml"/>
  <Override PartName="/ppt/ink/ink3842.xml" ContentType="application/inkml+xml"/>
  <Override PartName="/ppt/ink/ink3843.xml" ContentType="application/inkml+xml"/>
  <Override PartName="/ppt/ink/ink3844.xml" ContentType="application/inkml+xml"/>
  <Override PartName="/ppt/ink/ink3845.xml" ContentType="application/inkml+xml"/>
  <Override PartName="/ppt/ink/ink3846.xml" ContentType="application/inkml+xml"/>
  <Override PartName="/ppt/ink/ink3847.xml" ContentType="application/inkml+xml"/>
  <Override PartName="/ppt/ink/ink3848.xml" ContentType="application/inkml+xml"/>
  <Override PartName="/ppt/ink/ink3849.xml" ContentType="application/inkml+xml"/>
  <Override PartName="/ppt/ink/ink3850.xml" ContentType="application/inkml+xml"/>
  <Override PartName="/ppt/ink/ink3851.xml" ContentType="application/inkml+xml"/>
  <Override PartName="/ppt/ink/ink3852.xml" ContentType="application/inkml+xml"/>
  <Override PartName="/ppt/ink/ink3853.xml" ContentType="application/inkml+xml"/>
  <Override PartName="/ppt/ink/ink3854.xml" ContentType="application/inkml+xml"/>
  <Override PartName="/ppt/ink/ink3855.xml" ContentType="application/inkml+xml"/>
  <Override PartName="/ppt/ink/ink3856.xml" ContentType="application/inkml+xml"/>
  <Override PartName="/ppt/ink/ink3857.xml" ContentType="application/inkml+xml"/>
  <Override PartName="/ppt/ink/ink3858.xml" ContentType="application/inkml+xml"/>
  <Override PartName="/ppt/ink/ink3859.xml" ContentType="application/inkml+xml"/>
  <Override PartName="/ppt/ink/ink3860.xml" ContentType="application/inkml+xml"/>
  <Override PartName="/ppt/ink/ink3861.xml" ContentType="application/inkml+xml"/>
  <Override PartName="/ppt/ink/ink3862.xml" ContentType="application/inkml+xml"/>
  <Override PartName="/ppt/ink/ink3863.xml" ContentType="application/inkml+xml"/>
  <Override PartName="/ppt/ink/ink3864.xml" ContentType="application/inkml+xml"/>
  <Override PartName="/ppt/ink/ink3865.xml" ContentType="application/inkml+xml"/>
  <Override PartName="/ppt/ink/ink3866.xml" ContentType="application/inkml+xml"/>
  <Override PartName="/ppt/ink/ink3867.xml" ContentType="application/inkml+xml"/>
  <Override PartName="/ppt/ink/ink3868.xml" ContentType="application/inkml+xml"/>
  <Override PartName="/ppt/ink/ink3869.xml" ContentType="application/inkml+xml"/>
  <Override PartName="/ppt/ink/ink3870.xml" ContentType="application/inkml+xml"/>
  <Override PartName="/ppt/ink/ink3871.xml" ContentType="application/inkml+xml"/>
  <Override PartName="/ppt/ink/ink3872.xml" ContentType="application/inkml+xml"/>
  <Override PartName="/ppt/ink/ink3873.xml" ContentType="application/inkml+xml"/>
  <Override PartName="/ppt/ink/ink3874.xml" ContentType="application/inkml+xml"/>
  <Override PartName="/ppt/ink/ink3875.xml" ContentType="application/inkml+xml"/>
  <Override PartName="/ppt/ink/ink3876.xml" ContentType="application/inkml+xml"/>
  <Override PartName="/ppt/ink/ink3877.xml" ContentType="application/inkml+xml"/>
  <Override PartName="/ppt/ink/ink3878.xml" ContentType="application/inkml+xml"/>
  <Override PartName="/ppt/ink/ink3879.xml" ContentType="application/inkml+xml"/>
  <Override PartName="/ppt/ink/ink3880.xml" ContentType="application/inkml+xml"/>
  <Override PartName="/ppt/ink/ink3881.xml" ContentType="application/inkml+xml"/>
  <Override PartName="/ppt/ink/ink3882.xml" ContentType="application/inkml+xml"/>
  <Override PartName="/ppt/ink/ink3883.xml" ContentType="application/inkml+xml"/>
  <Override PartName="/ppt/ink/ink3884.xml" ContentType="application/inkml+xml"/>
  <Override PartName="/ppt/ink/ink3885.xml" ContentType="application/inkml+xml"/>
  <Override PartName="/ppt/ink/ink3886.xml" ContentType="application/inkml+xml"/>
  <Override PartName="/ppt/ink/ink3887.xml" ContentType="application/inkml+xml"/>
  <Override PartName="/ppt/ink/ink3888.xml" ContentType="application/inkml+xml"/>
  <Override PartName="/ppt/ink/ink3889.xml" ContentType="application/inkml+xml"/>
  <Override PartName="/ppt/ink/ink3890.xml" ContentType="application/inkml+xml"/>
  <Override PartName="/ppt/ink/ink3891.xml" ContentType="application/inkml+xml"/>
  <Override PartName="/ppt/ink/ink3892.xml" ContentType="application/inkml+xml"/>
  <Override PartName="/ppt/ink/ink3893.xml" ContentType="application/inkml+xml"/>
  <Override PartName="/ppt/ink/ink3894.xml" ContentType="application/inkml+xml"/>
  <Override PartName="/ppt/ink/ink3895.xml" ContentType="application/inkml+xml"/>
  <Override PartName="/ppt/ink/ink3896.xml" ContentType="application/inkml+xml"/>
  <Override PartName="/ppt/ink/ink3897.xml" ContentType="application/inkml+xml"/>
  <Override PartName="/ppt/ink/ink3898.xml" ContentType="application/inkml+xml"/>
  <Override PartName="/ppt/ink/ink3899.xml" ContentType="application/inkml+xml"/>
  <Override PartName="/ppt/ink/ink3900.xml" ContentType="application/inkml+xml"/>
  <Override PartName="/ppt/ink/ink3901.xml" ContentType="application/inkml+xml"/>
  <Override PartName="/ppt/ink/ink3902.xml" ContentType="application/inkml+xml"/>
  <Override PartName="/ppt/ink/ink3903.xml" ContentType="application/inkml+xml"/>
  <Override PartName="/ppt/ink/ink3904.xml" ContentType="application/inkml+xml"/>
  <Override PartName="/ppt/ink/ink3905.xml" ContentType="application/inkml+xml"/>
  <Override PartName="/ppt/ink/ink3906.xml" ContentType="application/inkml+xml"/>
  <Override PartName="/ppt/ink/ink3907.xml" ContentType="application/inkml+xml"/>
  <Override PartName="/ppt/ink/ink3908.xml" ContentType="application/inkml+xml"/>
  <Override PartName="/ppt/ink/ink3909.xml" ContentType="application/inkml+xml"/>
  <Override PartName="/ppt/ink/ink3910.xml" ContentType="application/inkml+xml"/>
  <Override PartName="/ppt/ink/ink3911.xml" ContentType="application/inkml+xml"/>
  <Override PartName="/ppt/ink/ink3912.xml" ContentType="application/inkml+xml"/>
  <Override PartName="/ppt/ink/ink3913.xml" ContentType="application/inkml+xml"/>
  <Override PartName="/ppt/ink/ink3914.xml" ContentType="application/inkml+xml"/>
  <Override PartName="/ppt/ink/ink3915.xml" ContentType="application/inkml+xml"/>
  <Override PartName="/ppt/ink/ink3916.xml" ContentType="application/inkml+xml"/>
  <Override PartName="/ppt/ink/ink3917.xml" ContentType="application/inkml+xml"/>
  <Override PartName="/ppt/ink/ink3918.xml" ContentType="application/inkml+xml"/>
  <Override PartName="/ppt/ink/ink3919.xml" ContentType="application/inkml+xml"/>
  <Override PartName="/ppt/ink/ink3920.xml" ContentType="application/inkml+xml"/>
  <Override PartName="/ppt/ink/ink3921.xml" ContentType="application/inkml+xml"/>
  <Override PartName="/ppt/ink/ink3922.xml" ContentType="application/inkml+xml"/>
  <Override PartName="/ppt/ink/ink3923.xml" ContentType="application/inkml+xml"/>
  <Override PartName="/ppt/ink/ink3924.xml" ContentType="application/inkml+xml"/>
  <Override PartName="/ppt/ink/ink3925.xml" ContentType="application/inkml+xml"/>
  <Override PartName="/ppt/ink/ink3926.xml" ContentType="application/inkml+xml"/>
  <Override PartName="/ppt/ink/ink3927.xml" ContentType="application/inkml+xml"/>
  <Override PartName="/ppt/ink/ink3928.xml" ContentType="application/inkml+xml"/>
  <Override PartName="/ppt/ink/ink3929.xml" ContentType="application/inkml+xml"/>
  <Override PartName="/ppt/ink/ink3930.xml" ContentType="application/inkml+xml"/>
  <Override PartName="/ppt/ink/ink3931.xml" ContentType="application/inkml+xml"/>
  <Override PartName="/ppt/ink/ink3932.xml" ContentType="application/inkml+xml"/>
  <Override PartName="/ppt/ink/ink3933.xml" ContentType="application/inkml+xml"/>
  <Override PartName="/ppt/ink/ink3934.xml" ContentType="application/inkml+xml"/>
  <Override PartName="/ppt/ink/ink3935.xml" ContentType="application/inkml+xml"/>
  <Override PartName="/ppt/ink/ink3936.xml" ContentType="application/inkml+xml"/>
  <Override PartName="/ppt/ink/ink3937.xml" ContentType="application/inkml+xml"/>
  <Override PartName="/ppt/ink/ink3938.xml" ContentType="application/inkml+xml"/>
  <Override PartName="/ppt/ink/ink3939.xml" ContentType="application/inkml+xml"/>
  <Override PartName="/ppt/ink/ink3940.xml" ContentType="application/inkml+xml"/>
  <Override PartName="/ppt/ink/ink3941.xml" ContentType="application/inkml+xml"/>
  <Override PartName="/ppt/ink/ink3942.xml" ContentType="application/inkml+xml"/>
  <Override PartName="/ppt/ink/ink3943.xml" ContentType="application/inkml+xml"/>
  <Override PartName="/ppt/ink/ink3944.xml" ContentType="application/inkml+xml"/>
  <Override PartName="/ppt/ink/ink3945.xml" ContentType="application/inkml+xml"/>
  <Override PartName="/ppt/ink/ink3946.xml" ContentType="application/inkml+xml"/>
  <Override PartName="/ppt/ink/ink3947.xml" ContentType="application/inkml+xml"/>
  <Override PartName="/ppt/ink/ink3948.xml" ContentType="application/inkml+xml"/>
  <Override PartName="/ppt/ink/ink3949.xml" ContentType="application/inkml+xml"/>
  <Override PartName="/ppt/ink/ink3950.xml" ContentType="application/inkml+xml"/>
  <Override PartName="/ppt/ink/ink3951.xml" ContentType="application/inkml+xml"/>
  <Override PartName="/ppt/ink/ink3952.xml" ContentType="application/inkml+xml"/>
  <Override PartName="/ppt/ink/ink3953.xml" ContentType="application/inkml+xml"/>
  <Override PartName="/ppt/ink/ink3954.xml" ContentType="application/inkml+xml"/>
  <Override PartName="/ppt/ink/ink3955.xml" ContentType="application/inkml+xml"/>
  <Override PartName="/ppt/ink/ink3956.xml" ContentType="application/inkml+xml"/>
  <Override PartName="/ppt/ink/ink3957.xml" ContentType="application/inkml+xml"/>
  <Override PartName="/ppt/ink/ink3958.xml" ContentType="application/inkml+xml"/>
  <Override PartName="/ppt/ink/ink3959.xml" ContentType="application/inkml+xml"/>
  <Override PartName="/ppt/ink/ink3960.xml" ContentType="application/inkml+xml"/>
  <Override PartName="/ppt/ink/ink3961.xml" ContentType="application/inkml+xml"/>
  <Override PartName="/ppt/ink/ink3962.xml" ContentType="application/inkml+xml"/>
  <Override PartName="/ppt/ink/ink3963.xml" ContentType="application/inkml+xml"/>
  <Override PartName="/ppt/ink/ink3964.xml" ContentType="application/inkml+xml"/>
  <Override PartName="/ppt/ink/ink3965.xml" ContentType="application/inkml+xml"/>
  <Override PartName="/ppt/ink/ink3966.xml" ContentType="application/inkml+xml"/>
  <Override PartName="/ppt/ink/ink3967.xml" ContentType="application/inkml+xml"/>
  <Override PartName="/ppt/ink/ink3968.xml" ContentType="application/inkml+xml"/>
  <Override PartName="/ppt/ink/ink3969.xml" ContentType="application/inkml+xml"/>
  <Override PartName="/ppt/ink/ink3970.xml" ContentType="application/inkml+xml"/>
  <Override PartName="/ppt/ink/ink3971.xml" ContentType="application/inkml+xml"/>
  <Override PartName="/ppt/ink/ink3972.xml" ContentType="application/inkml+xml"/>
  <Override PartName="/ppt/ink/ink3973.xml" ContentType="application/inkml+xml"/>
  <Override PartName="/ppt/ink/ink3974.xml" ContentType="application/inkml+xml"/>
  <Override PartName="/ppt/ink/ink3975.xml" ContentType="application/inkml+xml"/>
  <Override PartName="/ppt/ink/ink3976.xml" ContentType="application/inkml+xml"/>
  <Override PartName="/ppt/ink/ink3977.xml" ContentType="application/inkml+xml"/>
  <Override PartName="/ppt/ink/ink3978.xml" ContentType="application/inkml+xml"/>
  <Override PartName="/ppt/ink/ink3979.xml" ContentType="application/inkml+xml"/>
  <Override PartName="/ppt/ink/ink3980.xml" ContentType="application/inkml+xml"/>
  <Override PartName="/ppt/ink/ink3981.xml" ContentType="application/inkml+xml"/>
  <Override PartName="/ppt/ink/ink3982.xml" ContentType="application/inkml+xml"/>
  <Override PartName="/ppt/ink/ink3983.xml" ContentType="application/inkml+xml"/>
  <Override PartName="/ppt/ink/ink3984.xml" ContentType="application/inkml+xml"/>
  <Override PartName="/ppt/ink/ink3985.xml" ContentType="application/inkml+xml"/>
  <Override PartName="/ppt/ink/ink3986.xml" ContentType="application/inkml+xml"/>
  <Override PartName="/ppt/ink/ink3987.xml" ContentType="application/inkml+xml"/>
  <Override PartName="/ppt/ink/ink3988.xml" ContentType="application/inkml+xml"/>
  <Override PartName="/ppt/ink/ink3989.xml" ContentType="application/inkml+xml"/>
  <Override PartName="/ppt/ink/ink3990.xml" ContentType="application/inkml+xml"/>
  <Override PartName="/ppt/ink/ink3991.xml" ContentType="application/inkml+xml"/>
  <Override PartName="/ppt/ink/ink3992.xml" ContentType="application/inkml+xml"/>
  <Override PartName="/ppt/ink/ink3993.xml" ContentType="application/inkml+xml"/>
  <Override PartName="/ppt/ink/ink3994.xml" ContentType="application/inkml+xml"/>
  <Override PartName="/ppt/ink/ink3995.xml" ContentType="application/inkml+xml"/>
  <Override PartName="/ppt/ink/ink3996.xml" ContentType="application/inkml+xml"/>
  <Override PartName="/ppt/ink/ink3997.xml" ContentType="application/inkml+xml"/>
  <Override PartName="/ppt/ink/ink3998.xml" ContentType="application/inkml+xml"/>
  <Override PartName="/ppt/ink/ink3999.xml" ContentType="application/inkml+xml"/>
  <Override PartName="/ppt/ink/ink4000.xml" ContentType="application/inkml+xml"/>
  <Override PartName="/ppt/ink/ink4001.xml" ContentType="application/inkml+xml"/>
  <Override PartName="/ppt/ink/ink4002.xml" ContentType="application/inkml+xml"/>
  <Override PartName="/ppt/ink/ink4003.xml" ContentType="application/inkml+xml"/>
  <Override PartName="/ppt/ink/ink4004.xml" ContentType="application/inkml+xml"/>
  <Override PartName="/ppt/ink/ink4005.xml" ContentType="application/inkml+xml"/>
  <Override PartName="/ppt/ink/ink4006.xml" ContentType="application/inkml+xml"/>
  <Override PartName="/ppt/ink/ink4007.xml" ContentType="application/inkml+xml"/>
  <Override PartName="/ppt/ink/ink4008.xml" ContentType="application/inkml+xml"/>
  <Override PartName="/ppt/ink/ink4009.xml" ContentType="application/inkml+xml"/>
  <Override PartName="/ppt/ink/ink4010.xml" ContentType="application/inkml+xml"/>
  <Override PartName="/ppt/ink/ink40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794" r:id="rId2"/>
    <p:sldId id="857" r:id="rId3"/>
    <p:sldId id="831" r:id="rId4"/>
    <p:sldId id="821" r:id="rId5"/>
    <p:sldId id="858" r:id="rId6"/>
    <p:sldId id="863" r:id="rId7"/>
    <p:sldId id="864" r:id="rId8"/>
    <p:sldId id="865" r:id="rId9"/>
    <p:sldId id="866" r:id="rId10"/>
    <p:sldId id="852" r:id="rId11"/>
    <p:sldId id="854" r:id="rId12"/>
    <p:sldId id="867" r:id="rId13"/>
    <p:sldId id="822" r:id="rId14"/>
    <p:sldId id="855" r:id="rId15"/>
    <p:sldId id="859" r:id="rId16"/>
    <p:sldId id="856" r:id="rId17"/>
    <p:sldId id="851" r:id="rId18"/>
    <p:sldId id="832" r:id="rId19"/>
    <p:sldId id="833" r:id="rId20"/>
    <p:sldId id="834" r:id="rId21"/>
    <p:sldId id="835" r:id="rId22"/>
    <p:sldId id="860" r:id="rId23"/>
    <p:sldId id="796" r:id="rId24"/>
    <p:sldId id="804" r:id="rId25"/>
    <p:sldId id="805" r:id="rId26"/>
    <p:sldId id="802" r:id="rId27"/>
    <p:sldId id="803" r:id="rId28"/>
    <p:sldId id="861" r:id="rId29"/>
    <p:sldId id="868" r:id="rId30"/>
    <p:sldId id="795" r:id="rId31"/>
    <p:sldId id="797" r:id="rId32"/>
    <p:sldId id="862" r:id="rId33"/>
    <p:sldId id="799" r:id="rId34"/>
    <p:sldId id="80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55" autoAdjust="0"/>
    <p:restoredTop sz="93230" autoAdjust="0"/>
  </p:normalViewPr>
  <p:slideViewPr>
    <p:cSldViewPr snapToGrid="0">
      <p:cViewPr varScale="1">
        <p:scale>
          <a:sx n="123" d="100"/>
          <a:sy n="123" d="100"/>
        </p:scale>
        <p:origin x="110" y="23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4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54 301 14283 0 0,'-4'-5'82'0'0,"-1"-1"0"0"0,1 1 0 0 0,-1 0 0 0 0,0 0 1 0 0,-1 0-1 0 0,1 1 0 0 0,-1 0 0 0 0,-7-4 0 0 0,17 8 74 0 0,1 0 0 0 0,-1-1 0 0 0,1 1 0 0 0,-1-1 1 0 0,1 0-1 0 0,-1 0 0 0 0,1 0 0 0 0,-1-1 0 0 0,0 0 0 0 0,5-2 0 0 0,-9 4-155 0 0,8-3 91 0 0,1-1 0 0 0,-1 0 1 0 0,-1 0-1 0 0,1-1 1 0 0,-1 0-1 0 0,1 0 0 0 0,-2-1 1 0 0,1 0-1 0 0,0 0 0 0 0,-1-1 1 0 0,0 0-1 0 0,-1 0 1 0 0,7-11-1 0 0,-1-4-100 0 0,0 0 1 0 0,-2-1-1 0 0,11-36 0 0 0,-18 51-1 0 0,-2 7 1 0 0,1-1-1 0 0,-1 1 1 0 0,1 0-1 0 0,-1-1 1 0 0,1 1-1 0 0,-1 0 0 0 0,1 0 1 0 0,0-1-1 0 0,0 1 1 0 0,0 0-1 0 0,-1 0 1 0 0,3-2-1 0 0,-2 3 14 0 0,-1 0 0 0 0,0-1 0 0 0,1 1 0 0 0,-1 0 0 0 0,1 0 0 0 0,-1 0-1 0 0,1 0 1 0 0,-1 0 0 0 0,0 0 0 0 0,1 0 0 0 0,-1 0 0 0 0,1 0 0 0 0,-1 0 0 0 0,0 0-1 0 0,1 0 1 0 0,-1 0 0 0 0,1 0 0 0 0,-1 0 0 0 0,1 0 0 0 0,-1 0 0 0 0,0 1 0 0 0,1-1-1 0 0,-1 0 1 0 0,0 0 0 0 0,1 0 0 0 0,-1 1 0 0 0,1-1 0 0 0,3 4 111 0 0,-1 0 0 0 0,0 0 0 0 0,0 0 0 0 0,0 1 0 0 0,4 7 0 0 0,-2-5 64 0 0,11 22 422 0 0,-9-15-308 0 0,1 0 1 0 0,19 24-1 0 0,-24-35-265 0 0,0 1 1 0 0,1-1-1 0 0,-1 1 1 0 0,1-1 0 0 0,0-1-1 0 0,-1 1 1 0 0,1 0-1 0 0,1-1 1 0 0,-1 0-1 0 0,0 0 1 0 0,0 0-1 0 0,1 0 1 0 0,-1-1 0 0 0,7 2-1 0 0,-9-6 160 0 0,-7-5-7 0 0,-7-5 90 0 0,-12-15-175 0 0,23 27-271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2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45 7834 0 0,'8'-13'1251'0'0,"-6"9"-391"0"0,0 0 0 0 0,1 0 0 0 0,-1 0 1 0 0,1 0-1 0 0,0 1 0 0 0,6-6 0 0 0,-9 9-777 0 0,0 0 0 0 0,1 0 0 0 0,-1 0 0 0 0,1 1 0 0 0,-1-1 0 0 0,0 0 0 0 0,1 0 0 0 0,-1 0 0 0 0,0 0 0 0 0,1 1 0 0 0,-1-1 0 0 0,0 0 0 0 0,1 0 0 0 0,-1 1 0 0 0,0-1 0 0 0,0 0 0 0 0,1 1 0 0 0,-1-1 0 0 0,0 0 0 0 0,0 1 0 0 0,1-1 0 0 0,-1 0 0 0 0,0 1 0 0 0,0-1 0 0 0,0 1 0 0 0,0-1 0 0 0,0 0 0 0 0,0 1 0 0 0,1-1 0 0 0,-1 1 0 0 0,0-1 0 0 0,0 0 0 0 0,0 1 0 0 0,0-1 0 0 0,0 1 0 0 0,-1-1 0 0 0,1 0 0 0 0,0 1 0 0 0,0 0 0 0 0,2 25 523 0 0,-2-21-282 0 0,47 393 2493 0 0,-23-209-2561 0 0,0-38 71 0 0,65 228-1 0 0,-84-354-291 0 0,3 12-3 0 0,-5-51-3429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3.7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179 152 456 0 0,'-20'2'608'0'0,"1"-2"-1"0"0,-1 0 1 0 0,-21-3-1 0 0,-19 0 4883 0 0,42 0-2202 0 0,30-4-1717 0 0,29-5-418 0 0,35 4 319 0 0,1 2-1 0 0,111 6 0 0 0,-100 3-898 0 0,126-14 0 0 0,-155 4-255 0 0,0-4 0 0 0,-2-1 0 0 0,1-4 0 0 0,83-33 0 0 0,-138 47-468 0 0,14-4 446 0 0,-13 6-953 0 0,-9 7-1557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4.1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94 5529 0 0,'-14'1'1377'0'0,"24"-6"708"0"0,20-4 110 0 0,64-7 1659 0 0,-67 13-3449 0 0,0-2 0 0 0,0 0 0 0 0,38-14 0 0 0,3-4-1479 0 0,-21 14-4362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4.5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 6449 0 0,'-1'1'326'0'0,"0"0"-1"0"0,0 0 0 0 0,0-1 0 0 0,0 1 0 0 0,0 0 1 0 0,0 1-1 0 0,1-1 0 0 0,-1 0 0 0 0,0 0 0 0 0,1 0 1 0 0,-1 0-1 0 0,1 0 0 0 0,-1 1 0 0 0,1-1 0 0 0,-1 0 1 0 0,1 1-1 0 0,0-1 0 0 0,0 0 0 0 0,0 1 0 0 0,0-1 1 0 0,0 0-1 0 0,0 1 0 0 0,0-1 0 0 0,0 1 0 0 0,12 35 4533 0 0,-4-16-4404 0 0,22 91 948 0 0,21 154 1 0 0,-20-88-1047 0 0,-10-78-228 0 0,55 152 1 0 0,-68-231-168 0 0,35 115 131 0 0,-40-124-152 0 0,0 0 0 0 0,-1 1 1 0 0,-1-1-1 0 0,0 1 0 0 0,-1-1 1 0 0,0 1-1 0 0,-1-1 0 0 0,0 1 1 0 0,-3 12-1 0 0,1-19-1653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5.4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69 112 1840 0 0,'0'-3'273'0'0,"0"-1"-1"0"0,-1 1 0 0 0,0 0 0 0 0,1 0 1 0 0,-1 0-1 0 0,-1 0 0 0 0,1 0 0 0 0,0 0 1 0 0,-1 1-1 0 0,1-1 0 0 0,-1 0 0 0 0,0 1 1 0 0,0-1-1 0 0,-3-2 0 0 0,4 4-109 0 0,0 0 0 0 0,0 0 0 0 0,0 0 0 0 0,0 0 0 0 0,0 0 0 0 0,0 0 0 0 0,0 1 0 0 0,0-1 0 0 0,0 1 0 0 0,0-1 0 0 0,0 0 0 0 0,-1 1 0 0 0,1 0 0 0 0,0-1 0 0 0,-1 1 0 0 0,1 0 0 0 0,0 0 0 0 0,0 0 0 0 0,-1-1 0 0 0,1 1 0 0 0,0 1-1 0 0,-1-1 1 0 0,1 0 0 0 0,0 0 0 0 0,-1 0 0 0 0,1 1 0 0 0,0-1 0 0 0,0 1 0 0 0,-1-1 0 0 0,1 1 0 0 0,0-1 0 0 0,0 1 0 0 0,0 0 0 0 0,0-1 0 0 0,0 1 0 0 0,0 0 0 0 0,0 0 0 0 0,-1 1 0 0 0,2-2-140 0 0,-1 0 1 0 0,1 0-1 0 0,0 1 0 0 0,0-1 0 0 0,0 0 1 0 0,0 0-1 0 0,0 0 0 0 0,0 0 1 0 0,0 0-1 0 0,0 0 0 0 0,0 0 0 0 0,0 0 1 0 0,0 1-1 0 0,0-1 0 0 0,0 0 1 0 0,0 0-1 0 0,0 0 0 0 0,0 0 0 0 0,0 0 1 0 0,0 0-1 0 0,0 0 0 0 0,0 1 1 0 0,0-1-1 0 0,0 0 0 0 0,0 0 0 0 0,0 0 1 0 0,0 0-1 0 0,0 0 0 0 0,0 0 1 0 0,0 0-1 0 0,0 0 0 0 0,0 1 0 0 0,0-1 1 0 0,0 0-1 0 0,0 0 0 0 0,0 0 1 0 0,0 0-1 0 0,0 0 0 0 0,1 0 0 0 0,-1 0 1 0 0,0 0-1 0 0,0 0 0 0 0,0 0 1 0 0,0 0-1 0 0,0 1 0 0 0,0-1 0 0 0,0 0 1 0 0,0 0-1 0 0,1 0 0 0 0,-1 0 1 0 0,0 0-1 0 0,0 0 0 0 0,0 0 0 0 0,0 0 1 0 0,12 2 229 0 0,10-1-275 0 0,16-1 195 0 0,592-10 2626 0 0,-90 0-1292 0 0,137-9-46 0 0,-554 9-1084 0 0,165-12 206 0 0,-273 21-537 0 0,38 0 363 0 0,-50 1-386 0 0,0 0 0 0 0,1 1 0 0 0,-1-1 0 0 0,0 1 0 0 0,0 0 0 0 0,-1-1 0 0 0,1 1 0 0 0,0 0 0 0 0,0 1 0 0 0,0-1 0 0 0,-1 1 0 0 0,1-1 0 0 0,4 4 0 0 0,-4 1-77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7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2737 0 0,'1'3'240'0'0,"1"-2"-240"0"0,-2 1 0 0 0,0-1 0 0 0,0 0 0 0 0,0 2 0 0 0,1 1 0 0 0,-1 3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8.5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9 272 2304 0 0,'-8'34'11490'0'0,"11"-32"-11265"0"0,-2-1-206 0 0,0-1 0 0 0,0 1 0 0 0,0-1 0 0 0,0 1 0 0 0,0-1 0 0 0,0 0 0 0 0,0 1 0 0 0,0-1 0 0 0,0 0 0 0 0,0 0 0 0 0,0 1 0 0 0,0-1 0 0 0,0 0 1 0 0,0 0-1 0 0,0 0 0 0 0,0 0 0 0 0,0-1 0 0 0,0 1 0 0 0,0 0 0 0 0,0 0 0 0 0,0-1 0 0 0,0 1 0 0 0,0 0 0 0 0,0-1 0 0 0,0 1 0 0 0,1-2 0 0 0,1 0 41 0 0,0 0-1 0 0,0-1 1 0 0,-1 0-1 0 0,1 0 1 0 0,-1 1-1 0 0,1-1 1 0 0,-1-1-1 0 0,2-2 1 0 0,15-30 625 0 0,-1 0 1 0 0,-2-2 0 0 0,17-57 0 0 0,-31 88-578 0 0,-1 2-38 0 0,0 1 0 0 0,1-1 0 0 0,-1 1 0 0 0,1-1 1 0 0,0 1-1 0 0,0-1 0 0 0,0 1 0 0 0,1 0 0 0 0,-1 0 0 0 0,1 0 0 0 0,0 0 1 0 0,0 1-1 0 0,1-1 0 0 0,4-4 0 0 0,-8 8-57 0 0,1 0 0 0 0,-1 0 0 0 0,1 0-1 0 0,-1 0 1 0 0,1 0 0 0 0,-1 0 0 0 0,1 0 0 0 0,-1 0 0 0 0,0 0-1 0 0,1 0 1 0 0,-1 0 0 0 0,1 0 0 0 0,-1 0 0 0 0,1 0 0 0 0,-1 1-1 0 0,1-1 1 0 0,-1 0 0 0 0,0 0 0 0 0,1 0 0 0 0,-1 1 0 0 0,0-1-1 0 0,1 0 1 0 0,-1 1 0 0 0,1-1 0 0 0,-1 0 0 0 0,0 1 0 0 0,0-1-1 0 0,1 0 1 0 0,-1 1 0 0 0,0-1 0 0 0,0 0 0 0 0,1 1 0 0 0,-1-1-1 0 0,0 1 1 0 0,0-1 0 0 0,0 1 0 0 0,0-1 0 0 0,0 0 0 0 0,1 1-1 0 0,-1-1 1 0 0,0 1 0 0 0,0-1 0 0 0,0 1 0 0 0,4 26 166 0 0,-4-23-107 0 0,6 147 374 0 0,-2-10 186 0 0,-1-119-568 0 0,0-1 1 0 0,1 1-1 0 0,1-1 1 0 0,11 30 0 0 0,-15-48-64 0 0,0-1 0 0 0,0 1 0 0 0,0 0 1 0 0,0-1-1 0 0,1 1 0 0 0,-1-1 1 0 0,1 1-1 0 0,0-1 0 0 0,0 1 1 0 0,0-1-1 0 0,0 0 0 0 0,0 0 0 0 0,0 0 1 0 0,0 0-1 0 0,1-1 0 0 0,-1 1 1 0 0,1-1-1 0 0,0 1 0 0 0,3 1 1 0 0,-4-3 0 0 0,1 0 1 0 0,-1 0 0 0 0,0 0 0 0 0,0 0-1 0 0,0 0 1 0 0,0-1 0 0 0,0 1 0 0 0,1-1 0 0 0,-1 1-1 0 0,0-1 1 0 0,0 0 0 0 0,0 0 0 0 0,0 0 0 0 0,-1 0-1 0 0,1 0 1 0 0,0 0 0 0 0,0-1 0 0 0,-1 1-1 0 0,1-1 1 0 0,0 1 0 0 0,-1-1 0 0 0,0 1 0 0 0,1-1-1 0 0,-1 0 1 0 0,0 0 0 0 0,0 1 0 0 0,1-4 0 0 0,10-16 110 0 0,-2-1 1 0 0,0 0 0 0 0,-2 0 0 0 0,0-1 0 0 0,-2 0 0 0 0,5-30 0 0 0,-6 29-75 0 0,1 0 0 0 0,0-1 0 0 0,2 2 1 0 0,1-1-1 0 0,20-38 0 0 0,-24 54-35 0 0,0 0 1 0 0,1 0-1 0 0,0 1 1 0 0,0 0 0 0 0,1 0-1 0 0,8-7 1 0 0,-14 13-4 0 0,0 0-1 0 0,1 0 1 0 0,-1-1 0 0 0,1 2 0 0 0,-1-1-1 0 0,1 0 1 0 0,-1 0 0 0 0,1 0 0 0 0,0 1 0 0 0,-1-1-1 0 0,1 1 1 0 0,0-1 0 0 0,-1 1 0 0 0,1 0-1 0 0,0 0 1 0 0,0 0 0 0 0,0 0 0 0 0,-1 0 0 0 0,1 0-1 0 0,0 0 1 0 0,0 0 0 0 0,-1 1 0 0 0,1-1 0 0 0,0 1-1 0 0,-1-1 1 0 0,1 1 0 0 0,0 0 0 0 0,-1 0-1 0 0,1-1 1 0 0,-1 1 0 0 0,1 0 0 0 0,-1 0 0 0 0,0 1-1 0 0,1-1 1 0 0,-1 0 0 0 0,0 0 0 0 0,0 1-1 0 0,0-1 1 0 0,0 1 0 0 0,1 1 0 0 0,15 23 15 0 0,-1 2 0 0 0,-2-1 0 0 0,-1 2 0 0 0,17 54 0 0 0,-15-41 8 0 0,26 54 0 0 0,-40-94-23 0 0,0 0 0 0 0,-1 0 0 0 0,1-1 0 0 0,0 1 0 0 0,0 0 0 0 0,0-1 0 0 0,0 1 0 0 0,0-1 0 0 0,0 1 0 0 0,1-1 1 0 0,-1 0-1 0 0,0 1 0 0 0,1-1 0 0 0,-1 0 0 0 0,1 0 0 0 0,0 0 0 0 0,-1 0 0 0 0,1 0 0 0 0,0 0 0 0 0,-1-1 0 0 0,1 1 0 0 0,0 0 0 0 0,0-1 0 0 0,0 0 0 0 0,-1 1 1 0 0,1-1-1 0 0,0 0 0 0 0,0 0 0 0 0,4 0 0 0 0,-3-1 1 0 0,-1-1-1 0 0,1 1 1 0 0,0-1 0 0 0,0 1 0 0 0,-1-1-1 0 0,1 0 1 0 0,-1 0 0 0 0,1 0 0 0 0,-1 0 0 0 0,0-1-1 0 0,0 1 1 0 0,0 0 0 0 0,0-1 0 0 0,0 0-1 0 0,0 1 1 0 0,-1-1 0 0 0,2-4 0 0 0,8-19 28 0 0,-1-1 0 0 0,12-48 0 0 0,10-30 91 0 0,-28 95-114 0 0,1-1 1 0 0,0 1 0 0 0,0 0-1 0 0,1 0 1 0 0,1 1 0 0 0,0 0-1 0 0,10-12 1 0 0,-16 20-8 0 0,0 0-1 0 0,0 0 1 0 0,0 0-1 0 0,0 0 1 0 0,0 0 0 0 0,0 0-1 0 0,1 0 1 0 0,-1 0 0 0 0,0 0-1 0 0,1 0 1 0 0,-1 1-1 0 0,0-1 1 0 0,1 0 0 0 0,-1 1-1 0 0,1-1 1 0 0,-1 1 0 0 0,1 0-1 0 0,-1-1 1 0 0,1 1-1 0 0,-1 0 1 0 0,1 0 0 0 0,-1 0-1 0 0,1 0 1 0 0,2 1 0 0 0,-2 0 1 0 0,0 0 0 0 0,-1 0 1 0 0,1 0-1 0 0,-1 0 1 0 0,1 1-1 0 0,-1-1 1 0 0,1 0-1 0 0,-1 1 0 0 0,0-1 1 0 0,0 1-1 0 0,0 0 1 0 0,0-1-1 0 0,0 1 0 0 0,0 0 1 0 0,0 0-1 0 0,0 2 1 0 0,4 10 31 0 0,-1-1 0 0 0,-1 1 0 0 0,2 28 0 0 0,0 43-255 0 0,-4-47 677 0 0,7 41 1 0 0,6-23-2393 0 0,-10-45 616 0 0,1-1 0 0 0,0 1 1 0 0,7 11-1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9.0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61 2761 0 0,'0'-2'6039'0'0,"13"-7"-4077"0"0,26-10-11 0 0,-10 11-1003 0 0,0 1-1 0 0,1 1 1 0 0,0 2-1 0 0,44-1 1 0 0,125 9 18 0 0,-162-2-803 0 0,367 33 411 0 0,-219-15-345 0 0,251-3-1 0 0,-267-15 940 0 0,-49 1 7 0 0,-107-6-1180 0 0,-20-4-1544 0 0,-23-3-4688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29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41 172 920 0 0,'8'-13'615'0'0,"-3"6"430"0"0,-1 0 1 0 0,0-1 0 0 0,0 0 0 0 0,3-10-1 0 0,-7 17-877 0 0,0 1-1 0 0,1-1 0 0 0,-1 0 1 0 0,0 0-1 0 0,0 0 0 0 0,1 0 1 0 0,-1 0-1 0 0,0 0 0 0 0,0 0 1 0 0,0 0-1 0 0,0 0 1 0 0,0 0-1 0 0,0 0 0 0 0,-1 0 1 0 0,1 0-1 0 0,0 0 0 0 0,0 0 1 0 0,-1 1-1 0 0,1-1 0 0 0,0 0 1 0 0,-1 0-1 0 0,1 0 1 0 0,-1 0-1 0 0,0 1 0 0 0,1-1 1 0 0,-1 0-1 0 0,1 0 0 0 0,-1 1 1 0 0,0-1-1 0 0,0 0 0 0 0,1 1 1 0 0,-1-1-1 0 0,0 1 0 0 0,0-1 1 0 0,0 1-1 0 0,1 0 1 0 0,-1-1-1 0 0,0 1 0 0 0,0 0 1 0 0,0-1-1 0 0,0 1 0 0 0,0 0 1 0 0,0 0-1 0 0,0 0 0 0 0,-1 0 1 0 0,0 0-33 0 0,0 0 0 0 0,0 0 0 0 0,1 0 1 0 0,-1 0-1 0 0,0 0 0 0 0,0 1 0 0 0,0-1 1 0 0,1 1-1 0 0,-1-1 0 0 0,0 1 0 0 0,0 0 1 0 0,1-1-1 0 0,-1 1 0 0 0,0 0 0 0 0,1 0 1 0 0,-1 0-1 0 0,1 1 0 0 0,0-1 0 0 0,-1 0 1 0 0,1 0-1 0 0,0 1 0 0 0,0-1 0 0 0,-1 1 1 0 0,1-1-1 0 0,0 1 0 0 0,1-1 0 0 0,-1 1 1 0 0,0 0-1 0 0,0 0 0 0 0,1-1 0 0 0,-2 4 1 0 0,1 0-83 0 0,0 0 1 0 0,0-1 0 0 0,0 1-1 0 0,1 0 1 0 0,-1-1 0 0 0,1 1-1 0 0,0 0 1 0 0,0-1 0 0 0,1 1-1 0 0,-1 0 1 0 0,3 6-1 0 0,-1-6-28 0 0,0 0 0 0 0,0 0 0 0 0,1 0 0 0 0,-1-1-1 0 0,1 1 1 0 0,1-1 0 0 0,-1 1 0 0 0,1-1-1 0 0,-1 0 1 0 0,1 0 0 0 0,0-1 0 0 0,1 1-1 0 0,-1-1 1 0 0,0 0 0 0 0,1 0 0 0 0,0 0-1 0 0,0 0 1 0 0,0-1 0 0 0,0 0 0 0 0,0 0-1 0 0,0-1 1 0 0,1 1 0 0 0,-1-1 0 0 0,0 0-1 0 0,1-1 1 0 0,-1 1 0 0 0,1-1 0 0 0,-1 0 0 0 0,1 0-1 0 0,-1-1 1 0 0,1 0 0 0 0,-1 0 0 0 0,1 0-1 0 0,-1 0 1 0 0,0-1 0 0 0,0 0 0 0 0,0 0-1 0 0,0 0 1 0 0,0-1 0 0 0,0 0 0 0 0,-1 0-1 0 0,1 0 1 0 0,-1 0 0 0 0,0-1 0 0 0,0 0-1 0 0,0 0 1 0 0,0 0 0 0 0,-1 0 0 0 0,1 0-1 0 0,-1-1 1 0 0,0 1 0 0 0,4-10 0 0 0,-5 10 21 0 0,-1-1 0 0 0,0 0 0 0 0,0 1 0 0 0,0-1 0 0 0,0 0 0 0 0,0 0 0 0 0,-1 0 0 0 0,0 0 0 0 0,0 1 0 0 0,-1-1 0 0 0,1 0 0 0 0,-1 0 0 0 0,0 0 0 0 0,0 1 0 0 0,-1-1 0 0 0,1 0 0 0 0,-1 1 0 0 0,0 0 0 0 0,0-1 0 0 0,-1 1 0 0 0,1 0 0 0 0,-1 0 0 0 0,-5-6 0 0 0,6 7-37 0 0,-1 0 0 0 0,0 0 1 0 0,0 1-1 0 0,0-1 0 0 0,0 1 0 0 0,0 0 1 0 0,0 0-1 0 0,-1 0 0 0 0,1 0 0 0 0,0 0 1 0 0,-1 1-1 0 0,0 0 0 0 0,1 0 0 0 0,-1 0 1 0 0,0 0-1 0 0,0 0 0 0 0,1 1 0 0 0,-1-1 1 0 0,0 1-1 0 0,0 0 0 0 0,0 1 0 0 0,0-1 1 0 0,0 0-1 0 0,1 1 0 0 0,-1 0 0 0 0,0 0 1 0 0,1 0-1 0 0,-1 1 0 0 0,-6 2 0 0 0,5 0-45 0 0,0-1-1 0 0,0 1 0 0 0,0 0 0 0 0,1 0 1 0 0,-1 0-1 0 0,1 0 0 0 0,0 1 1 0 0,0 0-1 0 0,1 0 0 0 0,0 0 0 0 0,-1 0 1 0 0,2 1-1 0 0,-1-1 0 0 0,1 1 0 0 0,-1-1 1 0 0,2 1-1 0 0,-1 0 0 0 0,1 0 1 0 0,-1 0-1 0 0,2 0 0 0 0,-1 0 0 0 0,1 0 1 0 0,0 10-1 0 0,0-12 22 0 0,0 1-1 0 0,1 0 1 0 0,0-1 0 0 0,-1 1 0 0 0,1-1-1 0 0,1 1 1 0 0,-1-1 0 0 0,1 1-1 0 0,0-1 1 0 0,0 0 0 0 0,0 0 0 0 0,0 1-1 0 0,1-2 1 0 0,0 1 0 0 0,0 0 0 0 0,0 0-1 0 0,0-1 1 0 0,0 0 0 0 0,1 0-1 0 0,-1 0 1 0 0,1 0 0 0 0,0 0 0 0 0,0-1-1 0 0,0 1 1 0 0,0-1 0 0 0,1 0 0 0 0,-1-1-1 0 0,0 1 1 0 0,1-1 0 0 0,8 2-1 0 0,-9-2 4 0 0,-1-1 0 0 0,1 1 0 0 0,-1-1 0 0 0,0 0 0 0 0,1 0 0 0 0,-1 0 0 0 0,1 0 0 0 0,-1-1 0 0 0,1 0 0 0 0,-1 1 0 0 0,0-1-1 0 0,1 0 1 0 0,-1-1 0 0 0,0 1 0 0 0,0 0 0 0 0,0-1 0 0 0,0 0 0 0 0,0 0 0 0 0,0 0 0 0 0,0 0 0 0 0,-1 0 0 0 0,1 0 0 0 0,-1-1 0 0 0,0 0-1 0 0,1 1 1 0 0,-1-1 0 0 0,0 0 0 0 0,0 0 0 0 0,-1 0 0 0 0,1 0 0 0 0,-1 0 0 0 0,1 0 0 0 0,-1 0 0 0 0,1-5 0 0 0,1-8 71 0 0,1 0-1 0 0,-2 1 1 0 0,0-1 0 0 0,-1-1 0 0 0,-2-28 0 0 0,0 34 101 0 0,0 0 1 0 0,0 1-1 0 0,-5-17 0 0 0,5 25-147 0 0,1-1-1 0 0,-1 1 1 0 0,0 0 0 0 0,1 0 0 0 0,-1-1-1 0 0,0 1 1 0 0,-1 0 0 0 0,1 0-1 0 0,0 0 1 0 0,0 0 0 0 0,-1 0 0 0 0,1 1-1 0 0,-1-1 1 0 0,0 0 0 0 0,1 1 0 0 0,-1-1-1 0 0,0 1 1 0 0,0 0 0 0 0,0-1-1 0 0,0 1 1 0 0,0 0 0 0 0,-4-1 0 0 0,4 2-24 0 0,0 0 0 0 0,-1 0 0 0 0,1 0 0 0 0,0 1 0 0 0,0-1 0 0 0,0 1 0 0 0,0-1 0 0 0,0 1 0 0 0,0 0 0 0 0,0 0 0 0 0,1 0 0 0 0,-1 0 0 0 0,0 0 0 0 0,0 0 0 0 0,1 1 0 0 0,-1-1 0 0 0,0 0 0 0 0,1 1 1 0 0,0-1-1 0 0,-1 1 0 0 0,1 0 0 0 0,0-1 0 0 0,0 1 0 0 0,0 0 0 0 0,0 0 0 0 0,0 0 0 0 0,-1 3 0 0 0,-3 5-119 0 0,1 1 0 0 0,0-1 0 0 0,-4 20 0 0 0,7-23 83 0 0,0 0 1 0 0,0 0-1 0 0,1 0 1 0 0,0 0-1 0 0,1 0 1 0 0,0 0-1 0 0,0 0 1 0 0,0 0-1 0 0,1 0 1 0 0,0 0-1 0 0,0-1 1 0 0,0 1-1 0 0,1-1 1 0 0,0 1-1 0 0,1-1 1 0 0,6 10-1 0 0,-7-13 65 0 0,-1 1 0 0 0,1-1-1 0 0,0 0 1 0 0,0 0 0 0 0,0 0 0 0 0,0 0-1 0 0,1 0 1 0 0,-1-1 0 0 0,1 1-1 0 0,-1-1 1 0 0,1 0 0 0 0,0 0-1 0 0,0-1 1 0 0,0 1 0 0 0,0-1-1 0 0,0 0 1 0 0,1 0 0 0 0,-1 0 0 0 0,0 0-1 0 0,0-1 1 0 0,1 0 0 0 0,-1 0-1 0 0,0 0 1 0 0,0 0 0 0 0,1-1-1 0 0,-1 1 1 0 0,0-1 0 0 0,7-3-1 0 0,-7 3 30 0 0,0-1-1 0 0,-1 0 1 0 0,1 0-1 0 0,-1 0 1 0 0,1-1-1 0 0,-1 1 1 0 0,0-1-1 0 0,0 0 1 0 0,0 0-1 0 0,-1 0 0 0 0,1 0 1 0 0,-1 0-1 0 0,1-1 1 0 0,-1 1-1 0 0,0-1 1 0 0,-1 1-1 0 0,1-1 1 0 0,0 0-1 0 0,-1 0 1 0 0,0 0-1 0 0,0 0 1 0 0,0 0-1 0 0,-1 0 1 0 0,1-4-1 0 0,0 2-137 0 0,-1 0 0 0 0,0 0 0 0 0,0 0 0 0 0,0 0 0 0 0,-1 0 0 0 0,0 0-1 0 0,0 1 1 0 0,0-1 0 0 0,-1 0 0 0 0,0 1 0 0 0,0-1 0 0 0,0 1 0 0 0,-1 0 0 0 0,0-1 0 0 0,0 1 0 0 0,-4-5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0.6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88 182 3681 0 0,'-2'-10'870'0'0,"-1"1"0"0"0,0-1 0 0 0,0 1 0 0 0,-7-15 0 0 0,9 23-640 0 0,0-1 0 0 0,0 0 0 0 0,0 1 0 0 0,0-1 0 0 0,-1 1 0 0 0,1-1 0 0 0,0 1 0 0 0,-1 0 0 0 0,1-1 0 0 0,-1 1 0 0 0,1 0 0 0 0,-1 0 0 0 0,-3-2 0 0 0,4 3-82 0 0,0 0 0 0 0,0 0 0 0 0,0 0 0 0 0,0 0-1 0 0,-1 0 1 0 0,1 0 0 0 0,0 0 0 0 0,0 0-1 0 0,0 0 1 0 0,0 0 0 0 0,-1 1 0 0 0,1-1 0 0 0,0 0-1 0 0,0 1 1 0 0,0-1 0 0 0,0 1 0 0 0,0-1-1 0 0,0 1 1 0 0,0 0 0 0 0,0 0 0 0 0,0-1 0 0 0,0 1-1 0 0,0 0 1 0 0,-1 2 0 0 0,0-1-86 0 0,0 1 0 0 0,0 0 0 0 0,1 0 1 0 0,-1 0-1 0 0,1 0 0 0 0,-1 1 0 0 0,1-1 0 0 0,0 0 0 0 0,0 1 1 0 0,1-1-1 0 0,-1 0 0 0 0,1 1 0 0 0,0-1 0 0 0,0 1 0 0 0,0-1 1 0 0,0 1-1 0 0,0-1 0 0 0,1 0 0 0 0,-1 1 0 0 0,1-1 0 0 0,0 0 1 0 0,0 1-1 0 0,0-1 0 0 0,1 0 0 0 0,-1 0 0 0 0,1 0 0 0 0,3 5 1 0 0,-3-4-70 0 0,1 0 1 0 0,-1 1 0 0 0,1-1 0 0 0,0 0 0 0 0,0-1 0 0 0,0 1 0 0 0,1-1-1 0 0,-1 1 1 0 0,1-1 0 0 0,0 0 0 0 0,0 0 0 0 0,0 0 0 0 0,0-1-1 0 0,0 0 1 0 0,1 0 0 0 0,-1 0 0 0 0,1 0 0 0 0,-1 0 0 0 0,7 0 0 0 0,-6-2 64 0 0,1 0 0 0 0,0-1 0 0 0,0 0 0 0 0,-1 0 0 0 0,1-1 0 0 0,-1 1 0 0 0,1-1 0 0 0,-1-1 1 0 0,0 1-1 0 0,0-1 0 0 0,0 1 0 0 0,0-1 0 0 0,0-1 0 0 0,0 1 0 0 0,-1-1 0 0 0,0 0 1 0 0,0 0-1 0 0,0 0 0 0 0,0 0 0 0 0,5-9 0 0 0,-4 6 61 0 0,1-1 1 0 0,-2 0-1 0 0,1 0 0 0 0,-1-1 1 0 0,0 1-1 0 0,-1-1 0 0 0,0 0 1 0 0,0 0-1 0 0,-1 0 0 0 0,0 0 1 0 0,1-18-1 0 0,-3 24-59 0 0,0-1-1 0 0,0 1 1 0 0,-1-1-1 0 0,1 1 1 0 0,-1-1-1 0 0,0 1 1 0 0,0 0-1 0 0,0-1 1 0 0,0 1 0 0 0,0 0-1 0 0,-1 0 1 0 0,1 0-1 0 0,-1 0 1 0 0,0 0-1 0 0,0 0 1 0 0,0 0-1 0 0,0 1 1 0 0,-1-1 0 0 0,1 1-1 0 0,-1-1 1 0 0,1 1-1 0 0,-1 0 1 0 0,0 0-1 0 0,-5-2 1 0 0,4 2-28 0 0,0 0 0 0 0,0 1 0 0 0,-1 0 1 0 0,1 0-1 0 0,-1 0 0 0 0,1 0 0 0 0,-1 1 0 0 0,0-1 1 0 0,1 1-1 0 0,-1 1 0 0 0,1-1 0 0 0,-1 0 0 0 0,1 1 1 0 0,-1 0-1 0 0,1 0 0 0 0,-1 1 0 0 0,1-1 0 0 0,-5 3 1 0 0,0 1-127 0 0,1-1 1 0 0,0 2-1 0 0,0-1 1 0 0,0 1-1 0 0,0 1 0 0 0,1-1 1 0 0,0 1-1 0 0,0 1 1 0 0,1-1-1 0 0,0 1 1 0 0,-8 13-1 0 0,12-18 67 0 0,1 0-1 0 0,-1 0 0 0 0,0 0 0 0 0,1 0 0 0 0,-1 1 0 0 0,1-1 0 0 0,0 0 0 0 0,0 1 1 0 0,1-1-1 0 0,-1 1 0 0 0,1-1 0 0 0,0 1 0 0 0,-1-1 0 0 0,2 1 0 0 0,-1 0 0 0 0,0-1 1 0 0,1 1-1 0 0,-1-1 0 0 0,1 0 0 0 0,0 1 0 0 0,0-1 0 0 0,0 1 0 0 0,1-1 0 0 0,-1 0 1 0 0,1 0-1 0 0,0 0 0 0 0,0 0 0 0 0,0 0 0 0 0,0 0 0 0 0,1-1 0 0 0,-1 1 0 0 0,1 0 1 0 0,-1-1-1 0 0,6 4 0 0 0,-5-4 23 0 0,-1-1 1 0 0,0 0-1 0 0,0 1 1 0 0,1-1-1 0 0,-1 0 1 0 0,1 0-1 0 0,-1-1 1 0 0,1 1-1 0 0,-1 0 1 0 0,1-1-1 0 0,-1 1 1 0 0,1-1-1 0 0,0 0 1 0 0,-1 0-1 0 0,1 0 1 0 0,0 0-1 0 0,-1-1 1 0 0,1 1-1 0 0,-1-1 1 0 0,1 1-1 0 0,-1-1 1 0 0,1 0-1 0 0,-1 0 1 0 0,1 0-1 0 0,-1 0 1 0 0,0-1-1 0 0,1 1 1 0 0,-1 0-1 0 0,0-1 1 0 0,0 0-1 0 0,0 1 1 0 0,0-1-1 0 0,0 0 1 0 0,1-3-1 0 0,1 1 103 0 0,-1 0-1 0 0,0 0 0 0 0,0 0 1 0 0,-1 0-1 0 0,1 0 1 0 0,-1-1-1 0 0,0 0 0 0 0,0 1 1 0 0,-1-1-1 0 0,1 0 0 0 0,-1 0 1 0 0,0 0-1 0 0,0 0 0 0 0,-1 0 1 0 0,0 0-1 0 0,1 0 0 0 0,-2-7 1 0 0,1 9-23 0 0,-1 0 0 0 0,0-1 1 0 0,0 1-1 0 0,0 0 0 0 0,0 0 1 0 0,0 0-1 0 0,0 0 0 0 0,-1 0 1 0 0,0 0-1 0 0,1 0 0 0 0,-1 1 1 0 0,0-1-1 0 0,-1 0 0 0 0,1 1 1 0 0,0 0-1 0 0,-1-1 0 0 0,1 1 1 0 0,-1 0-1 0 0,-5-3 0 0 0,4 3-149 0 0,1 1 0 0 0,-2 0-1 0 0,1 0 1 0 0,0 0 0 0 0,0 0-1 0 0,0 0 1 0 0,0 1 0 0 0,0 0 0 0 0,-1 0-1 0 0,1 0 1 0 0,0 0 0 0 0,0 1-1 0 0,0-1 1 0 0,0 1 0 0 0,-6 2-1 0 0,-1 1-420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2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39 6449 0 0,'-4'0'-97'0'0,"-22"-8"7316"0"0,37-3-6144 0 0,-6 8-949 0 0,-1 1 1 0 0,1-1-1 0 0,0 1 1 0 0,0 0-1 0 0,0 1 0 0 0,0-1 1 0 0,0 1-1 0 0,0 0 1 0 0,1 0-1 0 0,-1 0 1 0 0,0 1-1 0 0,1 0 1 0 0,6 0-1 0 0,10 3 70 0 0,43 8 0 0 0,-13-1-312 0 0,109 5 42 0 0,27 3 52 0 0,199 23-58 0 0,-279-37 469 0 0,156-14 1 0 0,-19 0 77 0 0,240 39-173 0 0,-177-5-279 0 0,-15-18-86 0 0,-39-1 11 0 0,-91 7 41 0 0,-83-4-4 0 0,131-5 1 0 0,47 2 145 0 0,-31 1-22 0 0,70-25-13 0 0,-239 16 51 0 0,0-2 0 0 0,0-3 0 0 0,0-3 0 0 0,-2-2-1 0 0,58-21 1 0 0,-96 26-54 0 0,-32 8-2231 0 0,12 1 1977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3.2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97 50 2761 0 0,'6'-15'720'0'0,"-5"12"80"0"0,0-1-1 0 0,0 1 1 0 0,0-1-1 0 0,1 1 1 0 0,-1 0-1 0 0,1 0 1 0 0,0 0-1 0 0,0 0 1 0 0,0 0-1 0 0,8 0 2038 0 0,-9 4-2651 0 0,-1-1-1 0 0,0 1 0 0 0,0-1 0 0 0,1 1 0 0 0,-1-1 1 0 0,0 1-1 0 0,0-1 0 0 0,0 1 0 0 0,0-1 0 0 0,0 1 1 0 0,0-1-1 0 0,0 1 0 0 0,1-1 0 0 0,-1 1 1 0 0,-1-1-1 0 0,1 1 0 0 0,0-1 0 0 0,0 2 0 0 0,1 18 925 0 0,-1-20-1104 0 0,-1 26 581 0 0,-1-1 1 0 0,-1 1-1 0 0,-12 45 0 0 0,-30 70 3 0 0,28-96-650 0 0,3 1 1 0 0,-17 90 0 0 0,30-126 93 0 0,0 1 0 0 0,0 0 0 0 0,3 17 1 0 0,6 2-1262 0 0,-7-28 698 0 0,0 0 1 0 0,0 0-1 0 0,0 0 1 0 0,1 0-1 0 0,-1 0 1 0 0,1-1 0 0 0,-1 1-1 0 0,1 0 1 0 0,0-1-1 0 0,2 3 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3.5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86 2761 0 0,'17'-4'8383'0'0,"-14"6"-8062"0"0,0-1 1 0 0,0 1-1 0 0,0 0 0 0 0,0 0 1 0 0,-1 0-1 0 0,1 1 1 0 0,-1-1-1 0 0,1 1 1 0 0,-1-1-1 0 0,0 1 0 0 0,0 0 1 0 0,0 0-1 0 0,0 0 1 0 0,2 5-1 0 0,21 56 2761 0 0,-7-16-1846 0 0,-5-21-879 0 0,-4-7-182 0 0,0 0 1 0 0,1-1 0 0 0,1 0-1 0 0,1-1 1 0 0,17 21 0 0 0,-26-36-139 0 0,0 0 0 0 0,0 0 0 0 0,0 0 0 0 0,0 0 0 0 0,1 0 0 0 0,-1-1 0 0 0,1 1 0 0 0,0-1 0 0 0,0 0 0 0 0,0-1 0 0 0,0 1 0 0 0,0-1 1 0 0,0 1-1 0 0,0-1 0 0 0,0 0 0 0 0,1-1 0 0 0,-1 1 0 0 0,0-1 0 0 0,1 0 0 0 0,-1 0 0 0 0,0 0 0 0 0,1 0 0 0 0,-1-1 0 0 0,0 0 0 0 0,1 0 0 0 0,-1 0 0 0 0,0 0 1 0 0,0-1-1 0 0,0 1 0 0 0,0-1 0 0 0,0 0 0 0 0,4-4 0 0 0,-4 3-18 0 0,0 1 0 0 0,0-2 0 0 0,-1 1 0 0 0,1 0 0 0 0,-1-1 0 0 0,0 0 0 0 0,0 1 0 0 0,0-1 0 0 0,-1 0 0 0 0,1-1 0 0 0,-1 1 0 0 0,0 0 0 0 0,0-1 0 0 0,0 1 0 0 0,-1-1 0 0 0,0 0 0 0 0,0 1 0 0 0,0-1 0 0 0,0-8 0 0 0,1-9 132 0 0,-2-1 0 0 0,-4-43 0 0 0,2 40-120 0 0,-1-15-54 0 0,0 22-62 0 0,1 0 1 0 0,1 0-1 0 0,1-1 0 0 0,5-36 0 0 0,-2 45-643 0 0,1 6-209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4.0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38 213 6913 0 0,'-4'2'404'0'0,"1"0"0"0"0,-1 0 0 0 0,0 0 0 0 0,1 0 0 0 0,0 1 0 0 0,-7 5-1 0 0,10-8-300 0 0,0 1 0 0 0,-1-1 0 0 0,1 0 0 0 0,-1 1 0 0 0,1-1 0 0 0,-1 0 0 0 0,1 1-1 0 0,0-1 1 0 0,-1 0 0 0 0,1 1 0 0 0,0-1 0 0 0,-1 1 0 0 0,1-1 0 0 0,0 1-1 0 0,0-1 1 0 0,-1 1 0 0 0,1-1 0 0 0,0 1 0 0 0,0-1 0 0 0,0 1 0 0 0,0-1-1 0 0,-1 1 1 0 0,1-1 0 0 0,0 1 0 0 0,0 0 0 0 0,0-1 0 0 0,0 1 0 0 0,1-1-1 0 0,-1 1 1 0 0,0-1 0 0 0,0 1 0 0 0,0-1 0 0 0,0 1 0 0 0,0-1 0 0 0,1 1-1 0 0,-1-1 1 0 0,0 1 0 0 0,0-1 0 0 0,1 1 0 0 0,-1-1 0 0 0,0 1 0 0 0,1-1-1 0 0,-1 0 1 0 0,1 1 0 0 0,-1-1 0 0 0,0 0 0 0 0,1 1 0 0 0,-1-1 0 0 0,1 0-1 0 0,-1 1 1 0 0,1-1 0 0 0,-1 0 0 0 0,1 0 0 0 0,-1 0 0 0 0,1 0 0 0 0,-1 1-1 0 0,1-1 1 0 0,-1 0 0 0 0,1 0 0 0 0,0 0 0 0 0,-1 0 0 0 0,1 0 0 0 0,0 0-1 0 0,2 0 119 0 0,1 0 0 0 0,-1 0-1 0 0,1-1 1 0 0,-1 1-1 0 0,1-1 1 0 0,-1 0-1 0 0,1 1 1 0 0,-1-2-1 0 0,0 1 1 0 0,0 0-1 0 0,0-1 1 0 0,1 1-1 0 0,-1-1 1 0 0,-1 0-1 0 0,1 0 1 0 0,0 0 0 0 0,0 0-1 0 0,-1-1 1 0 0,5-4-1 0 0,4-5-127 0 0,-1 1-1 0 0,-1-1 1 0 0,9-15 0 0 0,-18 26-92 0 0,10-15 59 0 0,0 0 0 0 0,6-19 0 0 0,-14 31-50 0 0,0 0 0 0 0,0 0 0 0 0,-1-1 0 0 0,0 1 0 0 0,0-1 0 0 0,0 1 0 0 0,-1-1 0 0 0,1 1 0 0 0,-1-1 0 0 0,0 0 1 0 0,0 1-1 0 0,-1-1 0 0 0,1 1 0 0 0,-3-7 0 0 0,3 10-15 0 0,-1-1 1 0 0,1 1 0 0 0,-1 0 0 0 0,1-1 0 0 0,-1 1 0 0 0,0 0 0 0 0,0 0 0 0 0,1-1 0 0 0,-1 1-1 0 0,0 0 1 0 0,0 0 0 0 0,0 0 0 0 0,0 0 0 0 0,-1 0 0 0 0,1 1 0 0 0,0-1 0 0 0,0 0-1 0 0,0 0 1 0 0,-1 1 0 0 0,1-1 0 0 0,0 1 0 0 0,-1-1 0 0 0,-1 0 0 0 0,0 1-64 0 0,1 0 1 0 0,-1 0-1 0 0,0 0 1 0 0,0 0-1 0 0,0 0 1 0 0,0 1-1 0 0,0-1 1 0 0,0 1-1 0 0,0 0 1 0 0,-4 2-1 0 0,-3 1-243 0 0,1 1-1 0 0,-1 1 0 0 0,1-1 1 0 0,1 1-1 0 0,-10 8 0 0 0,14-11 286 0 0,1 0-1 0 0,0 0 0 0 0,0 1 0 0 0,0-1 1 0 0,0 1-1 0 0,0-1 0 0 0,1 1 0 0 0,-1 0 0 0 0,1 0 1 0 0,0 0-1 0 0,0 0 0 0 0,1 0 0 0 0,-1 1 1 0 0,1-1-1 0 0,0 0 0 0 0,0 1 0 0 0,0 7 1 0 0,1-6 0 0 0,1 0 1 0 0,0 0 0 0 0,0 0 0 0 0,0-1 0 0 0,1 1 0 0 0,0 0 0 0 0,0-1 0 0 0,0 1-1 0 0,1-1 1 0 0,0 0 0 0 0,0 0 0 0 0,0 0 0 0 0,5 5 0 0 0,-2-2-339 0 0,0-1 0 0 0,1 0 0 0 0,-1-1 0 0 0,2 1 1 0 0,7 4-1 0 0,-2-2-5335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4.5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65 112 1840 0 0,'4'-7'898'0'0,"0"0"-1"0"0,0 0 0 0 0,0-1 0 0 0,-1 0 1 0 0,-1 0-1 0 0,1 1 0 0 0,-1-2 0 0 0,-2-12 3610 0 0,-8 28-2849 0 0,-5 9-396 0 0,3 1-1030 0 0,1 0 0 0 0,0 1 0 0 0,1 1 0 0 0,1-1-1 0 0,1 1 1 0 0,0 1 0 0 0,2-1 0 0 0,0 1 0 0 0,1-1 0 0 0,0 26 0 0 0,3-43-262 0 0,0 0 1 0 0,0 0-1 0 0,0 0 0 0 0,0 0 0 0 0,0 0 0 0 0,1 0 1 0 0,-1 0-1 0 0,0 0 0 0 0,1 0 0 0 0,0 0 1 0 0,-1-1-1 0 0,1 1 0 0 0,0 0 0 0 0,0 0 1 0 0,0-1-1 0 0,0 1 0 0 0,1-1 0 0 0,-1 1 1 0 0,0-1-1 0 0,0 1 0 0 0,3 1 0 0 0,-2-3-46 0 0,-1 1 0 0 0,1-1-1 0 0,0 1 1 0 0,0-1 0 0 0,-1 0-1 0 0,1 0 1 0 0,0 1 0 0 0,-1-1-1 0 0,1 0 1 0 0,0-1 0 0 0,0 1-1 0 0,-1 0 1 0 0,1-1 0 0 0,0 1 0 0 0,-1 0-1 0 0,1-1 1 0 0,0 0 0 0 0,2-1-1 0 0,4-2-167 0 0,-1-1 0 0 0,0 0-1 0 0,0 0 1 0 0,0 0 0 0 0,-1-1-1 0 0,0 0 1 0 0,0 0 0 0 0,8-10-1 0 0,10-25-130 0 0,-17 27 534 0 0,1 0-1 0 0,1 1 0 0 0,0 0 0 0 0,0 0 1 0 0,17-15-1 0 0,-24 25-91 0 0,1 1 0 0 0,0 0 0 0 0,-1 0 1 0 0,1 0-1 0 0,0 1 0 0 0,0-1 0 0 0,0 1 0 0 0,0 0 1 0 0,0-1-1 0 0,0 1 0 0 0,0 1 0 0 0,1-1 0 0 0,-1 0 1 0 0,0 1-1 0 0,0-1 0 0 0,1 1 0 0 0,-1 0 0 0 0,0 0 0 0 0,1 1 1 0 0,-1-1-1 0 0,0 1 0 0 0,0-1 0 0 0,1 1 0 0 0,-1 0 1 0 0,0 0-1 0 0,0 1 0 0 0,0-1 0 0 0,0 0 0 0 0,0 1 1 0 0,-1 0-1 0 0,5 3 0 0 0,30 23 1216 0 0,-30-21-1042 0 0,0-1 0 0 0,1-1 0 0 0,-1 1 0 0 0,1-1 0 0 0,10 4 0 0 0,-15-7-227 0 0,1-1-1 0 0,-1 0 1 0 0,1 0-1 0 0,0-1 1 0 0,0 1-1 0 0,-1-1 0 0 0,1 1 1 0 0,0-1-1 0 0,0-1 1 0 0,0 1-1 0 0,-1 0 1 0 0,1-1-1 0 0,0 0 1 0 0,-1 0-1 0 0,1 0 1 0 0,6-3-1 0 0,-3 1-5 0 0,1-1 0 0 0,-1-1 1 0 0,0 1-1 0 0,0-1 0 0 0,-1-1 0 0 0,1 1 1 0 0,-1-1-1 0 0,0 0 0 0 0,-1-1 0 0 0,8-9 1 0 0,-11 13-25 0 0,0 0 1 0 0,0 0 0 0 0,0 0-1 0 0,0-1 1 0 0,0 1 0 0 0,-1 0-1 0 0,1-1 1 0 0,-1 1 0 0 0,0-1-1 0 0,0 1 1 0 0,0-1 0 0 0,-1 0 0 0 0,1 1-1 0 0,-1-1 1 0 0,0 0 0 0 0,0 1-1 0 0,0-1 1 0 0,-1 0 0 0 0,1 1-1 0 0,-1-1 1 0 0,0 0 0 0 0,0 1 0 0 0,0-1-1 0 0,0 1 1 0 0,-1 0 0 0 0,-1-4-1 0 0,1 5-163 0 0,0 0-1 0 0,0 0 0 0 0,-1 0 0 0 0,1 0 1 0 0,-1 0-1 0 0,1 1 0 0 0,-1-1 0 0 0,1 1 1 0 0,-1 0-1 0 0,0 0 0 0 0,0 0 1 0 0,0 0-1 0 0,1 0 0 0 0,-1 1 0 0 0,0-1 1 0 0,-5 1-1 0 0,-8-2-6015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5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129 111 1840 0 0,'3'-8'554'0'0,"2"0"0"0"0,-1 0-1 0 0,1 1 1 0 0,0 0-1 0 0,1 0 1 0 0,0 0 0 0 0,0 1-1 0 0,0 0 1 0 0,1 0-1 0 0,-1 0 1 0 0,15-8-1 0 0,7-7 2094 0 0,-52 38 5205 0 0,-43 34-6346 0 0,40-26-1413 0 0,-40 39 253 0 0,60-56-316 0 0,0 0-1 0 0,0 0 0 0 0,1 1 1 0 0,1-1-1 0 0,-1 1 0 0 0,-5 14 1 0 0,11-22-32 0 0,-1 0 0 0 0,1 0 1 0 0,0 0-1 0 0,-1 0 0 0 0,1-1 1 0 0,0 1-1 0 0,0 0 1 0 0,0 0-1 0 0,0 0 0 0 0,0 0 1 0 0,0 0-1 0 0,0 0 1 0 0,0 0-1 0 0,0 0 0 0 0,0 0 1 0 0,1-1-1 0 0,-1 1 1 0 0,0 0-1 0 0,1 0 0 0 0,-1 0 1 0 0,0 0-1 0 0,1 0 1 0 0,-1-1-1 0 0,1 1 0 0 0,-1 0 1 0 0,1 0-1 0 0,0-1 0 0 0,-1 1 1 0 0,1-1-1 0 0,0 1 1 0 0,-1 0-1 0 0,1-1 0 0 0,0 1 1 0 0,0-1-1 0 0,0 1 1 0 0,-1-1-1 0 0,1 0 0 0 0,0 1 1 0 0,0-1-1 0 0,0 0 1 0 0,0 0-1 0 0,0 1 0 0 0,0-1 1 0 0,0 0-1 0 0,1 0 0 0 0,7 1-25 0 0,0 0 0 0 0,1-1-1 0 0,15-1 1 0 0,-15 0 13 0 0,2 1 20 0 0,88 0-148 0 0,-91 1 122 0 0,0 0 0 0 0,1 0 0 0 0,-1 1 0 0 0,0 1 1 0 0,0-1-1 0 0,0 1 0 0 0,-1 1 0 0 0,12 5 0 0 0,-19-8 18 0 0,0-1-1 0 0,0 1 0 0 0,0-1 0 0 0,0 1 0 0 0,0 0 0 0 0,0 0 0 0 0,0-1 1 0 0,0 1-1 0 0,0 0 0 0 0,0 0 0 0 0,-1 0 0 0 0,1 0 0 0 0,0 0 1 0 0,-1 0-1 0 0,1 0 0 0 0,-1 0 0 0 0,1 0 0 0 0,-1 1 0 0 0,1-1 0 0 0,-1 0 1 0 0,0 0-1 0 0,0 0 0 0 0,0 0 0 0 0,1 1 0 0 0,-1-1 0 0 0,0 1 1 0 0,-1 1-30 0 0,0-1 1 0 0,0 1-1 0 0,0-1 1 0 0,0 1-1 0 0,0-1 1 0 0,0 0-1 0 0,0 1 1 0 0,-1-1-1 0 0,1 0 1 0 0,-1 0-1 0 0,-3 3 1 0 0,-6 6-282 0 0,-1-1 1 0 0,-1-1 0 0 0,-16 11 0 0 0,23-16 131 0 0,-18 10-790 0 0,-34 16-1 0 0,22-14-4321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5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55 3225 0 0,'16'-32'907'0'0,"-15"31"-471"0"0,-1-1-1 0 0,1 1 0 0 0,-1-1 1 0 0,0 0-1 0 0,0 1 0 0 0,0-1 1 0 0,0 0-1 0 0,0 1 0 0 0,0-1 0 0 0,0 0 1 0 0,-1 1-1 0 0,0-3 0 0 0,9 27 5335 0 0,5 14-1747 0 0,-6-13-3370 0 0,9 47 0 0 0,-7 35 138 0 0,-8-76-1026 0 0,1-1 0 0 0,1 0 0 0 0,2 0 1 0 0,15 53-1 0 0,-13-67-1739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5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74 7370 0 0,'0'-4'4149'0'0,"0"4"-4068"0"0,16-9 2319 0 0,23-7-277 0 0,-6 6-1355 0 0,25-8 466 0 0,-19 7-6200 0 0,-19 5-679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5.9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26 5529 0 0,'-1'-2'510'0'0,"0"0"0"0"0,-1-1 0 0 0,1 1 0 0 0,-1 0-1 0 0,1 0 1 0 0,-1 0 0 0 0,0 1 0 0 0,0-1 0 0 0,0 0 0 0 0,0 1 0 0 0,0-1-1 0 0,-3-1 1 0 0,5 3-321 0 0,-1 0 0 0 0,1 0-1 0 0,-1 0 1 0 0,1 0 0 0 0,-1 0-1 0 0,1 0 1 0 0,-1 0-1 0 0,1 0 1 0 0,-1 0 0 0 0,1 1-1 0 0,-1-1 1 0 0,1 0 0 0 0,-1 0-1 0 0,1 0 1 0 0,-1 1 0 0 0,-1 0 942 0 0,1 0-942 0 0,-12 19 1209 0 0,12-18-1366 0 0,0 1-1 0 0,-1-1 0 0 0,1 1 0 0 0,0-1 0 0 0,1 1 0 0 0,-1 0 0 0 0,0 0 0 0 0,1-1 0 0 0,0 1 0 0 0,-1 0 0 0 0,1 0 0 0 0,0 0 1 0 0,0-1-1 0 0,1 1 0 0 0,-1 0 0 0 0,1 0 0 0 0,-1 0 0 0 0,1-1 0 0 0,0 1 0 0 0,0 0 0 0 0,0-1 0 0 0,2 4 0 0 0,-1-4-11 0 0,0 0 0 0 0,0 0 0 0 0,0 0 0 0 0,0 0 0 0 0,1 0 0 0 0,-1-1 0 0 0,1 1 0 0 0,-1-1 0 0 0,1 0 0 0 0,-1 0 0 0 0,1 0 0 0 0,0 0 0 0 0,-1 0 0 0 0,1 0-1 0 0,0-1 1 0 0,0 0 0 0 0,0 1 0 0 0,-1-1 0 0 0,1 0 0 0 0,0 0 0 0 0,0 0 0 0 0,3-1 0 0 0,6-1-28 0 0,-1 0 0 0 0,0 0 0 0 0,1-1 0 0 0,-1-1 0 0 0,0 0 0 0 0,0 0-1 0 0,-1-1 1 0 0,1-1 0 0 0,-1 1 0 0 0,0-2 0 0 0,-1 1 0 0 0,0-2 0 0 0,0 1 0 0 0,14-16 0 0 0,-23 23 11 0 0,0 0 0 0 0,0 0 0 0 0,0 0 0 0 0,1 0 0 0 0,-1 0 1 0 0,0-1-1 0 0,0 1 0 0 0,0 0 0 0 0,0 0 0 0 0,0 0 0 0 0,0 0 0 0 0,0 0 1 0 0,1 0-1 0 0,-1 0 0 0 0,0 0 0 0 0,0 0 0 0 0,0 0 0 0 0,0 0 0 0 0,0 0 1 0 0,1-1-1 0 0,-1 1 0 0 0,0 0 0 0 0,0 0 0 0 0,0 0 0 0 0,0 0 0 0 0,0 0 1 0 0,1 0-1 0 0,-1 0 0 0 0,0 0 0 0 0,0 1 0 0 0,0-1 0 0 0,0 0 0 0 0,0 0 1 0 0,1 0-1 0 0,-1 0 0 0 0,0 0 0 0 0,0 0 0 0 0,0 0 0 0 0,0 0 0 0 0,0 0 1 0 0,0 0-1 0 0,1 0 0 0 0,-1 0 0 0 0,0 1 0 0 0,0-1 0 0 0,0 0 1 0 0,0 0-1 0 0,0 0 0 0 0,3 11 129 0 0,-2 16 212 0 0,-1-25-245 0 0,0 5-109 0 0,0-1 0 0 0,1 1 0 0 0,0 0 0 0 0,0-1 0 0 0,1 1 0 0 0,0-1 0 0 0,0 1 0 0 0,0-1 0 0 0,1 0 0 0 0,0 0 0 0 0,0 0 0 0 0,1 0-1 0 0,-1-1 1 0 0,1 1 0 0 0,1-1 0 0 0,-1 0 0 0 0,1 0 0 0 0,-1 0 0 0 0,2-1 0 0 0,-1 0 0 0 0,0 0 0 0 0,1 0 0 0 0,7 4 0 0 0,0-3-589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6.2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1 3225 0 0,'-9'12'2933'0'0,"0"0"-1"0"0,-13 24 1 0 0,13-22-2165 0 0,4-5-546 0 0,0 1-1 0 0,1 0 1 0 0,0 0 0 0 0,1 0 0 0 0,0 0 0 0 0,1 1 0 0 0,-1 0 0 0 0,2-1 0 0 0,0 1-1 0 0,0 0 1 0 0,1-1 0 0 0,0 1 0 0 0,1 0 0 0 0,0 0 0 0 0,1-1 0 0 0,6 21 0 0 0,5 8-728 0 0,1 0 0 0 0,2-1 1 0 0,23 39-1 0 0,-18-36-1779 0 0,-9-18-2977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6.3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1 120 7370 0 0,'1'-1'105'0'0,"-1"-1"0"0"0,1 0 0 0 0,0 1 1 0 0,0-1-1 0 0,0 0 0 0 0,0 1 1 0 0,0-1-1 0 0,1 1 0 0 0,-1 0 0 0 0,0-1 1 0 0,1 1-1 0 0,-1 0 0 0 0,1 0 1 0 0,-1 0-1 0 0,1 0 0 0 0,-1 0 0 0 0,1 0 1 0 0,0 0-1 0 0,0 1 0 0 0,3-2 0 0 0,46-10 2456 0 0,-32 8-1366 0 0,-15 3-1007 0 0,115-32 4706 0 0,-97 25-5240 0 0,33-17 0 0 0,-36 15-5962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6.6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 3225 0 0,'-1'2'318'0'0,"-1"0"1"0"0,1 0-1 0 0,0 0 1 0 0,0 0-1 0 0,0 0 1 0 0,0 1-1 0 0,0-1 1 0 0,1 0-1 0 0,-1 1 0 0 0,1-1 1 0 0,-1 0-1 0 0,1 1 1 0 0,0-1-1 0 0,0 1 1 0 0,0-1-1 0 0,0 1 1 0 0,1-1-1 0 0,-1 0 1 0 0,0 1-1 0 0,1-1 1 0 0,0 0-1 0 0,1 5 1 0 0,1 1 432 0 0,1 1 0 0 0,0-1 0 0 0,0 1 1 0 0,9 12-1 0 0,34 39 990 0 0,19 27-453 0 0,-60-78-1265 0 0,0 1-1 0 0,-1 0 0 0 0,-1 0 1 0 0,1 0-1 0 0,-1 0 1 0 0,-1 1-1 0 0,3 15 0 0 0,-4-4-1345 0 0,-4 0-4498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6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14 125 6913 0 0,'-1'-1'29'0'0,"0"1"0"0"0,0 0 0 0 0,1-1 0 0 0,-1 1 0 0 0,0-1 0 0 0,0 1 0 0 0,1-1 0 0 0,-1 1 0 0 0,0-1 0 0 0,1 0 0 0 0,-1 1 0 0 0,1-1 0 0 0,-1 0 0 0 0,1 1 0 0 0,-1-1 0 0 0,1 0 0 0 0,-1 0 0 0 0,1 1 0 0 0,0-1 0 0 0,-1 0 0 0 0,1 0 0 0 0,0 0 0 0 0,0 0 0 0 0,-1 0 0 0 0,1 1 0 0 0,0-1 0 0 0,0 0 0 0 0,0 0 0 0 0,0 0 0 0 0,0 0 0 0 0,1 0 0 0 0,-1 0 0 0 0,0 1 0 0 0,0-1 0 0 0,0 0 0 0 0,1 0 0 0 0,-1 0 0 0 0,0 0 0 0 0,1 1 0 0 0,-1-1 0 0 0,1 0 0 0 0,-1 0 0 0 0,1 1 0 0 0,0-2 0 0 0,4-2 225 0 0,-1 0 1 0 0,1 1-1 0 0,0-1 1 0 0,0 1 0 0 0,9-4-1 0 0,-13 7-220 0 0,21-10 913 0 0,0 0-1 0 0,1 2 0 0 0,1 1 1 0 0,44-8-1 0 0,-18 8-1272 0 0,68-2 0 0 0,-92 9 326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7.7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237 1 6913 0 0,'-34'4'720'0'0,"-1"2"-1"0"0,1 2 0 0 0,0 0 0 0 0,-37 16 0 0 0,43-14 712 0 0,90-11 1333 0 0,523-36-2985 0 0,-126 29-1137 0 0,-402 8 994 0 0,416 20-3554 0 0,-392-14 3235 0 0,127 8 312 0 0,145 8 600 0 0,661-2 1643 0 0,-433-28 545 0 0,-146 6-3178 0 0,-256 10 1218 0 0,-123-3-298 0 0,0-2 1 0 0,91-8-1 0 0,-116-3-968 0 0,-20 3 443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8.5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5111 0 3681 0 0,'6'20'687'0'0,"-1"0"1"0"0,0 1-1 0 0,1 24 1 0 0,-4 119 8281 0 0,-1-10-4069 0 0,11-70-5054 0 0,3-1 0 0 0,43 135-1 0 0,-15-66-14 0 0,-38-132-646 0 0,-1 0 0 0 0,2 30-1 0 0,-6-42 609 0 0,0 1-1 0 0,0 0 1 0 0,0 0 0 0 0,-1 0-1 0 0,0-1 1 0 0,-1 1-1 0 0,0 0 1 0 0,-4 10-1 0 0,5-18 212 0 0,-1 1-1 0 0,1 0 1 0 0,0-1-1 0 0,-1 1 1 0 0,1-1 0 0 0,-1 1-1 0 0,1-1 1 0 0,-1 0-1 0 0,0 0 1 0 0,0 1-1 0 0,1-1 1 0 0,-1-1-1 0 0,0 1 1 0 0,0 0 0 0 0,0 0-1 0 0,0-1 1 0 0,0 1-1 0 0,-4 0 1 0 0,-44 5 355 0 0,37-5-122 0 0,-197 19-250 0 0,-130 10-945 0 0,-4-27 1297 0 0,-685-18-2067 0 0,743 23 517 0 0,-1069 22-2799 0 0,1253-29 3157 0 0,-426-4-2319 0 0,420-2 3576 0 0,-1-4 0 0 0,-192-43 0 0 0,233 34 1644 0 0,-87-20 977 0 0,135 34-2084 0 0,1 2-1 0 0,0 0 0 0 0,-1 2 0 0 0,0 0 0 0 0,-38 5 0 0 0,29 1-887 0 0,-18 3-2694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8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69 116 3193 0 0,'-2'-11'468'0'0,"-1"0"-1"0"0,0 0 1 0 0,0 0 0 0 0,-9-18 0 0 0,10 24 189 0 0,0 1 0 0 0,0 0-1 0 0,-1 0 1 0 0,1 0 0 0 0,-1 0-1 0 0,0 1 1 0 0,-1-1 0 0 0,-4-4-1 0 0,7 8-592 0 0,1 0 0 0 0,0-1-1 0 0,-1 1 1 0 0,1 0-1 0 0,0 0 1 0 0,0-1-1 0 0,-1 1 1 0 0,1 0-1 0 0,-1 0 1 0 0,1 0-1 0 0,0 0 1 0 0,-1-1-1 0 0,1 1 1 0 0,0 0-1 0 0,-1 0 1 0 0,1 0 0 0 0,-1 0-1 0 0,1 0 1 0 0,0 0-1 0 0,-1 0 1 0 0,1 0-1 0 0,0 0 1 0 0,-1 0-1 0 0,1 0 1 0 0,-1 0-1 0 0,1 1 1 0 0,0-1-1 0 0,-1 0 1 0 0,1 0-1 0 0,0 0 1 0 0,-1 0 0 0 0,1 1-1 0 0,0-1 1 0 0,-1 0-1 0 0,1 0 1 0 0,0 1-1 0 0,-1-1 1 0 0,1 0-1 0 0,0 0 1 0 0,0 1-1 0 0,-1-1 1 0 0,1 0-1 0 0,0 1 1 0 0,0-1-1 0 0,0 0 1 0 0,0 1 0 0 0,-1-1-1 0 0,1 0 1 0 0,0 1-1 0 0,0-1 1 0 0,0 1-1 0 0,0-1 1 0 0,0 0-1 0 0,0 1 1 0 0,0-1-1 0 0,0 1 1 0 0,0-1-1 0 0,0 0 1 0 0,0 1-1 0 0,0-1 1 0 0,1 1 0 0 0,0 30 425 0 0,-1-27-269 0 0,6 67 662 0 0,1 11 473 0 0,-3 90-1 0 0,-5-132-1156 0 0,-3 17-261 0 0,3 0-1 0 0,12 108 1 0 0,-3-125-327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39.8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76 1840 0 0,'-1'-1'148'0'0,"1"1"0"0"0,-1 0 0 0 0,0 0-1 0 0,1-1 1 0 0,-1 1 0 0 0,0 0 0 0 0,1-1 0 0 0,-1 1-1 0 0,1 0 1 0 0,-1-1 0 0 0,1 1 0 0 0,-1-1-1 0 0,1 1 1 0 0,-1-1 0 0 0,1 1 0 0 0,-1-1-1 0 0,1 0 1 0 0,-1 1 0 0 0,1-1 0 0 0,0 1-1 0 0,0-1 1 0 0,-1 0 0 0 0,1 1 0 0 0,0-1 0 0 0,0 0-1 0 0,0 0 1 0 0,-1 1 0 0 0,1-1 0 0 0,0 0-1 0 0,0 1 1 0 0,0-2 0 0 0,1 1 100 0 0,0-1-1 0 0,0 1 1 0 0,-1-1 0 0 0,1 1-1 0 0,0 0 1 0 0,0-1 0 0 0,0 1-1 0 0,0 0 1 0 0,1 0 0 0 0,-1 0-1 0 0,0 0 1 0 0,0 0 0 0 0,2-1-1 0 0,5-3 396 0 0,-1 1 0 0 0,1 0 0 0 0,0 0 0 0 0,9-2 0 0 0,-2 2-239 0 0,1 0 0 0 0,0 1 1 0 0,0 0-1 0 0,0 2 0 0 0,0 0 1 0 0,0 1-1 0 0,0 0 0 0 0,30 5 1 0 0,-38-4-226 0 0,0 1 1 0 0,0 1-1 0 0,0-1 1 0 0,0 1-1 0 0,0 1 1 0 0,0-1-1 0 0,-1 1 1 0 0,0 0-1 0 0,0 1 1 0 0,0 0-1 0 0,0 0 1 0 0,-1 1-1 0 0,0-1 1 0 0,0 1-1 0 0,0 1 1 0 0,-1-1-1 0 0,0 1 1 0 0,7 10-1 0 0,-3 3-116 0 0,1 0-1 0 0,-2 0 1 0 0,-1 1-1 0 0,6 26 1 0 0,11 89 520 0 0,-3-13-262 0 0,-18-113-292 0 0,8 55 619 0 0,-10-61-673 0 0,-1 0 0 0 0,0 1 1 0 0,0-1-1 0 0,0 0 1 0 0,0 0-1 0 0,-1 0 1 0 0,0-1-1 0 0,1 1 1 0 0,-2 0-1 0 0,1 0 1 0 0,0 0-1 0 0,-1 0 1 0 0,-2 4-1 0 0,-18 8-924 0 0,6-14-4169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0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72 920 0 0,'-1'-3'639'0'0,"0"0"0"0"0,0 0 0 0 0,0 0 0 0 0,1-1 0 0 0,-1 1 0 0 0,1 0 0 0 0,0 0 0 0 0,0 0 0 0 0,1-1 0 0 0,-1 1 0 0 0,2-6 0 0 0,-2 8-422 0 0,0 0 0 0 0,0 0 0 0 0,0 0-1 0 0,0 0 1 0 0,1 0 0 0 0,-1 0 0 0 0,0 0-1 0 0,1 0 1 0 0,-1 0 0 0 0,1 0-1 0 0,-1 1 1 0 0,1-1 0 0 0,-1 0 0 0 0,1 0-1 0 0,0 0 1 0 0,-1 1 0 0 0,1-1 0 0 0,0 0-1 0 0,0 0 1 0 0,0 1 0 0 0,-1-1 0 0 0,1 1-1 0 0,0-1 1 0 0,0 1 0 0 0,0-1-1 0 0,0 1 1 0 0,0 0 0 0 0,0-1 0 0 0,0 1-1 0 0,0 0 1 0 0,0 0 0 0 0,0 0 0 0 0,0 0-1 0 0,0-1 1 0 0,0 2 0 0 0,0-1-1 0 0,0 0 1 0 0,0 0 0 0 0,0 0 0 0 0,2 1-1 0 0,-2 1-101 0 0,1 0 0 0 0,0 1 0 0 0,0 0 0 0 0,-1-1 0 0 0,1 1 0 0 0,-1 0 1 0 0,0 0-1 0 0,0-1 0 0 0,0 1 0 0 0,0 0 0 0 0,-1 0 0 0 0,1 0 0 0 0,-1 0 0 0 0,1 4 0 0 0,2 9 223 0 0,3 5-221 0 0,2 0 0 0 0,0 0 0 0 0,1-1 0 0 0,1-1 0 0 0,1 0 0 0 0,1 0 0 0 0,25 30 0 0 0,-35-47-114 0 0,-1 0 0 0 0,1 0 0 0 0,0-1 0 0 0,0 1 0 0 0,0-1 1 0 0,0 0-1 0 0,0 1 0 0 0,0-1 0 0 0,0 0 0 0 0,0 0 0 0 0,1 0 0 0 0,-1-1 1 0 0,0 1-1 0 0,1 0 0 0 0,-1-1 0 0 0,0 0 0 0 0,1 1 0 0 0,-1-1 0 0 0,1 0 0 0 0,2-1 1 0 0,-1 1 66 0 0,-1-1 0 0 0,1-1 0 0 0,-1 1 1 0 0,1 0-1 0 0,-1-1 0 0 0,1 0 0 0 0,-1 0 1 0 0,0 0-1 0 0,0 0 0 0 0,0 0 0 0 0,5-5 1 0 0,2-5 163 0 0,0 0 0 0 0,0 0 1 0 0,-2-1-1 0 0,1 0 0 0 0,6-15 1 0 0,5-12 122 0 0,-5 9-1014 0 0,1 1 1 0 0,22-31 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1.3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243 60 4145 0 0,'0'-6'838'0'0,"1"1"0"0"0,0-1-1 0 0,0 0 1 0 0,0 0 0 0 0,1 0 0 0 0,0 1 0 0 0,0-1-1 0 0,5-8 1 0 0,-7 14-678 0 0,1 1 1 0 0,0-1-1 0 0,-1 0 0 0 0,1 1 1 0 0,0-1-1 0 0,-1 0 0 0 0,1 1 1 0 0,-1-1-1 0 0,1 1 0 0 0,0-1 1 0 0,-1 1-1 0 0,1-1 0 0 0,-1 1 1 0 0,1-1-1 0 0,-1 1 0 0 0,0-1 1 0 0,1 1-1 0 0,-1 0 0 0 0,1-1 1 0 0,-1 1-1 0 0,0 0 0 0 0,0-1 1 0 0,1 1-1 0 0,-1 0 0 0 0,0-1 1 0 0,0 1-1 0 0,0 0 0 0 0,0 1 1 0 0,9 24 1451 0 0,15 53 243 0 0,11 50-1260 0 0,-31-110-623 0 0,-1 1 1 0 0,-1 0 0 0 0,0 0 0 0 0,-4 35-1 0 0,1-40-39 0 0,-1 0-1 0 0,0 0 1 0 0,-2 0-1 0 0,1-1 1 0 0,-2 0-1 0 0,0 1 1 0 0,-11 20 0 0 0,11-26 88 0 0,-1-1 1 0 0,1 0 0 0 0,-2 0 0 0 0,1 0 0 0 0,-1-1-1 0 0,0 1 1 0 0,-1-2 0 0 0,0 1 0 0 0,0-1 0 0 0,0 0 0 0 0,-1-1-1 0 0,-9 5 1 0 0,2-2 326 0 0,0-2-1 0 0,0 1 0 0 0,-28 5 0 0 0,38-10-289 0 0,-1-1 1 0 0,0 0-1 0 0,1 0 0 0 0,-1-1 0 0 0,0 1 0 0 0,0-2 0 0 0,0 1 0 0 0,1-1 0 0 0,-1 0 0 0 0,0 0 1 0 0,1-1-1 0 0,-9-2 0 0 0,13 3-56 0 0,1 0 1 0 0,-1 1-1 0 0,1-1 1 0 0,-1 0-1 0 0,1 0 1 0 0,-1 0-1 0 0,1 0 1 0 0,-1 0 0 0 0,1 0-1 0 0,0-1 1 0 0,0 1-1 0 0,0 0 1 0 0,-1-1-1 0 0,0-1 1 0 0,4-9-3171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1.9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151 127 4177 0 0,'-8'-5'7931'0'0,"1"9"-7782"0"0,0 0 1 0 0,0 0-1 0 0,0 1 1 0 0,0 0-1 0 0,1 0 1 0 0,0 1-1 0 0,0 0 1 0 0,0 0-1 0 0,1 0 1 0 0,0 1-1 0 0,-6 9 1 0 0,4-7-36 0 0,1 1-1 0 0,-2-1 1 0 0,1-1 0 0 0,-1 0 0 0 0,-18 14-1 0 0,33-27 90 0 0,0-1-1 0 0,0-1 0 0 0,-1 1 0 0 0,0-1 0 0 0,0-1 0 0 0,-1 1 0 0 0,0-1 1 0 0,0 0-1 0 0,5-12 0 0 0,35-91 1264 0 0,-38 93-1053 0 0,-6 15-273 0 0,0 0 0 0 0,1-1-1 0 0,-1 1 1 0 0,1 0 0 0 0,-1 0 0 0 0,1 1-1 0 0,0-1 1 0 0,0 0 0 0 0,1 1-1 0 0,-1-1 1 0 0,1 1 0 0 0,-1 0-1 0 0,1 0 1 0 0,-1 0 0 0 0,1 0 0 0 0,0 0-1 0 0,6-3 1 0 0,-7 5-93 0 0,0-1 0 0 0,0 1-1 0 0,1 0 1 0 0,-1-1 0 0 0,0 1 0 0 0,0 0-1 0 0,0 0 1 0 0,0 0 0 0 0,0 1 0 0 0,1-1 0 0 0,-1 0-1 0 0,0 1 1 0 0,0-1 0 0 0,0 1 0 0 0,0 0 0 0 0,0 0-1 0 0,0 0 1 0 0,0 0 0 0 0,0 0 0 0 0,-1 0-1 0 0,1 0 1 0 0,0 1 0 0 0,0-1 0 0 0,-1 0 0 0 0,1 1-1 0 0,-1 0 1 0 0,0-1 0 0 0,2 4 0 0 0,15 18 52 0 0,1-1 1 0 0,37 35-1 0 0,-47-49-88 0 0,1-1 0 0 0,0 0 0 0 0,0 0 0 0 0,0-1 0 0 0,1 0 0 0 0,0-1 0 0 0,0 0 0 0 0,1-1 0 0 0,14 4 0 0 0,3-1-1647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3.9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1 433 8754 0 0,'0'0'673'0'0,"0"-1"-569"0"0,0 1-1 0 0,0-1 0 0 0,0 1 0 0 0,0-1 1 0 0,0 1-1 0 0,0-1 0 0 0,0 1 0 0 0,0-1 1 0 0,1 0-1 0 0,-1 1 0 0 0,0-1 0 0 0,0 1 1 0 0,0 0-1 0 0,1-1 0 0 0,-1 1 0 0 0,0-1 1 0 0,1 1-1 0 0,-1-1 0 0 0,0 1 0 0 0,1 0 1 0 0,-1-1-1 0 0,0 1 0 0 0,1 0 0 0 0,-1-1 1 0 0,1 1-1 0 0,-1 0 0 0 0,1-1 0 0 0,-1 1 1 0 0,1 0-1 0 0,-1 0 0 0 0,1 0 0 0 0,-1 0 1 0 0,1-1-1 0 0,-1 1 0 0 0,2 0 0 0 0,18-8 1412 0 0,-13 6-1205 0 0,0 0 0 0 0,0 1 0 0 0,1 0 0 0 0,-1 0-1 0 0,0 1 1 0 0,1 0 0 0 0,-1 0 0 0 0,0 0 0 0 0,1 1 0 0 0,-1 0 0 0 0,0 1 0 0 0,0 0-1 0 0,0 0 1 0 0,0 0 0 0 0,7 4 0 0 0,-6-1-151 0 0,0 0 0 0 0,0 0 0 0 0,-1 1 0 0 0,0 0 0 0 0,0 0 0 0 0,0 1 0 0 0,-1 0 0 0 0,0 0 0 0 0,-1 0 0 0 0,1 1 0 0 0,6 12 0 0 0,25 59 409 0 0,-28-58-342 0 0,0 0 0 0 0,2-1 0 0 0,22 34 0 0 0,-33-53-216 0 0,0-1 0 0 0,0 0 0 0 0,1 0 0 0 0,-1 1 0 0 0,0-1 0 0 0,0 0 0 0 0,0 0 0 0 0,1 1 0 0 0,-1-1 0 0 0,0 0 0 0 0,0 0 0 0 0,0 1 0 0 0,1-1 0 0 0,-1 0 0 0 0,0 0 0 0 0,0 0 0 0 0,1 1 0 0 0,-1-1 0 0 0,0 0 0 0 0,1 0 1 0 0,-1 0-1 0 0,0 0 0 0 0,1 0 0 0 0,-1 0 0 0 0,0 0 0 0 0,0 0 0 0 0,1 0 0 0 0,-1 0 0 0 0,0 0 0 0 0,1 0 0 0 0,-1 0 0 0 0,0 0 0 0 0,1 0 0 0 0,-1 0 0 0 0,1 0 0 0 0,4-12 268 0 0,-3-23 69 0 0,-2 31-301 0 0,9-108 280 0 0,4 0-1 0 0,43-168 0 0 0,-32 197-2079 0 0,-21 76 1217 0 0,0 0-1 0 0,0 0 0 0 0,1 0 1 0 0,0 0-1 0 0,0 1 0 0 0,1-1 1 0 0,-1 1-1 0 0,1 0 0 0 0,6-5 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4.5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161 11 6913 0 0,'1'0'87'0'0,"-1"0"-1"0"0,0-1 1 0 0,0 1-1 0 0,0 0 1 0 0,0-1-1 0 0,0 1 0 0 0,0 0 1 0 0,0-1-1 0 0,0 1 1 0 0,0 0-1 0 0,0-1 1 0 0,0 1-1 0 0,0 0 0 0 0,0-1 1 0 0,0 1-1 0 0,0 0 1 0 0,0-1-1 0 0,0 1 1 0 0,0 0-1 0 0,0-1 0 0 0,-1 1 1 0 0,1 0-1 0 0,0 0 1 0 0,0-1-1 0 0,0 1 1 0 0,-1 0-1 0 0,1 0 0 0 0,0-1 1 0 0,0 1-1 0 0,0 0 1 0 0,-1 0-1 0 0,1 0 1 0 0,0-1-1 0 0,-1 1 0 0 0,1 0 1 0 0,0 0-1 0 0,0 0 1 0 0,-1 0-1 0 0,1-1 1 0 0,0 1-1 0 0,-1 0 0 0 0,1 0 1 0 0,0 0-1 0 0,-1 0 1 0 0,1 0-1 0 0,0 0 1 0 0,-1 0-1 0 0,1 0 0 0 0,0 0 1 0 0,-1 0-1 0 0,1 0 1 0 0,-20 16 1869 0 0,-17 28-466 0 0,37-43-1465 0 0,-6 7 127 0 0,0 0-1 0 0,0 0 1 0 0,1 1-1 0 0,-8 18 1 0 0,13-25-137 0 0,-1 1 0 0 0,0-1 0 0 0,0 1 0 0 0,1-1 0 0 0,0 1 0 0 0,-1-1 1 0 0,1 1-1 0 0,0-1 0 0 0,0 1 0 0 0,0-1 0 0 0,1 1 0 0 0,-1-1 0 0 0,1 1 0 0 0,-1-1 0 0 0,1 1 0 0 0,0-1 0 0 0,0 1 0 0 0,0-1 1 0 0,0 0-1 0 0,0 1 0 0 0,1-1 0 0 0,-1 0 0 0 0,1 0 0 0 0,2 3 0 0 0,80 74-259 0 0,-62-60 251 0 0,0 1-1 0 0,-1 0 0 0 0,-2 2 0 0 0,0 0 0 0 0,20 32 0 0 0,-38-53 49 0 0,0 0 0 0 0,0 1-1 0 0,0 0 1 0 0,0-1-1 0 0,0 1 1 0 0,0 0-1 0 0,-1-1 1 0 0,1 1 0 0 0,0 0-1 0 0,-1 0 1 0 0,0-1-1 0 0,1 1 1 0 0,-1 0 0 0 0,0 0-1 0 0,0 0 1 0 0,0 0-1 0 0,0-1 1 0 0,0 1 0 0 0,-1 0-1 0 0,1 0 1 0 0,-1 0-1 0 0,1-1 1 0 0,-1 1-1 0 0,1 0 1 0 0,-1-1 0 0 0,0 1-1 0 0,0 0 1 0 0,0-1-1 0 0,0 1 1 0 0,-1 1 0 0 0,-1-1 122 0 0,0 0 1 0 0,0 0 0 0 0,0 0 0 0 0,0 0 0 0 0,0-1 0 0 0,0 0 0 0 0,0 1 0 0 0,-1-1 0 0 0,1 0-1 0 0,0 0 1 0 0,-1-1 0 0 0,1 1 0 0 0,-1-1 0 0 0,1 0 0 0 0,-5 0 0 0 0,-28-2-13 0 0,0-2 0 0 0,1-2 0 0 0,-68-20 0 0 0,87 22-981 0 0,-1 0-6459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5.2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5065 0 0,'20'2'3928'0'0,"-17"2"-3531"0"0,-1 0 1 0 0,1 1-1 0 0,-1-1 0 0 0,0 1 1 0 0,-1-1-1 0 0,1 1 1 0 0,-1 0-1 0 0,0-1 1 0 0,0 1-1 0 0,0 0 1 0 0,-1 0-1 0 0,0 0 1 0 0,0 6-1 0 0,1 1 173 0 0,-1 134 1425 0 0,-2-113-1340 0 0,1 1 0 0 0,2 0 0 0 0,1 0 0 0 0,11 59-1 0 0,-12-92-657 0 0,-1 1-172 0 0,0 0 1 0 0,1 0 0 0 0,-1 0-1 0 0,1 0 1 0 0,0 0 0 0 0,0 0-1 0 0,-1 0 1 0 0,1 0 0 0 0,1 0-1 0 0,-1 0 1 0 0,0 0 0 0 0,0 0-1 0 0,1-1 1 0 0,-1 1 0 0 0,1-1-1 0 0,2 3 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4:45.7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10 170 6913 0 0,'-2'-9'420'0'0,"-1"1"-1"0"0,2-1 1 0 0,-1 1-1 0 0,1-1 0 0 0,1 0 1 0 0,-1 0-1 0 0,3-14 0 0 0,-1 20-117 0 0,0-1 1 0 0,0 1-1 0 0,0 0 0 0 0,0-1 0 0 0,1 1 0 0 0,0 0 1 0 0,0 0-1 0 0,0 0 0 0 0,0 0 0 0 0,0 0 0 0 0,0 0 1 0 0,1 0-1 0 0,-1 1 0 0 0,1 0 0 0 0,0-1 0 0 0,0 1 0 0 0,0 0 1 0 0,0 0-1 0 0,0 0 0 0 0,7-2 0 0 0,0-1 145 0 0,1 1 0 0 0,0 0-1 0 0,0 1 1 0 0,0 0 0 0 0,22-2-1 0 0,-29 4-365 0 0,0 1 0 0 0,-1-1 0 0 0,1 1 0 0 0,0 0 0 0 0,-1 1 0 0 0,1-1 0 0 0,-1 0 0 0 0,1 1 0 0 0,0 0 0 0 0,-1 0 0 0 0,0 0 0 0 0,1 0 0 0 0,-1 1 0 0 0,0-1 0 0 0,1 1 0 0 0,-1 0 0 0 0,0 0 0 0 0,0 0 0 0 0,0 0 0 0 0,-1 1 0 0 0,1-1 0 0 0,4 6 0 0 0,-6-6-78 0 0,0 1 1 0 0,0-1 0 0 0,0 1-1 0 0,-1-1 1 0 0,1 1 0 0 0,-1 0-1 0 0,1-1 1 0 0,-1 1 0 0 0,0-1-1 0 0,0 1 1 0 0,0 0 0 0 0,0-1-1 0 0,-1 1 1 0 0,1 0 0 0 0,-1-1-1 0 0,0 1 1 0 0,1-1 0 0 0,-1 1-1 0 0,0-1 1 0 0,-1 1 0 0 0,1-1-1 0 0,-2 3 1 0 0,-5 9 15 0 0,0-1 1 0 0,-16 18-1 0 0,20-26-17 0 0,-39 43-2 0 0,32-39 0 0 0,1 1 0 0 0,1 1 0 0 0,0 0 0 0 0,0 0 0 0 0,1 1 0 0 0,1 0 0 0 0,0 0 0 0 0,0 1 0 0 0,-4 14 0 0 0,10-26 6 0 0,1-1 1 0 0,0 1 0 0 0,0 0-1 0 0,0 0 1 0 0,-1 0 0 0 0,1-1 0 0 0,0 1-1 0 0,0 0 1 0 0,0 0 0 0 0,0-1-1 0 0,0 1 1 0 0,0 0 0 0 0,1 0 0 0 0,-1 0-1 0 0,0-1 1 0 0,0 1 0 0 0,0 0-1 0 0,1-1 1 0 0,-1 1 0 0 0,0 0 0 0 0,1 0-1 0 0,-1-1 1 0 0,1 1 0 0 0,-1-1-1 0 0,1 1 1 0 0,-1 0 0 0 0,1-1 0 0 0,-1 1-1 0 0,1-1 1 0 0,0 1 0 0 0,-1-1-1 0 0,1 1 1 0 0,0-1 0 0 0,-1 0 0 0 0,1 1-1 0 0,0-1 1 0 0,-1 0 0 0 0,1 0-1 0 0,0 1 1 0 0,0-1 0 0 0,0 0 0 0 0,-1 0-1 0 0,1 0 1 0 0,0 0 0 0 0,0 0-1 0 0,-1 0 1 0 0,1 0 0 0 0,1 0 0 0 0,7-1 128 0 0,1 1 1 0 0,-1-2-1 0 0,14-2 1 0 0,-3 0 9 0 0,9 2-326 0 0,-1 1 0 0 0,0 2 1 0 0,0 0-1 0 0,0 2 0 0 0,0 1 1 0 0,-1 2-1 0 0,41 12 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23.3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1840 0 0,'15'14'-304'0'0,"0"0"385"0"0,-14-12-77 0 0,1 1 1 0 0,0-1-1 0 0,1 0 0 0 0,-1 0 0 0 0,0 0 0 0 0,1-1 1 0 0,-1 1-1 0 0,1 0 0 0 0,-1-1 0 0 0,1 0 0 0 0,0 1 1 0 0,0-1-1 0 0,-1 0 0 0 0,4 0 0 0 0,-3 0 76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28.004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971 1975 7490 0 0,'-16'-43'458'0'0,"-27"-53"0"0"0,36 84-301 0 0,0 0 1 0 0,0 0-1 0 0,-1 1 0 0 0,-1 0 0 0 0,0 0 0 0 0,0 1 0 0 0,-1 0 1 0 0,-18-14-1 0 0,25 22-120 0 0,-1 0-1 0 0,1 0 1 0 0,-1 0 0 0 0,0 0 0 0 0,1 0 0 0 0,-1 1-1 0 0,0-1 1 0 0,0 1 0 0 0,0 0 0 0 0,0 0 0 0 0,0 1-1 0 0,0-1 1 0 0,0 1 0 0 0,0 0 0 0 0,0 0 0 0 0,0 0 0 0 0,-8 2-1 0 0,6 0-63 0 0,1 0 0 0 0,-1 0 0 0 0,0 1 0 0 0,1-1-1 0 0,0 1 1 0 0,-1 1 0 0 0,1-1 0 0 0,0 1-1 0 0,1 0 1 0 0,-9 8 0 0 0,-2 5-175 0 0,1 1 0 0 0,1 1 0 0 0,0 0 0 0 0,2 1 0 0 0,-12 26 1 0 0,-8 25-265 0 0,-40 137 0 0 0,0 82 417 0 0,18-65-1 0 0,-81 228-49 0 0,12-41 833 0 0,31 5 2133 0 0,88-395-2675 0 0,-1-5 15 0 0,2 0 0 0 0,0 1 0 0 0,0-1 0 0 0,2 0 0 0 0,0 1 0 0 0,4 20 0 0 0,-4-37-198 0 0,0-1-1 0 0,0 1 0 0 0,0 0 0 0 0,0 0 0 0 0,0-1 1 0 0,0 1-1 0 0,0 0 0 0 0,1-1 0 0 0,-1 1 0 0 0,0 0 1 0 0,1-1-1 0 0,-1 1 0 0 0,0 0 0 0 0,1-1 0 0 0,-1 1 0 0 0,1-1 1 0 0,-1 1-1 0 0,1-1 0 0 0,-1 1 0 0 0,1-1 0 0 0,-1 1 1 0 0,1-1-1 0 0,-1 1 0 0 0,1-1 0 0 0,0 0 0 0 0,-1 1 1 0 0,1-1-1 0 0,0 0 0 0 0,-1 0 0 0 0,1 1 0 0 0,1-1 0 0 0,-1 0-34 0 0,1-1-1 0 0,-1 1 0 0 0,1-1 1 0 0,-1 1-1 0 0,1-1 0 0 0,-1 1 1 0 0,1-1-1 0 0,-1 0 0 0 0,1 0 1 0 0,-1 0-1 0 0,0 0 0 0 0,1 0 1 0 0,0-1-1 0 0,5-5-107 0 0,0-1 0 0 0,0 1 0 0 0,8-15-1 0 0,91-163 959 0 0,-12 19 139 0 0,189-369 460 0 0,-75 130-1315 0 0,-188 368-98 0 0,241-463 44 0 0,-210 385-81 0 0,273-557-258 0 0,-350 726-766 0 0,1 1 1 0 0,-25 89-1 0 0,-32 151 1690 0 0,67-236-820 0 0,-172 692 611 0 0,79-302-434 0 0,12-14 968 0 0,82-351-332 0 0,4 1 0 0 0,4 0 0 0 0,6 103-1 0 0,1-162-456 0 0,2 0 0 0 0,10 45 0 0 0,-11-65-133 0 0,-1 1-1 0 0,1-1 0 0 0,1 1 0 0 0,-1-1 0 0 0,1 0 1 0 0,0 0-1 0 0,1 0 0 0 0,-1 0 0 0 0,1-1 0 0 0,0 1 1 0 0,1-1-1 0 0,-1 0 0 0 0,1 0 0 0 0,0-1 0 0 0,0 1 1 0 0,6 3-1 0 0,-8-6-29 0 0,0-1 0 0 0,0 0 1 0 0,0 0-1 0 0,0 0 0 0 0,0 0 0 0 0,1-1 1 0 0,-1 1-1 0 0,0-1 0 0 0,0 0 0 0 0,0 0 0 0 0,1 0 1 0 0,-1 0-1 0 0,0 0 0 0 0,0-1 0 0 0,1 1 1 0 0,-1-1-1 0 0,0 0 0 0 0,0 0 0 0 0,0 0 1 0 0,0-1-1 0 0,0 1 0 0 0,0-1 0 0 0,-1 1 1 0 0,1-1-1 0 0,0 0 0 0 0,-1 0 0 0 0,1 0 1 0 0,1-3-1 0 0,8-6-17 0 0,-1-1 0 0 0,-1 0 0 0 0,0-1 0 0 0,10-17 1 0 0,19-38 52 0 0,-3-1 1 0 0,-3-2 0 0 0,23-77 0 0 0,-19 51 58 0 0,330-986 63 0 0,-23 148-253 0 0,-275 774 95 0 0,172-384-121 0 0,-236 534 44 0 0,-4 6 23 0 0,0 1-1 0 0,1 0 1 0 0,0 0 0 0 0,0 0-1 0 0,0 1 1 0 0,0-1-1 0 0,1 0 1 0 0,0 1 0 0 0,-1 0-1 0 0,5-4 1 0 0,-17 44-2029 0 0,-224 742-1071 0 0,166-541 2791 0 0,-35 150 440 0 0,-68 502 0 0 0,136-597 74 0 0,12 1 0 0 0,23 423 0 0 0,13-533 939 0 0,69 325 0 0 0,-42-356-974 0 0,-32-130-112 0 0,1 0 0 0 0,0-1 0 0 0,2 0 0 0 0,18 29 0 0 0,-27-48-5 0 0,-1-1 0 0 0,0 0-1 0 0,1 0 1 0 0,0 1-1 0 0,-1-1 1 0 0,1 0 0 0 0,0 0-1 0 0,0-1 1 0 0,0 1 0 0 0,0 0-1 0 0,0-1 1 0 0,1 1 0 0 0,-1-1-1 0 0,0 0 1 0 0,1 0-1 0 0,-1 0 1 0 0,1 0 0 0 0,-1 0-1 0 0,1 0 1 0 0,0 0 0 0 0,-1-1-1 0 0,1 0 1 0 0,0 1-1 0 0,-1-1 1 0 0,1 0 0 0 0,0 0-1 0 0,-1-1 1 0 0,1 1 0 0 0,0 0-1 0 0,-1-1 1 0 0,1 0 0 0 0,0 1-1 0 0,-1-1 1 0 0,5-3-1 0 0,0 0 25 0 0,-1 0 0 0 0,1-1 0 0 0,-1 0 0 0 0,0 0 0 0 0,-1 0 0 0 0,1-1 0 0 0,-1 0 0 0 0,0 0 0 0 0,-1-1 0 0 0,1 1 0 0 0,3-8 0 0 0,12-27 140 0 0,-1-1 0 0 0,-3 0 0 0 0,14-51 0 0 0,23-139 310 0 0,-40 169-415 0 0,117-606 346 0 0,-10 48-397 0 0,93-512-190 0 0,-70 343 133 0 0,104-237-229 0 0,-228 959 167 0 0,4-15-395 0 0,18-117-1 0 0,-70 333-2019 0 0,-177 1293-3886 0 0,187-1282 6218 0 0,-147 1453 483 0 0,108-530 3071 0 0,57-1053-3323 0 0,-6 425 1990 0 0,11-315-773 0 0,29 186 0 0 0,-32-304-1221 0 0,4 23 240 0 0,1 0-1 0 0,15 42 1 0 0,-19-65-232 0 0,0 0 0 0 0,1 0 0 0 0,-1 0 0 0 0,1-1 0 0 0,0 1 0 0 0,1-1 0 0 0,0 1 0 0 0,0-1 0 0 0,0 0 1 0 0,0-1-1 0 0,1 1 0 0 0,-1-1 0 0 0,1 1 0 0 0,0-2 0 0 0,1 1 0 0 0,-1 0 0 0 0,12 4 0 0 0,-13-7-58 0 0,1 0 0 0 0,-1 0 0 0 0,0-1 0 0 0,1 0 0 0 0,-1 0 0 0 0,0 0 0 0 0,1 0 0 0 0,-1-1 0 0 0,1 1 0 0 0,-1-1 0 0 0,0 0 0 0 0,0-1-1 0 0,1 1 1 0 0,-1-1 0 0 0,0 0 0 0 0,0 0 0 0 0,-1 0 0 0 0,1 0 0 0 0,0-1 0 0 0,-1 1 0 0 0,1-1 0 0 0,3-4 0 0 0,7-7-55 0 0,0-1 0 0 0,0 0 0 0 0,16-25 1 0 0,-6 3 71 0 0,-1-2 0 0 0,-2 0 0 0 0,-2-2 0 0 0,-2 0-1 0 0,14-47 1 0 0,46-224 756 0 0,-65 256-642 0 0,116-608 1395 0 0,49-212-830 0 0,67-58-697 0 0,-82 304-63 0 0,29 10-748 0 0,145-437-1044 0 0,-332 1042 920 0 0,-10 31 240 0 0,-11 33-83 0 0,-114 507-2484 0 0,125-522 3156 0 0,-103 568-618 0 0,23-122 677 0 0,-251 2004 975 0 0,309-1861-1182 0 0,34-438 1763 0 0,39 248 1 0 0,-44-425-1392 0 0,2 12-59 0 0,0 0 1 0 0,1 0 0 0 0,0-1 0 0 0,2 0 0 0 0,0 0-1 0 0,18 34 1 0 0,-24-52-55 0 0,1 1-1 0 0,0-1 1 0 0,0 0-1 0 0,0 1 0 0 0,0-1 1 0 0,0 0-1 0 0,0 0 1 0 0,0 0-1 0 0,0 0 1 0 0,1 0-1 0 0,-1 0 1 0 0,0 0-1 0 0,1 0 1 0 0,-1-1-1 0 0,0 1 0 0 0,1 0 1 0 0,-1-1-1 0 0,1 1 1 0 0,-1-1-1 0 0,1 0 1 0 0,-1 1-1 0 0,1-1 1 0 0,0 0-1 0 0,-1 0 0 0 0,1 0 1 0 0,-1 0-1 0 0,1 0 1 0 0,-1 0-1 0 0,1-1 1 0 0,-1 1-1 0 0,1 0 1 0 0,-1-1-1 0 0,1 1 1 0 0,-1-1-1 0 0,1 0 0 0 0,-1 1 1 0 0,1-1-1 0 0,-1 0 1 0 0,0 0-1 0 0,0 0 1 0 0,1 0-1 0 0,-1 0 1 0 0,0 0-1 0 0,0 0 0 0 0,1-2 1 0 0,7-6-8 0 0,-1 0 0 0 0,0-1 0 0 0,0 0 0 0 0,7-14 1 0 0,12-23-77 0 0,-2-1 1 0 0,33-93-1 0 0,19-111 779 0 0,-55 174-523 0 0,193-776 1350 0 0,20-74-1063 0 0,158-327-393 0 0,-164 552-237 0 0,-44 140-285 0 0,168-402-2168 0 0,-336 924 2417 0 0,-5 11 17 0 0,1 0 1 0 0,21-33-1 0 0,-34 62 177 0 0,1 0 0 0 0,-1 0 0 0 0,1 0 0 0 0,-1 0 0 0 0,1 0 0 0 0,-1 0 0 0 0,1 1 0 0 0,0-1 0 0 0,-1 0 0 0 0,1 0 0 0 0,0 1 0 0 0,0-1 0 0 0,0 0 0 0 0,-1 1 0 0 0,1-1 0 0 0,0 1 0 0 0,0-1 0 0 0,2 0 0 0 0,-3 1 1 0 0,1 1 0 0 0,-1-1 0 0 0,0 1 0 0 0,1-1 0 0 0,-1 0 0 0 0,0 1 0 0 0,1-1 0 0 0,-1 1 0 0 0,0-1 0 0 0,1 1-1 0 0,-1-1 1 0 0,0 1 0 0 0,0-1 0 0 0,0 1 0 0 0,0-1 0 0 0,1 1 0 0 0,-1-1 0 0 0,0 1 0 0 0,0-1 0 0 0,0 1 0 0 0,0-1 0 0 0,0 1 0 0 0,0-1 0 0 0,0 2-1 0 0,-4 43-555 0 0,-100 482-1674 0 0,44-250 2150 0 0,-116 708-3 0 0,29 3-94 0 0,-25 149 124 0 0,41-237 204 0 0,62 5 1930 0 0,68-891-1999 0 0,1 297 1015 0 0,3-259-840 0 0,2-1 0 0 0,3 1 0 0 0,27 96 0 0 0,-31-133-118 0 0,1-1 1 0 0,1 0 0 0 0,0 0-1 0 0,1-1 1 0 0,14 23 0 0 0,-19-34-94 0 0,0 1 0 0 0,1 0 0 0 0,-1-1 0 0 0,0 1 0 0 0,1-1 1 0 0,-1 0-1 0 0,1 0 0 0 0,0 0 0 0 0,0 0 0 0 0,-1 0 0 0 0,1 0 0 0 0,1-1 1 0 0,-1 0-1 0 0,0 1 0 0 0,0-1 0 0 0,0 0 0 0 0,1-1 0 0 0,-1 1 1 0 0,0 0-1 0 0,1-1 0 0 0,-1 0 0 0 0,1 0 0 0 0,-1 0 0 0 0,0 0 1 0 0,1-1-1 0 0,-1 1 0 0 0,0-1 0 0 0,1 0 0 0 0,-1 0 0 0 0,0 0 1 0 0,4-2-1 0 0,4-3-68 0 0,0 0-1 0 0,0-1 1 0 0,0 0 0 0 0,-1-1 0 0 0,0 0 0 0 0,-1-1 0 0 0,0 0-1 0 0,0-1 1 0 0,-1 0 0 0 0,8-11 0 0 0,6-11 25 0 0,35-71 1 0 0,79-226 329 0 0,-23-12 113 0 0,-55 161-263 0 0,223-829 294 0 0,134-687-556 0 0,6 45-1124 0 0,-276 1121-662 0 0,-138 507 1779 0 0,1-10-136 0 0,2 1-1 0 0,19-39 1 0 0,-25 68 747 0 0,-5 17-148 0 0,-5 23-8 0 0,-228 896-1632 0 0,37-109 704 0 0,34 9 868 0 0,0 2 319 0 0,8 44-322 0 0,86 9 2024 0 0,69-874-2265 0 0,-1 25-154 0 0,1 0-1 0 0,2 0 0 0 0,2-1 0 0 0,9 40 0 0 0,-13-77 86 0 0,0 1 0 0 0,0-1-1 0 0,1 1 1 0 0,-1-1 0 0 0,0 1 0 0 0,1-1 0 0 0,-1 1-1 0 0,1-1 1 0 0,-1 0 0 0 0,1 1 0 0 0,0-1-1 0 0,0 0 1 0 0,0 0 0 0 0,0 1 0 0 0,-1-1-1 0 0,1 0 1 0 0,1 0 0 0 0,-1 0 0 0 0,0 0-1 0 0,0 0 1 0 0,0 0 0 0 0,0-1 0 0 0,1 1-1 0 0,1 1 1 0 0,-1-3 4 0 0,-1 1 1 0 0,0 0-1 0 0,1 0 1 0 0,-1-1-1 0 0,1 1 1 0 0,-1-1-1 0 0,1 0 1 0 0,-1 1-1 0 0,0-1 0 0 0,1 0 1 0 0,-1 0-1 0 0,0 1 1 0 0,0-1-1 0 0,0 0 1 0 0,0 0-1 0 0,0-1 0 0 0,0 1 1 0 0,0 0-1 0 0,1-1 1 0 0,7-10-12 0 0,-1 0 1 0 0,-1-1-1 0 0,10-19 1 0 0,92-271 953 0 0,-68 178-427 0 0,179-588 931 0 0,-25-9-1302 0 0,-80 288-19 0 0,158-789 243 0 0,-218 948-619 0 0,67-363-1192 0 0,50-239 469 0 0,-149 776 1356 0 0,3 1-1 0 0,75-183 1 0 0,-97 274-413 0 0,13-24-26 0 0,-17 31 35 0 0,1 1 0 0 0,0 0 0 0 0,-1 0 0 0 0,1 0 0 0 0,0-1-1 0 0,0 1 1 0 0,0 0 0 0 0,0 0 0 0 0,0 0 0 0 0,0 0 0 0 0,0 1 0 0 0,0-1 0 0 0,0 0 0 0 0,0 0 0 0 0,1 1 0 0 0,-1-1 0 0 0,0 0-1 0 0,0 1 1 0 0,3-1 0 0 0,-4 1 13 0 0,1 0 1 0 0,-1 0-1 0 0,1 1 0 0 0,-1-1 0 0 0,1 0 1 0 0,-1 0-1 0 0,1 1 0 0 0,-1-1 0 0 0,1 0 0 0 0,-1 1 1 0 0,0-1-1 0 0,1 1 0 0 0,-1-1 0 0 0,0 0 1 0 0,1 1-1 0 0,-1-1 0 0 0,0 1 0 0 0,1-1 0 0 0,-1 1 1 0 0,0-1-1 0 0,0 1 0 0 0,0-1 0 0 0,1 1 1 0 0,-1-1-1 0 0,0 1 0 0 0,0-1 0 0 0,0 1 0 0 0,0 0 1 0 0,2 20-185 0 0,-1-16 107 0 0,6 104-265 0 0,-8 114-1 0 0,-22 112-699 0 0,6-108 745 0 0,-59 619 2575 0 0,71-804-1986 0 0,-21 225 2960 0 0,25-263-2986 0 0,1 1 0 0 0,1 0 1 0 0,-1 0-1 0 0,1 0 0 0 0,-1 0 1 0 0,1 0-1 0 0,2 4 1 0 0,2-45 445 0 0,5-65-1546 0 0,3 1 0 0 0,35-125 0 0 0,-28 150-608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34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95 111 3225 0 0,'-3'-3'-19'0'0,"0"1"-1"0"0,1-2 1 0 0,-1 1 0 0 0,1 0 0 0 0,0 0 0 0 0,0-1 0 0 0,0 0 0 0 0,-2-5 0 0 0,3 5 753 0 0,0 0-1 0 0,0 0 1 0 0,0 0 0 0 0,1 0 0 0 0,0 0-1 0 0,0 0 1 0 0,0-1 0 0 0,0 1 0 0 0,1 0 0 0 0,-1 0-1 0 0,1 0 1 0 0,2-6 0 0 0,-3 9-517 0 0,1 1 1 0 0,-8-15 6097 0 0,3 27-3946 0 0,1 21-2242 0 0,1 0-1 0 0,2 0 1 0 0,2 1-1 0 0,6 39 1 0 0,1 27 72 0 0,-1 377-85 0 0,-5-149-62 0 0,2-135-25 0 0,4 623 234 0 0,-13-564-261 0 0,34 309 0 0 0,5-222 0 0 0,10 79 0 0 0,-2-16 0 0 0,-38 3 0 0 0,-15-179 120 0 0,20 266 0 0 0,-12-428 19 0 0,-1-18-134 0 0,13-73-245 0 0,-9 24 181 0 0,1-23-129 0 0,-1-34 1 0 0,-1 53 38 0 0,0 1 1 0 0,-1 0 0 0 0,0-1 0 0 0,0 1 0 0 0,-1 0 0 0 0,0 0-1 0 0,0 0 1 0 0,0 0 0 0 0,0 1 0 0 0,-1-1 0 0 0,-5-7-1 0 0,6 10 120 0 0,-1 1 0 0 0,1-1-1 0 0,-1 1 1 0 0,0 0-1 0 0,1 0 1 0 0,-1 0-1 0 0,0 1 1 0 0,0-1-1 0 0,0 1 1 0 0,0-1-1 0 0,-1 1 1 0 0,1 0-1 0 0,0 0 1 0 0,0 1 0 0 0,-1-1-1 0 0,1 1 1 0 0,-1-1-1 0 0,1 1 1 0 0,0 0-1 0 0,-1 0 1 0 0,1 1-1 0 0,0-1 1 0 0,-1 1-1 0 0,1-1 1 0 0,-6 3-1 0 0,0 0 84 0 0,1 0-1 0 0,-1 0 0 0 0,1 1 0 0 0,0 0 1 0 0,0 0-1 0 0,1 1 0 0 0,-1 0 0 0 0,-10 10 1 0 0,10-7-47 0 0,1 0 0 0 0,1 0-1 0 0,-1 1 1 0 0,2 0 0 0 0,-1 0 0 0 0,1 0 0 0 0,0 0 0 0 0,1 1 0 0 0,0 0 0 0 0,1 0-1 0 0,0 0 1 0 0,0 0 0 0 0,1 1 0 0 0,1-1 0 0 0,-1 16 0 0 0,1-16-13 0 0,1 0 0 0 0,1-1 0 0 0,0 1 0 0 0,0 0 0 0 0,1 0 0 0 0,0-1 0 0 0,1 1 0 0 0,0-1 0 0 0,0 1 0 0 0,1-1 0 0 0,0 0 0 0 0,1 0 0 0 0,0-1 0 0 0,0 0 0 0 0,1 0 0 0 0,11 14 0 0 0,-12-18 3 0 0,0 0 0 0 0,0 0 0 0 0,1 0 0 0 0,-1-1 0 0 0,1 1 0 0 0,0-2 0 0 0,0 1 0 0 0,0 0 0 0 0,0-1 0 0 0,0 0 0 0 0,0-1 0 0 0,0 1 0 0 0,1-1 0 0 0,-1 0 0 0 0,1-1 1 0 0,-1 0-1 0 0,1 0 0 0 0,-1 0 0 0 0,1-1 0 0 0,-1 0 0 0 0,0 0 0 0 0,1 0 0 0 0,-1-1 0 0 0,0 0 0 0 0,0 0 0 0 0,7-4 0 0 0,-2 1 25 0 0,0 0-1 0 0,0-1 1 0 0,0-1 0 0 0,-1 0 0 0 0,0 0-1 0 0,0-1 1 0 0,-1 0 0 0 0,0-1 0 0 0,0 0-1 0 0,-1 0 1 0 0,0-1 0 0 0,11-18-1 0 0,-11 13 52 0 0,0 0 0 0 0,-1 0 0 0 0,-1-1 0 0 0,0 1 0 0 0,6-33 0 0 0,-11 43-26 0 0,0 0 1 0 0,-1 0-1 0 0,1-1 0 0 0,-1 1 1 0 0,-1 0-1 0 0,1 0 1 0 0,-1 0-1 0 0,0 0 0 0 0,0-1 1 0 0,0 1-1 0 0,-1 1 1 0 0,0-1-1 0 0,0 0 0 0 0,0 0 1 0 0,0 0-1 0 0,-1 1 1 0 0,0 0-1 0 0,0-1 0 0 0,0 1 1 0 0,0 0-1 0 0,-1 0 1 0 0,1 1-1 0 0,-6-5 0 0 0,-14-10 34 0 0,-2 0-1 0 0,0 1 0 0 0,-1 2 0 0 0,0 1 1 0 0,-46-18-1 0 0,70 31-85 0 0,-1 0-1 0 0,1 1 1 0 0,0-1 0 0 0,0 1 0 0 0,0-1 0 0 0,0 1-1 0 0,-1 0 1 0 0,1 0 0 0 0,0 0 0 0 0,0 0 0 0 0,0 1-1 0 0,-1-1 1 0 0,1 0 0 0 0,0 1 0 0 0,0 0 0 0 0,0-1-1 0 0,0 1 1 0 0,0 0 0 0 0,0 0 0 0 0,0 0 0 0 0,0 0-1 0 0,0 1 1 0 0,0-1 0 0 0,1 0 0 0 0,-1 1 0 0 0,0-1-1 0 0,1 1 1 0 0,-1 0 0 0 0,1 0 0 0 0,0-1-1 0 0,0 1 1 0 0,-1 0 0 0 0,1 0 0 0 0,0 0 0 0 0,1 0-1 0 0,-2 3 1 0 0,-3 9-131 0 0,0 0-1 0 0,1 1 0 0 0,1-1 1 0 0,-2 20-1 0 0,3-21 59 0 0,0 1 2 0 0,1 0 0 0 0,1 0 0 0 0,0 0 0 0 0,1 0-1 0 0,0 0 1 0 0,1 0 0 0 0,1-1 0 0 0,0 1-1 0 0,1-1 1 0 0,0 0 0 0 0,9 19 0 0 0,-8-21 16 0 0,1-1 0 0 0,0 1 1 0 0,1-1-1 0 0,0 0 0 0 0,0-1 0 0 0,1 0 1 0 0,0 0-1 0 0,1-1 0 0 0,0 1 0 0 0,0-2 1 0 0,0 0-1 0 0,1 0 0 0 0,18 9 0 0 0,-25-14 60 0 0,-1-1-1 0 0,1 1 1 0 0,1-1-1 0 0,-1 0 1 0 0,0 0-1 0 0,0 0 0 0 0,0-1 1 0 0,0 1-1 0 0,1-1 1 0 0,-1 1-1 0 0,0-1 1 0 0,1 0-1 0 0,-1 0 1 0 0,0-1-1 0 0,0 1 0 0 0,1-1 1 0 0,-1 1-1 0 0,0-1 1 0 0,0 0-1 0 0,3-2 1 0 0,-2 1-2 0 0,-1 0 1 0 0,0-1 0 0 0,1 1 0 0 0,-1-1 0 0 0,0 0 0 0 0,-1 0-1 0 0,1 0 1 0 0,-1-1 0 0 0,1 1 0 0 0,-1 0 0 0 0,0-1-1 0 0,0 0 1 0 0,3-7 0 0 0,-1-2 8 0 0,0-1 0 0 0,-1 0 0 0 0,0 1-1 0 0,-1-1 1 0 0,-1 0 0 0 0,0 0 0 0 0,-1 0 0 0 0,-2-18 0 0 0,1 23 86 0 0,0 1 1 0 0,-1 0 0 0 0,0-1 0 0 0,0 1-1 0 0,-1 0 1 0 0,0 0 0 0 0,-1 0 0 0 0,0 0-1 0 0,0 1 1 0 0,-1-1 0 0 0,1 1 0 0 0,-2 0 0 0 0,-10-11-1 0 0,13 15-42 0 0,-1 0 0 0 0,0-1 0 0 0,-1 1 0 0 0,1 1 0 0 0,0-1 0 0 0,-1 1 0 0 0,0-1 0 0 0,1 1 0 0 0,-1 1 0 0 0,0-1 0 0 0,0 1 0 0 0,0 0 0 0 0,0 0-1 0 0,0 0 1 0 0,0 0 0 0 0,-1 1 0 0 0,1 0 0 0 0,0 0 0 0 0,0 1 0 0 0,0-1 0 0 0,0 1 0 0 0,0 0 0 0 0,-9 4 0 0 0,7-3-60 0 0,0 1 0 0 0,0 1 0 0 0,0-1 0 0 0,1 1 0 0 0,-1 0 0 0 0,1 1 0 0 0,0-1 0 0 0,1 1 0 0 0,-1 1 0 0 0,1-1 0 0 0,0 1 0 0 0,0 0 0 0 0,0 0 0 0 0,1 0 0 0 0,-6 12 0 0 0,7-13 3 0 0,1 0 0 0 0,0 0 0 0 0,0 0 0 0 0,1 0 0 0 0,0 0 0 0 0,0 0 0 0 0,0 0 0 0 0,0 0 0 0 0,1 1 0 0 0,-1-1 0 0 0,2 0 0 0 0,-1 1 0 0 0,0-1 0 0 0,1 0 0 0 0,0 0 0 0 0,0 1 0 0 0,1-1 0 0 0,-1 0 0 0 0,1 0 0 0 0,0 0 0 0 0,1-1 0 0 0,-1 1 0 0 0,5 6 0 0 0,-5-9-136 0 0,-1 0 0 0 0,1 0 0 0 0,-1-1-1 0 0,1 1 1 0 0,0-1 0 0 0,-1 0 0 0 0,1 1 0 0 0,0-1 0 0 0,0 0 0 0 0,4 2 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38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569 1 5529 0 0,'0'0'423'0'0,"22"26"4467"0"0,-19-12-4330 0 0,-1 1-1 0 0,0 0 1 0 0,-1 0 0 0 0,-1 0-1 0 0,0 0 1 0 0,-1 0-1 0 0,0 0 1 0 0,-5 20 0 0 0,0 7 357 0 0,-32 233 1879 0 0,1-4-2520 0 0,-64 595 500 0 0,-145 545-27 0 0,190-1143-678 0 0,11 3 1 0 0,-10 302-1 0 0,49 483 543 0 0,32-673-496 0 0,26-2 11 0 0,-49-359-128 0 0,13 83 27 0 0,5 26 86 0 0,4 141 0 0 0,-25-133-99 0 0,4 73 216 0 0,-1-168-140 0 0,2-1 1 0 0,20 79-1 0 0,-6-37 233 0 0,15 137-1 0 0,-24-139-255 0 0,-10-78-65 0 0,1 0-1 0 0,1 0 1 0 0,-1 0 0 0 0,1 0 0 0 0,-1-1 0 0 0,1 1-1 0 0,1 0 1 0 0,-1-1 0 0 0,1 1 0 0 0,-1-1 0 0 0,1 0-1 0 0,0 0 1 0 0,1 0 0 0 0,-1 0 0 0 0,1-1 0 0 0,0 0 0 0 0,0 1-1 0 0,6 3 1 0 0,-10-7-3 0 0,24 28-12 0 0,-23-26 12 0 0,0-1-1 0 0,-1 0 0 0 0,1 1 1 0 0,0-1-1 0 0,0 1 1 0 0,-1-1-1 0 0,1 1 1 0 0,-1-1-1 0 0,1 1 0 0 0,-1-1 1 0 0,0 1-1 0 0,0 0 1 0 0,1-1-1 0 0,-1 1 1 0 0,0-1-1 0 0,0 1 0 0 0,-1 0 1 0 0,1-1-1 0 0,0 1 1 0 0,-1 1-1 0 0,0-2 1 0 0,1-1 7 0 0,-1 0 0 0 0,1 0 1 0 0,0 0-1 0 0,-1 0 0 0 0,1 0 0 0 0,0 0 0 0 0,-1 0 1 0 0,1 0-1 0 0,0 0 0 0 0,-1 0 0 0 0,1 0 0 0 0,0 0 0 0 0,0 0 1 0 0,-1-1-1 0 0,1 1 0 0 0,0 0 0 0 0,-1 0 0 0 0,1 0 1 0 0,0 0-1 0 0,0-1 0 0 0,0 1 0 0 0,-1 0 0 0 0,1 0 0 0 0,0 0 1 0 0,0-1-1 0 0,-1 1 0 0 0,1 0 0 0 0,0 0 0 0 0,0-1 1 0 0,0 1-1 0 0,0 0 0 0 0,0-1 0 0 0,0 1 0 0 0,-1 0 0 0 0,1 0 1 0 0,0-1-1 0 0,0 1 0 0 0,0-1 0 0 0,-2-3-7 0 0,0 1 0 0 0,-1-1 0 0 0,0 0 0 0 0,1 1 0 0 0,-1 0 0 0 0,-1 0 0 0 0,1 0 0 0 0,-6-5 0 0 0,7 8 0 0 0,0-1 0 0 0,1 0 0 0 0,-1 1 0 0 0,0 0 0 0 0,0-1 0 0 0,0 1 0 0 0,1 0 0 0 0,-1 0 0 0 0,0 0 0 0 0,0 0 0 0 0,0 0 0 0 0,0 1 0 0 0,1-1 0 0 0,-1 0 0 0 0,0 1 0 0 0,0 0 0 0 0,0-1 0 0 0,1 1 0 0 0,-1 0 0 0 0,1 0 0 0 0,-1 0 0 0 0,0 0 0 0 0,1 0 0 0 0,-1 0 0 0 0,1 0 0 0 0,-2 2 0 0 0,0 1 0 0 0,-1-1 0 0 0,1 1 0 0 0,0 0 0 0 0,0 0 0 0 0,0 0 0 0 0,1 1 0 0 0,-1-1 0 0 0,1 0 0 0 0,0 1 0 0 0,1 0 0 0 0,-1 0 0 0 0,1-1 0 0 0,0 1 0 0 0,0 0 0 0 0,0 0 0 0 0,1 0 0 0 0,-1 8 0 0 0,1-3 0 0 0,1 0 0 0 0,-1 0 0 0 0,1-1 0 0 0,1 1 0 0 0,0 0 0 0 0,0-1 0 0 0,1 1 0 0 0,5 9 0 0 0,-6-14-3 0 0,1 0 0 0 0,1 0-1 0 0,-1 0 1 0 0,0-1 0 0 0,1 1 0 0 0,0-1-1 0 0,0 0 1 0 0,1-1 0 0 0,-1 1 0 0 0,1-1-1 0 0,-1 1 1 0 0,1-1 0 0 0,0-1 0 0 0,0 1-1 0 0,1-1 1 0 0,-1 0 0 0 0,10 3 0 0 0,-12-4 0 0 0,0-1 1 0 0,0 1 0 0 0,0-1 0 0 0,0 1 0 0 0,0-1-1 0 0,0 0 1 0 0,0 0 0 0 0,1-1 0 0 0,-1 1 0 0 0,0 0-1 0 0,0-1 1 0 0,0 0 0 0 0,0 0 0 0 0,0 0 0 0 0,0 0-1 0 0,0 0 1 0 0,-1-1 0 0 0,1 1 0 0 0,0-1 0 0 0,-1 0-1 0 0,1 0 1 0 0,-1 0 0 0 0,1 0 0 0 0,-1 0 0 0 0,0 0-1 0 0,0 0 1 0 0,0-1 0 0 0,0 0 0 0 0,0 1 0 0 0,-1-1-1 0 0,1 0 1 0 0,-1 1 0 0 0,2-5 0 0 0,2-8-5 0 0,-1 0 0 0 0,0 0 0 0 0,-1-1-1 0 0,-1 0 1 0 0,0 1 0 0 0,-1-1 0 0 0,-1-26 0 0 0,-1 29 18 0 0,0 1 1 0 0,-1 0-1 0 0,0 0 0 0 0,-1 0 0 0 0,0 0 0 0 0,-1 0 1 0 0,0 1-1 0 0,-1-1 0 0 0,0 1 0 0 0,-10-15 1 0 0,14 24-9 0 0,-1-1 0 0 0,0 1 0 0 0,0-1 1 0 0,0 1-1 0 0,-1 0 0 0 0,1 0 0 0 0,0 0 1 0 0,-1 0-1 0 0,0 0 0 0 0,1 0 1 0 0,-1 1-1 0 0,0-1 0 0 0,0 1 0 0 0,0 0 1 0 0,0 0-1 0 0,0 0 0 0 0,0 0 1 0 0,0 0-1 0 0,0 1 0 0 0,-5-1 0 0 0,3 1-16 0 0,1 1-1 0 0,-1 0 0 0 0,1-1 1 0 0,-1 2-1 0 0,1-1 0 0 0,-1 0 0 0 0,1 1 1 0 0,0 0-1 0 0,0 0 0 0 0,0 0 0 0 0,0 1 1 0 0,-7 5-1 0 0,5-3-4 0 0,0 0-1 0 0,0 0 1 0 0,0 0 0 0 0,1 1-1 0 0,0 0 1 0 0,1 0 0 0 0,-1 1-1 0 0,1-1 1 0 0,0 1 0 0 0,1 0-1 0 0,-1 0 1 0 0,1 0-1 0 0,1 0 1 0 0,-1 1 0 0 0,2-1-1 0 0,-3 15 1 0 0,4-13-15 0 0,0 1 1 0 0,1-1-1 0 0,1 0 0 0 0,0 1 0 0 0,0-1 1 0 0,0 0-1 0 0,1 0 0 0 0,1 0 0 0 0,-1-1 1 0 0,1 1-1 0 0,1-1 0 0 0,0 0 0 0 0,0 0 1 0 0,0 0-1 0 0,10 9 0 0 0,-11-13 13 0 0,1 1-1 0 0,0-1 1 0 0,0 0 0 0 0,0 0 0 0 0,1-1-1 0 0,0 1 1 0 0,-1-1 0 0 0,1-1-1 0 0,0 1 1 0 0,0-1 0 0 0,1 0 0 0 0,-1 0-1 0 0,0-1 1 0 0,1 1 0 0 0,-1-2-1 0 0,1 1 1 0 0,-1-1 0 0 0,1 0 0 0 0,-1 0-1 0 0,1 0 1 0 0,-1-1 0 0 0,0 0 0 0 0,8-3-1 0 0,-9 3 11 0 0,-1 0 0 0 0,0-1 0 0 0,1 0 0 0 0,-1 0 0 0 0,0 0 0 0 0,0 0 0 0 0,0-1 0 0 0,0 0 0 0 0,-1 0 0 0 0,1 0 0 0 0,-1 0 0 0 0,1 0 0 0 0,-1-1 0 0 0,0 1 0 0 0,-1-1 0 0 0,4-5 0 0 0,-3 3 19 0 0,1-1 0 0 0,-1 0 0 0 0,-1 1-1 0 0,0-1 1 0 0,0 0 0 0 0,0-1 0 0 0,-1 1 0 0 0,0 0 0 0 0,1-15-1 0 0,-2 14 27 0 0,0 1 0 0 0,-1-1-1 0 0,1 0 1 0 0,-1 0 0 0 0,-1 0-1 0 0,0 0 1 0 0,0 0-1 0 0,0 1 1 0 0,-1-1 0 0 0,0 1-1 0 0,-1 0 1 0 0,0 0 0 0 0,0 0-1 0 0,0 0 1 0 0,-1 1-1 0 0,0-1 1 0 0,0 1 0 0 0,0 0-1 0 0,-13-9 1 0 0,15 13-20 0 0,-1 0-1 0 0,0 0 1 0 0,1 0 0 0 0,-1 1 0 0 0,0-1-1 0 0,0 1 1 0 0,0 0 0 0 0,0 1 0 0 0,0-1-1 0 0,0 1 1 0 0,0-1 0 0 0,-1 1 0 0 0,1 0-1 0 0,-5 1 1 0 0,1 1-15 0 0,1-1-1 0 0,-1 1 1 0 0,1 1 0 0 0,0-1 0 0 0,0 1-1 0 0,0 1 1 0 0,-10 5 0 0 0,8-4-33 0 0,1 1 1 0 0,-1 0 0 0 0,1 1 0 0 0,0 0 0 0 0,1 0 0 0 0,-1 1 0 0 0,2 0 0 0 0,-1 0 0 0 0,1 1 0 0 0,0 0-1 0 0,-6 13 1 0 0,9-15 20 0 0,2 0-1 0 0,-1-1 0 0 0,1 1 0 0 0,0 0 1 0 0,0 0-1 0 0,1 0 0 0 0,0 0 1 0 0,0 0-1 0 0,0 0 0 0 0,1 0 0 0 0,1 0 1 0 0,-1 0-1 0 0,1 0 0 0 0,0-1 1 0 0,0 1-1 0 0,1-1 0 0 0,0 1 0 0 0,0-1 1 0 0,0 0-1 0 0,9 11 0 0 0,-5-7-23 0 0,0-1-1 0 0,1 1 1 0 0,1-1 0 0 0,-1-1-1 0 0,2 0 1 0 0,-1 0-1 0 0,1 0 1 0 0,0-1-1 0 0,0-1 1 0 0,1 0 0 0 0,13 6-1 0 0,-22-11 15 0 0,0 0 0 0 0,0 0-1 0 0,0 0 1 0 0,0-1 0 0 0,0 1-1 0 0,1-1 1 0 0,-1 1 0 0 0,0-1-1 0 0,0 0 1 0 0,0 1 0 0 0,1-1-1 0 0,-1 0 1 0 0,0 0 0 0 0,0-1 0 0 0,0 1-1 0 0,1 0 1 0 0,-1-1 0 0 0,0 0-1 0 0,0 1 1 0 0,0-1 0 0 0,0 0-1 0 0,0 0 1 0 0,0 0 0 0 0,0 0-1 0 0,0 0 1 0 0,0-1 0 0 0,-1 1 0 0 0,1 0-1 0 0,0-1 1 0 0,1-2 0 0 0,-1 1 14 0 0,0-1 1 0 0,-1 1 0 0 0,1-1-1 0 0,-1 0 1 0 0,0 1 0 0 0,0-1-1 0 0,0 0 1 0 0,0 0 0 0 0,0 0-1 0 0,-1 0 1 0 0,0 0 0 0 0,0 0-1 0 0,0 0 1 0 0,0 0 0 0 0,-1 0-1 0 0,-1-4 1 0 0,-1-4 108 0 0,0 0 0 0 0,-1-1 0 0 0,0 2 1 0 0,-1-1-1 0 0,-1 1 0 0 0,0-1 0 0 0,0 1 0 0 0,-1 1 0 0 0,-10-12 0 0 0,12 15-67 0 0,-1 1 0 0 0,0 0-1 0 0,0 0 1 0 0,0 0-1 0 0,0 1 1 0 0,-1 0-1 0 0,0 0 1 0 0,0 1 0 0 0,-1 0-1 0 0,1 0 1 0 0,-1 1-1 0 0,1 0 1 0 0,-1 0-1 0 0,-15-3 1 0 0,21 6-39 0 0,0 0 0 0 0,0-1-1 0 0,0 1 1 0 0,0 0 0 0 0,0 0 0 0 0,0 0 0 0 0,0 1 0 0 0,0-1-1 0 0,0 0 1 0 0,0 1 0 0 0,0-1 0 0 0,0 1 0 0 0,0 0 0 0 0,0 0-1 0 0,0-1 1 0 0,1 1 0 0 0,-1 1 0 0 0,0-1 0 0 0,1 0-1 0 0,-1 0 1 0 0,1 0 0 0 0,-3 3 0 0 0,2-1-26 0 0,0 0-1 0 0,0 0 1 0 0,1 1-1 0 0,-1-1 1 0 0,1 0 0 0 0,0 1-1 0 0,-1-1 1 0 0,2 1-1 0 0,-1-1 1 0 0,0 1 0 0 0,0 6-1 0 0,1 0-33 0 0,0-1 0 0 0,1 1 0 0 0,0 0 0 0 0,0-1 0 0 0,1 1 0 0 0,0-1 0 0 0,1 1-1 0 0,5 13 1 0 0,-6-19 12 0 0,1 0 0 0 0,-1 0-1 0 0,1 0 1 0 0,0-1-1 0 0,0 1 1 0 0,0-1 0 0 0,0 0-1 0 0,0 0 1 0 0,1 0 0 0 0,0 0-1 0 0,-1-1 1 0 0,1 1-1 0 0,0-1 1 0 0,0 0 0 0 0,0 0-1 0 0,1-1 1 0 0,-1 1-1 0 0,0-1 1 0 0,1 0 0 0 0,-1 0-1 0 0,0 0 1 0 0,1-1-1 0 0,-1 0 1 0 0,1 1 0 0 0,-1-1-1 0 0,1-1 1 0 0,-1 1 0 0 0,1-1-1 0 0,5-1 1 0 0,-6 1 48 0 0,-1 0 1 0 0,1 0 0 0 0,-1 0-1 0 0,1-1 1 0 0,-1 0 0 0 0,0 1-1 0 0,1-1 1 0 0,-1 0-1 0 0,0 0 1 0 0,0-1 0 0 0,-1 1-1 0 0,1-1 1 0 0,0 1 0 0 0,-1-1-1 0 0,1 0 1 0 0,-1 0-1 0 0,0 0 1 0 0,0 0 0 0 0,0 0-1 0 0,-1-1 1 0 0,1 1 0 0 0,-1 0-1 0 0,1-1 1 0 0,-1 1-1 0 0,0-1 1 0 0,-1 0 0 0 0,1 1-1 0 0,-1-1 1 0 0,1 0 0 0 0,-1 1-1 0 0,0-1 1 0 0,0 0-1 0 0,-1 0 1 0 0,1 1 0 0 0,-2-7-1 0 0,-17-56 1263 0 0,17 62-1180 0 0,1-1 0 0 0,-1 1 0 0 0,0 0 0 0 0,0 0 0 0 0,-1 0 1 0 0,1 0-1 0 0,-1 0 0 0 0,0 1 0 0 0,0-1 0 0 0,0 1 0 0 0,0-1 0 0 0,-6-3 0 0 0,6 6-67 0 0,0-1-1 0 0,0 1 1 0 0,0 1 0 0 0,-1-1-1 0 0,1 0 1 0 0,0 1 0 0 0,0 0-1 0 0,-1-1 1 0 0,1 1 0 0 0,0 1-1 0 0,-1-1 1 0 0,1 0 0 0 0,0 1-1 0 0,0 0 1 0 0,-1-1 0 0 0,1 1-1 0 0,0 0 1 0 0,0 1 0 0 0,0-1-1 0 0,0 1 1 0 0,-4 3 0 0 0,5-4-23 0 0,0 0 0 0 0,0 0 0 0 0,1 0 1 0 0,-1 0-1 0 0,0 1 0 0 0,1-1 0 0 0,-1 1 1 0 0,1-1-1 0 0,0 1 0 0 0,-1-1 0 0 0,1 1 1 0 0,0 0-1 0 0,0 0 0 0 0,0 0 0 0 0,0-1 1 0 0,1 1-1 0 0,-1 0 0 0 0,0 0 0 0 0,1 0 1 0 0,0 0-1 0 0,-1 0 0 0 0,1 1 0 0 0,0-1 1 0 0,0 0-1 0 0,0 0 0 0 0,0 0 0 0 0,0 0 1 0 0,1 0-1 0 0,-1 0 0 0 0,0 0 1 0 0,1 0-1 0 0,0 0 0 0 0,-1 0 0 0 0,1 0 1 0 0,1 2-1 0 0,-1-3 2 0 0,0 1-1 0 0,0 0 1 0 0,0-1 0 0 0,0 1-1 0 0,0 0 1 0 0,0-1 0 0 0,0 1-1 0 0,1-1 1 0 0,-1 0 0 0 0,1 1 0 0 0,-1-1-1 0 0,1 0 1 0 0,-1 0 0 0 0,1 0-1 0 0,0 0 1 0 0,-1 0 0 0 0,1 0 0 0 0,0-1-1 0 0,0 1 1 0 0,0 0 0 0 0,0-1-1 0 0,2 1 1 0 0,-2-1-2 0 0,0-1 1 0 0,0 1-1 0 0,-1 0 0 0 0,1-1 1 0 0,0 1-1 0 0,0-1 0 0 0,0 0 1 0 0,0 0-1 0 0,-1 1 0 0 0,1-1 1 0 0,0 0-1 0 0,-1 0 0 0 0,1-1 1 0 0,-1 1-1 0 0,1 0 0 0 0,-1-1 1 0 0,0 1-1 0 0,2-2 0 0 0,-1 0 5 0 0,0 1 0 0 0,0-1 1 0 0,0 0-1 0 0,0 1 0 0 0,-1-1 0 0 0,1 0 0 0 0,-1 0 0 0 0,0 0 0 0 0,1 0 0 0 0,-2-1 1 0 0,1 1-1 0 0,0 0 0 0 0,-1 0 0 0 0,1 0 0 0 0,-1-1 0 0 0,0 1 0 0 0,0 0 0 0 0,0-1 0 0 0,0 1 1 0 0,-1 0-1 0 0,0 0 0 0 0,1 0 0 0 0,-1-1 0 0 0,0 1 0 0 0,-2-3 0 0 0,2 5-15 0 0,0 0-1 0 0,1 0 0 0 0,-1 1 1 0 0,0-1-1 0 0,0 0 0 0 0,-1 0 1 0 0,1 1-1 0 0,0-1 1 0 0,0 1-1 0 0,0-1 0 0 0,0 1 1 0 0,0-1-1 0 0,-1 1 0 0 0,1 0 1 0 0,0 0-1 0 0,0 0 0 0 0,-1-1 1 0 0,1 1-1 0 0,0 0 1 0 0,-2 1-1 0 0,-7-2-2053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0.4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7 347 10594 0 0,'-1'-1'78'0'0,"0"-1"-1"0"0,1 1 1 0 0,-1-1 0 0 0,0 1-1 0 0,1-1 1 0 0,-1 0-1 0 0,0 1 1 0 0,1-1 0 0 0,0 0-1 0 0,-1 0 1 0 0,1 1-1 0 0,0-1 1 0 0,0 0 0 0 0,0 0-1 0 0,0 1 1 0 0,1-1-1 0 0,-1 0 1 0 0,0 0 0 0 0,1 1-1 0 0,-1-1 1 0 0,1 0-1 0 0,1-2 1 0 0,17-46 499 0 0,-16 43-429 0 0,5-10 57 0 0,1 1 0 0 0,0 0 0 0 0,1 0 0 0 0,1 1 0 0 0,1 1-1 0 0,0 0 1 0 0,0 0 0 0 0,1 1 0 0 0,1 1 0 0 0,0 0 0 0 0,1 1 0 0 0,23-13 0 0 0,-24 16-94 0 0,1 0 0 0 0,0 1 1 0 0,1 1-1 0 0,0 0 1 0 0,0 1-1 0 0,0 1 1 0 0,0 1-1 0 0,1 0 1 0 0,0 1-1 0 0,-1 0 0 0 0,1 2 1 0 0,0 0-1 0 0,31 4 1 0 0,12 9 373 0 0,0 2 1 0 0,70 27-1 0 0,111 59 768 0 0,-200-83-1134 0 0,277 134 617 0 0,-256-117-646 0 0,-2 2-1 0 0,109 90 1 0 0,-38-6 108 0 0,-6 6 1 0 0,201 262 0 0 0,-225-257 63 0 0,184 266 492 0 0,17 67-89 0 0,-264-407-635 0 0,-2 1 0 0 0,-3 2 0 0 0,-3 1 0 0 0,-2 1 0 0 0,-3 2-1 0 0,-3 1 1 0 0,22 107 0 0 0,-36-128-111 0 0,-1 1-1 0 0,0 47 1 0 0,-8-74-2200 0 0,0 0 0 0 0,-4 22 0 0 0,1-19-4851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0.9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1 467 10138 0 0,'32'-1'1674'0'0,"-16"0"-1106"0"0,-1 1 1 0 0,1 0-1 0 0,-1 1 0 0 0,1 0 0 0 0,-1 2 1 0 0,1-1-1 0 0,-1 2 0 0 0,0 0 0 0 0,17 8 0 0 0,22 16-364 0 0,-23-11-75 0 0,35 13 0 0 0,0-2-121 0 0,-40-16 3 0 0,0-1 1 0 0,40 11-1 0 0,-56-20-9 0 0,-1 0 0 0 0,1 0 0 0 0,0-1-1 0 0,-1-1 1 0 0,1 0 0 0 0,0 0 0 0 0,-1-1 0 0 0,1 0-1 0 0,0-1 1 0 0,-1 0 0 0 0,12-3 0 0 0,-10 1 76 0 0,0-1-1 0 0,-1 0 1 0 0,1 0 0 0 0,-1-1 0 0 0,0-1-1 0 0,-1 1 1 0 0,1-2 0 0 0,-1 1 0 0 0,-1-1-1 0 0,12-13 1 0 0,-8 6 237 0 0,-2 0 0 0 0,1 0 0 0 0,-2-1 0 0 0,0-1 0 0 0,12-33 0 0 0,-4-5 393 0 0,-2-1 0 0 0,-3 0 0 0 0,5-70-1 0 0,-17 126-706 0 0,3-39 131 0 0,-3 28-213 0 0,1-1 0 0 0,0 1-1 0 0,1 0 1 0 0,0 0-1 0 0,5-15 1 0 0,-2 15-347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1.9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36 261 3225 0 0,'17'-32'-795'0'0,"1"-12"1497"0"0,21-82 0 0 0,-36 116 142 0 0,-2 7-511 0 0,0 1-1 0 0,0-1 1 0 0,0 0 0 0 0,0 0-1 0 0,-1 0 1 0 0,1 1-1 0 0,-1-1 1 0 0,0 0 0 0 0,0 0-1 0 0,0 0 1 0 0,0 0 0 0 0,0 0-1 0 0,-1 0 1 0 0,-1-5-1 0 0,2 8-223 0 0,0 0 0 0 0,-1 0 0 0 0,1-1-1 0 0,-1 1 1 0 0,1 0 0 0 0,0 0 0 0 0,-1 0-1 0 0,1 0 1 0 0,-1 0 0 0 0,1 0 0 0 0,0 0-1 0 0,-1 0 1 0 0,1 1 0 0 0,-1-1 0 0 0,1 0-1 0 0,0 0 1 0 0,-1 0 0 0 0,1 0 0 0 0,0 0-1 0 0,-1 1 1 0 0,1-1 0 0 0,-1 0 0 0 0,1 0-1 0 0,0 1 1 0 0,0-1 0 0 0,-1 0 0 0 0,1 0-1 0 0,0 1 1 0 0,0-1 0 0 0,-1 0 0 0 0,1 1-1 0 0,0-1 1 0 0,0 0 0 0 0,0 1 0 0 0,-1-1-1 0 0,1 1 1 0 0,0-1 0 0 0,0 1 0 0 0,-11 15 1409 0 0,-5 15-669 0 0,1 0 0 0 0,1 1-1 0 0,2 0 1 0 0,1 1-1 0 0,-11 57 1 0 0,21-88-831 0 0,1 0-1 0 0,-1 1 1 0 0,1-1 0 0 0,0 0-1 0 0,0 0 1 0 0,0 0-1 0 0,0 0 1 0 0,0 1 0 0 0,0-1-1 0 0,0 0 1 0 0,1 0 0 0 0,-1 0-1 0 0,1 0 1 0 0,-1 0 0 0 0,1 0-1 0 0,0 0 1 0 0,0 0-1 0 0,0 0 1 0 0,0 0 0 0 0,0 0-1 0 0,0 0 1 0 0,1-1 0 0 0,1 3-1 0 0,1-2-1 0 0,-1 0 1 0 0,1 0-1 0 0,0-1 0 0 0,-1 1 1 0 0,1-1-1 0 0,0 0 0 0 0,0 0 0 0 0,0 0 1 0 0,0-1-1 0 0,0 1 0 0 0,0-1 1 0 0,4 0-1 0 0,57 3 49 0 0,120 24 1 0 0,-177-25-68 0 0,-1 0 0 0 0,1 0 1 0 0,-1 0-1 0 0,0 1 1 0 0,0 0-1 0 0,0 1 0 0 0,0-1 1 0 0,-1 1-1 0 0,1 1 1 0 0,-1-1-1 0 0,0 1 0 0 0,0 0 1 0 0,0 1-1 0 0,-1-1 1 0 0,0 1-1 0 0,0 0 0 0 0,-1 0 1 0 0,1 1-1 0 0,-1-1 1 0 0,5 13-1 0 0,-6-10-27 0 0,1 2-1 0 0,-2-1 1 0 0,1 0-1 0 0,-1 1 1 0 0,-1-1 0 0 0,0 1-1 0 0,0-1 1 0 0,-1 1-1 0 0,-1-1 1 0 0,0 1-1 0 0,0-1 1 0 0,-1 1 0 0 0,0-1-1 0 0,-6 16 1 0 0,-1 0-115 0 0,-25 50 1 0 0,29-67-383 0 0,0 1 0 0 0,-1-1 0 0 0,0-1 0 0 0,-1 1 0 0 0,1-1 0 0 0,-2 0 0 0 0,1-1 0 0 0,-12 10 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2.1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8754 0 0,'1'4'348'0'0,"0"-1"-1"0"0,1 1 1 0 0,-1 0 0 0 0,1-1-1 0 0,0 1 1 0 0,0-1 0 0 0,0 1-1 0 0,1-1 1 0 0,-1 0 0 0 0,5 4-1 0 0,2 5 243 0 0,133 165 8164 0 0,-141-175-8751 0 0,0-1 7 0 0,0 1-158 0 0,0-1 1 0 0,0 1-1 0 0,0-1 1 0 0,1 0-1 0 0,-1 0 1 0 0,0 1-1 0 0,1-1 1 0 0,-1 0-1 0 0,0 0 1 0 0,1 0-1 0 0,-1-1 1 0 0,1 1-1 0 0,2 1 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2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1 0 12355 0 0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2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8754 0 0,'-4'4'776'0'0,"3"-1"-616"0"0,1 1-160 0 0,0 0 0 0 0,2-1 184 0 0,0 1 8 0 0,0 0 0 0 0,2 4 0 0 0,3 5-192 0 0,3 3 0 0 0,2 3 0 0 0,2-2 0 0 0,1-2 0 0 0,0-2 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2.9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98 5985 0 0,'6'8'5415'0'0,"10"12"-2999"0"0,33 35-664 0 0,-36-41-1031 0 0,1 0-1 0 0,-2 1 1 0 0,0 0-1 0 0,0 1 1 0 0,-2 1-1 0 0,0 0 1 0 0,9 22 0 0 0,-19-39-722 0 0,0 0 0 0 0,0 1 0 0 0,0-1 0 0 0,0 0 0 0 0,0 0 0 0 0,0 0 0 0 0,0 0 0 0 0,1 1 0 0 0,-1-1 0 0 0,0 0 1 0 0,0 0-1 0 0,0 0 0 0 0,0 0 0 0 0,0 1 0 0 0,0-1 0 0 0,0 0 0 0 0,0 0 0 0 0,0 0 0 0 0,0 0 0 0 0,1 0 1 0 0,-1 1-1 0 0,0-1 0 0 0,0 0 0 0 0,0 0 0 0 0,0 0 0 0 0,0 0 0 0 0,0 0 0 0 0,1 0 0 0 0,-1 0 0 0 0,0 0 0 0 0,0 0 1 0 0,0 0-1 0 0,0 0 0 0 0,1 1 0 0 0,-1-1 0 0 0,0 0 0 0 0,0 0 0 0 0,0 0 0 0 0,1 0 0 0 0,-1 0 0 0 0,0 0 0 0 0,0 0 1 0 0,0-1-1 0 0,0 1 0 0 0,1 0 0 0 0,-1 0 0 0 0,0 0 0 0 0,0 0 0 0 0,0 0 0 0 0,0 0 0 0 0,0 0 0 0 0,1 0 1 0 0,-1 0-1 0 0,0 0 0 0 0,0 0 0 0 0,0-1 0 0 0,0 1 0 0 0,0 0 0 0 0,0 0 0 0 0,1 0 0 0 0,-1 0 0 0 0,0 0 0 0 0,0-1 1 0 0,8-17-138 0 0,4-22-163 0 0,-5-37-777 0 0,-6 61 913 0 0,0 0 0 0 0,1 0 0 0 0,0 0 0 0 0,1 0 1 0 0,1 0-1 0 0,6-15 0 0 0,-9 27 194 0 0,1 0 0 0 0,0 1 1 0 0,0-1-1 0 0,0 1 0 0 0,0-1 0 0 0,1 1 1 0 0,-1 0-1 0 0,1 0 0 0 0,0 0 0 0 0,0 0 0 0 0,0 1 1 0 0,0-1-1 0 0,1 1 0 0 0,-1 0 0 0 0,1 0 1 0 0,-1 0-1 0 0,1 0 0 0 0,0 0 0 0 0,0 1 1 0 0,-1 0-1 0 0,1-1 0 0 0,0 2 0 0 0,0-1 0 0 0,0 0 1 0 0,0 1-1 0 0,1 0 0 0 0,-1 0 0 0 0,0 0 1 0 0,0 0-1 0 0,6 2 0 0 0,-2 0 69 0 0,0 0-1 0 0,1 0 1 0 0,-1 1-1 0 0,0 0 1 0 0,-1 1-1 0 0,1 0 1 0 0,-1 0-1 0 0,1 1 1 0 0,-1-1-1 0 0,-1 2 1 0 0,1-1-1 0 0,-1 1 1 0 0,10 10-1 0 0,-6-1-15 0 0,0-1-1 0 0,-2 1 1 0 0,1 1-1 0 0,9 26 1 0 0,-10-22-4 0 0,2 0 0 0 0,14 23 0 0 0,-13-31-77 0 0,-7-20 0 0 0,-10-35-4 0 0,3 28-7 0 0,2-9-140 0 0,0 1-1 0 0,4-35 1 0 0,-3 53 121 0 0,0 0-1 0 0,1-1 1 0 0,0 1-1 0 0,0 0 1 0 0,1 0-1 0 0,-1 0 1 0 0,1 0-1 0 0,0 0 1 0 0,1 0-1 0 0,-1 1 1 0 0,1-1-1 0 0,0 1 1 0 0,0-1-1 0 0,0 1 1 0 0,0 0-1 0 0,1 0 1 0 0,5-4-1 0 0,-6 6 39 0 0,-1 1 0 0 0,1-1-1 0 0,0 1 1 0 0,0 0-1 0 0,0 0 1 0 0,0 0-1 0 0,0 0 1 0 0,0 0 0 0 0,0 1-1 0 0,0-1 1 0 0,0 1-1 0 0,0 0 1 0 0,0 0-1 0 0,0 0 1 0 0,1 0 0 0 0,-1 0-1 0 0,0 1 1 0 0,0 0-1 0 0,0-1 1 0 0,0 1 0 0 0,0 0-1 0 0,0 1 1 0 0,-1-1-1 0 0,1 0 1 0 0,0 1-1 0 0,-1 0 1 0 0,1-1 0 0 0,4 5-1 0 0,5 4-484 0 0,-1 1 0 0 0,0 0 1 0 0,-1 1-1 0 0,13 18 0 0 0,-16-20-738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3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6 6913 0 0,'-8'-5'10608'0'0,"81"108"-6826"0"0,34 61-2377 0 0,-14-21-1212 0 0,-76-121-1303 0 0,-30-39-3683 0 0,2 4 2822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3.4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28 228 1368 0 0,'-4'-7'169'0'0,"0"-1"-1"0"0,0 0 1 0 0,1-1-1 0 0,0 1 1 0 0,1-1 0 0 0,-1 1-1 0 0,2-1 1 0 0,-1 0-1 0 0,1 0 1 0 0,0 0-1 0 0,1 0 1 0 0,1-13-1 0 0,0 17 331 0 0,0 0 0 0 0,0 0-1 0 0,0 0 1 0 0,1 0-1 0 0,0 1 1 0 0,0-1-1 0 0,0 0 1 0 0,0 1-1 0 0,1 0 1 0 0,-1-1 0 0 0,1 1-1 0 0,1 0 1 0 0,-1 0-1 0 0,0 1 1 0 0,1-1-1 0 0,0 1 1 0 0,-1 0-1 0 0,2 0 1 0 0,-1 0 0 0 0,0 0-1 0 0,7-3 1 0 0,-5 4-138 0 0,1 0 1 0 0,-1 0 0 0 0,1 0 0 0 0,0 1 0 0 0,0 0-1 0 0,0 0 1 0 0,-1 1 0 0 0,1 0 0 0 0,0 0 0 0 0,0 0-1 0 0,0 1 1 0 0,0 0 0 0 0,0 1 0 0 0,-1-1 0 0 0,11 5-1 0 0,-12-4-283 0 0,0 0 0 0 0,0 0 0 0 0,0 1 0 0 0,0 0 0 0 0,-1 0-1 0 0,1 0 1 0 0,-1 0 0 0 0,1 1 0 0 0,-1 0 0 0 0,0 0 0 0 0,-1 0-1 0 0,1 0 1 0 0,-1 1 0 0 0,1-1 0 0 0,-2 1 0 0 0,1 0 0 0 0,0 0 0 0 0,-1 0-1 0 0,0 0 1 0 0,0 0 0 0 0,0 1 0 0 0,-1-1 0 0 0,0 1 0 0 0,0-1-1 0 0,0 1 1 0 0,0 8 0 0 0,-1 1-109 0 0,-1 0 0 0 0,0-1 0 0 0,-1 1 0 0 0,0 0 0 0 0,-2 0 0 0 0,1-1 0 0 0,-2 1 0 0 0,-10 23 0 0 0,7-23-599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3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4609 0 0,'-1'2'406'0'0,"0"0"0"0"0,0 0-1 0 0,0 0 1 0 0,0 0 0 0 0,0 0 0 0 0,0 0 0 0 0,1 0-1 0 0,-1 0 1 0 0,1 1 0 0 0,0-1 0 0 0,-1 0 0 0 0,1 0-1 0 0,0 1 1 0 0,0-1 0 0 0,0 0 0 0 0,1 0 0 0 0,-1 1-1 0 0,0-1 1 0 0,1 0 0 0 0,0 0 0 0 0,-1 0 0 0 0,1 0-1 0 0,0 0 1 0 0,2 3 0 0 0,3 6 849 0 0,0-1 1 0 0,1 0-1 0 0,12 14 0 0 0,-3-5-692 0 0,7 13-385 0 0,2-2 1 0 0,2-1-1 0 0,0-2 1 0 0,2 0-1 0 0,41 29 1 0 0,-53-44-1088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3.8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9218 0 0,'18'27'4722'0'0,"-1"24"83"0"0,4 10-1978 0 0,-19-57-2852 0 0,0 0-1 0 0,0 1 1 0 0,1-1 0 0 0,-1 0-1 0 0,1 0 1 0 0,0 0-1 0 0,0 0 1 0 0,0-1-1 0 0,1 1 1 0 0,3 2 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4.1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 10138 0 0,'0'0'105'0'0,"0"0"-1"0"0,-1 0 1 0 0,1 0-1 0 0,-1 1 0 0 0,1-1 1 0 0,0 0-1 0 0,-1 0 1 0 0,1 1-1 0 0,0-1 1 0 0,-1 0-1 0 0,1 1 1 0 0,0-1-1 0 0,0 0 1 0 0,-1 1-1 0 0,1-1 0 0 0,0 0 1 0 0,0 1-1 0 0,0-1 1 0 0,0 1-1 0 0,-1-1 1 0 0,1 0-1 0 0,0 1 1 0 0,0-1-1 0 0,0 1 1 0 0,0-1-1 0 0,0 1 0 0 0,2 5 2489 0 0,3-8-3022 0 0,1-1 67 0 0,1 0 0 0 0,-1 1-1 0 0,1 0 1 0 0,0 0 0 0 0,0 1 0 0 0,13-1 0 0 0,-6 4 330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4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14 9674 0 0,'-1'-1'187'0'0,"0"0"0"0"0,0 0 0 0 0,0 0 1 0 0,0 0-1 0 0,0 0 0 0 0,-1 0 0 0 0,1 0 0 0 0,0 0 0 0 0,0 1 1 0 0,-1-1-1 0 0,1 0 0 0 0,0 1 0 0 0,-1-1 0 0 0,1 1 0 0 0,0 0 0 0 0,-1-1 1 0 0,1 1-1 0 0,-1 0 0 0 0,1 0 0 0 0,-1 0 0 0 0,1 0 0 0 0,0 0 0 0 0,-1 0 1 0 0,1 0-1 0 0,-1 0 0 0 0,1 1 0 0 0,-1-1 0 0 0,1 0 0 0 0,0 1 0 0 0,-1 0 1 0 0,1-1-1 0 0,0 1 0 0 0,-1 0 0 0 0,1-1 0 0 0,0 1 0 0 0,0 0 0 0 0,-2 2 1 0 0,0 0 114 0 0,1-1 0 0 0,0 1 0 0 0,0 0 0 0 0,0 0 0 0 0,0 0 0 0 0,1 0 0 0 0,-1 0 0 0 0,1 0 1 0 0,0 0-1 0 0,0 0 0 0 0,0 1 0 0 0,0-1 0 0 0,0 0 0 0 0,1 1 0 0 0,-1 4 0 0 0,2 6-86 0 0,0 0 0 0 0,1 0 0 0 0,1-1 0 0 0,0 1 0 0 0,7 19-1 0 0,31 66 20 0 0,-26-66-67 0 0,5 12-283 0 0,2-2-1 0 0,2 0 1 0 0,1-2-1 0 0,3 0 1 0 0,1-2-1 0 0,42 43 1 0 0,-54-63-1788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5:44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5 368 8290 0 0,'-1'-1'59'0'0,"0"0"1"0"0,1 0-1 0 0,0 0 1 0 0,-1 0-1 0 0,1 0 1 0 0,-1 0-1 0 0,1 0 1 0 0,0 0-1 0 0,0 0 1 0 0,0 0-1 0 0,-1 0 1 0 0,1 0-1 0 0,0 0 1 0 0,0 0-1 0 0,0 0 1 0 0,1 0-1 0 0,-1 0 1 0 0,0 0-1 0 0,0 0 1 0 0,1-1-1 0 0,-1 1 1 0 0,0 1-1 0 0,1-1 1 0 0,-1 0-1 0 0,1 0 1 0 0,-1 0-1 0 0,1 0 1 0 0,-1 0 0 0 0,1 0-1 0 0,0 0 1 0 0,0 1-1 0 0,-1-1 1 0 0,1 0-1 0 0,2-1 1 0 0,36-31 2173 0 0,-28 24-1772 0 0,27-21 1201 0 0,2 2 1 0 0,75-40 0 0 0,22-1-3163 0 0,-8 5-8562 0 0,-117 56 8420 0 0,14-8-1569 0 0,-34 54 9841 0 0,7-27-5433 0 0,-1 0 0 0 0,2 1 0 0 0,-1-1 0 0 0,1 0 1 0 0,4 20-1 0 0,-4-28-1062 0 0,0 1 1 0 0,1-1 0 0 0,-1 0-1 0 0,1 0 1 0 0,0 0 0 0 0,0 0-1 0 0,1 0 1 0 0,-1 0 0 0 0,0 0-1 0 0,1 0 1 0 0,0-1 0 0 0,-1 1-1 0 0,1 0 1 0 0,0-1 0 0 0,1 0-1 0 0,-1 1 1 0 0,0-1 0 0 0,1 0-1 0 0,-1 0 1 0 0,1 0 0 0 0,0-1-1 0 0,-1 1 1 0 0,1 0 0 0 0,0-1-1 0 0,3 1 1 0 0,-4-2-47 0 0,0 0 0 0 0,0 0 0 0 0,0 0 0 0 0,-1 0-1 0 0,1 0 1 0 0,0-1 0 0 0,0 1 0 0 0,-1-1 0 0 0,1 0 0 0 0,0 1 0 0 0,-1-1 0 0 0,1 0-1 0 0,0 0 1 0 0,-1 0 0 0 0,1 0 0 0 0,-1 0 0 0 0,0 0 0 0 0,1 0 0 0 0,-1-1 0 0 0,0 1-1 0 0,0-1 1 0 0,0 1 0 0 0,0 0 0 0 0,2-3 0 0 0,25-45 956 0 0,-23 40-903 0 0,9-25 213 0 0,7-14 30 0 0,-19 45-351 0 0,0 0 1 0 0,-1 0-1 0 0,1 0 0 0 0,1 0 0 0 0,-1 0 0 0 0,0 1 1 0 0,1-1-1 0 0,-1 1 0 0 0,1 0 0 0 0,0 0 0 0 0,4-3 1 0 0,-6 5-10 0 0,1-1 1 0 0,-1 1 0 0 0,0 0-1 0 0,1 0 1 0 0,-1 0 0 0 0,0 0-1 0 0,1 0 1 0 0,-1 0 0 0 0,1 0-1 0 0,-1 1 1 0 0,0-1 0 0 0,1 0-1 0 0,-1 1 1 0 0,0-1 0 0 0,1 1-1 0 0,-1-1 1 0 0,0 1 0 0 0,0 0-1 0 0,1 0 1 0 0,-1-1 0 0 0,0 1-1 0 0,2 2 1 0 0,27 26 234 0 0,-22-20-165 0 0,2 0-54 0 0,-1 1-1 0 0,0 0 1 0 0,-1 0-1 0 0,0 1 0 0 0,-1 0 1 0 0,0 1-1 0 0,0-1 1 0 0,-2 1-1 0 0,1 1 1 0 0,-1-1-1 0 0,-1 1 1 0 0,0 0-1 0 0,-1 0 1 0 0,-1 0-1 0 0,0 0 0 0 0,0 0 1 0 0,-1 17-1 0 0,-2-5 53 0 0,-1 0-1 0 0,0-1 0 0 0,-2 1 1 0 0,-1-1-1 0 0,-14 42 0 0 0,13-50-39 0 0,-1 0-1 0 0,0 0 1 0 0,-1-1-1 0 0,0 0 1 0 0,-2 0-1 0 0,1-1 1 0 0,-2-1-1 0 0,0 1 1 0 0,-15 13-1 0 0,23-24-391 0 0,-12 9 399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6.5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11 141 10138 0 0,'-11'7'3965'0'0,"12"-6"-3835"0"0,-1-1 0 0 0,0 0 0 0 0,0 1 0 0 0,1-1 0 0 0,-1 0 0 0 0,0 1 0 0 0,1-1 0 0 0,-1 0 1 0 0,0 1-1 0 0,1-1 0 0 0,-1 0 0 0 0,1 0 0 0 0,-1 0 0 0 0,0 1 0 0 0,1-1 0 0 0,-1 0 0 0 0,1 0 0 0 0,-1 0 0 0 0,1 0 0 0 0,-1 0 0 0 0,1 0 0 0 0,-1 0 0 0 0,0 0 0 0 0,1 0 0 0 0,-1 0 0 0 0,1 0 0 0 0,-1 0 0 0 0,1 0 0 0 0,-1 0 0 0 0,0 0 0 0 0,1 0 1 0 0,-1-1-1 0 0,1 1 0 0 0,-1 0 0 0 0,1 0 0 0 0,-1-1 0 0 0,64-11 1154 0 0,66-22 0 0 0,-12 2-626 0 0,171-26-23 0 0,-238 51-779 0 0,1 2-1 0 0,0 3 1 0 0,88 7-1 0 0,-80 7-3605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6.7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0 14283 0 0,'-1'0'196'0'0,"0"0"1"0"0,0 1-1 0 0,0-1 1 0 0,0 0-1 0 0,0 1 1 0 0,0-1-1 0 0,0 0 0 0 0,0 1 1 0 0,0-1-1 0 0,1 1 1 0 0,-1 0-1 0 0,0-1 0 0 0,0 1 1 0 0,0 0-1 0 0,1-1 1 0 0,-1 1-1 0 0,0 0 0 0 0,1 0 1 0 0,-2 1-1 0 0,8 13 4822 0 0,5 5-5258 0 0,-1 10 399 0 0,-1 0 0 0 0,-2 1 0 0 0,-1 0 0 0 0,3 48 0 0 0,-5 131 39 0 0,-4-105-127 0 0,0-77-482 0 0,1 1-1 0 0,1 0 1 0 0,1-1-1 0 0,2 0 1 0 0,13 46 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7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 7370 0 0,'33'-30'5897'0'0,"-31"29"-5529"0"0,0-1-1 0 0,-1 1 0 0 0,1 0 0 0 0,0-1 1 0 0,0 1-1 0 0,-1 0 0 0 0,1 0 0 0 0,0 0 0 0 0,0 1 1 0 0,0-1-1 0 0,0 0 0 0 0,1 1 0 0 0,-1-1 1 0 0,0 1-1 0 0,0 0 0 0 0,0 0 0 0 0,4 0 1 0 0,-4 2-214 0 0,-1-1 1 0 0,1 1-1 0 0,-1 1 1 0 0,0-1-1 0 0,1 0 1 0 0,-1 0-1 0 0,0 0 1 0 0,0 1-1 0 0,-1-1 1 0 0,1 1 0 0 0,0-1-1 0 0,-1 0 1 0 0,1 1-1 0 0,-1-1 1 0 0,0 1-1 0 0,0 3 1 0 0,0-2-55 0 0,11 86 95 0 0,-5-23 58 0 0,3-1 0 0 0,3-1 1 0 0,32 104-1 0 0,-41-161-252 0 0,-1-2-3 0 0,-1-1 1 0 0,1 0 0 0 0,0 0 0 0 0,0 0 0 0 0,1 0 0 0 0,0 0 0 0 0,-1 0-1 0 0,2-1 1 0 0,-1 1 0 0 0,0-1 0 0 0,7 6 0 0 0,-9-10-9 0 0,-1 0 1 0 0,1 1-1 0 0,0-1 1 0 0,-1 0-1 0 0,1 0 0 0 0,-1 0 1 0 0,1 0-1 0 0,0 1 1 0 0,-1-1-1 0 0,1 0 1 0 0,0 0-1 0 0,-1-1 1 0 0,1 1-1 0 0,0 0 0 0 0,-1 0 1 0 0,1 0-1 0 0,0 0 1 0 0,-1 0-1 0 0,1-1 1 0 0,-1 1-1 0 0,1 0 1 0 0,0-1-1 0 0,-1 1 0 0 0,1 0 1 0 0,-1-1-1 0 0,1 1 1 0 0,-1-1-1 0 0,1 1 1 0 0,-1 0-1 0 0,1-1 1 0 0,-1 0-1 0 0,0 1 1 0 0,1-1-1 0 0,-1 1 0 0 0,0-1 1 0 0,1 1-1 0 0,-1-1 1 0 0,0 0-1 0 0,0 1 1 0 0,1-1-1 0 0,-1 1 1 0 0,0-1-1 0 0,0-1 0 0 0,8-31-396 0 0,-8 32 386 0 0,2-12-92 0 0,4-23-374 0 0,18-65 0 0 0,-21 90 535 0 0,1 0 0 0 0,1 1-1 0 0,0 0 1 0 0,0 0 0 0 0,1 0-1 0 0,0 0 1 0 0,1 1 0 0 0,0 0-1 0 0,0 0 1 0 0,12-10 0 0 0,-17 17-20 0 0,0 1 1 0 0,-1-1 0 0 0,1 1-1 0 0,0-1 1 0 0,0 1 0 0 0,1 0-1 0 0,-1 0 1 0 0,0 0 0 0 0,0 0-1 0 0,0 0 1 0 0,1 0 0 0 0,-1 0-1 0 0,1 1 1 0 0,-1-1-1 0 0,0 1 1 0 0,1 0 0 0 0,-1 0-1 0 0,1 0 1 0 0,-1 0 0 0 0,1 0-1 0 0,-1 0 1 0 0,3 1 0 0 0,-1 1-3 0 0,0 0 0 0 0,-1-1 0 0 0,1 1 0 0 0,-1 0 0 0 0,0 1 0 0 0,1-1 1 0 0,-1 1-1 0 0,0-1 0 0 0,0 1 0 0 0,-1 0 0 0 0,1 0 0 0 0,3 5 0 0 0,4 7 17 0 0,-1 1 0 0 0,-1 0 0 0 0,0 1 0 0 0,10 30-1 0 0,7 42-54 0 0,-14-46-6702 0 0,-4-20-563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7.5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1 412 10594 0 0,'3'-2'350'0'0,"0"0"0"0"0,1-1 0 0 0,-1 1 0 0 0,0-1 0 0 0,-1 0 0 0 0,1 0 0 0 0,2-4 0 0 0,-4 7-289 0 0,34-45 2253 0 0,35-55 0 0 0,-58 81-2107 0 0,-1-1 0 0 0,-1 0 0 0 0,-1 0-1 0 0,0-1 1 0 0,10-43 0 0 0,-19 63-189 0 0,6-41 323 0 0,-6 41-302 0 0,1-1 0 0 0,-1 1 0 0 0,0-1 0 0 0,0 0 1 0 0,0 1-1 0 0,0-1 0 0 0,0 1 0 0 0,0-1 0 0 0,-1 0 0 0 0,1 1 1 0 0,-1-1-1 0 0,1 1 0 0 0,-1-1 0 0 0,1 1 0 0 0,-1-1 0 0 0,0 1 1 0 0,0 0-1 0 0,1-1 0 0 0,-1 1 0 0 0,0 0 0 0 0,-2-2 0 0 0,2 3-10 0 0,0-1 0 0 0,-1 1-1 0 0,1 0 1 0 0,0 1-1 0 0,0-1 1 0 0,0 0 0 0 0,0 0-1 0 0,0 0 1 0 0,-1 1-1 0 0,1-1 1 0 0,0 0 0 0 0,0 1-1 0 0,0-1 1 0 0,0 1-1 0 0,0-1 1 0 0,0 1-1 0 0,0 0 1 0 0,0-1 0 0 0,1 1-1 0 0,-1 0 1 0 0,0 0-1 0 0,0 0 1 0 0,0-1 0 0 0,0 3-1 0 0,-19 21 192 0 0,8-5-159 0 0,0 0-1 0 0,1 0 1 0 0,1 1-1 0 0,1 0 1 0 0,-14 43-1 0 0,21-56-16 0 0,1 1-1 0 0,0-1 1 0 0,0 1 0 0 0,0 0-1 0 0,1 0 1 0 0,0-1-1 0 0,0 1 1 0 0,1 0-1 0 0,0-1 1 0 0,0 1-1 0 0,1 0 1 0 0,0-1-1 0 0,1 0 1 0 0,-1 1 0 0 0,1-1-1 0 0,1 0 1 0 0,-1 0-1 0 0,1-1 1 0 0,0 1-1 0 0,9 10 1 0 0,-4-8-42 0 0,0 0 0 0 0,1-1 0 0 0,-1 0 0 0 0,2-1 0 0 0,-1 0 0 0 0,1 0-1 0 0,0-1 1 0 0,0 0 0 0 0,1-1 0 0 0,-1-1 0 0 0,1 0 0 0 0,0 0 0 0 0,1-1 0 0 0,18 2 0 0 0,1-2-1496 0 0,0-1 0 0 0,0-1 0 0 0,0-2 0 0 0,48-8 1 0 0,-46 4 847 0 0,-2-4 466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7.7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43 159 11058 0 0,'-3'1'-19'0'0,"-1"0"324"0"0,1 1 0 0 0,-1-1 0 0 0,1 1 0 0 0,0 0 0 0 0,-1 0 0 0 0,1 0 0 0 0,0 0 0 0 0,-5 6 0 0 0,8-7-123 0 0,-1 1-1 0 0,0-1 0 0 0,1 0 0 0 0,-1 1 0 0 0,1 0 0 0 0,0-1 0 0 0,-1 1 0 0 0,1-1 0 0 0,0 1 1 0 0,0-1-1 0 0,0 1 0 0 0,0 0 0 0 0,0-1 0 0 0,0 1 0 0 0,1-1 0 0 0,-1 1 0 0 0,0-1 0 0 0,1 1 1 0 0,-1-1-1 0 0,1 1 0 0 0,0-1 0 0 0,-1 1 0 0 0,1-1 0 0 0,0 0 0 0 0,1 2 0 0 0,8 15 251 0 0,1 0 0 0 0,1-1 0 0 0,1-1 0 0 0,0 1-1 0 0,1-2 1 0 0,0 0 0 0 0,2-1 0 0 0,0 0 0 0 0,30 19 0 0 0,-39-29-385 0 0,0-1 0 0 0,0 1 0 0 0,0-1 0 0 0,1 0 0 0 0,-1-1 0 0 0,1 0 0 0 0,0 0 0 0 0,0-1 1 0 0,0 0-1 0 0,10 0 0 0 0,-14-1-18 0 0,-1 0-1 0 0,0 0 1 0 0,1-1 0 0 0,-1 1 0 0 0,1-1-1 0 0,-1 0 1 0 0,0 0 0 0 0,1 0 0 0 0,-1-1-1 0 0,0 1 1 0 0,0-1 0 0 0,0 1-1 0 0,0-1 1 0 0,0 0 0 0 0,0 0 0 0 0,-1 0-1 0 0,1-1 1 0 0,-1 1 0 0 0,1-1 0 0 0,-1 1-1 0 0,0-1 1 0 0,0 0 0 0 0,0 0 0 0 0,0 0-1 0 0,2-6 1 0 0,2-9 102 0 0,-1-1 0 0 0,-1 0 0 0 0,-1 0 0 0 0,0 0 0 0 0,-2-1 0 0 0,0 1 0 0 0,-1-1 0 0 0,-3-21 0 0 0,2 17-287 0 0,0-1-1 0 0,2 0 0 0 0,0 1 1 0 0,7-32-1 0 0,-3 41-370 0 0,0 3-102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8.4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1 305 1840 0 0,'11'-11'4109'0'0,"1"2"0"0"0,23-15 0 0 0,13-10 1314 0 0,-43 30-5174 0 0,-1 0 1 0 0,1 0-1 0 0,-1 0 1 0 0,0-1 0 0 0,0 0-1 0 0,0 1 1 0 0,-1-1 0 0 0,0-1-1 0 0,0 1 1 0 0,0 0-1 0 0,3-10 1 0 0,-5 9-234 0 0,0 1 1 0 0,-1 0-1 0 0,1 0 1 0 0,-1 0-1 0 0,0 0 1 0 0,0-1-1 0 0,-1 1 0 0 0,0 0 1 0 0,0 0-1 0 0,0 0 1 0 0,0 0-1 0 0,-1 0 1 0 0,0 0-1 0 0,-2-5 1 0 0,1 3 5 0 0,-17-35 15 0 0,19 40-40 0 0,-1-1 1 0 0,1 1-1 0 0,-1 0 0 0 0,1 0 0 0 0,-1-1 1 0 0,0 1-1 0 0,0 0 0 0 0,0 0 0 0 0,0 1 1 0 0,0-1-1 0 0,-1 0 0 0 0,1 1 1 0 0,-4-2-1 0 0,6 3-18 0 0,-1 0-1 0 0,0 0 1 0 0,0 0 0 0 0,0 0-1 0 0,0 0 1 0 0,0 0 0 0 0,0 1-1 0 0,1-1 1 0 0,-1 0 0 0 0,0 1-1 0 0,0-1 1 0 0,0 0 0 0 0,1 1-1 0 0,-1-1 1 0 0,0 1 0 0 0,1-1-1 0 0,-1 1 1 0 0,0 0 0 0 0,1-1 0 0 0,-1 1-1 0 0,1 0 1 0 0,-1-1 0 0 0,1 1-1 0 0,-1 0 1 0 0,1-1 0 0 0,-1 1-1 0 0,1 0 1 0 0,0 0 0 0 0,-1 0-1 0 0,1 0 1 0 0,0 0 0 0 0,-10 29-248 0 0,8-17 233 0 0,0 0-1 0 0,1 0 1 0 0,1 0-1 0 0,-1 0 1 0 0,2-1-1 0 0,0 1 1 0 0,1 0-1 0 0,0 0 1 0 0,1-1-1 0 0,0 1 1 0 0,1-1-1 0 0,6 14 1 0 0,-6-16 49 0 0,1-1 0 0 0,1 0 0 0 0,-1 0 0 0 0,1-1 0 0 0,1 0 0 0 0,-1 0 0 0 0,2 0 0 0 0,-1-1 0 0 0,1 0 0 0 0,0-1 0 0 0,0 1 0 0 0,1-2 1 0 0,-1 1-1 0 0,1-1 0 0 0,16 6 0 0 0,-10-5 30 0 0,0-1 0 0 0,0 0 0 0 0,0-1 0 0 0,0-1 0 0 0,1-1 0 0 0,-1 0 0 0 0,1-1 0 0 0,0 0 0 0 0,28-4 0 0 0,-35 2-242 0 0,1-1 0 0 0,0 0 0 0 0,0-1-1 0 0,-1 0 1 0 0,0-1 0 0 0,1 0 0 0 0,-1 0 0 0 0,-1-1 0 0 0,1 0-1 0 0,-1-1 1 0 0,0 1 0 0 0,0-2 0 0 0,0 1 0 0 0,-1-1 0 0 0,0 0-1 0 0,8-12 1 0 0,53-86-5007 0 0,-46 68 4139 0 0,32-41-1 0 0,-54 77 1392 0 0,1 0 0 0 0,0 0 1 0 0,0 0-1 0 0,0 0 1 0 0,0 0-1 0 0,0 0 0 0 0,0 1 1 0 0,0-1-1 0 0,0 0 0 0 0,0 1 1 0 0,0-1-1 0 0,1 1 0 0 0,-1-1 1 0 0,0 1-1 0 0,0-1 0 0 0,1 1 1 0 0,-1 0-1 0 0,0 0 0 0 0,0 0 1 0 0,1 0-1 0 0,-1 0 0 0 0,0 0 1 0 0,3 0-1 0 0,-1 1 2 0 0,0 0-1 0 0,1 0 0 0 0,-1 0 1 0 0,0 1-1 0 0,0-1 1 0 0,0 1-1 0 0,-1-1 0 0 0,1 1 1 0 0,3 3-1 0 0,2 2-134 0 0,-1-1 1 0 0,0 1-1 0 0,-1 1 0 0 0,0-1 0 0 0,9 15 0 0 0,-9-8-162 0 0,0-1 0 0 0,-1 1 0 0 0,-1 0 0 0 0,0 0 0 0 0,-1 1-1 0 0,2 19 1 0 0,-3-17-5 0 0,2 0-1 0 0,-1 1 1 0 0,10 23-1 0 0,-13-39-28 0 0,1-1 1 0 0,-1 0-1 0 0,1 0 0 0 0,-1 0 1 0 0,1 0-1 0 0,-1 1 0 0 0,1-1 1 0 0,0 0-1 0 0,-1 0 0 0 0,1 0 1 0 0,0 0-1 0 0,0 0 0 0 0,0 0 1 0 0,0-1-1 0 0,0 1 0 0 0,0 0 0 0 0,0 0 1 0 0,0-1-1 0 0,0 1 0 0 0,0 0 1 0 0,0-1-1 0 0,0 1 0 0 0,1-1 1 0 0,-1 0-1 0 0,2 1 0 0 0,-2-1-12 0 0,1-1 0 0 0,0 1 0 0 0,-1 0 0 0 0,1-1 0 0 0,0 1 0 0 0,-1-1 0 0 0,1 0 0 0 0,-1 0 0 0 0,1 1 0 0 0,-1-1 0 0 0,1 0 0 0 0,-1 0 0 0 0,0 0 0 0 0,1-1 0 0 0,1-1 0 0 0,3-4-56 0 0,0 0 0 0 0,-1-1 0 0 0,0 1 0 0 0,0-1 0 0 0,6-14 0 0 0,-5 7 2 0 0,-3 7 90 0 0,0-1 0 0 0,1 1 0 0 0,0-1 0 0 0,0 1 0 0 0,1 0 0 0 0,7-8 0 0 0,-10 14 26 0 0,0 0 0 0 0,1 0-1 0 0,-1 0 1 0 0,1 0 0 0 0,0 0 0 0 0,0 0 0 0 0,0 1-1 0 0,0 0 1 0 0,0-1 0 0 0,0 1 0 0 0,0 0 0 0 0,0 0 0 0 0,0 1-1 0 0,1-1 1 0 0,-1 1 0 0 0,0-1 0 0 0,0 1 0 0 0,1 0 0 0 0,-1 0-1 0 0,0 1 1 0 0,4 0 0 0 0,5 1 101 0 0,-1 0-1 0 0,1 0 0 0 0,-1 2 1 0 0,0-1-1 0 0,0 1 0 0 0,0 1 1 0 0,-1 0-1 0 0,11 7 0 0 0,3 4-254 0 0,-1 1-1 0 0,23 21 0 0 0,-35-28-421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8.8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12443 0 0,'3'5'860'0'0,"-1"1"0"0"0,1-1 0 0 0,0 0 0 0 0,0 0 0 0 0,0-1 0 0 0,1 1 0 0 0,0-1 0 0 0,0 0 0 0 0,5 5 0 0 0,14 16 4 0 0,50 78-1526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9.0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25 18436 0 0,'-3'-4'816'0'0,"2"0"168"0"0,1 0-792 0 0,0 1-192 0 0,1 2 0 0 0,0 1 0 0 0,1-2 288 0 0,-1 1 8 0 0,2-1 9 0 0,-1 0-1 0 0,3 0-232 0 0,-3 2-72 0 0,1 0 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39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0 7370 0 0,'-1'0'130'0'0,"0"1"0"0"0,0-1 0 0 0,1 1 0 0 0,-1 0 0 0 0,0-1 0 0 0,1 1 1 0 0,-1-1-1 0 0,0 1 0 0 0,1 0 0 0 0,-1 0 0 0 0,1-1 0 0 0,-1 1 0 0 0,1 0 1 0 0,-1 0-1 0 0,1 0 0 0 0,0-1 0 0 0,-1 1 0 0 0,1 0 0 0 0,0 0 0 0 0,0 0 1 0 0,0 0-1 0 0,0 0 0 0 0,0 0 0 0 0,-1 0 0 0 0,2-1 0 0 0,-1 1 0 0 0,0 0 1 0 0,0 0-1 0 0,0 0 0 0 0,0 0 0 0 0,0 0 0 0 0,1 0 0 0 0,-1 0 0 0 0,0-1 0 0 0,2 3 1 0 0,1 7 775 0 0,12 92 6321 0 0,-13-76-6650 0 0,2-1 0 0 0,0 0 1 0 0,15 46-1 0 0,-19-70-578 0 0,0 0 0 0 0,1 0 0 0 0,-1 0 0 0 0,0 0 0 0 0,0 0 0 0 0,1 0 0 0 0,-1 0 1 0 0,1 0-1 0 0,-1 0 0 0 0,1 0 0 0 0,-1 0 0 0 0,1 0 0 0 0,-1 0 0 0 0,1 0 0 0 0,0-1 0 0 0,0 1 0 0 0,-1 0 0 0 0,1-1 1 0 0,0 1-1 0 0,0 0 0 0 0,0-1 0 0 0,0 1 0 0 0,0-1 0 0 0,0 1 0 0 0,0-1 0 0 0,0 0 0 0 0,0 1 0 0 0,0-1 0 0 0,0 0 1 0 0,0 0-1 0 0,0 1 0 0 0,0-1 0 0 0,0 0 0 0 0,0 0 0 0 0,0 0 0 0 0,0 0 0 0 0,0-1 0 0 0,0 1 0 0 0,0 0 0 0 0,0 0 1 0 0,0-1-1 0 0,0 1 0 0 0,0 0 0 0 0,0-1 0 0 0,0 1 0 0 0,0-1 0 0 0,0 1 0 0 0,-1-1 0 0 0,1 0 0 0 0,0 1 0 0 0,0-1 0 0 0,0 0 1 0 0,-1 0-1 0 0,1 1 0 0 0,0-1 0 0 0,-1 0 0 0 0,1-1 0 0 0,7-7-19 0 0,0 0 1 0 0,-1-1-1 0 0,10-19 0 0 0,-16 26 20 0 0,9-14 35 0 0,-2 2 91 0 0,0 1 0 0 0,15-20-1 0 0,-21 32-108 0 0,0-1-1 0 0,0 0 0 0 0,0 1 0 0 0,1 0 0 0 0,-1-1 1 0 0,1 1-1 0 0,0 0 0 0 0,-1 0 0 0 0,1 1 0 0 0,0-1 0 0 0,0 0 1 0 0,0 1-1 0 0,0 0 0 0 0,0 0 0 0 0,1 0 0 0 0,-1 0 1 0 0,0 0-1 0 0,5 0 0 0 0,-4 2 19 0 0,0 0 0 0 0,0 1 1 0 0,0-1-1 0 0,0 1 0 0 0,0 0 0 0 0,-1 0 0 0 0,1 0 1 0 0,0 0-1 0 0,-1 1 0 0 0,0-1 0 0 0,1 1 0 0 0,-1 0 1 0 0,0 0-1 0 0,-1 0 0 0 0,4 5 0 0 0,-1-3 38 0 0,0 0 0 0 0,0 0 0 0 0,0 0 0 0 0,10 6 0 0 0,33 8 240 0 0,-18-8-7179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0.3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30 318 5065 0 0,'0'0'53'0'0,"-1"0"0"0"0,0 1 1 0 0,1-1-1 0 0,-1 0 0 0 0,1 1 0 0 0,-1-1 0 0 0,0 0 0 0 0,1 0 1 0 0,-1 0-1 0 0,0 0 0 0 0,1 0 0 0 0,-1 0 0 0 0,0 0 0 0 0,1 0 0 0 0,-1 0 1 0 0,0 0-1 0 0,1 0 0 0 0,-1 0 0 0 0,1 0 0 0 0,-1 0 0 0 0,0 0 1 0 0,1-1-1 0 0,-1 1 0 0 0,0 0 0 0 0,1-1 0 0 0,-1 1 0 0 0,1 0 1 0 0,-2-1-1 0 0,-6-19-261 0 0,7 14-245 0 0,0-1 1 0 0,1 0 0 0 0,0 1-1 0 0,1-12 1 0 0,1 7 400 0 0,1-1 1 0 0,0 1 0 0 0,0 0-1 0 0,2 0 1 0 0,-1 1-1 0 0,1-1 1 0 0,9-13 0 0 0,7-7-51 0 0,25-27 0 0 0,8-5 11491 0 0,-61 82-5878 0 0,-1 17-4767 0 0,3 1 1 0 0,1 0 0 0 0,1 54-1 0 0,0-4-490 0 0,-34 272 605 0 0,12-147-299 0 0,22-162-438 0 0,2-34-237 0 0,0 1 0 0 0,0-1 0 0 0,-2 1 0 0 0,-7 28 0 0 0,10-45 94 0 0,0 0 1 0 0,0 0-1 0 0,0 0 0 0 0,0 1 0 0 0,0-1 1 0 0,0 0-1 0 0,0 0 0 0 0,0 1 1 0 0,0-1-1 0 0,0 0 0 0 0,0 0 0 0 0,0 1 1 0 0,0-1-1 0 0,-1 0 0 0 0,1 0 1 0 0,0 0-1 0 0,0 1 0 0 0,0-1 0 0 0,0 0 1 0 0,0 0-1 0 0,0 0 0 0 0,0 1 1 0 0,-1-1-1 0 0,1 0 0 0 0,0 0 0 0 0,0 0 1 0 0,0 0-1 0 0,-1 0 0 0 0,1 1 1 0 0,0-1-1 0 0,0 0 0 0 0,0 0 0 0 0,-1 0 1 0 0,1 0-1 0 0,0 0 0 0 0,0 0 1 0 0,0 0-1 0 0,-1 0 0 0 0,1 0 0 0 0,0 0 1 0 0,0 0-1 0 0,-1 0 0 0 0,1 0 1 0 0,0 0-1 0 0,0 0 0 0 0,-1 0 0 0 0,1 0 1 0 0,0 0-1 0 0,0 0 0 0 0,-6-12-2548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0.6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1 133 4145 0 0,'3'-20'141'0'0,"-3"18"297"0"0,1 1-1 0 0,-1-1 1 0 0,1 1 0 0 0,-1 0-1 0 0,1 0 1 0 0,0-1 0 0 0,-1 1-1 0 0,1 0 1 0 0,0 0 0 0 0,0 0-1 0 0,0 0 1 0 0,0 0 0 0 0,1-2-1 0 0,-1 3-71 0 0,0-1-1 0 0,0 1 0 0 0,0-1 1 0 0,0 1-1 0 0,0-1 1 0 0,0 1-1 0 0,0 0 1 0 0,0 0-1 0 0,0 0 0 0 0,0-1 1 0 0,0 1-1 0 0,0 0 1 0 0,1 0-1 0 0,-1 1 0 0 0,0-1 1 0 0,0 0-1 0 0,0 0 1 0 0,1 1-1 0 0,19 7 1226 0 0,-5 2-963 0 0,-1 1 0 0 0,0 0 0 0 0,-1 0 0 0 0,0 2 0 0 0,21 23 1 0 0,53 76-228 0 0,-87-111-396 0 0,93 136 113 0 0,46 59-89 0 0,-135-190-17 0 0,0 1 1 0 0,1-1-1 0 0,0 0 0 0 0,1 0 1 0 0,7 6-1 0 0,-13-12 4 0 0,0 1-1 0 0,0-1 1 0 0,0 1-1 0 0,0-1 1 0 0,0 1-1 0 0,0-1 1 0 0,0 0-1 0 0,0 1 1 0 0,0-1-1 0 0,0 0 1 0 0,0 0-1 0 0,0 0 1 0 0,0 0-1 0 0,0 0 1 0 0,0 0-1 0 0,0 0 1 0 0,0 0-1 0 0,0 0 1 0 0,1 0-1 0 0,0-1 1 0 0,-1 0 13 0 0,0 0 1 0 0,0 0 0 0 0,1 0-1 0 0,-1 0 1 0 0,0 0-1 0 0,0 0 1 0 0,0 0-1 0 0,0-1 1 0 0,-1 1-1 0 0,1 0 1 0 0,0-1 0 0 0,0 1-1 0 0,-1 0 1 0 0,1-1-1 0 0,-1 1 1 0 0,1-1-1 0 0,-1 1 1 0 0,0-3 0 0 0,8-44 133 0 0,-2 0 1 0 0,-3 0-1 0 0,-2-1 1 0 0,-6-70 0 0 0,1 60-797 0 0,3-1 0 0 0,8-75 0 0 0,-6 125 72 0 0,1 0-1 0 0,0 0 1 0 0,0 1-1 0 0,1-1 1 0 0,7-15 0 0 0,1 7-6650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1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10 11522 0 0,'-1'-1'223'0'0,"1"0"-1"0"0,0 1 0 0 0,-1-1 0 0 0,-1-1 889 0 0,2 1-889 0 0,-1 1 0 0 0,0-1 0 0 0,1 1 1 0 0,-1 0-1 0 0,1-1 0 0 0,-1 1 0 0 0,0 0 0 0 0,1-1 0 0 0,-1 1 1 0 0,1 0-1 0 0,-1 0 0 0 0,0 0 0 0 0,1 0 0 0 0,-1-1 0 0 0,0 1 0 0 0,1 0 1 0 0,-1 0-1 0 0,0 0 0 0 0,0 0 0 0 0,0 1 0 0 0,-1 0-22 0 0,1-1-1 0 0,-1 1 0 0 0,0 0 1 0 0,1 0-1 0 0,0 0 0 0 0,-1 0 1 0 0,1 0-1 0 0,-1 0 1 0 0,1 1-1 0 0,0-1 0 0 0,-2 2 1 0 0,-22 42 1125 0 0,10-10-1181 0 0,2 2 0 0 0,-11 45 1 0 0,20-60-117 0 0,0 1 1 0 0,1-1-1 0 0,1 1 1 0 0,1-1-1 0 0,2 28 1 0 0,0-43-22 0 0,0 0-1 0 0,0 0 1 0 0,1-1 0 0 0,-1 1 0 0 0,2-1 0 0 0,-1 1-1 0 0,1-1 1 0 0,0 0 0 0 0,0 0 0 0 0,1 0 0 0 0,-1 0 0 0 0,1-1-1 0 0,8 10 1 0 0,-9-13-3 0 0,-1 0-1 0 0,0-1 1 0 0,1 1-1 0 0,-1 0 1 0 0,1-1-1 0 0,0 1 1 0 0,-1-1-1 0 0,1 0 1 0 0,0 1-1 0 0,0-2 1 0 0,0 1-1 0 0,0 0 1 0 0,0 0-1 0 0,0-1 1 0 0,0 0-1 0 0,0 0 1 0 0,0 1-1 0 0,0-2 1 0 0,0 1-1 0 0,0 0 1 0 0,0-1-1 0 0,0 1 1 0 0,0-1-1 0 0,0 0 1 0 0,0 0-1 0 0,-1 0 1 0 0,1 0-1 0 0,0-1 1 0 0,0 1-1 0 0,-1-1 1 0 0,1 1-1 0 0,3-4 1 0 0,7-6 8 0 0,0 0 1 0 0,-1-1 0 0 0,0 0 0 0 0,-1 0 0 0 0,-1-2 0 0 0,0 1-1 0 0,0-1 1 0 0,-2 0 0 0 0,0-1 0 0 0,0 0 0 0 0,-1-1 0 0 0,-1 1-1 0 0,-1-1 1 0 0,0 0 0 0 0,4-27 0 0 0,-9 36-134 0 0,0 0 0 0 0,0 1-1 0 0,0-1 1 0 0,-1 0 0 0 0,0 1 0 0 0,0-1 0 0 0,-1 0 0 0 0,0 1 0 0 0,0-1-1 0 0,0 1 1 0 0,-1 0 0 0 0,0 0 0 0 0,0 0 0 0 0,-1 0 0 0 0,0 1 0 0 0,-5-7-1 0 0,5 8-127 0 0,1 0-1 0 0,-1 0 1 0 0,-1 1-1 0 0,1-1 0 0 0,0 1 1 0 0,-1 1-1 0 0,0-1 0 0 0,1 0 1 0 0,-1 1-1 0 0,0 0 1 0 0,0 0-1 0 0,-1 1 0 0 0,1-1 1 0 0,0 1-1 0 0,0 0 0 0 0,-1 1 1 0 0,1-1-1 0 0,-1 1 1 0 0,1 0-1 0 0,-9 1 0 0 0,-2 2-6475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1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0 114 9674 0 0,'2'-1'142'0'0,"-1"0"1"0"0,1 0-1 0 0,0 1 0 0 0,0-1 1 0 0,0 0-1 0 0,0 1 1 0 0,0-1-1 0 0,0 1 0 0 0,0-1 1 0 0,0 1-1 0 0,0 0 0 0 0,0 0 1 0 0,0 0-1 0 0,0 0 0 0 0,0 0 1 0 0,0 1-1 0 0,0-1 0 0 0,0 0 1 0 0,0 1-1 0 0,-1 0 1 0 0,1-1-1 0 0,0 1 0 0 0,2 1 1 0 0,47 25 2301 0 0,-46-25-2048 0 0,12 9 542 0 0,-1 0 1 0 0,22 18-1 0 0,-33-25-630 0 0,0 1 1 0 0,-1-1 0 0 0,1 1-1 0 0,-1 0 1 0 0,0 0 0 0 0,-1 0 0 0 0,1 1-1 0 0,-1-1 1 0 0,0 1 0 0 0,0-1-1 0 0,3 11 1 0 0,-7-10 1045 0 0,-6-15-741 0 0,-7-16-205 0 0,9 8-389 0 0,1-1 0 0 0,1 0-1 0 0,0 0 1 0 0,2 0 0 0 0,0-33-1 0 0,6-10-7023 0 0,0 27-701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1.6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15667 0 0,'1'157'7259'0'0,"18"211"-6104"0"0,-12-311-1245 0 0,2 0 0 0 0,3-1 0 0 0,24 70 0 0 0,-30-107-426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1.8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15 137 6449 0 0,'-15'-5'4847'0'0,"34"-6"-1497"0"0,38-8-140 0 0,-15 7-2149 0 0,-1-1 1 0 0,0-2 0 0 0,51-26-1 0 0,-54 20-1198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2.1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214 0 7370 0 0,'-9'6'843'0'0,"0"1"0"0"0,1-1 0 0 0,0 1 1 0 0,0 1-1 0 0,1 0 0 0 0,-11 14 0 0 0,-2 1 7 0 0,12-14-402 0 0,-14 15 652 0 0,1 1-1 0 0,-22 33 1 0 0,39-52-985 0 0,0 0 0 0 0,0 0 0 0 0,1 1 0 0 0,0 0 0 0 0,0 0 0 0 0,0 0 0 0 0,1 0-1 0 0,0 0 1 0 0,1 0 0 0 0,-1 0 0 0 0,1 1 0 0 0,1-1 0 0 0,-1 1 0 0 0,1-1 0 0 0,2 14 0 0 0,-1-17-68 0 0,0 0 0 0 0,1 0 0 0 0,-1-1 0 0 0,1 1 0 0 0,0 0 0 0 0,0-1 1 0 0,0 1-1 0 0,0-1 0 0 0,1 0 0 0 0,-1 0 0 0 0,1 0 0 0 0,0 0 0 0 0,0 0 0 0 0,0 0 0 0 0,0-1 0 0 0,0 0 0 0 0,1 1 0 0 0,-1-1 0 0 0,1 0 0 0 0,-1-1 0 0 0,1 1 0 0 0,0-1 0 0 0,0 1 0 0 0,0-1 0 0 0,0 0 0 0 0,0-1 0 0 0,0 1 0 0 0,0-1 0 0 0,0 0 0 0 0,0 0 1 0 0,0 0-1 0 0,5-1 0 0 0,-3 1 14 0 0,1-1 1 0 0,-1 0-1 0 0,1 0 1 0 0,-1 0-1 0 0,0-1 1 0 0,1 0-1 0 0,-1-1 1 0 0,0 1 0 0 0,0-1-1 0 0,-1 0 1 0 0,1-1-1 0 0,-1 1 1 0 0,1-1-1 0 0,-1 0 1 0 0,0 0-1 0 0,-1-1 1 0 0,1 0-1 0 0,-1 1 1 0 0,7-10-1 0 0,-8 6 19 0 0,0 0-1 0 0,0 0 1 0 0,0 0-1 0 0,-1 0 1 0 0,0-1-1 0 0,-1 1 1 0 0,0-1-1 0 0,0 1 0 0 0,-1-1 1 0 0,0 1-1 0 0,-1-1 1 0 0,1 1-1 0 0,-2-1 1 0 0,1 1-1 0 0,-1 0 0 0 0,0-1 1 0 0,-6-12-1 0 0,4 12-176 0 0,0 1 1 0 0,0-1-1 0 0,-1 1 0 0 0,0 0 0 0 0,0 1 0 0 0,-1-1 0 0 0,-7-7 0 0 0,8 10-482 0 0,1 1 1 0 0,-1 0-1 0 0,0 0 0 0 0,0 0 0 0 0,-1 1 0 0 0,1 0 0 0 0,-1 0 0 0 0,0 0 0 0 0,1 0 0 0 0,-13-2 0 0 0,-2 1-6637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2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10138 0 0,'4'16'6010'0'0,"6"19"-3597"0"0,55 119 1236 0 0,-41-106-3119 0 0,24 77-1 0 0,-50-192-1105 0 0,2 65 553 0 0,-3-30-265 0 0,2 1 0 0 0,2 0-1 0 0,4-34 1 0 0,-4 58 342 0 0,0 0 0 0 0,0 0 0 0 0,1 0 0 0 0,0 0 0 0 0,0 0 0 0 0,0 1 0 0 0,1-1 0 0 0,0 1 0 0 0,0 0 0 0 0,1-1 0 0 0,0 1 0 0 0,0 1 0 0 0,0-1 0 0 0,1 1 0 0 0,0-1 0 0 0,0 2 0 0 0,0-1 0 0 0,1 0 0 0 0,-1 1 0 0 0,8-4 1 0 0,-10 6-6 0 0,1 0 1 0 0,-1 1 0 0 0,1-1 0 0 0,-1 1 0 0 0,1 0 0 0 0,0 0 0 0 0,-1 1 0 0 0,1-1 0 0 0,0 1 0 0 0,0-1-1 0 0,0 1 1 0 0,-1 0 0 0 0,1 1 0 0 0,0-1 0 0 0,0 1 0 0 0,0 0 0 0 0,-1-1 0 0 0,7 4 0 0 0,-4-1 13 0 0,-1 0 1 0 0,1 0-1 0 0,-1 1 1 0 0,0 0-1 0 0,-1 0 1 0 0,1 0-1 0 0,-1 0 1 0 0,1 1-1 0 0,-1-1 1 0 0,5 10-1 0 0,3 6 120 0 0,-1 1 0 0 0,0 0 0 0 0,-2 0 0 0 0,13 45 0 0 0,-17-46-57 0 0,-2-9-39 0 0,0-1 1 0 0,0 1 0 0 0,1-1 0 0 0,9 18 0 0 0,-8-23-1794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6.3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77 5065 0 0,'0'-4'689'0'0,"0"-1"71"0"0,1-1 0 0 0,-1 1 0 0 0,-1-1 0 0 0,1 1 0 0 0,-1-1 1 0 0,0 1-1 0 0,0 0 0 0 0,0 0 0 0 0,-11-20 8655 0 0,9 30-7339 0 0,-7 16-2698 0 0,9 9 654 0 0,2 0 0 0 0,1-1 1 0 0,1 1-1 0 0,12 51 0 0 0,0-2-4 0 0,12 268 91 0 0,-7-50-86 0 0,-16-272-57 0 0,1 0 0 0 0,1 0 0 0 0,16 42 0 0 0,39 66-8 0 0,-57-116-1541 0 0,-4-17 1461 0 0,0 0 1 0 0,0 0-1 0 0,0 1 0 0 0,0-1 0 0 0,0 0 0 0 0,0 1 0 0 0,-1-1 0 0 0,1 0 0 0 0,0 1 0 0 0,0-1 1 0 0,-2 1-785 0 0,1 0 784 0 0,1-1 1 0 0,0 0-1 0 0,-1 0 0 0 0,1 0 0 0 0,0 0 0 0 0,-1 0 0 0 0,1 0 0 0 0,0 0 0 0 0,-1 0 0 0 0,1 0 0 0 0,0 0 1 0 0,-1 0-1 0 0,1 0 0 0 0,0 0 0 0 0,-1 0 0 0 0,1 0 0 0 0,0 0 0 0 0,0 0 0 0 0,-1 0 0 0 0,1 0 1 0 0,0 0-1 0 0,-1-1 0 0 0,1 1 0 0 0,0 0 0 0 0,-1 0 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7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328 1 1840 0 0,'-26'2'1150'0'0,"-1"1"0"0"0,1 1 0 0 0,-31 9 0 0 0,-30 4 4082 0 0,76-15-4496 0 0,-3-1 16 0 0,1 1-1 0 0,0 0 1 0 0,0 1-1 0 0,0 1 1 0 0,-14 6-1 0 0,61 3 3033 0 0,-30-12-3713 0 0,52 7 404 0 0,0-2-1 0 0,83-2 0 0 0,-55-3-332 0 0,50 1-528 0 0,0-5 1 0 0,171-25 0 0 0,-269 19-465 0 0,-23 4 243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7.8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8 12899 0 0,'0'0'62'0'0,"0"0"0"0"0,-1 0 0 0 0,1 0 1 0 0,0 1-1 0 0,0-1 0 0 0,0 0 0 0 0,0 0 0 0 0,-1 1 1 0 0,1-1-1 0 0,0 0 0 0 0,0 1 0 0 0,0-1 0 0 0,0 0 1 0 0,0 1-1 0 0,0-1 0 0 0,0 0 0 0 0,0 0 0 0 0,0 1 1 0 0,0-1-1 0 0,0 0 0 0 0,0 1 0 0 0,0-1 0 0 0,0 0 1 0 0,0 1-1 0 0,0-1 0 0 0,0 0 0 0 0,0 0 0 0 0,0 1 1 0 0,0-1-1 0 0,1 0 0 0 0,-1 1 0 0 0,0-1 0 0 0,0 0 1 0 0,0 0-1 0 0,0 1 0 0 0,1-1 0 0 0,-1 0 0 0 0,0 0 1 0 0,0 0-1 0 0,1 1 0 0 0,-1-1 0 0 0,0 0 0 0 0,0 0 1 0 0,1 0-1 0 0,-1 0 0 0 0,0 0 0 0 0,1 1 0 0 0,-1-1 1 0 0,25 4 2292 0 0,28-6 612 0 0,47-3-1075 0 0,-15 2-1841 0 0,-65 1-1405 0 0,0-1 0 0 0,22-5-1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8.0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0 5529 0 0,'-1'2'541'0'0,"0"-1"0"0"0,0 1 0 0 0,0-1 0 0 0,0 1 0 0 0,0-1 0 0 0,0 1 0 0 0,1 0 0 0 0,-1 0 0 0 0,1-1 0 0 0,-1 1 0 0 0,1 0 0 0 0,-1 0 0 0 0,1 0 0 0 0,0-1 0 0 0,0 1 0 0 0,0 0 0 0 0,0 0 0 0 0,0 0 0 0 0,1 0 0 0 0,-1-1 0 0 0,0 1 0 0 0,1 2-1 0 0,18 43 2994 0 0,-9-26-2897 0 0,2 15-338 0 0,-1 0-1 0 0,-2 1 1 0 0,-2 0-1 0 0,5 71 1 0 0,-10 155-144 0 0,-3-210-148 0 0,-1 71-1458 0 0,2-119 638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8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66 5529 0 0,'-1'0'290'0'0,"-1"1"0"0"0,0 0 0 0 0,0-1 0 0 0,0 1 0 0 0,0-1-1 0 0,0 1 1 0 0,0-1 0 0 0,0 0 0 0 0,-7-3 3492 0 0,22-6-1507 0 0,9 1-1229 0 0,0 0 1 0 0,1 1-1 0 0,0 1 0 0 0,45-6 1 0 0,99 2 65 0 0,-99 7-564 0 0,20-1-398 0 0,0 5-1 0 0,0 2 0 0 0,163 30 1 0 0,-242-31-150 0 0,159 26-30 0 0,-146-25 22 0 0,0-2-1 0 0,1-1 1 0 0,-1 0 0 0 0,1-2-1 0 0,32-6 1 0 0,-50 8-129 0 0,-1-2 0 0 0,0 1 0 0 0,0 0 0 0 0,0-1 0 0 0,0 0 1 0 0,0 0-1 0 0,5-3 0 0 0,-9 5 24 0 0,0 0 0 0 0,0 0 0 0 0,1-1 0 0 0,1-1-1131 0 0,-2 1 1131 0 0,0 1 0 0 0,0 0 0 0 0,0-1 0 0 0,0 1 0 0 0,0 0 0 0 0,0-1 0 0 0,0 1 0 0 0,0 0 0 0 0,0-1 0 0 0,0 1 0 0 0,0 0 0 0 0,0-1 0 0 0,0 1 0 0 0,0 0 0 0 0,0-1 0 0 0,0 1 0 0 0,0 0 0 0 0,-1-1 0 0 0,-6-5-2937 0 0,6 6 2541 0 0,0-1 1 0 0,-1 0 0 0 0,1 1-1 0 0,-1-1 1 0 0,1 1-1 0 0,-3-1 1 0 0,-3-2 372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9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0 351 5065 0 0,'2'-12'6895'0'0,"-1"11"-6698"0"0,14-19 1816 0 0,-7 11-1060 0 0,1-7-51 0 0,-1-1 0 0 0,0 1 0 0 0,6-23-1 0 0,-7 19 517 0 0,17-33-1 0 0,-24 52-1378 0 0,0 0 0 0 0,1 0 0 0 0,-1 1 0 0 0,0-1 0 0 0,1 0 0 0 0,-1 1 1 0 0,0-1-1 0 0,1 0 0 0 0,-1 1 0 0 0,1-1 0 0 0,-1 0 0 0 0,1 1 0 0 0,-1-1 0 0 0,1 1 1 0 0,0-1-1 0 0,-1 1 0 0 0,1-1 0 0 0,0 1 0 0 0,-1-1 0 0 0,1 1 0 0 0,0 0 0 0 0,0-1 1 0 0,-1 1-1 0 0,1 0 0 0 0,0 0 0 0 0,0 0 0 0 0,1-1 0 0 0,-1 2-25 0 0,-1 0-1 0 0,1-1 1 0 0,0 1-1 0 0,0 0 1 0 0,-1-1-1 0 0,1 1 1 0 0,0 0-1 0 0,-1 0 1 0 0,1 0-1 0 0,0-1 0 0 0,-1 1 1 0 0,1 0-1 0 0,-1 0 1 0 0,0 0-1 0 0,1 0 1 0 0,-1 0-1 0 0,1 2 1 0 0,7 47-19 0 0,-6-25-107 0 0,1 10-264 0 0,11 56-1 0 0,-11-82 219 0 0,-1 1 0 0 0,1-1-1 0 0,1 0 1 0 0,-1 0 0 0 0,2 0 0 0 0,-1 0-1 0 0,1 0 1 0 0,0-1 0 0 0,1 0 0 0 0,10 11-1 0 0,-15-17 72 0 0,0-1-1 0 0,0 0 1 0 0,0 0 0 0 0,1 0-1 0 0,-1 0 1 0 0,0 0-1 0 0,0 0 1 0 0,1 0-1 0 0,-1-1 1 0 0,0 1-1 0 0,1 0 1 0 0,-1-1 0 0 0,1 1-1 0 0,-1-1 1 0 0,1 0-1 0 0,-1 1 1 0 0,1-1-1 0 0,-1 0 1 0 0,1 0 0 0 0,-1 0-1 0 0,1 0 1 0 0,2 0-1 0 0,-2-1-22 0 0,0 0 0 0 0,1 0 0 0 0,-1 0 0 0 0,0 0 0 0 0,-1-1 0 0 0,1 1 0 0 0,0 0 0 0 0,0-1 0 0 0,-1 0 0 0 0,1 1 0 0 0,0-1-1 0 0,-1 0 1 0 0,3-3 0 0 0,3-8-181 0 0,0 0 0 0 0,0-1 0 0 0,7-26 0 0 0,-9 26 470 0 0,9-28 649 0 0,8-50-1 0 0,-15 60 322 0 0,0 0 0 0 0,3 0-1 0 0,20-49 1 0 0,-28 78-1080 0 0,-1 0 1 0 0,1 0-1 0 0,0 0 1 0 0,0 0-1 0 0,0 0 1 0 0,0 1-1 0 0,1-1 1 0 0,-1 1-1 0 0,0-1 0 0 0,1 1 1 0 0,0 0-1 0 0,0 0 1 0 0,0 0-1 0 0,0 0 1 0 0,0 1-1 0 0,5-3 1 0 0,-6 3-58 0 0,0 1 0 0 0,0 0 0 0 0,0 0 0 0 0,0 0 0 0 0,0 0 0 0 0,0 0 1 0 0,0 0-1 0 0,0 1 0 0 0,0-1 0 0 0,0 1 0 0 0,0-1 0 0 0,0 1 0 0 0,0 0 0 0 0,0-1 0 0 0,0 1 1 0 0,-1 0-1 0 0,1 0 0 0 0,0 1 0 0 0,-1-1 0 0 0,1 0 0 0 0,-1 0 0 0 0,1 1 0 0 0,-1-1 0 0 0,1 1 0 0 0,-1-1 1 0 0,0 1-1 0 0,0 0 0 0 0,0-1 0 0 0,1 4 0 0 0,6 8 10 0 0,-2 0 0 0 0,0 0 1 0 0,-1 1-1 0 0,0-1 0 0 0,-1 1 0 0 0,3 18 0 0 0,7 89-305 0 0,-12-86-2 0 0,2 0-1 0 0,10 45 1 0 0,-14-80 271 0 0,0 1 0 0 0,0-1 0 0 0,1 0 1 0 0,-1 1-1 0 0,0-1 0 0 0,0 0 0 0 0,0 1 0 0 0,0-1 0 0 0,0 0 1 0 0,0 1-1 0 0,1-1 0 0 0,-1 0 0 0 0,0 1 0 0 0,0-1 0 0 0,0 0 1 0 0,1 1-1 0 0,-1-1 0 0 0,0 0 0 0 0,1 0 0 0 0,-1 0 1 0 0,0 1-1 0 0,0-1 0 0 0,1 0 0 0 0,-1 0 0 0 0,0 0 0 0 0,1 1 1 0 0,-1-1-1 0 0,0 0 0 0 0,1 0 0 0 0,-1 0 0 0 0,0 0 0 0 0,1 0 1 0 0,-1 0-1 0 0,1 0 0 0 0,-1 0 0 0 0,0 0 0 0 0,1 0 1 0 0,14-10-305 0 0,9-20-3 0 0,-23 29 309 0 0,9-16-14 0 0,0-1 1 0 0,-1-1 0 0 0,-1 0 0 0 0,8-25 0 0 0,-9 23 317 0 0,0 1 1 0 0,2 0-1 0 0,16-29 1 0 0,-23 45-257 0 0,1 1 0 0 0,-1-1 0 0 0,1 1 0 0 0,0-1 0 0 0,0 1 0 0 0,0 0 0 0 0,0 1-1 0 0,1-1 1 0 0,-1 0 0 0 0,1 1 0 0 0,-1 0 0 0 0,1 0 0 0 0,7-3 0 0 0,-9 4-17 0 0,0 1-1 0 0,0 0 0 0 0,0-1 1 0 0,0 1-1 0 0,0 0 0 0 0,1 0 1 0 0,-1 0-1 0 0,0 1 0 0 0,0-1 1 0 0,0 0-1 0 0,0 1 0 0 0,0 0 1 0 0,0-1-1 0 0,0 1 0 0 0,0 0 1 0 0,0 0-1 0 0,0 0 0 0 0,-1 0 1 0 0,1 0-1 0 0,0 1 0 0 0,0-1 1 0 0,-1 0-1 0 0,1 1 0 0 0,-1-1 1 0 0,0 1-1 0 0,1 0 0 0 0,-1-1 1 0 0,0 1-1 0 0,2 3 0 0 0,8 16 19 0 0,-1 0-1 0 0,0 2 0 0 0,-2-1 0 0 0,-1 1 1 0 0,9 46-1 0 0,-2-13-351 0 0,-3-17-709 0 0,-8-22 56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49.6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0 103 5985 0 0,'4'-5'579'0'0,"0"1"0"0"0,1 0-1 0 0,-1 0 1 0 0,1 0-1 0 0,0 0 1 0 0,0 1 0 0 0,0 0-1 0 0,0 0 1 0 0,0 0 0 0 0,1 1-1 0 0,0-1 1 0 0,-1 1-1 0 0,11-2 1 0 0,7-1 1033 0 0,0 1 1 0 0,26-2-1 0 0,153-3 2313 0 0,101 13-3428 0 0,-204-2-293 0 0,135 6-119 0 0,212 1-150 0 0,-388-10-25 0 0,124-7-312 0 0,-148 5-52 0 0,0-2-1 0 0,-1-1 1 0 0,43-14-1 0 0,-48 9-2388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0.1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73 6449 0 0,'6'0'15836'0'0,"6"30"-15364"0"0,-5-8-284 0 0,2-1 0 0 0,12 23 0 0 0,-18-38-179 0 0,0-1 0 0 0,1 0 0 0 0,-1 0 0 0 0,1 0 0 0 0,0 0 0 0 0,0-1 0 0 0,1 0 0 0 0,-1 0 0 0 0,1 0 0 0 0,0 0 1 0 0,0-1-1 0 0,0 0 0 0 0,8 4 0 0 0,-10-6-9 0 0,0 0 0 0 0,0-1 0 0 0,0 1 0 0 0,0-1 0 0 0,1 1 0 0 0,-1-1 0 0 0,0 0 0 0 0,0 0 0 0 0,0-1 0 0 0,0 1 1 0 0,1-1-1 0 0,-1 1 0 0 0,0-1 0 0 0,0 0 0 0 0,0 0 0 0 0,0 0 0 0 0,0-1 0 0 0,0 1 0 0 0,-1-1 0 0 0,1 1 0 0 0,0-1 0 0 0,-1 0 0 0 0,1 0 1 0 0,-1 0-1 0 0,0-1 0 0 0,0 1 0 0 0,0 0 0 0 0,0-1 0 0 0,3-5 0 0 0,0 2-2 0 0,-1 0 0 0 0,0-1-1 0 0,-1 0 1 0 0,1 0 0 0 0,-1 0 0 0 0,-1 0 0 0 0,1 0-1 0 0,-1 0 1 0 0,-1-1 0 0 0,1 1 0 0 0,0-11 0 0 0,-3 12-12 0 0,0 0 1 0 0,0 0 0 0 0,0 0 0 0 0,-1 0-1 0 0,1 0 1 0 0,-1 0 0 0 0,-1 0-1 0 0,1 0 1 0 0,-1 1 0 0 0,0-1 0 0 0,-1 1-1 0 0,1 0 1 0 0,-1 0 0 0 0,0 0-1 0 0,0 0 1 0 0,0 1 0 0 0,-1 0 0 0 0,-6-5-1 0 0,8 7 13 0 0,1 0-1 0 0,-1 0 0 0 0,0 0 0 0 0,1 1 0 0 0,-1-1 1 0 0,0 1-1 0 0,0 0 0 0 0,0-1 0 0 0,0 1 1 0 0,0 1-1 0 0,-1-1 0 0 0,1 0 0 0 0,0 1 1 0 0,0 0-1 0 0,0 0 0 0 0,-1 0 0 0 0,1 0 1 0 0,0 0-1 0 0,0 1 0 0 0,-1-1 0 0 0,1 1 1 0 0,0 0-1 0 0,0 0 0 0 0,0 0 0 0 0,0 0 1 0 0,0 0-1 0 0,0 1 0 0 0,1 0 0 0 0,-1-1 1 0 0,0 1-1 0 0,1 0 0 0 0,-1 0 0 0 0,1 0 1 0 0,0 1-1 0 0,-1-1 0 0 0,-1 4 0 0 0,1-2-7 0 0,1 1 0 0 0,0-1-1 0 0,-1 0 1 0 0,2 1-1 0 0,-1 0 1 0 0,1-1 0 0 0,-1 1-1 0 0,1 0 1 0 0,0 0 0 0 0,1 0-1 0 0,0 0 1 0 0,-1 0-1 0 0,1 0 1 0 0,1 0 0 0 0,-1 0-1 0 0,1 0 1 0 0,0-1 0 0 0,0 1-1 0 0,0 0 1 0 0,1 0 0 0 0,0-1-1 0 0,-1 1 1 0 0,2-1-1 0 0,4 9 1 0 0,-4-6 13 0 0,1-1 1 0 0,1 1-1 0 0,-1 0 0 0 0,1-1 1 0 0,0 0-1 0 0,0 0 0 0 0,1-1 0 0 0,0 1 1 0 0,0-1-1 0 0,0 0 0 0 0,0-1 1 0 0,1 0-1 0 0,0 0 0 0 0,0 0 1 0 0,9 3-1 0 0,-11-6 17 0 0,0 0 1 0 0,0-1 0 0 0,0 0-1 0 0,1 0 1 0 0,-1 0-1 0 0,0-1 1 0 0,0 0-1 0 0,0 0 1 0 0,-1 0 0 0 0,1 0-1 0 0,0-1 1 0 0,0 0-1 0 0,-1 0 1 0 0,1 0-1 0 0,-1 0 1 0 0,1-1 0 0 0,-1 0-1 0 0,0 0 1 0 0,0 0-1 0 0,0 0 1 0 0,0-1-1 0 0,-1 1 1 0 0,6-8 0 0 0,-7 8 1 0 0,0 1 0 0 0,0-1 0 0 0,0 1 0 0 0,0-1 1 0 0,0 0-1 0 0,-1 0 0 0 0,0 1 0 0 0,1-1 1 0 0,-1 0-1 0 0,0-1 0 0 0,0 1 0 0 0,-1 0 0 0 0,1 0 1 0 0,-1 0-1 0 0,1 0 0 0 0,-1-1 0 0 0,0 1 1 0 0,0 0-1 0 0,0 0 0 0 0,-1-1 0 0 0,1 1 1 0 0,-1 0-1 0 0,0 0 0 0 0,0 0 0 0 0,0 0 0 0 0,0 0 1 0 0,0 0-1 0 0,-1 0 0 0 0,1 0 0 0 0,-1 0 1 0 0,0 1-1 0 0,0-1 0 0 0,0 1 0 0 0,0-1 0 0 0,0 1 1 0 0,-1 0-1 0 0,-3-3 0 0 0,4 3-27 0 0,-1 0-1 0 0,0 1 1 0 0,0-1-1 0 0,0 1 0 0 0,0 0 1 0 0,0 0-1 0 0,0 0 1 0 0,-1 0-1 0 0,1 0 1 0 0,0 1-1 0 0,0-1 1 0 0,-1 1-1 0 0,1 0 0 0 0,0 0 1 0 0,0 0-1 0 0,-5 1 1 0 0,-7 2-423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1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69 136 8106 0 0,'-4'-4'496'0'0,"-29"-27"4839"0"0,32 30-4842 0 0,0 0 0 0 0,-1 1 0 0 0,1-1 0 0 0,0 1 0 0 0,0-1 0 0 0,-1 1 1 0 0,1-1-1 0 0,0 1 0 0 0,-1 0 0 0 0,1-1 0 0 0,0 1 0 0 0,-1 0 0 0 0,-2 0 0 0 0,3 1-331 0 0,1 0-1 0 0,-1-1 0 0 0,0 1 0 0 0,0 0 0 0 0,0 0 1 0 0,1 0-1 0 0,-1 0 0 0 0,0-1 0 0 0,1 1 0 0 0,-1 0 1 0 0,1 0-1 0 0,-1 0 0 0 0,1 0 0 0 0,-1 0 0 0 0,1 1 1 0 0,0-1-1 0 0,0 0 0 0 0,-1 0 0 0 0,1 0 0 0 0,0 0 1 0 0,0 0-1 0 0,0 0 0 0 0,0 0 0 0 0,0 0 1 0 0,0 1-1 0 0,1-1 0 0 0,-1 0 0 0 0,1 2 0 0 0,12 37-418 0 0,-7-24 222 0 0,9 43-847 0 0,8 72 1 0 0,-17-113 810 0 0,-5-18 67 0 0,-1 1 0 0 0,0-1 0 0 0,0 0 0 0 0,1 0-1 0 0,-1 0 1 0 0,0 1 0 0 0,0-1 0 0 0,1 0 0 0 0,-1 0-1 0 0,0 0 1 0 0,1 0 0 0 0,-1 0 0 0 0,0 0 0 0 0,0 0-1 0 0,1 0 1 0 0,-1 1 0 0 0,0-1 0 0 0,1 0 0 0 0,-1 0-1 0 0,0 0 1 0 0,1-1 0 0 0,-1 1 0 0 0,0 0 0 0 0,1 0-1 0 0,-1 0 1 0 0,0 0 0 0 0,1 0 0 0 0,-1 0 0 0 0,0 0-1 0 0,1-1 1 0 0,22-23-338 0 0,-9 7 134 0 0,0 8 193 0 0,1-1 0 0 0,0 2-1 0 0,0 0 1 0 0,1 0 0 0 0,-1 2 0 0 0,1 0 0 0 0,28-7 0 0 0,12-4 18 0 0,12-7-3 0 0,1 4 0 0 0,1 3-1 0 0,1 3 1 0 0,0 3 0 0 0,1 3-1 0 0,83 2 1 0 0,111 11-33 0 0,53-1 2 0 0,66-28 241 0 0,-236 11-52 0 0,318-17 258 0 0,-296 20-379 0 0,177-3 70 0 0,203 1-171 0 0,-468 4 66 0 0,-60 5 8 0 0,0 0 0 0 0,1 2 0 0 0,0 0 0 0 0,-1 2 0 0 0,1 0 0 0 0,27 6 0 0 0,-42-4-19 0 0,0 0 0 0 0,0 1 0 0 0,-1 0 0 0 0,1 0 0 0 0,-1 1 0 0 0,0 0 0 0 0,0 0-1 0 0,-1 1 1 0 0,12 11 0 0 0,-40-70-4654 0 0,15 41 3272 0 0,3 5 799 0 0,0 0 0 0 0,-1 0-1 0 0,0 0 1 0 0,-7-8 0 0 0,10 14 673 0 0,0 0 1 0 0,1 0-1 0 0,-1 0 1 0 0,0 0-1 0 0,0 0 1 0 0,0 0-1 0 0,0 1 1 0 0,0-1-1 0 0,0 0 1 0 0,0 1-1 0 0,-1-1 1 0 0,1 0-1 0 0,0 1 1 0 0,0 0-1 0 0,0-1 1 0 0,-1 1-1 0 0,1 0 1 0 0,0 0-1 0 0,0-1 0 0 0,-1 1 1 0 0,1 0-1 0 0,0 0 1 0 0,-1 0-1 0 0,1 1 1 0 0,0-1-1 0 0,0 0 1 0 0,-1 0-1 0 0,1 1 1 0 0,0-1-1 0 0,0 1 1 0 0,0-1-1 0 0,-2 2 1 0 0,-2 0 397 0 0,0 1 0 0 0,0 0 0 0 0,1 0 0 0 0,-1 0 1 0 0,1 1-1 0 0,0-1 0 0 0,0 1 0 0 0,-5 7 0 0 0,8-10-436 0 0,0 0 0 0 0,1 1 0 0 0,-1-1-1 0 0,0 1 1 0 0,1-1 0 0 0,0 1 0 0 0,-1-1 0 0 0,1 1-1 0 0,0-1 1 0 0,0 1 0 0 0,0-1 0 0 0,0 1-1 0 0,0-1 1 0 0,0 1 0 0 0,0-1 0 0 0,0 1-1 0 0,1-1 1 0 0,-1 1 0 0 0,0-1 0 0 0,1 1-1 0 0,0-1 1 0 0,-1 1 0 0 0,1-1 0 0 0,0 0-1 0 0,0 1 1 0 0,-1-1 0 0 0,1 0 0 0 0,0 0-1 0 0,0 0 1 0 0,0 1 0 0 0,1-1 0 0 0,-1 0-1 0 0,0 0 1 0 0,2 1 0 0 0,3 3 0 0 0,1-1 0 0 0,-1 1 0 0 0,1-1 0 0 0,0 0 0 0 0,0 0 0 0 0,0-1 1 0 0,1 0-1 0 0,-1-1 0 0 0,1 1 0 0 0,0-1 0 0 0,9 1 0 0 0,-14-3-34 0 0,-1 1-1 0 0,0-1 1 0 0,0 0-1 0 0,1 0 1 0 0,-1 0-1 0 0,0 0 1 0 0,1-1-1 0 0,-1 1 1 0 0,0-1-1 0 0,0 1 1 0 0,1-1 0 0 0,-1 0-1 0 0,0 0 1 0 0,0 0-1 0 0,0 0 1 0 0,0 0-1 0 0,0 0 1 0 0,0 0-1 0 0,0-1 1 0 0,-1 1-1 0 0,1-1 1 0 0,0 0-1 0 0,-1 1 1 0 0,1-1-1 0 0,-1 0 1 0 0,0 0 0 0 0,1 0-1 0 0,-1 0 1 0 0,0 0-1 0 0,0 0 1 0 0,0 0-1 0 0,-1 0 1 0 0,1 0-1 0 0,0-1 1 0 0,-1 1-1 0 0,0 0 1 0 0,1 0-1 0 0,-1-1 1 0 0,0 1-1 0 0,0 0 1 0 0,0-1 0 0 0,-1-2-1 0 0,1 0-25 0 0,0 0 0 0 0,-1 1 1 0 0,0-1-1 0 0,0 0 0 0 0,0 1 0 0 0,-1-1 1 0 0,1 1-1 0 0,-5-8 0 0 0,6 11 14 0 0,0 0 0 0 0,-1 0 0 0 0,0 0-1 0 0,1 0 1 0 0,-1 0 0 0 0,1 0 0 0 0,-1 0 0 0 0,0 0 0 0 0,0 0-1 0 0,1 1 1 0 0,-1-1 0 0 0,0 0 0 0 0,0 0 0 0 0,0 1 0 0 0,0-1-1 0 0,0 1 1 0 0,0-1 0 0 0,0 1 0 0 0,0-1 0 0 0,0 1 0 0 0,0 0-1 0 0,0-1 1 0 0,0 1 0 0 0,0 0 0 0 0,-1 0 0 0 0,1 0 0 0 0,0 0-1 0 0,0 0 1 0 0,0 0 0 0 0,0 0 0 0 0,0 0 0 0 0,0 0 0 0 0,-1 1-1 0 0,1-1 1 0 0,0 0 0 0 0,0 1 0 0 0,0-1 0 0 0,0 1-1 0 0,0-1 1 0 0,0 1 0 0 0,-1 0 0 0 0,1 0 1 0 0,0 0-1 0 0,1 0 1 0 0,-1-1-1 0 0,0 1 1 0 0,1 0 0 0 0,-1 0-1 0 0,1 0 1 0 0,-1 0-1 0 0,1 0 1 0 0,0 0 0 0 0,-1 0-1 0 0,1-1 1 0 0,0 1 0 0 0,-1 0-1 0 0,1 0 1 0 0,0 0-1 0 0,0 1 1 0 0,0-1 0 0 0,0 0-1 0 0,0 0 1 0 0,0 0-1 0 0,0 0 1 0 0,0 0 0 0 0,1 0-1 0 0,-1 0 1 0 0,0 0-1 0 0,1 0 1 0 0,-1-1 0 0 0,0 1-1 0 0,1 0 1 0 0,-1 0 0 0 0,1 0-1 0 0,0 0 1 0 0,-1 0-1 0 0,2 1 1 0 0,26 33-112 0 0,-23-30 106 0 0,7 9 12 0 0,-8-8 3 0 0,0-1-1 0 0,0-1 1 0 0,0 1 0 0 0,1-1-1 0 0,-1 1 1 0 0,1-1 0 0 0,0-1-1 0 0,6 4 1 0 0,-5-7-1637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2.4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3 168 10594 0 0,'-3'-12'8952'0'0,"110"177"-7601"0"0,38 55 221 0 0,-131-201-1572 0 0,2-1 0 0 0,30 28 0 0 0,-42-41 0 0 0,1-1 0 0 0,0 0 0 0 0,1 0 0 0 0,-1-1 0 0 0,1 1 0 0 0,-1-1 0 0 0,1 0 0 0 0,0-1 0 0 0,0 0 0 0 0,0 0 0 0 0,1 0 0 0 0,-1 0 0 0 0,0-1 0 0 0,1 0 0 0 0,6 0 0 0 0,-9-2 21 0 0,0 0 0 0 0,0 0 1 0 0,0 0-1 0 0,-1-1 0 0 0,1 1 1 0 0,0-1-1 0 0,-1 0 0 0 0,1 0 1 0 0,-1 0-1 0 0,0 0 0 0 0,0-1 1 0 0,0 1-1 0 0,0-1 0 0 0,0 0 1 0 0,0 0-1 0 0,-1 0 0 0 0,1 0 0 0 0,-1 0 1 0 0,0-1-1 0 0,0 1 0 0 0,0-1 1 0 0,2-7-1 0 0,5-9 192 0 0,-2-1-1 0 0,9-38 1 0 0,-14 51-189 0 0,39-244 913 0 0,-3 15-1419 0 0,-37 235 170 0 0,0-4-567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2.6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5985 0 0,'14'7'8216'0'0,"-14"-6"-8025"0"0,8 20 2581 0 0,30 137 2479 0 0,28 97-3997 0 0,-64-249-1380 0 0,-1-1-141 0 0,0 0-1 0 0,1 0 1 0 0,0 0 0 0 0,0 0 0 0 0,1-1 0 0 0,-1 1 0 0 0,4 4 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3.1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0 263 5985 0 0,'9'-7'864'0'0,"-1"1"0"0"0,1 0 0 0 0,0 0 0 0 0,0 1-1 0 0,15-5 1 0 0,11-8 549 0 0,8-9-280 0 0,41-35-1 0 0,-9 6-5617 0 0,-52 40 168 0 0,34-17 1 0 0,-54 32 5019 0 0,-1-1-1 0 0,1 1 0 0 0,0 0 0 0 0,0 0 1 0 0,0 0-1 0 0,0 0 0 0 0,-1 0 0 0 0,1 0 1 0 0,0 1-1 0 0,0-1 0 0 0,4 1 0 0 0,13 8 4872 0 0,-3 5-4691 0 0,-11-7-359 0 0,1 0 0 0 0,-1 0 1 0 0,0 1-1 0 0,-1 0 0 0 0,0 0 1 0 0,0 0-1 0 0,7 14 0 0 0,19 59 882 0 0,-24-59-1266 0 0,0-1 0 0 0,18 33 0 0 0,-24-51-136 0 0,0 0 0 0 0,0-1 0 0 0,0 1 1 0 0,0-1-1 0 0,0 1 0 0 0,0-1 1 0 0,0 0-1 0 0,0 1 0 0 0,1-1 1 0 0,-1 0-1 0 0,0 0 0 0 0,1 0 1 0 0,-1 0-1 0 0,1 0 0 0 0,-1 0 1 0 0,1 0-1 0 0,0-1 0 0 0,-1 1 1 0 0,4 0-1 0 0,-3-1-12 0 0,-1 0 1 0 0,1 0-1 0 0,-1 0 0 0 0,1 0 0 0 0,-1-1 1 0 0,1 1-1 0 0,-1-1 0 0 0,1 1 1 0 0,-1-1-1 0 0,1 0 0 0 0,-1 1 0 0 0,1-1 1 0 0,-1 0-1 0 0,0 0 0 0 0,0 0 1 0 0,1 0-1 0 0,1-2 0 0 0,5-7-142 0 0,0 0-1 0 0,-1 0 1 0 0,0-1-1 0 0,8-18 1 0 0,-6 12-160 0 0,4-7-49 0 0,-11 18 453 0 0,0 0-1 0 0,1 0 0 0 0,0 0 0 0 0,1 1 0 0 0,-1-1 0 0 0,1 1 0 0 0,0 0 0 0 0,0 0 0 0 0,1 0 0 0 0,-1 1 0 0 0,7-5 0 0 0,-10 8-47 0 0,0 1 1 0 0,1 0-1 0 0,-1 0 0 0 0,0 0 0 0 0,1 0 0 0 0,-1 0 0 0 0,1 0 0 0 0,-1 0 0 0 0,0 0 0 0 0,1 1 0 0 0,-1-1 0 0 0,0 0 0 0 0,1 1 0 0 0,-1-1 0 0 0,0 1 0 0 0,0 0 0 0 0,1-1 1 0 0,-1 1-1 0 0,0 0 0 0 0,0 0 0 0 0,0 0 0 0 0,0 0 0 0 0,0-1 0 0 0,2 3 0 0 0,26 30 519 0 0,-23-25-384 0 0,20 25 265 0 0,-19-22-494 0 0,2 0 1 0 0,-1-1-1 0 0,1 0 0 0 0,1 0 1 0 0,-1-1-1 0 0,20 14 0 0 0,-17-18-232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3.7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64 17972 0 0,'-10'-50'2887'0'0,"10"36"-1766"0"0,8 37-256 0 0,13 48-811 0 0,57 216 440 0 0,-45-93-3285 0 0,-26-152-533 0 0,-6-33 1905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4.0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78 10594 0 0,'0'-1'104'0'0,"-1"0"0"0"0,1 0 0 0 0,0 0 0 0 0,-1 0 0 0 0,1 0 0 0 0,0 0 0 0 0,0-1 0 0 0,-1 1 0 0 0,1 0 0 0 0,0 0-1 0 0,0 0 1 0 0,0 0 0 0 0,0-1 0 0 0,1 1 0 0 0,-1 0 0 0 0,0 0 0 0 0,0 0 0 0 0,1 0 0 0 0,-1 0 0 0 0,1-1 0 0 0,-1 1 0 0 0,1 0 0 0 0,1-1-1 0 0,0-1 124 0 0,0 0 0 0 0,0 1 0 0 0,1-1 0 0 0,-1 1 0 0 0,1 0-1 0 0,0 0 1 0 0,0 0 0 0 0,4-2 0 0 0,1-1 444 0 0,0 2 0 0 0,1-1 0 0 0,-1 1 0 0 0,1 0 0 0 0,16-3 0 0 0,-16 5-372 0 0,0 0 0 0 0,-1 1-1 0 0,1 0 1 0 0,-1 0 0 0 0,13 2-1 0 0,-19-2-256 0 0,-1 1 0 0 0,1-1-1 0 0,-1 0 1 0 0,1 1 0 0 0,0-1-1 0 0,-1 1 1 0 0,1 0-1 0 0,-1-1 1 0 0,1 1 0 0 0,-1 0-1 0 0,0 0 1 0 0,1 0-1 0 0,-1 0 1 0 0,0 0 0 0 0,1 0-1 0 0,-1 1 1 0 0,0-1-1 0 0,0 0 1 0 0,0 0 0 0 0,0 1-1 0 0,0-1 1 0 0,-1 1-1 0 0,1-1 1 0 0,0 1 0 0 0,-1-1-1 0 0,1 1 1 0 0,-1-1-1 0 0,1 1 1 0 0,-1 0 0 0 0,0-1-1 0 0,1 1 1 0 0,-1 0 0 0 0,0-1-1 0 0,0 3 1 0 0,-1 7-70 0 0,-1 0 1 0 0,0 0-1 0 0,0 0 1 0 0,-1 0-1 0 0,-1 0 1 0 0,0-1-1 0 0,-9 19 1 0 0,-47 67-364 0 0,11-18 226 0 0,46-66 46 0 0,14-14-1120 0 0,-10 2 1067 0 0,8-1-1107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4.2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0,'13'-1'564'0'0,"-1"2"-1"0"0,0-1 1 0 0,0 2-1 0 0,-1-1 0 0 0,1 2 1 0 0,0 0-1 0 0,-1 0 0 0 0,1 1 1 0 0,-1 0-1 0 0,0 1 0 0 0,0 0 1 0 0,0 1-1 0 0,15 11 0 0 0,-3-5-1408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4.8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1376 0 0,'6'1'13099'0'0,"26"7"-11898"0"0,1-1 0 0 0,0-2-1 0 0,0-2 1 0 0,0-1 0 0 0,56-3 0 0 0,10 1 356 0 0,-47 5-3329 0 0,-3 10-3324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5.2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6913 0 0,'-2'3'1051'0'0,"1"-2"-526"0"0,0 0 1 0 0,0 0-1 0 0,0 1 0 0 0,0-1 1 0 0,1 0-1 0 0,-1 1 0 0 0,1-1 1 0 0,-1 1-1 0 0,1-1 0 0 0,-1 1 1 0 0,1 1-1 0 0,2 24 3353 0 0,18 26-1270 0 0,-13-39-1767 0 0,17 42-453 0 0,0 0 367 0 0,32 108 0 0 0,-53-154-751 0 0,-1 1-360 0 0,1 1 1 0 0,0-1-1 0 0,1 0 0 0 0,0 0 1 0 0,1 0-1 0 0,0 0 1 0 0,9 13-1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5.7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0 164 4609 0 0,'9'0'1399'0'0,"1"-1"-1"0"0,-1-1 1 0 0,0 1 0 0 0,0-1-1 0 0,13-5 1 0 0,-2-1 268 0 0,33-17 0 0 0,-15 2-973 0 0,56-43 1 0 0,-85 59-727 0 0,-6 4 247 0 0,0 0-1 0 0,0 1 0 0 0,1-1 0 0 0,-1 1 0 0 0,1 0 0 0 0,-1 0 0 0 0,1 1 1 0 0,4-3-1 0 0,-7 4-143 0 0,1 0-1 0 0,-1 0 1 0 0,1 0 0 0 0,-1 0 0 0 0,1 0 0 0 0,-1 1 0 0 0,0-1 0 0 0,1 0-1 0 0,-1 1 1 0 0,1-1 0 0 0,-1 1 0 0 0,0-1 0 0 0,1 1 0 0 0,-1 0-1 0 0,0-1 1 0 0,1 1 0 0 0,-1 0 0 0 0,0 0 0 0 0,0 0 0 0 0,0 0 0 0 0,0 0-1 0 0,0 0 1 0 0,0 0 0 0 0,0 1 0 0 0,0-1 0 0 0,1 3 0 0 0,17 26 352 0 0,17 35 0 0 0,16 26-160 0 0,-45-81-272 0 0,0 0-1 0 0,1 0 0 0 0,0-1 0 0 0,1 0 1 0 0,-1-1-1 0 0,14 10 0 0 0,-21-17 7 0 0,0-1 0 0 0,0 1 1 0 0,0 0-1 0 0,0 0 0 0 0,0-1 0 0 0,0 1 0 0 0,1-1 0 0 0,-1 1 0 0 0,0-1 1 0 0,1 1-1 0 0,-1-1 0 0 0,0 0 0 0 0,1 0 0 0 0,-1 0 0 0 0,0 0 0 0 0,1 0 1 0 0,-1 0-1 0 0,0 0 0 0 0,1 0 0 0 0,-1 0 0 0 0,0 0 0 0 0,1-1 0 0 0,-1 1 0 0 0,0-1 1 0 0,2 0-1 0 0,0-1-1 0 0,-1 0 0 0 0,1 0 0 0 0,-1 0 0 0 0,0 0 0 0 0,0 0 0 0 0,0 0 0 0 0,0-1 0 0 0,0 1 0 0 0,0-1 0 0 0,2-5 0 0 0,1-4-30 0 0,1-1-1 0 0,-2 1 1 0 0,0-1 0 0 0,3-15 0 0 0,-2-31-306 0 0,-5 48 363 0 0,1 0 0 0 0,0 0-1 0 0,0 0 1 0 0,1 0 0 0 0,1 0 0 0 0,7-20 0 0 0,-10 30 1 0 0,0 0-1 0 0,1 1 1 0 0,-1-1 0 0 0,0 0 0 0 0,1 1 0 0 0,-1-1 0 0 0,0 1-1 0 0,1-1 1 0 0,-1 0 0 0 0,1 1 0 0 0,-1-1 0 0 0,1 1 0 0 0,0-1-1 0 0,-1 1 1 0 0,1 0 0 0 0,-1-1 0 0 0,1 1 0 0 0,0 0 0 0 0,-1-1-1 0 0,1 1 1 0 0,0 0 0 0 0,-1 0 0 0 0,1-1 0 0 0,0 1 0 0 0,-1 0-1 0 0,1 0 1 0 0,0 0 0 0 0,0 0 0 0 0,1 0 6 0 0,0 1 1 0 0,-1-1-1 0 0,1 1 1 0 0,-1 0-1 0 0,1-1 1 0 0,-1 1-1 0 0,1 0 0 0 0,-1 0 1 0 0,0 0-1 0 0,1 0 1 0 0,1 2-1 0 0,29 38 178 0 0,-32-40-204 0 0,15 21 134 0 0,1 0 0 0 0,0-1 1 0 0,2-1-1 0 0,0 0 0 0 0,23 18 0 0 0,-36-33-226 0 0,2 0 0 0 0,-1 0 0 0 0,1-1 0 0 0,-1 1-1 0 0,1-1 1 0 0,0-1 0 0 0,1 0 0 0 0,-1 0 0 0 0,1 0 0 0 0,-1-1 0 0 0,1 0 0 0 0,0 0-1 0 0,0-1 1 0 0,0 0 0 0 0,-1 0 0 0 0,1-1 0 0 0,0 0 0 0 0,0 0 0 0 0,0-1 0 0 0,0 0 0 0 0,12-4-1 0 0,2-3-7899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9.1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0 10138 0 0,'-1'3'654'0'0,"-1"1"1"0"0,1-1-1 0 0,0 1 0 0 0,1-1 1 0 0,-1 1-1 0 0,0-1 0 0 0,1 1 1 0 0,0 0-1 0 0,0-1 0 0 0,0 1 1 0 0,0-1-1 0 0,1 1 0 0 0,1 4 1 0 0,16 49 1510 0 0,-4-20-1362 0 0,-3 19-584 0 0,-2 1 0 0 0,-2 0 0 0 0,-1 74 0 0 0,-1-20-6920 0 0,-3-79-371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9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8 7074 0 0,'-1'-2'632'0'0,"-2"1"-504"0"0,1 1-128 0 0,1 0 0 0 0,0 0-216 0 0,-2-2 88 0 0,-2 1 0 0 0,-1 0 0 0 0,1 1 8 0 0,-1 1-1 0 0,2-1 1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6:59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313 119 3225 0 0,'-12'-18'4031'0'0,"12"18"-3811"0"0,0-1 1 0 0,0 0-1 0 0,-1 0 1 0 0,1 0-1 0 0,0 1 1 0 0,-1-1-1 0 0,1 0 1 0 0,-1 0-1 0 0,1 1 1 0 0,-1-1-1 0 0,0 0 1 0 0,1 1-1 0 0,-1-1 1 0 0,0 1 0 0 0,1-1-1 0 0,-1 1 1 0 0,0-1-1 0 0,1 1 1 0 0,-1-1-1 0 0,0 1 1 0 0,0 0-1 0 0,0-1 1 0 0,1 1-1 0 0,-1 0 1 0 0,0 0-1 0 0,0 0 1 0 0,0-1-1 0 0,0 1 1 0 0,0 0 0 0 0,1 0-1 0 0,-1 0 1 0 0,0 0-1 0 0,0 1 1 0 0,0-1-1 0 0,0 0 1 0 0,-1 1-1 0 0,-8 1-68 0 0,1 0-1 0 0,-1 1 1 0 0,1 0-1 0 0,0 1 1 0 0,0 0-1 0 0,0 1 1 0 0,0 0-1 0 0,1 0 1 0 0,-15 12-1 0 0,11-6 285 0 0,0 0-1 0 0,1 1 1 0 0,1 0-1 0 0,0 1 1 0 0,-14 22-1 0 0,10-9 76 0 0,2 0-1 0 0,0 0 1 0 0,1 1-1 0 0,2 0 1 0 0,1 1-1 0 0,-7 43 1 0 0,11-46-621 0 0,1 1-1 0 0,1 0 1 0 0,1 0 0 0 0,1 0-1 0 0,8 48 1 0 0,-7-65 69 0 0,1 0 0 0 0,0 0 0 0 0,1 0 0 0 0,0 0 0 0 0,1 0 0 0 0,-1-1 0 0 0,2 1 1 0 0,-1-1-1 0 0,1 0 0 0 0,0-1 0 0 0,1 1 0 0 0,0-1 0 0 0,0 0 0 0 0,0 0 0 0 0,1-1 0 0 0,0 0 0 0 0,1 0 0 0 0,-1-1 1 0 0,15 8-1 0 0,-4-5-245 0 0,0-1 0 0 0,1 0 0 0 0,0-2 0 0 0,0 0 0 0 0,1-2 0 0 0,-1 0 0 0 0,1-1 0 0 0,0 0 0 0 0,-1-2 0 0 0,24-2 1 0 0,-8-2 375 0 0,1-1-1 0 0,-1-2 1 0 0,-1-1 0 0 0,61-23 0 0 0,-44 11 561 0 0,76-43-1 0 0,-101 47-486 0 0,0-1 1 0 0,-1-1-1 0 0,-1-1 0 0 0,31-31 0 0 0,-40 35 9 0 0,-1 0-1 0 0,-1-2 1 0 0,0 1-1 0 0,-1-2 0 0 0,13-24 1 0 0,-21 34-137 0 0,0 0 0 0 0,-1-1 0 0 0,-1 1 0 0 0,1-1 0 0 0,-1 0-1 0 0,-1 0 1 0 0,1 0 0 0 0,-2 0 0 0 0,1 0 0 0 0,-1 0 0 0 0,0 0 0 0 0,-1 0 0 0 0,0 0 0 0 0,-5-17 0 0 0,-2-1 6 0 0,-2 1 0 0 0,0 1 0 0 0,-2-1 0 0 0,-1 2 1 0 0,-1 0-1 0 0,0 0 0 0 0,-2 2 0 0 0,-1 0 0 0 0,-30-31 0 0 0,40 47 8 0 0,-1-1-1 0 0,0 1 1 0 0,0 1 0 0 0,0-1-1 0 0,-1 1 1 0 0,0 1-1 0 0,0 0 1 0 0,0 0 0 0 0,0 1-1 0 0,-1 0 1 0 0,-11-2-1 0 0,13 3-273 0 0,0 1-1 0 0,0 1 1 0 0,-1-1 0 0 0,1 1-1 0 0,-16 3 1 0 0,18-2-613 0 0,-1 1 1 0 0,1-1 0 0 0,-1 1-1 0 0,1 1 1 0 0,0-1-1 0 0,0 1 1 0 0,-10 7-1 0 0,-1 3-5888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0.2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 1840 0 0,'2'-17'15025'0'0,"4"34"-8674"0"0,3 6-6587 0 0,27 72 645 0 0,-33-85-687 0 0,0 0 1 0 0,-1 0 0 0 0,0 1-1 0 0,-1-1 1 0 0,0 1 0 0 0,-1-1-1 0 0,-1 17 1 0 0,1-26-59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0.6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129 170 920 0 0,'-4'-1'215'0'0,"1"1"-1"0"0,0-1 0 0 0,0 1 1 0 0,-1-1-1 0 0,1 1 0 0 0,0 0 1 0 0,-1 0-1 0 0,1 1 0 0 0,0-1 1 0 0,0 1-1 0 0,-1-1 1 0 0,1 1-1 0 0,0 0 0 0 0,0 0 1 0 0,0 1-1 0 0,0-1 0 0 0,0 1 1 0 0,0-1-1 0 0,0 1 1 0 0,1 0-1 0 0,-1 0 0 0 0,1 0 1 0 0,-1 0-1 0 0,-2 4 0 0 0,-4 4 714 0 0,2-1-1 0 0,-1 1 0 0 0,2 0 0 0 0,-1 0 0 0 0,-6 14 1 0 0,65-106 4017 0 0,-27 27-3990 0 0,9-15 390 0 0,-30 64-1025 0 0,-1 1 1 0 0,1-1 0 0 0,1 1-1 0 0,-1-1 1 0 0,1 1-1 0 0,0 1 1 0 0,0-1-1 0 0,10-7 1 0 0,-14 12-296 0 0,1-1 1 0 0,-1 0 0 0 0,0 1 0 0 0,0-1-1 0 0,0 1 1 0 0,0-1 0 0 0,1 1 0 0 0,-1 0-1 0 0,0-1 1 0 0,0 1 0 0 0,1 0 0 0 0,-1 0-1 0 0,0 0 1 0 0,1 0 0 0 0,-1 0-1 0 0,0 0 1 0 0,0 0 0 0 0,1 0 0 0 0,-1 1-1 0 0,0-1 1 0 0,0 0 0 0 0,1 1 0 0 0,-1-1-1 0 0,0 1 1 0 0,0-1 0 0 0,0 1 0 0 0,0 0-1 0 0,0 0 1 0 0,0-1 0 0 0,0 1 0 0 0,0 0-1 0 0,0 0 1 0 0,0 0 0 0 0,0 0 0 0 0,0 0-1 0 0,-1 0 1 0 0,2 1 0 0 0,3 7 14 0 0,0-1 0 0 0,-1 1 0 0 0,0 0-1 0 0,4 11 1 0 0,2 5-184 0 0,4 0-719 0 0,-6-13-11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1.0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77 4577 0 0,'-6'-25'890'0'0,"5"23"-472"0"0,0 0 1 0 0,0 0-1 0 0,0-1 1 0 0,0 1-1 0 0,1 0 0 0 0,-1-1 1 0 0,1 1-1 0 0,0 0 1 0 0,-1-1-1 0 0,1 1 1 0 0,0 0-1 0 0,0-1 0 0 0,1 1 1 0 0,-1-1-1 0 0,0 1 1 0 0,1 0-1 0 0,-1-1 0 0 0,1 1 1 0 0,0 0-1 0 0,1-3 1 0 0,-2 5-317 0 0,1 0 1 0 0,-1 0 0 0 0,1 0 0 0 0,-1 0 0 0 0,1 0-1 0 0,-1 0 1 0 0,0 1 0 0 0,1-1 0 0 0,-1 0 0 0 0,0 0-1 0 0,1 0 1 0 0,-1 1 0 0 0,1-1 0 0 0,-1 0 0 0 0,0 0-1 0 0,0 1 1 0 0,1-1 0 0 0,-1 0 0 0 0,0 1-1 0 0,1-1 1 0 0,-1 0 0 0 0,0 1 0 0 0,0-1 0 0 0,0 0-1 0 0,1 1 1 0 0,-1-1 0 0 0,0 1 0 0 0,0-1 0 0 0,0 0-1 0 0,0 1 1 0 0,0-1 0 0 0,0 1 0 0 0,0-1-1 0 0,0 0 1 0 0,0 1 0 0 0,0-1 0 0 0,0 1 0 0 0,0-1-1 0 0,0 1 1 0 0,4 20 1504 0 0,-1 23-1411 0 0,4 28 477 0 0,-4 0 1 0 0,-3 0-1 0 0,-11 81 0 0 0,6-135-1345 0 0,2-13-64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1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156 219 1376 0 0,'-47'-4'8668'0'0,"-61"-15"0"0"0,282-28-7310 0 0,3-1-445 0 0,296 3-673 0 0,-316 36-229 0 0,95-3 177 0 0,131-11 48 0 0,-347 18-105 0 0,1 0-189 0 0,-13 4-2764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1.9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 4145 0 0,'15'-7'15687'0'0,"-4"22"-12878"0"0,-5-3-3312 0 0,3 27 834 0 0,-2 1-1 0 0,-2-1 1 0 0,-2 1-1 0 0,-2 61 1 0 0,6 67-125 0 0,0-129-331 0 0,-4-31-40 0 0,-1 1 0 0 0,0 0 0 0 0,-1 0 0 0 0,0 1 0 0 0,0-1 0 0 0,-1 0 0 0 0,0 0 0 0 0,-3 18 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2.5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0 2304 0 0,'-4'6'782'0'0,"-1"-1"-1"0"0,0 0 0 0 0,0-1 1 0 0,0 1-1 0 0,-1-1 0 0 0,1 0 0 0 0,-1 0 1 0 0,0-1-1 0 0,-8 4 0 0 0,9-6-395 0 0,1 1 0 0 0,-1 0 1 0 0,1 1-1 0 0,0-1 0 0 0,0 1 0 0 0,0-1 0 0 0,0 1 0 0 0,0 0 0 0 0,1 1 1 0 0,-1-1-1 0 0,1 1 0 0 0,0-1 0 0 0,0 1 0 0 0,0 0 0 0 0,0 0 0 0 0,1 1 1 0 0,-4 7-1 0 0,6-11-378 0 0,0 0 0 0 0,0 0 0 0 0,0 0 0 0 0,0 0 0 0 0,0 0 0 0 0,0 0 0 0 0,0 0 0 0 0,0 0 0 0 0,0-1 0 0 0,1 1 0 0 0,-1 0 0 0 0,0 0 0 0 0,1 0 0 0 0,-1 0 0 0 0,0 0 0 0 0,1-1 0 0 0,-1 1 0 0 0,1 0 0 0 0,0 0 0 0 0,-1-1 0 0 0,1 1 0 0 0,-1 0 0 0 0,1-1 1 0 0,0 1-1 0 0,0 0 0 0 0,-1-1 0 0 0,1 1 0 0 0,0-1 0 0 0,0 0 0 0 0,0 1 0 0 0,0-1 0 0 0,-1 0 0 0 0,1 1 0 0 0,0-1 0 0 0,0 0 0 0 0,0 0 0 0 0,1 1 0 0 0,43 4 252 0 0,-34-4-233 0 0,11 1 2 0 0,1-1 78 0 0,1 2-1 0 0,-1 1 1 0 0,25 7 0 0 0,-47-10-112 0 0,-1-1 0 0 0,0 0 1 0 0,1 0-1 0 0,-1 1 0 0 0,0-1 0 0 0,0 0 0 0 0,1 1 1 0 0,-1-1-1 0 0,0 0 0 0 0,0 1 0 0 0,0-1 1 0 0,1 0-1 0 0,-1 1 0 0 0,0-1 0 0 0,0 0 0 0 0,0 1 1 0 0,0-1-1 0 0,0 0 0 0 0,0 1 0 0 0,0-1 1 0 0,0 1-1 0 0,0-1 0 0 0,0 0 0 0 0,0 1 0 0 0,0-1 1 0 0,0 0-1 0 0,0 1 0 0 0,0-1 0 0 0,0 1 0 0 0,0-1 1 0 0,0 0-1 0 0,-1 1 0 0 0,1-1 0 0 0,0 0 1 0 0,0 1-1 0 0,0-1 0 0 0,-1 0 0 0 0,1 0 0 0 0,0 1 1 0 0,0-1-1 0 0,-1 0 0 0 0,1 1 0 0 0,0-1 1 0 0,-1 0-1 0 0,1 0 0 0 0,-1 1 0 0 0,-18 19-403 0 0,13-14 271 0 0,-2 2-94 0 0,4-5-86 0 0,0 1 0 0 0,0 0-1 0 0,1 0 1 0 0,-1 1 0 0 0,1-1-1 0 0,0 1 1 0 0,0-1-1 0 0,1 1 1 0 0,-4 8 0 0 0,6-12 293 0 0,1-1 1 0 0,-1 1-1 0 0,0-1 1 0 0,0 1-1 0 0,1-1 1 0 0,-1 1 0 0 0,0-1-1 0 0,1 0 1 0 0,-1 1-1 0 0,1-1 1 0 0,-1 0-1 0 0,0 1 1 0 0,1-1 0 0 0,-1 0-1 0 0,1 0 1 0 0,-1 1-1 0 0,1-1 1 0 0,-1 0-1 0 0,1 0 1 0 0,-1 0-1 0 0,1 0 1 0 0,-1 1 0 0 0,1-1-1 0 0,0 0 1 0 0,-1 0-1 0 0,1 0 1 0 0,-1 0-1 0 0,1 0 1 0 0,0-1 0 0 0,26 2 1202 0 0,-19 0-360 0 0,-4-1-684 0 0,-1 0 0 0 0,1 0 1 0 0,-1 1-1 0 0,1 0 0 0 0,-1 0 0 0 0,0 0 1 0 0,1 0-1 0 0,-1 0 0 0 0,0 1 1 0 0,0-1-1 0 0,0 1 0 0 0,0 0 1 0 0,0 0-1 0 0,0 0 0 0 0,-1 0 1 0 0,1 0-1 0 0,0 1 0 0 0,-1-1 1 0 0,3 4-1 0 0,-4-3-126 0 0,0-1 0 0 0,0 1 0 0 0,0 0 0 0 0,0-1 0 0 0,-1 1 0 0 0,1 0 0 0 0,-1 0-1 0 0,1-1 1 0 0,-1 1 0 0 0,0 0 0 0 0,0 0 0 0 0,0 0 0 0 0,-1 0 0 0 0,1-1 0 0 0,-1 1 0 0 0,1 0 0 0 0,-1 0 0 0 0,0-1 0 0 0,0 1 0 0 0,0-1 0 0 0,0 1 0 0 0,-1-1 0 0 0,1 1 0 0 0,-3 2 0 0 0,-30 39-162 0 0,27-37-124 0 0,0 1 1 0 0,1 0 0 0 0,0 1 0 0 0,0-1 0 0 0,1 1 0 0 0,-6 14 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3.2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1355 0 5617 0 0,'22'5'14974'0'0,"-18"-2"-14038"0"0,5 6-1116 0 0,-5 8 467 0 0,-1 1 0 0 0,0 0 0 0 0,-1 1-1 0 0,-1-1 1 0 0,-2 19 0 0 0,3 25-131 0 0,4-15-120 0 0,2-1 0 0 0,17 54 1 0 0,-11-44-29 0 0,-10-45-8 0 0,-4-9 0 0 0,1 0 0 0 0,0 0 0 0 0,-1 0 0 0 0,1 0 0 0 0,-1 0 0 0 0,1 0 0 0 0,-1 1 0 0 0,0-1 0 0 0,0 0 0 0 0,0 0 0 0 0,0 0 0 0 0,0 0 0 0 0,-1 1 0 0 0,1-1 0 0 0,-1 0 0 0 0,-1 4 0 0 0,1 18 0 0 0,0-22 18 0 0,-1 1-1 0 0,1 0 1 0 0,-1-1-1 0 0,1 1 1 0 0,-1 0 0 0 0,0-1-1 0 0,0 0 1 0 0,0 0-1 0 0,0 1 1 0 0,-1-1 0 0 0,1 0-1 0 0,0-1 1 0 0,-1 1-1 0 0,0 0 1 0 0,1-1 0 0 0,-1 1-1 0 0,0-1 1 0 0,0 0-1 0 0,-4 1 1 0 0,-17 5-13 0 0,0-2-1 0 0,0 0 1 0 0,0-2-1 0 0,-1-1 1 0 0,1-1-1 0 0,-1 0 1 0 0,-46-7-1 0 0,-78-12-785 0 0,-91-15-586 0 0,214 30 1270 0 0,1 0 1 0 0,-1 2 0 0 0,0 0 0 0 0,1 2-1 0 0,-36 5 1 0 0,-124 34-1477 0 0,27-5-1930 0 0,123-31 3543 0 0,-59-1 0 0 0,-5 1 3587 0 0,98-4-3658 0 0,0 0-29 0 0,1 1-1 0 0,-1-1 1 0 0,0 0 0 0 0,1 0 0 0 0,-1 0 0 0 0,1 1 0 0 0,-1-1-1 0 0,1 0 1 0 0,-1 0 0 0 0,0 0 0 0 0,1 0 0 0 0,-1 0 0 0 0,1 0-1 0 0,-1 0 1 0 0,0 0 0 0 0,1-1 0 0 0,-1 1 0 0 0,1 0 0 0 0,-1 0-1 0 0,1 0 1 0 0,-1-1 0 0 0,0 1 0 0 0,1 0 0 0 0,-1-1 0 0 0,1 1-1 0 0,-1 0 1 0 0,1-1 0 0 0,0 1 0 0 0,-1 0 0 0 0,1-1 0 0 0,-1 1-1 0 0,1-1 1 0 0,0 1 0 0 0,-1-1 0 0 0,1 1 0 0 0,0-1 0 0 0,-1 1-1 0 0,1-1 1 0 0,0 0 0 0 0,0 1 0 0 0,0-2 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4.0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 7834 0 0,'36'-15'3108'0'0,"-20"11"-2345"0"0,1 1-1 0 0,-1 0 1 0 0,0 1-1 0 0,1 1 1 0 0,18 1-1 0 0,86 10 2557 0 0,-53-2-2323 0 0,384 42 1505 0 0,-335-42-2363 0 0,0-4-1 0 0,198-19 1 0 0,-273 12-119 0 0,199-11 586 0 0,-187 14-487 0 0,-1 2 1 0 0,81 14-1 0 0,-42-2-118 0 0,-1-4 0 0 0,113-1 0 0 0,-173-8-16 0 0,0 3 0 0 0,57 12 0 0 0,-64-10-25 0 0,1-1 0 0 0,0-1 0 0 0,0-1 0 0 0,0-2 0 0 0,31-1-1 0 0,-51 0-36 0 0,0-1 0 0 0,-1 0 0 0 0,1 0-1 0 0,-1 0 1 0 0,1 0 0 0 0,6-4 0 0 0,-10 4-213 0 0,1 0 0 0 0,0 0 1 0 0,0 0-1 0 0,-1 0 1 0 0,1 0-1 0 0,-1-1 0 0 0,1 1 1 0 0,-1-1-1 0 0,0 1 0 0 0,3-4 1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4.2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43 7834 0 0,'1'1'245'0'0,"-1"0"0"0"0,1 0 1 0 0,-1 0-1 0 0,1 0 0 0 0,0 0 0 0 0,-1 0 1 0 0,1 0-1 0 0,0 0 0 0 0,0 0 1 0 0,-1-1-1 0 0,1 1 0 0 0,0 0 1 0 0,0 0-1 0 0,0-1 0 0 0,0 1 0 0 0,0-1 1 0 0,0 1-1 0 0,0-1 0 0 0,0 1 1 0 0,0-1-1 0 0,1 0 0 0 0,0 1 1 0 0,34 14 3360 0 0,-34-14-3258 0 0,10 2 172 0 0,0 1-1 0 0,-1-1 0 0 0,2-1 0 0 0,-1 0 0 0 0,0-1 0 0 0,0 0 0 0 0,17-2 0 0 0,-24 1-471 0 0,0 0 0 0 0,0 0 0 0 0,0-1 1 0 0,-1 0-1 0 0,1 0 0 0 0,0 0 0 0 0,0-1 0 0 0,-1 1 0 0 0,1-1 0 0 0,-1 0 0 0 0,1-1 0 0 0,-1 1 0 0 0,0-1 0 0 0,0 0 0 0 0,0 0 0 0 0,0 0 1 0 0,-1 0-1 0 0,1-1 0 0 0,-1 1 0 0 0,6-9 0 0 0,-9 11-46 0 0,1 1 0 0 0,-1-1-1 0 0,1 0 1 0 0,-1 0 0 0 0,1 0 0 0 0,-1 0 0 0 0,0 0 0 0 0,1 0 0 0 0,-1 0 0 0 0,0 0 0 0 0,0 0-1 0 0,1 0 1 0 0,-1 0 0 0 0,0 0 0 0 0,0 0 0 0 0,0 0 0 0 0,0 0 0 0 0,-1 0 0 0 0,1 1-1 0 0,0-1 1 0 0,0 0 0 0 0,-1 0 0 0 0,1 0 0 0 0,0 0 0 0 0,-1 0 0 0 0,1 0 0 0 0,-1 0-1 0 0,1 0 1 0 0,-1 1 0 0 0,1-1 0 0 0,-1 0 0 0 0,0 0 0 0 0,1 1 0 0 0,-1-1 0 0 0,0 0 0 0 0,0 1-1 0 0,0-1 1 0 0,1 1 0 0 0,-1-1 0 0 0,0 1 0 0 0,-1-1 0 0 0,-1 0 2 0 0,1 0 0 0 0,-1 0 0 0 0,0 0 0 0 0,1 1 0 0 0,-1-1 0 0 0,0 1 0 0 0,0 0 0 0 0,1 0 0 0 0,-1 0 1 0 0,0 0-1 0 0,1 0 0 0 0,-1 1 0 0 0,0-1 0 0 0,-2 2 0 0 0,-26 13-1539 0 0,4 5-3314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5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1 116 6913 0 0,'0'1'147'0'0,"1"0"-1"0"0,0 1 1 0 0,0-1-1 0 0,0 0 1 0 0,0 0 0 0 0,0 0-1 0 0,1 0 1 0 0,-1 0-1 0 0,0 0 1 0 0,0 0-1 0 0,1 0 1 0 0,-1-1-1 0 0,0 1 1 0 0,1 0-1 0 0,-1-1 1 0 0,1 1-1 0 0,-1-1 1 0 0,1 1-1 0 0,-1-1 1 0 0,1 0-1 0 0,-1 0 1 0 0,1 0-1 0 0,0 0 1 0 0,-1 0-1 0 0,1 0 1 0 0,-1 0-1 0 0,3-1 1 0 0,53-6 3399 0 0,-47 6-3194 0 0,164-24 1120 0 0,2 8 1 0 0,1 8 0 0 0,299 22-1 0 0,-358-5-1296 0 0,0-5 1 0 0,0-5-1 0 0,0-6 0 0 0,154-29 0 0 0,-24 2 260 0 0,-205 32-349 0 0,1 2 0 0 0,0 2 0 0 0,75 12 0 0 0,-94-4-87 0 0,5 0 0 0 0,-61-26-322 0 0,23 11-632 0 0,-13-11-997 0 0,21 16 1957 0 0,0 1-1 0 0,0 0 1 0 0,-1 0-1 0 0,1 0 1 0 0,0-1-1 0 0,-1 1 0 0 0,1 0 1 0 0,0 0-1 0 0,0 0 1 0 0,-1 0-1 0 0,1 0 1 0 0,0 0-1 0 0,-1-1 1 0 0,1 1-1 0 0,0 0 0 0 0,-1 0 1 0 0,1 0-1 0 0,0 0 1 0 0,-1 0-1 0 0,1 0 1 0 0,0 0-1 0 0,-1 1 1 0 0,1-1-1 0 0,0 0 1 0 0,-1 0-1 0 0,1 0 0 0 0,0 0 1 0 0,0 0-1 0 0,-1 0 1 0 0,1 0-1 0 0,0 1 1 0 0,-1-1-1 0 0,1 0 1 0 0,0 0-1 0 0,0 0 0 0 0,-1 1 1 0 0,1-1-1 0 0,0 0 1 0 0,0 0-1 0 0,0 1 1 0 0,-1-1-1 0 0,1 0 1 0 0,0 1-1 0 0,0-1 0 0 0,0 0 1 0 0,0 1-1 0 0,0-1 1 0 0,0 0-1 0 0,0 0 1 0 0,-1 1-1 0 0,1-1 1 0 0,0 0-1 0 0,0 1 1 0 0,0-1-1 0 0,0 0 0 0 0,0 1 1 0 0,0-1-1 0 0,1 0 1 0 0,-1 1-1 0 0,0-1 1 0 0,0 1-1 0 0,2 5 119 0 0,0-1-1 0 0,0 1 0 0 0,0-1 1 0 0,1 0-1 0 0,0 0 0 0 0,0 0 1 0 0,1 0-1 0 0,-1 0 0 0 0,1 0 1 0 0,0-1-1 0 0,6 6 0 0 0,2 3 126 0 0,1 3-134 0 0,1-1 0 0 0,0 0 0 0 0,1-1 1 0 0,0-1-1 0 0,18 11 0 0 0,-28-20-109 0 0,1-1 0 0 0,0 0-1 0 0,-1 0 1 0 0,1-1 0 0 0,0 0-1 0 0,0 0 1 0 0,1 0 0 0 0,11 1-1 0 0,-14-3 2 0 0,0 0-1 0 0,0 0 0 0 0,0 0 0 0 0,-1-1 0 0 0,1 1 1 0 0,0-1-1 0 0,-1 0 0 0 0,1 0 0 0 0,0 0 0 0 0,-1-1 1 0 0,1 1-1 0 0,-1-1 0 0 0,0 0 0 0 0,0 0 0 0 0,1 0 1 0 0,3-4-1 0 0,-5 4 7 0 0,0 0 0 0 0,0 0 0 0 0,0-1 0 0 0,0 1 0 0 0,0-1 0 0 0,0 0 0 0 0,-1 0 0 0 0,1 1 0 0 0,-1-1 0 0 0,0 0 0 0 0,0 0 0 0 0,0 0 0 0 0,0 0 0 0 0,-1 0 0 0 0,1-1 0 0 0,-1 1 0 0 0,0 0 0 0 0,1 0 0 0 0,-2 0 0 0 0,1 0 0 0 0,0-1 0 0 0,-1 1 0 0 0,1 0 0 0 0,-1 0 0 0 0,0 0 0 0 0,0 0 0 0 0,0 0 0 0 0,0 0 0 0 0,-1 0 0 0 0,1 1 0 0 0,-3-4 0 0 0,2 2-40 0 0,-1-1 0 0 0,1 1 0 0 0,-1 0 1 0 0,0 1-1 0 0,0-1 0 0 0,-1 0 0 0 0,1 1 1 0 0,-1 0-1 0 0,0 0 0 0 0,0 0 1 0 0,0 0-1 0 0,0 1 0 0 0,0-1 0 0 0,0 1 1 0 0,-1 0-1 0 0,1 0 0 0 0,-1 1 1 0 0,0-1-1 0 0,1 1 0 0 0,-7 0 0 0 0,-6 1-795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6.2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 9674 0 0,'-10'8'8802'0'0,"9"-7"-8499"0"0,8 11 3937 0 0,-2-5-5178 0 0,11 18 1296 0 0,-1 2 1 0 0,-2 0-1 0 0,0 0 1 0 0,13 46-1 0 0,20 115 159 0 0,-29-107-462 0 0,-16-79-69 0 0,17 62-61 0 0,-17-59-34 0 0,1-1 0 0 0,0 1 1 0 0,1-1-1 0 0,-1 0 0 0 0,0 1 0 0 0,1-1 0 0 0,0-1 1 0 0,0 1-1 0 0,1 0 0 0 0,-1-1 0 0 0,5 5 0 0 0,-2-5-1240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6.5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3 173 1376 0 0,'-3'-37'305'0'0,"4"28"936"0"0,0-1 0 0 0,0 1 0 0 0,0 0-1 0 0,5-14 1 0 0,-5 19-739 0 0,0 0 0 0 0,1-1 1 0 0,-1 1-1 0 0,1 0 0 0 0,0 0 0 0 0,0 0 0 0 0,1 1 0 0 0,-1-1 0 0 0,1 0 0 0 0,0 1 0 0 0,0 0 0 0 0,0-1 1 0 0,0 1-1 0 0,1 0 0 0 0,-1 1 0 0 0,1-1 0 0 0,0 1 0 0 0,-1 0 0 0 0,1-1 0 0 0,5-1 0 0 0,-6 4-349 0 0,0-1-1 0 0,-1 0 0 0 0,1 0 0 0 0,0 1 1 0 0,0 0-1 0 0,0 0 0 0 0,-1-1 1 0 0,1 1-1 0 0,0 1 0 0 0,0-1 0 0 0,0 0 1 0 0,-1 1-1 0 0,1 0 0 0 0,0-1 0 0 0,-1 1 1 0 0,1 0-1 0 0,0 0 0 0 0,-1 1 1 0 0,1-1-1 0 0,-1 0 0 0 0,0 1 0 0 0,1-1 1 0 0,-1 1-1 0 0,0 0 0 0 0,0 0 1 0 0,0 0-1 0 0,0 0 0 0 0,2 4 0 0 0,-1-2-179 0 0,-1-1 0 0 0,0 1 0 0 0,0 0 0 0 0,0 0 0 0 0,-1 0 0 0 0,1 0 0 0 0,-1 0 0 0 0,0 0 0 0 0,0 1 0 0 0,0-1 0 0 0,-1 0 0 0 0,1 0-1 0 0,-1 1 1 0 0,0-1 0 0 0,-1 0 0 0 0,1 1 0 0 0,-2 7 0 0 0,-6 8-114 0 0,0 0-1 0 0,-1-1 1 0 0,0 0-1 0 0,-2-1 1 0 0,-21 30-1 0 0,1-3 328 0 0,30-44-141 0 0,1 0 0 0 0,-1 0-1 0 0,0 1 1 0 0,1-1-1 0 0,-1 0 1 0 0,1 0 0 0 0,-1 0-1 0 0,1 1 1 0 0,-1-1 0 0 0,1 0-1 0 0,0 0 1 0 0,0 1-1 0 0,0-1 1 0 0,0 0 0 0 0,0 1-1 0 0,0-1 1 0 0,0 0 0 0 0,0 1-1 0 0,0-1 1 0 0,0 0-1 0 0,1 0 1 0 0,-1 1 0 0 0,1-1-1 0 0,-1 0 1 0 0,2 2 0 0 0,-1-1-4 0 0,1 1 0 0 0,0-1 1 0 0,0 0-1 0 0,1 0 1 0 0,-1 0-1 0 0,0-1 0 0 0,1 1 1 0 0,-1 0-1 0 0,1-1 1 0 0,-1 0-1 0 0,4 2 0 0 0,8 2 12 0 0,1 0-1 0 0,0-1 0 0 0,20 3 0 0 0,-34-7-48 0 0,191 21-517 0 0,-128-19-2019 0 0,1-1-3473 0 0,-38-1-260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8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0 10138 0 0,'-5'17'9505'0'0,"8"-15"-8781"0"0,183 187 1498 0 0,-107-103-2118 0 0,-63-70 70 0 0,-1 2 0 0 0,20 29-1 0 0,-13-2-1258 0 0,-19-37-472 0 0,0 1 1 0 0,-1-1 0 0 0,2 18-1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8.6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19 221 8754 0 0,'-1'0'78'0'0,"0"-1"0"0"0,1 1 0 0 0,-1 0 0 0 0,0 0 0 0 0,0-1 0 0 0,0 1-1 0 0,0 0 1 0 0,0-1 0 0 0,1 1 0 0 0,-1-1 0 0 0,0 1 0 0 0,0-1 0 0 0,1 0 0 0 0,-1 1 0 0 0,0-1 0 0 0,1 1 0 0 0,-1-1 0 0 0,1 0 0 0 0,-1 0 0 0 0,1 1 0 0 0,-1-1 0 0 0,1 0-1 0 0,0 0 1 0 0,-1 0 0 0 0,1 0 0 0 0,0 1 0 0 0,-1-1 0 0 0,1 0 0 0 0,0 0 0 0 0,0 0 0 0 0,0 0 0 0 0,0-2 0 0 0,1 0 381 0 0,0-1 1 0 0,0 0-1 0 0,0 1 1 0 0,1-1-1 0 0,0 1 0 0 0,3-6 1 0 0,-2 4-203 0 0,6-9 956 0 0,1-1 0 0 0,0 2 1 0 0,1 0-1 0 0,13-13 0 0 0,-8 10-540 0 0,1 2 1 0 0,31-22-1 0 0,-45 34-710 0 0,-1 1 1 0 0,0-1-1 0 0,1 0 1 0 0,-1 1-1 0 0,1 0 1 0 0,0 0-1 0 0,-1-1 0 0 0,1 1 1 0 0,0 1-1 0 0,0-1 1 0 0,-1 0-1 0 0,1 1 1 0 0,0 0-1 0 0,0-1 0 0 0,0 1 1 0 0,0 0-1 0 0,0 0 1 0 0,0 1-1 0 0,0-1 1 0 0,-1 1-1 0 0,1-1 1 0 0,0 1-1 0 0,0 0 0 0 0,0 0 1 0 0,-1 0-1 0 0,1 1 1 0 0,-1-1-1 0 0,3 2 1 0 0,8 8-1025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8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1 135 7370 0 0,'2'0'314'0'0,"1"1"0"0"0,-1 0 0 0 0,1-1 0 0 0,-1 1-1 0 0,1-1 1 0 0,0 0 0 0 0,-1 0 0 0 0,1 0 0 0 0,-1 0 0 0 0,1 0 0 0 0,0 0 0 0 0,-1-1 0 0 0,1 1 0 0 0,-1-1 0 0 0,1 0 0 0 0,2-1 0 0 0,39-16 2173 0 0,-31 9-1802 0 0,0 1 1 0 0,-1-2-1 0 0,15-13 0 0 0,19-15-1103 0 0,-40 34-271 0 0,0 1 1 0 0,0-1-1 0 0,0 1 0 0 0,0 0 0 0 0,0 1 1 0 0,10-4-1 0 0,-5 5 180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9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25 108 3681 0 0,'-1'0'393'0'0,"-1"0"0"0"0,1-1 0 0 0,-1 1 0 0 0,1-1 0 0 0,0 1 0 0 0,-1-1 0 0 0,1 0 0 0 0,0 0 0 0 0,-1 1 0 0 0,1-1 1 0 0,0 0-1 0 0,0 0 0 0 0,0 0 0 0 0,0 0 0 0 0,0 0 0 0 0,-4-10 4142 0 0,18 20-2588 0 0,0 5-1606 0 0,-1 0 0 0 0,0 1 0 0 0,-1 0 1 0 0,15 28-1 0 0,19 26 409 0 0,-40-63-802 0 0,31 37-1480 0 0,-34-41 1409 0 0,0 0 0 0 0,1 1 0 0 0,-1-1 0 0 0,1-1 0 0 0,-1 1 0 0 0,1 0 0 0 0,-1-1 0 0 0,1 1-1 0 0,0-1 1 0 0,0 1 0 0 0,0-1 0 0 0,0 0 0 0 0,0-1 0 0 0,4 2 0 0 0,-19-35-6456 0 0,11 33 6483 0 0,-4-19 631 0 0,0 1-1 0 0,1-1 1 0 0,0-1-1 0 0,2 1 1 0 0,0 0-1 0 0,2-1 1 0 0,1-21-1 0 0,0 33-194 0 0,0 0 1 0 0,0 1-1 0 0,1-1 0 0 0,0 0 0 0 0,1 1 0 0 0,-1 0 0 0 0,2-1 1 0 0,-1 1-1 0 0,5-7 0 0 0,-5 10-139 0 0,0 0 0 0 0,0 1-1 0 0,0-1 1 0 0,1 1 0 0 0,-1 0 0 0 0,1 0 0 0 0,-1 0 0 0 0,1 0-1 0 0,0 0 1 0 0,1 1 0 0 0,-1 0 0 0 0,0 0 0 0 0,1 0-1 0 0,-1 0 1 0 0,1 1 0 0 0,4-1 0 0 0,-4 1-94 0 0,-1 1 1 0 0,0 0-1 0 0,0 0 0 0 0,0 0 1 0 0,0 1-1 0 0,0-1 0 0 0,0 1 1 0 0,0 0-1 0 0,0 0 0 0 0,0 1 1 0 0,0-1-1 0 0,-1 1 0 0 0,1 0 1 0 0,0 0-1 0 0,-1 0 0 0 0,1 0 1 0 0,-1 0-1 0 0,0 1 0 0 0,0 0 1 0 0,0-1-1 0 0,0 1 0 0 0,5 7 1 0 0,5 7-29 0 0,0 1 0 0 0,-1 0 1 0 0,10 22-1 0 0,-12-21-80 0 0,-3-7-390 0 0,10 18-58 0 0,-2-13-6081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09.9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15 125 3225 0 0,'-15'-7'12878'0'0,"16"12"-11988"0"0,0 3-687 0 0,0 0-1 0 0,1 0 1 0 0,1 0-1 0 0,-1 0 1 0 0,1 0-1 0 0,0-1 1 0 0,1 1 0 0 0,0-1-1 0 0,7 10 1 0 0,-8-12-97 0 0,1 0 0 0 0,0 0 0 0 0,0-1 1 0 0,1 1-1 0 0,-1-1 0 0 0,1 0 0 0 0,0 0 1 0 0,0-1-1 0 0,0 1 0 0 0,0-1 0 0 0,1 0 1 0 0,-1-1-1 0 0,1 1 0 0 0,7 1 0 0 0,-10-3-104 0 0,0-1 0 0 0,0 0 0 0 0,0 0 0 0 0,0-1 0 0 0,1 1 0 0 0,-1-1 0 0 0,0 1 0 0 0,0-1 0 0 0,0 0 0 0 0,0 0 0 0 0,0 0 0 0 0,0-1 0 0 0,-1 1 0 0 0,1-1-1 0 0,0 0 1 0 0,-1 1 0 0 0,1-1 0 0 0,-1 0 0 0 0,1 0 0 0 0,-1-1 0 0 0,0 1 0 0 0,0 0 0 0 0,0-1 0 0 0,0 0 0 0 0,-1 1 0 0 0,3-5 0 0 0,1 0 10 0 0,-1 0 0 0 0,0-1 0 0 0,-1 1 1 0 0,0-1-1 0 0,0 0 0 0 0,0 0 0 0 0,-1 0 1 0 0,0 0-1 0 0,0-10 0 0 0,-2 13 46 0 0,0-1-1 0 0,0 1 1 0 0,-1 0-1 0 0,0-1 1 0 0,0 1 0 0 0,0 0-1 0 0,0-1 1 0 0,-1 1-1 0 0,0 0 1 0 0,0 0-1 0 0,-1 0 1 0 0,1 1 0 0 0,-1-1-1 0 0,0 0 1 0 0,0 1-1 0 0,-1 0 1 0 0,1 0-1 0 0,-1 0 1 0 0,0 0 0 0 0,0 0-1 0 0,0 1 1 0 0,-7-4-1 0 0,4 3-230 0 0,0 0 0 0 0,0 0 1 0 0,0 1-1 0 0,-1 0 0 0 0,1 1 0 0 0,-1-1 0 0 0,0 1 0 0 0,0 1 0 0 0,0 0 0 0 0,0 0 0 0 0,0 0 0 0 0,0 1 0 0 0,0 0 0 0 0,-12 2 1 0 0,9 1-1270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10.1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5041 0 0,'14'2'688'0'0,"0"0"0"0"0,0 1-1 0 0,-1 0 1 0 0,1 1 0 0 0,-1 0 0 0 0,0 1-1 0 0,0 0 1 0 0,-1 2 0 0 0,17 9 0 0 0,29 10 6796 0 0,-63-36-5160 0 0,-24-26-2052 0 0,6 8-146 0 0,6-2-894 0 0,10 14-97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10.4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21 9298 0 0,'-4'-21'8136'0'0,"8"24"-7170"0"0,9 6-436 0 0,0 0 0 0 0,-1 1 1 0 0,-1 0-1 0 0,1 1 0 0 0,-2 0 0 0 0,1 1 1 0 0,7 13-1 0 0,60 101 834 0 0,-19-27-2008 0 0,-51-85-678 0 0,0 0-4124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10.5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62 273 1840 0 0,'-5'-1'980'0'0,"1"0"-1"0"0,-1 0 1 0 0,1-1 0 0 0,0 0-1 0 0,0 0 1 0 0,0 0-1 0 0,0-1 1 0 0,0 1-1 0 0,0-1 1 0 0,-5-4-1 0 0,8 5-748 0 0,0 1 1 0 0,0 0-1 0 0,0 0 0 0 0,0-1 0 0 0,0 1 0 0 0,1 0 1 0 0,-1-1-1 0 0,0 1 0 0 0,1 0 0 0 0,-1-1 1 0 0,1 1-1 0 0,-1-1 0 0 0,1 0 0 0 0,0 1 0 0 0,0-1 1 0 0,0 1-1 0 0,0-1 0 0 0,0 1 0 0 0,0-1 0 0 0,0 1 1 0 0,0-1-1 0 0,0 0 0 0 0,1 1 0 0 0,-1-1 0 0 0,1 1 1 0 0,-1 0-1 0 0,1-1 0 0 0,-1 1 0 0 0,1-1 1 0 0,0 1-1 0 0,0 0 0 0 0,0-1 0 0 0,1 0 0 0 0,43-55 1571 0 0,-24 31-2193 0 0,-1 0-1 0 0,20-37 0 0 0,-27 38 213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18.2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118 108 3681 0 0,'-12'-1'1127'0'0,"0"1"1"0"0,1 1 0 0 0,-1 0-1 0 0,0 0 1 0 0,0 2 0 0 0,1-1-1 0 0,0 1 1 0 0,-14 6 0 0 0,77 2 2639 0 0,-47-9-3614 0 0,-1-1 0 0 0,1 1-1 0 0,-1 0 1 0 0,0 0 0 0 0,0 1 0 0 0,0 0-1 0 0,0-1 1 0 0,0 1 0 0 0,-1 0 0 0 0,1 1-1 0 0,-1-1 1 0 0,0 1 0 0 0,0-1 0 0 0,0 1-1 0 0,2 4 1 0 0,1 4-108 0 0,0 0 1 0 0,-1 1-1 0 0,6 24 0 0 0,-1-5-351 0 0,0-106-2061 0 0,-6 51 2480 0 0,1 0-1 0 0,15-41 1 0 0,-16 52 64 0 0,0 1-1 0 0,2 0 1 0 0,-1 0-1 0 0,2 1 1 0 0,-1 0 0 0 0,1 0-1 0 0,12-12 1 0 0,-19 21-102 0 0,1 0-1 0 0,0 0 1 0 0,0 0-1 0 0,0 0 1 0 0,-1 0 0 0 0,1 1-1 0 0,0-1 1 0 0,0 0-1 0 0,0 1 1 0 0,0-1-1 0 0,1 1 1 0 0,-1-1 0 0 0,0 1-1 0 0,0-1 1 0 0,0 1-1 0 0,0 0 1 0 0,0 0-1 0 0,1-1 1 0 0,-1 1 0 0 0,0 0-1 0 0,0 0 1 0 0,0 0-1 0 0,0 0 1 0 0,1 1-1 0 0,-1-1 1 0 0,0 0 0 0 0,0 0-1 0 0,2 1 1 0 0,-1 1 20 0 0,1 0 1 0 0,-1-1-1 0 0,0 1 0 0 0,0 0 1 0 0,0 0-1 0 0,0 0 1 0 0,0 0-1 0 0,0 1 0 0 0,-1-1 1 0 0,1 0-1 0 0,1 5 0 0 0,4 9 46 0 0,-1-1-1 0 0,0 1 0 0 0,3 17 0 0 0,-9-32-139 0 0,37 183-2184 0 0,-32-159-5368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18.6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51 6449 0 0,'-5'10'893'0'0,"1"1"0"0"0,1 0 0 0 0,0 0 0 0 0,1 0-1 0 0,0 1 1 0 0,0-1 0 0 0,1 0 0 0 0,1 1 0 0 0,0-1 0 0 0,0 1-1 0 0,1-1 1 0 0,1 0 0 0 0,0 1 0 0 0,5 16 0 0 0,-5-23-770 0 0,0-1 1 0 0,0 0-1 0 0,0 1 1 0 0,1-1-1 0 0,-1-1 1 0 0,1 1 0 0 0,0 0-1 0 0,0 0 1 0 0,1-1-1 0 0,-1 0 1 0 0,0 0 0 0 0,1 0-1 0 0,0 0 1 0 0,0 0-1 0 0,0-1 1 0 0,0 1-1 0 0,0-1 1 0 0,1 0 0 0 0,-1-1-1 0 0,0 1 1 0 0,1-1-1 0 0,-1 0 1 0 0,7 1-1 0 0,-7-2-131 0 0,0 0-1 0 0,0 0 0 0 0,0 0 0 0 0,0-1 0 0 0,0 1 0 0 0,0-1 0 0 0,0 0 0 0 0,0 0 0 0 0,0-1 0 0 0,0 1 0 0 0,0-1 0 0 0,-1 0 0 0 0,1 0 0 0 0,-1 0 0 0 0,1 0 0 0 0,-1-1 1 0 0,0 1-1 0 0,0-1 0 0 0,0 0 0 0 0,0 0 0 0 0,0 0 0 0 0,-1 0 0 0 0,0 0 0 0 0,1-1 0 0 0,-1 1 0 0 0,3-8 0 0 0,-1 2-70 0 0,-1 1 0 0 0,-1-1 0 0 0,0 1 0 0 0,0-1 0 0 0,0 0 0 0 0,-1 0-1 0 0,0 0 1 0 0,-1 0 0 0 0,0 0 0 0 0,-1 0 0 0 0,1 0 0 0 0,-2 0 0 0 0,-2-11 0 0 0,3 13 77 0 0,-1 0-1 0 0,-1 0 1 0 0,1 0 0 0 0,-1 0 0 0 0,0 1-1 0 0,-1-1 1 0 0,1 1 0 0 0,-1 0 0 0 0,-1 0-1 0 0,1 0 1 0 0,-1 0 0 0 0,0 1 0 0 0,0-1-1 0 0,-1 1 1 0 0,1 1 0 0 0,-10-7 0 0 0,3 7-1528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7:18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1 103 5065 0 0,'17'7'6099'0'0,"3"15"-2098"0"0,-16-18-2833 0 0,0 0-550 0 0,14 18 1836 0 0,24 34 1 0 0,-37-50-2343 0 0,-2 1-1 0 0,1 0 1 0 0,-1 0 0 0 0,1 0 0 0 0,-2 0-1 0 0,1 0 1 0 0,-1 0 0 0 0,0 1-1 0 0,-1-1 1 0 0,1 14 0 0 0,-4-14 8 0 0,-5-15-39 0 0,-3-15 23 0 0,3-6-121 0 0,1 0 1 0 0,1 0-1 0 0,-1-40 0 0 0,5 52-766 0 0,2 0 1 0 0,0 0 0 0 0,1-1-1 0 0,4-17 1 0 0,1 10-6326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45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246 513 8290 0 0,'-25'-13'678'0'0,"0"1"1"0"0,-51-17-1 0 0,-10-4-33 0 0,72 27-580 0 0,-6-3 577 0 0,22 6-383 0 0,12 1-248 0 0,124 4-230 0 0,111-2-1081 0 0,306-44 1773 0 0,-38-4 1411 0 0,580-57-823 0 0,-6 26-771 0 0,3 46-920 0 0,-809 26 474 0 0,933-36 759 0 0,-316 9-56 0 0,-836 32-506 0 0,742-10 685 0 0,-347 16-432 0 0,9 1-153 0 0,-158 3-3287 0 0,-275-6-1520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46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7912 0 1376 0 0,'30'12'510'0'0,"1"-1"-1"0"0,0-2 0 0 0,0-2 0 0 0,60 8 0 0 0,-56-10 1301 0 0,-31-4-1420 0 0,-1 0 0 0 0,1 1-1 0 0,-1-1 1 0 0,0 1 0 0 0,0-1 0 0 0,1 1 0 0 0,-1 0 0 0 0,0 0 0 0 0,-1 1-1 0 0,1-1 1 0 0,0 0 0 0 0,-1 1 0 0 0,1 0 0 0 0,-1 0 0 0 0,0-1-1 0 0,0 1 1 0 0,0 0 0 0 0,0 1 0 0 0,0-1 0 0 0,-1 0 0 0 0,0 1 0 0 0,2 4-1 0 0,4 12 550 0 0,-2 1 0 0 0,6 35-1 0 0,-6-30-376 0 0,24 152 1091 0 0,6 185 0 0 0,-19 183-1342 0 0,-40 634-297 0 0,3-455 96 0 0,-54 704 332 0 0,2-90-56 0 0,64-1009-386 0 0,-5 344 0 0 0,47-5 0 0 0,79 183 246 0 0,-47-391-148 0 0,-26-138-98 0 0,44 282 0 0 0,-81-593 0 0 0,70 425-216 0 0,-71-429 200 0 0,0 1 0 0 0,-1-1 0 0 0,0 0 0 0 0,0 1 0 0 0,0-1 0 0 0,-1 0 0 0 0,-4 14 0 0 0,4-20 11 0 0,0 1 1 0 0,0-1-1 0 0,0 1 1 0 0,0-1-1 0 0,0 0 0 0 0,-1 0 1 0 0,1 0-1 0 0,-1 0 1 0 0,0 0-1 0 0,1 0 1 0 0,-1 0-1 0 0,0 0 0 0 0,0-1 1 0 0,0 1-1 0 0,-1-1 1 0 0,1 1-1 0 0,0-1 1 0 0,0 0-1 0 0,-1 0 0 0 0,1 0 1 0 0,-1 0-1 0 0,1 0 1 0 0,-1-1-1 0 0,1 1 1 0 0,-1-1-1 0 0,1 1 0 0 0,-6-1 1 0 0,-38 0 27 0 0,0-3 1 0 0,-71-12-1 0 0,33 4-5 0 0,-27-3-11 0 0,-411-34-177 0 0,498 48 167 0 0,-467-10-7 0 0,-110 13 10 0 0,-503 19 0 0 0,406-5-99 0 0,-227 8-50 0 0,635-16 149 0 0,-514 24 0 0 0,-168 42-128 0 0,222 20 425 0 0,8 48-65 0 0,638-122-1528 0 0,80-18 374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48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0 3225 0 0,'-5'4'-466'0'0,"-17"12"1816"0"0,21-13-780 0 0,0-1 0 0 0,0 0 1 0 0,0 0-1 0 0,0 1 1 0 0,0-1-1 0 0,0 0 1 0 0,0 1-1 0 0,1-1 1 0 0,-1 1-1 0 0,1-1 1 0 0,0 1-1 0 0,0-1 0 0 0,0 1 1 0 0,0 4-1 0 0,4 60-64 0 0,18 107 0 0 0,-10-100-361 0 0,2 78 0 0 0,-33 359 1503 0 0,3-251-517 0 0,4-49-377 0 0,-4 112 110 0 0,18 613 333 0 0,4-529-1055 0 0,3 647 575 0 0,14-443-266 0 0,-9-317-438 0 0,-28 974 54 0 0,-8-394-70 0 0,-25 15 604 0 0,-65 207-383 0 0,91-914 72 0 0,9 0 0 0 0,16 271 0 0 0,6-366-226 0 0,30 119 0 0 0,-37-189-64 0 0,-3-15 0 0 0,1 1 0 0 0,-1 0 0 0 0,0-1 0 0 0,1 1 0 0 0,0 0 0 0 0,0-1 0 0 0,0 1 0 0 0,0-1 0 0 0,0 1 0 0 0,0-1 0 0 0,1 0 0 0 0,-1 1 0 0 0,4 3 0 0 0,-4-5 0 0 0,11 24-18 0 0,7 11-159 0 0,14 41 0 0 0,-29-65 132 0 0,-1 0-1 0 0,0 0 1 0 0,0 0-1 0 0,-1 0 0 0 0,-1 1 1 0 0,0-1-1 0 0,-1 24 1 0 0,-2-19-498 0 0,1-15 345 0 0,0 1 1 0 0,0-1-1 0 0,1 1 0 0 0,0-1 1 0 0,-1 1-1 0 0,1 0 1 0 0,0-1-1 0 0,0 1 1 0 0,0-1-1 0 0,1 1 0 0 0,-1 0 1 0 0,1-1-1 0 0,-1 1 1 0 0,1-1-1 0 0,0 1 1 0 0,0-1-1 0 0,0 1 0 0 0,2 3 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48.3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15203 0 0,'3'4'1489'0'0,"0"-1"-1329"0"0,3-2-160 0 0,4 2 0 0 0,1-3 0 0 0,5 0-537 0 0,14-1-135 0 0,22-4-32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3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5529 0 0,'-1'0'93'0'0,"1"0"0"0"0,-1 0-1 0 0,1 0 1 0 0,-1 0-1 0 0,1 0 1 0 0,-1 0 0 0 0,0 0-1 0 0,1 0 1 0 0,-1 0 0 0 0,1 0-1 0 0,-1 0 1 0 0,0 0 0 0 0,1 1-1 0 0,-1-1 1 0 0,1 0 0 0 0,-1 0-1 0 0,1 1 1 0 0,-1-1 0 0 0,1 0-1 0 0,-1 1 1 0 0,1-1 0 0 0,-1 0-1 0 0,0 1 1 0 0,2 16 2029 0 0,0-12-2299 0 0,39 439 3391 0 0,-37 4-1853 0 0,-1-65 591 0 0,90 1372-509 0 0,-44-1272-462 0 0,136 587 0 0 0,-140-877-794 0 0,8-1-1 0 0,8-3 1 0 0,9-3 0 0 0,145 277 0 0 0,-203-441-171 0 0,180 317 271 0 0,-134-249-94 0 0,113 137 0 0 0,-36-69 13 0 0,342 365 313 0 0,-326-386-414 0 0,263 187 1 0 0,-295-242-34 0 0,137 85-126 0 0,-225-151-286 0 0,-1-2-90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4.5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7834 0 0,'0'2'106'0'0,"0"-1"0"0"0,0 0 0 0 0,-1 0 1 0 0,1 1-1 0 0,0-1 0 0 0,0 0 0 0 0,0 0 1 0 0,0 1-1 0 0,1-1 0 0 0,-1 0 0 0 0,0 0 1 0 0,0 1-1 0 0,1-1 0 0 0,-1 0 0 0 0,1 0 1 0 0,-1 0-1 0 0,1 1 0 0 0,-1-1 0 0 0,1 0 1 0 0,1 1-1 0 0,15 33 79 0 0,-12-27-92 0 0,2 0-1 0 0,-1 0 1 0 0,1-1-1 0 0,0 1 0 0 0,1-2 1 0 0,-1 1-1 0 0,1-1 1 0 0,1 0-1 0 0,-1 0 1 0 0,1-1-1 0 0,0 0 1 0 0,14 4-1 0 0,12 4 368 0 0,1-2 1 0 0,40 7-1 0 0,2 1 382 0 0,1 6-473 0 0,-1 3 0 0 0,-2 4 0 0 0,-1 3 0 0 0,-2 3 0 0 0,-1 3 0 0 0,-3 4 0 0 0,83 68 1 0 0,-73-48-344 0 0,-3 3 1 0 0,90 105 0 0 0,99 125-29 0 0,-139-158 14 0 0,-82-87 162 0 0,-1 3-1 0 0,-3 1 0 0 0,-3 2 1 0 0,46 98-1 0 0,-36-50 409 0 0,63 215-1 0 0,-66-140-608 0 0,-7 2 0 0 0,17 267 0 0 0,-26 378-316 0 0,-38-213 343 0 0,1-79 0 0 0,6-383 144 0 0,-6-1 0 0 0,-7-1 0 0 0,-6 0 0 0 0,-47 161 0 0 0,37-196 135 0 0,-40 155-236 0 0,55-193 663 0 0,-10 117 1 0 0,28-147-2137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6.6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784 494 11058 0 0,'-105'68'128'0'0,"2"4"-1"0"0,-130 118 0 0 0,202-160-161 0 0,1 2-1 0 0,1 0 0 0 0,2 2 0 0 0,1 1 0 0 0,2 1 0 0 0,1 1 0 0 0,3 1 1 0 0,0 1-1 0 0,3 1 0 0 0,-21 69 0 0 0,21-45 205 0 0,3 1 0 0 0,3 0 0 0 0,3 0-1 0 0,3 1 1 0 0,2 0 0 0 0,8 82 0 0 0,-2-114-108 0 0,2-1 1 0 0,1 0-1 0 0,2 0 0 0 0,1-1 1 0 0,1 0-1 0 0,2 0 0 0 0,1-1 1 0 0,1-1-1 0 0,2 0 1 0 0,1-1-1 0 0,1-1 0 0 0,2-1 1 0 0,1 0-1 0 0,26 26 0 0 0,4-5 256 0 0,1-1-1 0 0,3-4 0 0 0,98 62 0 0 0,-115-84-188 0 0,0-1-1 0 0,1-2 0 0 0,2-2 0 0 0,-1-1 0 0 0,2-3 0 0 0,0-1 0 0 0,47 6 0 0 0,-45-12-76 0 0,1-3 1 0 0,0-1-1 0 0,0-2 0 0 0,-1-3 0 0 0,1-1 0 0 0,-1-2 1 0 0,0-2-1 0 0,0-2 0 0 0,-1-2 0 0 0,69-31 0 0 0,-51 14 46 0 0,-1-2-1 0 0,-2-3 1 0 0,-1-2-1 0 0,-2-2 1 0 0,-2-3-1 0 0,66-68 1 0 0,-87 77 61 0 0,-3-1 0 0 0,0-2 1 0 0,-3-1-1 0 0,-1 0 1 0 0,29-60-1 0 0,-29 43 69 0 0,-2-2 1 0 0,-2 0-1 0 0,21-98 1 0 0,-26 61 3 0 0,-3 0 1 0 0,-5-1-1 0 0,-3 0 0 0 0,-5-1 1 0 0,-13-111-1 0 0,5 132 19 0 0,-4 0 0 0 0,-2 0 0 0 0,-4 1 0 0 0,-43-113 0 0 0,48 154-180 0 0,-2 0 1 0 0,0 2-1 0 0,-3 0 0 0 0,0 1 0 0 0,-1 0 1 0 0,-2 2-1 0 0,-1 0 0 0 0,-1 2 1 0 0,-2 0-1 0 0,0 1 0 0 0,-1 2 1 0 0,-39-25-1 0 0,30 26-92 0 0,-2 1 0 0 0,0 3 0 0 0,-1 0 0 0 0,-1 3 0 0 0,-1 1 0 0 0,0 2 0 0 0,0 2 0 0 0,-1 1 0 0 0,0 3 0 0 0,0 1 0 0 0,0 2 0 0 0,-1 1 0 0 0,1 3 0 0 0,0 1 0 0 0,-1 2 0 0 0,2 2 1 0 0,-1 2-1 0 0,1 1 0 0 0,0 2 0 0 0,1 2 0 0 0,-46 24 0 0 0,38-15-108 0 0,2 2 1 0 0,1 3 0 0 0,2 1 0 0 0,0 2 0 0 0,2 2-1 0 0,2 1 1 0 0,0 2 0 0 0,3 2 0 0 0,1 1 0 0 0,2 2-1 0 0,2 1 1 0 0,2 1 0 0 0,1 2 0 0 0,-30 70 0 0 0,21-20-1773 0 0,5 3-4638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7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1252 234 16588 0 0,'-25'-6'58'0'0,"-1"1"1"0"0,0 1 0 0 0,0 1 0 0 0,0 2-1 0 0,-38 2 1 0 0,8 3-887 0 0,-81 18-1 0 0,99-14 602 0 0,1 1 0 0 0,0 2 1 0 0,0 2-1 0 0,1 1 0 0 0,1 2 0 0 0,0 1 0 0 0,1 2 0 0 0,1 1 0 0 0,1 2 0 0 0,1 1 1 0 0,1 2-1 0 0,1 0 0 0 0,1 2 0 0 0,1 1 0 0 0,-41 57 0 0 0,28-22-57 0 0,2 2-1 0 0,3 2 0 0 0,3 0 1 0 0,3 3-1 0 0,3 0 0 0 0,4 1 1 0 0,-18 93-1 0 0,26-82 257 0 0,3 0 0 0 0,3 1-1 0 0,5 1 1 0 0,3-1 0 0 0,3 1-1 0 0,19 105 1 0 0,-11-131 268 0 0,2-1-1 0 0,3 0 1 0 0,2-1-1 0 0,3-1 1 0 0,2-1 0 0 0,55 92-1 0 0,-57-111-101 0 0,3-1 0 0 0,1-2 0 0 0,1 0-1 0 0,1-2 1 0 0,2-1 0 0 0,1-1 0 0 0,1-2-1 0 0,2-1 1 0 0,0-1 0 0 0,60 31 0 0 0,-34-27-26 0 0,2-3 1 0 0,0-3 0 0 0,2-2 0 0 0,0-3 0 0 0,1-3 0 0 0,0-3-1 0 0,1-3 1 0 0,0-2 0 0 0,0-3 0 0 0,102-9 0 0 0,-104-1-183 0 0,-1-2 0 0 0,0-3 0 0 0,-1-2 0 0 0,0-3 0 0 0,-1-3 0 0 0,-1-3 0 0 0,-1-2 0 0 0,-1-2 0 0 0,-2-3 0 0 0,0-3 0 0 0,51-40 0 0 0,-55 31 445 0 0,-2-1 0 0 0,-2-2-1 0 0,-2-3 1 0 0,-2-1 0 0 0,64-97-1 0 0,-65 77 310 0 0,-4-1-1 0 0,-2-2 0 0 0,-4-1 0 0 0,32-105 0 0 0,-20 22 459 0 0,40-252 1 0 0,-70 298-880 0 0,-5-1 0 0 0,-4-1 0 0 0,-12-130 0 0 0,4 210-228 0 0,-2-1 1 0 0,-1 2-1 0 0,-1-1 1 0 0,-2 1-1 0 0,-1 0 1 0 0,-1 0 0 0 0,-2 1-1 0 0,-24-41 1 0 0,24 49-16 0 0,-1 2 1 0 0,-1-1 0 0 0,-1 2-1 0 0,-1 0 1 0 0,-1 1 0 0 0,0 1-1 0 0,-2 1 1 0 0,1 0 0 0 0,-2 2-1 0 0,0 0 1 0 0,-34-16 0 0 0,13 13-41 0 0,-1 0 1 0 0,-1 3 0 0 0,-1 2-1 0 0,0 2 1 0 0,0 2 0 0 0,-51-3-1 0 0,-281 3-168 0 0,322 9 176 0 0,-72 3-277 0 0,-1 6 1 0 0,-141 30-1 0 0,235-33-413 0 0,1 2-1 0 0,-55 22 1 0 0,15 3-6175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8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295 790 8290 0 0,'-61'28'852'0'0,"18"-9"-267"0"0,1 1 0 0 0,1 2 0 0 0,-45 33 0 0 0,84-54-580 0 0,0 0 0 0 0,1 1 0 0 0,-1-1 0 0 0,0 1 0 0 0,1-1 0 0 0,-1 1-1 0 0,1 0 1 0 0,-1 0 0 0 0,1-1 0 0 0,0 1 0 0 0,0 0 0 0 0,0 0 0 0 0,-2 5-1 0 0,3-7-3 0 0,0 0 0 0 0,0 0-1 0 0,0 1 1 0 0,0-1-1 0 0,0 0 1 0 0,0 0 0 0 0,0 1-1 0 0,0-1 1 0 0,0 0-1 0 0,1 0 1 0 0,-1 1 0 0 0,0-1-1 0 0,0 0 1 0 0,0 0-1 0 0,0 1 1 0 0,0-1 0 0 0,1 0-1 0 0,-1 0 1 0 0,0 0-1 0 0,0 1 1 0 0,0-1 0 0 0,1 0-1 0 0,-1 0 1 0 0,0 0 0 0 0,0 0-1 0 0,1 1 1 0 0,-1-1-1 0 0,0 0 1 0 0,0 0 0 0 0,1 0-1 0 0,-1 0 1 0 0,0 0-1 0 0,0 0 1 0 0,1 0 0 0 0,0 0-1 0 0,21-3 159 0 0,14-10 173 0 0,45-23 1 0 0,-4 1 219 0 0,114-43 723 0 0,261-99 1138 0 0,-101 38-1045 0 0,-24 9-288 0 0,-124 60-615 0 0,-70 26-418 0 0,140-68 0 0 0,-40-6-4020 0 0,-207 105-1767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8.8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 21661 0 0,'0'0'65'0'0,"-1"-1"1"0"0,1 1 0 0 0,-1 0-1 0 0,1 0 1 0 0,-1 0 0 0 0,1 0-1 0 0,-1 0 1 0 0,0 0 0 0 0,1 0-1 0 0,-1 0 1 0 0,1 0 0 0 0,-1 0-1 0 0,1 0 1 0 0,-1 1 0 0 0,1-1-1 0 0,-1 0 1 0 0,0 0 0 0 0,1 0-1 0 0,-1 1 1 0 0,1-1 0 0 0,-1 0-1 0 0,1 1 1 0 0,0-1 0 0 0,-1 0-1 0 0,1 1 1 0 0,-1-1 0 0 0,1 0-1 0 0,0 1 1 0 0,-1-1 0 0 0,0 2-1 0 0,9 15-1555 0 0,-3-9 1191 0 0,222 368-26 0 0,66 118 900 0 0,29 54-1057 0 0,-115-219-2357 0 0,-206-328 2789 0 0,3 6-341 0 0,0 0 0 0 0,0-1 0 0 0,1 1 0 0 0,0-1 0 0 0,1 0 0 0 0,7 6 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9.5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47 991 11979 0 0,'-42'-4'1312'0'0,"42"4"-1304"0"0,-1 1-1 0 0,1-1 1 0 0,0 0 0 0 0,0 0 0 0 0,-1 0-1 0 0,1 0 1 0 0,0 1 0 0 0,0-1 0 0 0,0 0-1 0 0,-1 0 1 0 0,1 0 0 0 0,0 1 0 0 0,0-1-1 0 0,0 0 1 0 0,0 0 0 0 0,0 1 0 0 0,-1-1-1 0 0,1 0 1 0 0,0 0 0 0 0,0 1 0 0 0,0-1-1 0 0,0 0 1 0 0,0 0 0 0 0,0 1 0 0 0,0-1-1 0 0,0 0 1 0 0,0 1 0 0 0,0-1 0 0 0,0 0-1 0 0,0 0 1 0 0,0 1 0 0 0,0-1 0 0 0,0 0-1 0 0,0 0 1 0 0,0 1 0 0 0,1-1 0 0 0,-1 0-1 0 0,0 0 1 0 0,0 1 0 0 0,0-1 0 0 0,1 0-1 0 0,4 13-12 0 0,-3-11-3 0 0,1 0 0 0 0,-1 0 0 0 0,1 0 0 0 0,-1 0 1 0 0,1 0-1 0 0,0 0 0 0 0,0-1 0 0 0,0 1 0 0 0,0-1 0 0 0,0 0 0 0 0,0 0 1 0 0,0 0-1 0 0,0 0 0 0 0,0-1 0 0 0,0 1 0 0 0,1-1 0 0 0,-1 0 0 0 0,0 0 1 0 0,0 0-1 0 0,0 0 0 0 0,5-1 0 0 0,5-1-24 0 0,1-1 0 0 0,-1 1 0 0 0,22-9 0 0 0,38-21 188 0 0,-2-2 0 0 0,-1-3 1 0 0,77-56-1 0 0,60-33 680 0 0,40-12-306 0 0,255-128-204 0 0,-409 224-225 0 0,220-90 1444 0 0,-192 82-377 0 0,20-6 985 0 0,-137 55-2076 0 0,-1-1 0 0 0,1 1 0 0 0,0 0 0 0 0,0 0 1 0 0,0 1-1 0 0,0-1 0 0 0,0 1 0 0 0,0 0 0 0 0,0 0 0 0 0,0 0 1 0 0,0 1-1 0 0,-1-1 0 0 0,1 1 0 0 0,5 1 0 0 0,-6 0-58 0 0,-1-1 0 0 0,0 1-1 0 0,1-1 1 0 0,-1 1 0 0 0,0 0-1 0 0,0 0 1 0 0,0 0 0 0 0,0 0-1 0 0,0 1 1 0 0,-1-1 0 0 0,1 0-1 0 0,-1 1 1 0 0,1-1 0 0 0,-1 1-1 0 0,0 0 1 0 0,0-1 0 0 0,0 1-1 0 0,0 0 1 0 0,-1 0 0 0 0,1 3-1 0 0,26 128 148 0 0,-16-70-250 0 0,3 0 1 0 0,42 118-1 0 0,-30-125 56 0 0,3-1 0 0 0,2-2 1 0 0,69 93-1 0 0,-32-63 21 0 0,110 105 0 0 0,23-12 7 0 0,1 2 0 0 0,-173-151 5 0 0,40 51 0 0 0,-62-69 7 0 0,1 0 1 0 0,-2 0 0 0 0,0 1 0 0 0,0 0 0 0 0,-1 0 0 0 0,0 0 0 0 0,0 1 0 0 0,-2 0 0 0 0,5 20-1 0 0,-8-24-19 0 0,0-1-1 0 0,-1 1 1 0 0,0-1-1 0 0,0 0 0 0 0,-1 1 1 0 0,0-1-1 0 0,0 0 1 0 0,0 0-1 0 0,-1 0 1 0 0,0 0-1 0 0,-1-1 0 0 0,1 1 1 0 0,-1-1-1 0 0,-1 0 1 0 0,1 0-1 0 0,-1 0 1 0 0,0-1-1 0 0,0 1 0 0 0,-7 4 1 0 0,-12 11-179 0 0,0-2 1 0 0,-1 0-1 0 0,-33 17 1 0 0,-336 163-563 0 0,269-140 1188 0 0,-91 35 530 0 0,-93 48-45 0 0,223-96-868 0 0,-2-4 0 0 0,-182 60 0 0 0,262-100-202 0 0,1 1 0 0 0,-1-1 0 0 0,0 0 0 0 0,0 0 0 0 0,0-1 0 0 0,-1 0 1 0 0,1-1-1 0 0,0 0 0 0 0,0 0 0 0 0,0-1 0 0 0,0 0 0 0 0,-10-2 0 0 0,5-4-1367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8:59.9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1454 6449 0 0,'-33'26'95'0'0,"10"-10"450"0"0,1 2-1 0 0,0 0 0 0 0,1 1 0 0 0,1 2 1 0 0,-25 33-1 0 0,44-54-527 0 0,1 1 0 0 0,-1-1 0 0 0,1 0-1 0 0,-1 1 1 0 0,1-1 0 0 0,0 1 0 0 0,-1-1 0 0 0,1 1-1 0 0,0-1 1 0 0,-1 1 0 0 0,1-1 0 0 0,0 1 0 0 0,0-1-1 0 0,0 1 1 0 0,-1 0 0 0 0,1-1 0 0 0,0 1 0 0 0,0-1 0 0 0,0 1-1 0 0,0 0 1 0 0,0-1 0 0 0,0 1 0 0 0,0-1 0 0 0,0 1-1 0 0,0-1 1 0 0,1 1 0 0 0,-1 0 0 0 0,0-1 0 0 0,0 1 0 0 0,0-1-1 0 0,1 1 1 0 0,-1 0 0 0 0,2 0 11 0 0,-1-1 0 0 0,0 1 0 0 0,0-1 0 0 0,0 0 1 0 0,1 0-1 0 0,-1 0 0 0 0,0 1 0 0 0,0-1 0 0 0,1 0 0 0 0,-1 0 0 0 0,0-1 1 0 0,0 1-1 0 0,1 0 0 0 0,0-1 0 0 0,46-13 489 0 0,42-28 842 0 0,135-86-1 0 0,-10 5 146 0 0,529-259 1119 0 0,-258 127-1280 0 0,-49-5-59 0 0,45-23 274 0 0,-181 130-1706 0 0,-292 149-2809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1.2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86 102 6913 0 0,'-5'-6'407'0'0,"0"1"-1"0"0,1-1 0 0 0,-1 0 0 0 0,1 0 0 0 0,-6-10 0 0 0,8 10 229 0 0,-1 1 1 0 0,0 0-1 0 0,0 1 0 0 0,0-1 0 0 0,-1 0 0 0 0,0 1 0 0 0,1 0 0 0 0,-2 0 1 0 0,1 0-1 0 0,-9-6 0 0 0,12 10-565 0 0,1 0 0 0 0,0 0-1 0 0,0 0 1 0 0,-1 1 0 0 0,1-1 0 0 0,0 0 0 0 0,-1 0 0 0 0,1 0 0 0 0,0 1 0 0 0,0-1 0 0 0,-1 0-1 0 0,1 0 1 0 0,0 0 0 0 0,0 1 0 0 0,0-1 0 0 0,-1 0 0 0 0,1 1 0 0 0,0-1 0 0 0,0 0-1 0 0,0 0 1 0 0,0 1 0 0 0,0-1 0 0 0,0 0 0 0 0,0 1 0 0 0,0-1 0 0 0,-1 0 0 0 0,1 1-1 0 0,0-1 1 0 0,0 0 0 0 0,0 1 0 0 0,0-1 0 0 0,1 0 0 0 0,-1 1 0 0 0,0-1 0 0 0,0 0 0 0 0,0 1-1 0 0,0-1 1 0 0,0 0 0 0 0,0 1 0 0 0,0-1 0 0 0,1 0 0 0 0,1 20 412 0 0,-2-18-281 0 0,10 52 293 0 0,3 0 0 0 0,19 54 0 0 0,48 103-782 0 0,-56-150 127 0 0,-12-29 48 0 0,-4-8 6 0 0,2-1 1 0 0,0 1 0 0 0,2-2-1 0 0,20 33 1 0 0,-31-54 104 0 0,0 0-1 0 0,0 1 1 0 0,0-1-1 0 0,0 0 1 0 0,0 0-1 0 0,0 0 1 0 0,0 0-1 0 0,0 0 1 0 0,0 0 0 0 0,0-1-1 0 0,0 1 1 0 0,1 0-1 0 0,-1-1 1 0 0,0 1-1 0 0,1 0 1 0 0,-1-1 0 0 0,3 1-1 0 0,-3-1 1 0 0,-1 0 1 0 0,1 0-1 0 0,0-1 0 0 0,0 1 0 0 0,0 0 1 0 0,0 0-1 0 0,0-1 0 0 0,-1 1 1 0 0,1-1-1 0 0,0 1 0 0 0,0 0 0 0 0,-1-1 1 0 0,1 0-1 0 0,0 1 0 0 0,-1-1 0 0 0,1 1 1 0 0,0-1-1 0 0,-1 0 0 0 0,1 1 0 0 0,-1-1 1 0 0,1-1-1 0 0,3-5 5 0 0,0 0 1 0 0,-1-1-1 0 0,0 1 1 0 0,3-17-1 0 0,-1 10 50 0 0,-2 3 20 0 0,17-52 312 0 0,29-59 0 0 0,-41 105-359 0 0,1 0-1 0 0,0 1 1 0 0,1 0-1 0 0,1 0 1 0 0,0 2 0 0 0,1-1-1 0 0,1 1 1 0 0,20-17 0 0 0,-23 24-25 0 0,1 0 1 0 0,0 0-1 0 0,1 1 1 0 0,0 1-1 0 0,0 0 1 0 0,0 1-1 0 0,0 0 1 0 0,0 1-1 0 0,1 0 1 0 0,18-1 0 0 0,37 0-3179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1.6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77 5985 0 0,'-13'8'8517'0'0,"12"-6"-8147"0"0,-6 22 3116 0 0,5 33-3025 0 0,2-44 362 0 0,-1 10-667 0 0,2 0 0 0 0,1 0 0 0 0,1 0 1 0 0,1 0-1 0 0,0 0 0 0 0,2 0 1 0 0,15 37-1 0 0,-17-51-121 0 0,0-1 0 0 0,0 0 1 0 0,1-1-1 0 0,0 1 0 0 0,0-1 1 0 0,1 0-1 0 0,0 0 0 0 0,0-1 0 0 0,1 0 1 0 0,8 7-1 0 0,-10-10-28 0 0,1 0-1 0 0,-1 0 1 0 0,1 0-1 0 0,0-1 1 0 0,0 1-1 0 0,0-1 1 0 0,0-1-1 0 0,0 1 1 0 0,0-1-1 0 0,0 0 1 0 0,0-1 0 0 0,1 0-1 0 0,-1 1 1 0 0,0-2-1 0 0,0 1 1 0 0,8-2-1 0 0,-9 1-16 0 0,1 0-1 0 0,0-1 0 0 0,0 1 1 0 0,-1-1-1 0 0,1 0 0 0 0,0-1 1 0 0,-1 1-1 0 0,0-1 0 0 0,0 0 1 0 0,0-1-1 0 0,0 1 0 0 0,0-1 1 0 0,-1 0-1 0 0,0 0 0 0 0,1 0 1 0 0,-1-1-1 0 0,-1 1 0 0 0,1-1 1 0 0,-1 0-1 0 0,0 0 0 0 0,0-1 1 0 0,0 1-1 0 0,-1 0 0 0 0,0-1 0 0 0,0 0 1 0 0,2-6-1 0 0,-2 1 23 0 0,0 1 0 0 0,-1-1 0 0 0,0 0-1 0 0,-1 0 1 0 0,0 0 0 0 0,-1 0 0 0 0,0 0 0 0 0,-1 0-1 0 0,0 1 1 0 0,0-1 0 0 0,-1 0 0 0 0,-1 1 0 0 0,-6-14 0 0 0,-1-1 57 0 0,-2 1 0 0 0,-1 0 0 0 0,-1 1 0 0 0,0 1 0 0 0,-2 0 0 0 0,-1 1 0 0 0,-38-35 0 0 0,52 53-67 0 0,0 1 0 0 0,0-1 0 0 0,-1 1 0 0 0,1 0 0 0 0,0 0 0 0 0,-10-3 1 0 0,12 5-156 0 0,0-1 1 0 0,1 1 0 0 0,-1-1-1 0 0,0 1 1 0 0,0 0-1 0 0,0 0 1 0 0,0 0 0 0 0,0 0-1 0 0,0 0 1 0 0,1 0 0 0 0,-1 1-1 0 0,0-1 1 0 0,0 0 0 0 0,0 1-1 0 0,0 0 1 0 0,1-1-1 0 0,-1 1 1 0 0,0 0 0 0 0,1 0-1 0 0,-3 2 1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2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189 0 2761 0 0,'-4'0'593'0'0,"0"1"1"0"0,0-1 0 0 0,0 1 0 0 0,0 0 0 0 0,0 0 0 0 0,0 0-1 0 0,0 0 1 0 0,1 1 0 0 0,-1-1 0 0 0,1 1 0 0 0,-1 0 0 0 0,1 0-1 0 0,-7 5 1 0 0,4-2-44 0 0,0 1 0 0 0,1 0 1 0 0,0 0-1 0 0,0 0 0 0 0,0 1 0 0 0,-5 10 0 0 0,-2 7-63 0 0,1 1 0 0 0,1 1 1 0 0,-6 27-1 0 0,16-52-456 0 0,-12 38 100 0 0,-10 72-1 0 0,20-100-116 0 0,1 0 0 0 0,0 1 0 0 0,1-1-1 0 0,0 0 1 0 0,1 0 0 0 0,0 1 0 0 0,1-1 0 0 0,0 0-1 0 0,1 0 1 0 0,0-1 0 0 0,7 17 0 0 0,-8-24-96 0 0,-1-1 0 0 0,0 1 0 0 0,0-1 0 0 0,1 1 1 0 0,0-1-1 0 0,-1 0 0 0 0,1 1 0 0 0,0-1 0 0 0,0 0 1 0 0,0 0-1 0 0,0 0 0 0 0,1-1 0 0 0,-1 1 0 0 0,0 0 0 0 0,1-1 1 0 0,-1 0-1 0 0,1 1 0 0 0,0-1 0 0 0,-1 0 0 0 0,1 0 1 0 0,0-1-1 0 0,0 1 0 0 0,0 0 0 0 0,5-1 0 0 0,-5 0-21 0 0,0-1 1 0 0,0 0-1 0 0,0 0 0 0 0,0 0 0 0 0,0 0 0 0 0,0 0 0 0 0,0-1 0 0 0,0 1 0 0 0,0-1 0 0 0,0 0 1 0 0,-1 0-1 0 0,1 0 0 0 0,-1 0 0 0 0,0 0 0 0 0,1-1 0 0 0,-1 1 0 0 0,0-1 0 0 0,-1 0 0 0 0,1 1 1 0 0,0-1-1 0 0,2-5 0 0 0,7-15-251 0 0,0-1-1 0 0,13-48 1 0 0,-17 42 928 0 0,-1-1-1 0 0,-1 0 1 0 0,-2 0 0 0 0,-1-33-1 0 0,-2 59-251 0 0,0 0-1 0 0,0 1 0 0 0,1-1 0 0 0,-1 0 0 0 0,1 1 1 0 0,0-1-1 0 0,0 1 0 0 0,3-7 0 0 0,-4 10-252 0 0,0 1 0 0 0,1-1 0 0 0,-1 1-1 0 0,0 0 1 0 0,1-1 0 0 0,-1 1-1 0 0,0 0 1 0 0,1-1 0 0 0,-1 1 0 0 0,0 0-1 0 0,1-1 1 0 0,-1 1 0 0 0,1 0 0 0 0,-1 0-1 0 0,0-1 1 0 0,1 1 0 0 0,-1 0 0 0 0,1 0-1 0 0,-1 0 1 0 0,1 0 0 0 0,-1 0 0 0 0,1 0-1 0 0,-1-1 1 0 0,1 1 0 0 0,-1 0 0 0 0,1 0-1 0 0,-1 0 1 0 0,1 1 0 0 0,0-1 0 0 0,1 1 19 0 0,0 0 1 0 0,0 0 0 0 0,0 0-1 0 0,0 0 1 0 0,-1 0-1 0 0,1 0 1 0 0,0 1 0 0 0,-1-1-1 0 0,1 1 1 0 0,2 3-1 0 0,21 24 218 0 0,-5-5-676 0 0,1 0-1 0 0,1-1 1 0 0,2-2-1 0 0,43 33 0 0 0,-63-52 33 0 0,0 1 0 0 0,0-1 0 0 0,1 0 0 0 0,-1-1 0 0 0,1 1-1 0 0,8 1 1 0 0,8 0-877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2.6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199 293 6913 0 0,'-2'0'182'0'0,"1"0"-1"0"0,-1 0 0 0 0,0 0 1 0 0,0 0-1 0 0,0 0 0 0 0,0 1 1 0 0,0-1-1 0 0,0 1 0 0 0,0-1 0 0 0,1 1 1 0 0,-1 0-1 0 0,0-1 0 0 0,0 1 1 0 0,1 0-1 0 0,-1 0 0 0 0,0 0 0 0 0,-1 3 1 0 0,-30 23 1219 0 0,30-24-1282 0 0,-9 10 245 0 0,0 0 0 0 0,1 1 0 0 0,1 0 0 0 0,0 1 0 0 0,1 0-1 0 0,0 0 1 0 0,2 1 0 0 0,0 0 0 0 0,-9 31 0 0 0,8-21 16 0 0,2 0 0 0 0,1 1 0 0 0,2-1 1 0 0,0 1-1 0 0,2 48 0 0 0,2-68-293 0 0,-1-1 0 0 0,1 0 1 0 0,0 1-1 0 0,0-1 0 0 0,1 0 0 0 0,0 0 0 0 0,0 0 1 0 0,0 0-1 0 0,1 0 0 0 0,0 0 0 0 0,0 0 0 0 0,1-1 0 0 0,4 6 1 0 0,-6-9-122 0 0,0 0 0 0 0,0 0 0 0 0,1 0 0 0 0,-1 0 0 0 0,1 0 0 0 0,-1-1 0 0 0,1 1 0 0 0,0-1 0 0 0,-1 0 0 0 0,1 1 0 0 0,0-1 0 0 0,0-1 1 0 0,0 1-1 0 0,0 0 0 0 0,0-1 0 0 0,0 1 0 0 0,0-1 0 0 0,0 0 0 0 0,0 0 0 0 0,0 0 0 0 0,0-1 0 0 0,0 1 0 0 0,0-1 0 0 0,0 0 0 0 0,0 1 1 0 0,0-1-1 0 0,0 0 0 0 0,-1-1 0 0 0,5-1 0 0 0,4-3-266 0 0,-1 0 1 0 0,1 0 0 0 0,-1-1-1 0 0,-1-1 1 0 0,1 1 0 0 0,-1-2-1 0 0,-1 1 1 0 0,1-1 0 0 0,-1 0-1 0 0,-1-1 1 0 0,0 0-1 0 0,0 0 1 0 0,-1-1 0 0 0,-1 0-1 0 0,1 0 1 0 0,-2 0 0 0 0,1 0-1 0 0,-2-1 1 0 0,5-22-1 0 0,-4 14 185 0 0,-2-1 0 0 0,0 1 0 0 0,-1 0 0 0 0,-1-1 0 0 0,-1 1-1 0 0,-1 0 1 0 0,-1 0 0 0 0,-1 0 0 0 0,0 0 0 0 0,-1 0-1 0 0,-10-22 1 0 0,-17-31 687 0 0,-44-71 0 0 0,-9 8 5031 0 0,89 161-1227 0 0,8 17-3938 0 0,11 5-166 0 0,1-1 0 0 0,3-1 0 0 0,50 66 0 0 0,-40-61-25 0 0,59 107 0 0 0,-2 53-1999 0 0,-74-166-6078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3.3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139 4 5985 0 0,'-7'0'535'0'0,"-1"0"0"0"0,1 1-1 0 0,0-1 1 0 0,-1 2-1 0 0,1-1 1 0 0,0 1 0 0 0,0 0-1 0 0,-7 3 1 0 0,10-2-279 0 0,-1-1 1 0 0,1 0-1 0 0,0 1 1 0 0,1 0 0 0 0,-1 0-1 0 0,0 0 1 0 0,1 0-1 0 0,0 1 1 0 0,0-1-1 0 0,0 1 1 0 0,0 0-1 0 0,0 0 1 0 0,-3 8-1 0 0,5-9-107 0 0,-1 1 0 0 0,1 0 0 0 0,1 0-1 0 0,-1-1 1 0 0,0 1 0 0 0,1 0-1 0 0,0 5 1 0 0,0-8-70 0 0,0 0 0 0 0,-1 0 0 0 0,1 0 0 0 0,0 0 1 0 0,0-1-1 0 0,0 1 0 0 0,0 0 0 0 0,1 0 0 0 0,-1 0 0 0 0,0 0 0 0 0,0 0 0 0 0,0 0 0 0 0,1 0 0 0 0,-1 0 1 0 0,1 0-1 0 0,-1-1 0 0 0,0 1 0 0 0,1 0 0 0 0,0 0 0 0 0,-1-1 0 0 0,1 1 0 0 0,-1 0 0 0 0,1 0 0 0 0,0-1 1 0 0,-1 1-1 0 0,1-1 0 0 0,0 1 0 0 0,0-1 0 0 0,0 1 0 0 0,-1-1 0 0 0,1 1 0 0 0,0-1 0 0 0,0 0 0 0 0,2 1 1 0 0,-3-2-78 0 0,1 1 0 0 0,0-1 1 0 0,-1 0-1 0 0,1 1 1 0 0,-1-1-1 0 0,1 0 0 0 0,0 0 1 0 0,-1 0-1 0 0,0 0 1 0 0,1 1-1 0 0,-1-1 0 0 0,0 0 1 0 0,1 0-1 0 0,-1 0 1 0 0,0 0-1 0 0,0 0 0 0 0,0 0 1 0 0,0 0-1 0 0,0 0 1 0 0,0 0-1 0 0,0 0 0 0 0,0 0 1 0 0,0 0-1 0 0,0-1 1 0 0,-2-26 225 0 0,0 19-144 0 0,0 1 1 0 0,0-1-1 0 0,-1 0 1 0 0,0 1-1 0 0,-1 0 1 0 0,-5-11-1 0 0,4 9 126 0 0,48 29 1166 0 0,-14 1-1460 0 0,-12-7-64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04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54 301 14283 0 0,'-4'-5'82'0'0,"-1"-1"0"0"0,1 1 0 0 0,-1 0 0 0 0,0 0 1 0 0,-1 0-1 0 0,1 1 0 0 0,-1 0 0 0 0,-7-4 0 0 0,17 8 74 0 0,1 0 0 0 0,-1-1 0 0 0,1 1 0 0 0,-1-1 1 0 0,1 0-1 0 0,-1 0 0 0 0,1 0 0 0 0,-1-1 0 0 0,0 0 0 0 0,5-2 0 0 0,-9 4-155 0 0,8-3 91 0 0,1-1 0 0 0,-1 0 1 0 0,-1 0-1 0 0,1-1 1 0 0,-1 0-1 0 0,1 0 0 0 0,-2-1 1 0 0,1 0-1 0 0,0 0 0 0 0,-1-1 1 0 0,0 0-1 0 0,-1 0 1 0 0,7-11-1 0 0,-1-4-100 0 0,0 0 1 0 0,-2-1-1 0 0,11-36 0 0 0,-18 51-1 0 0,-2 7 1 0 0,1-1-1 0 0,-1 1 1 0 0,1 0-1 0 0,-1-1 1 0 0,1 1-1 0 0,-1 0 0 0 0,1 0 1 0 0,0-1-1 0 0,0 1 1 0 0,0 0-1 0 0,-1 0 1 0 0,3-2-1 0 0,-2 3 14 0 0,-1 0 0 0 0,0-1 0 0 0,1 1 0 0 0,-1 0 0 0 0,1 0 0 0 0,-1 0-1 0 0,1 0 1 0 0,-1 0 0 0 0,0 0 0 0 0,1 0 0 0 0,-1 0 0 0 0,1 0 0 0 0,-1 0 0 0 0,0 0-1 0 0,1 0 1 0 0,-1 0 0 0 0,1 0 0 0 0,-1 0 0 0 0,1 0 0 0 0,-1 0 0 0 0,0 1 0 0 0,1-1-1 0 0,-1 0 1 0 0,0 0 0 0 0,1 0 0 0 0,-1 1 0 0 0,1-1 0 0 0,3 4 111 0 0,-1 0 0 0 0,0 0 0 0 0,0 0 0 0 0,0 1 0 0 0,4 7 0 0 0,-2-5 64 0 0,11 22 422 0 0,-9-15-308 0 0,1 0 1 0 0,19 24-1 0 0,-24-35-265 0 0,0 1 1 0 0,1-1-1 0 0,-1 1 1 0 0,1-1 0 0 0,0-1-1 0 0,-1 1 1 0 0,1 0-1 0 0,1-1 1 0 0,-1 0-1 0 0,0 0 1 0 0,0 0-1 0 0,1 0 1 0 0,-1-1 0 0 0,7 2-1 0 0,-9-6 160 0 0,-7-5-7 0 0,-7-5 90 0 0,-12-15-175 0 0,23 27-271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1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112 297 11058 0 0,'-20'-10'615'0'0,"10"6"-470"0"0,0-2-1 0 0,0 1 0 0 0,-17-13 1 0 0,22 12-24 0 0,1 0 1 0 0,0 0 0 0 0,0-1-1 0 0,0 1 1 0 0,1-1-1 0 0,-4-9 1 0 0,3 7 123 0 0,16 25 2929 0 0,9 21-2547 0 0,129 355 2208 0 0,-11-24-2558 0 0,-124-334-275 0 0,2 0-1 0 0,34 51 0 0 0,-45-76 34 0 0,1 0-1 0 0,0 0 0 0 0,0-1 0 0 0,1 0 1 0 0,0 0-1 0 0,0-1 0 0 0,1 0 1 0 0,0 0-1 0 0,0-1 0 0 0,1 0 1 0 0,-1-1-1 0 0,1 0 0 0 0,15 5 0 0 0,-20-9 44 0 0,0 0-1 0 0,0 0 0 0 0,0 0 0 0 0,0 0 0 0 0,0-1 0 0 0,0 0 0 0 0,0 0 0 0 0,0 0 0 0 0,0-1 0 0 0,0 0 0 0 0,0 0 0 0 0,0 0 0 0 0,0 0 0 0 0,0-1 0 0 0,0 0 0 0 0,4-2 0 0 0,-2 0-7 0 0,-1-1 0 0 0,0 1 0 0 0,0-1-1 0 0,0 0 1 0 0,-1 0 0 0 0,1-1-1 0 0,-2 0 1 0 0,1 0 0 0 0,7-12-1 0 0,0-4 30 0 0,-2 0-1 0 0,0-1 0 0 0,-1 0 0 0 0,-1-1 1 0 0,6-38-1 0 0,32-296 240 0 0,-30 194-260 0 0,-5 49-220 0 0,-7 50-121 0 0,4 0 0 0 0,2 1 0 0 0,21-74 0 0 0,-29 134 60 0 0,-2 0-103 0 0,1 1 0 0 0,0 0-1 0 0,0 0 1 0 0,1 0 0 0 0,-1 0 0 0 0,1 0-1 0 0,-1 0 1 0 0,1 0 0 0 0,0 1 0 0 0,0-1 0 0 0,4-4-1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1.3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65 4609 0 0,'5'-30'2671'0'0,"8"-4"6681"0"0,-13 34-9301 0 0,5 10 1109 0 0,0 14-231 0 0,19 176 1957 0 0,5 31-2291 0 0,-24-205-751 0 0,-2-4-163 0 0,1-1 1 0 0,1 1 0 0 0,1-1 0 0 0,1 0 0 0 0,1 0 0 0 0,12 23 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1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15 175 7370 0 0,'-15'11'847'0'0,"27"-12"653"0"0,29-14 1410 0 0,26-20-556 0 0,35-17-2866 0 0,-68 37-2579 0 0,39-12 0 0 0,7-4 2867 0 0,-58 21 171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1.9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63 920 0 0,'4'-8'666'0'0,"1"1"-1"0"0,1 0 0 0 0,-1 0 1 0 0,1 0-1 0 0,9-8 0 0 0,-13 14-457 0 0,-1 0-1 0 0,1-1 1 0 0,-1 1 0 0 0,1 0-1 0 0,-1 0 1 0 0,1 0-1 0 0,0 1 1 0 0,0-1-1 0 0,-1 0 1 0 0,1 1-1 0 0,0-1 1 0 0,0 1-1 0 0,3-1 1 0 0,-3 1-142 0 0,-1 1 1 0 0,0-1-1 0 0,0 0 0 0 0,0 0 1 0 0,0 1-1 0 0,0-1 0 0 0,0 1 1 0 0,0-1-1 0 0,1 1 0 0 0,-2 0 1 0 0,1-1-1 0 0,0 1 0 0 0,0 0 1 0 0,0 0-1 0 0,0 0 1 0 0,0 0-1 0 0,-1-1 0 0 0,1 1 1 0 0,0 0-1 0 0,-1 0 0 0 0,1 0 1 0 0,0 1-1 0 0,-1-1 0 0 0,1 2 1 0 0,8 23 1247 0 0,-1 0 0 0 0,-1 0 0 0 0,-1 1 0 0 0,2 34 0 0 0,3 11-311 0 0,3 20-51 0 0,-11-59-771 0 0,2-1-1 0 0,1 0 1 0 0,18 54-1 0 0,-24-86-184 0 0,0 0 1 0 0,0 0-1 0 0,0 1 0 0 0,0-1 0 0 0,0 0 1 0 0,0 0-1 0 0,0 0 0 0 0,0 1 1 0 0,1-1-1 0 0,-1 0 0 0 0,0 0 0 0 0,0 0 1 0 0,0 1-1 0 0,0-1 0 0 0,0 0 0 0 0,0 0 1 0 0,0 0-1 0 0,1 0 0 0 0,-1 1 1 0 0,0-1-1 0 0,0 0 0 0 0,0 0 0 0 0,0 0 1 0 0,1 0-1 0 0,-1 0 0 0 0,0 0 0 0 0,0 1 1 0 0,0-1-1 0 0,1 0 0 0 0,-1 0 1 0 0,0 0-1 0 0,0 0 0 0 0,0 0 0 0 0,1 0 1 0 0,-1 0-1 0 0,0 0 0 0 0,0 0 1 0 0,0 0-1 0 0,1 0 0 0 0,-1 0 0 0 0,0 0 1 0 0,0 0-1 0 0,0 0 0 0 0,1 0 0 0 0,-1 0 1 0 0,0 0-1 0 0,0 0 0 0 0,0-1 1 0 0,1 1-1 0 0,-1 0 0 0 0,0 0 0 0 0,0 0 1 0 0,0 0-1 0 0,1 0 0 0 0,-1-1 1 0 0,9-16-254 0 0,5-24-302 0 0,-6 7 411 0 0,0 0 84 0 0,21-56 1 0 0,-27 82 90 0 0,2 1 1 0 0,-1 0 0 0 0,1 0-1 0 0,0 0 1 0 0,0 1-1 0 0,0-1 1 0 0,1 1 0 0 0,0 0-1 0 0,1 0 1 0 0,-1 1 0 0 0,1-1-1 0 0,0 1 1 0 0,10-6 0 0 0,-13 9 4 0 0,1 1 0 0 0,0-1 1 0 0,0 1-1 0 0,0-1 0 0 0,0 1 0 0 0,0 0 1 0 0,0 1-1 0 0,0-1 0 0 0,0 1 0 0 0,1-1 1 0 0,-1 1-1 0 0,0 1 0 0 0,0-1 0 0 0,0 0 1 0 0,0 1-1 0 0,1 0 0 0 0,-1 0 1 0 0,0 0-1 0 0,0 1 0 0 0,-1-1 0 0 0,1 1 1 0 0,0 0-1 0 0,0 0 0 0 0,4 4 0 0 0,8 6 127 0 0,-1 1-1 0 0,-1 0 1 0 0,0 1-1 0 0,14 18 0 0 0,16 16-33 0 0,-35-40-387 0 0,0-1-1 0 0,0-1 1 0 0,1 0 0 0 0,0 0-1 0 0,14 5 1 0 0,-4-3-1079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2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168 286 2304 0 0,'-2'-7'111'0'0,"0"0"-1"0"0,0 1 0 0 0,-1-1 0 0 0,0 0 0 0 0,0 1 0 0 0,-1 0 0 0 0,0-1 0 0 0,0 1 0 0 0,-9-10 0 0 0,9 11 265 0 0,0 0-1 0 0,0 0 1 0 0,0 0 0 0 0,0-1-1 0 0,1 1 1 0 0,0-1-1 0 0,0 0 1 0 0,1 0 0 0 0,0 0-1 0 0,0 0 1 0 0,0-1 0 0 0,0 1-1 0 0,0-11 1 0 0,2 7 622 0 0,0-2-77 0 0,0 0 1 0 0,0 0-1 0 0,-5-19 1 0 0,5 29-824 0 0,0 0 0 0 0,-1 0 1 0 0,1 0-1 0 0,-1 0 0 0 0,0 0 0 0 0,0 0 1 0 0,1 0-1 0 0,-1 0 0 0 0,0 0 0 0 0,-1 1 0 0 0,1-1 1 0 0,0 0-1 0 0,0 1 0 0 0,-1-1 0 0 0,1 1 1 0 0,-1-1-1 0 0,0 1 0 0 0,1 0 0 0 0,-1-1 1 0 0,0 1-1 0 0,0 0 0 0 0,1 0 0 0 0,-1 0 0 0 0,0 1 1 0 0,0-1-1 0 0,0 0 0 0 0,-4 0 0 0 0,5 1-32 0 0,0 0 0 0 0,-1 1 0 0 0,1-1 0 0 0,0 0 0 0 0,-1 1 0 0 0,1-1 0 0 0,0 1 0 0 0,0-1 0 0 0,-1 1 0 0 0,1 0 0 0 0,0-1 0 0 0,0 1 0 0 0,0 0 0 0 0,0 0 0 0 0,0 0 0 0 0,0 0 0 0 0,0 0 0 0 0,0 0 0 0 0,0 0 0 0 0,1 0 0 0 0,-1 0 0 0 0,0 0 0 0 0,1 1 0 0 0,-1-1 0 0 0,1 0 0 0 0,-1 0 0 0 0,1 1 0 0 0,-1-1 0 0 0,1 0 0 0 0,0 2 0 0 0,-9 48 611 0 0,8-41-521 0 0,-1-2-115 0 0,2 1 1 0 0,-1 0-1 0 0,1 0 0 0 0,0 0 0 0 0,1 0 0 0 0,0 0 0 0 0,0 0 0 0 0,1 0 0 0 0,0 0 1 0 0,1-1-1 0 0,5 14 0 0 0,-5-17-22 0 0,0-1 1 0 0,-1 1-1 0 0,1-1 0 0 0,1 0 1 0 0,-1 0-1 0 0,1 0 0 0 0,0 0 1 0 0,0-1-1 0 0,0 1 0 0 0,0-1 1 0 0,0 0-1 0 0,1 0 0 0 0,0 0 1 0 0,-1-1-1 0 0,1 0 0 0 0,0 0 1 0 0,0 0-1 0 0,0 0 1 0 0,0-1-1 0 0,10 1 0 0 0,-6 0-132 0 0,0-2 1 0 0,0 1-1 0 0,0-1 0 0 0,0-1 0 0 0,0 0 0 0 0,0 0 0 0 0,0-1 0 0 0,0 0 1 0 0,0 0-1 0 0,-1-1 0 0 0,1 0 0 0 0,-1-1 0 0 0,1 1 0 0 0,-1-2 1 0 0,-1 1-1 0 0,1-1 0 0 0,-1 0 0 0 0,1-1 0 0 0,-1 0 0 0 0,-1 0 1 0 0,7-8-1 0 0,-1 1-1079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2.5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0 279 3681 0 0,'3'5'296'0'0,"0"0"-1"0"0,1 0 1 0 0,-1-1 0 0 0,1 1 0 0 0,0-1 0 0 0,0 0-1 0 0,5 4 1 0 0,-4-4 216 0 0,11 12 734 0 0,2 0 0 0 0,0-1 0 0 0,1-1 0 0 0,21 12 0 0 0,-31-21-851 0 0,1 0-1 0 0,0 0 1 0 0,0-1 0 0 0,0 0-1 0 0,0 0 1 0 0,1-2 0 0 0,-1 1-1 0 0,1-1 1 0 0,0-1 0 0 0,20 1-1 0 0,-28-2-290 0 0,-1-1-1 0 0,1 1 0 0 0,0-1 0 0 0,-1 1 1 0 0,1-1-1 0 0,0 0 0 0 0,-1 0 1 0 0,1 0-1 0 0,-1 0 0 0 0,0-1 0 0 0,1 1 1 0 0,-1 0-1 0 0,0-1 0 0 0,0 0 0 0 0,0 0 1 0 0,0 0-1 0 0,0 1 0 0 0,0-2 1 0 0,-1 1-1 0 0,1 0 0 0 0,-1 0 0 0 0,1 0 1 0 0,-1-1-1 0 0,0 1 0 0 0,0-1 1 0 0,0 1-1 0 0,0-1 0 0 0,0 1 0 0 0,0-6 1 0 0,2-7 221 0 0,-1 0 0 0 0,-1-1 0 0 0,0 1 1 0 0,-1-17-1 0 0,-1 13-194 0 0,1-12 25 0 0,1 1 1 0 0,10-55-1 0 0,-10 77-370 0 0,1 0-1 0 0,0 0 0 0 0,1 0 0 0 0,-1 0 0 0 0,2 1 1 0 0,-1-1-1 0 0,1 1 0 0 0,0 0 0 0 0,0 0 0 0 0,1 0 1 0 0,0 1-1 0 0,0-1 0 0 0,1 1 0 0 0,-1 0 1 0 0,12-8-1 0 0,-2 6 139 0 0,0 3 65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2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89 10594 0 0,'-1'0'64'0'0,"0"0"0"0"0,1 0 0 0 0,-1 0 0 0 0,1 0-1 0 0,-1 0 1 0 0,0 0 0 0 0,1 0 0 0 0,-1 0 0 0 0,0 0-1 0 0,1 0 1 0 0,-1-1 0 0 0,1 1 0 0 0,-1 0 0 0 0,0 0-1 0 0,1-1 1 0 0,-1 1 0 0 0,1 0 0 0 0,-1-1 0 0 0,1 1 0 0 0,-1 0-1 0 0,1-1 1 0 0,-1 1 0 0 0,1-1 0 0 0,0 1 0 0 0,-1-1-1 0 0,1 1 1 0 0,0-1 0 0 0,-1 1 0 0 0,1-1 0 0 0,0 1-1 0 0,-1-1 1 0 0,1 0 0 0 0,0 1 0 0 0,0-1 0 0 0,0 1 0 0 0,0-1-1 0 0,0 0 1 0 0,-1 1 0 0 0,1-1 0 0 0,0 0 0 0 0,0 1-1 0 0,1-1 1 0 0,-1 0 0 0 0,0 0 0 0 0,1-2 143 0 0,1 0-1 0 0,-1 1 1 0 0,1-1 0 0 0,0 1-1 0 0,-1-1 1 0 0,1 1 0 0 0,0 0-1 0 0,4-4 1 0 0,0 1-170 0 0,0 0-1 0 0,1 1 1 0 0,-1 0 0 0 0,1 0 0 0 0,-1 0-1 0 0,1 1 1 0 0,0-1 0 0 0,1 2-1 0 0,-1-1 1 0 0,0 1 0 0 0,1 0 0 0 0,8-1-1 0 0,-3 3-36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2.9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94 4609 0 0,'3'0'294'0'0,"1"0"0"0"0,-1-1 0 0 0,1 1 0 0 0,-1-1 0 0 0,0 0 0 0 0,1 0 0 0 0,-1 0 0 0 0,0 0 0 0 0,0-1 0 0 0,1 1 0 0 0,-1-1 0 0 0,3-2 0 0 0,-1 1 272 0 0,131-67 2160 0 0,-125 64-2646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3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3 142 7370 0 0,'0'-1'33'0'0,"-1"0"1"0"0,1 1-1 0 0,0-1 1 0 0,-1 0-1 0 0,1 0 1 0 0,0 0-1 0 0,0 0 1 0 0,0 0 0 0 0,0 0-1 0 0,0 0 1 0 0,0 1-1 0 0,0-1 1 0 0,0 0-1 0 0,0 0 1 0 0,1 0-1 0 0,-1 0 1 0 0,0 0 0 0 0,0 0-1 0 0,1 1 1 0 0,-1-1-1 0 0,1 0 1 0 0,-1 0-1 0 0,0 0 1 0 0,1 1-1 0 0,0-1 1 0 0,-1 0 0 0 0,1 1-1 0 0,-1-1 1 0 0,1 0-1 0 0,0 1 1 0 0,-1-1-1 0 0,1 1 1 0 0,0-1-1 0 0,1 0 1 0 0,33-26 532 0 0,-26 20-303 0 0,5-4 710 0 0,0 1 1 0 0,1 0 0 0 0,1 1-1 0 0,-1 0 1 0 0,2 2-1 0 0,23-9 1 0 0,-36 14-876 0 0,0 1 0 0 0,0 0 0 0 0,0 0 0 0 0,0 0 0 0 0,0 0 0 0 0,0 1 0 0 0,0 0 0 0 0,1 0 0 0 0,-1 0 0 0 0,0 0 0 0 0,0 0 0 0 0,0 1 0 0 0,0 0 0 0 0,0 0 0 0 0,0 0-1 0 0,0 0 1 0 0,0 1 0 0 0,0 0 0 0 0,-1-1 0 0 0,1 1 0 0 0,0 1 0 0 0,-1-1 0 0 0,0 0 0 0 0,1 1 0 0 0,-1 0 0 0 0,0 0 0 0 0,-1 0 0 0 0,1 0 0 0 0,0 0 0 0 0,-1 0 0 0 0,1 1 0 0 0,-1-1 0 0 0,3 7 0 0 0,1 5-69 0 0,-1 0 0 0 0,0 1 0 0 0,0-1 0 0 0,-2 1 0 0 0,0 0 0 0 0,-1 0-1 0 0,1 24 1 0 0,-10 116 236 0 0,4-121-252 0 0,-7 56 129 0 0,5-54-49 0 0,1 1 0 0 0,2 0 1 0 0,1 0-1 0 0,8 67 0 0 0,-5-97-77 0 0,-1 0-1 0 0,2-1 0 0 0,-1 1 1 0 0,1-1-1 0 0,0 0 0 0 0,0 0 1 0 0,1 0-1 0 0,0 0 0 0 0,0 0 1 0 0,1-1-1 0 0,0 0 0 0 0,0 0 1 0 0,0 0-1 0 0,1-1 0 0 0,0 1 1 0 0,6 3-1 0 0,-5-4-862 0 0,-1-2-1 0 0,1 1 1 0 0,0-1 0 0 0,0 0-1 0 0,0 0 1 0 0,9 2 0 0 0,5-1-5581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3.5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 9218 0 0,'-1'11'408'0'0,"1"-6"80"0"0,1-1-392 0 0,1-1-96 0 0,0-2 0 0 0,0-1 0 0 0,1 0 0 0 0,1 0 0 0 0,1-1 0 0 0,3-2 0 0 0,6-2-592 0 0,-2-2-144 0 0,2-1-24 0 0,-4 1-8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4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 12699 0 0,'0'0'53'0'0,"0"-1"1"0"0,0 0-1 0 0,0 0 0 0 0,0 0 1 0 0,0 1-1 0 0,0-1 1 0 0,0 0-1 0 0,0 0 1 0 0,0 1-1 0 0,0-1 0 0 0,1 0 1 0 0,-1 0-1 0 0,0 1 1 0 0,0-1-1 0 0,1 0 1 0 0,-1 0-1 0 0,1 1 1 0 0,-1-1-1 0 0,1 1 0 0 0,-1-1 1 0 0,1 0-1 0 0,-1 1 1 0 0,1-1-1 0 0,-1 1 1 0 0,1-1-1 0 0,0 1 0 0 0,-1-1 1 0 0,1 1-1 0 0,0 0 1 0 0,-1-1-1 0 0,1 1 1 0 0,0 0-1 0 0,0-1 1 0 0,-1 1-1 0 0,1 0 0 0 0,0 0 1 0 0,0 0-1 0 0,-1 0 1 0 0,1 0-1 0 0,0 0 1 0 0,0 0-1 0 0,0 0 0 0 0,-1 0 1 0 0,1 0-1 0 0,0 0 1 0 0,0 0-1 0 0,-1 1 1 0 0,1-1-1 0 0,0 0 0 0 0,0 0 1 0 0,-1 1-1 0 0,1-1 1 0 0,0 1-1 0 0,-1-1 1 0 0,1 1-1 0 0,-1-1 1 0 0,1 1-1 0 0,0 0 0 0 0,3 4 168 0 0,0 0 0 0 0,0 1 0 0 0,-1-1 0 0 0,0 1 0 0 0,0-1 0 0 0,-1 1 0 0 0,1 0-1 0 0,1 9 1 0 0,11 56 773 0 0,-10-41-620 0 0,35 187 740 0 0,47 209-247 0 0,-68-354-876 0 0,4-1 0 0 0,2-1-1 0 0,64 121 1 0 0,-71-160-296 0 0,14 25-490 0 0,-16-18-5913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4.6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4 182 5529 0 0,'-1'-5'202'0'0,"0"-1"0"0"0,0 1 0 0 0,1 0 0 0 0,0-1 0 0 0,0 1 0 0 0,0 0 0 0 0,0-1 0 0 0,1 1 0 0 0,0 0 0 0 0,0 0 0 0 0,1-1 0 0 0,-1 1 0 0 0,1 0 0 0 0,0 0 0 0 0,1 1 0 0 0,-1-1 0 0 0,4-5 0 0 0,-1 3 270 0 0,0 0 0 0 0,0 1 0 0 0,0-1 0 0 0,1 1 0 0 0,0 1 0 0 0,0-1 1 0 0,1 1-1 0 0,-1 0 0 0 0,1 0 0 0 0,0 1 0 0 0,0 0 0 0 0,14-6 0 0 0,-17 9-345 0 0,0 0-1 0 0,1-1 0 0 0,-1 2 1 0 0,0-1-1 0 0,1 0 0 0 0,-1 1 1 0 0,1 0-1 0 0,-1 0 0 0 0,1 0 1 0 0,-1 1-1 0 0,1 0 0 0 0,-1-1 1 0 0,1 1-1 0 0,-1 1 0 0 0,0-1 0 0 0,0 1 1 0 0,0 0-1 0 0,0 0 0 0 0,0 0 1 0 0,0 0-1 0 0,0 1 0 0 0,0-1 1 0 0,-1 1-1 0 0,1 0 0 0 0,3 4 1 0 0,-1 0-77 0 0,1 1 0 0 0,-1-1-1 0 0,0 1 1 0 0,0 0 0 0 0,-1 1 0 0 0,0 0 0 0 0,-1-1 0 0 0,0 2 0 0 0,0-1 0 0 0,4 18 0 0 0,-5-12 11 0 0,-1 0 1 0 0,-1-1-1 0 0,0 2 0 0 0,0-1 1 0 0,-2 0-1 0 0,-2 21 0 0 0,-7 11 264 0 0,-1-1-1 0 0,-3 0 0 0 0,-27 63 0 0 0,37-99-223 0 0,-4 7 19 0 0,-9 26 193 0 0,16-41-276 0 0,1-1-1 0 0,-1 1 1 0 0,1 0 0 0 0,-1 0 0 0 0,1 1-1 0 0,0-1 1 0 0,0 0 0 0 0,0 0-1 0 0,0 0 1 0 0,0 0 0 0 0,0 0-1 0 0,1 0 1 0 0,-1 0 0 0 0,1 0 0 0 0,-1 0-1 0 0,1 0 1 0 0,1 2 0 0 0,-1-3-17 0 0,0 0 1 0 0,1 0 0 0 0,-1 0-1 0 0,1 0 1 0 0,-1 0-1 0 0,1 0 1 0 0,-1-1 0 0 0,1 1-1 0 0,-1 0 1 0 0,1-1 0 0 0,0 0-1 0 0,-1 1 1 0 0,1-1 0 0 0,0 0-1 0 0,-1 0 1 0 0,1 0-1 0 0,0 0 1 0 0,-1 0 0 0 0,1 0-1 0 0,0 0 1 0 0,-1 0 0 0 0,4-2-1 0 0,40-10 84 0 0,-40 11-94 0 0,55-20 88 0 0,-31 10-31 0 0,0 1-1 0 0,1 2 0 0 0,31-6 0 0 0,-51 13-128 0 0,0 0-1 0 0,0 1 1 0 0,0 0-1 0 0,0 0 1 0 0,0 1-1 0 0,0 0 1 0 0,0 1-1 0 0,0 0 0 0 0,0 1 1 0 0,-1 0-1 0 0,1 0 1 0 0,-1 1-1 0 0,14 8 1 0 0,1 4-578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4.9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19 10594 0 0,'-1'-1'164'0'0,"0"0"0"0"0,0 0-1 0 0,0 0 1 0 0,1 0 0 0 0,-1-1 0 0 0,0 1-1 0 0,0 0 1 0 0,0-9 3938 0 0,5 21-1280 0 0,25 151-19 0 0,-13-52-1701 0 0,50 137-2912 0 0,-52-202-5686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5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6 516 3225 0 0,'-1'-1'38'0'0,"1"0"0"0"0,-1 0 0 0 0,1 0 0 0 0,-1 0 0 0 0,1-1 0 0 0,-1 1 0 0 0,1 0 0 0 0,-1 0 0 0 0,1-1 0 0 0,0 1 0 0 0,0 0 0 0 0,0-1 0 0 0,0 1 0 0 0,0 0 0 0 0,0-1 0 0 0,0 1 0 0 0,0 0 0 0 0,0-1 0 0 0,1 1 0 0 0,-1 0 0 0 0,0 0 0 0 0,1-1 0 0 0,-1 1 0 0 0,1 0 0 0 0,0 0 0 0 0,-1 0 0 0 0,1 0 0 0 0,0 0 0 0 0,0-1 0 0 0,1 0 0 0 0,35-34 1697 0 0,-24 25-1592 0 0,21-16 513 0 0,0 2 0 0 0,71-40 1 0 0,-68 44-653 0 0,0-2 1 0 0,56-46-1 0 0,-82 58-66 0 0,-1-1 0 0 0,0 1 1 0 0,-1-2-1 0 0,0 1 0 0 0,-1-1 0 0 0,-1-1 0 0 0,0 1 0 0 0,7-20 1 0 0,25-35 10871 0 0,-32 99-8317 0 0,4 16-1897 0 0,0 0-275 0 0,1 0 0 0 0,36 86 0 0 0,-36-107-300 0 0,1-1 0 0 0,1 0 0 0 0,1-1 0 0 0,1 0 1 0 0,1-1-1 0 0,27 27 0 0 0,-43-48-25 0 0,1 0 1 0 0,-1-1 0 0 0,1 1-1 0 0,-1-1 1 0 0,1 0-1 0 0,0 0 1 0 0,-1 1 0 0 0,1-1-1 0 0,0 0 1 0 0,0 0-1 0 0,0 0 1 0 0,0-1 0 0 0,0 1-1 0 0,0 0 1 0 0,0-1-1 0 0,4 1 1 0 0,-5-1-1 0 0,0-1-1 0 0,1 1 1 0 0,-1-1 0 0 0,0 0-1 0 0,0 0 1 0 0,0 1 0 0 0,0-1-1 0 0,0 0 1 0 0,0 0 0 0 0,0 0 0 0 0,0 0-1 0 0,-1 0 1 0 0,1 0 0 0 0,0 0-1 0 0,0 0 1 0 0,-1 0 0 0 0,1 0-1 0 0,-1 0 1 0 0,1-1 0 0 0,-1 1 0 0 0,0 0-1 0 0,1 0 1 0 0,-1-1 0 0 0,0 1-1 0 0,0 0 1 0 0,0 0 0 0 0,0-1-1 0 0,0-1 1 0 0,7-82-181 0 0,7-42 81 0 0,-12 115 125 0 0,1-1 0 0 0,0 1 0 0 0,1 0 0 0 0,1 0 0 0 0,0 0 0 0 0,0 0 0 0 0,12-16 0 0 0,-16 26-21 0 0,0-1 0 0 0,0 1-1 0 0,1 0 1 0 0,-1 0 0 0 0,1 0 0 0 0,0 0 0 0 0,-1 1 0 0 0,1-1 0 0 0,0 0 0 0 0,0 1-1 0 0,0-1 1 0 0,0 1 0 0 0,1 0 0 0 0,-1 0 0 0 0,0 0 0 0 0,0 0 0 0 0,1 0 0 0 0,-1 0-1 0 0,1 0 1 0 0,-1 1 0 0 0,0-1 0 0 0,1 1 0 0 0,3 0 0 0 0,-3 0 8 0 0,-1 1 0 0 0,1 0 1 0 0,-1 0-1 0 0,1 1 0 0 0,0-1 0 0 0,-1 1 0 0 0,0-1 1 0 0,1 1-1 0 0,-1 0 0 0 0,0-1 0 0 0,0 1 0 0 0,0 0 1 0 0,0 0-1 0 0,0 1 0 0 0,-1-1 0 0 0,1 0 0 0 0,-1 1 1 0 0,1-1-1 0 0,-1 1 0 0 0,1 2 0 0 0,7 10 51 0 0,1-1 0 0 0,0 0 0 0 0,1 0-1 0 0,1-2 1 0 0,0 1 0 0 0,0-1 0 0 0,2-1-1 0 0,-1 0 1 0 0,24 13 0 0 0,-21-13-745 0 0,0 0 0 0 0,-1 1 0 0 0,0 1 0 0 0,0 0 0 0 0,-1 1 0 0 0,-1 0 0 0 0,15 23 0 0 0,-14-13-713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5.9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1 454 10138 0 0,'9'-11'760'0'0,"0"0"0"0"0,-1 0 1 0 0,0-1-1 0 0,-1 1 0 0 0,0-2 0 0 0,9-20 0 0 0,-4 2-12 0 0,13-53 1 0 0,-23 75-722 0 0,0 1 0 0 0,-1-1 0 0 0,0 0 0 0 0,0 0 0 0 0,-1 0 0 0 0,0-12 0 0 0,-1 20-21 0 0,1 0 0 0 0,0 0-1 0 0,0-1 1 0 0,-1 1 0 0 0,1 0-1 0 0,0 0 1 0 0,-1 0 0 0 0,1 0-1 0 0,-1-1 1 0 0,0 1 0 0 0,1 0-1 0 0,-1 0 1 0 0,0 0 0 0 0,0 0-1 0 0,1 0 1 0 0,-1 0 0 0 0,0 1 0 0 0,0-1-1 0 0,0 0 1 0 0,-2-1 0 0 0,1 2 1 0 0,0-1 0 0 0,0 1 0 0 0,0 0 0 0 0,0 0 0 0 0,-1 0 0 0 0,1 0-1 0 0,0 0 1 0 0,0 0 0 0 0,0 0 0 0 0,0 1 0 0 0,0-1 0 0 0,0 1 0 0 0,0-1 0 0 0,0 1 0 0 0,1 0 0 0 0,-1 0 0 0 0,-3 2 0 0 0,2-2 47 0 0,1 0 0 0 0,-1 0-1 0 0,1 1 1 0 0,-1-1-1 0 0,1 1 1 0 0,-1 0 0 0 0,1 0-1 0 0,0 0 1 0 0,0 0-1 0 0,0 0 1 0 0,0 0 0 0 0,0 1-1 0 0,1-1 1 0 0,-1 0-1 0 0,1 1 1 0 0,-1 0 0 0 0,1-1-1 0 0,0 1 1 0 0,0 0-1 0 0,0 0 1 0 0,0-1-1 0 0,1 1 1 0 0,-1 0 0 0 0,1 0-1 0 0,-1 0 1 0 0,1 0-1 0 0,0 0 1 0 0,0 0 0 0 0,1 0-1 0 0,-1 0 1 0 0,1-1-1 0 0,-1 1 1 0 0,1 0 0 0 0,0 0-1 0 0,0 0 1 0 0,0-1-1 0 0,0 1 1 0 0,2 3 0 0 0,2 2 48 0 0,-1 0 0 0 0,1-1 1 0 0,1 1-1 0 0,-1-1 0 0 0,1 0 1 0 0,0-1-1 0 0,1 1 0 0 0,-1-1 0 0 0,1 0 1 0 0,1-1-1 0 0,10 7 0 0 0,-8-7-75 0 0,0 0-1 0 0,1-1 0 0 0,-1 0 0 0 0,1-1 0 0 0,0 0 0 0 0,0 0 0 0 0,0-1 1 0 0,0-1-1 0 0,1 0 0 0 0,13-1 0 0 0,-20 0-164 0 0,0 0 1 0 0,0-1-1 0 0,-1 1 0 0 0,1-1 0 0 0,0 0 1 0 0,-1-1-1 0 0,1 1 0 0 0,-1-1 0 0 0,1 0 1 0 0,-1 0-1 0 0,0-1 0 0 0,0 1 0 0 0,0-1 1 0 0,0 0-1 0 0,0 0 0 0 0,0 0 0 0 0,-1 0 1 0 0,1-1-1 0 0,-1 1 0 0 0,0-1 0 0 0,0 0 1 0 0,-1 0-1 0 0,1 0 0 0 0,-1 0 1 0 0,0-1-1 0 0,2-5 0 0 0,17-71-1477 0 0,-18 64 1597 0 0,0 0 0 0 0,2 0 0 0 0,0 0-1 0 0,12-27 1 0 0,-16 44 135 0 0,-1 0-1 0 0,1-1 0 0 0,-1 1 1 0 0,1-1-1 0 0,-1 1 0 0 0,1 0 1 0 0,-1-1-1 0 0,1 1 1 0 0,-1 0-1 0 0,1 0 0 0 0,-1 0 1 0 0,1-1-1 0 0,0 1 0 0 0,-1 0 1 0 0,1 0-1 0 0,0 0 0 0 0,-1 0 1 0 0,1 0-1 0 0,-1 0 1 0 0,1 0-1 0 0,0 0 0 0 0,-1 0 1 0 0,1 0-1 0 0,-1 0 0 0 0,1 0 1 0 0,0 1-1 0 0,-1-1 0 0 0,1 0 1 0 0,-1 0-1 0 0,1 1 1 0 0,-1-1-1 0 0,1 0 0 0 0,-1 1 1 0 0,1-1-1 0 0,-1 1 0 0 0,1-1 1 0 0,0 1-1 0 0,29 24 1358 0 0,-14-12-1062 0 0,-11-9-387 0 0,1-1 0 0 0,0 0 0 0 0,-1 0 0 0 0,2 0-1 0 0,-1-1 1 0 0,0 1 0 0 0,9 0 0 0 0,-14-2-27 0 0,1-1 1 0 0,-1 1 0 0 0,1-1-1 0 0,-1 0 1 0 0,0 0-1 0 0,1 0 1 0 0,-1 0 0 0 0,1 0-1 0 0,-1 0 1 0 0,1 0 0 0 0,-1 0-1 0 0,0-1 1 0 0,1 1-1 0 0,-1-1 1 0 0,1 1 0 0 0,-1-1-1 0 0,0 1 1 0 0,0-1-1 0 0,1 0 1 0 0,-1 1 0 0 0,0-1-1 0 0,0 0 1 0 0,0 0-1 0 0,0 0 1 0 0,0 0 0 0 0,0 0-1 0 0,0 0 1 0 0,0 0-1 0 0,0 0 1 0 0,0-1 0 0 0,-1 1-1 0 0,1 0 1 0 0,0-1-1 0 0,-1 1 1 0 0,1 0 0 0 0,-1-1-1 0 0,1 1 1 0 0,-1-3-1 0 0,3-15-706 0 0,-1-36-1 0 0,-2 28-4171 0 0,1-4-1876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6.2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98 13363 0 0,'1'-1'32'0'0,"-1"1"0"0"0,0 0 1 0 0,0 0-1 0 0,0 0 0 0 0,0 0 0 0 0,0 0 1 0 0,0 0-1 0 0,0-1 0 0 0,1 1 1 0 0,-1 0-1 0 0,0 0 0 0 0,0 0 0 0 0,0 0 1 0 0,0-1-1 0 0,0 1 0 0 0,0 0 0 0 0,0 0 1 0 0,0 0-1 0 0,0 0 0 0 0,0-1 1 0 0,0 1-1 0 0,0 0 0 0 0,0 0 0 0 0,0 0 1 0 0,0 0-1 0 0,0-1 0 0 0,0 1 0 0 0,0 0 1 0 0,0 0-1 0 0,0 0 0 0 0,0 0 0 0 0,0-1 1 0 0,-1 1-1 0 0,1 0 0 0 0,0 0 1 0 0,0 0-1 0 0,0 0 0 0 0,0 0 0 0 0,0-1 1 0 0,0 1-1 0 0,0 0 0 0 0,-1 0 0 0 0,1 0 1 0 0,0 0-1 0 0,0 0 0 0 0,0 0 1 0 0,0 0-1 0 0,0 0 0 0 0,-1-1 0 0 0,1 1 1 0 0,0 0-1 0 0,0 0 0 0 0,0 0 0 0 0,-1 0 1 0 0,1 0-1 0 0,0 0 0 0 0,0 0 0 0 0,0 0 1 0 0,0 0-1 0 0,-1 0 0 0 0,1 0 1 0 0,0 0-1 0 0,0 0 0 0 0,-1 1 0 0 0,21-22 931 0 0,32-18-78 0 0,-46 34-1164 0 0,1 1 0 0 0,0 0 0 0 0,1 1 0 0 0,-1 0 0 0 0,1 0 0 0 0,-1 1 1 0 0,17-4-1 0 0,-19 6-178 0 0,-1-1 1 0 0,1 1-1 0 0,0 0 1 0 0,0 1-1 0 0,-1-1 0 0 0,1 1 1 0 0,0 0-1 0 0,0 0 1 0 0,-1 1-1 0 0,1-1 1 0 0,-1 1-1 0 0,1 0 1 0 0,-1 0-1 0 0,6 4 0 0 0,2 1 327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6.4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14 134 5529 0 0,'-13'12'440'0'0,"13"-9"-161"0"0,9-6 108 0 0,11-7-37 0 0,-2-1 1 0 0,0-1-1 0 0,33-28 0 0 0,-31 23-1588 0 0,1 1-1 0 0,25-14 1 0 0,-30 20 1142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6.7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71 2761 0 0,'6'-7'757'0'0,"0"1"1"0"0,1 0 0 0 0,0 0 0 0 0,0 1-1 0 0,0 0 1 0 0,0 0 0 0 0,1 0-1 0 0,0 1 1 0 0,0 0 0 0 0,0 1 0 0 0,0 0-1 0 0,1 0 1 0 0,-1 0 0 0 0,1 1 0 0 0,0 1-1 0 0,15-2 1 0 0,-19 3-539 0 0,0 1 0 0 0,0-1 0 0 0,-1 1 0 0 0,1 0-1 0 0,0 0 1 0 0,-1 1 0 0 0,1-1 0 0 0,-1 1 0 0 0,1 0 0 0 0,-1 0 0 0 0,0 1 0 0 0,0-1 0 0 0,0 1-1 0 0,0 0 1 0 0,6 6 0 0 0,-5-4-106 0 0,-1 1-1 0 0,0-1 0 0 0,0 1 1 0 0,-1 0-1 0 0,0 0 1 0 0,0 0-1 0 0,0 0 0 0 0,-1 1 1 0 0,0-1-1 0 0,2 7 1 0 0,0 13 45 0 0,-1 0 0 0 0,-1 0 1 0 0,-1 0-1 0 0,-4 43 1 0 0,-4 4 262 0 0,3-43-297 0 0,1 1 0 0 0,2 1-1 0 0,1-1 1 0 0,6 47 0 0 0,-6-74-91 0 0,1 1 1 0 0,0-1 0 0 0,1 1-1 0 0,-1-1 1 0 0,1 1 0 0 0,0-1 0 0 0,0 0-1 0 0,0 0 1 0 0,1 0 0 0 0,-1 0-1 0 0,1 0 1 0 0,0-1 0 0 0,0 1-1 0 0,6 4 1 0 0,-5-6-90 0 0,-1 0 1 0 0,0 0-1 0 0,0 0 1 0 0,0-1-1 0 0,1 1 1 0 0,-1-1-1 0 0,1 0 1 0 0,-1 0-1 0 0,1 0 1 0 0,-1-1-1 0 0,1 1 1 0 0,0-1-1 0 0,-1 0 0 0 0,1 0 1 0 0,0 0-1 0 0,-1-1 1 0 0,1 1-1 0 0,0-1 1 0 0,3-1-1 0 0,8-2-580 0 0,0 2-11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6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 13827 0 0,'-3'4'1224'0'0,"3"0"121"0"0,0-2-969 0 0,3-5-1217 0 0,-1-5 321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8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89 3225 0 0,'-43'-49'2496'0'0,"36"42"-585"0"0,0 1 0 0 0,-1 0 0 0 0,1 0 0 0 0,-17-8 1 0 0,26 24 1371 0 0,1 17-2893 0 0,-2-24-153 0 0,4 63 28 0 0,-3 0 0 0 0,-9 105 0 0 0,1-65-139 0 0,3-16-709 0 0,4 0-1 0 0,4 0 1 0 0,4 0-1 0 0,27 118 0 0 0,-25-164-5684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9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302 0 4145 0 0,'-40'5'880'0'0,"0"2"0"0"0,0 1-1 0 0,-55 19 1 0 0,92-26-832 0 0,1-1-1 0 0,-1 1 1 0 0,1 0-1 0 0,-1 0 1 0 0,1 0-1 0 0,0 0 1 0 0,0 0-1 0 0,0 1 0 0 0,-1-1 1 0 0,1 1-1 0 0,0-1 1 0 0,0 1-1 0 0,1 0 1 0 0,-1 0-1 0 0,0-1 1 0 0,1 2-1 0 0,-1-1 1 0 0,1 0-1 0 0,0 0 1 0 0,-1 0-1 0 0,1 0 1 0 0,0 1-1 0 0,0-1 0 0 0,1 1 1 0 0,-1-1-1 0 0,0 5 1 0 0,-1-3-39 0 0,1-1 223 0 0,0-1-1 0 0,-1 0 1 0 0,1 0-1 0 0,-1 0 1 0 0,0 1-1 0 0,1-2 1 0 0,-1 1-1 0 0,0 0 1 0 0,0 0-1 0 0,0-1 1 0 0,0 1-1 0 0,-5 2 1 0 0,-4 5 3586 0 0,12-9-3781 0 0,-1 0 0 0 0,1 1-1 0 0,-1-1 1 0 0,0 1 0 0 0,1-1 0 0 0,-1 1 0 0 0,1-1-1 0 0,-1 0 1 0 0,1 1 0 0 0,-1-1 0 0 0,1 0 0 0 0,-1 1-1 0 0,1-1 1 0 0,-1 0 0 0 0,1 0 0 0 0,-1 0-1 0 0,1 0 1 0 0,-1 1 0 0 0,1-1 0 0 0,0 0 0 0 0,-1 0-1 0 0,1 0 1 0 0,-1 0 0 0 0,1 0 0 0 0,0 0 0 0 0,33 3 166 0 0,0-1 1 0 0,-1-2 0 0 0,1-1-1 0 0,-1-2 1 0 0,49-9 0 0 0,30-3 518 0 0,150-5-258 0 0,125-12-1229 0 0,-372 30 361 0 0,47-3-969 0 0,-57 5 1042 0 0,0 0-1 0 0,0 1 0 0 0,-1-1 1 0 0,1 1-1 0 0,0 0 1 0 0,-1 0-1 0 0,1 0 1 0 0,-1 1-1 0 0,1-1 0 0 0,4 4 1 0 0,-8-4 261 0 0,0-1-1 0 0,0 1 1 0 0,0 0 0 0 0,0 0 0 0 0,0 0 0 0 0,-1-1 0 0 0,1 1-1 0 0,0 0 1 0 0,-1 0 0 0 0,1 0 0 0 0,-1 0 0 0 0,1 1 0 0 0,-1-1 0 0 0,1 0-1 0 0,-1 0 1 0 0,0 0 0 0 0,1 0 0 0 0,-1 0 0 0 0,0 1 0 0 0,0-1-1 0 0,0 0 1 0 0,0 0 0 0 0,0 0 0 0 0,0 0 0 0 0,0 1 0 0 0,0-1-1 0 0,-1 0 1 0 0,1 0 0 0 0,0 0 0 0 0,-1 0 0 0 0,1 0 0 0 0,-1 1-1 0 0,1-1 1 0 0,-1 0 0 0 0,0 0 0 0 0,1 0 0 0 0,-1 0 0 0 0,0-1-1 0 0,0 1 1 0 0,-1 1 0 0 0,-10 10 70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0.5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88 920 0 0,'-26'-15'7259'0'0,"40"12"-6708"0"0,219-30 1273 0 0,424-4 1 0 0,-655 37-1824 0 0,545 17-264 0 0,-524-13-234 0 0,-16-2-17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1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1 434 5985 0 0,'8'2'463'0'0,"0"-1"-1"0"0,1 1 1 0 0,-1-2-1 0 0,0 1 1 0 0,1-1-1 0 0,-1 0 1 0 0,16-3-1 0 0,-20 2-344 0 0,5 0 41 0 0,1 0 0 0 0,-1-1-1 0 0,0 0 1 0 0,0-1-1 0 0,0 0 1 0 0,0-1 0 0 0,0 0-1 0 0,-1 0 1 0 0,1-1-1 0 0,-1 0 1 0 0,0 0-1 0 0,-1-1 1 0 0,10-8 0 0 0,-7 3-72 0 0,1 0 0 0 0,-1-2 1 0 0,-1 1-1 0 0,0-1 1 0 0,-1 0-1 0 0,0-1 0 0 0,7-20 1 0 0,0-5 205 0 0,12-50 1 0 0,6-18 707 0 0,-33 106-998 0 0,0 1-1 0 0,0-1 1 0 0,0 1-1 0 0,0-1 1 0 0,1 1-1 0 0,-1-1 1 0 0,0 1 0 0 0,0 0-1 0 0,0-1 1 0 0,0 1-1 0 0,1-1 1 0 0,-1 1-1 0 0,0-1 1 0 0,0 1-1 0 0,1 0 1 0 0,-1-1 0 0 0,0 1-1 0 0,1 0 1 0 0,-1-1-1 0 0,0 1 1 0 0,1 0-1 0 0,-1 0 1 0 0,0-1 0 0 0,1 1-1 0 0,-1 0 1 0 0,1 0-1 0 0,-1 0 1 0 0,0-1-1 0 0,1 1 1 0 0,-1 0-1 0 0,1 0 1 0 0,0 0 0 0 0,7 13 11 0 0,1 32 6 0 0,-8-41 6 0 0,2 19 114 0 0,24 110 498 0 0,-23-118-620 0 0,0-1 1 0 0,1 0-1 0 0,1 0 1 0 0,1 0-1 0 0,0 0 1 0 0,15 21-1 0 0,-22-34-19 0 0,1 1 1 0 0,0-1-1 0 0,0 0 0 0 0,0 1 0 0 0,1-1 1 0 0,-1 0-1 0 0,0 0 0 0 0,0 0 0 0 0,1 0 0 0 0,-1 0 1 0 0,0 0-1 0 0,1 0 0 0 0,-1 0 0 0 0,1-1 0 0 0,-1 1 1 0 0,1 0-1 0 0,0-1 0 0 0,-1 1 0 0 0,1-1 1 0 0,0 0-1 0 0,2 1 0 0 0,-3-2 8 0 0,1 1-1 0 0,-1-1 1 0 0,1 1-1 0 0,-1-1 1 0 0,1 1 0 0 0,-1-1-1 0 0,0 0 1 0 0,1 0-1 0 0,-1 0 1 0 0,0 0 0 0 0,0 0-1 0 0,1 0 1 0 0,-1 0 0 0 0,0 0-1 0 0,0-1 1 0 0,0 1-1 0 0,0 0 1 0 0,0-2 0 0 0,4-6 70 0 0,-1 1 1 0 0,0-1 0 0 0,0 0 0 0 0,-1 0-1 0 0,4-19 1 0 0,-6 18-34 0 0,4-14 103 0 0,0 1 1 0 0,1-1 0 0 0,10-23-1 0 0,-14 42-129 0 0,1-1 0 0 0,0 1 0 0 0,-1-1-1 0 0,2 1 1 0 0,-1 0 0 0 0,0 0 0 0 0,1 0-1 0 0,0 1 1 0 0,0-1 0 0 0,1 1-1 0 0,-1 0 1 0 0,1 0 0 0 0,0 1 0 0 0,0-1-1 0 0,0 1 1 0 0,0 0 0 0 0,10-3 0 0 0,-12 5-13 0 0,-1 1 0 0 0,0 0 1 0 0,0-1-1 0 0,0 1 1 0 0,1 0-1 0 0,-1 1 0 0 0,0-1 1 0 0,0 0-1 0 0,0 1 1 0 0,1-1-1 0 0,-1 1 0 0 0,0 0 1 0 0,0-1-1 0 0,0 1 1 0 0,0 0-1 0 0,0 0 1 0 0,0 0-1 0 0,0 1 0 0 0,-1-1 1 0 0,1 0-1 0 0,0 1 1 0 0,-1-1-1 0 0,1 1 0 0 0,1 2 1 0 0,7 8 177 0 0,-1-1 1 0 0,14 23 0 0 0,-7-9 211 0 0,-3-9-239 0 0,0 0 0 0 0,26 24 1 0 0,-33-35-130 0 0,-1-1 0 0 0,0 0 0 0 0,1 0 1 0 0,0 0-1 0 0,0-1 0 0 0,0 1 0 0 0,0-2 1 0 0,0 1-1 0 0,1-1 0 0 0,0 0 0 0 0,-1 0 1 0 0,8 1-1 0 0,-12-3-13 0 0,0 0 0 0 0,0-1 0 0 0,0 1 0 0 0,0 0 0 0 0,0-1 0 0 0,-1 1 0 0 0,1-1 0 0 0,0 0 0 0 0,0 0 0 0 0,-1 0 0 0 0,1 0 0 0 0,0 0 0 0 0,-1 0-1 0 0,1 0 1 0 0,-1 0 0 0 0,0-1 0 0 0,1 1 0 0 0,-1 0 0 0 0,0-1 0 0 0,0 1 0 0 0,0-1 0 0 0,0 0 0 0 0,0 1 0 0 0,1-3 0 0 0,21-49 551 0 0,-17 37-445 0 0,9-27 44 0 0,-11 29-102 0 0,1 0-1 0 0,0 1 1 0 0,0 0 0 0 0,1 0-1 0 0,1 0 1 0 0,0 1-1 0 0,1 0 1 0 0,17-20-1 0 0,-25 31-61 0 0,1 1 0 0 0,-1-1 0 0 0,0 1 0 0 0,1 0 0 0 0,-1-1 0 0 0,1 1 0 0 0,-1-1 0 0 0,0 1 0 0 0,1 0 0 0 0,-1 0 0 0 0,1-1 0 0 0,-1 1 0 0 0,1 0 0 0 0,0 0 0 0 0,-1-1 0 0 0,1 1 0 0 0,-1 0 0 0 0,1 0 0 0 0,-1 0 0 0 0,1 0 0 0 0,-1 0 0 0 0,1 0 0 0 0,0 0 0 0 0,-1 0 0 0 0,1 0 0 0 0,-1 0 0 0 0,1 0 0 0 0,-1 0 0 0 0,1 1 0 0 0,-1-1 0 0 0,1 0 0 0 0,0 0 0 0 0,-1 1 0 0 0,1-1 0 0 0,-1 0 0 0 0,0 1 0 0 0,1-1 0 0 0,-1 0 0 0 0,1 1 0 0 0,-1-1 0 0 0,1 0 0 0 0,-1 1 0 0 0,0-1 0 0 0,1 1 0 0 0,-1-1 0 0 0,0 1 0 0 0,0-1 0 0 0,1 1 0 0 0,-1-1 0 0 0,0 1 0 0 0,0-1 0 0 0,0 1 0 0 0,1 0 0 0 0,-1-1 0 0 0,0 1 0 0 0,0-1 0 0 0,0 2 0 0 0,6 40 0 0 0,-6-34 0 0 0,3 11-537 0 0,0 1-1 0 0,1-1 0 0 0,1 0 0 0 0,0 0 0 0 0,2 0 0 0 0,0-1 0 0 0,1 0 0 0 0,1-1 0 0 0,0 1 0 0 0,2-2 1 0 0,0 1-1 0 0,0-1 0 0 0,2-1 0 0 0,0 0 0 0 0,1-1 0 0 0,0-1 0 0 0,21 16 0 0 0,-33-27 65 0 0,1-1-1 0 0,-1 1 1 0 0,1-1 0 0 0,0 1-1 0 0,0-1 1 0 0,-1 0-1 0 0,1 0 1 0 0,0 0-1 0 0,0-1 1 0 0,0 1 0 0 0,5 0-1 0 0,-4-1 351 0 0,0 0-1 0 0,0-1 0 0 0,0 1 1 0 0,0-1-1 0 0,-1 0 1 0 0,1 0-1 0 0,0 0 0 0 0,5-3 1 0 0,6-2 123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1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18 4145 0 0,'0'0'17'0'0,"0"0"1"0"0,0 0 0 0 0,0 0-1 0 0,0 0 1 0 0,0 0-1 0 0,0 0 1 0 0,0 0-1 0 0,0 0 1 0 0,0 0 0 0 0,0 0-1 0 0,0 0 1 0 0,-1 0-1 0 0,1 0 1 0 0,0 0-1 0 0,0 0 1 0 0,0 0 0 0 0,0 0-1 0 0,0 0 1 0 0,0 0-1 0 0,0 0 1 0 0,0 0-1 0 0,0 0 1 0 0,0 1 0 0 0,0-1-1 0 0,0 0 1 0 0,0 0-1 0 0,0 0 1 0 0,0 0-1 0 0,0 0 1 0 0,0 0 0 0 0,0 0-1 0 0,0 0 1 0 0,-1 0-1 0 0,1 0 1 0 0,0 0-1 0 0,0 1 1 0 0,0-1 0 0 0,0 0-1 0 0,0 0 1 0 0,1 0-1 0 0,-1 0 1 0 0,0 0-1 0 0,0 0 1 0 0,0 0 0 0 0,0 0-1 0 0,0 0 1 0 0,0 0-1 0 0,0 1 1 0 0,0-1-1 0 0,0 0 1 0 0,0 0-1 0 0,0 0 1 0 0,0 0 0 0 0,0 0-1 0 0,0 0 1 0 0,0 0-1 0 0,0 0 1 0 0,0 0-1 0 0,0 0 1 0 0,0 0 0 0 0,1 0-1 0 0,-1 0 1 0 0,0 0-1 0 0,0 0 1 0 0,0 0-1 0 0,0 0 1 0 0,10 4 1019 0 0,12-2 462 0 0,21-4 1202 0 0,55-9 0 0 0,35-3-1039 0 0,297 31-452 0 0,-101 0-1475 0 0,-224-21-548 0 0,-76 0 26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1.9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 2761 0 0,'-9'12'500'0'0,"2"1"0"0"0,-1 0 0 0 0,2 0 1 0 0,0 0-1 0 0,0 1 0 0 0,1 0 1 0 0,1 0-1 0 0,0 1 0 0 0,1-1 1 0 0,1 1-1 0 0,0 0 0 0 0,1 0 0 0 0,1 20 1 0 0,1-29-400 0 0,0 0 1 0 0,0-1-1 0 0,0 1 1 0 0,1-1-1 0 0,0 1 1 0 0,0-1-1 0 0,0 0 1 0 0,1 0-1 0 0,-1 0 1 0 0,1 0-1 0 0,1 0 1 0 0,-1 0-1 0 0,1-1 1 0 0,-1 0-1 0 0,1 0 1 0 0,0 0-1 0 0,5 4 1 0 0,-7-7-40 0 0,0 1-1 0 0,1-1 1 0 0,-1 1 0 0 0,0-1 0 0 0,1 0 0 0 0,-1 0-1 0 0,1 0 1 0 0,-1 0 0 0 0,1-1 0 0 0,-1 1 0 0 0,1-1-1 0 0,-1 1 1 0 0,1-1 0 0 0,0 0 0 0 0,-1 0-1 0 0,1 0 1 0 0,0-1 0 0 0,-1 1 0 0 0,1 0 0 0 0,-1-1-1 0 0,1 0 1 0 0,-1 1 0 0 0,1-1 0 0 0,-1 0 0 0 0,1 0-1 0 0,-1-1 1 0 0,0 1 0 0 0,1 0 0 0 0,-1-1 0 0 0,0 0-1 0 0,0 1 1 0 0,0-1 0 0 0,0 0 0 0 0,-1 0-1 0 0,1 0 1 0 0,0 0 0 0 0,-1 0 0 0 0,2-3 0 0 0,6-11 294 0 0,0 0 1 0 0,-1-1-1 0 0,-1 1 0 0 0,0-2 1 0 0,-1 1-1 0 0,-1-1 1 0 0,-1 0-1 0 0,-1 0 1 0 0,0 0-1 0 0,0-24 0 0 0,-3 40-303 0 0,0 0 0 0 0,0-1 0 0 0,0 1 0 0 0,0 0-1 0 0,0 0 1 0 0,0-1 0 0 0,-1 1 0 0 0,1 0-1 0 0,-1 0 1 0 0,0 0 0 0 0,0 0 0 0 0,0-1-1 0 0,0 1 1 0 0,0 0 0 0 0,0 0 0 0 0,0 1-1 0 0,0-1 1 0 0,-3-2 0 0 0,3 3 23 0 0,-1 0 1 0 0,1 0-1 0 0,0 1 0 0 0,-1-1 1 0 0,1 0-1 0 0,-1 1 1 0 0,0-1-1 0 0,1 1 0 0 0,-1 0 1 0 0,1 0-1 0 0,-1-1 0 0 0,1 1 1 0 0,-1 0-1 0 0,0 0 1 0 0,1 1-1 0 0,-1-1 0 0 0,1 0 1 0 0,-1 0-1 0 0,1 1 0 0 0,-1-1 1 0 0,1 1-1 0 0,-1-1 1 0 0,1 1-1 0 0,-1 0 0 0 0,1-1 1 0 0,-3 3-1 0 0,3-2-183 0 0,0 0 1 0 0,0 0-1 0 0,0 0 0 0 0,0 0 0 0 0,0 0 1 0 0,0 0-1 0 0,0 0 0 0 0,0 1 0 0 0,0-1 1 0 0,1 0-1 0 0,-1 0 0 0 0,1 1 0 0 0,-1-1 1 0 0,1 1-1 0 0,-1-1 0 0 0,1 0 0 0 0,0 1 1 0 0,-1-1-1 0 0,1 1 0 0 0,0-1 0 0 0,0 1 1 0 0,0 1-1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9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0 137 5065 0 0,'29'-12'1434'0'0,"20"-9"1617"0"0,55-14 0 0 0,55-6-1465 0 0,-66 18-2401 0 0,-78 19-34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39.9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3225 0 0,'1'-1'150'0'0,"1"1"1"0"0,-1-1 0 0 0,0 0-1 0 0,0 1 1 0 0,1-1 0 0 0,-1 1-1 0 0,0 0 1 0 0,1-1 0 0 0,-1 1-1 0 0,1 0 1 0 0,-1 0 0 0 0,1 0 0 0 0,-1 0-1 0 0,0 0 1 0 0,1 0 0 0 0,-1 0-1 0 0,1 0 1 0 0,-1 1 0 0 0,0-1-1 0 0,1 0 1 0 0,-1 1 0 0 0,0-1-1 0 0,1 1 1 0 0,-1 0 0 0 0,2 1-1 0 0,0-1 215 0 0,0 0 0 0 0,-1 1 0 0 0,1-1-1 0 0,-1 1 1 0 0,0 0 0 0 0,1 0 0 0 0,-1 0 0 0 0,0 0-1 0 0,0 0 1 0 0,0 1 0 0 0,2 2 0 0 0,2 12 310 0 0,-1 0-1 0 0,-1 1 1 0 0,-1-1 0 0 0,0 1-1 0 0,-1 0 1 0 0,-1 25 0 0 0,1 3 14 0 0,128 765 3564 0 0,-85-588-3801 0 0,-32-155-743 0 0,-3 1 0 0 0,-2 0-1 0 0,-2 77 1 0 0,-8-128-809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2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0 146 5065 0 0,'20'9'2070'0'0,"16"-7"-716"0"0,1-2 0 0 0,70-7 0 0 0,-53 2-640 0 0,973-10 1573 0 0,-665 20-1298 0 0,300-33 1074 0 0,-4-38-598 0 0,-641 64-1461 0 0,174-19 131 0 0,263 3-1 0 0,-435 20-279 0 0,-1 0 0 0 0,1 1 0 0 0,0 1-1 0 0,-1 1 1 0 0,0 0 0 0 0,0 1 0 0 0,0 1 0 0 0,-1 1 0 0 0,0 1 0 0 0,0 0-1 0 0,16 13 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3.1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88 5065 0 0,'0'0'44'0'0,"-1"0"1"0"0,1 0-1 0 0,-1 1 0 0 0,1-1 1 0 0,0 0-1 0 0,-1 1 1 0 0,1-1-1 0 0,-1 0 0 0 0,1 1 1 0 0,0-1-1 0 0,-1 1 0 0 0,1-1 1 0 0,0 1-1 0 0,-1-1 0 0 0,1 0 1 0 0,0 1-1 0 0,0-1 0 0 0,-1 1 1 0 0,1 0-1 0 0,0-1 0 0 0,0 1 1 0 0,0-1-1 0 0,0 1 0 0 0,0-1 1 0 0,0 1-1 0 0,0-1 0 0 0,0 1 1 0 0,0-1-1 0 0,0 1 1 0 0,0 0-1 0 0,0-1 0 0 0,0 1 1 0 0,12 21 1838 0 0,-6-16-1045 0 0,-1-1 0 0 0,1 1 0 0 0,0-1 1 0 0,7 6-1 0 0,-8-8-593 0 0,0-1 1 0 0,0 1-1 0 0,0-1 1 0 0,0 0-1 0 0,1 0 1 0 0,-1 0 0 0 0,0-1-1 0 0,1 1 1 0 0,0-1-1 0 0,-1-1 1 0 0,1 1-1 0 0,-1-1 1 0 0,1 0-1 0 0,0 0 1 0 0,9-2 0 0 0,-11 1-187 0 0,-1-1 1 0 0,1 1 0 0 0,0 0 0 0 0,-1-1 0 0 0,0 0 0 0 0,1 0 0 0 0,-1 0 0 0 0,0 0 0 0 0,0 0 0 0 0,0-1-1 0 0,-1 1 1 0 0,1-1 0 0 0,0 0 0 0 0,-1 0 0 0 0,0 0 0 0 0,0 0 0 0 0,0 0 0 0 0,0-1 0 0 0,0 1 0 0 0,0 0 0 0 0,-1-1-1 0 0,0 0 1 0 0,0 1 0 0 0,1-5 0 0 0,0 2-134 0 0,-1 0-1 0 0,1-1 0 0 0,-1 1 1 0 0,-1-1-1 0 0,1 1 1 0 0,-1-1-1 0 0,0 1 0 0 0,0-1 1 0 0,-1 1-1 0 0,0-1 1 0 0,0 1-1 0 0,-1-1 0 0 0,0 1 1 0 0,-3-9-1 0 0,4 15 94 0 0,1 0-1 0 0,-1-1 1 0 0,1 1-1 0 0,-1 0 0 0 0,1 0 1 0 0,-1 0-1 0 0,1-1 1 0 0,-1 1-1 0 0,1 0 1 0 0,-1 0-1 0 0,1 0 0 0 0,-1 0 1 0 0,1 0-1 0 0,-1 0 1 0 0,1 0-1 0 0,-1 0 1 0 0,1 0-1 0 0,-1 0 0 0 0,0 0 1 0 0,1 0-1 0 0,-1 0 1 0 0,1 0-1 0 0,-1 1 1 0 0,1-1-1 0 0,-1 0 0 0 0,1 0 1 0 0,-1 1-1 0 0,1-1 1 0 0,0 0-1 0 0,-1 1 1 0 0,1-1-1 0 0,-1 0 1 0 0,1 1-1 0 0,0-1 0 0 0,-1 1 1 0 0,1-1-1 0 0,0 1 1 0 0,-1-1-1 0 0,1 0 1 0 0,0 1-1 0 0,0-1 0 0 0,-1 1 1 0 0,1 0-1 0 0,-17 26 810 0 0,16-25-810 0 0,-3 3-38 0 0,-10 21 546 0 0,14-25-601 0 0,-1 0 0 0 0,1 0 0 0 0,0 0 0 0 0,-1 0 0 0 0,1 0 1 0 0,0 0-1 0 0,0 0 0 0 0,0 0 0 0 0,0 0 0 0 0,0 1 0 0 0,0-1 0 0 0,0 0 0 0 0,0 0 1 0 0,0 0-1 0 0,0 0 0 0 0,0 0 0 0 0,1 0 0 0 0,-1 0 0 0 0,0 0 0 0 0,1 0 0 0 0,-1 0 0 0 0,1 0 1 0 0,0 1-1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4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15 209 5529 0 0,'-15'10'11115'0'0,"30"18"-10712"0"0,2-1 1 0 0,0 0-1 0 0,2-1 1 0 0,1-1 0 0 0,39 39-1 0 0,-54-59-386 0 0,25 26 111 0 0,58 47 1 0 0,-78-70-70 0 0,0-1 1 0 0,0 0 0 0 0,1-1 0 0 0,0 0 0 0 0,1-1-1 0 0,-1 0 1 0 0,1-1 0 0 0,0 0 0 0 0,0-1-1 0 0,21 3 1 0 0,-31-5-2 0 0,0-1-1 0 0,0 0 0 0 0,0 0 0 0 0,0 0 1 0 0,0 0-1 0 0,0 0 0 0 0,0-1 0 0 0,0 1 1 0 0,0-1-1 0 0,0 1 0 0 0,0-1 0 0 0,0 0 1 0 0,0 1-1 0 0,0-1 0 0 0,0 0 1 0 0,-1 0-1 0 0,1 0 0 0 0,0-1 0 0 0,-1 1 1 0 0,1 0-1 0 0,-1-1 0 0 0,1 1 0 0 0,-1-1 1 0 0,0 1-1 0 0,0-1 0 0 0,0 0 0 0 0,0 1 1 0 0,0-1-1 0 0,0 0 0 0 0,0 0 1 0 0,0 0-1 0 0,0 0 0 0 0,-1 1 0 0 0,1-4 1 0 0,1-7 146 0 0,0-1 1 0 0,-1 1 0 0 0,-1 0 0 0 0,-1-22-1 0 0,0 7-79 0 0,1-95 8 0 0,22-160-1 0 0,-14 244-2256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5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0 134 5529 0 0,'28'-13'2862'0'0,"46"-30"3654"0"0,-56 31-6047 0 0,1 1 1 0 0,0 0 0 0 0,0 2 0 0 0,1 0-1 0 0,0 1 1 0 0,32-8 0 0 0,-48 15-855 0 0,0 1 1 0 0,0 0-1 0 0,0 0 1 0 0,0 0 0 0 0,0 0-1 0 0,0 0 1 0 0,0 1 0 0 0,4 0-1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6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50 1840 0 0,'-2'-4'386'0'0,"0"1"-1"0"0,-1 0 0 0 0,1-1 1 0 0,-1 1-1 0 0,0 1 0 0 0,0-1 1 0 0,0 0-1 0 0,-1 1 0 0 0,1-1 0 0 0,0 1 1 0 0,-1 0-1 0 0,0 0 0 0 0,1 1 1 0 0,-9-4-1 0 0,-6-2 4458 0 0,21 8-4629 0 0,-1 1 0 0 0,1 0 0 0 0,-1 0 0 0 0,0 1 0 0 0,1-1 0 0 0,-1 0 0 0 0,0 1 0 0 0,0-1 0 0 0,-1 1 0 0 0,1 0 0 0 0,-1-1 0 0 0,1 1 0 0 0,-1 0 0 0 0,2 5 0 0 0,12 50 688 0 0,-12-42-441 0 0,11 49 298 0 0,-1-3 280 0 0,26 76 0 0 0,-32-119-1150 0 0,1 0 0 0 0,1 0 1 0 0,0-1-1 0 0,1-1 0 0 0,1 1 0 0 0,1-2 1 0 0,1 1-1 0 0,15 15 0 0 0,-3-10-6626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7.6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96 3225 0 0,'-5'-15'79'0'0,"2"9"542"0"0,0 0 0 0 0,0-1 1 0 0,1 0-1 0 0,0 1 0 0 0,1-1 0 0 0,-1 0 0 0 0,1 0 0 0 0,1 0 0 0 0,-1-7 0 0 0,1 14-544 0 0,0 0-1 0 0,0-1 0 0 0,0 1 0 0 0,0 0 1 0 0,0 0-1 0 0,0-1 0 0 0,0 1 0 0 0,0 0 1 0 0,0 0-1 0 0,1-1 0 0 0,-1 1 0 0 0,0 0 1 0 0,0 0-1 0 0,0-1 0 0 0,0 1 0 0 0,0 0 1 0 0,0 0-1 0 0,1-1 0 0 0,-1 1 0 0 0,0 0 1 0 0,0 0-1 0 0,0 0 0 0 0,0 0 0 0 0,1-1 1 0 0,-1 1-1 0 0,0 0 0 0 0,0 0 1 0 0,1 0-1 0 0,-1 0 0 0 0,0 0 0 0 0,0 0 1 0 0,1 0-1 0 0,-1-1 0 0 0,0 1 0 0 0,0 0 1 0 0,1 0-1 0 0,-1 0 0 0 0,0 0 0 0 0,0 0 1 0 0,1 0-1 0 0,-1 0 0 0 0,0 0 0 0 0,1 1 1 0 0,12 7 1342 0 0,9 16-251 0 0,0 12-378 0 0,-2 1 0 0 0,-1 1 0 0 0,-2 0 0 0 0,13 43 0 0 0,32 71-827 0 0,-37-104-472 0 0,7 15-3294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7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0 129 2761 0 0,'2'-6'187'0'0,"0"0"0"0"0,0 0-1 0 0,1 0 1 0 0,-1 0 0 0 0,1 0 0 0 0,1 1 0 0 0,-1-1 0 0 0,1 1 0 0 0,0 0 0 0 0,0 0 0 0 0,5-5 0 0 0,-3 3 303 0 0,1 1-1 0 0,0 0 0 0 0,0 0 1 0 0,0 1-1 0 0,1 0 0 0 0,-1 0 1 0 0,13-5-1 0 0,-18 9-393 0 0,0 0-1 0 0,0 0 1 0 0,0 0 0 0 0,-1 1-1 0 0,1-1 1 0 0,0 1-1 0 0,0-1 1 0 0,0 1 0 0 0,0 0-1 0 0,0 0 1 0 0,0 0 0 0 0,0 0-1 0 0,0 0 1 0 0,0 0-1 0 0,0 0 1 0 0,0 1 0 0 0,0-1-1 0 0,0 1 1 0 0,0 0-1 0 0,0-1 1 0 0,0 1 0 0 0,0 0-1 0 0,-1 0 1 0 0,3 1-1 0 0,-2 1-16 0 0,0-1 0 0 0,0 0 0 0 0,-1 1 0 0 0,1 0-1 0 0,-1-1 1 0 0,1 1 0 0 0,-1 0 0 0 0,0-1 0 0 0,0 1-1 0 0,0 0 1 0 0,0 0 0 0 0,-1 0 0 0 0,1 0 0 0 0,-1 4-1 0 0,1 9 174 0 0,-1 0-1 0 0,-1 0 0 0 0,-1 0 0 0 0,-6 29 0 0 0,-55 163 2423 0 0,62-207-2659 0 0,1-1-1 0 0,-1 1 1 0 0,1 0 0 0 0,0 0 0 0 0,0 0-1 0 0,-1 0 1 0 0,1 0 0 0 0,0 0-1 0 0,0 0 1 0 0,0 0 0 0 0,0 0 0 0 0,0 0-1 0 0,0 0 1 0 0,1 0 0 0 0,-1 0 0 0 0,0-1-1 0 0,0 1 1 0 0,1 0 0 0 0,-1 0 0 0 0,0 0-1 0 0,1 0 1 0 0,-1 0 0 0 0,1-1-1 0 0,-1 1 1 0 0,1 0 0 0 0,-1 0 0 0 0,1-1-1 0 0,0 1 1 0 0,-1 0 0 0 0,2 0 0 0 0,0 0 42 0 0,0-1 1 0 0,0 1 0 0 0,0-1 0 0 0,0 1 0 0 0,0-1 0 0 0,0 0 0 0 0,0 0-1 0 0,0 0 1 0 0,0 0 0 0 0,0 0 0 0 0,0-1 0 0 0,0 1 0 0 0,2-1-1 0 0,9-3 223 0 0,-1 0-1 0 0,0-1 0 0 0,16-8 0 0 0,114-69-6064 0 0,-119 71 176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8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6449 0 0,'6'-2'9533'0'0,"3"18"-8642"0"0,0 1 1 0 0,9 22-1 0 0,-11-22-809 0 0,0-1 0 0 0,1 0 0 0 0,1 0 0 0 0,11 14-1 0 0,51 48-2405 0 0,-57-63 978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8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24 105 5065 0 0,'-23'8'1947'0'0,"34"-12"-973"0"0,106-41-2721 0 0,-67 24 156 0 0,64-18 0 0 0,-99 35 1591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8.8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0 1376 0 0,'-4'8'1495'0'0,"1"-1"0"0"0,0 1 0 0 0,1 0 0 0 0,-2 9-1 0 0,-1 37 2575 0 0,5-43-3862 0 0,0 0 0 0 0,1 0 0 0 0,1 0 0 0 0,-1 0 1 0 0,2 0-1 0 0,0 0 0 0 0,0-1 0 0 0,1 1 0 0 0,0-1 0 0 0,0 0 0 0 0,1 0 0 0 0,10 14 0 0 0,-14-22-231 0 0,1 0 0 0 0,-1-1 0 0 0,0 1 0 0 0,1 0-1 0 0,-1-1 1 0 0,1 1 0 0 0,0-1 0 0 0,-1 0-1 0 0,1 1 1 0 0,0-1 0 0 0,0 0 0 0 0,0 0 0 0 0,0 0-1 0 0,0 0 1 0 0,0-1 0 0 0,0 1 0 0 0,0 0 0 0 0,0-1-1 0 0,0 0 1 0 0,3 1 0 0 0,-3-1-24 0 0,0-1 1 0 0,0 1-1 0 0,0-1 1 0 0,0 0-1 0 0,0 0 0 0 0,0 0 1 0 0,0 1-1 0 0,-1-2 1 0 0,1 1-1 0 0,0 0 1 0 0,0 0-1 0 0,-1 0 0 0 0,1-1 1 0 0,-1 1-1 0 0,1-1 1 0 0,2-3-1 0 0,4-8-199 0 0,0 0 0 0 0,-1 0 0 0 0,0-1 1 0 0,7-23-1 0 0,-7 20 246 0 0,6-20-93 0 0,-11 27 266 0 0,2 0 0 0 0,-1 0 0 0 0,1 0 0 0 0,1 1 0 0 0,-1 0 1 0 0,2-1-1 0 0,-1 2 0 0 0,8-10 0 0 0,-12 17-78 0 0,0 0 0 0 0,-1 1 0 0 0,1-1 0 0 0,0 0 0 0 0,0 1 1 0 0,0-1-1 0 0,-1 1 0 0 0,1-1 0 0 0,0 1 0 0 0,0 0 0 0 0,0-1 0 0 0,0 1 0 0 0,0 0 1 0 0,0 0-1 0 0,0-1 0 0 0,0 1 0 0 0,0 0 0 0 0,0 0 0 0 0,0 0 0 0 0,0 0 1 0 0,0 0-1 0 0,0 0 0 0 0,1 1 0 0 0,0 0 4 0 0,1 0 1 0 0,-1 0-1 0 0,0 0 1 0 0,0 0-1 0 0,0 0 1 0 0,0 1-1 0 0,0-1 1 0 0,0 1-1 0 0,3 2 1 0 0,3 7-12 0 0,1-1 1 0 0,12 22-1 0 0,-14-21 25 0 0,57 79-167 0 0,-34-55-5197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9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0 220 2304 0 0,'6'-3'165'0'0,"0"0"0"0"0,-1 0 0 0 0,0-1 0 0 0,0 0-1 0 0,0 0 1 0 0,0 0 0 0 0,0-1 0 0 0,-1 1 0 0 0,0-1-1 0 0,0 0 1 0 0,0 0 0 0 0,0-1 0 0 0,-1 1-1 0 0,0-1 1 0 0,0 0 0 0 0,3-10 0 0 0,-3 9 12 0 0,-1 0 0 0 0,0 0 0 0 0,-1 0 0 0 0,1 0 0 0 0,-1 0 0 0 0,-1 0 0 0 0,1 0 0 0 0,-1 0 0 0 0,-1 0 0 0 0,1-1 0 0 0,-1 1 0 0 0,0 0 0 0 0,-1 0 0 0 0,1 0 0 0 0,-4-6 0 0 0,5 12-82 0 0,0 0-1 0 0,0 1 1 0 0,-1-1 0 0 0,1 0 0 0 0,0 1 0 0 0,0-1 0 0 0,-1 1-1 0 0,1-1 1 0 0,-1 1 0 0 0,1-1 0 0 0,0 1 0 0 0,-1-1-1 0 0,1 1 1 0 0,-1-1 0 0 0,1 1 0 0 0,-1-1 0 0 0,1 1 0 0 0,-1-1-1 0 0,0 1 1 0 0,1 0 0 0 0,-1 0 0 0 0,1-1 0 0 0,-1 1 0 0 0,0 0-1 0 0,1 0 1 0 0,-1 0 0 0 0,0-1 0 0 0,1 1 0 0 0,-1 0 0 0 0,0 0-1 0 0,1 0 1 0 0,-1 0 0 0 0,0 0 0 0 0,1 0 0 0 0,-1 1 0 0 0,0-1-1 0 0,1 0 1 0 0,-1 0 0 0 0,0 0 0 0 0,1 1 0 0 0,-1-1 0 0 0,0 0-1 0 0,1 1 1 0 0,-1-1 0 0 0,1 0 0 0 0,-1 1 0 0 0,1-1 0 0 0,-1 1-1 0 0,1-1 1 0 0,-1 1 0 0 0,1-1 0 0 0,-1 1 0 0 0,1-1 0 0 0,0 1-1 0 0,-1-1 1 0 0,1 1 0 0 0,0 0 0 0 0,-1 0 0 0 0,-1 2 73 0 0,0 0 1 0 0,0 0-1 0 0,0 1 1 0 0,0-1 0 0 0,1 0-1 0 0,-1 1 1 0 0,1-1-1 0 0,0 1 1 0 0,0-1 0 0 0,0 5-1 0 0,1-4-133 0 0,1 1 0 0 0,0-1 0 0 0,0 0 0 0 0,0 0 0 0 0,0 0 0 0 0,1 0 0 0 0,0 0 0 0 0,-1 0 0 0 0,2-1 0 0 0,-1 1 0 0 0,0 0 0 0 0,1-1 0 0 0,-1 0 0 0 0,1 1 0 0 0,0-1 0 0 0,0 0 0 0 0,0-1 0 0 0,1 1 0 0 0,-1-1 0 0 0,8 5 0 0 0,-1-1-206 0 0,0 0 0 0 0,1-1 0 0 0,0 0 0 0 0,0-1 0 0 0,0 0 0 0 0,16 2 0 0 0,-15-4-1288 0 0,0 0 0 0 0,1-1 1 0 0,19-1-1 0 0,-8-1-2486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09:49.5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4 200 21661 0 0,'-3'-4'-7873'0'0,"12"2"4487"0"0,6 7 7963 0 0,-7-1-5794 0 0,21 22 3192 0 0,-18-15-1716 0 0,0-1 0 0 0,1 0 0 0 0,0-1 0 0 0,0 0 0 0 0,17 8 0 0 0,-27-16-186 0 0,1 0 0 0 0,-1 0 1 0 0,1 0-1 0 0,-1 0 1 0 0,1 0-1 0 0,-1-1 0 0 0,1 1 1 0 0,-1-1-1 0 0,1 0 0 0 0,0 0 1 0 0,-1 0-1 0 0,1 0 1 0 0,0 0-1 0 0,-1 0 0 0 0,1-1 1 0 0,-1 1-1 0 0,1-1 0 0 0,0 0 1 0 0,-1 0-1 0 0,1 0 1 0 0,-1 0-1 0 0,0 0 0 0 0,1-1 1 0 0,-1 1-1 0 0,0 0 1 0 0,0-1-1 0 0,0 0 0 0 0,0 0 1 0 0,0 1-1 0 0,0-1 0 0 0,-1 0 1 0 0,1-1-1 0 0,-1 1 1 0 0,1 0-1 0 0,1-4 0 0 0,1-1 49 0 0,-1-1 1 0 0,0 1-1 0 0,0-1 0 0 0,-1 1 0 0 0,1-1 1 0 0,-2 0-1 0 0,1 0 0 0 0,0-12 0 0 0,-2-71 1301 0 0,-1 52-1169 0 0,1-17-1765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49.7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2 13363 0 0,'0'-1'1027'0'0,"0"1"-936"0"0,1 0 0 0 0,-1 0 0 0 0,0 0 0 0 0,1 0 0 0 0,-1 0 1 0 0,0 0-1 0 0,1 0 0 0 0,-1 0 0 0 0,0 0 0 0 0,1 0 0 0 0,-1 0 0 0 0,0 0 1 0 0,1 0-1 0 0,-1 0 0 0 0,0 0 0 0 0,1 0 0 0 0,-1 0 0 0 0,0 0 0 0 0,1 0 1 0 0,-1 0-1 0 0,0 1 0 0 0,0-1 0 0 0,1 0 0 0 0,-1 0 0 0 0,0 0 0 0 0,0 1 1 0 0,1-1-1 0 0,-1 0 0 0 0,0 0 0 0 0,0 0 0 0 0,1 1 0 0 0,-1-1 0 0 0,0 0 1 0 0,0 1-1 0 0,0-1 0 0 0,0 0 0 0 0,0 0 0 0 0,1 1 0 0 0,-1-1 0 0 0,0 0 1 0 0,0 1-1 0 0,0-1 0 0 0,0 0 0 0 0,0 1 0 0 0,0-1 0 0 0,0 0 0 0 0,0 1 1 0 0,0-1-1 0 0,0 0 0 0 0,0 1 0 0 0,0-1 0 0 0,0 1 0 0 0,3 18 736 0 0,-6 46 177 0 0,-13 73 0 0 0,0-9-734 0 0,13-85-738 0 0,-7 105 1586 0 0,13-74-2628 0 0,9-2-4046 0 0,-4-46-1287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0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43 4609 0 0,'-16'2'3907'0'0,"13"-1"-3312"0"0,1 0-1 0 0,-1 0 1 0 0,1-1 0 0 0,-1 0-1 0 0,0 1 1 0 0,1-1-1 0 0,-1 0 1 0 0,0 0-1 0 0,1 0 1 0 0,-4-1 0 0 0,37-14 3268 0 0,-8 7-3330 0 0,0 2 1 0 0,0 0-1 0 0,31-3 0 0 0,-42 7-493 0 0,0 1 0 0 0,-1 1 0 0 0,1 0 0 0 0,0 0 0 0 0,0 1 0 0 0,-1 1 0 0 0,1 0 0 0 0,19 6 0 0 0,-30-8-41 0 0,1 1 0 0 0,-1-1 0 0 0,0 1 0 0 0,0-1 0 0 0,1 1 0 0 0,-1-1 0 0 0,0 1 1 0 0,0 0-1 0 0,0 0 0 0 0,0 0 0 0 0,0 0 0 0 0,0-1 0 0 0,0 1 0 0 0,0 0 0 0 0,0 0 1 0 0,-1 1-1 0 0,1-1 0 0 0,0 0 0 0 0,0 0 0 0 0,-1 0 0 0 0,1 1 0 0 0,-1-1 0 0 0,1 2 1 0 0,-1-1-24 0 0,0 0 1 0 0,0-1-1 0 0,0 1 1 0 0,-1 0 0 0 0,1 0-1 0 0,-1 0 1 0 0,1 0 0 0 0,-1-1-1 0 0,1 1 1 0 0,-1 0 0 0 0,0-1-1 0 0,0 1 1 0 0,0 0 0 0 0,-2 2-1 0 0,-6 6-248 0 0,1-1 0 0 0,-1 0 0 0 0,-20 15-1 0 0,23-20 141 0 0,-65 47-686 0 0,49-38 785 0 0,2 1 0 0 0,0 2-1 0 0,0 0 1 0 0,-25 28 0 0 0,44-44 72 0 0,0 1 0 0 0,0 0 0 0 0,0 0 0 0 0,0 0 1 0 0,1 0-1 0 0,-1 0 0 0 0,1 0 0 0 0,-1 0 0 0 0,0 0 0 0 0,1 0 0 0 0,0 0 0 0 0,-1 0 0 0 0,1 0 1 0 0,0 1-1 0 0,-1-1 0 0 0,1 0 0 0 0,0 0 0 0 0,0 0 0 0 0,0 0 0 0 0,0 1 0 0 0,0-1 0 0 0,0 0 1 0 0,0 0-1 0 0,1 0 0 0 0,-1 0 0 0 0,0 1 0 0 0,1 0 0 0 0,1 0 34 0 0,-1 0-1 0 0,0-1 1 0 0,1 1-1 0 0,0-1 1 0 0,-1 1-1 0 0,1-1 1 0 0,0 1 0 0 0,0-1-1 0 0,0 0 1 0 0,0 0-1 0 0,0 0 1 0 0,0 0-1 0 0,3 1 1 0 0,6 1 73 0 0,0 0 0 0 0,1-1 0 0 0,-1 0 0 0 0,17 1 0 0 0,-4-3-94 0 0,-18 0-68 0 0,1-1-1 0 0,-1 1 1 0 0,1 0 0 0 0,0 1-1 0 0,-1 0 1 0 0,1 0-1 0 0,-1 0 1 0 0,0 1 0 0 0,1 0-1 0 0,-1 0 1 0 0,11 6 0 0 0,-16-8-8 0 0,-1 1 0 0 0,1 0 0 0 0,-1-1 0 0 0,1 1 0 0 0,-1 0 0 0 0,1-1 1 0 0,-1 1-1 0 0,1 0 0 0 0,-1 0 0 0 0,0 0 0 0 0,0-1 0 0 0,1 1 0 0 0,-1 0 0 0 0,0 0 1 0 0,0 0-1 0 0,0 0 0 0 0,0 0 0 0 0,0 0 0 0 0,0-1 0 0 0,0 1 0 0 0,0 0 0 0 0,0 0 1 0 0,0 0-1 0 0,-1 0 0 0 0,1 0 0 0 0,0-1 0 0 0,-1 1 0 0 0,1 0 0 0 0,0 0 0 0 0,-1-1 1 0 0,1 1-1 0 0,-1 0 0 0 0,1 0 0 0 0,-1-1 0 0 0,0 1 0 0 0,0 1 0 0 0,-29 27-369 0 0,23-23 381 0 0,-13 12-30 0 0,-34 35 204 0 0,51-49-141 0 0,0 0 1 0 0,0 0-1 0 0,0 0 0 0 0,0 0 1 0 0,1 1-1 0 0,0-1 1 0 0,0 1-1 0 0,0 0 0 0 0,0-1 1 0 0,1 1-1 0 0,-1 0 0 0 0,1 5 1 0 0,0-9-20 0 0,1 1 0 0 0,0-1 0 0 0,0 0 0 0 0,0 0 0 0 0,0 1 0 0 0,1-1 0 0 0,-1 0 0 0 0,0 0 0 0 0,0 0 0 0 0,1 0 0 0 0,-1 1 0 0 0,1-1 0 0 0,-1 0 0 0 0,1 0 0 0 0,-1 0 0 0 0,1 0 0 0 0,0 0 0 0 0,-1 0 0 0 0,1 0 0 0 0,0 0 0 0 0,0 0 0 0 0,0-1 1 0 0,1 2-1 0 0,0 0 3 0 0,1-1 1 0 0,-1 0 0 0 0,1 0 0 0 0,-1 0 0 0 0,1-1 0 0 0,-1 1 0 0 0,1-1 0 0 0,-1 1 0 0 0,1-1 0 0 0,4 0 0 0 0,6 0-24 0 0,0-1 0 0 0,0-1 0 0 0,18-4 0 0 0,-27 5-14 0 0,37-10-560 0 0,18-4-2266 0 0,-21 12-2748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0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 4609 0 0,'2'0'183'0'0,"-1"-1"1"0"0,1 1-1 0 0,0-1 0 0 0,-1 0 1 0 0,1 0-1 0 0,-1 0 0 0 0,1 0 1 0 0,-1 0-1 0 0,1 0 0 0 0,-1 0 1 0 0,0 0-1 0 0,1-1 0 0 0,1-1 1 0 0,-3 2 46 0 0,1 0 1 0 0,-1 0 0 0 0,1 0 0 0 0,0 0-1 0 0,0 0 1 0 0,-1 0 0 0 0,1 0-1 0 0,0 0 1 0 0,0 0 0 0 0,0 1 0 0 0,0-1-1 0 0,0 0 1 0 0,0 1 0 0 0,0-1 0 0 0,0 1-1 0 0,0-1 1 0 0,0 1 0 0 0,0 0 0 0 0,0-1-1 0 0,0 1 1 0 0,1 0 0 0 0,-1 0 0 0 0,0 0-1 0 0,0 0 1 0 0,0 0 0 0 0,1 0-1 0 0,-1 0 1 0 0,2 0 0 0 0,-2 1 166 0 0,0 1 1 0 0,1-1-1 0 0,-1 0 0 0 0,0 0 0 0 0,0 1 1 0 0,-1-1-1 0 0,1 1 0 0 0,0-1 0 0 0,0 0 1 0 0,-1 1-1 0 0,1 0 0 0 0,0 2 1 0 0,7 39 2020 0 0,-8-35-2075 0 0,6 68 477 0 0,-4 84 1 0 0,-1-6-605 0 0,17 22 74 0 0,1 43 284 0 0,-19-194-661 0 0,-1 0 1 0 0,-1-1-1 0 0,-1 1 1 0 0,-2 0 0 0 0,0-1-1 0 0,-14 41 1 0 0,14-54-1785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60 1376 0 0,'-15'-60'17132'0'0,"16"91"-15080"0"0,23 206-208 0 0,0-81-5301 0 0,-17-123-3455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1.9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5 115 7834 0 0,'4'-7'8986'0'0,"-4"12"-8421"0"0,-4 19-143 0 0,1 0 1 0 0,2 0-1 0 0,0 1 0 0 0,5 39 0 0 0,-4-57-402 0 0,1 0 0 0 0,1 0-1 0 0,-1 0 1 0 0,1-1-1 0 0,0 1 1 0 0,0 0-1 0 0,1-1 1 0 0,0 0 0 0 0,0 1-1 0 0,1-1 1 0 0,0-1-1 0 0,0 1 1 0 0,0 0-1 0 0,0-1 1 0 0,1 0 0 0 0,0 0-1 0 0,0 0 1 0 0,1-1-1 0 0,-1 0 1 0 0,1 0-1 0 0,10 6 1 0 0,-15-10-21 0 0,0 1 0 0 0,-1-1-1 0 0,1 0 1 0 0,0 0 0 0 0,-1 1 0 0 0,1-1 0 0 0,0 0-1 0 0,0 0 1 0 0,-1 0 0 0 0,1 0 0 0 0,0 0 0 0 0,-1 0 0 0 0,1 0-1 0 0,0 0 1 0 0,0 0 0 0 0,-1 0 0 0 0,1 0 0 0 0,0 0 0 0 0,0 0-1 0 0,-1-1 1 0 0,1 1 0 0 0,0 0 0 0 0,-1-1 0 0 0,1 1-1 0 0,0 0 1 0 0,-1-1 0 0 0,2 0 0 0 0,-1 0-13 0 0,0-1 1 0 0,0 1-1 0 0,0-1 0 0 0,0 1 1 0 0,0-1-1 0 0,0 0 0 0 0,-1 1 1 0 0,1-1-1 0 0,0 0 1 0 0,0-3-1 0 0,3-49-518 0 0,-4 50 447 0 0,-2-20-375 0 0,0 0 0 0 0,-11-44 0 0 0,6 39 848 0 0,-2-34 1 0 0,9 59-340 0 0,1 0 0 0 0,-1 1 1 0 0,1-1-1 0 0,0 1 0 0 0,0-1 0 0 0,0 1 1 0 0,1 0-1 0 0,-1-1 0 0 0,1 1 0 0 0,-1 0 0 0 0,1 0 1 0 0,0 0-1 0 0,1 0 0 0 0,-1 0 0 0 0,0 0 1 0 0,1 1-1 0 0,-1-1 0 0 0,1 1 0 0 0,0 0 1 0 0,0 0-1 0 0,0 0 0 0 0,0 0 0 0 0,0 0 0 0 0,7-2 1 0 0,7-4 127 0 0,0 1 1 0 0,0 0-1 0 0,26-5 0 0 0,-35 9-125 0 0,1 2-1 0 0,-1-1 0 0 0,1 1 0 0 0,0 0 0 0 0,-1 1 0 0 0,1 0 0 0 0,0 0 0 0 0,0 1 1 0 0,-1 0-1 0 0,10 2 0 0 0,-15-2-46 0 0,0 0 0 0 0,0 0 0 0 0,0 1 0 0 0,0-1 0 0 0,0 1 1 0 0,0 0-1 0 0,-1-1 0 0 0,1 1 0 0 0,-1 1 0 0 0,1-1 0 0 0,-1 0 0 0 0,0 0 0 0 0,0 1 1 0 0,0-1-1 0 0,0 1 0 0 0,0 0 0 0 0,0 0 0 0 0,-1-1 0 0 0,1 1 0 0 0,-1 0 0 0 0,0 0 1 0 0,0 1-1 0 0,0-1 0 0 0,0 0 0 0 0,-1 0 0 0 0,1 0 0 0 0,-1 1 0 0 0,0-1 0 0 0,0 6 1 0 0,-6 62-151 0 0,3-50 122 0 0,1-1 0 0 0,1 1 0 0 0,0-1 0 0 0,5 33 0 0 0,-4-48 19 0 0,1 0 1 0 0,0 0-1 0 0,1 0 0 0 0,-1-1 0 0 0,1 1 1 0 0,0 0-1 0 0,0-1 0 0 0,1 0 0 0 0,-1 1 1 0 0,1-1-1 0 0,0 0 0 0 0,0 0 0 0 0,0 0 1 0 0,1-1-1 0 0,-1 1 0 0 0,1-1 0 0 0,0 0 1 0 0,0 0-1 0 0,0 0 0 0 0,0-1 0 0 0,0 1 1 0 0,1-1-1 0 0,8 3 0 0 0,-12-4 8 0 0,1 0 1 0 0,-1-1-1 0 0,1 1 0 0 0,-1-1 1 0 0,0 0-1 0 0,1 1 1 0 0,-1-1-1 0 0,1 0 0 0 0,-1 0 1 0 0,1 0-1 0 0,-1 0 0 0 0,1 0 1 0 0,-1 0-1 0 0,0 0 0 0 0,1-1 1 0 0,-1 1-1 0 0,1 0 0 0 0,-1-1 1 0 0,0 1-1 0 0,1-1 0 0 0,-1 1 1 0 0,0-1-1 0 0,1 0 0 0 0,-1 0 1 0 0,0 0-1 0 0,1 0 0 0 0,0-2 23 0 0,0 1-1 0 0,-1-1 1 0 0,1 1-1 0 0,-1-1 1 0 0,0 1-1 0 0,0-1 1 0 0,0 1-1 0 0,0-1 1 0 0,0 0-1 0 0,-1 0 1 0 0,1 0-1 0 0,-1-4 1 0 0,1-8 181 0 0,-1-1 0 0 0,-1 1 0 0 0,-4-27 0 0 0,-19-70 575 0 0,21 99-892 0 0,-2 1 0 0 0,0-1 0 0 0,0 1-1 0 0,-1 0 1 0 0,0 0 0 0 0,-13-16-1 0 0,14 22-692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2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16 159 5065 0 0,'-1'0'156'0'0,"0"0"0"0"0,0 0 1 0 0,0 1-1 0 0,0-1 0 0 0,0 1 0 0 0,1-1 0 0 0,-1 1 1 0 0,0-1-1 0 0,0 1 0 0 0,0-1 0 0 0,1 1 0 0 0,-1 0 0 0 0,0-1 1 0 0,1 1-1 0 0,-1 0 0 0 0,0-1 0 0 0,1 1 0 0 0,-1 2 1 0 0,14 1 2662 0 0,40-7 1165 0 0,-45 2-3545 0 0,124 1 3261 0 0,-132 0-3680 0 0,1 0 0 0 0,-1 0 1 0 0,0 0-1 0 0,1 0 0 0 0,-1 0 0 0 0,0 0 1 0 0,1 0-1 0 0,-1 0 0 0 0,0-1 0 0 0,0 1 1 0 0,1 0-1 0 0,-1 0 0 0 0,0 0 0 0 0,1 0 1 0 0,-1 0-1 0 0,0-1 0 0 0,0 1 0 0 0,1 0 1 0 0,-1 0-1 0 0,0-1 0 0 0,0 1 1 0 0,0 0-1 0 0,1 0 0 0 0,-1-1 0 0 0,0 1 1 0 0,0 0-1 0 0,0 0 0 0 0,0-1 0 0 0,0 1 1 0 0,0 0-1 0 0,0-1 0 0 0,1 1 0 0 0,-1 0 1 0 0,0 0-1 0 0,0-1 0 0 0,-3-16 574 0 0,-9-14 128 0 0,-7 3-673 0 0,15 23-94 0 0,1 1 0 0 0,0-1 0 0 0,-1 0-1 0 0,1 1 1 0 0,1-1 0 0 0,-1-1 0 0 0,1 1 0 0 0,0 0 0 0 0,0-1 0 0 0,-1-6-1 0 0,4 11 39 0 0,-1 0-1 0 0,1 0 0 0 0,-1 0 0 0 0,1-1 0 0 0,-1 1 0 0 0,1 0 1 0 0,0 0-1 0 0,0 0 0 0 0,-1 0 0 0 0,1 0 0 0 0,0 1 1 0 0,0-1-1 0 0,0 0 0 0 0,0 0 0 0 0,0 0 0 0 0,0 1 1 0 0,0-1-1 0 0,1 1 0 0 0,-1-1 0 0 0,0 1 0 0 0,0-1 0 0 0,0 1 1 0 0,0-1-1 0 0,1 1 0 0 0,-1 0 0 0 0,0 0 0 0 0,2 0 1 0 0,39-5 266 0 0,-38 4-232 0 0,-2 1 4 0 0,1 0-1 0 0,-1 0 0 0 0,1 1 0 0 0,0-1 0 0 0,-1 0 0 0 0,1 1 0 0 0,-1 0 0 0 0,1-1 0 0 0,-1 1 1 0 0,1 0-1 0 0,-1 0 0 0 0,1 0 0 0 0,-1 1 0 0 0,0-1 0 0 0,0 1 0 0 0,0-1 0 0 0,3 3 1 0 0,-1 0 14 0 0,-1 0 1 0 0,1 1 0 0 0,-1-1-1 0 0,0 1 1 0 0,0 0 0 0 0,0 0 0 0 0,3 9-1 0 0,1 7 150 0 0,0 0-1 0 0,-2 0 0 0 0,3 26 1 0 0,-7-38-80 0 0,6 71 308 0 0,-5-77-997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3.3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138 148 4609 0 0,'-9'-1'503'0'0,"-1"0"1"0"0,1-1-1 0 0,0-1 0 0 0,0 1 1 0 0,0-2-1 0 0,-16-7 1 0 0,-17-6 1092 0 0,27 10 3 0 0,33 7 460 0 0,-2 0-1682 0 0,207-25 3896 0 0,-29 1-2250 0 0,282-3 290 0 0,22 11-2217 0 0,-319 17-551 0 0,80-5-629 0 0,-241 0 61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3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11522 0 0,'25'36'5480'0'0,"-17"-20"-4654"0"0,0 1 0 0 0,-1 0-1 0 0,-1 0 1 0 0,-1 0 0 0 0,0 1 0 0 0,4 35-1 0 0,0 116-810 0 0,-7-98 341 0 0,0 6-858 0 0,1 8 1086 0 0,13 86 1 0 0,-11-140-1253 0 0,2 0 0 0 0,11 30 0 0 0,-11-41-1037 0 0,2 0 1 0 0,0 0-1 0 0,21 32 1 0 0,-14-29-4764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0 4609 0 0,'8'2'14564'0'0,"5"1"-10693"0"0,14 4-6367 0 0,-18-5 3913 0 0,-4-1-1425 0 0,-1-1-1 0 0,0 1 1 0 0,0 0 0 0 0,0 0 0 0 0,0 0 0 0 0,0 1 0 0 0,0 0-1 0 0,4 2 1 0 0,-7-4-5 0 0,-1 0 0 0 0,1 1 0 0 0,-1-1 0 0 0,1 1-1 0 0,-1-1 1 0 0,1 1 0 0 0,-1-1 0 0 0,1 1 0 0 0,-1-1 0 0 0,0 1-1 0 0,1 0 1 0 0,-1-1 0 0 0,0 1 0 0 0,1 0 0 0 0,-1-1 0 0 0,0 1-1 0 0,0 0 1 0 0,0-1 0 0 0,0 1 0 0 0,0 0 0 0 0,0 0 0 0 0,0 1-18 0 0,0-1 0 0 0,-1 1 1 0 0,1-1-1 0 0,-1 1 0 0 0,1-1 1 0 0,-1 0-1 0 0,0 1 0 0 0,1-1 1 0 0,-1 0-1 0 0,0 1 0 0 0,0-1 1 0 0,0 0-1 0 0,-2 2 1 0 0,-58 53-464 0 0,48-46 361 0 0,0 0-1 0 0,1 1 1 0 0,0 0 0 0 0,1 1-1 0 0,1 0 1 0 0,0 1 0 0 0,-14 22-1 0 0,24-33 135 0 0,-1-1-1 0 0,0 1 1 0 0,0 0 0 0 0,1-1-1 0 0,-1 1 1 0 0,1 0-1 0 0,-1 0 1 0 0,1 0 0 0 0,0-1-1 0 0,-1 1 1 0 0,1 0 0 0 0,0 0-1 0 0,0 0 1 0 0,1-1-1 0 0,-1 1 1 0 0,0 0 0 0 0,1 0-1 0 0,-1 0 1 0 0,1-1-1 0 0,-1 1 1 0 0,2 3 0 0 0,0-3 1 0 0,0 0 0 0 0,-1 0 1 0 0,1 0-1 0 0,0 0 0 0 0,1-1 0 0 0,-1 1 1 0 0,0 0-1 0 0,0-1 0 0 0,1 1 1 0 0,-1-1-1 0 0,0 0 0 0 0,1 0 0 0 0,2 1 1 0 0,11 2 11 0 0,-1 0 0 0 0,1-1 0 0 0,-1-1 0 0 0,18 0 0 0 0,-19-1-6 0 0,-12-1-2 0 0,6 1-39 0 0,0-1-1 0 0,-1 1 0 0 0,1 1 1 0 0,0-1-1 0 0,13 6 0 0 0,-19-6-3 0 0,-1-1 0 0 0,0 1 0 0 0,0-1 0 0 0,0 1 1 0 0,0 0-1 0 0,0-1 0 0 0,0 1 0 0 0,-1 0 0 0 0,1 0 0 0 0,0 0 0 0 0,0 0 0 0 0,0 0 0 0 0,-1 0 0 0 0,1 0 0 0 0,-1 0 0 0 0,1 0 0 0 0,-1 0 0 0 0,2 2 0 0 0,-2-1-45 0 0,0 0 1 0 0,0 0-1 0 0,0 0 1 0 0,0-1-1 0 0,-1 1 1 0 0,1 0-1 0 0,0 0 1 0 0,-1 0-1 0 0,1-1 0 0 0,-1 1 1 0 0,0 0-1 0 0,0 0 1 0 0,0-1-1 0 0,1 1 1 0 0,-1-1-1 0 0,-2 3 1 0 0,-39 43-992 0 0,-4 3 643 0 0,44-47 427 0 0,-1 0 1 0 0,1 1 0 0 0,0-1 0 0 0,0 1 0 0 0,0 0 0 0 0,1 0 0 0 0,-1 0-1 0 0,1 0 1 0 0,0 0 0 0 0,0 0 0 0 0,0 0 0 0 0,0 6 0 0 0,2-7-13 0 0,-1-1 1 0 0,1 0 0 0 0,0 0-1 0 0,-1 0 1 0 0,1 0-1 0 0,0 0 1 0 0,0 0 0 0 0,1 0-1 0 0,-1 0 1 0 0,0 0-1 0 0,1 0 1 0 0,-1-1 0 0 0,1 1-1 0 0,-1-1 1 0 0,1 1-1 0 0,0-1 1 0 0,0 1 0 0 0,0-1-1 0 0,-1 0 1 0 0,1 0-1 0 0,0 0 1 0 0,1 0 0 0 0,-1 0-1 0 0,0-1 1 0 0,0 1-1 0 0,5 0 1 0 0,3 2-232 0 0,0 0 0 0 0,1-2 0 0 0,-1 1 0 0 0,16-1 0 0 0,-19-1-277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4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0,'19'46'5511'0'0,"-10"-11"-3879"0"0,-3 1 0 0 0,-1 0 1 0 0,1 49-1 0 0,-9 112-1343 0 0,0-136 136 0 0,0 40-399 0 0,0 317 757 0 0,3-405-744 0 0,0-5-1496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5.1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1634 1 1840 0 0,'-3'7'19856'0'0,"-5"-5"-21290"0"0,-31 14 1698 0 0,0-2 1 0 0,-1-2 0 0 0,-1-1 0 0 0,0-3 0 0 0,0-1-1 0 0,0-2 1 0 0,-1-1 0 0 0,-68-4 0 0 0,-314-10 353 0 0,316 14-327 0 0,-205 35 0 0 0,260-31-327 0 0,-75 1 0 0 0,-16 2-2231 0 0,126-8-5452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6.7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36 157 5529 0 0,'0'-7'677'0'0,"0"-14"2123"0"0,-5-37 1 0 0,5 53-2128 0 0,-1-1 0 0 0,0 1 0 0 0,-1 0 0 0 0,1-1 0 0 0,-1 1 0 0 0,0 0 0 0 0,-1 0 0 0 0,1 0-1 0 0,-1 1 1 0 0,0-1 0 0 0,0 0 0 0 0,-5-4 391 0 0,12 34 25 0 0,-3 145-698 0 0,-3-115-815 0 0,2 0 0 0 0,3 0 0 0 0,2-1 0 0 0,13 63 0 0 0,-7-78-6879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0:57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68 5985 0 0,'0'-1'135'0'0,"0"1"0"0"0,0-1-1 0 0,0 0 1 0 0,0 0 0 0 0,0 1-1 0 0,0-1 1 0 0,0 0 0 0 0,-1 0-1 0 0,1 1 1 0 0,0-1 0 0 0,0 0-1 0 0,-1 1 1 0 0,1-1 0 0 0,0 0-1 0 0,-1 1 1 0 0,1-1 0 0 0,-1 1-1 0 0,1-1 1 0 0,-1 0 0 0 0,1 1-1 0 0,-1-1 1 0 0,1 1 0 0 0,-1-1-1 0 0,0 1 1 0 0,1 0 0 0 0,-1-1-1 0 0,1 1 1 0 0,-1 0 0 0 0,0-1 0 0 0,1 1-1 0 0,-1 0 1 0 0,0 0 0 0 0,0-1-1 0 0,1 1 1 0 0,-1 0 0 0 0,-1 0-1 0 0,0 1 170 0 0,1-1 0 0 0,-1 1 0 0 0,1 0 0 0 0,-1 0 0 0 0,1 0 0 0 0,-1 0 0 0 0,1 0 0 0 0,-1 0 0 0 0,1 1 0 0 0,0-1 0 0 0,0 0 0 0 0,-1 1 0 0 0,1-1-1 0 0,0 0 1 0 0,-1 3 0 0 0,-7 12-94 0 0,1 1-1 0 0,0 0 1 0 0,1 1-1 0 0,1-1 0 0 0,1 2 1 0 0,0-1-1 0 0,1 0 0 0 0,1 1 1 0 0,1-1-1 0 0,1 1 1 0 0,0 0-1 0 0,2 0 0 0 0,0 0 1 0 0,6 31-1 0 0,-6-45-179 0 0,0-1 0 0 0,1 1 0 0 0,-1-1 0 0 0,1 0 0 0 0,0 0 1 0 0,0 0-1 0 0,0 0 0 0 0,1 0 0 0 0,-1 0 0 0 0,1-1 0 0 0,0 1 0 0 0,0-1 0 0 0,0 1 0 0 0,1-1 0 0 0,-1 0 0 0 0,7 4 0 0 0,-7-6-6 0 0,0 0-1 0 0,-1 0 1 0 0,1 0-1 0 0,0 0 1 0 0,0 0-1 0 0,1-1 1 0 0,-1 1-1 0 0,0-1 1 0 0,0 0-1 0 0,0 0 1 0 0,0 0-1 0 0,0 0 1 0 0,0 0-1 0 0,0-1 1 0 0,0 0-1 0 0,1 1 1 0 0,-1-1-1 0 0,-1 0 1 0 0,1 0-1 0 0,0-1 1 0 0,0 1-1 0 0,0-1 1 0 0,-1 1-1 0 0,5-4 1 0 0,-2 2-3 0 0,-1 0 1 0 0,1-1-1 0 0,-1 1 1 0 0,0-1-1 0 0,-1 0 1 0 0,1 0-1 0 0,-1 0 1 0 0,1 0-1 0 0,-1-1 1 0 0,0 1-1 0 0,-1-1 1 0 0,1 0-1 0 0,-1 0 1 0 0,0 0-1 0 0,0 0 0 0 0,-1 0 1 0 0,1 0-1 0 0,-1 0 1 0 0,0-1-1 0 0,-1 1 1 0 0,1-7-1 0 0,-2-5-102 0 0,-1 0-1 0 0,-1 0 0 0 0,-1 0 0 0 0,0 1 0 0 0,-8-21 1 0 0,6 22-69 0 0,2 0-1 0 0,-1-1 1 0 0,2 1 0 0 0,0-1 0 0 0,1 0 0 0 0,-1-18-1 0 0,4 32 118 0 0,-1 0 0 0 0,0-1-1 0 0,1 1 1 0 0,-1 0 0 0 0,1 0-1 0 0,0 0 1 0 0,0 0 0 0 0,0 0-1 0 0,0 0 1 0 0,0 0-1 0 0,0 0 1 0 0,1 0 0 0 0,-1 0-1 0 0,0 0 1 0 0,1 1 0 0 0,0-1-1 0 0,1-1 1 0 0,2-1 6 0 0,0 1 1 0 0,-1 0-1 0 0,1 0 0 0 0,0 1 1 0 0,1 0-1 0 0,8-4 0 0 0,5 1 160 0 0,0 1-1 0 0,38-3 1 0 0,-43 5 21 0 0,0 1 1 0 0,-1 1-1 0 0,1 0 0 0 0,0 1 0 0 0,23 5 1 0 0,-34-6-153 0 0,0 1 0 0 0,0 0 0 0 0,0 0 0 0 0,-1 0 0 0 0,1 0 0 0 0,0 0 0 0 0,0 1 0 0 0,-1-1 0 0 0,1 1 1 0 0,-1-1-1 0 0,0 1 0 0 0,1 0 0 0 0,-1 0 0 0 0,0 0 0 0 0,0 0 0 0 0,0 1 0 0 0,0-1 0 0 0,-1 1 0 0 0,1-1 1 0 0,-1 1-1 0 0,1-1 0 0 0,-1 1 0 0 0,0 0 0 0 0,0 0 0 0 0,0-1 0 0 0,0 1 0 0 0,0 0 0 0 0,-1 0 0 0 0,0 0 1 0 0,1 0-1 0 0,-1 0 0 0 0,-1 5 0 0 0,0 7-280 0 0,-2-1-1 0 0,0 1 1 0 0,0-1 0 0 0,-1 1 0 0 0,-8 15 0 0 0,6-13 33 0 0,0 0 0 0 0,-6 31 1 0 0,12-45 243 0 0,-1 1 1 0 0,1-1 0 0 0,-1 0 0 0 0,1 0 0 0 0,0 0 0 0 0,0 1-1 0 0,1-1 1 0 0,-1 0 0 0 0,1 0 0 0 0,-1 0 0 0 0,1 0-1 0 0,0 0 1 0 0,0 0 0 0 0,1 0 0 0 0,-1 0 0 0 0,0 0 0 0 0,1 0-1 0 0,0 0 1 0 0,0-1 0 0 0,0 1 0 0 0,0-1 0 0 0,0 1-1 0 0,0-1 1 0 0,0 0 0 0 0,1 0 0 0 0,-1 0 0 0 0,1 0 0 0 0,0 0-1 0 0,0-1 1 0 0,-1 1 0 0 0,1-1 0 0 0,0 0 0 0 0,0 1-1 0 0,0-2 1 0 0,1 1 0 0 0,-1 0 0 0 0,0 0 0 0 0,0-1 0 0 0,4 0-1 0 0,1 1 64 0 0,0 0 0 0 0,-1-1 0 0 0,1-1 0 0 0,0 1-1 0 0,0-1 1 0 0,-1 0 0 0 0,1-1 0 0 0,-1 0 0 0 0,1 0-1 0 0,-1-1 1 0 0,0 1 0 0 0,0-2 0 0 0,0 1 0 0 0,0-1-1 0 0,9-7 1 0 0,-8 4 173 0 0,-1 0 1 0 0,-1-1-1 0 0,1 0 0 0 0,-1 0 1 0 0,-1-1-1 0 0,0 0 0 0 0,0 1 0 0 0,0-2 1 0 0,-1 1-1 0 0,-1-1 0 0 0,5-16 0 0 0,-6 17-131 0 0,0 1 0 0 0,-1 0 0 0 0,0-1 0 0 0,0 1 0 0 0,-1-1 0 0 0,0 1 0 0 0,0 0 0 0 0,-1-1 0 0 0,0 1 0 0 0,-1-1 0 0 0,1 1 0 0 0,-2 0 0 0 0,1 0 1 0 0,-6-12-1 0 0,6 18-103 0 0,1-1 0 0 0,-1 0 0 0 0,0 1 0 0 0,0 0 0 0 0,0-1 0 0 0,0 1 0 0 0,0 0 0 0 0,-1 0 0 0 0,1 0 0 0 0,0 1 0 0 0,-1-1 1 0 0,0 0-1 0 0,1 1 0 0 0,-1 0 0 0 0,0-1 0 0 0,0 1 0 0 0,0 0 0 0 0,1 1 0 0 0,-1-1 0 0 0,0 0 0 0 0,-4 0 0 0 0,0 1-457 0 0,0 0-1 0 0,0 0 0 0 0,0 1 0 0 0,0 0 0 0 0,0 0 0 0 0,0 1 0 0 0,1-1 1 0 0,-9 4-1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1:04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0 8290 0 0,'-1'16'6269'0'0,"-1"-8"-6208"0"0,1 1-1 0 0,-2-1 1 0 0,1 1-1 0 0,-6 11 1 0 0,6-15-21 0 0,-48 116 1052 0 0,46-109-1003 0 0,0 0 1 0 0,1 1-1 0 0,1-1 0 0 0,0 1 1 0 0,0 0-1 0 0,1 0 1 0 0,1 0-1 0 0,1 13 0 0 0,0-22-76 0 0,0 0 0 0 0,0 0-1 0 0,0 0 1 0 0,1 0 0 0 0,-1 0-1 0 0,1 0 1 0 0,0-1 0 0 0,0 1-1 0 0,1-1 1 0 0,-1 1 0 0 0,1-1-1 0 0,-1 0 1 0 0,1 0 0 0 0,0 0-1 0 0,0 0 1 0 0,0 0 0 0 0,1-1 0 0 0,-1 1-1 0 0,1-1 1 0 0,0 0 0 0 0,-1 0-1 0 0,1 0 1 0 0,0-1 0 0 0,0 0-1 0 0,0 1 1 0 0,0-1 0 0 0,0 0-1 0 0,0-1 1 0 0,0 1 0 0 0,1-1-1 0 0,-1 0 1 0 0,0 0 0 0 0,0 0-1 0 0,0 0 1 0 0,0-1 0 0 0,1 0-1 0 0,-1 0 1 0 0,0 0 0 0 0,0 0 0 0 0,0-1-1 0 0,0 1 1 0 0,-1-1 0 0 0,1 0-1 0 0,0 0 1 0 0,-1-1 0 0 0,1 1-1 0 0,-1-1 1 0 0,0 1 0 0 0,0-1-1 0 0,0 0 1 0 0,0 0 0 0 0,2-4-1 0 0,-4 6-29 0 0,0 0 0 0 0,0 0-1 0 0,-1 0 1 0 0,1 0-1 0 0,-1 0 1 0 0,1 0 0 0 0,-1 0-1 0 0,1 0 1 0 0,-1 0 0 0 0,1-1-1 0 0,-1 1 1 0 0,0 0-1 0 0,0 0 1 0 0,0 0 0 0 0,1 0-1 0 0,-1-1 1 0 0,0 1-1 0 0,-1 0 1 0 0,1 0 0 0 0,0 0-1 0 0,0-1 1 0 0,0 1-1 0 0,-1 0 1 0 0,1 0 0 0 0,0 0-1 0 0,-1 0 1 0 0,1 0 0 0 0,-1 0-1 0 0,0 0 1 0 0,0-1-1 0 0,-2-1-125 0 0,-1-1-1 0 0,1 2 1 0 0,-1-1-1 0 0,0 0 0 0 0,1 1 1 0 0,-8-4-1 0 0,7 5-135 0 0,1-1-1 0 0,-1 0 1 0 0,1-1 0 0 0,-1 1 0 0 0,1 0-1 0 0,-6-6 1 0 0,10 7 271 0 0,-1 0 0 0 0,0 0 1 0 0,0 1-1 0 0,0-1 0 0 0,1 0 0 0 0,-1 1 0 0 0,0-1 0 0 0,1 0 1 0 0,-1 1-1 0 0,0-1 0 0 0,1 0 0 0 0,-1 1 0 0 0,1-1 0 0 0,-1 1 1 0 0,1-1-1 0 0,0 1 0 0 0,-1-1 0 0 0,1 1 0 0 0,-1 0 0 0 0,1-1 1 0 0,0 1-1 0 0,-1 0 0 0 0,1-1 0 0 0,0 1 0 0 0,-1 0 1 0 0,1 0-1 0 0,1-1 0 0 0,26-11 339 0 0,-24 10-291 0 0,5-2 88 0 0,92-37 1180 0 0,-89 38-1070 0 0,-1 0 0 0 0,1 1 1 0 0,0 0-1 0 0,-1 0 1 0 0,1 1-1 0 0,0 1 1 0 0,13 1-1 0 0,-24-1-211 0 0,1 0-1 0 0,-1 1 1 0 0,0-1-1 0 0,0 0 0 0 0,1 1 1 0 0,-1-1-1 0 0,0 1 1 0 0,0 0-1 0 0,0 0 1 0 0,0-1-1 0 0,0 1 0 0 0,0 0 1 0 0,0 0-1 0 0,0 0 1 0 0,0 0-1 0 0,0 0 0 0 0,0 0 1 0 0,0 0-1 0 0,-1 0 1 0 0,1 0-1 0 0,0 1 1 0 0,-1-1-1 0 0,1 0 0 0 0,-1 0 1 0 0,1 1-1 0 0,-1-1 1 0 0,0 0-1 0 0,1 0 0 0 0,-1 1 1 0 0,0-1-1 0 0,0 0 1 0 0,0 1-1 0 0,0-1 1 0 0,0 0-1 0 0,0 1 0 0 0,-1-1 1 0 0,0 3-1 0 0,-1 8 167 0 0,0 0-1 0 0,-1 1 0 0 0,-5 13 1 0 0,3-12-46 0 0,3-8-345 0 0,-3 12 404 0 0,0 0 0 0 0,-2 23 0 0 0,7-35-1008 0 0,-1-1 1 0 0,1 1-1 0 0,1 0 0 0 0,-1-1 1 0 0,1 1-1 0 0,0-1 0 0 0,1 7 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1:04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1 330 3209 0 0,'2'1'8835'0'0,"0"-4"-8092"0"0,2-4-587 0 0,-1 0 0 0 0,0 0 0 0 0,-1 0 0 0 0,1 0 0 0 0,-1 0 0 0 0,-1-1 0 0 0,0 1 0 0 0,0 0 0 0 0,0-1 0 0 0,-1 0 0 0 0,0 1 0 0 0,0-1 0 0 0,-1 1 0 0 0,0-1 0 0 0,-2-7 0 0 0,2 4-162 0 0,0 0-1 0 0,0 0 0 0 0,1 0 1 0 0,0 1-1 0 0,1-1 0 0 0,1 0 1 0 0,0 0-1 0 0,0 0 0 0 0,1 1 1 0 0,5-15-1 0 0,-6 21 137 0 0,0-1 0 0 0,0 1-1 0 0,1 0 1 0 0,-1 0 0 0 0,1 0 0 0 0,0 0 0 0 0,0 1 0 0 0,0-1 0 0 0,1 1-1 0 0,-1 0 1 0 0,1 0 0 0 0,0 0 0 0 0,0 0 0 0 0,0 0 0 0 0,0 1 0 0 0,0 0-1 0 0,0 0 1 0 0,1 0 0 0 0,-1 0 0 0 0,1 1 0 0 0,-1 0 0 0 0,1 0 0 0 0,0 0-1 0 0,0 0 1 0 0,-1 1 0 0 0,7 0 0 0 0,-9 0-64 0 0,0-1-1 0 0,0 1 1 0 0,0 1 0 0 0,0-1-1 0 0,0 0 1 0 0,0 0 0 0 0,1 1-1 0 0,-1-1 1 0 0,0 1 0 0 0,0 0-1 0 0,0 0 1 0 0,0-1 0 0 0,-1 1-1 0 0,1 1 1 0 0,0-1 0 0 0,0 0-1 0 0,0 0 1 0 0,-1 1 0 0 0,1-1-1 0 0,-1 1 1 0 0,3 2 0 0 0,-2 0-8 0 0,0 0 1 0 0,0 0 0 0 0,-1 0 0 0 0,0 0 0 0 0,1 1-1 0 0,-1-1 1 0 0,-1 0 0 0 0,1 1 0 0 0,-1 7-1 0 0,-1 123 68 0 0,1-134-112 0 0,1-1 0 0 0,-1 1 0 0 0,0-1 0 0 0,0 0 0 0 0,1 1-1 0 0,-1-1 1 0 0,0 0 0 0 0,0 0 0 0 0,1 1 0 0 0,-1-1 0 0 0,0 0 0 0 0,1 1 0 0 0,-1-1 0 0 0,0 0 0 0 0,1 0 0 0 0,-1 0 0 0 0,0 0 0 0 0,1 1 0 0 0,-1-1 0 0 0,1 0 0 0 0,-1 0 0 0 0,0 0 0 0 0,1 0 0 0 0,-1 0-1 0 0,1 0 1 0 0,-1 0 0 0 0,0 0 0 0 0,1 0 0 0 0,-1 0 0 0 0,1 0 0 0 0,-1 0 0 0 0,0 0 0 0 0,1 0 0 0 0,-1 0 0 0 0,1-1 0 0 0,-1 1 0 0 0,0 0 0 0 0,1 0 0 0 0,-1 0 0 0 0,0-1 0 0 0,1 1 0 0 0,-1 0 0 0 0,1-1-1 0 0,13-5 73 0 0,-1-1-19 0 0,-1 0 1 0 0,0 0 0 0 0,-1-1 0 0 0,0-1-1 0 0,11-10 1 0 0,33-23-652 0 0,-44 37 306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1:05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311 1 1376 0 0,'-80'4'8814'0'0,"2"8"-3648"0"0,44-5-4734 0 0,0 3 0 0 0,-50 20 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18.9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1 107 4145 0 0,'1'-6'802'0'0,"0"-1"0"0"0,0 1 1 0 0,0 0-1 0 0,-1 0 0 0 0,0-12 1 0 0,-1 13-146 0 0,1 0 1 0 0,0 1 0 0 0,0-1 0 0 0,0 0 0 0 0,0 1 0 0 0,1-1-1 0 0,0 1 1 0 0,0-1 0 0 0,6-10 5855 0 0,-6 33-5621 0 0,0-2-781 0 0,0 8 37 0 0,1-1-1 0 0,11 45 0 0 0,-8-47-82 0 0,-1 0 1 0 0,-1 0 0 0 0,0 1-1 0 0,-2 25 1 0 0,-11 91 108 0 0,-1 133 9 0 0,14-192-86 0 0,3-1-1 0 0,4 0 1 0 0,3-1 0 0 0,26 82-1 0 0,-21-87 15 0 0,11 78 0 0 0,1 11-58 0 0,-21-119-20 0 0,-7-27-42 0 0,1-1 0 0 0,0 0 0 0 0,1 0 1 0 0,0 0-1 0 0,1 0 0 0 0,1-1 0 0 0,9 18 1 0 0,-8-26-2388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19.7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218 230 2304 0 0,'-21'-11'1729'0'0,"17"8"-1239"0"0,-1 0 0 0 0,0 1 1 0 0,0-1-1 0 0,-1 1 0 0 0,1 0 0 0 0,0 0 0 0 0,-1 1 0 0 0,1 0 0 0 0,-1 0 0 0 0,1 0 0 0 0,-8 0 0 0 0,-12 0 396 0 0,15 1 244 0 0,1-1 1 0 0,0 1 0 0 0,0 1-1 0 0,-12 1 1 0 0,18-1-843 0 0,1 0 0 0 0,-1 0 0 0 0,0-1 0 0 0,1 2 0 0 0,0-1 0 0 0,-1 0 0 0 0,1 0 0 0 0,0 1 0 0 0,-1-1 0 0 0,1 1 0 0 0,0 0 0 0 0,0-1 0 0 0,0 1 0 0 0,1 0 0 0 0,-1 0 0 0 0,0 0 0 0 0,1 1 0 0 0,-1-1 0 0 0,0 3 0 0 0,32-6 600 0 0,84-27-472 0 0,151-19 0 0 0,-130 30-284 0 0,211-23 362 0 0,-242 26-266 0 0,141-37 1 0 0,-153 30-232 0 0,-76 17-21 0 0,-11 2-13 0 0,1 0-1 0 0,-1 1 1 0 0,1-1 0 0 0,-1 2-1 0 0,1-1 1 0 0,0 0 0 0 0,0 1 0 0 0,8 1-1 0 0,-25 5-3049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0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 1840 0 0,'-6'5'3042'0'0,"5"-4"-2738"0"0,1 0 1 0 0,-1-1-1 0 0,1 1 0 0 0,0 0 0 0 0,-1 0 0 0 0,1 0 1 0 0,0-1-1 0 0,0 1 0 0 0,0 0 0 0 0,-1 0 0 0 0,1 0 0 0 0,0 0 1 0 0,0-1-1 0 0,0 1 0 0 0,0 0 0 0 0,1 1 0 0 0,-1-1-29 0 0,1-1 0 0 0,0 1-1 0 0,0 0 1 0 0,-1-1 0 0 0,1 1 0 0 0,0-1-1 0 0,0 1 1 0 0,0-1 0 0 0,0 1-1 0 0,0-1 1 0 0,0 1 0 0 0,0-1-1 0 0,0 0 1 0 0,-1 0 0 0 0,1 0 0 0 0,0 1-1 0 0,0-1 1 0 0,2 0 0 0 0,49-2 3890 0 0,-48 1-4024 0 0,122-6 2956 0 0,-104 8-3229 0 0,0 0 0 0 0,0 2 1 0 0,38 9-1 0 0,-15-2-3929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0.4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1 2761 0 0,'-1'3'383'0'0,"0"0"1"0"0,0 1 0 0 0,0-1 0 0 0,0 0 0 0 0,1 1 0 0 0,-1-1-1 0 0,1 0 1 0 0,0 1 0 0 0,0-1 0 0 0,0 1 0 0 0,0-1 0 0 0,1 4 0 0 0,0 5 652 0 0,-2 188 6358 0 0,-4 0-3391 0 0,-22 401-1383 0 0,15-457-2086 0 0,5-76-2750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1.7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435 81 3225 0 0,'-2'-3'52'0'0,"-1"1"0"0"0,1-1 0 0 0,0 1 0 0 0,-1 0 0 0 0,0 0 0 0 0,0 0 0 0 0,1 1 0 0 0,-1-1 0 0 0,0 0-1 0 0,0 1 1 0 0,0 0 0 0 0,-1 0 0 0 0,1 0 0 0 0,0 0 0 0 0,0 1 0 0 0,-1-1 0 0 0,1 1 0 0 0,0-1 0 0 0,0 1 0 0 0,-5 1 0 0 0,-10 0 230 0 0,1 0-1 0 0,-27 7 0 0 0,35-7-256 0 0,-19 6 178 0 0,0 1-1 0 0,1 1 0 0 0,-47 22 1 0 0,-23 20 3299 0 0,91-48-2610 0 0,5-3-621 0 0,-1 0 1 0 0,1 1-1 0 0,0-1 0 0 0,0 1 1 0 0,0 0-1 0 0,-1-1 1 0 0,1 1-1 0 0,0 0 1 0 0,0 0-1 0 0,0-1 0 0 0,0 1 1 0 0,0 0-1 0 0,0 0 1 0 0,0 0-1 0 0,1 0 1 0 0,-1 0-1 0 0,0 0 1 0 0,-1 3-1 0 0,36-4 3930 0 0,12 3-3635 0 0,1-3-1 0 0,0-1 1 0 0,71-12 0 0 0,-25 2-161 0 0,165-16-251 0 0,176-13-70 0 0,237-8 58 0 0,46-3 315 0 0,26 48 16 0 0,-740 3-478 0 0,71 4 28 0 0,-66-3-50 0 0,0 0 1 0 0,-1 1 0 0 0,1 0-1 0 0,0 0 1 0 0,-1 0-1 0 0,0 1 1 0 0,8 4 0 0 0,-15-6-23 0 0,0-1-1 0 0,0 1 1 0 0,0-1 0 0 0,0 1 0 0 0,0-1 0 0 0,0 1 0 0 0,0-1 0 0 0,0 1-1 0 0,-1-1 1 0 0,1 0 0 0 0,0 1 0 0 0,0-1 0 0 0,-1 1 0 0 0,1-1 0 0 0,0 0-1 0 0,0 1 1 0 0,-1-1 0 0 0,1 0 0 0 0,-1 1 0 0 0,1-1 0 0 0,0 0 0 0 0,-1 1-1 0 0,1-1 1 0 0,-1 0 0 0 0,1 0 0 0 0,0 0 0 0 0,-1 1 0 0 0,1-1-1 0 0,-1 0 1 0 0,0 0 0 0 0,-24 15-2321 0 0,16-10 100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2.1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55 2473 0 0,'-2'-4'160'0'0,"1"1"0"0"0,-1-1 0 0 0,12-40 18271 0 0,-6 63-17678 0 0,24 275 798 0 0,-22-197-1453 0 0,4-1 0 0 0,28 122-1 0 0,-35-207-533 0 0,5 26 909 0 0,-5-13-7561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2.7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272 1 4313 0 0,'-7'1'479'0'0,"0"1"0"0"0,1 0 0 0 0,-1 1 0 0 0,1 0 0 0 0,0 0 0 0 0,-1 0 1 0 0,1 0-1 0 0,1 1 0 0 0,-1 0 0 0 0,-9 9 0 0 0,-8 4 1422 0 0,-5 1-144 0 0,13-9-962 0 0,-1 0 0 0 0,1 1 0 0 0,1 1 0 0 0,0 1 0 0 0,0 0 0 0 0,1 0 0 0 0,-20 26 1 0 0,32-37-771 0 0,0 0 0 0 0,0 0 1 0 0,1 0-1 0 0,-1-1 1 0 0,1 1-1 0 0,-1 0 0 0 0,0 0 1 0 0,1 0-1 0 0,0 0 1 0 0,-1 0-1 0 0,1 0 0 0 0,-1 0 1 0 0,1 0-1 0 0,0 0 1 0 0,0 0-1 0 0,0 0 1 0 0,0 0-1 0 0,0 0 0 0 0,0 1 1 0 0,0-1-1 0 0,0 0 1 0 0,0 0-1 0 0,0 0 0 0 0,0 0 1 0 0,1 0-1 0 0,-1 0 1 0 0,0 0-1 0 0,1 0 1 0 0,-1 0-1 0 0,1 0 0 0 0,-1 0 1 0 0,1 0-1 0 0,-1 0 1 0 0,1-1-1 0 0,0 1 0 0 0,-1 0 1 0 0,1 0-1 0 0,0-1 1 0 0,0 1-1 0 0,0 0 1 0 0,0-1-1 0 0,0 1 0 0 0,-1-1 1 0 0,1 1-1 0 0,0-1 1 0 0,0 1-1 0 0,0-1 0 0 0,0 0 1 0 0,0 1-1 0 0,1-1 1 0 0,-1 0-1 0 0,0 0 1 0 0,1 0-1 0 0,9 2 13 0 0,0-1 1 0 0,0 0-1 0 0,0-1 0 0 0,13-2 1 0 0,-13 2-56 0 0,11-1-52 0 0,0 1 1 0 0,0 1 0 0 0,0 1 0 0 0,-1 1 0 0 0,1 1 0 0 0,-1 1 0 0 0,29 11 0 0 0,-49-16 71 0 0,1 0-1 0 0,-1 1 0 0 0,0-1 1 0 0,0 1-1 0 0,0 0 0 0 0,0-1 0 0 0,0 1 1 0 0,0 0-1 0 0,0-1 0 0 0,0 1 1 0 0,0 0-1 0 0,0 0 0 0 0,0 0 0 0 0,0 0 1 0 0,0 0-1 0 0,-1 0 0 0 0,1 0 1 0 0,0 0-1 0 0,-1 0 0 0 0,1 1 0 0 0,-1-1 1 0 0,1 0-1 0 0,-1 3 0 0 0,0-2 7 0 0,0 0 0 0 0,0 0 0 0 0,0 0 0 0 0,-1-1 0 0 0,1 1 0 0 0,-1 0 0 0 0,1 0 0 0 0,-1 0 0 0 0,0 0 0 0 0,0 0 0 0 0,0-1-1 0 0,0 1 1 0 0,-2 3 0 0 0,-6 5 47 0 0,0 0 0 0 0,0-1 0 0 0,-19 15 0 0 0,23-20-49 0 0,-29 21 24 0 0,-33 30 69 0 0,62-51-95 0 0,1 0 0 0 0,0 1 0 0 0,0-1 0 0 0,0 1-1 0 0,1 0 1 0 0,0 0 0 0 0,0 0 0 0 0,0 1 0 0 0,0-1 0 0 0,1 1 0 0 0,-2 6 0 0 0,4-11-10 0 0,0 0 1 0 0,0 0 0 0 0,0 0-1 0 0,0 0 1 0 0,1 0 0 0 0,-1 0 0 0 0,0 0-1 0 0,1 0 1 0 0,-1 0 0 0 0,0 0 0 0 0,1 0-1 0 0,-1 0 1 0 0,1 0 0 0 0,0 0 0 0 0,-1 0-1 0 0,1 0 1 0 0,0-1 0 0 0,-1 1 0 0 0,1 0-1 0 0,0 0 1 0 0,0-1 0 0 0,0 1 0 0 0,0-1-1 0 0,0 1 1 0 0,0-1 0 0 0,0 1 0 0 0,0-1-1 0 0,0 1 1 0 0,0-1 0 0 0,0 0 0 0 0,0 1-1 0 0,0-1 1 0 0,2 0 0 0 0,43 8-223 0 0,-37-7 190 0 0,4 1-73 0 0,1 0 0 0 0,-1 1 0 0 0,0 0 0 0 0,0 1 0 0 0,22 11 0 0 0,-33-15 96 0 0,0 1 0 0 0,0 0 0 0 0,0 1-1 0 0,0-1 1 0 0,0 0 0 0 0,0 0 0 0 0,0 1-1 0 0,0-1 1 0 0,0 1 0 0 0,-1 0 0 0 0,1 0-1 0 0,-1-1 1 0 0,1 1 0 0 0,-1 0 0 0 0,0 0 0 0 0,0 0-1 0 0,0 0 1 0 0,0 0 0 0 0,0 1 0 0 0,0-1-1 0 0,-1 0 1 0 0,1 0 0 0 0,-1 1 0 0 0,1-1-1 0 0,-1 0 1 0 0,0 1 0 0 0,0-1 0 0 0,0 0-1 0 0,0 1 1 0 0,0-1 0 0 0,-1 0 0 0 0,1 1 0 0 0,-1-1-1 0 0,1 0 1 0 0,-1 0 0 0 0,0 1 0 0 0,0-1-1 0 0,0 0 1 0 0,0 0 0 0 0,0 0 0 0 0,0 0-1 0 0,-2 2 1 0 0,-5 6-679 0 0,0-1 1 0 0,-1 1-1 0 0,0-1 0 0 0,0-1 0 0 0,-1 1 0 0 0,0-2 0 0 0,-1 1 1 0 0,1-2-1 0 0,-21 10 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3.2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0 456 0 0,'-2'46'11812'0'0,"0"-37"-10749"0"0,1 1 0 0 0,1-1 0 0 0,0 1 0 0 0,1-1 0 0 0,-1 1-1 0 0,2-1 1 0 0,3 16 0 0 0,5 15-690 0 0,-2 0-1 0 0,-2 0 1 0 0,2 59 0 0 0,2 10 74 0 0,-4 58-310 0 0,-2-28-34 0 0,-4-120 26 0 0,-1 0 0 0 0,0-1 0 0 0,-5 26 0 0 0,2-21 61 0 0,-1 36 0 0 0,18-18-17452 0 0,-7-36 15296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5.3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3179 1 6913 0 0,'11'10'5770'0'0,"-9"-9"-5487"0"0,-1 1 1 0 0,1-1-1 0 0,-1 0 1 0 0,1 1-1 0 0,-1 0 0 0 0,1-1 1 0 0,-1 1-1 0 0,0 0 0 0 0,0-1 1 0 0,0 1-1 0 0,0 0 1 0 0,0 0-1 0 0,0 0 0 0 0,0 0 1 0 0,-1 0-1 0 0,1 0 0 0 0,-1 2 1 0 0,1 0-218 0 0,0-1 0 0 0,1 0 1 0 0,-1 0-1 0 0,1 0 0 0 0,-1 0 1 0 0,1 0-1 0 0,0 0 0 0 0,0-1 1 0 0,0 1-1 0 0,0-1 0 0 0,1 1 1 0 0,-1-1-1 0 0,1 0 0 0 0,-1 0 1 0 0,1 0-1 0 0,0 0 1 0 0,0 0-1 0 0,0-1 0 0 0,0 1 1 0 0,0-1-1 0 0,4 2 0 0 0,10 2-124 0 0,0 0 0 0 0,34 5 0 0 0,-25-5 141 0 0,-9-2-153 0 0,-1 1-1 0 0,23 10 0 0 0,-34-12 39 0 0,0 0-1 0 0,0 1 0 0 0,1-1 0 0 0,-2 1 0 0 0,1 1 0 0 0,0-1 0 0 0,-1 1 0 0 0,1-1 0 0 0,-1 1 1 0 0,6 8-1 0 0,-9-10 14 0 0,0-1-1 0 0,-1 1 1 0 0,1-1 0 0 0,-1 1 0 0 0,1 0 0 0 0,-1-1 0 0 0,1 1 0 0 0,-1-1-1 0 0,0 1 1 0 0,0 0 0 0 0,0-1 0 0 0,0 1 0 0 0,0 0 0 0 0,-1-1 0 0 0,1 1 0 0 0,0-1-1 0 0,-1 1 1 0 0,1-1 0 0 0,-1 1 0 0 0,1 0 0 0 0,-1-1 0 0 0,0 0 0 0 0,0 1-1 0 0,0-1 1 0 0,0 1 0 0 0,0-1 0 0 0,0 0 0 0 0,0 0 0 0 0,0 0 0 0 0,-2 2 0 0 0,-6 5-64 0 0,0 0 0 0 0,0-1 1 0 0,-11 8-1 0 0,15-12 80 0 0,-64 41-141 0 0,-33 23 45 0 0,91-58 119 0 0,-1 0-1 0 0,1 1 0 0 0,1 0 0 0 0,0 1 1 0 0,-17 23-1 0 0,27-33 4 0 0,-1 0-1 0 0,0-1 1 0 0,1 1-1 0 0,0-1 1 0 0,-1 1-1 0 0,1 0 1 0 0,-1-1-1 0 0,1 1 1 0 0,0 0-1 0 0,-1-1 1 0 0,1 1-1 0 0,0 0 1 0 0,0 0-1 0 0,-1-1 1 0 0,1 1-1 0 0,0 0 1 0 0,0 0-1 0 0,0-1 1 0 0,0 1-1 0 0,0 0 1 0 0,0 0-1 0 0,0 0 1 0 0,0-1-1 0 0,1 1 1 0 0,-1 0-1 0 0,0 0 1 0 0,0-1-1 0 0,1 2 1 0 0,0-1 6 0 0,0-1 0 0 0,0 1 1 0 0,1 0-1 0 0,-1-1 0 0 0,0 0 1 0 0,0 1-1 0 0,0-1 0 0 0,1 0 0 0 0,-1 1 1 0 0,0-1-1 0 0,0 0 0 0 0,0 0 1 0 0,1 0-1 0 0,-1 0 0 0 0,0 0 1 0 0,2-1-1 0 0,60-14 795 0 0,-54 12-608 0 0,-2 1-188 0 0,8-3 118 0 0,-1 1 0 0 0,1 0 1 0 0,0 1-1 0 0,1 1 0 0 0,-1 0 1 0 0,0 1-1 0 0,1 0 0 0 0,29 4 1 0 0,-44-3-144 0 0,0 0 1 0 0,1 1 0 0 0,-1-1 0 0 0,0 0 0 0 0,0 1 0 0 0,1-1 0 0 0,-1 1 0 0 0,0-1 0 0 0,0 1 0 0 0,0 0 0 0 0,1-1 0 0 0,-1 1 0 0 0,0 0-1 0 0,0 0 1 0 0,0 0 0 0 0,0 0 0 0 0,-1 0 0 0 0,1 0 0 0 0,0 0 0 0 0,0 0 0 0 0,-1 0 0 0 0,1 0 0 0 0,0 2 0 0 0,0-1 11 0 0,-1 0 0 0 0,0 1 0 0 0,1-1 0 0 0,-1 0 0 0 0,0 0 0 0 0,-1 0 0 0 0,1 0 0 0 0,0 0 0 0 0,0 1 0 0 0,-1-1 0 0 0,0 0 0 0 0,1 0 0 0 0,-2 2 0 0 0,-2 5 50 0 0,-1 1 1 0 0,0-1-1 0 0,-1 0 1 0 0,-10 12 0 0 0,-21 23-49 0 0,23-30-17 0 0,2 1 0 0 0,0 0-1 0 0,0 1 1 0 0,-15 28 0 0 0,27-42-12 0 0,-1-1 0 0 0,1 1 1 0 0,0-1-1 0 0,0 1 0 0 0,0-1 1 0 0,0 1-1 0 0,0-1 0 0 0,0 1 1 0 0,0-1-1 0 0,1 1 0 0 0,-1-1 1 0 0,0 1-1 0 0,1-1 0 0 0,-1 1 1 0 0,1-1-1 0 0,0 0 0 0 0,0 1 1 0 0,-1-1-1 0 0,1 0 0 0 0,0 1 0 0 0,0-1 1 0 0,0 0-1 0 0,0 0 0 0 0,0 0 1 0 0,0 0-1 0 0,2 1 0 0 0,41 31-579 0 0,-27-22 363 0 0,2 5-1456 0 0,-11-9 121 0 0,0 0 0 0 0,0-1 0 0 0,1 0-1 0 0,12 6 1 0 0,-3-10-2332 0 0,-17 2 4942 0 0,5 21 2479 0 0,1 1 0 0 0,10 24 0 0 0,6 17-287 0 0,-18-46-3143 0 0,-1-1-1 0 0,-1 1 1 0 0,0 0-1 0 0,-2 0 1 0 0,-1 28-1 0 0,-17 105 486 0 0,7-80-485 0 0,7-26-96 0 0,3-1 0 0 0,1 0 0 0 0,13 73 0 0 0,-6-46 0 0 0,-7-64 3 0 0,13 83 207 0 0,-12-82-182 0 0,0 0 1 0 0,2-1-1 0 0,-1 1 1 0 0,1-1-1 0 0,1 0 1 0 0,8 14-1 0 0,-12-22 31 0 0,-18-4 724 0 0,13 2-725 0 0,-5-1 11 0 0,0 0-1 0 0,0 1 0 0 0,0 1 1 0 0,-1 0-1 0 0,1 0 0 0 0,-11 3 1 0 0,-11 1 12 0 0,-96 5-11 0 0,-79 10-76 0 0,21-5 6 0 0,-22 4 0 0 0,126-4-14 0 0,-4 1-35 0 0,-114 8 0 0 0,-263 28-106 0 0,152-11-231 0 0,-254 3 375 0 0,359-18-10 0 0,109-12 0 0 0,-131 3-1 0 0,165-14 95 0 0,0 2-1 0 0,-69 17 1 0 0,35-6-13 0 0,84-14-251 0 0,-1 0 0 0 0,1-1 1 0 0,-1-1-1 0 0,0 0 0 0 0,1-1 0 0 0,-1 0 1 0 0,1-1-1 0 0,-1 0 0 0 0,1-1 1 0 0,0-1-1 0 0,-22-8 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5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76 121 3209 0 0,'-7'-31'558'0'0,"-27"-59"14173"0"0,33 103-12353 0 0,1 13-2887 0 0,0-25 941 0 0,7 107-283 0 0,10 437 1204 0 0,-25-342-1121 0 0,-25 288 680 0 0,33-491-955 0 0,-9 46 265 0 0,1-27-6982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7.1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14 10594 0 0,'-25'-13'8318'0'0,"35"27"-5913"0"0,0 2-2074 0 0,0 1 1 0 0,0 0-1 0 0,-2 0 1 0 0,0 1-1 0 0,9 33 1 0 0,17 100-390 0 0,-16-61 4 0 0,36 150 188 0 0,-53-233-384 0 0,0 0 0 0 0,-1 0 0 0 0,0-1 0 0 0,0 1 0 0 0,0 0 0 0 0,-1 0 0 0 0,0-1 0 0 0,0 1 0 0 0,0 0 0 0 0,-4 8 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7.5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55 3225 0 0,'-4'1'2802'0'0,"4"0"-2754"0"0,-2 10 1814 0 0,4 12 755 0 0,34 92 3023 0 0,23 56-3455 0 0,-53-155-2105 0 0,1 1 1 0 0,0 0 0 0 0,2-1 0 0 0,-1-1-1 0 0,23 29 1 0 0,-28-40-87 0 0,0 0 1 0 0,1 0-1 0 0,0 0 0 0 0,0-1 0 0 0,0 1 0 0 0,0-1 0 0 0,0 0 1 0 0,1-1-1 0 0,-1 1 0 0 0,1-1 0 0 0,0 1 0 0 0,-1-1 0 0 0,1-1 1 0 0,0 1-1 0 0,0-1 0 0 0,1 0 0 0 0,-1 0 0 0 0,0 0 0 0 0,0-1 1 0 0,0 1-1 0 0,1-1 0 0 0,-1-1 0 0 0,0 1 0 0 0,10-3 0 0 0,-11 2 9 0 0,-1-1 0 0 0,1 0 0 0 0,-1 1 0 0 0,1-1 1 0 0,-1-1-1 0 0,0 1 0 0 0,0 0 0 0 0,0-1 0 0 0,0 0 0 0 0,0 0 0 0 0,-1 1 0 0 0,1-1 0 0 0,-1-1 0 0 0,0 1 0 0 0,0 0 0 0 0,0-1 0 0 0,0 1 0 0 0,-1-1 0 0 0,1 1 0 0 0,-1-1 0 0 0,0 0 0 0 0,0 0 0 0 0,1-6 0 0 0,1-9 227 0 0,0-1-1 0 0,-1 1 1 0 0,-1-25-1 0 0,-1 0 357 0 0,-2 1 0 0 0,-9-56 0 0 0,9 88-523 0 0,0 0 1 0 0,0 0-1 0 0,-1 0 0 0 0,-1 1 0 0 0,0-1 0 0 0,0 1 1 0 0,-1 0-1 0 0,0 0 0 0 0,-1 1 0 0 0,0-1 0 0 0,0 1 1 0 0,-1 0-1 0 0,-1 1 0 0 0,-13-13 0 0 0,15 18-82 0 0,0-1 0 0 0,0 1 0 0 0,-1 1 0 0 0,0-1 0 0 0,1 1 0 0 0,-1 1 0 0 0,0-1 0 0 0,0 1 0 0 0,0 0 0 0 0,0 0 0 0 0,0 1 0 0 0,0 0 0 0 0,0 1 0 0 0,-10 1 0 0 0,10-1-955 0 0,1 0 0 0 0,0 0 0 0 0,-1 1 1 0 0,1 0-1 0 0,-8 4 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8.0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0 368 920 0 0,'7'-17'11201'0'0,"-5"16"-10815"0"0,8 2 3474 0 0,4 5-4600 0 0,25 15 1766 0 0,-1 1-1 0 0,-1 2 0 0 0,-2 1 0 0 0,52 48 1 0 0,-86-72-996 0 0,0 0 0 0 0,1 0 1 0 0,-1 0-1 0 0,0 0 0 0 0,0 0 1 0 0,1 0-1 0 0,-1 0 0 0 0,0 0 1 0 0,1 0-1 0 0,-1-1 0 0 0,1 1 0 0 0,-1-1 1 0 0,1 1-1 0 0,-1-1 0 0 0,1 0 1 0 0,0 1-1 0 0,-1-1 0 0 0,1 0 1 0 0,-1 0-1 0 0,1 0 0 0 0,0 0 0 0 0,-1 0 1 0 0,3-1-1 0 0,-1 0 24 0 0,0 0-1 0 0,0-1 1 0 0,0 1 0 0 0,-1-1-1 0 0,1 0 1 0 0,0 1 0 0 0,-1-1-1 0 0,1 0 1 0 0,-1 0 0 0 0,0-1-1 0 0,3-2 1 0 0,1-3 108 0 0,0-1 1 0 0,0 1-1 0 0,-1-1 0 0 0,0 0 0 0 0,-1 0 1 0 0,6-16-1 0 0,-2-15 292 0 0,-2-1 0 0 0,-1 1 0 0 0,-3-1 0 0 0,-2-48 0 0 0,0 67-452 0 0,-1-12-25 0 0,-7-35-1 0 0,3 31-373 0 0,3 19 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29.9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37 5065 0 0,'-11'-36'17212'0'0,"13"46"-17119"0"0,0 1 0 0 0,0 0 1 0 0,-2 0-1 0 0,1 0 0 0 0,-1 0 0 0 0,-1 1 1 0 0,-2 15-1 0 0,1-7-21 0 0,1 37 1 0 0,7 0-17 0 0,3 0 1 0 0,2-1 0 0 0,30 86-1 0 0,-38-132-60 0 0,0-1 1 0 0,1 0-1 0 0,0 0 0 0 0,1-1 0 0 0,0 1 0 0 0,0-1 0 0 0,8 9 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0.6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43 456 0 0,'-2'-41'16342'0'0,"3"40"-16012"0"0,0 1-137 0 0,1 0-1 0 0,-1 0 1 0 0,0 1 0 0 0,0-1 0 0 0,0 0 0 0 0,0 1 0 0 0,0-1 0 0 0,0 1-1 0 0,0-1 1 0 0,0 1 0 0 0,0-1 0 0 0,0 1 0 0 0,0 0 0 0 0,0-1 0 0 0,0 1 0 0 0,0 0-1 0 0,-1 0 1 0 0,1 0 0 0 0,0 0 0 0 0,0 0 0 0 0,-1 0 0 0 0,1 1 0 0 0,15 23 658 0 0,-7-5-714 0 0,-2 0-1 0 0,0 0 0 0 0,-1 1 0 0 0,-1 0 1 0 0,-1 0-1 0 0,1 24 0 0 0,-3-25-136 0 0,0 0-1 0 0,2 0 0 0 0,0-1 0 0 0,1 1 1 0 0,1-1-1 0 0,1 0 0 0 0,13 26 1 0 0,-7-25-190 0 0,0-1-3233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0.9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274 45 6449 0 0,'4'-17'-194'0'0,"-11"-11"10004"0"0,7 28-9676 0 0,-19 13 1531 0 0,-22 28-720 0 0,3 3 0 0 0,-37 52 1 0 0,42-52-634 0 0,-10 19 45 0 0,40-58-331 0 0,0 0 0 0 0,0 1 0 0 0,1-1 0 0 0,0 1 0 0 0,0-1 0 0 0,0 1 0 0 0,1 0 0 0 0,0-1 0 0 0,0 1 0 0 0,0 11 0 0 0,1-16-20 0 0,0 1 0 0 0,0-1-1 0 0,1 1 1 0 0,-1-1-1 0 0,1 0 1 0 0,-1 1 0 0 0,1-1-1 0 0,-1 0 1 0 0,1 1-1 0 0,0-1 1 0 0,0 0 0 0 0,-1 0-1 0 0,1 1 1 0 0,0-1-1 0 0,0 0 1 0 0,0 0 0 0 0,1 0-1 0 0,-1 0 1 0 0,0 0-1 0 0,0-1 1 0 0,0 1 0 0 0,1 0-1 0 0,-1 0 1 0 0,0-1-1 0 0,1 1 1 0 0,-1-1 0 0 0,1 1-1 0 0,-1-1 1 0 0,0 0-1 0 0,1 0 1 0 0,-1 1 0 0 0,1-1-1 0 0,-1 0 1 0 0,2 0-1 0 0,8 0 73 0 0,-1-1-1 0 0,1 0 1 0 0,19-4-1 0 0,-15 3-17 0 0,85-18 273 0 0,28-2-2002 0 0,-109 20-223 0 0,0 1 1 0 0,28 2-1 0 0,-40 0 1649 0 0,1 0 0 0 0,0 1 1 0 0,-1 0-1 0 0,1 1 0 0 0,-1-1 1 0 0,7 5-1 0 0,-2-2 327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1.6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1 465 1376 0 0,'46'-5'15363'0'0,"-38"7"-13893"0"0,-2-1-1161 0 0,0 0 1 0 0,0 0-1 0 0,0-1 0 0 0,0 1 0 0 0,0-1 0 0 0,0 0 0 0 0,0-1 0 0 0,0 0 1 0 0,0 0-1 0 0,9-3 0 0 0,-8 6 134 0 0,-5-6-315 0 0,1-4-61 0 0,-1 0-1 0 0,0 1 1 0 0,-1-1 0 0 0,1 0 0 0 0,-2 0 0 0 0,1 0 0 0 0,-1 0 0 0 0,-1-14-1 0 0,-15-72 76 0 0,1 4 147 0 0,15 79-260 0 0,-1-1 0 0 0,2 1 0 0 0,-1-1 0 0 0,1 1 0 0 0,1-1 0 0 0,0 1 0 0 0,8-22 0 0 0,-8 28-20 0 0,-1 1-1 0 0,1-1 1 0 0,1 1 0 0 0,-1 0 0 0 0,0 0-1 0 0,1 0 1 0 0,0 0 0 0 0,0 1-1 0 0,0-1 1 0 0,1 1 0 0 0,-1 0-1 0 0,1-1 1 0 0,0 2 0 0 0,-1-1-1 0 0,1 0 1 0 0,1 1 0 0 0,-1 0 0 0 0,0 0-1 0 0,0 0 1 0 0,1 0 0 0 0,-1 1-1 0 0,6-2 1 0 0,-7 3-16 0 0,-1-1 0 0 0,0 1 1 0 0,0-1-1 0 0,0 1 0 0 0,1 0 0 0 0,-1 0 0 0 0,0 0 1 0 0,0 1-1 0 0,1-1 0 0 0,-1 0 0 0 0,0 1 0 0 0,0 0 1 0 0,0-1-1 0 0,0 1 0 0 0,0 0 0 0 0,0 0 0 0 0,0 0 1 0 0,0 0-1 0 0,0 1 0 0 0,0-1 0 0 0,0 0 0 0 0,0 1 1 0 0,-1-1-1 0 0,1 1 0 0 0,-1 0 0 0 0,1-1 0 0 0,-1 1 1 0 0,0 0-1 0 0,0 0 0 0 0,0 0 0 0 0,0 0 0 0 0,0 0 1 0 0,0 0-1 0 0,0 0 0 0 0,0 0 0 0 0,0 4 0 0 0,2 8-70 0 0,-1 0-1 0 0,0 1 1 0 0,-1-1-1 0 0,-1 24 1 0 0,0-11 12 0 0,0-16 15 0 0,0 0 0 0 0,1 0-1 0 0,1 0 1 0 0,0 0 0 0 0,0 0 0 0 0,6 13 0 0 0,-7-22 53 0 0,0 0 1 0 0,0 1 0 0 0,0-1-1 0 0,0 0 1 0 0,1 0 0 0 0,-1 0 0 0 0,1 0-1 0 0,-1 0 1 0 0,1 0 0 0 0,0-1 0 0 0,0 1-1 0 0,0-1 1 0 0,0 1 0 0 0,0-1 0 0 0,0 1-1 0 0,1-1 1 0 0,-1 0 0 0 0,0 0 0 0 0,0 0-1 0 0,1 0 1 0 0,-1-1 0 0 0,1 1 0 0 0,-1-1-1 0 0,1 1 1 0 0,-1-1 0 0 0,1 0 0 0 0,-1 0-1 0 0,1 0 1 0 0,-1 0 0 0 0,1-1 0 0 0,-1 1-1 0 0,1-1 1 0 0,3 0 0 0 0,18-6 186 0 0,1 0 0 0 0,-1-2 0 0 0,43-22 1 0 0,64-46 141 0 0,-106 59-2157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3.4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13 5985 0 0,'1'-1'306'0'0,"-1"0"0"0"0,1 0 0 0 0,0 1 0 0 0,-1-1-1 0 0,1 0 1 0 0,0 0 0 0 0,0 0 0 0 0,0 1 0 0 0,-1-1-1 0 0,1 0 1 0 0,0 1 0 0 0,0-1 0 0 0,0 1 0 0 0,0-1-1 0 0,0 1 1 0 0,0 0 0 0 0,0-1 0 0 0,0 1 0 0 0,1 0-1 0 0,-1 0 1 0 0,0-1 0 0 0,0 1 0 0 0,0 0 0 0 0,0 0 0 0 0,0 0-1 0 0,0 1 1 0 0,0-1 0 0 0,2 0 0 0 0,-2 2-108 0 0,0-1 1 0 0,0 0-1 0 0,0 0 0 0 0,-1 0 1 0 0,1 0-1 0 0,0 1 1 0 0,-1-1-1 0 0,1 0 0 0 0,-1 1 1 0 0,0-1-1 0 0,1 0 1 0 0,-1 1-1 0 0,0-1 1 0 0,0 1-1 0 0,0-1 0 0 0,0 0 1 0 0,0 1-1 0 0,0-1 1 0 0,0 1-1 0 0,-1-1 0 0 0,0 3 1 0 0,-29 130 1173 0 0,-1 2-1246 0 0,27-114-66 0 0,1 0 1 0 0,2 1 0 0 0,1 44-1 0 0,0-64-41 0 0,0 0 0 0 0,0 0 0 0 0,1 0-1 0 0,-1-1 1 0 0,1 1 0 0 0,0 0 0 0 0,0 0 0 0 0,0 0-1 0 0,0-1 1 0 0,0 1 0 0 0,0 0 0 0 0,1-1 0 0 0,-1 1-1 0 0,1-1 1 0 0,0 0 0 0 0,0 1 0 0 0,0-1 0 0 0,0 0 0 0 0,0 0-1 0 0,0 0 1 0 0,0-1 0 0 0,5 4 0 0 0,-4-4 14 0 0,1 0 1 0 0,-1-1-1 0 0,0 1 1 0 0,1 0-1 0 0,-1-1 1 0 0,1 0-1 0 0,-1 0 1 0 0,1 0-1 0 0,-1 0 1 0 0,1 0 0 0 0,-1-1-1 0 0,1 0 1 0 0,-1 1-1 0 0,0-1 1 0 0,1-1-1 0 0,-1 1 1 0 0,0 0-1 0 0,5-3 1 0 0,83-52 453 0 0,-67 40-465 0 0,0 1 0 0 0,0 2 1 0 0,35-15-1 0 0,-41 22-57 0 0,-1 0 1 0 0,1 2-1 0 0,0 0 1 0 0,19-1 0 0 0,11 4-6745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3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43 4609 0 0,'-2'-2'509'0'0,"-1"1"-1"0"0,1-1 1 0 0,-1 0 0 0 0,1 0-1 0 0,0-1 1 0 0,0 1 0 0 0,-20-23 10087 0 0,17 21-9399 0 0,6 7-880 0 0,1-1 1 0 0,-1 0-1 0 0,1 0 1 0 0,-1 1-1 0 0,0-1 0 0 0,0 1 1 0 0,0-1-1 0 0,0 1 0 0 0,-1-1 1 0 0,2 6-1 0 0,5 32-7 0 0,5 95 417 0 0,-12-104-716 0 0,2 0 0 0 0,1 1 0 0 0,2-1 0 0 0,1-1 0 0 0,11 36 0 0 0,-6-33-749 0 0,-2 1-1 0 0,8 54 1 0 0,-14-72 721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4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54 4145 0 0,'6'-53'18068'0'0,"16"73"-17209"0"0,-16-10-818 0 0,0 0 1 0 0,0 1-1 0 0,-1-1 1 0 0,0 1 0 0 0,-1 0-1 0 0,0 0 1 0 0,-1 0 0 0 0,3 16-1 0 0,9 98 370 0 0,-12-89-375 0 0,0 19-49 0 0,6 46-80 0 0,-8-91 70 0 0,1 0-1 0 0,1-1 0 0 0,-1 1 0 0 0,2-1 0 0 0,-1 0 1 0 0,1 0-1 0 0,10 16 0 0 0,1-10-716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4.4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181 1 4609 0 0,'-12'5'6685'0'0,"-12"12"-2920"0"0,8-4-2746 0 0,1 0-1 0 0,0 1 1 0 0,1 1-1 0 0,0 0 1 0 0,-17 28-1 0 0,25-34-910 0 0,1 0-1 0 0,0 0 1 0 0,1 1-1 0 0,0-1 1 0 0,0 1-1 0 0,1 0 1 0 0,1 0-1 0 0,-1 0 1 0 0,2 0-1 0 0,-1 0 0 0 0,1 1 1 0 0,2 20-1 0 0,-1-30-91 0 0,0 1-1 0 0,0 0 0 0 0,0-1 0 0 0,1 1 0 0 0,-1-1 0 0 0,1 1 0 0 0,0-1 0 0 0,-1 1 0 0 0,1-1 0 0 0,0 0 0 0 0,0 1 0 0 0,0-1 0 0 0,0 0 0 0 0,0 1 0 0 0,0-1 0 0 0,0 0 0 0 0,0 0 0 0 0,0 0 0 0 0,2 1 1 0 0,1 0 9 0 0,-1 0 1 0 0,1 0-1 0 0,-1-1 1 0 0,1 0-1 0 0,-1 0 1 0 0,1 0 0 0 0,0 0-1 0 0,4 0 1 0 0,9 1 66 0 0,0-2 0 0 0,33-3-1 0 0,-37 2-60 0 0,83-11-197 0 0,-33-2-3858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5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0 413 9218 0 0,'31'-3'8608'0'0,"-22"2"-8310"0"0,0 0 0 0 0,0-1 1 0 0,0-1-1 0 0,0 1 1 0 0,0-2-1 0 0,-1 1 0 0 0,1-1 1 0 0,13-9-1 0 0,-21 10-260 0 0,0 0 0 0 0,-1 0-1 0 0,0 0 1 0 0,0 0 0 0 0,0 0 0 0 0,0-1 0 0 0,0 1 0 0 0,0 0-1 0 0,-1 0 1 0 0,0 0 0 0 0,0 0 0 0 0,-1-5 0 0 0,-1-5 44 0 0,-4-27 47 0 0,4 23 98 0 0,1-1-1 0 0,-1-22 0 0 0,3 34-178 0 0,0-1 0 0 0,1 0 0 0 0,0 1 0 0 0,0-1 0 0 0,1 1 0 0 0,0 0 0 0 0,0-1 0 0 0,0 1 0 0 0,6-10 0 0 0,0 4 20 0 0,0-1 0 0 0,1 2-1 0 0,0-1 1 0 0,19-17 0 0 0,-21 22-41 0 0,0 1 0 0 0,1 0 0 0 0,-1 0 0 0 0,1 1 0 0 0,0 0 0 0 0,0 1-1 0 0,1-1 1 0 0,13-4 0 0 0,-21 9-14 0 0,0 0-1 0 0,1 0 1 0 0,-1 0-1 0 0,0 0 1 0 0,0 0-1 0 0,1 0 1 0 0,-1 0-1 0 0,0 1 1 0 0,0-1-1 0 0,1 0 1 0 0,-1 1-1 0 0,0-1 1 0 0,0 1-1 0 0,0-1 1 0 0,1 1-1 0 0,-1 0 1 0 0,0-1-1 0 0,0 1 1 0 0,0 0-1 0 0,0 0 1 0 0,0 0-1 0 0,-1 0 1 0 0,1 0-1 0 0,0 0 1 0 0,0 0-1 0 0,0 0 1 0 0,-1 0-1 0 0,1 0 1 0 0,-1 0-1 0 0,1 0 1 0 0,-1 0-1 0 0,1 1 1 0 0,-1-1-1 0 0,0 0 1 0 0,1 0-1 0 0,-1 3 1 0 0,3 7 2 0 0,-1 1 0 0 0,0 0-1 0 0,0 12 1 0 0,-1-12-22 0 0,1 15-78 0 0,0-7 4 0 0,0 0 0 0 0,9 38 0 0 0,-10-55 82 0 0,0 1 1 0 0,0-1-1 0 0,0 1 1 0 0,0-1-1 0 0,1 0 1 0 0,-1 0-1 0 0,1 0 1 0 0,0 0-1 0 0,0 0 1 0 0,0 0-1 0 0,0 0 1 0 0,1 0-1 0 0,-1-1 1 0 0,1 1-1 0 0,0-1 1 0 0,-1 0-1 0 0,1 0 1 0 0,0 0-1 0 0,0 0 1 0 0,0 0-1 0 0,1-1 1 0 0,-1 1-1 0 0,4 0 1 0 0,-4-2 41 0 0,0 0-1 0 0,0 0 1 0 0,0 0-1 0 0,0 0 1 0 0,0 0-1 0 0,0-1 1 0 0,0 0-1 0 0,0 1 1 0 0,-1-1-1 0 0,1 0 1 0 0,0-1 0 0 0,0 1-1 0 0,-1 0 1 0 0,1-1-1 0 0,0 1 1 0 0,4-5-1 0 0,40-37-2077 0 0,-32 28-2840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6.0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87 1 7370 0 0,'2'4'4182'0'0,"7"15"-1939"0"0,29 25 1650 0 0,-35-42-3686 0 0,0 1 0 0 0,-1-1 1 0 0,1 0-1 0 0,0 0 0 0 0,0 0 0 0 0,0 0 1 0 0,1-1-1 0 0,-1 1 0 0 0,0-1 0 0 0,1 0 0 0 0,-1 0 1 0 0,1 0-1 0 0,-1 0 0 0 0,5 0 0 0 0,-8-1-200 0 0,1 0 0 0 0,-1 0-1 0 0,0 0 1 0 0,1 0 0 0 0,-1 0-1 0 0,1 0 1 0 0,-1 0-1 0 0,1 0 1 0 0,-1 0 0 0 0,0 0-1 0 0,1 0 1 0 0,-1-1 0 0 0,1 1-1 0 0,-1 0 1 0 0,0 0-1 0 0,1 0 1 0 0,-1 0 0 0 0,0-1-1 0 0,1 1 1 0 0,-1 0 0 0 0,0 0-1 0 0,1-1 1 0 0,-1 1-1 0 0,0 0 1 0 0,0-1 0 0 0,1 1-1 0 0,-1 0 1 0 0,0-1 0 0 0,0 1-1 0 0,0 0 1 0 0,1-1 0 0 0,-1 1-1 0 0,0-1 1 0 0,-4-16 81 0 0,-15-12 41 0 0,14 26-123 0 0,1 0-1 0 0,-1 0 1 0 0,1 0 0 0 0,-1 1-1 0 0,0 0 1 0 0,0 0-1 0 0,0 0 1 0 0,0 1-1 0 0,0-1 1 0 0,0 1 0 0 0,0 0-1 0 0,0 1 1 0 0,-1-1-1 0 0,1 1 1 0 0,-7 1 0 0 0,5-1-12 0 0,1 0 0 0 0,0 1 0 0 0,0 0 0 0 0,-1 0 0 0 0,1 1 0 0 0,0 0 1 0 0,0 0-1 0 0,0 0 0 0 0,1 1 0 0 0,-1 0 0 0 0,1 0 0 0 0,-9 6 1 0 0,14-9 5 0 0,0 1 0 0 0,-1-1 0 0 0,1 0 0 0 0,0 0 0 0 0,0 0 0 0 0,-1 1 0 0 0,1-1 0 0 0,0 0 1 0 0,0 1-1 0 0,0-1 0 0 0,-1 0 0 0 0,1 0 0 0 0,0 1 0 0 0,0-1 0 0 0,0 0 0 0 0,0 1 1 0 0,0-1-1 0 0,0 0 0 0 0,0 1 0 0 0,-1-1 0 0 0,1 0 0 0 0,0 1 0 0 0,0-1 0 0 0,0 0 0 0 0,0 1 1 0 0,1-1-1 0 0,-1 0 0 0 0,0 1 0 0 0,0-1 0 0 0,0 0 0 0 0,0 1 0 0 0,0-1 0 0 0,0 0 1 0 0,0 1-1 0 0,1-1 0 0 0,-1 0 0 0 0,0 1 0 0 0,0-1 0 0 0,0 0 0 0 0,1 0 0 0 0,-1 1 0 0 0,19 9 371 0 0,-17-9-297 0 0,0 0-1 0 0,0 0 1 0 0,0-1-1 0 0,1 1 1 0 0,-1-1 0 0 0,0 1-1 0 0,1-1 1 0 0,-1 0-1 0 0,0 0 1 0 0,1 0-1 0 0,-1 0 1 0 0,0-1-1 0 0,1 1 1 0 0,-1 0-1 0 0,4-2 1 0 0,-5 1-68 0 0,-1 1 1 0 0,0-1-1 0 0,1 1 0 0 0,-1-1 1 0 0,0 1-1 0 0,0-1 0 0 0,0 0 1 0 0,1 1-1 0 0,-1-1 0 0 0,0 1 1 0 0,0-1-1 0 0,0 0 0 0 0,0 1 1 0 0,0-1-1 0 0,0 1 0 0 0,0-1 1 0 0,0 0-1 0 0,0 1 1 0 0,0-1-1 0 0,0 1 0 0 0,-1-1 1 0 0,1 1-1 0 0,0-1 0 0 0,0 0 1 0 0,-1 1-1 0 0,1-1 0 0 0,0 1 1 0 0,-1-1-1 0 0,1 1 0 0 0,0-1 1 0 0,-1 1-1 0 0,1 0 0 0 0,-1-1 1 0 0,1 1-1 0 0,0-1 0 0 0,-1 1 1 0 0,1 0-1 0 0,-1-1 1 0 0,0 1-1 0 0,0-1-26 0 0,0 1 0 0 0,1-1 0 0 0,-1 1 0 0 0,0-1 1 0 0,0 1-1 0 0,1-1 0 0 0,-1 1 0 0 0,0 0 0 0 0,0-1 0 0 0,0 1 0 0 0,0 0 1 0 0,1 0-1 0 0,-1 0 0 0 0,0 0 0 0 0,0 0 0 0 0,0 0 0 0 0,0 0 1 0 0,0 0-1 0 0,0 0 0 0 0,1 0 0 0 0,-1 0 0 0 0,0 0 0 0 0,0 1 0 0 0,0-1 1 0 0,0 0-1 0 0,1 1 0 0 0,-1-1 0 0 0,0 0 0 0 0,0 1 0 0 0,0 0 0 0 0,0 0-147 0 0,-1 0 0 0 0,1 0 0 0 0,0 0 0 0 0,0 0 0 0 0,0 0 0 0 0,0 0 0 0 0,0 1 0 0 0,0-1-1 0 0,0 0 1 0 0,0 1 0 0 0,1-1 0 0 0,-1 0 0 0 0,1 1 0 0 0,-1-1 0 0 0,1 1 0 0 0,-1-1 0 0 0,1 1-1 0 0,0-1 1 0 0,-1 1 0 0 0,1 0 0 0 0,0-1 0 0 0,0 1 0 0 0,0 1 0 0 0,1-2-89 0 0,0 0 0 0 0,0-1 1 0 0,0 1-1 0 0,0 0 0 0 0,0-1 1 0 0,0 1-1 0 0,0-1 0 0 0,0 1 1 0 0,0-1-1 0 0,0 1 0 0 0,0-1 0 0 0,0 0 1 0 0,0 1-1 0 0,1-1 0 0 0,-1 0 1 0 0,0 0-1 0 0,0 0 0 0 0,0 0 1 0 0,0 0-1 0 0,0 0 0 0 0,1 0 1 0 0,-1 0-1 0 0,0-1 0 0 0,0 1 0 0 0,0 0 1 0 0,0-1-1 0 0,0 1 0 0 0,0-1 1 0 0,0 1-1 0 0,2-2 0 0 0,17-5-2227 0 0,-10 3 1526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6.3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170 4 3681 0 0,'-2'0'294'0'0,"-1"-1"0"0"0,0 0-1 0 0,1 0 1 0 0,-1 1 0 0 0,0 0 0 0 0,0-1 0 0 0,1 1 0 0 0,-1 0 0 0 0,0 0-1 0 0,0 1 1 0 0,0-1 0 0 0,1 0 0 0 0,-1 1 0 0 0,0 0 0 0 0,1 0 0 0 0,-1 0-1 0 0,0 0 1 0 0,1 0 0 0 0,-1 0 0 0 0,1 1 0 0 0,0-1 0 0 0,-3 3 0 0 0,-7 3 686 0 0,0 2-1 0 0,1-1 1 0 0,-11 11 0 0 0,15-12-601 0 0,1 1 1 0 0,-1-1-1 0 0,1 1 0 0 0,1 1 1 0 0,-6 10-1 0 0,10-17-304 0 0,0 0 0 0 0,0 1 1 0 0,0-1-1 0 0,0 0 0 0 0,0 0 0 0 0,1 0 0 0 0,0 1 0 0 0,-1-1 1 0 0,1 0-1 0 0,0 0 0 0 0,0 1 0 0 0,0 3 0 0 0,1-5-43 0 0,-1 1 0 0 0,1-1 0 0 0,-1 0 1 0 0,1 0-1 0 0,-1 0 0 0 0,1 0 0 0 0,0 0 0 0 0,0 0 0 0 0,-1-1 0 0 0,1 1 0 0 0,0 0 0 0 0,0 0 0 0 0,0 0 0 0 0,0-1 1 0 0,0 1-1 0 0,0 0 0 0 0,0-1 0 0 0,0 1 0 0 0,0-1 0 0 0,0 0 0 0 0,0 1 0 0 0,0-1 0 0 0,1 0 0 0 0,-1 1 0 0 0,0-1 1 0 0,2 0-1 0 0,2 0 17 0 0,-1 1 1 0 0,0-1-1 0 0,1-1 0 0 0,-1 1 1 0 0,1 0-1 0 0,-1-1 1 0 0,0 0-1 0 0,1 0 1 0 0,-1-1-1 0 0,0 1 1 0 0,0-1-1 0 0,0 1 1 0 0,0-2-1 0 0,0 1 0 0 0,0 0 1 0 0,6-5-1 0 0,-9 5-32 0 0,0 1 0 0 0,1 0 0 0 0,-1 0 1 0 0,0-1-1 0 0,0 1 0 0 0,0 0 0 0 0,0-1 0 0 0,0 0 0 0 0,0 1 0 0 0,0-1 0 0 0,-1 1 0 0 0,1-1 0 0 0,0 0 0 0 0,-1 1 0 0 0,1-1 0 0 0,-1 0 0 0 0,0 0 0 0 0,0 1 0 0 0,0-1 0 0 0,0 0 0 0 0,0 0 0 0 0,0 0 0 0 0,0 1 0 0 0,0-1 0 0 0,-1 0 1 0 0,1 0-1 0 0,-1 1 0 0 0,1-1 0 0 0,-1 0 0 0 0,0 1 0 0 0,1-1 0 0 0,-1 0 0 0 0,0 1 0 0 0,0-1 0 0 0,0 1 0 0 0,0 0 0 0 0,-1-1 0 0 0,1 1 0 0 0,0 0 0 0 0,0 0 0 0 0,-1-1 0 0 0,-1 0 0 0 0,0 0-42 0 0,1 0 0 0 0,0 0-1 0 0,-1 0 1 0 0,0 1 0 0 0,1-1-1 0 0,-1 1 1 0 0,0-1 0 0 0,0 1-1 0 0,0 0 1 0 0,0 0 0 0 0,0 0-1 0 0,0 1 1 0 0,0-1 0 0 0,0 1-1 0 0,0-1 1 0 0,-6 1 0 0 0,7 1-133 0 0,0-1 0 0 0,0 0 0 0 0,0 1 0 0 0,0 0 0 0 0,0-1 0 0 0,1 1 0 0 0,-1 0 0 0 0,0 0 0 0 0,0 0 0 0 0,1 0 0 0 0,-1 0 0 0 0,0 0 0 0 0,1 1 0 0 0,-1-1 0 0 0,1 1 0 0 0,0-1 0 0 0,-1 1 0 0 0,1-1 0 0 0,0 1 0 0 0,0-1 0 0 0,0 1 0 0 0,0 0 0 0 0,0 0 0 0 0,1 0 0 0 0,-1 0 0 0 0,0-1 0 0 0,0 5 0 0 0,0 2-837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7.6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91 215 5681 0 0,'-46'1'1451'0'0,"24"-1"1783"0"0,0 0 3330 0 0,297-3-294 0 0,385-36-6573 0 0,-273 26 460 0 0,-154 8-94 0 0,-135 4-35 0 0,101 13 0 0 0,96 24 86 0 0,148 11-4 0 0,-333-46-110 0 0,168-20 1 0 0,107-39-7 0 0,-277 41-2 0 0,-12 0-40 0 0,9-1 65 0 0,204-11 0 0 0,46 15-206 0 0,-319 12 310 0 0,-6 1 46 0 0,-29 1-167 0 0,-2 0 0 0 0,0 0-19 0 0,1 0 37 0 0,-7-2 31 0 0,6 1-46 0 0,0 0-1 0 0,0 1 1 0 0,0-1 0 0 0,-1 1 0 0 0,1-1 0 0 0,0 1 0 0 0,-1-1 0 0 0,1 1-1 0 0,0 0 1 0 0,-1 0 0 0 0,1-1 0 0 0,0 1 0 0 0,-1 0 0 0 0,1 0 0 0 0,0 0 0 0 0,-1 1-1 0 0,1-1 1 0 0,0 0 0 0 0,-1 0 0 0 0,1 1 0 0 0,0-1 0 0 0,-1 1 0 0 0,1-1 0 0 0,0 1-1 0 0,0 0 1 0 0,0-1 0 0 0,-2 2 0 0 0,2 0-3 0 0,-1 0 0 0 0,1 0 0 0 0,0 0 0 0 0,0 0 0 0 0,0 1 0 0 0,0-1 0 0 0,0 0 0 0 0,1 1 0 0 0,-1-1 0 0 0,1 0 0 0 0,-1 1 0 0 0,1-1 0 0 0,0 0 0 0 0,0 1 0 0 0,0-1 0 0 0,0 1 0 0 0,0-1 0 0 0,1 0 0 0 0,-1 1 0 0 0,1-1 0 0 0,-1 0 0 0 0,1 0 0 0 0,0 1 0 0 0,0-1 0 0 0,0 0 0 0 0,0 0 0 0 0,1 0 0 0 0,-1 0 0 0 0,0 0 0 0 0,1 0 0 0 0,-1 0 0 0 0,1 0 0 0 0,0-1 0 0 0,0 1 0 0 0,0-1 0 0 0,-1 1 0 0 0,1-1 0 0 0,0 0 0 0 0,1 0 0 0 0,-1 0 0 0 0,0 0 0 0 0,0 0 0 0 0,3 1 0 0 0,-1-1 1 0 0,0 0-1 0 0,1 0 0 0 0,-1 0 1 0 0,0 0-1 0 0,0-1 1 0 0,0 0-1 0 0,1 0 1 0 0,-1 0-1 0 0,0 0 1 0 0,0 0-1 0 0,0-1 1 0 0,0 0-1 0 0,1 0 1 0 0,-1 0-1 0 0,0 0 1 0 0,0-1-1 0 0,-1 0 1 0 0,1 0-1 0 0,0 0 1 0 0,-1 0-1 0 0,1 0 0 0 0,-1-1 1 0 0,6-4-1 0 0,-6 4 4 0 0,-1 1 0 0 0,0 0 0 0 0,1-1-1 0 0,-1 1 1 0 0,0-1 0 0 0,0 1 0 0 0,0-1-1 0 0,-1 0 1 0 0,1 0 0 0 0,-1 0 0 0 0,0 0 0 0 0,1 0-1 0 0,-1 0 1 0 0,-1-1 0 0 0,1 1 0 0 0,0 0-1 0 0,-1 0 1 0 0,0-1 0 0 0,1 1 0 0 0,-1 0-1 0 0,-1-1 1 0 0,1 1 0 0 0,0 0 0 0 0,-1 0-1 0 0,0-1 1 0 0,1 1 0 0 0,-1 0 0 0 0,-1 0 0 0 0,1 0-1 0 0,-3-5 1 0 0,2 5-10 0 0,0 0-1 0 0,0 0 1 0 0,-1 0-1 0 0,1 1 1 0 0,-1-1-1 0 0,0 1 1 0 0,1-1-1 0 0,-1 1 1 0 0,0 0-1 0 0,0 0 1 0 0,-1 1-1 0 0,1-1 1 0 0,0 1-1 0 0,-1-1 1 0 0,-4 0-1 0 0,1 0-18 0 0,1 1 0 0 0,-1 0-1 0 0,0 0 1 0 0,1 1-1 0 0,-1 0 1 0 0,0 0 0 0 0,1 0-1 0 0,-11 3 1 0 0,12-2 11 0 0,0 0 0 0 0,0 0 0 0 0,0 0 1 0 0,0 1-1 0 0,0-1 0 0 0,0 1 0 0 0,0 0 0 0 0,1 1 0 0 0,-1-1 1 0 0,1 1-1 0 0,0 0 0 0 0,-1 0 0 0 0,1 1 0 0 0,1-1 0 0 0,-1 1 1 0 0,0 0-1 0 0,1 0 0 0 0,0 0 0 0 0,0 0 0 0 0,0 0 0 0 0,0 1 1 0 0,1 0-1 0 0,-4 8 0 0 0,6-9 11 0 0,-1 0 0 0 0,0 0 1 0 0,1 0-1 0 0,0 0 0 0 0,0 0 1 0 0,0 1-1 0 0,1-1 0 0 0,-1 0 0 0 0,1 0 1 0 0,0 0-1 0 0,0 0 0 0 0,0 0 1 0 0,1 0-1 0 0,-1 0 0 0 0,1 0 0 0 0,0-1 1 0 0,0 1-1 0 0,1-1 0 0 0,-1 1 1 0 0,1-1-1 0 0,-1 0 0 0 0,1 0 0 0 0,0 0 1 0 0,0 0-1 0 0,4 2 0 0 0,0 0-1 0 0,-1-1 0 0 0,1 0 0 0 0,0 0-1 0 0,0-1 1 0 0,1 0 0 0 0,-1 0 0 0 0,1-1 0 0 0,-1 0-1 0 0,1 0 1 0 0,0-1 0 0 0,0 0 0 0 0,13 0 0 0 0,-18-1 17 0 0,1 0 0 0 0,0 0 0 0 0,0 0 1 0 0,0-1-1 0 0,-1 1 0 0 0,1-1 1 0 0,0 0-1 0 0,-1 0 0 0 0,1-1 1 0 0,-1 1-1 0 0,1-1 0 0 0,-1 0 0 0 0,0 0 1 0 0,1 0-1 0 0,-1 0 0 0 0,0 0 1 0 0,-1-1-1 0 0,1 1 0 0 0,0-1 0 0 0,-1 0 1 0 0,1 0-1 0 0,3-6 0 0 0,-4 6 1 0 0,-1 0-1 0 0,0-1 0 0 0,0 1 0 0 0,0 0 1 0 0,0-1-1 0 0,-1 1 0 0 0,1-1 1 0 0,-1 1-1 0 0,0-1 0 0 0,0 1 0 0 0,0 0 1 0 0,0-1-1 0 0,-1 1 0 0 0,1-1 0 0 0,-1 1 1 0 0,0-1-1 0 0,0 1 0 0 0,0 0 1 0 0,0 0-1 0 0,-1-1 0 0 0,1 1 0 0 0,-1 0 1 0 0,0 0-1 0 0,0 1 0 0 0,-2-4 0 0 0,1 3 1 0 0,1-1-1 0 0,0 1 0 0 0,-1 0 0 0 0,0 1 0 0 0,0-1 1 0 0,0 0-1 0 0,0 1 0 0 0,0-1 0 0 0,0 1 1 0 0,0 0-1 0 0,-1 0 0 0 0,1 1 0 0 0,-1-1 0 0 0,0 1 1 0 0,1-1-1 0 0,-1 1 0 0 0,0 0 0 0 0,0 1 1 0 0,0-1-1 0 0,0 1 0 0 0,0-1 0 0 0,-7 2 0 0 0,5 0-12 0 0,0 0 0 0 0,0 1 0 0 0,0 0 0 0 0,0 0 0 0 0,0 1 0 0 0,0 0 0 0 0,1 0 0 0 0,-1 0 0 0 0,1 1 0 0 0,0-1 0 0 0,0 1 0 0 0,0 1 0 0 0,-5 5 0 0 0,7-8-94 0 0,-1 2-109 0 0,-1 1 0 0 0,1-1 0 0 0,0 1 1 0 0,0 0-1 0 0,0 0 0 0 0,1 0 0 0 0,-1 0 0 0 0,1 0 0 0 0,0 1 0 0 0,-2 8 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39.6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121 217 1376 0 0,'-17'3'973'0'0,"0"0"1"0"0,-32 2-1 0 0,12 3 12092 0 0,42-8-12401 0 0,32 0 1418 0 0,66-10 1 0 0,29-1-1244 0 0,-31 12-697 0 0,243-6 159 0 0,155-6 434 0 0,-303 9-379 0 0,84-5-20 0 0,177-4-257 0 0,-239 11-84 0 0,244-4 5 0 0,-289 5 0 0 0,131-6 0 0 0,-104-5 81 0 0,2 1 69 0 0,-161 5-123 0 0,-1-2 0 0 0,76-21 0 0 0,5-1-209 0 0,-9 4 78 0 0,-112 24 103 0 0,1 0 0 0 0,-1-1 0 0 0,0 1 0 0 0,1 0 0 0 0,-1 0 0 0 0,0 0 0 0 0,1 0 0 0 0,-1-1 0 0 0,0 1 0 0 0,1 0 0 0 0,-1 0 0 0 0,0-1 1 0 0,1 1-1 0 0,-1 0 0 0 0,0 0 0 0 0,0-1 0 0 0,0 1 0 0 0,1 0 0 0 0,-1-1 0 0 0,0 1 0 0 0,0 0 0 0 0,0-1 0 0 0,0 1 0 0 0,1-1 0 0 0,-1 1 0 0 0,0 0 0 0 0,0-1 0 0 0,0 1 1 0 0,0 0-1 0 0,0-1 0 0 0,0 1 0 0 0,0-1 0 0 0,0 1 0 0 0,0 0 0 0 0,0-1 0 0 0,-1 1 0 0 0,1 0 0 0 0,0-1 0 0 0,0 1 0 0 0,0-1 0 0 0,-12-20-733 0 0,3 4 416 0 0,8 16 319 0 0,0 0 1 0 0,0 0-1 0 0,0 0 1 0 0,0 0-1 0 0,0 0 1 0 0,0 1-1 0 0,0-1 1 0 0,0 0-1 0 0,0 0 0 0 0,0 1 1 0 0,-1-1-1 0 0,1 1 1 0 0,0-1-1 0 0,0 1 1 0 0,-1 0-1 0 0,1-1 1 0 0,0 1-1 0 0,-1 0 1 0 0,1 0-1 0 0,0 0 1 0 0,-1 0-1 0 0,1 0 1 0 0,0 0-1 0 0,-1 0 0 0 0,1 0 1 0 0,0 1-1 0 0,-1-1 1 0 0,1 0-1 0 0,0 1 1 0 0,0-1-1 0 0,-3 2 1 0 0,-40 17 214 0 0,40-16-217 0 0,-1 1 1 0 0,1 0 0 0 0,0-1-1 0 0,0 2 1 0 0,1-1 0 0 0,-1 0 0 0 0,1 1-1 0 0,0-1 1 0 0,0 1 0 0 0,0 0 0 0 0,1 0-1 0 0,0 0 1 0 0,0 0 0 0 0,0 0-1 0 0,0 1 1 0 0,1-1 0 0 0,0 0 0 0 0,0 1-1 0 0,1 0 1 0 0,-1-1 0 0 0,1 1 0 0 0,0-1-1 0 0,1 1 1 0 0,1 8 0 0 0,-2-9-1 0 0,1 0 0 0 0,0 0 0 0 0,0 0 1 0 0,0 0-1 0 0,1 0 0 0 0,-1-1 0 0 0,1 1 0 0 0,0-1 1 0 0,1 1-1 0 0,-1-1 0 0 0,1 0 0 0 0,0 0 0 0 0,0 0 0 0 0,0 0 1 0 0,0 0-1 0 0,1-1 0 0 0,-1 1 0 0 0,1-1 0 0 0,0 0 1 0 0,0 0-1 0 0,0-1 0 0 0,1 1 0 0 0,-1-1 0 0 0,1 0 1 0 0,-1 0-1 0 0,1 0 0 0 0,9 2 0 0 0,-11-4 7 0 0,0 0 0 0 0,0 1 0 0 0,1-1 0 0 0,-1 0 1 0 0,0-1-1 0 0,0 1 0 0 0,0-1 0 0 0,1 1 0 0 0,-1-1 0 0 0,0 0 0 0 0,0 0 0 0 0,0 0 0 0 0,0 0 0 0 0,0-1 0 0 0,-1 1 0 0 0,1-1 0 0 0,0 0 1 0 0,-1 0-1 0 0,1 0 0 0 0,-1 0 0 0 0,1 0 0 0 0,-1-1 0 0 0,0 1 0 0 0,0-1 0 0 0,0 1 0 0 0,1-4 0 0 0,-1 2 3 0 0,0 1-1 0 0,0-2 1 0 0,0 1 0 0 0,-1 0-1 0 0,1 0 1 0 0,-1 0 0 0 0,0-1-1 0 0,-1 1 1 0 0,1-1 0 0 0,-1 1-1 0 0,0 0 1 0 0,0-1-1 0 0,0 1 1 0 0,0-1 0 0 0,-1 1-1 0 0,0 0 1 0 0,0-1 0 0 0,-2-4-1 0 0,1 2-4 0 0,-1-1-1 0 0,0 1 1 0 0,-1 0-1 0 0,1 0 1 0 0,-1 1 0 0 0,0-1-1 0 0,-1 1 1 0 0,-8-9-1 0 0,11 13-2 0 0,0 1 0 0 0,0-1 1 0 0,0 1-1 0 0,0-1 0 0 0,-1 1 0 0 0,1 0 0 0 0,-1 0 0 0 0,1 0 0 0 0,-1 0 0 0 0,1 1 0 0 0,-1-1 0 0 0,1 1 1 0 0,-1-1-1 0 0,0 1 0 0 0,1 0 0 0 0,-1 0 0 0 0,1 0 0 0 0,-1 0 0 0 0,0 1 0 0 0,1-1 0 0 0,-1 1 1 0 0,1-1-1 0 0,-1 1 0 0 0,1 0 0 0 0,-1 0 0 0 0,1 0 0 0 0,0 1 0 0 0,-4 1 0 0 0,2-1-17 0 0,1-1 0 0 0,0 1 0 0 0,0 0 0 0 0,0 0 0 0 0,0 0 0 0 0,1 0 0 0 0,-1 0 0 0 0,1 1 0 0 0,-1-1 0 0 0,1 1 0 0 0,0 0 0 0 0,0-1 0 0 0,0 1 0 0 0,0 0 0 0 0,0 0 0 0 0,1 0 0 0 0,-1 1 0 0 0,1-1 0 0 0,-2 7 0 0 0,3-7 1 0 0,0 0 0 0 0,0 0 0 0 0,1 0 0 0 0,-1 0 0 0 0,1 1 1 0 0,0-1-1 0 0,-1-1 0 0 0,1 1 0 0 0,1 0 0 0 0,-1 0 1 0 0,0 0-1 0 0,1 0 0 0 0,0-1 0 0 0,-1 1 0 0 0,1-1 0 0 0,0 1 1 0 0,0-1-1 0 0,0 0 0 0 0,1 0 0 0 0,-1 0 0 0 0,0 0 1 0 0,5 3-1 0 0,-3-2 7 0 0,0-1 1 0 0,1 1-1 0 0,-1-1 1 0 0,1 0 0 0 0,-1 0-1 0 0,1 0 1 0 0,-1 0-1 0 0,1-1 1 0 0,0 0 0 0 0,0 0-1 0 0,0 0 1 0 0,0-1-1 0 0,0 0 1 0 0,0 0-1 0 0,0 0 1 0 0,5-1 0 0 0,-8 1 17 0 0,0-1 0 0 0,0 1 0 0 0,1-1 0 0 0,-1 0 0 0 0,0 0 0 0 0,-1 0 1 0 0,1 0-1 0 0,0 0 0 0 0,0 0 0 0 0,0 0 0 0 0,-1-1 0 0 0,1 1 0 0 0,0-1 1 0 0,-1 1-1 0 0,1-1 0 0 0,-1 0 0 0 0,0 1 0 0 0,0-1 0 0 0,1 0 0 0 0,-1 0 1 0 0,0 0-1 0 0,-1 0 0 0 0,1 0 0 0 0,0 0 0 0 0,0 0 0 0 0,-1 0 0 0 0,0 0 1 0 0,1 0-1 0 0,-1-1 0 0 0,0 1 0 0 0,0 0 0 0 0,0 0 0 0 0,0 0 0 0 0,0 0 1 0 0,-1-1-1 0 0,1 1 0 0 0,-1 0 0 0 0,0-3 0 0 0,0 0 3 0 0,0 0 0 0 0,0 0 0 0 0,-1 0 1 0 0,1 0-1 0 0,-1 0 0 0 0,0 0 0 0 0,-1 1 0 0 0,1-1 0 0 0,-1 1 0 0 0,-5-8 0 0 0,6 11-9 0 0,1-1-1 0 0,-1 1 1 0 0,1 0-1 0 0,-1 0 1 0 0,1 0-1 0 0,-1 0 1 0 0,0 0-1 0 0,0 0 1 0 0,1 1-1 0 0,-1-1 1 0 0,0 1-1 0 0,0-1 1 0 0,0 1-1 0 0,0 0 1 0 0,0-1-1 0 0,1 1 1 0 0,-1 0-1 0 0,0 0 1 0 0,0 1-1 0 0,0-1 1 0 0,0 0-1 0 0,0 0 1 0 0,0 1-1 0 0,1 0 1 0 0,-1-1-1 0 0,0 1 1 0 0,0 0-1 0 0,1 0 1 0 0,-1-1-1 0 0,0 1 1 0 0,-2 2-1 0 0,0 0-15 0 0,-1 0 0 0 0,1 0 0 0 0,0 1-1 0 0,0-1 1 0 0,0 1 0 0 0,0 0 0 0 0,0 0 0 0 0,1 0-1 0 0,0 1 1 0 0,0-1 0 0 0,0 1 0 0 0,-3 6 0 0 0,6-9 7 0 0,-1 0 1 0 0,0 0 0 0 0,1-1-1 0 0,0 1 1 0 0,-1 0 0 0 0,1 0 0 0 0,0 0-1 0 0,0-1 1 0 0,0 1 0 0 0,0 0 0 0 0,0 0-1 0 0,1 0 1 0 0,-1-1 0 0 0,0 1 0 0 0,1 0-1 0 0,-1 0 1 0 0,1-1 0 0 0,0 1 0 0 0,0 0-1 0 0,-1-1 1 0 0,1 1 0 0 0,0-1-1 0 0,0 1 1 0 0,1-1 0 0 0,-1 0 0 0 0,0 1-1 0 0,0-1 1 0 0,1 0 0 0 0,-1 0 0 0 0,1 0-1 0 0,-1 1 1 0 0,1-2 0 0 0,-1 1 0 0 0,1 0-1 0 0,0 0 1 0 0,-1 0 0 0 0,1-1 0 0 0,0 1-1 0 0,-1-1 1 0 0,4 1 0 0 0,0 0-3 0 0,0 0 0 0 0,-1 0 0 0 0,1-1 0 0 0,0 1 0 0 0,0-1 0 0 0,8-1 0 0 0,-12 1 8 0 0,1 0 1 0 0,-1 0 0 0 0,1 0-1 0 0,0-1 1 0 0,-1 1-1 0 0,1 0 1 0 0,0-1 0 0 0,-1 1-1 0 0,1-1 1 0 0,-1 1-1 0 0,1-1 1 0 0,-1 0 0 0 0,0 0-1 0 0,1 0 1 0 0,-1 0-1 0 0,0 0 1 0 0,1 0 0 0 0,-1 0-1 0 0,0 0 1 0 0,0 0-1 0 0,0-1 1 0 0,0 1 0 0 0,1-2-1 0 0,-2 3 1 0 0,0-1-1 0 0,-1 0 0 0 0,1 1 1 0 0,0-1-1 0 0,0 1 1 0 0,-1-1-1 0 0,1 1 0 0 0,0-1 1 0 0,-1 1-1 0 0,1-1 1 0 0,-1 1-1 0 0,1-1 1 0 0,-1 1-1 0 0,1 0 0 0 0,-1-1 1 0 0,1 1-1 0 0,-1 0 1 0 0,1-1-1 0 0,-1 1 1 0 0,1 0-1 0 0,-1 0 0 0 0,1-1 1 0 0,-1 1-1 0 0,0 0 1 0 0,1 0-1 0 0,-1 0 0 0 0,1 0 1 0 0,-1 0-1 0 0,0 0 1 0 0,0 0-1 0 0,-21-4-424 0 0,14 4 58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1.0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143 4 7370 0 0,'-16'-4'12450'0'0,"12"11"-12268"0"0,0 0 1 0 0,1 0-1 0 0,1 1 0 0 0,-1-1 0 0 0,1 0 0 0 0,0 1 0 0 0,0-1 1 0 0,1 1-1 0 0,0 0 0 0 0,1 10 0 0 0,-6 26 97 0 0,-35 119 114 0 0,-1 7-221 0 0,37-141-511 0 0,1 0-1 0 0,1 0 1 0 0,2 0 0 0 0,2 30-1 0 0,-1-49-1187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1.3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18 5985 0 0,'1'-2'577'0'0,"1"1"0"0"0,-1-1 0 0 0,0 1 0 0 0,1 0 0 0 0,0 0 0 0 0,-1-1 0 0 0,1 1 0 0 0,0 0 0 0 0,-1 0 0 0 0,1 0 0 0 0,0 1 0 0 0,0-1 0 0 0,0 0 0 0 0,0 1 0 0 0,0-1 0 0 0,0 1 0 0 0,0 0 0 0 0,3 0 0 0 0,-3 0-302 0 0,0 0 0 0 0,-1 1 0 0 0,1-1 0 0 0,0 1 0 0 0,0 0 0 0 0,-1 0 0 0 0,1 0 0 0 0,0 0 1 0 0,-1 0-1 0 0,1 0 0 0 0,-1 0 0 0 0,0 0 0 0 0,1 0 0 0 0,-1 1 0 0 0,0-1 0 0 0,2 3 0 0 0,4 7-148 0 0,0 1 0 0 0,-1 0 0 0 0,0 0 0 0 0,6 23 0 0 0,-2-9 418 0 0,14 31-436 0 0,2-1 1 0 0,2-2 0 0 0,66 95-1 0 0,-86-140-87 0 0,0 0 0 0 0,0-1 0 0 0,1 0 0 0 0,13 11-1 0 0,-20-17-106 0 0,0-1 0 0 0,0 1-1 0 0,0-1 1 0 0,0 0 0 0 0,0 0 0 0 0,0 1-1 0 0,0-1 1 0 0,0 0 0 0 0,0-1-1 0 0,1 1 1 0 0,-1 0 0 0 0,0-1-1 0 0,1 1 1 0 0,-1-1 0 0 0,0 0 0 0 0,1 0-1 0 0,-1 0 1 0 0,0 0 0 0 0,1 0-1 0 0,-1 0 1 0 0,1-1 0 0 0,-1 1 0 0 0,0-1-1 0 0,0 1 1 0 0,1-1 0 0 0,-1 0-1 0 0,0 0 1 0 0,0 0 0 0 0,3-2-1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1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61 7834 0 0,'-27'18'9147'0'0,"41"-20"-7109"0"0,84-31 912 0 0,0-3-4856 0 0,-79 29-5306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2.4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0,'17'0'7540'0'0,"1"0"-2505"0"0,5 4-3325 0 0,-21-3-1661 0 0,0 0 1 0 0,0 0-1 0 0,-1 1 0 0 0,1-1 0 0 0,0 1 1 0 0,0-1-1 0 0,-1 1 0 0 0,1 0 0 0 0,-1-1 1 0 0,1 1-1 0 0,-1 0 0 0 0,0 0 0 0 0,0 0 1 0 0,0 0-1 0 0,0 0 0 0 0,0 0 0 0 0,1 5 1 0 0,10 29 90 0 0,-1 2 0 0 0,-3-1 1 0 0,-1 1-1 0 0,4 65 0 0 0,-13-66-133 0 0,1-30-23 0 0,1 0-1 0 0,-1 0 1 0 0,1 0 0 0 0,0-1 0 0 0,1 1-1 0 0,-1 0 1 0 0,1 0 0 0 0,1 0 0 0 0,-1 0-1 0 0,4 7 1 0 0,-5-13-51 0 0,0-1-1 0 0,1 1 0 0 0,-1 0 1 0 0,1 0-1 0 0,-1-1 1 0 0,1 1-1 0 0,-1 0 1 0 0,1-1-1 0 0,-1 1 0 0 0,1 0 1 0 0,0-1-1 0 0,-1 1 1 0 0,1-1-1 0 0,0 1 1 0 0,0-1-1 0 0,-1 1 1 0 0,1-1-1 0 0,0 0 0 0 0,0 1 1 0 0,0-1-1 0 0,0 0 1 0 0,-1 0-1 0 0,1 1 1 0 0,0-1-1 0 0,0 0 0 0 0,0 0 1 0 0,0 0-1 0 0,0 0 1 0 0,0 0-1 0 0,-1 0 1 0 0,1-1-1 0 0,0 1 0 0 0,0 0 1 0 0,0 0-1 0 0,0 0 1 0 0,0-1-1 0 0,-1 1 1 0 0,1-1-1 0 0,0 1 0 0 0,0 0 1 0 0,-1-1-1 0 0,1 1 1 0 0,0-1-1 0 0,-1 0 1 0 0,1 1-1 0 0,0-1 0 0 0,-1 0 1 0 0,1 1-1 0 0,-1-1 1 0 0,1-1-1 0 0,5-4-968 0 0,-1 0 0 0 0,-1-1 0 0 0,9-13 1 0 0,-6 5 901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2.8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10 106 3225 0 0,'0'0'122'0'0,"-1"-1"0"0"0,0 1 0 0 0,1-1 0 0 0,-1 1 0 0 0,0-1 0 0 0,1 1 0 0 0,-1-1 1 0 0,1 1-1 0 0,-1-1 0 0 0,1 1 0 0 0,-1-1 0 0 0,1 0 0 0 0,0 1 0 0 0,-1-1 0 0 0,1 0 1 0 0,0 1-1 0 0,-1-1 0 0 0,1 0 0 0 0,0 0 0 0 0,0 1 0 0 0,0-1 0 0 0,0 0 0 0 0,0 0 0 0 0,0 1 1 0 0,0-1-1 0 0,0 0 0 0 0,0-1 0 0 0,1 0 192 0 0,-1 0 0 0 0,1 0 0 0 0,0 1 0 0 0,0-1 0 0 0,0 0 1 0 0,0 0-1 0 0,0 1 0 0 0,0-1 0 0 0,1 1 0 0 0,1-3 0 0 0,4-2 647 0 0,0 0 1 0 0,0 1-1 0 0,15-9 0 0 0,-10 8-331 0 0,0 0 0 0 0,0 1 0 0 0,0 1 0 0 0,1 0 0 0 0,13-2-1 0 0,-22 5-446 0 0,0 0 0 0 0,-1 0 0 0 0,1 1 0 0 0,0-1 0 0 0,0 1 0 0 0,0 0 0 0 0,0 0 0 0 0,0 1 0 0 0,0-1-1 0 0,0 1 1 0 0,-1 0 0 0 0,1 0 0 0 0,0 0 0 0 0,0 0 0 0 0,-1 1 0 0 0,1-1 0 0 0,-1 1 0 0 0,1 0 0 0 0,-1 0 0 0 0,0 1-1 0 0,4 2 1 0 0,-4 0-131 0 0,1 0 0 0 0,-1 0-1 0 0,0 1 1 0 0,-1-1-1 0 0,1 1 1 0 0,-1 0 0 0 0,0 0-1 0 0,0 0 1 0 0,-1 0-1 0 0,0 0 1 0 0,1 8 0 0 0,-1-2-55 0 0,0-1 0 0 0,-1 1 0 0 0,-1 0 0 0 0,1-1 0 0 0,-4 13 0 0 0,2-16-4 0 0,-1 0 0 0 0,1-1 0 0 0,-2 1 0 0 0,1-1-1 0 0,-1 0 1 0 0,0 0 0 0 0,-1 0 0 0 0,-5 6 0 0 0,-12 20-53 0 0,22-33 49 0 0,-1 1 0 0 0,1-1 0 0 0,0 0 0 0 0,0 0-1 0 0,0 0 1 0 0,0 1 0 0 0,0-1 0 0 0,0 0 0 0 0,0 0 0 0 0,-1 0 0 0 0,1 1 0 0 0,0-1 0 0 0,0 0 0 0 0,0 0 0 0 0,0 0 0 0 0,0 1 0 0 0,0-1 0 0 0,0 0 0 0 0,0 0 0 0 0,0 1 0 0 0,0-1 0 0 0,0 0-1 0 0,1 0 1 0 0,-1 0 0 0 0,0 1 0 0 0,0-1 0 0 0,0 0 0 0 0,0 0 0 0 0,0 0 0 0 0,0 1 0 0 0,0-1 0 0 0,1 0 0 0 0,-1 0 0 0 0,0 0 0 0 0,0 0 0 0 0,0 1 0 0 0,1-1 0 0 0,10 2-432 0 0,19-4-366 0 0,-23 2 578 0 0,12-1 207 0 0,1 0 0 0 0,-1 2 0 0 0,25 4 0 0 0,-40-5 26 0 0,1 1-1 0 0,-1 0 1 0 0,0 0 0 0 0,0 0-1 0 0,1 0 1 0 0,-1 1 0 0 0,0-1 0 0 0,0 1-1 0 0,0 0 1 0 0,0 0 0 0 0,-1 1-1 0 0,1-1 1 0 0,-1 1 0 0 0,1 0-1 0 0,-1 0 1 0 0,0 0 0 0 0,0 0 0 0 0,0 0-1 0 0,0 1 1 0 0,3 5 0 0 0,-5-5 18 0 0,0 0 0 0 0,0 0 0 0 0,-1 0-1 0 0,1 0 1 0 0,-1 0 0 0 0,0 0 0 0 0,0 0 0 0 0,0 0 0 0 0,-1 0 0 0 0,0 0 0 0 0,1 0 0 0 0,-1 0 0 0 0,-1 0 0 0 0,1 0 0 0 0,0 0 0 0 0,-1-1 0 0 0,0 1 0 0 0,0 0 0 0 0,0-1 0 0 0,0 0 0 0 0,-1 1-1 0 0,1-1 1 0 0,-1 0 0 0 0,0 0 0 0 0,-3 2 0 0 0,-1 3-64 0 0,-1-1 1 0 0,0 0-1 0 0,-1-1 0 0 0,0 0 0 0 0,0 0 0 0 0,0-1 0 0 0,0 0 1 0 0,-16 5-1 0 0,7-5-4909 0 0,2-2-1678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3.8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37 3681 0 0,'-10'1'1371'0'0,"17"-1"-94"0"0,-6 0-1142 0 0,0 0 0 0 0,0 0 1 0 0,0 0-1 0 0,23-21 10079 0 0,-14 4-6774 0 0,-16 24-1745 0 0,3 2-1656 0 0,0-1-1 0 0,1 1 0 0 0,0 0 0 0 0,1 0 1 0 0,0 1-1 0 0,0 14 0 0 0,6 64 21 0 0,0 3-64 0 0,-10-28 38 0 0,3-41-25 0 0,0 0-1 0 0,1 0 1 0 0,3 30 0 0 0,-2-50-5 0 0,1 0 1 0 0,-1 0-1 0 0,0 0 0 0 0,1 0 1 0 0,-1 0-1 0 0,1 0 0 0 0,0 0 1 0 0,-1 0-1 0 0,1 0 0 0 0,0 0 1 0 0,0 0-1 0 0,0 0 0 0 0,0-1 1 0 0,1 1-1 0 0,-1-1 0 0 0,0 1 1 0 0,4 2-1 0 0,-4-3 11 0 0,0-1-1 0 0,1 1 1 0 0,-1-1 0 0 0,1 1-1 0 0,-1-1 1 0 0,0 0 0 0 0,1 0-1 0 0,-1 1 1 0 0,1-1-1 0 0,-1 0 1 0 0,1 0 0 0 0,-1-1-1 0 0,1 1 1 0 0,-1 0 0 0 0,1 0-1 0 0,-1-1 1 0 0,0 1 0 0 0,1 0-1 0 0,1-2 1 0 0,7-3 82 0 0,0-1 0 0 0,0 0 0 0 0,0 0-1 0 0,-1-1 1 0 0,9-9 0 0 0,-3 4-57 0 0,14-7-166 0 0,0 1 0 0 0,1 2 0 0 0,0 1 1 0 0,1 2-1 0 0,51-15 0 0 0,-66 22-270 0 0,-1 0-424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4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 2 7370 0 0,'-2'-1'384'0'0,"0"1"0"0"0,-1-1 0 0 0,1 1 1 0 0,0 0-1 0 0,-1 0 0 0 0,1 0 1 0 0,0 0-1 0 0,0 1 0 0 0,-1-1 1 0 0,1 0-1 0 0,0 1 0 0 0,0 0 0 0 0,0-1 1 0 0,-1 1-1 0 0,1 0 0 0 0,0 0 1 0 0,0 0-1 0 0,0 0 0 0 0,0 1 1 0 0,-2 1-1 0 0,-1 0 237 0 0,0 1-1 0 0,1 0 1 0 0,-1 0 0 0 0,1 0 0 0 0,0 0 0 0 0,-7 10 0 0 0,8-8-528 0 0,0 1 1 0 0,0 0-1 0 0,0 0 1 0 0,1 0 0 0 0,0 0-1 0 0,1 1 1 0 0,0-1 0 0 0,0 0-1 0 0,0 1 1 0 0,1-1-1 0 0,0 0 1 0 0,0 1 0 0 0,1-1-1 0 0,0 0 1 0 0,0 1 0 0 0,1-1-1 0 0,0 0 1 0 0,0 0-1 0 0,1 0 1 0 0,0 0 0 0 0,0 0-1 0 0,6 8 1 0 0,-3-4-107 0 0,1 0 0 0 0,1 0 0 0 0,0-1 0 0 0,0 0 0 0 0,1 0-1 0 0,0-1 1 0 0,1 0 0 0 0,0-1 0 0 0,0 0 0 0 0,1 0 0 0 0,21 11 0 0 0,-27-17-3 0 0,0 0 0 0 0,1 0-1 0 0,-1 0 1 0 0,0-1 0 0 0,1 0 0 0 0,-1 0 0 0 0,0 0-1 0 0,1-1 1 0 0,-1 1 0 0 0,1-1 0 0 0,0-1-1 0 0,-1 1 1 0 0,10-3 0 0 0,-12 2 45 0 0,-1 1 0 0 0,1-1-1 0 0,-1-1 1 0 0,1 1 0 0 0,-1 0 0 0 0,0 0-1 0 0,0-1 1 0 0,0 0 0 0 0,0 1 0 0 0,0-1-1 0 0,0 0 1 0 0,0 0 0 0 0,-1 0 0 0 0,1 0-1 0 0,0 0 1 0 0,-1 0 0 0 0,0 0 0 0 0,1-1 0 0 0,-1 1-1 0 0,0-1 1 0 0,0 1 0 0 0,-1-1 0 0 0,1 1-1 0 0,0-1 1 0 0,-1 1 0 0 0,0-1 0 0 0,1 1-1 0 0,-1-1 1 0 0,0 0 0 0 0,0 1 0 0 0,-1-4-1 0 0,0-4 16 0 0,0 0-1 0 0,-1 0 1 0 0,0 1-1 0 0,-1-1 1 0 0,0 0-1 0 0,0 1 0 0 0,-1-1 1 0 0,-1 1-1 0 0,1 0 1 0 0,-1 1-1 0 0,-1-1 0 0 0,0 1 1 0 0,0 0-1 0 0,0 0 1 0 0,-1 1-1 0 0,0 0 1 0 0,-1 0-1 0 0,0 0 0 0 0,0 1 1 0 0,-9-5-1 0 0,8 6-955 0 0,0 0 0 0 0,0 0-1 0 0,-1 1 1 0 0,0 0 0 0 0,0 0-1 0 0,0 2 1 0 0,-11-3 0 0 0,4 3-6007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4.7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23 1840 0 0,'-3'-1'181'0'0,"-54"-16"4380"0"0,51 16-3412 0 0,1-1 0 0 0,-1 2 0 0 0,0-1 0 0 0,1 1 0 0 0,-1-1 0 0 0,0 2 0 0 0,-11 0 0 0 0,16 0-993 0 0,0 0 0 0 0,1-1-1 0 0,-1 1 1 0 0,0 0 0 0 0,1 0 0 0 0,-1-1-1 0 0,1 1 1 0 0,-1 0 0 0 0,1 0 0 0 0,-1 0-1 0 0,1 0 1 0 0,0 0 0 0 0,-1 0 0 0 0,1 0 0 0 0,0 0-1 0 0,0 0 1 0 0,0-1 0 0 0,-1 1 0 0 0,1 1-1 0 0,-2 26 344 0 0,1-22-139 0 0,1 3-303 0 0,-1 1-1 0 0,2-1 0 0 0,-1 0 1 0 0,1 0-1 0 0,0 0 1 0 0,1 0-1 0 0,4 13 0 0 0,-6-20-134 0 0,1 0 0 0 0,-1-1-1 0 0,1 1 1 0 0,-1 0-1 0 0,1-1 1 0 0,0 1 0 0 0,0-1-1 0 0,0 1 1 0 0,-1-1-1 0 0,2 0 1 0 0,-1 1 0 0 0,0-1-1 0 0,0 0 1 0 0,0 1-1 0 0,0-1 1 0 0,1 0-1 0 0,-1 0 1 0 0,1 0 0 0 0,-1 0-1 0 0,1-1 1 0 0,-1 1-1 0 0,1 0 1 0 0,-1-1 0 0 0,1 1-1 0 0,0-1 1 0 0,-1 1-1 0 0,1-1 1 0 0,0 0-1 0 0,-1 1 1 0 0,1-1 0 0 0,0 0-1 0 0,-1 0 1 0 0,1 0-1 0 0,0-1 1 0 0,-1 1 0 0 0,1 0-1 0 0,0-1 1 0 0,-1 1-1 0 0,1-1 1 0 0,0 1-1 0 0,-1-1 1 0 0,1 0 0 0 0,-1 0-1 0 0,1 1 1 0 0,-1-1-1 0 0,1 0 1 0 0,1-2 0 0 0,3-2 50 0 0,-1 0 1 0 0,1 0 0 0 0,-1-1 0 0 0,0 1 0 0 0,0-1 0 0 0,7-13 0 0 0,-9 14 384 0 0,0 0-1 0 0,1 0 1 0 0,-1 1-1 0 0,1-1 1 0 0,0 1-1 0 0,0-1 1 0 0,0 1-1 0 0,1 0 1 0 0,-1 1-1 0 0,1-1 1 0 0,9-4-1 0 0,-13 8-309 0 0,0 0-1 0 0,-1 0 0 0 0,1 0 1 0 0,0 0-1 0 0,0 0 0 0 0,0 0 1 0 0,0 0-1 0 0,0 0 0 0 0,0 1 0 0 0,0-1 1 0 0,-1 0-1 0 0,1 0 0 0 0,0 1 1 0 0,0-1-1 0 0,0 1 0 0 0,-1-1 1 0 0,1 1-1 0 0,0-1 0 0 0,0 1 1 0 0,-1-1-1 0 0,1 1 0 0 0,0 0 0 0 0,-1-1 1 0 0,1 1-1 0 0,-1 0 0 0 0,1 0 1 0 0,-1-1-1 0 0,1 1 0 0 0,-1 0 1 0 0,0 0-1 0 0,1 0 0 0 0,-1 1 1 0 0,16 38-464 0 0,-10-22-1519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5.3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293 403 920 0 0,'-12'-3'2400'0'0,"0"0"1"0"0,-1 1-1 0 0,1 1 0 0 0,-20-1 0 0 0,24 3-1730 0 0,-1 0-1 0 0,0 0 0 0 0,0 1 1 0 0,1 0-1 0 0,-1 1 0 0 0,1-1 1 0 0,-11 6-1 0 0,4-1-94 0 0,0 1 1 0 0,1 1-1 0 0,-26 19 0 0 0,36-25-548 0 0,0 0-1 0 0,0 0 1 0 0,1 1-1 0 0,-1-1 1 0 0,1 1-1 0 0,0 0 1 0 0,0 0-1 0 0,0 0 1 0 0,1 0-1 0 0,-1 1 1 0 0,1-1-1 0 0,0 0 0 0 0,0 1 1 0 0,1 0-1 0 0,-1 0 1 0 0,1-1-1 0 0,-1 10 1 0 0,2-12-71 0 0,0 1 1 0 0,0-1 0 0 0,0 0-1 0 0,0 1 1 0 0,1-1 0 0 0,-1 0-1 0 0,1 1 1 0 0,0-1 0 0 0,-1 0-1 0 0,1 0 1 0 0,0 0 0 0 0,0 1-1 0 0,0-1 1 0 0,1 0 0 0 0,-1 0 0 0 0,0 0-1 0 0,1-1 1 0 0,0 1 0 0 0,-1 0-1 0 0,1-1 1 0 0,0 1 0 0 0,3 2-1 0 0,-2-3 6 0 0,0 1 0 0 0,1-1 0 0 0,-1 1 0 0 0,1-1 0 0 0,0 0 0 0 0,-1-1 0 0 0,1 1-1 0 0,0-1 1 0 0,-1 1 0 0 0,1-1 0 0 0,0 0 0 0 0,-1 0 0 0 0,6-2 0 0 0,-3 2 50 0 0,-1-1 0 0 0,0 0 0 0 0,0 0 0 0 0,0-1 0 0 0,0 1 0 0 0,0-1 0 0 0,0 0 0 0 0,-1 0 1 0 0,1-1-1 0 0,0 0 0 0 0,-1 0 0 0 0,0 0 0 0 0,0 0 0 0 0,0 0 0 0 0,0-1 0 0 0,0 0 0 0 0,-1 0 0 0 0,0 0 0 0 0,1 0 0 0 0,-2 0 0 0 0,4-5 1 0 0,-3-7 25 0 0,0 0 1 0 0,-2 0-1 0 0,0 1 0 0 0,0-1 1 0 0,-1 0-1 0 0,-5-30 1 0 0,1 2-142 0 0,3-62 409 0 0,2 66 251 0 0,-2 0 1 0 0,-2 0 0 0 0,-12-66 0 0 0,15 105-523 0 0,0 1 0 0 0,0-1 0 0 0,0 0 0 0 0,0 0 0 0 0,0 0 0 0 0,0 0 1 0 0,-1 0-1 0 0,1 0 0 0 0,0 0 0 0 0,-1 0 0 0 0,1 0 0 0 0,-1 0 0 0 0,1 0 0 0 0,-1 0 0 0 0,1 1 0 0 0,-1-1 1 0 0,1 0-1 0 0,-1 0 0 0 0,0 1 0 0 0,1-1 0 0 0,-1 0 0 0 0,0 1 0 0 0,0-1 0 0 0,0 1 0 0 0,1-1 1 0 0,-1 1-1 0 0,0-1 0 0 0,0 1 0 0 0,0-1 0 0 0,0 1 0 0 0,-1 0 0 0 0,1 0-6 0 0,0 1 0 0 0,0 0-1 0 0,0 0 1 0 0,0 0 0 0 0,0 0 0 0 0,0 0-1 0 0,0 0 1 0 0,0 0 0 0 0,0 0 0 0 0,1 0-1 0 0,-1 0 1 0 0,0 0 0 0 0,1 0 0 0 0,-1 1-1 0 0,1-1 1 0 0,-1 0 0 0 0,1 1-1 0 0,0-1 1 0 0,0 0 0 0 0,-1 0 0 0 0,1 1-1 0 0,0 2 1 0 0,0 5-19 0 0,0 1 0 0 0,0 0-1 0 0,1 0 1 0 0,0-1 0 0 0,1 1 0 0 0,0 0-1 0 0,1-1 1 0 0,6 17 0 0 0,39 74-23 0 0,-41-85 18 0 0,7 11-202 0 0,-1 1-1 0 0,-2 0 0 0 0,0 1 1 0 0,-2 0-1 0 0,-1 1 0 0 0,-2 0 1 0 0,-1 0-1 0 0,-1 1 0 0 0,1 42 1 0 0,-5-39-5284 0 0,0-2-1793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6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26 6449 0 0,'-34'-16'3152'0'0,"11"6"2146"0"0,31 15-3817 0 0,0 0 0 0 0,0 1 0 0 0,0 0-1 0 0,11 11 1 0 0,52 62-1270 0 0,-67-74 40 0 0,18 24-51 0 0,-1 0 1 0 0,-1 1-1 0 0,-1 1 1 0 0,24 59-1 0 0,-33-65-946 0 0,-1 2 0 0 0,8 39 0 0 0,-13-47-1450 0 0,-2-1 0 0 0,0 1 0 0 0,-1 0 0 0 0,-2 24 0 0 0,-2-34-998 0 0,3-9 3008 0 0,0 1 1 0 0,-1-1-1 0 0,1 1 0 0 0,0-1 0 0 0,-1 1 0 0 0,1 0 1 0 0,0-1-1 0 0,0 1 0 0 0,0 0 0 0 0,0-1 0 0 0,0 1 1 0 0,0 0-1 0 0,0-1 0 0 0,0 1 0 0 0,0 0 1 0 0,0-1-1 0 0,0 1 0 0 0,0 0 0 0 0,0-1 0 0 0,0 1 1 0 0,1-1-1 0 0,-1 2 0 0 0,3 0 169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6.7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66 223 4633 0 0,'-2'-1'156'0'0,"1"-1"0"0"0,-1 1 0 0 0,1-1 1 0 0,0 1-1 0 0,-1-1 0 0 0,1 0 0 0 0,0 1 0 0 0,0-1 0 0 0,0 0 1 0 0,0 0-1 0 0,0 0 0 0 0,1 0 0 0 0,-2-4 0 0 0,2 3 206 0 0,0-1 1 0 0,1 1-1 0 0,-1 0 0 0 0,1-1 0 0 0,0 1 1 0 0,0 0-1 0 0,0 0 0 0 0,1-4 0 0 0,7-30 3720 0 0,-9 37-3916 0 0,0-1-1 0 0,1 0 0 0 0,-1 0 1 0 0,0 0-1 0 0,0 0 1 0 0,0 1-1 0 0,0-1 1 0 0,0 0-1 0 0,0 0 1 0 0,0 0-1 0 0,0 0 1 0 0,0 0-1 0 0,0 1 0 0 0,0-1 1 0 0,-1 0-1 0 0,1 0 1 0 0,0 0-1 0 0,-1 1 1 0 0,1-1-1 0 0,0 0 1 0 0,-1 0-1 0 0,1 1 0 0 0,-1-1 1 0 0,1 0-1 0 0,-1 1 1 0 0,0-1-1 0 0,1 1 1 0 0,-1-1-1 0 0,1 0 1 0 0,-1 1-1 0 0,0-1 1 0 0,0 1-1 0 0,1 0 0 0 0,-1-1 1 0 0,0 1-1 0 0,0 0 1 0 0,0-1-1 0 0,1 1 1 0 0,-2 0-1 0 0,-9 29 873 0 0,8-17-1108 0 0,2-9 52 0 0,0 1 2 0 0,-1 0 0 0 0,1-1-1 0 0,-1 1 1 0 0,0 0 0 0 0,0 0-1 0 0,0-1 1 0 0,0 1 0 0 0,-1-1-1 0 0,1 1 1 0 0,-1-1 0 0 0,0 0-1 0 0,0 0 1 0 0,-4 2 0 0 0,11-22 848 0 0,12-15-672 0 0,-6 14 14 0 0,0 0 0 0 0,-2-1 0 0 0,11-34 0 0 0,-18 51-148 0 0,0 0-1 0 0,0 0 1 0 0,-1 0-1 0 0,1 0 1 0 0,1 0-1 0 0,-1 0 1 0 0,0 0 0 0 0,0 1-1 0 0,1-1 1 0 0,-1 0-1 0 0,1 1 1 0 0,-1-1-1 0 0,1 1 1 0 0,0 0 0 0 0,0-1-1 0 0,-1 1 1 0 0,1 0-1 0 0,0 0 1 0 0,0 0 0 0 0,0 0-1 0 0,0 0 1 0 0,0 1-1 0 0,1-1 1 0 0,-1 1-1 0 0,0-1 1 0 0,4 1 0 0 0,-3-1-17 0 0,0 1 1 0 0,0 0-1 0 0,0 0 1 0 0,0 1 0 0 0,0-1-1 0 0,0 0 1 0 0,0 1-1 0 0,0 0 1 0 0,0 0 0 0 0,0 0-1 0 0,0 0 1 0 0,-1 0 0 0 0,1 0-1 0 0,0 1 1 0 0,-1-1-1 0 0,1 1 1 0 0,-1 0 0 0 0,1 0-1 0 0,2 2 1 0 0,-5-3-11 0 0,23 25 199 0 0,32 31-1 0 0,-45-48-679 0 0,1-1 0 0 0,-1-1 0 0 0,1 1 0 0 0,1-2 0 0 0,-1 0 0 0 0,23 9 1 0 0,-16-9-7137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7.4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176 1 9218 0 0,'7'5'11065'0'0,"-2"3"-10888"0"0,0 1 0 0 0,-1 0 1 0 0,0 0-1 0 0,0 0 0 0 0,-1 1 0 0 0,0-1 1 0 0,-1 1-1 0 0,0 0 0 0 0,-1 0 0 0 0,0 0 1 0 0,0 0-1 0 0,-1 10 0 0 0,-3 20-221 0 0,-12 71-1 0 0,1-11 187 0 0,8-51-111 0 0,-1 0 1 0 0,-3-1-1 0 0,-1 0 1 0 0,-3 0-1 0 0,-21 49 1 0 0,22-67-17 0 0,4-4 38 0 0,-1-2-1 0 0,-1 1 1 0 0,-2-1 0 0 0,-29 42 0 0 0,38-55 167 0 0,11-9-334 0 0,15-11-450 0 0,-6-7-2953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8:47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59 1840 0 0,'-1'0'195'0'0,"0"-1"-1"0"0,0 0 0 0 0,0 1 1 0 0,0-1-1 0 0,0 0 1 0 0,0 1-1 0 0,0-1 0 0 0,0 0 1 0 0,0 0-1 0 0,0 0 0 0 0,0 0 1 0 0,1 0-1 0 0,-1 0 0 0 0,0 0 1 0 0,1 0-1 0 0,-1 0 1 0 0,0 0-1 0 0,1 0 0 0 0,-1-2 1 0 0,0 2 500 0 0,1-1 0 0 0,-1 1 0 0 0,1-1 0 0 0,-1 0 1 0 0,1 1-1 0 0,0-1 0 0 0,-1 0 0 0 0,1 0 0 0 0,0 1 0 0 0,0-1 1 0 0,0 0-1 0 0,0 0 0 0 0,1 1 0 0 0,-1-1 0 0 0,0 0 0 0 0,1 1 1 0 0,2-7 2779 0 0,-1 4-2779 0 0,4 7 661 0 0,-2 0-1331 0 0,0 0 0 0 0,0 0-1 0 0,0 0 1 0 0,0 1 0 0 0,-1-1-1 0 0,1 1 1 0 0,-1 0 0 0 0,0 0-1 0 0,0 0 1 0 0,-1 1-1 0 0,1-1 1 0 0,-1 1 0 0 0,2 4-1 0 0,-2-6-21 0 0,0 1 25 0 0,1 0-1 0 0,-1 0 1 0 0,1 0-1 0 0,0 0 1 0 0,0 0-1 0 0,0-1 1 0 0,1 0-1 0 0,-1 0 1 0 0,1 0-1 0 0,0 0 1 0 0,0 0 0 0 0,0-1-1 0 0,0 1 1 0 0,0-1-1 0 0,1 0 1 0 0,-1-1-1 0 0,0 1 1 0 0,1-1-1 0 0,0 0 1 0 0,-1 0-1 0 0,1 0 1 0 0,0 0 0 0 0,-1-1-1 0 0,1 0 1 0 0,0 0-1 0 0,0 0 1 0 0,-1-1-1 0 0,1 0 1 0 0,0 0-1 0 0,-1 0 1 0 0,1 0-1 0 0,-1 0 1 0 0,1-1 0 0 0,-1 0-1 0 0,0 0 1 0 0,6-4-1 0 0,16-10-716 0 0,40-32 0 0 0,-55 40-199 0 0,10-8-7108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9:59.0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41 206 1376 0 0,'-2'0'330'0'0,"1"0"0"0"0,-1 0 0 0 0,0 0 0 0 0,1 0 0 0 0,-1 0 0 0 0,1 0 0 0 0,-1-1 1 0 0,0 1-1 0 0,1 0 0 0 0,-1-1 0 0 0,0 1 0 0 0,1-1 0 0 0,-1 0 0 0 0,1 1 0 0 0,0-1 0 0 0,-1 0 0 0 0,1 0 0 0 0,-1 0 0 0 0,1 0 0 0 0,0 0 0 0 0,0 0 0 0 0,0-1 0 0 0,-2-1 0 0 0,2 0 31 0 0,0 1 0 0 0,1 0 0 0 0,-1 0 0 0 0,1 0 1 0 0,0 0-1 0 0,-1 0 0 0 0,1-1 0 0 0,0 1 0 0 0,0 0 0 0 0,1 0 0 0 0,-1 0 0 0 0,0 0 0 0 0,1 0 1 0 0,-1-1-1 0 0,2-2 0 0 0,2-4 394 0 0,0-1 1 0 0,1 1-1 0 0,-1 0 1 0 0,2 1-1 0 0,-1-1 1 0 0,11-10-1 0 0,-6 8-435 0 0,1 1 1 0 0,1 0-1 0 0,12-9 1 0 0,-18 16-249 0 0,-1-1 1 0 0,1 1 0 0 0,0 0 0 0 0,-1 0 0 0 0,1 0 0 0 0,1 1-1 0 0,-1 0 1 0 0,0 0 0 0 0,10-1 0 0 0,-15 3-72 0 0,0 0 0 0 0,0 0 0 0 0,0 0-1 0 0,0 0 1 0 0,0 0 0 0 0,1 0 0 0 0,-1 0 0 0 0,0 0 0 0 0,0 1 0 0 0,0-1 0 0 0,0 1 0 0 0,0-1 0 0 0,0 0 0 0 0,0 1 0 0 0,0 0 0 0 0,0-1-1 0 0,0 1 1 0 0,0 0 0 0 0,0-1 0 0 0,-1 1 0 0 0,1 0 0 0 0,0 0 0 0 0,0 0 0 0 0,-1-1 0 0 0,2 3 0 0 0,-1-1-1 0 0,0 1 1 0 0,0 0 0 0 0,0 0-1 0 0,0-1 1 0 0,0 1-1 0 0,-1 0 1 0 0,1 0 0 0 0,-1 0-1 0 0,0 5 1 0 0,0 4-3 0 0,-1-1 1 0 0,-1 1-1 0 0,-5 21 1 0 0,-5 1 27 0 0,0-2 1 0 0,-22 39-1 0 0,20-44 6 0 0,1 1 0 0 0,2 0 1 0 0,-13 44-1 0 0,24-70-17 0 0,-1 0-1 0 0,1-1 1 0 0,-1 1 0 0 0,1 0 0 0 0,0 0-1 0 0,0-1 1 0 0,0 1 0 0 0,0 0 0 0 0,0 0 0 0 0,0-1-1 0 0,0 1 1 0 0,1 0 0 0 0,-1-1 0 0 0,1 1-1 0 0,-1 0 1 0 0,1-1 0 0 0,0 1 0 0 0,-1 0 0 0 0,2 1-1 0 0,-1-2 3 0 0,0 0 1 0 0,1 0-1 0 0,-1 0 0 0 0,0-1 0 0 0,0 1 0 0 0,1 0 0 0 0,-1 0 1 0 0,0-1-1 0 0,1 1 0 0 0,-1-1 0 0 0,1 1 0 0 0,-1-1 0 0 0,1 0 1 0 0,-1 0-1 0 0,1 1 0 0 0,-1-1 0 0 0,3 0 0 0 0,8-2 64 0 0,-1 1 0 0 0,1-1 0 0 0,-1-1 0 0 0,19-6 0 0 0,-11 3-77 0 0,8-2-179 0 0,112-27-604 0 0,-45 20-4817 0 0,-79 14-742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9:59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44 271 3225 0 0,'-2'-11'1542'0'0,"-2"1"1"0"0,0-1-1 0 0,0 1 1 0 0,-7-13-1 0 0,-8-26 9389 0 0,28 52-9996 0 0,10 8-800 0 0,-18-11-60 0 0,8 9 25 0 0,-1-1 0 0 0,0 1 1 0 0,-1 1-1 0 0,1 0 0 0 0,-2 0 0 0 0,0 0 0 0 0,0 0 1 0 0,8 21-1 0 0,-6-14-81 0 0,0-1 0 0 0,15 22 0 0 0,-19-33-14 0 0,-1 0 0 0 0,1-1 0 0 0,0 0 0 0 0,0 0-1 0 0,1 0 1 0 0,-1 0 0 0 0,1 0 0 0 0,0-1 0 0 0,0 0 0 0 0,0 0 0 0 0,9 3-1 0 0,-11-5 21 0 0,-1-1-1 0 0,0 1 1 0 0,1-1-1 0 0,-1 1 1 0 0,1-1-1 0 0,-1 0 1 0 0,0 0-1 0 0,1 0 1 0 0,-1-1-1 0 0,1 1 1 0 0,-1 0-1 0 0,0-1 1 0 0,1 0-1 0 0,-1 1 0 0 0,0-1 1 0 0,0 0-1 0 0,1 0 1 0 0,-1 0-1 0 0,0-1 1 0 0,0 1-1 0 0,0 0 1 0 0,0-1-1 0 0,-1 0 1 0 0,1 1-1 0 0,0-1 1 0 0,-1 0-1 0 0,1 0 1 0 0,-1 0-1 0 0,1 0 0 0 0,-1 0 1 0 0,0 0-1 0 0,2-3 1 0 0,4-9 172 0 0,-1 0-1 0 0,0 0 1 0 0,8-27 0 0 0,-13 35-178 0 0,24-100 315 0 0,-18 70-1211 0 0,23-69 1 0 0,-16 75-1648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09:59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 11058 0 0,'10'-4'5772'0'0,"-9"5"-5667"0"0,5 21 2586 0 0,-4 30-987 0 0,-17 141-325 0 0,7-117-1518 0 0,4-1-1 0 0,4 81 1 0 0,1-148-103 0 0,0 0 0 0 0,0 0 0 0 0,0 0-1 0 0,1 0 1 0 0,5 13 0 0 0,7 0-6297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0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160 109 4145 0 0,'3'-26'567'0'0,"-2"22"43"0"0,0 0 0 0 0,0 0 1 0 0,-1 0-1 0 0,0 0 0 0 0,0 0 0 0 0,0-1 0 0 0,0 1 0 0 0,0 0 0 0 0,-2-5 0 0 0,2 8-526 0 0,0 1 1 0 0,-1 0-1 0 0,1-1 0 0 0,0 1 1 0 0,0 0-1 0 0,-1 0 0 0 0,1-1 1 0 0,0 1-1 0 0,-1 0 1 0 0,1 0-1 0 0,0-1 0 0 0,-1 1 1 0 0,1 0-1 0 0,0 0 0 0 0,-1 0 1 0 0,1 0-1 0 0,-1 0 0 0 0,1-1 1 0 0,0 1-1 0 0,-1 0 0 0 0,1 0 1 0 0,0 0-1 0 0,-1 0 0 0 0,1 0 1 0 0,-1 0-1 0 0,1 0 1 0 0,0 1-1 0 0,-1-1 0 0 0,1 0 1 0 0,0 0-1 0 0,-1 0 0 0 0,1 0 1 0 0,-1 0-1 0 0,1 0 0 0 0,0 1 1 0 0,-1-1-1 0 0,1 0 0 0 0,0 0 1 0 0,0 1-1 0 0,-1-1 0 0 0,1 0 1 0 0,0 0-1 0 0,-1 1 1 0 0,1-1-1 0 0,0 1 0 0 0,-17 15 712 0 0,16-14-571 0 0,-36 43 604 0 0,-56 93 0 0 0,109-152 874 0 0,13-18-742 0 0,4-21-209 0 0,17-22-152 0 0,-45 69-495 0 0,0-1 0 0 0,1 1 0 0 0,0 0 0 0 0,0 0 0 0 0,0 1 0 0 0,1 0 0 0 0,0 0 0 0 0,8-4 0 0 0,-13 8-75 0 0,1 0 0 0 0,-1-1 0 0 0,1 1 0 0 0,0 0-1 0 0,0 1 1 0 0,0-1 0 0 0,0 0 0 0 0,0 1 0 0 0,0 0 0 0 0,-1-1 0 0 0,1 1 0 0 0,0 0 0 0 0,0 1 0 0 0,0-1 0 0 0,0 0 0 0 0,0 1 0 0 0,0 0 0 0 0,0 0 0 0 0,0-1-1 0 0,-1 2 1 0 0,1-1 0 0 0,0 0 0 0 0,-1 1 0 0 0,1-1 0 0 0,-1 1 0 0 0,1-1 0 0 0,-1 1 0 0 0,0 0 0 0 0,0 0 0 0 0,0 0 0 0 0,4 5 0 0 0,3 7-27 0 0,1 0-1 0 0,-2 0 1 0 0,0 1 0 0 0,10 26 0 0 0,-1-4-178 0 0,36 55-2572 0 0,-29-55-4633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0.6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46 5985 0 0,'-4'-9'-318'0'0,"-2"-25"11114"0"0,7 31-10263 0 0,-1 3-420 0 0,1 0 1 0 0,-1 0-1 0 0,1 0 1 0 0,-1 0-1 0 0,1 0 0 0 0,-1 0 1 0 0,1 0-1 0 0,-1 0 1 0 0,1 0-1 0 0,0 1 1 0 0,-1-1-1 0 0,1 0 1 0 0,-1 0-1 0 0,1 0 1 0 0,-1 1-1 0 0,0-1 1 0 0,1 0-1 0 0,-1 0 1 0 0,1 1-1 0 0,-1-1 0 0 0,1 0 1 0 0,-1 1-1 0 0,0-1 1 0 0,1 1-1 0 0,-1-1 1 0 0,0 0-1 0 0,1 1 1 0 0,-1-1-1 0 0,0 1 1 0 0,0-1-1 0 0,1 1 1 0 0,-1-1-1 0 0,0 2 1 0 0,13 17 514 0 0,1 12-379 0 0,-2 0 1 0 0,-1 1-1 0 0,-2 1 1 0 0,-1 0-1 0 0,6 49 1 0 0,2 6-463 0 0,-15-82-221 0 0,0-1 0 0 0,1 0 1 0 0,0 0-1 0 0,0 0 0 0 0,4 8 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1.0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33 210 3225 0 0,'-13'-49'3433'0'0,"-6"1"7137"0"0,21 62-6434 0 0,-2 16-2807 0 0,1 11-1380 0 0,0-33 76 0 0,1 0-1 0 0,0 0 1 0 0,0-1 0 0 0,1 1-1 0 0,0-1 1 0 0,0 1 0 0 0,1-1-1 0 0,0 0 1 0 0,0-1 0 0 0,1 1-1 0 0,7 8 1 0 0,-10-13-16 0 0,1 1 0 0 0,-1-1 0 0 0,0 0 0 0 0,1-1 0 0 0,-1 1 0 0 0,1 0 0 0 0,-1-1 0 0 0,1 1 0 0 0,0-1 0 0 0,0 0 0 0 0,0 0 0 0 0,-1 0 0 0 0,1 0 0 0 0,0-1 0 0 0,0 1 0 0 0,0-1 1 0 0,0 0-1 0 0,1 1 0 0 0,-1-1 0 0 0,0-1 0 0 0,0 1 0 0 0,0 0 0 0 0,0-1 0 0 0,0 0 0 0 0,0 1 0 0 0,-1-1 0 0 0,1 0 0 0 0,0-1 0 0 0,0 1 0 0 0,0 0 0 0 0,-1-1 0 0 0,1 0 0 0 0,2-2 0 0 0,7-6 60 0 0,-2 0 1 0 0,1-1-1 0 0,-1 0 1 0 0,-1-1-1 0 0,0 0 1 0 0,-1-1-1 0 0,12-22 1 0 0,5-7 77 0 0,-18 31-552 0 0,46-70 1474 0 0,-35 54-3024 0 0,1 2-3404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2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99 333 6913 0 0,'-8'-4'698'0'0,"1"0"0"0"0,-1-1 0 0 0,1 0-1 0 0,0 0 1 0 0,0 0 0 0 0,0-1 0 0 0,1 0-1 0 0,0-1 1 0 0,0 1 0 0 0,1-1 0 0 0,-6-9-1 0 0,9 13-491 0 0,0-1 0 0 0,0 0 0 0 0,1 1 0 0 0,-1-1-1 0 0,1 0 1 0 0,0 0 0 0 0,0 0 0 0 0,0 0 0 0 0,1 0 0 0 0,-1 0-1 0 0,1 0 1 0 0,0 0 0 0 0,0 0 0 0 0,1 0 0 0 0,-1 0 0 0 0,1 0-1 0 0,0 0 1 0 0,0 0 0 0 0,0 0 0 0 0,1 0 0 0 0,-1 1-1 0 0,1-1 1 0 0,0 0 0 0 0,0 1 0 0 0,4-7 0 0 0,12-13 526 0 0,37-40 1 0 0,-48 56-699 0 0,1 0 0 0 0,-1 0 0 0 0,2 0 0 0 0,-1 1 0 0 0,1 1 0 0 0,-1 0 0 0 0,2 0 0 0 0,16-7 0 0 0,-25 11-34 0 0,1 1 0 0 0,-1-1 0 0 0,1 1 0 0 0,-1 0 0 0 0,1-1 0 0 0,-1 1 0 0 0,1 0 0 0 0,-1 0 0 0 0,1 0 0 0 0,-1 0 0 0 0,1 0 0 0 0,-1 0 1 0 0,1 0-1 0 0,-1 1 0 0 0,1-1 0 0 0,-1 0 0 0 0,1 1 0 0 0,-1-1 0 0 0,0 1 0 0 0,1 0 0 0 0,-1-1 0 0 0,0 1 0 0 0,1 0 0 0 0,-1 0 0 0 0,0 0 0 0 0,2 2 0 0 0,-2-1-25 0 0,1 1 0 0 0,-1-1-1 0 0,0 1 1 0 0,1 0 0 0 0,-1-1-1 0 0,-1 1 1 0 0,1 0 0 0 0,0 0-1 0 0,-1 0 1 0 0,1 0 0 0 0,-1 0-1 0 0,0 5 1 0 0,-1 7-127 0 0,0 0 1 0 0,-1 0-1 0 0,-1 0 1 0 0,-6 19-1 0 0,-10 19-453 0 0,-33 66-1 0 0,33-81 461 0 0,2 2-1 0 0,1 0 0 0 0,-17 70 0 0 0,32-106 183 0 0,1-1 0 0 0,-1 1-1 0 0,1 0 1 0 0,0 0 0 0 0,0-1-1 0 0,0 1 1 0 0,0 0-1 0 0,0 0 1 0 0,1-1 0 0 0,0 1-1 0 0,0-1 1 0 0,0 1 0 0 0,0 0-1 0 0,1-1 1 0 0,2 7-1 0 0,-2-9-11 0 0,-1 1-1 0 0,0-1 1 0 0,1 1 0 0 0,-1-1-1 0 0,1 0 1 0 0,0 0-1 0 0,-1 0 1 0 0,1 0-1 0 0,0 0 1 0 0,0 0-1 0 0,-1 0 1 0 0,1-1 0 0 0,0 1-1 0 0,0 0 1 0 0,0-1-1 0 0,0 0 1 0 0,0 1-1 0 0,0-1 1 0 0,0 0-1 0 0,0 0 1 0 0,0 0 0 0 0,0 0-1 0 0,0-1 1 0 0,0 1-1 0 0,0 0 1 0 0,0-1-1 0 0,0 1 1 0 0,0-1-1 0 0,-1 0 1 0 0,4-1-1 0 0,11-6 121 0 0,0 0 0 0 0,-1-1 0 0 0,0-1-1 0 0,-1 0 1 0 0,0-1 0 0 0,-1 0 0 0 0,0-1 0 0 0,0 0-1 0 0,-2-2 1 0 0,21-27 0 0 0,-30 37-113 0 0,1 0 0 0 0,-1 1 0 0 0,0-1 0 0 0,0 0 0 0 0,0 0 0 0 0,-1 0 0 0 0,0-1 0 0 0,1 1 0 0 0,-1 0 0 0 0,-1 0 0 0 0,1-1 0 0 0,-1 1 0 0 0,1-1 0 0 0,-1 1 0 0 0,-1 0 0 0 0,1-1 0 0 0,-1 1 0 0 0,1 0 0 0 0,-1-1 0 0 0,0 1 0 0 0,-1 0 0 0 0,1 0 0 0 0,-1 0 0 0 0,0 0 0 0 0,0 0 0 0 0,0 0 0 0 0,0 0 0 0 0,-1 1 0 0 0,1-1 0 0 0,-1 1 0 0 0,0 0 0 0 0,0 0 0 0 0,0 0 0 0 0,-1 0 0 0 0,1 0 0 0 0,-5-2 0 0 0,-8-5-88 0 0,0 0 0 0 0,0 1 0 0 0,-1 1 0 0 0,0 1 0 0 0,0 1 0 0 0,-1 0 0 0 0,-23-4 0 0 0,6 0-348 0 0,24 7-207 0 0,0-1-1 0 0,0 2 1 0 0,0 0 0 0 0,-15-1-1 0 0,19 4-1591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2.3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1 129 7834 0 0,'26'-7'4871'0'0,"-21"8"-4301"0"0,1-1-1 0 0,0 1 1 0 0,-1 0-1 0 0,1 0 0 0 0,-1 1 1 0 0,0-1-1 0 0,1 1 1 0 0,-1 1-1 0 0,0-1 0 0 0,0 1 1 0 0,7 4-1 0 0,4 6 598 0 0,28 25-1 0 0,-23-18-510 0 0,-9-9-646 0 0,-3-5 741 0 0,-5-24-375 0 0,2-23-726 0 0,14-57 0 0 0,0 41-6572 0 0,-11 38 18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2.7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0 4145 0 0,'-14'5'18546'0'0,"19"10"-20582"0"0,2 24 2560 0 0,-1 0-1 0 0,-1 0 0 0 0,-2 55 1 0 0,-15 119-2562 0 0,12-211 1434 0 0,-1 5-428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3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201 87 3225 0 0,'7'-14'528'0'0,"7"-17"3246"0"0,-13 30-3471 0 0,-1 0 0 0 0,1 0 0 0 0,-1 0 0 0 0,1-1-1 0 0,-1 1 1 0 0,0 0 0 0 0,0-1 0 0 0,1 1-1 0 0,-1 0 1 0 0,0 0 0 0 0,0-1 0 0 0,0 1 0 0 0,-1 0-1 0 0,1-1 1 0 0,0 1 0 0 0,0 0 0 0 0,-1 0-1 0 0,0-3 1 0 0,1 4-169 0 0,-1 0 0 0 0,0 0 0 0 0,1 0 0 0 0,-1 0 0 0 0,1 0 0 0 0,-1 0 0 0 0,0 0 0 0 0,1 0-1 0 0,-1 0 1 0 0,0 0 0 0 0,1 0 0 0 0,-1 0 0 0 0,1 1 0 0 0,-1-1 0 0 0,1 0 0 0 0,-1 0 0 0 0,0 0 0 0 0,1 1 0 0 0,-1-1 0 0 0,1 0 0 0 0,-1 1-1 0 0,1-1 1 0 0,0 1 0 0 0,-1-1 0 0 0,0 1 0 0 0,-15 13 814 0 0,14-13-761 0 0,-15 16 345 0 0,0 1 0 0 0,1 0 0 0 0,1 2 0 0 0,-23 35 0 0 0,-41 93-979 0 0,72-133 268 0 0,168-315 2805 0 0,-160 299-2594 0 0,-1-1 1 0 0,1 0 0 0 0,0 1-1 0 0,0-1 1 0 0,0 1 0 0 0,0 0-1 0 0,0-1 1 0 0,0 1 0 0 0,0 0-1 0 0,0-1 1 0 0,1 1 0 0 0,-1 0-1 0 0,0 0 1 0 0,1 0 0 0 0,-1 0-1 0 0,1 0 1 0 0,-1 1 0 0 0,1-1-1 0 0,-1 0 1 0 0,1 1 0 0 0,0-1-1 0 0,-1 1 1 0 0,1-1 0 0 0,0 1-1 0 0,-1 0 1 0 0,1 0 0 0 0,0 0-1 0 0,0 0 1 0 0,3 0 0 0 0,-2 2 0 0 0,0-1 0 0 0,0 1 0 0 0,0 0 0 0 0,0 0 1 0 0,0 0-1 0 0,0 0 0 0 0,0 1 0 0 0,0-1 0 0 0,-1 1 0 0 0,0-1 1 0 0,1 1-1 0 0,-1 0 0 0 0,3 5 0 0 0,78 104-546 0 0,-26-38-1789 0 0,-42-52 1016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3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0,'0'0'3129'0'0,"4"16"1001"0"0,14 79-3578 0 0,-4 1 0 0 0,-4 1-1 0 0,-3 103 1 0 0,-7-140-1731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03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21 197 3209 0 0,'-20'-19'3149'0'0,"30"-12"10253"0"0,-6 29-12874 0 0,17-6 282 0 0,-20 8-744 0 0,0 0 1 0 0,0 0 0 0 0,0 0-1 0 0,1 0 1 0 0,-1 0-1 0 0,0 0 1 0 0,0 1-1 0 0,0-1 1 0 0,0 0 0 0 0,0 1-1 0 0,0-1 1 0 0,0 1-1 0 0,0-1 1 0 0,0 1 0 0 0,0-1-1 0 0,0 1 1 0 0,0 0-1 0 0,0-1 1 0 0,-1 1-1 0 0,1 0 1 0 0,0 0 0 0 0,0-1-1 0 0,-1 1 1 0 0,1 0-1 0 0,0 0 1 0 0,-1 0 0 0 0,1 0-1 0 0,-1 0 1 0 0,0 0-1 0 0,1 0 1 0 0,-1 0-1 0 0,0 0 1 0 0,1 2 0 0 0,10 46-23 0 0,-9-34 115 0 0,-1-8-136 0 0,1 0 0 0 0,0-1-1 0 0,0 1 1 0 0,1-1 0 0 0,-1 1 0 0 0,1-1-1 0 0,0 0 1 0 0,6 8 0 0 0,-8-13-16 0 0,0 0 0 0 0,0 0-1 0 0,1 0 1 0 0,-1 0 0 0 0,0 0 0 0 0,0 0 0 0 0,0 0 0 0 0,1 0 0 0 0,-1 0 0 0 0,0-1-1 0 0,1 1 1 0 0,-1-1 0 0 0,1 1 0 0 0,-1-1 0 0 0,1 1 0 0 0,-1-1 0 0 0,3 0-1 0 0,-2 0 18 0 0,0 0 0 0 0,1 0-1 0 0,-1-1 1 0 0,0 0-1 0 0,0 1 1 0 0,1-1-1 0 0,-1 0 1 0 0,0 0-1 0 0,0 0 1 0 0,0 0-1 0 0,0 0 1 0 0,0 0-1 0 0,0-1 1 0 0,3-2 0 0 0,12-14 114 0 0,-1-1 0 0 0,0 0 0 0 0,-1-1 1 0 0,-1-1-1 0 0,-1 0 0 0 0,13-30 0 0 0,3-3-573 0 0,-11 23 133 0 0,-1-2-2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18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7514 0 0,'9'-19'18380'0'0,"-9"19"-18194"0"0,9 108-318 0 0,5-1 0 0 0,4-1 0 0 0,50 164 0 0 0,-65-261-107 0 0,5 28-3035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0.2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1 2304 0 0,'-25'19'11609'0'0,"-7"26"-7407"0"0,8-12-2683 0 0,10-15-1605 0 0,-1-1 1 0 0,0 0 0 0 0,-2-1 0 0 0,0 0 0 0 0,0-2 0 0 0,-37 24-1 0 0,35-28-1099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0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36 11058 0 0,'-8'8'7545'0'0,"12"-9"-6584"0"0,31-5 294 0 0,114-23-2402 0 0,-123 21-257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0.6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 11522 0 0,'-3'4'523'0'0,"1"1"-1"0"0,0 0 1 0 0,0 0-1 0 0,0 0 1 0 0,1 1 0 0 0,0-1-1 0 0,0 0 1 0 0,0 1-1 0 0,1-1 1 0 0,0 0-1 0 0,0 9 1 0 0,0 1 192 0 0,-3 116 1065 0 0,5-112-2434 0 0,0-1 0 0 0,8 31 1 0 0,-4-27-5951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0.8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36 14283 0 0,'-5'-7'772'0'0,"-7"-10"-91"0"0,10 5 3378 0 0,2 12-3994 0 0,1 0 0 0 0,-1 0 1 0 0,0 0-1 0 0,1 0 0 0 0,-1 0 0 0 0,0 0 0 0 0,1 0 1 0 0,-1 0-1 0 0,0 0 0 0 0,1 0 0 0 0,-1 0 1 0 0,0 1-1 0 0,1-1 0 0 0,-1 0 0 0 0,0 0 1 0 0,1 0-1 0 0,-1 0 0 0 0,0 0 0 0 0,1 1 0 0 0,-1-1 1 0 0,0 0-1 0 0,0 0 0 0 0,1 0 0 0 0,-1 1 1 0 0,0-1-1 0 0,0 0 0 0 0,1 1 0 0 0,-1-1 0 0 0,0 0 1 0 0,0 0-1 0 0,0 1 0 0 0,0-1 0 0 0,1 0 1 0 0,-1 1-1 0 0,0-1 0 0 0,0 1 0 0 0,8 10-62 0 0,-3-4-539 0 0,1 0 0 0 0,0 0 0 0 0,1 0 0 0 0,0-1 0 0 0,0 0 0 0 0,0 0-1 0 0,1-1 1 0 0,11 7 0 0 0,-12-8 719 0 0,11 7-116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1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42 3225 0 0,'6'18'6455'0'0,"6"3"-3663"0"0,-1-1-1400 0 0,0 11-499 0 0,-3-11 581 0 0,18 38 0 0 0,-24-53-1332 0 0,0-2-1 0 0,0 1 0 0 0,1 0 0 0 0,-1 0 0 0 0,1-1 1 0 0,0 1-1 0 0,0-1 0 0 0,0 0 0 0 0,1 0 0 0 0,-1 0 0 0 0,1-1 1 0 0,0 1-1 0 0,-1-1 0 0 0,1 0 0 0 0,6 2 0 0 0,-8-3-127 0 0,0-1-1 0 0,0 0 0 0 0,0 0 1 0 0,0 0-1 0 0,0 0 1 0 0,0-1-1 0 0,0 1 0 0 0,-1 0 1 0 0,1-1-1 0 0,0 0 0 0 0,0 1 1 0 0,0-1-1 0 0,0 0 1 0 0,0 0-1 0 0,-1 0 0 0 0,1 0 1 0 0,0 0-1 0 0,-1 0 1 0 0,1-1-1 0 0,-1 1 0 0 0,1 0 1 0 0,-1-1-1 0 0,0 1 0 0 0,0-1 1 0 0,1 0-1 0 0,-1 1 1 0 0,1-3-1 0 0,6-9 10 0 0,-1 1 0 0 0,9-23 0 0 0,-12 25-24 0 0,4-8 85 0 0,-2 2 80 0 0,1 0 0 0 0,1 1 0 0 0,0-1 0 0 0,1 2 0 0 0,0-1 0 0 0,1 1 0 0 0,19-20 0 0 0,-28 34-145 0 0,0-1 1 0 0,0 0-1 0 0,-1 0 0 0 0,1 1 0 0 0,0-1 0 0 0,0 0 1 0 0,0 1-1 0 0,0-1 0 0 0,0 1 0 0 0,0-1 0 0 0,0 1 0 0 0,0 0 1 0 0,0-1-1 0 0,0 1 0 0 0,0 0 0 0 0,1 0 0 0 0,-1-1 0 0 0,0 1 1 0 0,0 0-1 0 0,0 0 0 0 0,0 1 0 0 0,0-1 0 0 0,0 0 0 0 0,0 0 1 0 0,0 0-1 0 0,1 1 0 0 0,-1-1 0 0 0,0 0 0 0 0,0 1 0 0 0,0-1 1 0 0,0 1-1 0 0,0-1 0 0 0,-1 1 0 0 0,1 0 0 0 0,0-1 0 0 0,0 1 1 0 0,0 0-1 0 0,0 0 0 0 0,-1 0 0 0 0,1 0 0 0 0,0-1 1 0 0,0 2-1 0 0,4 7-17 0 0,0-1 1 0 0,-1 0 0 0 0,0 1 0 0 0,4 13-1 0 0,6 10-416 0 0,-6-18-1293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1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120 491 6913 0 0,'0'0'75'0'0,"0"-1"0"0"0,0 1 0 0 0,0 0 0 0 0,1 0 0 0 0,-1 0 0 0 0,0-1 0 0 0,0 1 0 0 0,0 0 0 0 0,0 0 0 0 0,0-1 0 0 0,0 1 0 0 0,0 0 0 0 0,0 0 0 0 0,0 0 0 0 0,0-1 0 0 0,0 1 0 0 0,0 0 0 0 0,0 0 0 0 0,0-1 0 0 0,0 1 0 0 0,0 0 0 0 0,0 0 0 0 0,0-1 0 0 0,0 1 0 0 0,0 0 0 0 0,0 0 0 0 0,0 0 0 0 0,0-1 0 0 0,-1 1 0 0 0,1 0 0 0 0,0 0 0 0 0,0 0 0 0 0,0-1 150 0 0,-1 1-150 0 0,1 0 0 0 0,0 0 0 0 0,0-1 0 0 0,0 1 0 0 0,-1 0 0 0 0,1 0 0 0 0,0 0 0 0 0,0 0 0 0 0,0 0 0 0 0,-1 0 0 0 0,1 0 0 0 0,0 0 0 0 0,0 0 0 0 0,-1 0 0 0 0,-16 5 3954 0 0,-17 17 400 0 0,27-14-4123 0 0,0 2-1 0 0,0-1 1 0 0,1 1 0 0 0,0-1-1 0 0,1 2 1 0 0,0-1 0 0 0,1 1-1 0 0,0-1 1 0 0,-3 14 0 0 0,5-19-287 0 0,1 1 0 0 0,-1-1 0 0 0,2 1 0 0 0,-1 0 0 0 0,0-1 0 0 0,1 1 0 0 0,0-1 0 0 0,1 1 0 0 0,-1 0 0 0 0,1-1 0 0 0,0 1 0 0 0,0-1 0 0 0,1 1 0 0 0,-1-1 1 0 0,1 1-1 0 0,1-1 0 0 0,-1 0 0 0 0,1 0 0 0 0,-1 0 0 0 0,6 6 0 0 0,-7-10-23 0 0,-1 0 0 0 0,1 0 0 0 0,0-1 1 0 0,0 1-1 0 0,0 0 0 0 0,0 0 0 0 0,0 0 0 0 0,0-1 1 0 0,0 1-1 0 0,0 0 0 0 0,0-1 0 0 0,0 1 0 0 0,0-1 1 0 0,1 1-1 0 0,-1-1 0 0 0,0 0 0 0 0,0 0 0 0 0,0 1 1 0 0,1-1-1 0 0,-1 0 0 0 0,0 0 0 0 0,0 0 0 0 0,1 0 1 0 0,0-1-1 0 0,0 1-14 0 0,0-1 0 0 0,0 0 0 0 0,0 0 0 0 0,-1 0 0 0 0,1 0 0 0 0,0 0 0 0 0,-1-1 0 0 0,1 1-1 0 0,-1 0 1 0 0,1-1 0 0 0,-1 1 0 0 0,1-1 0 0 0,0-2 0 0 0,5-7-156 0 0,-1 0-1 0 0,0 0 0 0 0,7-22 0 0 0,-11 27 86 0 0,6-17-87 0 0,-1 0 0 0 0,-1 0-1 0 0,-2-1 1 0 0,0 0 0 0 0,-1 0 0 0 0,-1 0 0 0 0,-2 0 0 0 0,0 0 0 0 0,-6-34 0 0 0,-6-14 436 0 0,-39-123 0 0 0,38 151 244 0 0,11 36-339 0 0,-2-3 219 0 0,1 0 0 0 0,1-1 0 0 0,0 1 0 0 0,-1-14 0 0 0,26 69 740 0 0,52 200 8 0 0,31 82-506 0 0,-99-310-720 0 0,1 0 0 0 0,0 0 0 0 0,14 19 0 0 0,4-5-6973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2.6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104 331 7834 0 0,'-29'-20'1813'0'0,"19"14"35"0"0,0 0 1 0 0,0 1-1 0 0,0 1 1 0 0,-1 0-1 0 0,-13-4 1 0 0,27 10-1658 0 0,-1-1 1 0 0,1 0-1 0 0,0 1 1 0 0,-1 0-1 0 0,0 0 1 0 0,1-1-1 0 0,-1 1 0 0 0,0 1 1 0 0,0-1-1 0 0,3 5 1 0 0,21 30-246 0 0,-21-29 220 0 0,32 53 0 0 0,47 110 0 0 0,-59-113-52 0 0,3-3-1 0 0,61 95 1 0 0,-85-145-111 0 0,35 41 140 0 0,-38-44-135 0 0,1 0 0 0 0,0 0 0 0 0,0 0 0 0 0,-1-1 0 0 0,1 1-1 0 0,0-1 1 0 0,0 0 0 0 0,1 1 0 0 0,-1-1 0 0 0,0 0 0 0 0,0 0 0 0 0,1 0 0 0 0,-1-1 0 0 0,0 1 0 0 0,1-1 0 0 0,-1 1-1 0 0,1-1 1 0 0,-1 0 0 0 0,0 1 0 0 0,5-2 0 0 0,-5 1 16 0 0,0-1-1 0 0,-1 0 1 0 0,1 0-1 0 0,0 0 1 0 0,0-1 0 0 0,-1 1-1 0 0,1 0 1 0 0,-1-1-1 0 0,1 1 1 0 0,-1-1 0 0 0,0 1-1 0 0,1-1 1 0 0,-1 1-1 0 0,0-1 1 0 0,0 0-1 0 0,0 0 1 0 0,0 0 0 0 0,0-2-1 0 0,12-39 291 0 0,-10 35-258 0 0,24-104 522 0 0,107-347-77 0 0,-77 336-2743 0 0,14 9-3612 0 0,-52 88-1782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2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48 15667 0 0,'-31'-48'5832'0'0,"30"90"-3689"0"0,7 32-1545 0 0,27 133-1 0 0,-21-162-1265 0 0,1-1 1 0 0,21 47-1 0 0,-28-76-505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3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10 312 4145 0 0,'-1'-2'217'0'0,"0"1"1"0"0,0-1 0 0 0,0 1-1 0 0,0-1 1 0 0,0 0-1 0 0,0 1 1 0 0,1-1-1 0 0,-1 0 1 0 0,1 0 0 0 0,-1 1-1 0 0,1-1 1 0 0,0 0-1 0 0,0 0 1 0 0,0 0 0 0 0,-1 0-1 0 0,2 1 1 0 0,-1-1-1 0 0,0 0 1 0 0,0 0-1 0 0,1 0 1 0 0,-1 0 0 0 0,1 1-1 0 0,-1-1 1 0 0,1 0-1 0 0,0 1 1 0 0,1-3-1 0 0,1-4 555 0 0,0 0-1 0 0,1 0 1 0 0,0 0-1 0 0,9-11 0 0 0,-3 7-255 0 0,1 1 1 0 0,1 0-1 0 0,0 0 0 0 0,0 1 0 0 0,1 1 0 0 0,0 0 1 0 0,1 0-1 0 0,25-11 0 0 0,13-1-395 0 0,63-17 0 0 0,-38 14-97 0 0,-64 19 28 0 0,4-1 353 0 0,0 0 0 0 0,25-3 0 0 0,-42 9-350 0 0,1 0-1 0 0,-1 0 1 0 0,1 0 0 0 0,-1 0-1 0 0,1 0 1 0 0,-1 0 0 0 0,0 0 0 0 0,1 1-1 0 0,-1-1 1 0 0,0 0 0 0 0,1 0-1 0 0,-1 1 1 0 0,1-1 0 0 0,-1 0 0 0 0,0 1-1 0 0,0-1 1 0 0,1 0 0 0 0,-1 1-1 0 0,0-1 1 0 0,1 0 0 0 0,-1 1 0 0 0,0-1-1 0 0,0 0 1 0 0,0 1 0 0 0,0-1-1 0 0,1 1 1 0 0,-1-1 0 0 0,0 0-1 0 0,0 1 1 0 0,0-1 0 0 0,0 1 0 0 0,0-1-1 0 0,0 1 1 0 0,0-1 0 0 0,0 0-1 0 0,0 1 1 0 0,0-1 0 0 0,0 1 0 0 0,0-1-1 0 0,0 1 1 0 0,-1-1 0 0 0,1 1-1 0 0,-5 26 123 0 0,4-19-68 0 0,-2 13-25 0 0,1 1 0 0 0,1 0 0 0 0,5 42 0 0 0,-4-55-68 0 0,2 1 0 0 0,-1-1 0 0 0,2 0-1 0 0,-1 0 1 0 0,1-1 0 0 0,0 1 0 0 0,1-1-1 0 0,0 1 1 0 0,0-1 0 0 0,1 0 0 0 0,10 13-1 0 0,-14-20-13 0 0,0 0 0 0 0,0 0-1 0 0,0 0 1 0 0,-1 0 0 0 0,1 0-1 0 0,0 0 1 0 0,0 0 0 0 0,0 0-1 0 0,0-1 1 0 0,1 1 0 0 0,-1 0-1 0 0,0-1 1 0 0,0 1 0 0 0,0-1-1 0 0,0 0 1 0 0,1 1 0 0 0,-1-1-1 0 0,0 0 1 0 0,0 1 0 0 0,1-1 0 0 0,1 0-1 0 0,-2-1-4 0 0,0 1-1 0 0,0-1 1 0 0,0 1-1 0 0,0-1 1 0 0,0 0-1 0 0,0 1 1 0 0,0-1-1 0 0,0 0 1 0 0,0 0-1 0 0,0 1 1 0 0,0-1-1 0 0,-1 0 1 0 0,1 0 0 0 0,0 0-1 0 0,0 0 1 0 0,-1 0-1 0 0,1 0 1 0 0,0-2-1 0 0,3-8-48 0 0,-1 1 0 0 0,0-1 0 0 0,3-22 0 0 0,-4 20 25 0 0,-1 5 13 0 0,4-16-35 0 0,14-43 1 0 0,-17 62 48 0 0,0 0 0 0 0,0 0 1 0 0,0 0-1 0 0,0 1 0 0 0,1-1 1 0 0,0 1-1 0 0,0-1 0 0 0,0 1 0 0 0,0 0 1 0 0,1 0-1 0 0,0 1 0 0 0,0-1 1 0 0,0 1-1 0 0,0 0 0 0 0,6-4 1 0 0,-8 6 17 0 0,-1 1 0 0 0,1-1 0 0 0,-1 1 0 0 0,1-1 0 0 0,-1 1 0 0 0,1 0 0 0 0,-1 0 0 0 0,1 0 0 0 0,-1 0 0 0 0,1 0 0 0 0,-1 0 0 0 0,1 0 0 0 0,-1 1 0 0 0,1-1 0 0 0,-1 0 0 0 0,1 1 0 0 0,-1-1 0 0 0,1 1 0 0 0,-1 0 0 0 0,1-1 0 0 0,-1 1 0 0 0,0 0 0 0 0,0 0 0 0 0,1 0 0 0 0,-1 0 0 0 0,0 0 0 0 0,0 0 0 0 0,0 0 1 0 0,0 1-1 0 0,1 0 0 0 0,4 7 92 0 0,0 0 1 0 0,-1 0 0 0 0,8 15-1 0 0,-2-1 46 0 0,-2-10-430 0 0,1 1 0 0 0,0-2-1 0 0,1 1 1 0 0,0-1 0 0 0,1-1 0 0 0,1 0 0 0 0,21 15-1 0 0,-13-12-7573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3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26 236 7834 0 0,'-5'15'945'0'0,"13"-11"842"0"0,22-13 2311 0 0,-26 7-3641 0 0,0 0 0 0 0,0-1 0 0 0,0 1 0 0 0,-1-1-1 0 0,1 1 1 0 0,-1-1 0 0 0,1 0 0 0 0,-1-1 0 0 0,0 1-1 0 0,0-1 1 0 0,2-4 0 0 0,-1 2-151 0 0,0 0 1 0 0,-1-1-1 0 0,0 0 1 0 0,0 1-1 0 0,-1-1 1 0 0,3-12-1 0 0,-3 11-229 0 0,-1-1-1 0 0,0 0 0 0 0,0 0 0 0 0,-1 1 1 0 0,0-1-1 0 0,-1 0 0 0 0,0 0 0 0 0,0 1 0 0 0,-1-1 1 0 0,0 1-1 0 0,0-1 0 0 0,-5-8 0 0 0,7 16-70 0 0,0-1-1 0 0,-1 1 1 0 0,1-1 0 0 0,-1 1-1 0 0,0-1 1 0 0,1 1-1 0 0,-1 0 1 0 0,0-1-1 0 0,0 1 1 0 0,0 0 0 0 0,0 0-1 0 0,0 0 1 0 0,0 0-1 0 0,0 0 1 0 0,0 0-1 0 0,0 0 1 0 0,-1 0 0 0 0,1 0-1 0 0,0 0 1 0 0,-1 1-1 0 0,1-1 1 0 0,-1 0-1 0 0,1 1 1 0 0,0-1 0 0 0,-1 1-1 0 0,1 0 1 0 0,-1-1-1 0 0,1 1 1 0 0,-1 0-1 0 0,1 0 1 0 0,-1 0 0 0 0,0 0-1 0 0,1 0 1 0 0,-1 1-1 0 0,1-1 1 0 0,-1 0-1 0 0,1 1 1 0 0,0-1 0 0 0,-1 1-1 0 0,1-1 1 0 0,-1 1-1 0 0,1 0 1 0 0,0-1-1 0 0,-1 1 1 0 0,1 0 0 0 0,0 0-1 0 0,0 0 1 0 0,0 0-1 0 0,0 0 1 0 0,0 0-1 0 0,-1 2 1 0 0,-5 3-20 0 0,2 0 0 0 0,-1 1 0 0 0,1 0 0 0 0,0 0 1 0 0,1 1-1 0 0,-1-1 0 0 0,-5 15 0 0 0,9-18 8 0 0,-1 1 0 0 0,1 1 1 0 0,0-1-1 0 0,1 0 0 0 0,-1 0 0 0 0,1 0 0 0 0,0 0 0 0 0,0 0 0 0 0,1 1 1 0 0,-1-1-1 0 0,1 0 0 0 0,0 0 0 0 0,0 0 0 0 0,1 0 0 0 0,0 0 1 0 0,0-1-1 0 0,0 1 0 0 0,0 0 0 0 0,1-1 0 0 0,0 1 0 0 0,3 4 1 0 0,3 1-319 0 0,-1 0 0 0 0,1-1 0 0 0,1 0 0 0 0,0 0 0 0 0,0-1-1 0 0,0-1 1 0 0,18 10 0 0 0,-7-6-7141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3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2 294 9218 0 0,'-1'-6'419'0'0,"1"0"-1"0"0,-1 0 1 0 0,1 0 0 0 0,1 0-1 0 0,-1 1 1 0 0,1-1 0 0 0,0 0 0 0 0,0 0-1 0 0,0 0 1 0 0,4-8 0 0 0,-3 9 87 0 0,-1 1 1 0 0,1 0-1 0 0,0 0 0 0 0,0 0 1 0 0,0 0-1 0 0,1 0 1 0 0,0 0-1 0 0,-1 0 1 0 0,1 1-1 0 0,0 0 1 0 0,1-1-1 0 0,-1 1 1 0 0,1 0-1 0 0,4-3 1 0 0,-7 6-447 0 0,0 0 0 0 0,1 0 0 0 0,-1 0 1 0 0,0 0-1 0 0,0 0 0 0 0,0 0 1 0 0,0 0-1 0 0,1 0 0 0 0,-1 0 0 0 0,0 0 1 0 0,0 1-1 0 0,0-1 0 0 0,0 1 1 0 0,0-1-1 0 0,0 1 0 0 0,0-1 0 0 0,0 1 1 0 0,0-1-1 0 0,0 1 0 0 0,0 0 1 0 0,0 0-1 0 0,0-1 0 0 0,0 1 0 0 0,0 0 1 0 0,-1 0-1 0 0,2 1 0 0 0,23 31 344 0 0,-19-24-235 0 0,27 40 409 0 0,-25-35-225 0 0,2 0 1 0 0,-1-1-1 0 0,1 0 0 0 0,18 18 1 0 0,-27-31-311 0 0,-1 0 1 0 0,0 0-1 0 0,0 0 1 0 0,1 1-1 0 0,-1-1 1 0 0,0 0 0 0 0,0 0-1 0 0,1 0 1 0 0,-1 0-1 0 0,0 1 1 0 0,1-1-1 0 0,-1 0 1 0 0,0 0 0 0 0,0 0-1 0 0,1 0 1 0 0,-1 0-1 0 0,0 0 1 0 0,1 0-1 0 0,-1 0 1 0 0,0 0 0 0 0,1 0-1 0 0,-1 0 1 0 0,0 0-1 0 0,1 0 1 0 0,-1 0-1 0 0,0 0 1 0 0,0 0 0 0 0,1-1-1 0 0,-1 1 1 0 0,0 0-1 0 0,1 0 1 0 0,-1 0 0 0 0,0 0-1 0 0,0-1 1 0 0,1 1-1 0 0,-1 0 1 0 0,0 0-1 0 0,0 0 1 0 0,1-1 0 0 0,7-17 707 0 0,1-26-319 0 0,-8 40-287 0 0,4-32 100 0 0,-2 8-445 0 0,1 0 0 0 0,2 1 0 0 0,0 0 1 0 0,2 0-1 0 0,1 0 0 0 0,15-31 0 0 0,-9 33-661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24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17972 0 0,'0'2'1600'0'0,"0"-1"-1280"0"0,0 0 40 0 0,-2-1-8 0 0,2 2 0 0 0,0 0 9 0 0,-1 0-946 0 0,2 1-191 0 0,2-1-40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4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321 68 3681 0 0,'0'-2'254'0'0,"1"0"0"0"0,-1 0 1 0 0,0 0-1 0 0,1-1 0 0 0,-1 1 0 0 0,0 0 1 0 0,0 0-1 0 0,0-1 0 0 0,-1 1 0 0 0,1 0 1 0 0,0 0-1 0 0,-1 0 0 0 0,1-1 1 0 0,-1 1-1 0 0,0 0 0 0 0,0 0 0 0 0,0 0 1 0 0,0 0-1 0 0,0 0 0 0 0,0 0 0 0 0,-1 1 1 0 0,-2-4-1 0 0,1 3 64 0 0,0 0 1 0 0,0 0-1 0 0,0 0 0 0 0,0 1 1 0 0,0-1-1 0 0,-1 1 0 0 0,1 0 1 0 0,0 0-1 0 0,-1 0 0 0 0,1 0 1 0 0,-1 1-1 0 0,1-1 0 0 0,-5 1 1 0 0,-3 0 277 0 0,0 0 1 0 0,0 1-1 0 0,1 1 1 0 0,-1 0-1 0 0,1 0 1 0 0,-1 1 0 0 0,1 0-1 0 0,-19 8 1 0 0,20-5-401 0 0,1-1 1 0 0,-1 1 0 0 0,1 0-1 0 0,0 1 1 0 0,0 0 0 0 0,1 0-1 0 0,0 1 1 0 0,0 0 0 0 0,1 0-1 0 0,-8 13 1 0 0,7-7-128 0 0,0 0 0 0 0,0 1-1 0 0,2 0 1 0 0,0 0 0 0 0,0 0 0 0 0,-2 18-1 0 0,2 5-78 0 0,2-1 0 0 0,2 1 0 0 0,1-1 0 0 0,10 73 0 0 0,-8-95 72 0 0,0 0 1 0 0,2-1 0 0 0,0 0 0 0 0,0 1 0 0 0,1-1-1 0 0,1-1 1 0 0,9 17 0 0 0,-12-25-164 0 0,0 0 1 0 0,1 0 0 0 0,-1-1-1 0 0,1 0 1 0 0,0 0-1 0 0,0 0 1 0 0,1 0-1 0 0,-1 0 1 0 0,8 4 0 0 0,-8-6-320 0 0,0-1 1 0 0,0 1 0 0 0,0 0-1 0 0,0-1 1 0 0,0 0 0 0 0,1 0 0 0 0,-1 0-1 0 0,0-1 1 0 0,1 1 0 0 0,-1-1 0 0 0,0 0-1 0 0,1 0 1 0 0,7-2 0 0 0,9-3-6276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5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22 9218 0 0,'1'-1'237'0'0,"-1"0"0"0"0,0 1 0 0 0,1-1 0 0 0,-1 0-1 0 0,0 0 1 0 0,0 0 0 0 0,1 0 0 0 0,-1 1 0 0 0,0-1 0 0 0,0 0 0 0 0,0 0 0 0 0,0 0 0 0 0,0 0 0 0 0,0 0-1 0 0,0 1 1 0 0,0-1 0 0 0,-1 0 0 0 0,1 0 0 0 0,0 0 0 0 0,0 0 0 0 0,-1 1 0 0 0,1-1 0 0 0,-1-1 0 0 0,0 2-44 0 0,0 0 1 0 0,0 0 0 0 0,0 0 0 0 0,0 0-1 0 0,1 0 1 0 0,-1 0 0 0 0,0 1 0 0 0,0-1-1 0 0,1 0 1 0 0,-1 1 0 0 0,0-1 0 0 0,0 1-1 0 0,1-1 1 0 0,-1 0 0 0 0,0 1 0 0 0,1 0-1 0 0,-1-1 1 0 0,0 2 0 0 0,-33 34 1673 0 0,16-12-1470 0 0,1 1-1 0 0,-19 36 1 0 0,30-50-365 0 0,1 1 0 0 0,0-1 1 0 0,1 1-1 0 0,0 0 0 0 0,1 0 1 0 0,0 0-1 0 0,1 1 0 0 0,-1 16 1 0 0,3-28-62 0 0,-1 0 1 0 0,1 0-1 0 0,0 0 1 0 0,0 1 0 0 0,0-1-1 0 0,0 0 1 0 0,1 0-1 0 0,-1 0 1 0 0,0 0 0 0 0,0 0-1 0 0,1 0 1 0 0,-1 0-1 0 0,0 0 1 0 0,1 0 0 0 0,-1 0-1 0 0,1 0 1 0 0,0 0-1 0 0,-1 0 1 0 0,1 0 0 0 0,0 0-1 0 0,1 1 1 0 0,-1-2-12 0 0,0 1 1 0 0,-1-1 0 0 0,1 0 0 0 0,0 0-1 0 0,0 0 1 0 0,0 0 0 0 0,0 0 0 0 0,0 0-1 0 0,0 0 1 0 0,0 0 0 0 0,0-1 0 0 0,-1 1-1 0 0,1 0 1 0 0,0 0 0 0 0,0-1 0 0 0,0 1-1 0 0,0-1 1 0 0,-1 1 0 0 0,1-1 0 0 0,1 0 0 0 0,7-6-269 0 0,0-1 1 0 0,0 0 0 0 0,10-12 0 0 0,-10 11 288 0 0,22-26 228 0 0,30-40-1 0 0,-39 46 975 0 0,-22 28-1133 0 0,0 1-1 0 0,1 0 1 0 0,-1-1-1 0 0,0 1 0 0 0,0 0 1 0 0,1 0-1 0 0,-1-1 1 0 0,0 1-1 0 0,1 0 0 0 0,-1 0 1 0 0,0-1-1 0 0,1 1 1 0 0,-1 0-1 0 0,0 0 0 0 0,1 0 1 0 0,-1 0-1 0 0,1-1 1 0 0,-1 1-1 0 0,0 0 0 0 0,1 0 1 0 0,-1 0-1 0 0,1 0 1 0 0,-1 0-1 0 0,0 0 0 0 0,1 0 1 0 0,-1 0-1 0 0,1 0 1 0 0,-1 0-1 0 0,0 0 0 0 0,1 1 1 0 0,-1-1-1 0 0,0 0 1 0 0,1 0-1 0 0,12 13 575 0 0,11 32-668 0 0,-18-32 209 0 0,2 3-218 0 0,0-1-1 0 0,2 0 1 0 0,-1 0-1 0 0,22 23 1 0 0,-25-32-1340 0 0,0-1-1 0 0,1 1 0 0 0,0-1 1 0 0,8 5-1 0 0,2-1-5502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5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35 12899 0 0,'-24'-34'9438'0'0,"25"50"-8653"0"0,28 322 470 0 0,-26-312-1799 0 0,1-1 0 0 0,2 1 0 0 0,0-1 0 0 0,1 0 0 0 0,19 41 0 0 0,-11-39-7102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6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12 6913 0 0,'-34'-11'7723'0'0,"31"11"-7639"0"0,-1 0-1 0 0,1-1 1 0 0,0 1-1 0 0,0 0 0 0 0,0 1 1 0 0,-1-1-1 0 0,1 0 0 0 0,0 1 1 0 0,0 0-1 0 0,0 0 0 0 0,0 0 1 0 0,0 0-1 0 0,0 0 0 0 0,0 1 1 0 0,0-1-1 0 0,1 1 1 0 0,-1 0-1 0 0,-4 3 0 0 0,4-2 158 0 0,-1 1 0 0 0,1 1 0 0 0,0-1 0 0 0,0 0 0 0 0,0 1-1 0 0,0-1 1 0 0,1 1 0 0 0,-1 0 0 0 0,1 0 0 0 0,-1 7 0 0 0,-1 2 208 0 0,1 0-1 0 0,1 1 1 0 0,0-1 0 0 0,1 0 0 0 0,1 1 0 0 0,0-1 0 0 0,3 20 0 0 0,-1-25-475 0 0,-1 0 0 0 0,1 0 0 0 0,1 0 0 0 0,0 0 0 0 0,0-1 1 0 0,1 1-1 0 0,9 14 0 0 0,-12-20 17 0 0,1-1-1 0 0,-1 0 1 0 0,1 0 0 0 0,0 0 0 0 0,0 0 0 0 0,0 0-1 0 0,0 0 1 0 0,0 0 0 0 0,0-1 0 0 0,0 1 0 0 0,1-1-1 0 0,-1 1 1 0 0,1-1 0 0 0,-1 0 0 0 0,1 0 0 0 0,-1 0-1 0 0,1-1 1 0 0,-1 1 0 0 0,1 0 0 0 0,0-1 0 0 0,0 0-1 0 0,-1 0 1 0 0,1 0 0 0 0,0 0 0 0 0,-1 0 0 0 0,1 0-1 0 0,0-1 1 0 0,0 1 0 0 0,-1-1 0 0 0,5-1 0 0 0,2-2-113 0 0,0 0 0 0 0,0 0-1 0 0,-1-1 1 0 0,0 0 0 0 0,0 0 0 0 0,0-1 0 0 0,0 0 0 0 0,-1 0 0 0 0,0-1 0 0 0,-1 0 0 0 0,7-9 0 0 0,6-9-114 0 0,-2-2 0 0 0,15-30 1 0 0,12-18 1152 0 0,-42 73-804 0 0,0-3 84 0 0,1 1 1 0 0,0-1-1 0 0,0 1 1 0 0,0 0-1 0 0,1 0 0 0 0,-1 0 1 0 0,1 1-1 0 0,7-6 0 0 0,-7 50 686 0 0,-2-32-840 0 0,0 0 0 0 0,0 0 0 0 0,1-1 0 0 0,0 1 0 0 0,0-1-1 0 0,1 1 1 0 0,0-1 0 0 0,1 0 0 0 0,0-1 0 0 0,0 1 0 0 0,0-1 0 0 0,1 0-1 0 0,0 0 1 0 0,1 0 0 0 0,-1-1 0 0 0,10 6 0 0 0,-7-6-537 0 0,-1 0 0 0 0,1-1 0 0 0,1 0 1 0 0,17 7-1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6.7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0 206 456 0 0,'30'1'11457'0'0,"19"0"-4165"0"0,-44-1-6986 0 0,1-1 0 0 0,0 1 1 0 0,0-1-1 0 0,0 0 0 0 0,-1-1 0 0 0,1 1 0 0 0,-1-1 0 0 0,1 0 0 0 0,8-5 0 0 0,-11 5-309 0 0,0 0-1 0 0,-1-1 1 0 0,1 1-1 0 0,-1-1 1 0 0,0 1 0 0 0,0-1-1 0 0,0 0 1 0 0,0 0-1 0 0,-1 0 1 0 0,1 0 0 0 0,-1 0-1 0 0,1-1 1 0 0,-1 1-1 0 0,1-4 1 0 0,9-57-657 0 0,-6 35 294 0 0,3-9 155 0 0,-4 24 445 0 0,-4 18 967 0 0,1 15-973 0 0,0 1-1 0 0,0-1 1 0 0,2 0 0 0 0,1 0 0 0 0,0-1 0 0 0,8 22 0 0 0,-11-37-215 0 0,9 31-1232 0 0,27 59-1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7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15667 0 0,'-7'-2'5912'0'0,"10"14"-4697"0"0,24 185 1717 0 0,-21-136-3323 0 0,2 0 0 0 0,19 72 0 0 0,-17-100-213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7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19 10594 0 0,'0'0'92'0'0,"0"-1"-1"0"0,1 0 0 0 0,-2 0 1 0 0,1 0-1 0 0,0 0 0 0 0,0 0 1 0 0,0 0-1 0 0,0 0 0 0 0,-1 0 1 0 0,1 0-1 0 0,0 1 0 0 0,-1-1 1 0 0,1 0-1 0 0,0 0 0 0 0,-1 0 1 0 0,0 1-1 0 0,1-1 0 0 0,-1 0 1 0 0,1 0-1 0 0,-2-1 0 0 0,0 3 116 0 0,1-1 0 0 0,0 1 0 0 0,0-1 0 0 0,-1 0 0 0 0,1 1 0 0 0,0 0 0 0 0,0-1 0 0 0,0 1 0 0 0,0 0 1 0 0,0 0-1 0 0,0-1 0 0 0,0 1 0 0 0,0 0 0 0 0,0 0 0 0 0,-1 2 0 0 0,-21 21 1738 0 0,-35 47 1 0 0,49-59-1749 0 0,0 1 1 0 0,1 1 0 0 0,1-1-1 0 0,1 1 1 0 0,-1 0 0 0 0,-3 17-1 0 0,9-30-179 0 0,1 1-1 0 0,-1 0 1 0 0,1 0-1 0 0,-1-1 1 0 0,1 1-1 0 0,0 0 1 0 0,0 0-1 0 0,0 0 1 0 0,0-1-1 0 0,0 1 1 0 0,0 0-1 0 0,1 0 1 0 0,-1-1-1 0 0,0 1 1 0 0,2 2-1 0 0,-2-3-26 0 0,1 0 0 0 0,-1-1 1 0 0,1 1-1 0 0,-1-1 0 0 0,1 1 0 0 0,-1-1 0 0 0,1 0 0 0 0,0 1 1 0 0,-1-1-1 0 0,1 1 0 0 0,0-1 0 0 0,-1 0 0 0 0,1 0 0 0 0,0 1 1 0 0,-1-1-1 0 0,1 0 0 0 0,0 0 0 0 0,-1 0 0 0 0,1 0 1 0 0,0 0-1 0 0,0 0 0 0 0,-1 0 0 0 0,1 0 0 0 0,0 0 0 0 0,1 0 1 0 0,3-1-84 0 0,-1-1 1 0 0,1 0 0 0 0,0 1 0 0 0,0-2 0 0 0,-1 1 0 0 0,1 0 0 0 0,-1-1 0 0 0,0 0 0 0 0,5-3 0 0 0,21-21-106 0 0,44-51 1 0 0,-15 14 1138 0 0,-58 63-868 0 0,0 0 0 0 0,1-1 0 0 0,-1 1 0 0 0,0 0-1 0 0,0 0 1 0 0,0 0 0 0 0,1 0 0 0 0,-1 1 0 0 0,0-1-1 0 0,1 0 1 0 0,-1 0 0 0 0,1 1 0 0 0,-1-1 0 0 0,1 1-1 0 0,-1-1 1 0 0,1 1 0 0 0,-1 0 0 0 0,4 0 0 0 0,-4 0-37 0 0,0 0 0 0 0,0 1 1 0 0,0-1-1 0 0,0 0 1 0 0,0 1-1 0 0,0 0 0 0 0,0-1 1 0 0,0 1-1 0 0,0-1 1 0 0,-1 1-1 0 0,1 0 0 0 0,0 0 1 0 0,0 0-1 0 0,0-1 1 0 0,-1 1-1 0 0,1 0 0 0 0,0 0 1 0 0,-1 0-1 0 0,1 0 1 0 0,0 1-1 0 0,3 9 67 0 0,-1-1 0 0 0,0 1 0 0 0,0 0-1 0 0,1 17 1 0 0,1-2 15 0 0,-3-19-151 0 0,0 0-1 0 0,0 0 0 0 0,1 0 0 0 0,0 0 1 0 0,0 0-1 0 0,1-1 0 0 0,0 0 0 0 0,0 1 0 0 0,1-1 1 0 0,-1-1-1 0 0,11 10 0 0 0,-11-11-957 0 0,0-1 1 0 0,0-1-1 0 0,0 1 0 0 0,0-1 0 0 0,1 1 1 0 0,8 2-1 0 0,3 0-6021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7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33 6913 0 0,'0'-21'579'0'0,"0"9"2768"0"0,2 25 1308 0 0,4 51-366 0 0,25 110 0 0 0,32 61-3852 0 0,-32-129-1349 0 0,-25-82 128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7.8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24 111 12899 0 0,'-1'-1'139'0'0,"-1"0"1"0"0,1 1 0 0 0,-1-2 0 0 0,1 1-1 0 0,-1 0 1 0 0,1 0 0 0 0,0 0-1 0 0,-1-1 1 0 0,1 1 0 0 0,0 0-1 0 0,0-1 1 0 0,0 1 0 0 0,0-1 0 0 0,0 1-1 0 0,1-1 1 0 0,-1 0 0 0 0,0 1-1 0 0,1-1 1 0 0,-1 0 0 0 0,1 0 0 0 0,-1 1-1 0 0,1-1 1 0 0,0 0 0 0 0,0-2-1 0 0,1 2 35 0 0,-1 0-1 0 0,1-1 0 0 0,0 1 0 0 0,0 0 0 0 0,0 0 0 0 0,0 0 1 0 0,1 0-1 0 0,-1 0 0 0 0,1 0 0 0 0,-1 0 0 0 0,1 0 0 0 0,0 1 1 0 0,-1-1-1 0 0,1 1 0 0 0,0-1 0 0 0,0 1 0 0 0,0-1 0 0 0,4 0 1 0 0,4-4-422 0 0,1 1 0 0 0,0 0 0 0 0,1 1 0 0 0,-1 0 0 0 0,1 1 1 0 0,0 1-1 0 0,15-3 0 0 0,2 3-494 0 0,55 2-1 0 0,-58 2 676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8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0 238 4609 0 0,'0'2'169'0'0,"1"1"-1"0"0,-1-1 1 0 0,1 1-1 0 0,0-1 1 0 0,-1 1-1 0 0,1-1 1 0 0,0 1-1 0 0,1-1 1 0 0,-1 0-1 0 0,0 0 1 0 0,1 0-1 0 0,-1 1 1 0 0,1-1-1 0 0,-1-1 1 0 0,1 1-1 0 0,0 0 1 0 0,3 2-1 0 0,-1-1 475 0 0,0-1-1 0 0,1 1 1 0 0,-1-1 0 0 0,0 0-1 0 0,1-1 1 0 0,-1 1-1 0 0,1-1 1 0 0,-1 0-1 0 0,7 1 1 0 0,-3-1 329 0 0,1 0-1 0 0,-1-1 1 0 0,0 0 0 0 0,1-1-1 0 0,-1 1 1 0 0,10-4 0 0 0,19-9-48 0 0,-31 8-860 0 0,0 0 1 0 0,0 0-1 0 0,0 0 0 0 0,0-1 0 0 0,-1 0 1 0 0,0 0-1 0 0,0 0 0 0 0,-1 0 0 0 0,0-1 1 0 0,0 0-1 0 0,0 0 0 0 0,-1 0 0 0 0,0 0 1 0 0,4-16-1 0 0,-4 13-31 0 0,-1-1 1 0 0,0 1-1 0 0,0-1 0 0 0,-1 0 1 0 0,-1 0-1 0 0,0 0 0 0 0,0 1 1 0 0,-1-1-1 0 0,-1 0 1 0 0,-3-14-1 0 0,5 23-30 0 0,-1-1 1 0 0,1 1-1 0 0,-1 0 1 0 0,0 0-1 0 0,0 0 1 0 0,0 0-1 0 0,0 0 0 0 0,0 0 1 0 0,-1 0-1 0 0,1 0 1 0 0,-1 0-1 0 0,1 1 1 0 0,-1-1-1 0 0,0 0 1 0 0,1 1-1 0 0,-1-1 0 0 0,0 1 1 0 0,0 0-1 0 0,0 0 1 0 0,0 0-1 0 0,0 0 1 0 0,0 0-1 0 0,-1 0 1 0 0,1 0-1 0 0,0 1 0 0 0,0-1 1 0 0,-1 1-1 0 0,1-1 1 0 0,0 1-1 0 0,0 0 1 0 0,-1 0-1 0 0,1 0 1 0 0,0 0-1 0 0,-1 1 0 0 0,1-1 1 0 0,0 1-1 0 0,0-1 1 0 0,-1 1-1 0 0,1 0 1 0 0,0 0-1 0 0,0-1 1 0 0,-2 3-1 0 0,-2-1 2 0 0,1 1 1 0 0,0-1-1 0 0,0 1 1 0 0,0 0-1 0 0,1 1 0 0 0,-1-1 1 0 0,1 1-1 0 0,0 0 1 0 0,0 0-1 0 0,0 0 1 0 0,0 1-1 0 0,1-1 0 0 0,0 1 1 0 0,0 0-1 0 0,0 0 1 0 0,-3 8-1 0 0,4-8 6 0 0,1 1 0 0 0,0 0-1 0 0,0 0 1 0 0,0 0 0 0 0,1-1 0 0 0,-1 1 0 0 0,2 0-1 0 0,-1 0 1 0 0,1 0 0 0 0,-1 0 0 0 0,2 0-1 0 0,-1 0 1 0 0,0-1 0 0 0,1 1 0 0 0,4 7 0 0 0,-3-7 9 0 0,1 1-1 0 0,1-1 1 0 0,-1 0 0 0 0,1 0 0 0 0,0 0 0 0 0,1-1 0 0 0,-1 1 0 0 0,1-1 0 0 0,0-1 0 0 0,11 8 0 0 0,-3-4-131 0 0,1-1 1 0 0,-1-1-1 0 0,1 0 1 0 0,1 0 0 0 0,-1-2-1 0 0,1 0 1 0 0,-1-1-1 0 0,1 0 1 0 0,0-1 0 0 0,27-1-1 0 0,-2-3-5369 0 0,3-4-1852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8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1376 0 0,'1'-11'17754'0'0,"1"14"-17635"0"0,8 19 514 0 0,0 0 0 0 0,-2 0 0 0 0,0 1 0 0 0,-2 0-1 0 0,0 0 1 0 0,4 43 0 0 0,-2 149-1218 0 0,-7-116 255 0 0,0-51-1482 0 0,2-4-5745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9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0 282 14283 0 0,'26'-12'1083'0'0,"39"-21"-2240"0"0,-14 6 1754 0 0,0 2 0 0 0,2 2-1 0 0,0 2 1 0 0,66-15 0 0 0,-91 30-164 0 0,3 0 85 0 0,49-17 0 0 0,-69 19-497 0 0,0-1 0 0 0,-1 0 0 0 0,1-1 0 0 0,-1 0 0 0 0,-1 0 1 0 0,1-1-1 0 0,16-16 0 0 0,-26 22-2 0 0,1 1 1 0 0,-1 0-1 0 0,0-1 1 0 0,0 1-1 0 0,1-1 1 0 0,-1 1-1 0 0,0 0 0 0 0,0-1 1 0 0,1 1-1 0 0,-1-1 1 0 0,0 1-1 0 0,1 0 1 0 0,-1 0-1 0 0,1-1 1 0 0,-1 1-1 0 0,0 0 1 0 0,1-1-1 0 0,-1 1 1 0 0,1 0-1 0 0,-1 0 1 0 0,1 0-1 0 0,-1 0 1 0 0,0 0-1 0 0,1-1 1 0 0,-1 1-1 0 0,1 0 0 0 0,-1 0 1 0 0,1 0-1 0 0,-1 0 1 0 0,1 0-1 0 0,-1 0 1 0 0,1 1-1 0 0,-1-1 1 0 0,1 0-1 0 0,1 18 1802 0 0,-1-2-1407 0 0,2 12 17 0 0,2 1 0 0 0,12 34 0 0 0,3 20-389 0 0,-20-78-24 0 0,7 28-38 0 0,-7-32 27 0 0,0 0 0 0 0,0 1 0 0 0,0-1 0 0 0,1 0 0 0 0,-1 0 0 0 0,0 0-1 0 0,1 0 1 0 0,-1 0 0 0 0,1 0 0 0 0,-1 0 0 0 0,1 0 0 0 0,-1 0 0 0 0,1 0 0 0 0,0-1-1 0 0,-1 1 1 0 0,1 0 0 0 0,0 0 0 0 0,0 0 0 0 0,0-1 0 0 0,0 1 0 0 0,1 0 0 0 0,2-3-26 0 0,-1-1 0 0 0,0 0 0 0 0,0 0 1 0 0,0 0-1 0 0,0 0 0 0 0,0-1 0 0 0,0 1 1 0 0,-1-1-1 0 0,0 1 0 0 0,3-6 0 0 0,1-1-9 0 0,24-39 82 0 0,-24 38-28 0 0,0-1-1 0 0,1 1 1 0 0,0 0 0 0 0,1 0-1 0 0,0 1 1 0 0,0 0 0 0 0,1 1-1 0 0,1 0 1 0 0,13-11 0 0 0,-22 20-11 0 0,1-1 0 0 0,-1 1 1 0 0,0-1-1 0 0,1 1 1 0 0,-1 0-1 0 0,0-1 1 0 0,1 1-1 0 0,-1 0 0 0 0,1 0 1 0 0,-1 0-1 0 0,0 0 1 0 0,1 0-1 0 0,-1 0 1 0 0,1 0-1 0 0,-1 1 0 0 0,0-1 1 0 0,1 0-1 0 0,-1 1 1 0 0,0-1-1 0 0,1 1 0 0 0,-1 0 1 0 0,0-1-1 0 0,0 1 1 0 0,0 0-1 0 0,1 0 1 0 0,-1-1-1 0 0,0 1 0 0 0,0 0 1 0 0,0 0-1 0 0,0 0 1 0 0,-1 1-1 0 0,1-1 1 0 0,0 0-1 0 0,1 2 0 0 0,4 6 41 0 0,-1 0 0 0 0,1 1 0 0 0,5 15 0 0 0,-7-16-29 0 0,11 26-102 0 0,-4-7 194 0 0,26 43 0 0 0,-33-64-355 0 0,0-1 0 0 0,0 1 0 0 0,1-1 0 0 0,0 0 0 0 0,0-1 0 0 0,1 1 0 0 0,0-1 0 0 0,0 0 0 0 0,0-1 0 0 0,0 1 0 0 0,12 5 0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39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15 249 10594 0 0,'-14'20'1386'0'0,"17"-15"-7"0"0,12-7 124 0 0,-4-3-925 0 0,0 0 0 0 0,0 0 0 0 0,0-1 0 0 0,-1 0 0 0 0,0-1 0 0 0,0 0 0 0 0,8-9 0 0 0,7-7 135 0 0,27-31 0 0 0,-49 50-647 0 0,37-47 644 0 0,-38 48-659 0 0,0 0 0 0 0,0 0 1 0 0,-1 0-1 0 0,1 0 0 0 0,-1-1 1 0 0,0 1-1 0 0,1-1 0 0 0,-1 1 1 0 0,-1 0-1 0 0,1-1 0 0 0,0 1 1 0 0,-1-1-1 0 0,0 0 0 0 0,0 1 0 0 0,0-5 1 0 0,0 7-35 0 0,-1-1 1 0 0,1 1-1 0 0,0 0 1 0 0,-1 0-1 0 0,1 0 1 0 0,-1-1-1 0 0,1 1 1 0 0,-1 0 0 0 0,0 0-1 0 0,1 0 1 0 0,-1 0-1 0 0,0 0 1 0 0,0 0-1 0 0,0 0 1 0 0,1 0-1 0 0,-1 1 1 0 0,0-1-1 0 0,0 0 1 0 0,0 0-1 0 0,-1 1 1 0 0,1-1-1 0 0,0 1 1 0 0,-2-1-1 0 0,1 0 2 0 0,0 1-1 0 0,-1-1 0 0 0,1 1 1 0 0,0 0-1 0 0,-1 0 0 0 0,1 0 1 0 0,0 1-1 0 0,-1-1 0 0 0,1 0 0 0 0,0 1 1 0 0,-4 1-1 0 0,0 0 18 0 0,1 0-1 0 0,0 0 1 0 0,0 0 0 0 0,1 1-1 0 0,-1 0 1 0 0,0 0-1 0 0,1 1 1 0 0,0-1 0 0 0,0 1-1 0 0,-5 4 1 0 0,6-3-21 0 0,-1 0 1 0 0,1 0-1 0 0,0 0 0 0 0,1 0 0 0 0,-1 0 0 0 0,1 1 1 0 0,0-1-1 0 0,0 1 0 0 0,1 0 0 0 0,-1 0 1 0 0,1 0-1 0 0,1-1 0 0 0,-1 1 0 0 0,1 0 1 0 0,0 0-1 0 0,0 0 0 0 0,1 0 0 0 0,-1 0 1 0 0,1 0-1 0 0,1-1 0 0 0,-1 1 0 0 0,4 7 1 0 0,-1-5-186 0 0,0 1 0 0 0,1-1 0 0 0,0-1 0 0 0,0 1 0 0 0,1-1 0 0 0,0 0 0 0 0,0 0 0 0 0,1 0 0 0 0,0-1 0 0 0,0 0 0 0 0,1-1 0 0 0,-1 1 1 0 0,14 5-1 0 0,3 2-7572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0.2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138 171 4609 0 0,'0'-1'9'0'0,"-23"-62"1885"0"0,21 59-1508 0 0,1 1 0 0 0,-1-1 1 0 0,-1 0-1 0 0,1 1 0 0 0,0 0 1 0 0,-1 0-1 0 0,1 0 0 0 0,-1 0 1 0 0,0 0-1 0 0,0 0 0 0 0,0 1 1 0 0,-1-1-1 0 0,1 1 0 0 0,-5-2 1 0 0,7 3-209 0 0,0 1 0 0 0,0 0 0 0 0,0-1 0 0 0,0 1 1 0 0,0 0-1 0 0,0 0 0 0 0,0-1 0 0 0,-1 1 0 0 0,1 0 0 0 0,0 0 1 0 0,0 1-1 0 0,0-1 0 0 0,0 0 0 0 0,0 0 0 0 0,-1 0 1 0 0,1 1-1 0 0,0-1 0 0 0,0 1 0 0 0,0-1 0 0 0,0 1 1 0 0,0-1-1 0 0,-1 2 0 0 0,-1 0 97 0 0,1 0 0 0 0,0 0 1 0 0,0 0-1 0 0,0 0 0 0 0,0 1 0 0 0,0-1 0 0 0,1 1 1 0 0,-3 3-1 0 0,0 4 240 0 0,0-1 0 0 0,0 0 0 0 0,1 1 0 0 0,-2 12 0 0 0,3-8-437 0 0,0 0 1 0 0,1-1 0 0 0,1 1 0 0 0,1 0 0 0 0,0 0 0 0 0,1 0 0 0 0,0-1-1 0 0,1 1 1 0 0,0-1 0 0 0,1 0 0 0 0,1 1 0 0 0,7 13 0 0 0,-9-18-41 0 0,1-1-1 0 0,1-1 1 0 0,0 1 0 0 0,0-1 0 0 0,0 1-1 0 0,1-1 1 0 0,0-1 0 0 0,0 1 0 0 0,0-1-1 0 0,1 0 1 0 0,0-1 0 0 0,0 0 0 0 0,1 0-1 0 0,0 0 1 0 0,-1-1 0 0 0,1 0 0 0 0,1 0-1 0 0,-1-1 1 0 0,17 4 0 0 0,-21-6-38 0 0,-1-1 0 0 0,1 1 1 0 0,0-1-1 0 0,0 0 0 0 0,-1 0 0 0 0,1-1 1 0 0,0 1-1 0 0,0-1 0 0 0,-1 1 0 0 0,1-1 1 0 0,0 0-1 0 0,-1-1 0 0 0,1 1 0 0 0,-1-1 1 0 0,1 1-1 0 0,-1-1 0 0 0,4-3 0 0 0,-2 1 1 0 0,-1 0 0 0 0,0 0 0 0 0,0 0 0 0 0,0-1 1 0 0,-1 0-1 0 0,1 1 0 0 0,-1-1 0 0 0,0 0 0 0 0,-1-1 0 0 0,4-6 0 0 0,-2-1 3 0 0,0 0 1 0 0,0-1-1 0 0,-1 1 1 0 0,-1-1-1 0 0,0 0 1 0 0,-1 1-1 0 0,-1-1 1 0 0,-2-25-1 0 0,0 22 28 0 0,-2 0 1 0 0,0 0-1 0 0,0 0 1 0 0,-2 1-1 0 0,-14-29 0 0 0,16 35-71 0 0,-1 1 1 0 0,-1 0-1 0 0,0 0 0 0 0,0 1 0 0 0,-1 0 0 0 0,0 0 0 0 0,0 0 0 0 0,-1 1 0 0 0,0 0 0 0 0,-16-11 1 0 0,22 17-30 0 0,0 0 1 0 0,0 0 0 0 0,0 0 0 0 0,0 0 0 0 0,0 1 0 0 0,-1-1 0 0 0,1 0 0 0 0,0 1-1 0 0,0 0 1 0 0,0-1 0 0 0,-4 1 0 0 0,-6 2-630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0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10594 0 0,'-4'3'6658'0'0,"7"2"-5569"0"0,7 16-375 0 0,-2 0 1 0 0,0 0-1 0 0,-1 1 0 0 0,-1 1 0 0 0,5 34 1 0 0,4 124-517 0 0,-15-179-411 0 0,-2 42-322 0 0,-6-27-5467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0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0 149 10594 0 0,'1'-7'151'0'0,"0"1"0"0"0,0-1 1 0 0,1 0-1 0 0,0 1 0 0 0,0-1 0 0 0,1 1 0 0 0,-1-1 0 0 0,1 1 0 0 0,1 0 0 0 0,-1 0 0 0 0,1 0 0 0 0,0 1 0 0 0,0-1 1 0 0,1 1-1 0 0,0 0 0 0 0,7-6 0 0 0,-5 5 273 0 0,0 2-1 0 0,0-1 1 0 0,0 1 0 0 0,0 0 0 0 0,1 0-1 0 0,-1 1 1 0 0,1 0 0 0 0,11-2 0 0 0,-17 4-303 0 0,1 1 1 0 0,-1 0-1 0 0,1-1 1 0 0,-1 1-1 0 0,0 0 1 0 0,1 0 0 0 0,-1 1-1 0 0,0-1 1 0 0,1 0-1 0 0,-1 1 1 0 0,0-1-1 0 0,1 1 1 0 0,-1 0-1 0 0,0 0 1 0 0,0 0 0 0 0,0 0-1 0 0,0 0 1 0 0,0 1-1 0 0,0-1 1 0 0,0 0-1 0 0,0 1 1 0 0,0 0 0 0 0,0-1-1 0 0,-1 1 1 0 0,1 0-1 0 0,-1 0 1 0 0,0 0-1 0 0,1 0 1 0 0,-1 0 0 0 0,0 0-1 0 0,0 0 1 0 0,0 0-1 0 0,1 5 1 0 0,0 0 9 0 0,0 0 0 0 0,-1-1 0 0 0,1 1 0 0 0,-1 1 0 0 0,-1-1 0 0 0,0 0 0 0 0,0 0 0 0 0,0 0 0 0 0,-1 0 0 0 0,1 0 0 0 0,-2 0 0 0 0,-2 10 0 0 0,-14 32-950 0 0,-4-3-5009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1.3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0 352 8290 0 0,'20'-1'1307'0'0,"-1"0"1"0"0,0-1-1 0 0,0-1 0 0 0,0-1 1 0 0,0 0-1 0 0,0-2 1 0 0,27-11-1 0 0,-38 13-1105 0 0,0 0 0 0 0,0 0 0 0 0,0 0-1 0 0,-1-1 1 0 0,0 0 0 0 0,0 0 0 0 0,0-1 0 0 0,0 0-1 0 0,-1 0 1 0 0,0-1 0 0 0,-1 1 0 0 0,1-1 0 0 0,-1-1-1 0 0,0 1 1 0 0,-1-1 0 0 0,0 0 0 0 0,0 0 0 0 0,4-14-1 0 0,-7 18-189 0 0,-1 1 0 0 0,1 0 0 0 0,-1 0 0 0 0,0-1 0 0 0,-1 1 0 0 0,1 0 0 0 0,0 0 0 0 0,-1-1 0 0 0,-1-3 0 0 0,2 6-18 0 0,0 0-1 0 0,-1-1 0 0 0,1 1 1 0 0,-1 0-1 0 0,1 0 0 0 0,-1 0 0 0 0,1 0 1 0 0,-1 0-1 0 0,1 0 0 0 0,-1 0 1 0 0,0 0-1 0 0,0 0 0 0 0,0 0 0 0 0,1 0 1 0 0,-1 0-1 0 0,0 0 0 0 0,0 1 1 0 0,0-1-1 0 0,0 0 0 0 0,0 1 0 0 0,0-1 1 0 0,-1 1-1 0 0,1-1 0 0 0,0 1 1 0 0,0-1-1 0 0,0 1 0 0 0,-3 0 0 0 0,4 0-6 0 0,-1 1 0 0 0,0-1-1 0 0,0 1 1 0 0,0 0-1 0 0,1 0 1 0 0,-1-1-1 0 0,0 1 1 0 0,1 0 0 0 0,-1 0-1 0 0,1 0 1 0 0,-1 0-1 0 0,1 0 1 0 0,-1 0-1 0 0,1 0 1 0 0,-1 0-1 0 0,1 0 1 0 0,0 0 0 0 0,0 0-1 0 0,-1 0 1 0 0,1 0-1 0 0,0 0 1 0 0,0 2-1 0 0,-3 31 10 0 0,2-29-9 0 0,1 2 1 0 0,-2 14 37 0 0,1 0 1 0 0,0-1-1 0 0,4 28 0 0 0,-2-44-19 0 0,-1 1 0 0 0,1-1 0 0 0,0 0 0 0 0,0 0 0 0 0,0 0-1 0 0,0 0 1 0 0,1 0 0 0 0,0 0 0 0 0,0 0 0 0 0,0 0 0 0 0,0-1 0 0 0,0 1-1 0 0,1-1 1 0 0,-1 1 0 0 0,1-1 0 0 0,0 0 0 0 0,0 0 0 0 0,1-1-1 0 0,-1 1 1 0 0,0 0 0 0 0,1-1 0 0 0,6 3 0 0 0,-7-4-11 0 0,1 0 0 0 0,0 0 0 0 0,-1 0 1 0 0,1-1-1 0 0,-1 0 0 0 0,1 0 0 0 0,0 0 0 0 0,-1 0 0 0 0,1 0 1 0 0,0-1-1 0 0,-1 0 0 0 0,1 1 0 0 0,-1-1 0 0 0,1-1 1 0 0,-1 1-1 0 0,1 0 0 0 0,-1-1 0 0 0,0 0 0 0 0,0 0 0 0 0,0 0 1 0 0,0 0-1 0 0,0 0 0 0 0,3-4 0 0 0,8-7-68 0 0,0 0 1 0 0,-1-2-1 0 0,13-18 0 0 0,-12 15 64 0 0,1-1 77 0 0,-10 12 43 0 0,1-1 1 0 0,0 1-1 0 0,1 0 0 0 0,-1 0 1 0 0,16-11-1 0 0,-20 17-82 0 0,0 0 0 0 0,0 0 0 0 0,0 0 0 0 0,0 0 0 0 0,0 0 0 0 0,0 0 0 0 0,0 1 1 0 0,1-1-1 0 0,-1 1 0 0 0,0 0 0 0 0,0 0 0 0 0,1-1 0 0 0,-1 2 0 0 0,0-1 0 0 0,1 0 0 0 0,-1 0 0 0 0,0 1 0 0 0,0-1 0 0 0,0 1 0 0 0,1-1 0 0 0,-1 1 0 0 0,0 0 1 0 0,0 0-1 0 0,0 0 0 0 0,0 0 0 0 0,0 1 0 0 0,0-1 0 0 0,-1 0 0 0 0,4 4 0 0 0,10 8 122 0 0,-2 1 0 0 0,22 28-1 0 0,-25-29-56 0 0,0 0-1 0 0,1-1 1 0 0,1 0 0 0 0,16 13-1 0 0,-28-24-93 0 0,1-1 0 0 0,-1 0 0 0 0,0 1 0 0 0,1-1 0 0 0,-1 0 0 0 0,1 1 0 0 0,-1-1 0 0 0,0 0 0 0 0,1 0 0 0 0,-1 1 0 0 0,1-1 0 0 0,-1 0 0 0 0,1 0 0 0 0,-1 0 0 0 0,1 1 0 0 0,-1-1 0 0 0,1 0 0 0 0,-1 0 0 0 0,1 0 0 0 0,-1 0 0 0 0,1 0 0 0 0,-1 0 0 0 0,1 0 0 0 0,-1 0 0 0 0,1 0 0 0 0,-1-1 0 0 0,1 1 0 0 0,-1 0 0 0 0,1 0 0 0 0,-1 0 0 0 0,0-1 0 0 0,1 1 0 0 0,-1 0 0 0 0,1 0 0 0 0,-1-1 0 0 0,1 1 0 0 0,-1 0 0 0 0,0-1 0 0 0,1 1 0 0 0,-1 0 0 0 0,0-1 0 0 0,1 1 0 0 0,-1-1 0 0 0,0 1 0 0 0,0 0 0 0 0,1-1 0 0 0,-1 1 0 0 0,0-1 0 0 0,0 1 0 0 0,0-1 0 0 0,0 1 0 0 0,1-1 0 0 0,-1 1 0 0 0,0-1 0 0 0,0 1 0 0 0,0-1 0 0 0,0 1 0 0 0,0-1 0 0 0,0 1 0 0 0,-1-1 0 0 0,1 0 0 0 0,-1-40 0 0 0,0 32 0 0 0,0-16-65 0 0,0-1-1 0 0,2 1 1 0 0,6-38 0 0 0,-5 51-201 0 0,0 0 1 0 0,2 0 0 0 0,-1 0 0 0 0,1 1-1 0 0,1 0 1 0 0,0 0 0 0 0,1 0 0 0 0,0 1-1 0 0,12-16 1 0 0,3 3-7511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2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 3225 0 0,'-3'-2'12686'0'0,"14"9"-12008"0"0,0 0-1 0 0,-1 1 0 0 0,1 0 1 0 0,-2 0-1 0 0,1 1 0 0 0,-1 1 1 0 0,-1 0-1 0 0,0 0 0 0 0,11 16 1 0 0,-4 0-375 0 0,19 45 0 0 0,-22-42-396 0 0,-11-28 3 0 0,-1 0 0 0 0,0-1 0 0 0,1 1 0 0 0,-1 0 0 0 0,1 0 1 0 0,-1 0-1 0 0,1-1 0 0 0,0 1 0 0 0,-1 0 0 0 0,1-1 0 0 0,-1 1 0 0 0,1 0 0 0 0,0-1 0 0 0,0 1 0 0 0,-1-1 0 0 0,1 1 0 0 0,0-1 0 0 0,0 1 0 0 0,0-1 0 0 0,0 0 0 0 0,0 1 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2.5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 20 12443 0 0,'-2'-1'329'0'0,"0"-1"0"0"0,0 0 1 0 0,1 0-1 0 0,-1 1 0 0 0,0 0 0 0 0,0-1 1 0 0,-1 1-1 0 0,1 0 0 0 0,0 0 1 0 0,0 0-1 0 0,0 0 0 0 0,-1 0 0 0 0,1 1 1 0 0,-1-1-1 0 0,1 1 0 0 0,0-1 1 0 0,-1 1-1 0 0,1 0 0 0 0,-5 0 0 0 0,3 1-143 0 0,1 0-1 0 0,-1 0 0 0 0,1 0 0 0 0,0 0 0 0 0,-1 1 0 0 0,1-1 0 0 0,0 1 0 0 0,0 0 0 0 0,0 0 0 0 0,0 0 1 0 0,0 0-1 0 0,-2 4 0 0 0,-4 3-71 0 0,1 0 1 0 0,1 1-1 0 0,-1 0 1 0 0,1 0 0 0 0,1 0-1 0 0,-9 21 1 0 0,9-15-42 0 0,0 0-1 0 0,1 1 1 0 0,0 0 0 0 0,2 0 0 0 0,-3 27-1 0 0,5-39-74 0 0,0 1 0 0 0,1-1 0 0 0,0 1 0 0 0,0-1-1 0 0,1 1 1 0 0,-1-1 0 0 0,1 1 0 0 0,0-1 0 0 0,1 1-1 0 0,-1-1 1 0 0,1 0 0 0 0,0 0 0 0 0,1 0-1 0 0,-1 0 1 0 0,1 0 0 0 0,0 0 0 0 0,0-1 0 0 0,0 1-1 0 0,1-1 1 0 0,-1 0 0 0 0,7 5 0 0 0,-7-7-59 0 0,0 0 0 0 0,0-1 0 0 0,0 1 0 0 0,0-1 0 0 0,0 0 0 0 0,0 0 0 0 0,1 0 0 0 0,-1-1 0 0 0,0 1 0 0 0,1-1 0 0 0,-1 0 0 0 0,0 0 0 0 0,1 0 0 0 0,-1 0 0 0 0,0 0 0 0 0,4-2 0 0 0,32-10-6670 0 0,-19 1 332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2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 5817 0 0,'7'-7'-1050'0'0,"-3"4"1739"0"0,0-1 0 0 0,1 1 1 0 0,-1-1-1 0 0,1 1 0 0 0,0 1 0 0 0,5-4 0 0 0,-9 6-394 0 0,0 0 0 0 0,0-1 0 0 0,0 1 0 0 0,0 0 0 0 0,0 0 0 0 0,1 0 0 0 0,-1 0 0 0 0,0 0 0 0 0,0 0 0 0 0,0 0 0 0 0,0 0 0 0 0,0 0 0 0 0,0 1 0 0 0,1-1 0 0 0,-1 0 0 0 0,0 1 0 0 0,0-1 0 0 0,0 1 0 0 0,0-1-1 0 0,0 1 1 0 0,0-1 0 0 0,0 1 0 0 0,0 0 0 0 0,-1-1 0 0 0,1 1 0 0 0,0 0 0 0 0,0 0 0 0 0,0 0 0 0 0,-1 0 0 0 0,1 0 0 0 0,-1 0 0 0 0,1 0 0 0 0,0 0 0 0 0,0 2 0 0 0,6 13 213 0 0,-1 0 0 0 0,0 1 0 0 0,-1 0 0 0 0,-1 0 0 0 0,0 1 0 0 0,0 17 0 0 0,-2-18-1045 0 0,0 0-1 0 0,2-1 0 0 0,-1 1 1 0 0,2-1-1 0 0,0 0 1 0 0,14 28-1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2.8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6 14283 0 0,'-3'-3'1272'0'0,"2"1"-1016"0"0,2 1-256 0 0,4 5 2193 0 0,-2-1-1417 0 0,3 2-296 0 0,-1 4-56 0 0,3 1-8 0 0,0 1-8 0 0,1 3-792 0 0,-1 0-152 0 0,1 1-32 0 0,2 0-8 0 0,3 3 456 0 0,-2-3 120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3.1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11522 0 0,'3'0'387'0'0,"0"0"-1"0"0,0 0 0 0 0,1 1 0 0 0,-1-1 0 0 0,0 1 0 0 0,0 0 0 0 0,0 0 0 0 0,0 0 1 0 0,0 0-1 0 0,0 0 0 0 0,0 1 0 0 0,0-1 0 0 0,0 1 0 0 0,0 0 0 0 0,-1 0 0 0 0,1 0 1 0 0,-1 0-1 0 0,0 0 0 0 0,1 1 0 0 0,-1-1 0 0 0,0 1 0 0 0,0-1 0 0 0,2 6 0 0 0,3 2 3 0 0,-1 0 1 0 0,0 1-1 0 0,0 0 0 0 0,-1 0 0 0 0,5 14 0 0 0,-6-9-275 0 0,0 0 1 0 0,-1 0 0 0 0,-1 0-1 0 0,1 32 1 0 0,-13-106 677 0 0,9 34-906 0 0,2 0 0 0 0,0 0 0 0 0,1 0 0 0 0,1 1-1 0 0,2-1 1 0 0,0 1 0 0 0,1 0 0 0 0,2 0 0 0 0,13-29 0 0 0,-10 36-365 0 0,3 4-1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3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42 4609 0 0,'6'-42'12942'0'0,"-7"42"-12844"0"0,-11 12 3013 0 0,3 1-2958 0 0,1 0 0 0 0,0 1 0 0 0,0 0 0 0 0,2 1 0 0 0,0-1 0 0 0,0 1 0 0 0,1 1 0 0 0,1-1-1 0 0,1 1 1 0 0,0-1 0 0 0,1 1 0 0 0,0 0 0 0 0,2 24 0 0 0,0-37-176 0 0,0 0 0 0 0,0 0 0 0 0,1 0 0 0 0,-1 0 0 0 0,1 0 0 0 0,0 1 0 0 0,-1-1 1 0 0,2 0-1 0 0,-1 0 0 0 0,0-1 0 0 0,0 1 0 0 0,1 0 0 0 0,0 0 0 0 0,-1-1 0 0 0,1 1 0 0 0,0-1 0 0 0,0 1 0 0 0,1-1 1 0 0,-1 0-1 0 0,0 0 0 0 0,1 0 0 0 0,-1 0 0 0 0,1 0 0 0 0,0-1 0 0 0,0 1 0 0 0,-1-1 0 0 0,1 1 0 0 0,0-1 0 0 0,0 0 0 0 0,0 0 1 0 0,0-1-1 0 0,1 1 0 0 0,-1-1 0 0 0,0 1 0 0 0,5-1 0 0 0,0 0-143 0 0,-1-1 0 0 0,0 0 1 0 0,0 0-1 0 0,0-1 0 0 0,0 0 0 0 0,0 0 1 0 0,0-1-1 0 0,0 1 0 0 0,-1-1 0 0 0,1-1 1 0 0,-1 1-1 0 0,0-1 0 0 0,0-1 0 0 0,9-7 1 0 0,1-6-80 0 0,-2 0 0 0 0,-1 0 0 0 0,0-1 1 0 0,-1-1-1 0 0,-1 0 0 0 0,-1-1 1 0 0,9-24-1 0 0,5-9 1982 0 0,-24 53-1586 0 0,1-1-1 0 0,-1 1 1 0 0,1-1-1 0 0,0 1 1 0 0,-1-1-1 0 0,1 1 0 0 0,0 0 1 0 0,0-1-1 0 0,0 1 1 0 0,0 0-1 0 0,0 0 1 0 0,0 0-1 0 0,1 0 0 0 0,1-2 1 0 0,-2 3-113 0 0,-1 0-1 0 0,1 0 1 0 0,-1 1 0 0 0,0-1 0 0 0,1 0 0 0 0,-1 0-1 0 0,1 0 1 0 0,-1 0 0 0 0,0 1 0 0 0,1-1 0 0 0,-1 0-1 0 0,1 1 1 0 0,-1-1 0 0 0,0 0 0 0 0,0 0 0 0 0,1 1-1 0 0,-1-1 1 0 0,0 1 0 0 0,1-1 0 0 0,-1 0-1 0 0,0 1 1 0 0,0-1 0 0 0,0 0 0 0 0,1 1 0 0 0,-1-1-1 0 0,0 1 1 0 0,0-1 0 0 0,0 1 0 0 0,0-1 0 0 0,0 1-1 0 0,0 0 1 0 0,6 54 669 0 0,-5-42-580 0 0,0-5-88 0 0,0-1 0 0 0,0 0 0 0 0,1 0 0 0 0,0-1 0 0 0,1 1 0 0 0,-1 0 0 0 0,1-1 0 0 0,0 1 0 0 0,1-1 0 0 0,0 0 0 0 0,4 7 0 0 0,-6-11-50 0 0,1 1-1 0 0,-1-1 1 0 0,0 0 0 0 0,1 1 0 0 0,-1-1 0 0 0,1 0 0 0 0,0-1 0 0 0,0 1-1 0 0,-1 0 1 0 0,1-1 0 0 0,0 0 0 0 0,0 1 0 0 0,1-1 0 0 0,-1-1 0 0 0,0 1-1 0 0,0 0 1 0 0,0-1 0 0 0,1 1 0 0 0,-1-1 0 0 0,0 0 0 0 0,0 0-1 0 0,1 0 1 0 0,-1-1 0 0 0,0 1 0 0 0,0-1 0 0 0,6-1 0 0 0,-4-1-33 0 0,0 1 1 0 0,0-1 0 0 0,-1 0 0 0 0,1-1-1 0 0,0 1 1 0 0,-1-1 0 0 0,0 0-1 0 0,0 0 1 0 0,0 0 0 0 0,-1 0 0 0 0,1-1-1 0 0,4-7 1 0 0,-6 8 83 0 0,1 0 1 0 0,-1 0-1 0 0,1 0 0 0 0,0 0 0 0 0,0 1 1 0 0,0-1-1 0 0,0 1 0 0 0,1 0 0 0 0,0 0 0 0 0,-1 0 1 0 0,1 1-1 0 0,0-1 0 0 0,0 1 0 0 0,0 0 1 0 0,1 0-1 0 0,5-2 0 0 0,-9 4 2 0 0,1 0-1 0 0,-1 1 1 0 0,0-1 0 0 0,0 0-1 0 0,0 1 1 0 0,1-1 0 0 0,-1 1-1 0 0,0-1 1 0 0,0 1-1 0 0,0 0 1 0 0,0-1 0 0 0,0 1-1 0 0,0 0 1 0 0,0 0 0 0 0,0 0-1 0 0,0 0 1 0 0,0-1-1 0 0,-1 1 1 0 0,2 3 0 0 0,15 10-389 0 0,-9-12 2 0 0,0 0 0 0 0,0 0 0 0 0,0-1 0 0 0,1 0 0 0 0,-1 0 0 0 0,10-1 0 0 0,-8 0 32 0 0,14 2-470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4.4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9674 0 0,'3'32'6663'0'0,"10"19"-2809"0"0,-3-13-2316 0 0,-4-10-1170 0 0,2 8 319 0 0,12 36-1 0 0,-16-61-1144 0 0,0-1-1 0 0,1 0 1 0 0,0 0-1 0 0,9 13 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4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13363 0 0,'-4'2'1184'0'0,"3"0"-944"0"0,5 5 2505 0 0,-2-6-1769 0 0,3 0-368 0 0,0 2-80 0 0,2-2-16 0 0,0 1 0 0 0,1-1-1312 0 0,0 2-272 0 0,3 0-48 0 0,-3 1-16 0 0,-2 1 887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4.8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0,'2'1'693'0'0,"0"-1"-1"0"0,0 1 1 0 0,1 0-1 0 0,-1 0 1 0 0,0 0 0 0 0,0 0-1 0 0,0 0 1 0 0,0 0-1 0 0,0 0 1 0 0,0 1-1 0 0,-1-1 1 0 0,1 0-1 0 0,0 1 1 0 0,-1 0-1 0 0,3 3 1 0 0,23 31 3073 0 0,-24-32-3147 0 0,7 12-257 0 0,-1 1 0 0 0,-1 0-1 0 0,0 1 1 0 0,-1-1 0 0 0,8 33-1 0 0,12 96-48 0 0,-12-53-775 0 0,-8-42-1955 0 0,-5-28-5371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5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18 104 10594 0 0,'-16'-1'6904'0'0,"15"0"-6638"0"0,13-10 3257 0 0,35-15-2018 0 0,-45 25-1456 0 0,24-11-25 0 0,48-15 1 0 0,-7 10-6329 0 0,-23 9-824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6.4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1 159 10594 0 0,'1'0'234'0'0,"0"-1"-1"0"0,0 1 1 0 0,0 0-1 0 0,0-1 0 0 0,0 1 1 0 0,0 0-1 0 0,0 0 1 0 0,1 0-1 0 0,-1 0 1 0 0,0 0-1 0 0,0 0 0 0 0,0 0 1 0 0,0 0-1 0 0,0 1 1 0 0,1-1-1 0 0,-1 0 1 0 0,0 1-1 0 0,0-1 0 0 0,0 0 1 0 0,1 2-1 0 0,21 9 1617 0 0,-12-5-1624 0 0,-1 1-1 0 0,0 1 0 0 0,0 0 0 0 0,-1 0 0 0 0,0 1 1 0 0,-1 0-1 0 0,0 0 0 0 0,0 1 0 0 0,12 21 1 0 0,-9-11 151 0 0,-1 0 0 0 0,-1 0 0 0 0,-1 1 0 0 0,9 35 1 0 0,-13-46-306 0 0,0-10 120 0 0,4-19 397 0 0,3-32 338 0 0,-4-7-1044 0 0,15-88 1444 0 0,0 77-3195 0 0,-17 57 390 0 0,1 1 0 0 0,0 0 0 0 0,12-17-1 0 0,-3 10-5701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6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30 8290 0 0,'-6'6'541'0'0,"0"-1"-1"0"0,0 2 1 0 0,0-1 0 0 0,1 1 0 0 0,0-1 0 0 0,0 2-1 0 0,0-1 1 0 0,1 0 0 0 0,-5 14 0 0 0,6-16-244 0 0,-2 7 92 0 0,0-1-1 0 0,0 1 1 0 0,1 1 0 0 0,1-1-1 0 0,0 0 1 0 0,1 1 0 0 0,-1 15 0 0 0,2-25-258 0 0,1 0 1 0 0,0 1 0 0 0,0-1 0 0 0,0 0 0 0 0,0 0-1 0 0,0 1 1 0 0,1-1 0 0 0,-1 0 0 0 0,1 0 0 0 0,0 0-1 0 0,0 1 1 0 0,0-1 0 0 0,1 0 0 0 0,-1-1 0 0 0,1 1-1 0 0,0 0 1 0 0,-1 0 0 0 0,1-1 0 0 0,0 1 0 0 0,1-1-1 0 0,-1 1 1 0 0,0-1 0 0 0,1 0 0 0 0,-1 0 0 0 0,1 0-1 0 0,0 0 1 0 0,-1-1 0 0 0,1 1 0 0 0,0-1 0 0 0,0 1 0 0 0,0-1-1 0 0,0 0 1 0 0,5 1 0 0 0,-4-2-88 0 0,0 0-1 0 0,0 0 1 0 0,0 0-1 0 0,0-1 1 0 0,0 1-1 0 0,0-1 1 0 0,-1 0-1 0 0,1 0 1 0 0,0-1-1 0 0,-1 1 1 0 0,1-1 0 0 0,0 0-1 0 0,-1 0 1 0 0,0 0-1 0 0,1 0 1 0 0,-1 0-1 0 0,0-1 1 0 0,0 1-1 0 0,4-6 1 0 0,1 0 26 0 0,-1-1 1 0 0,0 1-1 0 0,0-1 1 0 0,-1-1-1 0 0,10-17 1 0 0,-13 20-47 0 0,-1-1 1 0 0,1 0 0 0 0,-1 0 0 0 0,-1 0 0 0 0,0 0-1 0 0,0-1 1 0 0,0 1 0 0 0,-1 0 0 0 0,0 0 0 0 0,-1 0-1 0 0,0-1 1 0 0,0 1 0 0 0,0 0 0 0 0,-4-10 0 0 0,4 14-44 0 0,-1 0 1 0 0,1-1 0 0 0,-1 1 0 0 0,0 0-1 0 0,0 0 1 0 0,0 0 0 0 0,-1 0 0 0 0,1 0-1 0 0,-1 1 1 0 0,0-1 0 0 0,0 1 0 0 0,0-1-1 0 0,-1 1 1 0 0,1 0 0 0 0,-1 0 0 0 0,0 1 0 0 0,1-1-1 0 0,-1 1 1 0 0,0 0 0 0 0,-1 0 0 0 0,1 0-1 0 0,0 1 1 0 0,0-1 0 0 0,-1 1 0 0 0,1 0-1 0 0,-1 0 1 0 0,-4 0 0 0 0,-18 5-2560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7.4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14283 0 0,'3'27'5903'0'0,"5"18"-3478"0"0,3 18-1986 0 0,-8 15-268 0 0,-3-1-1 0 0,-17 121 0 0 0,7-102-237 0 0,7-62-563 0 0,2 1 1 0 0,3 40-1 0 0,4-32-67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7.7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28 15667 0 0,'0'-2'32'0'0,"-6"-18"2401"0"0,6 20-2377 0 0,1 0-1 0 0,-1 1 0 0 0,0-1 0 0 0,0 0 1 0 0,0 0-1 0 0,0 0 0 0 0,1 0 1 0 0,-1 1-1 0 0,0-1 0 0 0,0 0 0 0 0,1 0 1 0 0,-1 0-1 0 0,0 0 0 0 0,0 0 0 0 0,0 0 1 0 0,1 0-1 0 0,-1 1 0 0 0,0-1 0 0 0,0 0 1 0 0,1 0-1 0 0,-1 0 0 0 0,0 0 0 0 0,0 0 1 0 0,1 0-1 0 0,-1 0 0 0 0,0 0 0 0 0,0 0 1 0 0,1-1-1 0 0,-1 1 0 0 0,0 0 0 0 0,0 0 1 0 0,1 0-1 0 0,-1 0 0 0 0,0 0 0 0 0,0 0 1 0 0,0 0-1 0 0,1 0 0 0 0,-1-1 0 0 0,0 1 1 0 0,0 0-1 0 0,0 0 0 0 0,1 0 0 0 0,-1-1 1 0 0,0 1-1 0 0,0 0 0 0 0,0 0 1 0 0,0 0-1 0 0,0-1 0 0 0,1 1 0 0 0,-1 0 1 0 0,0 0-1 0 0,0-1 0 0 0,0 1 0 0 0,0 0 1 0 0,0 0-1 0 0,0-1 0 0 0,0 1 0 0 0,0 0 1 0 0,0 0-1 0 0,0-1 0 0 0,0 1 0 0 0,0 0 1 0 0,0 0-1 0 0,0-1 0 0 0,0 1 0 0 0,2 2 69 0 0,1 1 0 0 0,-1 0-1 0 0,1 0 1 0 0,-1 0-1 0 0,0 0 1 0 0,0 0 0 0 0,0 0-1 0 0,0 0 1 0 0,-1 0 0 0 0,1 1-1 0 0,-1-1 1 0 0,1 5-1 0 0,10 49 70 0 0,-10-43-30 0 0,13 80 154 0 0,-8-37-12 0 0,28 103 0 0 0,-30-144-522 0 0,0-1-1 0 0,1 0 1 0 0,1 0 0 0 0,0 0 0 0 0,1-1 0 0 0,1 0 0 0 0,0-1 0 0 0,1 1 0 0 0,0-2 0 0 0,1 0-1 0 0,15 13 1 0 0,-24-22-495 0 0,1-1 0 0 0,0 0 0 0 0,0 0 0 0 0,0 0 0 0 0,0 0-1 0 0,0 0 1 0 0,0-1 0 0 0,0 0 0 0 0,1 1 0 0 0,-1-1 0 0 0,1 0 0 0 0,-1-1-1 0 0,0 1 1 0 0,7 0 0 0 0,-8-4-243 0 0,-7-5 715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7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90 4145 0 0,'-1'1'88'0'0,"-1"-1"0"0"0,1 0 0 0 0,-1 0-1 0 0,1 0 1 0 0,-1 0 0 0 0,1 0 0 0 0,0-1 0 0 0,-1 1 0 0 0,1 0 0 0 0,-1-1-1 0 0,1 1 1 0 0,0 0 0 0 0,0-1 0 0 0,2-10 4066 0 0,0 11-3991 0 0,-1 0-1 0 0,0 0 1 0 0,1-1 0 0 0,0 1-1 0 0,27-14 5534 0 0,-9 6-4757 0 0,-12 5-2059 0 0,19-7 658 0 0,0 1 1 0 0,0 1-1 0 0,1 1 1 0 0,1 1 0 0 0,-1 2-1 0 0,1 1 1 0 0,-1 1-1 0 0,31 2 1 0 0,-27 0 472 0 0,3-2-11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8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265 1 6889 0 0,'-48'23'8242'0'0,"-5"-1"-741"0"0,40-18-7035 0 0,-1 1-1 0 0,2 1 1 0 0,-1 0-1 0 0,-23 15 1 0 0,29-14-499 0 0,0 0 0 0 0,0 0 0 0 0,0 0-1 0 0,1 1 1 0 0,0 0 0 0 0,0 0 0 0 0,1 1 0 0 0,0-1 0 0 0,-4 12 0 0 0,7-17-5 0 0,1 0 1 0 0,-1 0 0 0 0,1 0-1 0 0,0 0 1 0 0,0 1 0 0 0,0-1-1 0 0,1 0 1 0 0,-1 1 0 0 0,1-1-1 0 0,0 0 1 0 0,0 1 0 0 0,0-1-1 0 0,0 1 1 0 0,1-1 0 0 0,-1 0-1 0 0,1 1 1 0 0,0-1 0 0 0,0 0 0 0 0,0 0-1 0 0,0 1 1 0 0,1-1 0 0 0,-1 0-1 0 0,1 0 1 0 0,0 0 0 0 0,0-1-1 0 0,0 1 1 0 0,0 0 0 0 0,0-1-1 0 0,6 5 1 0 0,-7-6 10 0 0,1 0 0 0 0,-1 0 0 0 0,1 0 1 0 0,-1 0-1 0 0,1 0 0 0 0,-1-1 0 0 0,1 1 0 0 0,-1 0 0 0 0,1-1 1 0 0,0 1-1 0 0,-1-1 0 0 0,1 0 0 0 0,0 1 0 0 0,0-1 0 0 0,-1 0 1 0 0,1 0-1 0 0,0 0 0 0 0,0-1 0 0 0,-1 1 0 0 0,1 0 0 0 0,1-1 1 0 0,0 0-2 0 0,0 0 1 0 0,0-1-1 0 0,0 0 0 0 0,-1 1 1 0 0,1-1-1 0 0,-1 0 1 0 0,1 0-1 0 0,-1 0 1 0 0,0 0-1 0 0,4-5 1 0 0,3-6-6 0 0,-1 1 1 0 0,0-1-1 0 0,10-26 1 0 0,-15 33 31 0 0,4-12 48 0 0,-3 10 47 0 0,-1-1 1 0 0,2 0 0 0 0,-1 1-1 0 0,9-12 1 0 0,-13 19-85 0 0,1 1 1 0 0,-1 0 0 0 0,0 0-1 0 0,0 0 1 0 0,0 0-1 0 0,0-1 1 0 0,0 1-1 0 0,1 0 1 0 0,-1 0-1 0 0,0 0 1 0 0,0 0-1 0 0,0 0 1 0 0,1 0-1 0 0,-1 0 1 0 0,0-1 0 0 0,0 1-1 0 0,0 0 1 0 0,0 0-1 0 0,1 0 1 0 0,-1 0-1 0 0,0 0 1 0 0,0 0-1 0 0,1 0 1 0 0,-1 0-1 0 0,0 0 1 0 0,0 0 0 0 0,0 0-1 0 0,1 0 1 0 0,-1 0-1 0 0,0 0 1 0 0,0 0-1 0 0,0 1 1 0 0,1-1-1 0 0,-1 0 1 0 0,0 0-1 0 0,0 0 1 0 0,0 0-1 0 0,0 0 1 0 0,1 1 0 0 0,6 9 240 0 0,2 17 17 0 0,-8-24-209 0 0,5 15-16 0 0,0 0 0 0 0,2 0 1 0 0,-1-1-1 0 0,2 0 0 0 0,14 20 0 0 0,-19-31-168 0 0,1 0 1 0 0,0 0-1 0 0,1 0 0 0 0,-1 0 1 0 0,1-1-1 0 0,0 0 1 0 0,1 0-1 0 0,-1-1 0 0 0,1 1 1 0 0,0-1-1 0 0,0-1 1 0 0,0 1-1 0 0,0-1 0 0 0,1-1 1 0 0,9 3-1 0 0,3-2-676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8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98 9218 0 0,'14'-26'2268'0'0,"-8"17"-551"0"0,-1-1 0 0 0,0 1-1 0 0,0-1 1 0 0,5-18 0 0 0,-10 28-1698 0 0,0-1 1 0 0,0 1-1 0 0,0 0 0 0 0,0 0 1 0 0,0 0-1 0 0,0 0 1 0 0,0 0-1 0 0,0-1 1 0 0,0 1-1 0 0,0 0 1 0 0,0 0-1 0 0,0 0 1 0 0,0 0-1 0 0,0-1 1 0 0,0 1-1 0 0,0 0 1 0 0,0 0-1 0 0,0 0 1 0 0,0 0-1 0 0,0 0 0 0 0,0-1 1 0 0,0 1-1 0 0,0 0 1 0 0,0 0-1 0 0,0 0 1 0 0,0 0-1 0 0,0 0 1 0 0,0-1-1 0 0,-1 1 1 0 0,1 0-1 0 0,0 0 1 0 0,0 0-1 0 0,0 0 1 0 0,0 0-1 0 0,0 0 0 0 0,0 0 1 0 0,-1 0-1 0 0,1-1 1 0 0,0 1-1 0 0,0 0 1 0 0,0 0-1 0 0,0 0 1 0 0,0 0-1 0 0,-1 0 1 0 0,1 0-1 0 0,0 0 1 0 0,0 0-1 0 0,0 0 1 0 0,0 0-1 0 0,0 0 1 0 0,-1 0-1 0 0,1 0 0 0 0,0 0 1 0 0,0 0-1 0 0,0 0 1 0 0,0 0-1 0 0,-1 0 1 0 0,-13 8 495 0 0,-12 12-38 0 0,-13 20-127 0 0,36-37-327 0 0,1-1 0 0 0,0 1 0 0 0,-1 1 1 0 0,1-1-1 0 0,1 0 0 0 0,-1 1 0 0 0,0-1 0 0 0,1 1 0 0 0,0-1 1 0 0,-1 1-1 0 0,1-1 0 0 0,0 7 0 0 0,1-9-18 0 0,0-1-1 0 0,0 1 1 0 0,0-1-1 0 0,0 1 1 0 0,0-1-1 0 0,0 1 1 0 0,0-1-1 0 0,0 1 1 0 0,0-1-1 0 0,0 1 1 0 0,0 0-1 0 0,0-1 1 0 0,1 1-1 0 0,-1-1 1 0 0,0 1-1 0 0,0-1 1 0 0,1 0-1 0 0,-1 1 1 0 0,0-1-1 0 0,1 1 0 0 0,-1-1 1 0 0,0 1-1 0 0,1-1 1 0 0,-1 0-1 0 0,1 1 1 0 0,-1-1-1 0 0,1 0 1 0 0,-1 0-1 0 0,1 1 1 0 0,-1-1-1 0 0,1 0 1 0 0,0 1-1 0 0,20-6 56 0 0,-17 3-116 0 0,1 0 1 0 0,-1-1-1 0 0,1 1 0 0 0,-1-1 0 0 0,0 0 0 0 0,6-7 1 0 0,1-5-129 0 0,-7 8 258 0 0,1 0 0 0 0,1-1 0 0 0,-1 2 0 0 0,1-1 0 0 0,12-10 0 0 0,-17 16-50 0 0,0 1 0 0 0,0-1-1 0 0,0 0 1 0 0,0 1 0 0 0,1-1 0 0 0,-1 1 0 0 0,0-1-1 0 0,0 1 1 0 0,1-1 0 0 0,-1 1 0 0 0,0 0 0 0 0,1 0 0 0 0,-1 0-1 0 0,0 0 1 0 0,1 0 0 0 0,-1 0 0 0 0,0 0 0 0 0,2 0-1 0 0,-1 1-2 0 0,0 0 0 0 0,0 0 0 0 0,-1 0 0 0 0,1 0 0 0 0,0 0-1 0 0,-1 0 1 0 0,1 0 0 0 0,-1 1 0 0 0,1-1 0 0 0,-1 0-1 0 0,0 1 1 0 0,0 0 0 0 0,0-1 0 0 0,1 1 0 0 0,-1 0 0 0 0,0 2-1 0 0,15 30 121 0 0,-1 1 0 0 0,-3 0-1 0 0,0 1 1 0 0,11 67-1 0 0,-20-88-134 0 0,-1 0 1 0 0,-1 0-1 0 0,0 0 0 0 0,-1 0 1 0 0,0 0-1 0 0,-1 0 0 0 0,-1-1 0 0 0,-5 24 1 0 0,4-29-156 0 0,0-1 1 0 0,0 1 0 0 0,0-1 0 0 0,-1 0 0 0 0,0 0 0 0 0,-1-1 0 0 0,0 1-1 0 0,0-1 1 0 0,0 0 0 0 0,-1 0 0 0 0,0-1 0 0 0,-1 0 0 0 0,1 0 0 0 0,-1 0 0 0 0,-13 7-1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49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0 247 9218 0 0,'8'0'860'0'0,"-1"-1"1"0"0,1 0-1 0 0,-1 0 1 0 0,0-1-1 0 0,0 1 0 0 0,0-2 1 0 0,0 1-1 0 0,8-5 1 0 0,-4 2-42 0 0,-1-1 1 0 0,0 0-1 0 0,0-1 1 0 0,15-14-1 0 0,-14 10-549 0 0,-1 1 1 0 0,0-1-1 0 0,-1-1 0 0 0,0 0 1 0 0,-1 0-1 0 0,0 0 0 0 0,-1-1 0 0 0,9-23 1 0 0,-15 31-199 0 0,0 1 0 0 0,0-1 0 0 0,-1 1 0 0 0,1-1 0 0 0,-1 1 0 0 0,-1-8 0 0 0,1 11-69 0 0,1 1 0 0 0,-1-1 0 0 0,0 1 0 0 0,0-1 0 0 0,0 1 0 0 0,0-1 0 0 0,0 1 0 0 0,-1-1 0 0 0,1 0 0 0 0,0 1 0 0 0,0-1 0 0 0,0 1 0 0 0,0-1 0 0 0,-1 1 0 0 0,1-1 0 0 0,0 1 0 0 0,0-1 0 0 0,-1 1 0 0 0,1 0 0 0 0,0-1 0 0 0,-1 1 0 0 0,1-1 0 0 0,0 1 0 0 0,-1 0 0 0 0,1-1 0 0 0,-1 1 0 0 0,1 0 0 0 0,-1-1 0 0 0,1 1 0 0 0,-1 0 0 0 0,1 0 0 0 0,-1-1 0 0 0,1 1 0 0 0,-1 0 0 0 0,1 0 0 0 0,-1 0 0 0 0,1 0 0 0 0,-1 0 0 0 0,1 0 0 0 0,-1 0 0 0 0,1 0 0 0 0,-1 0 0 0 0,1 0 0 0 0,-1 0 0 0 0,1 0 0 0 0,-1 0 0 0 0,1 0-1 0 0,-1 0 1 0 0,0 1 0 0 0,1-1 0 0 0,0 0 0 0 0,-1 0 0 0 0,1 1 0 0 0,-1-1 0 0 0,1 0 0 0 0,-1 1 0 0 0,1-1 0 0 0,-1 0 0 0 0,1 1 0 0 0,0-1 0 0 0,-1 1 0 0 0,1-1 0 0 0,0 0 0 0 0,-1 1 0 0 0,1 0 0 0 0,-4 3-18 0 0,1 0 0 0 0,-1 1 0 0 0,1-1-1 0 0,0 1 1 0 0,0-1 0 0 0,1 1 0 0 0,-1 0 0 0 0,1 0 0 0 0,0 0-1 0 0,0 1 1 0 0,1-1 0 0 0,0 0 0 0 0,-1 8 0 0 0,0-3 14 0 0,1 0-1 0 0,1 0 1 0 0,0 0 0 0 0,0 0 0 0 0,1 0 0 0 0,2 13 0 0 0,-1-17 1 0 0,0-1 0 0 0,0 1 0 0 0,1-1 0 0 0,0 1 0 0 0,0-1 0 0 0,0 0 0 0 0,1 0 0 0 0,-1 0 0 0 0,1 0 0 0 0,0-1 0 0 0,1 1 1 0 0,-1-1-1 0 0,1 0 0 0 0,0-1 0 0 0,0 1 0 0 0,0-1 0 0 0,0 0 0 0 0,7 3 0 0 0,5 2-85 0 0,0-1-1 0 0,0-1 1 0 0,1 0 0 0 0,31 5 0 0 0,-7-5-154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14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1191 357 5985 0 0,'26'-1'1183'0'0,"0"-1"4032"0"0,-53 1 3788 0 0,22 0-8802 0 0,1 0 0 0 0,0 0 0 0 0,0 0 0 0 0,-1 0 0 0 0,1-1 0 0 0,0 0 0 0 0,0 0-1 0 0,-3-2 1 0 0,-4-1-66 0 0,1 0 0 0 0,-1 1 0 0 0,0 0 0 0 0,-1 0-1 0 0,-12-1 1 0 0,10 2-47 0 0,0-1-1 0 0,0 0 1 0 0,-13-6-1 0 0,-3-7-92 0 0,1-1 1 0 0,1-1-1 0 0,-47-41 0 0 0,-31-23-32 0 0,92 74 33 0 0,-1 0 1 0 0,0 1 0 0 0,0 1 0 0 0,-1 0-1 0 0,-32-8 1 0 0,-3 3 2 0 0,-1 2 0 0 0,0 3-1 0 0,0 2 1 0 0,0 2 0 0 0,-1 3-1 0 0,1 2 1 0 0,-57 9 0 0 0,102-10 4 0 0,-9 2 29 0 0,-1 0 0 0 0,0-1 0 0 0,0-1 0 0 0,0-1-1 0 0,0 0 1 0 0,1-1 0 0 0,-22-4 0 0 0,38 5-48 0 0,1 0-1 0 0,0 0 1 0 0,-1 0-1 0 0,1 0 1 0 0,-1 0-1 0 0,1 0 1 0 0,0 0-1 0 0,-1 0 1 0 0,1 0-1 0 0,-1 0 0 0 0,1 0 1 0 0,-1 1-1 0 0,1-1 1 0 0,-1 0-1 0 0,1 0 1 0 0,-1 0-1 0 0,1 1 1 0 0,-1-1-1 0 0,1 0 1 0 0,-1 1-1 0 0,1-1 1 0 0,-1 1-1 0 0,1-1 1 0 0,-1 0-1 0 0,0 1 1 0 0,1-1-1 0 0,-1 1 1 0 0,0-1-1 0 0,1 1 1 0 0,-1-1-1 0 0,0 1 0 0 0,0-1 1 0 0,1 1-1 0 0,-1-1 1 0 0,0 1-1 0 0,0 0 1 0 0,0-1-1 0 0,0 1 1 0 0,0-1-1 0 0,0 1 1 0 0,0-1-1 0 0,0 1 1 0 0,0 0-1 0 0,0-1 1 0 0,0 1-1 0 0,0-1 1 0 0,0 1-1 0 0,0-1 1 0 0,0 1-1 0 0,-1 0 0 0 0,1-1 1 0 0,0 1-1 0 0,0-1 1 0 0,-1 1-1 0 0,1-1 1 0 0,0 0-1 0 0,-1 1 1 0 0,1-1-1 0 0,-1 1 1 0 0,1-1-1 0 0,-1 1 1 0 0,1-1-1 0 0,-1 1 1 0 0,32-22-4872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14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327 76 2288 0 0,'73'-75'18394'0'0,"-85"75"-16419"0"0,-14 5-1471 0 0,-7 9 120 0 0,21-10-512 0 0,0 1-1 0 0,1 1 1 0 0,-1 0 0 0 0,1 0 0 0 0,-19 15 0 0 0,-60 66 42 0 0,8-6 451 0 0,71-72-311 0 0,4-3-359 0 0,0-1-1 0 0,1 2 0 0 0,-1-1 1 0 0,1 0-1 0 0,0 1 0 0 0,1 0 1 0 0,-9 13-1 0 0,15-14 63 0 0,1 0 0 0 0,-1 0-1 0 0,1 0 1 0 0,0 0 0 0 0,3 8 0 0 0,-2-8-21 0 0,-2-3 36 0 0,1 0-1 0 0,0 0 0 0 0,0 0 1 0 0,0-1-1 0 0,0 1 0 0 0,0 0 1 0 0,1-1-1 0 0,-1 0 0 0 0,1 1 1 0 0,0-1-1 0 0,-1 0 0 0 0,1 0 1 0 0,0-1-1 0 0,0 1 1 0 0,0 0-1 0 0,5 0 0 0 0,59 19 275 0 0,-42-15-245 0 0,-1-1-132 0 0,0-1 0 0 0,0-1 0 0 0,1-1-1 0 0,38-1 1 0 0,-55-1 57 0 0,11 3-2336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17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51 3681 0 0,'-10'-1'10092'0'0,"23"-1"-8187"0"0,20-4-35 0 0,6-5-549 0 0,0 2 0 0 0,1 1 0 0 0,53-2-1 0 0,121 7-1446 0 0,-163 7-1406 0 0,-23-2-4587 0 0,-12 0-373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18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13363 0 0,'3'15'5221'0'0,"2"25"-2921"0"0,-14 207-81 0 0,2-122-2663 0 0,9 131 0 0 0,1-221-462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18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99 11058 0 0,'-5'4'4324'0'0,"5"-4"-4237"0"0,-3 16 2147 0 0,0 15 30 0 0,1 131 461 0 0,3-140-2699 0 0,1 0 1 0 0,1 0-1 0 0,1-1 0 0 0,1 1 1 0 0,10 27-1 0 0,-14-46-25 0 0,0-1-1 0 0,0 0 1 0 0,0 0-1 0 0,0 0 1 0 0,0 1 0 0 0,0-1-1 0 0,0 0 1 0 0,1 0-1 0 0,-1 0 1 0 0,1-1-1 0 0,-1 1 1 0 0,1 0-1 0 0,0-1 1 0 0,-1 1 0 0 0,1-1-1 0 0,0 1 1 0 0,0-1-1 0 0,0 0 1 0 0,0 0-1 0 0,1 0 1 0 0,-1 0-1 0 0,0 0 1 0 0,5 1 0 0 0,-4-2-2 0 0,0 0 1 0 0,0-1 0 0 0,0 1 0 0 0,-1-1 0 0 0,1 0 0 0 0,0 0 0 0 0,0 0-1 0 0,0 0 1 0 0,-1 0 0 0 0,1-1 0 0 0,-1 1 0 0 0,1-1 0 0 0,-1 0 0 0 0,0 1 0 0 0,1-1-1 0 0,-1 0 1 0 0,0 0 0 0 0,0-1 0 0 0,2-2 0 0 0,6-8 5 0 0,-1 0 0 0 0,-1 0 0 0 0,0-1 0 0 0,0 0 0 0 0,-2-1-1 0 0,0 0 1 0 0,0 0 0 0 0,-1 0 0 0 0,-1 0 0 0 0,-1-1 0 0 0,0 0 0 0 0,1-31 0 0 0,-3 35-2 0 0,-1-1 1 0 0,-1 1 0 0 0,1-1-1 0 0,-2 1 1 0 0,0 0-1 0 0,0-1 1 0 0,-2 1-1 0 0,1 0 1 0 0,-1 1-1 0 0,-1-1 1 0 0,0 1 0 0 0,-1-1-1 0 0,0 2 1 0 0,0-1-1 0 0,-1 1 1 0 0,-1 0-1 0 0,-9-11 1 0 0,11 16-265 0 0,1 0 1 0 0,-1 1-1 0 0,0-1 0 0 0,0 1 1 0 0,-1 1-1 0 0,-13-7 1 0 0,18 9 5 0 0,-1 0 1 0 0,0 0-1 0 0,0 0 1 0 0,0 0-1 0 0,0 1 1 0 0,0-1-1 0 0,0 1 1 0 0,0 0-1 0 0,0 0 1 0 0,0 0 0 0 0,0 0-1 0 0,0 1 1 0 0,0-1-1 0 0,0 1 1 0 0,0 0-1 0 0,0 0 1 0 0,0 0-1 0 0,0 0 1 0 0,-4 2-1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08.9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1 123 4145 0 0,'0'-7'650'0'0,"-1"0"-1"0"0,1 1 1 0 0,1-1 0 0 0,-1 0-1 0 0,1 1 1 0 0,0-1 0 0 0,1 1-1 0 0,-1-1 1 0 0,1 1 0 0 0,1 0 0 0 0,3-9-1 0 0,3-10 2891 0 0,-9 25-3415 0 0,0-1 0 0 0,0 1 1 0 0,0-1-1 0 0,0 1 0 0 0,0 0 1 0 0,0-1-1 0 0,0 1 1 0 0,0 0-1 0 0,0-1 0 0 0,0 1 1 0 0,0-1-1 0 0,1 1 0 0 0,-1 0 1 0 0,0-1-1 0 0,0 1 1 0 0,0 0-1 0 0,1-1 0 0 0,0 0 502 0 0,-1 1-502 0 0,0-1 1 0 0,1 1-1 0 0,-1 0 1 0 0,0 0-1 0 0,1 0 0 0 0,-1-1 1 0 0,1 1-1 0 0,-1 0 0 0 0,0 0 1 0 0,1 0-1 0 0,-1 0 0 0 0,0 0 1 0 0,1 0-1 0 0,-1 0 1 0 0,1 0-1 0 0,-1 0 0 0 0,0 0 1 0 0,1 0-1 0 0,-1 0 0 0 0,0 0 1 0 0,1 0-1 0 0,13 18 1548 0 0,7 34-1616 0 0,-21-50 117 0 0,15 43 37 0 0,-3 2-1 0 0,-2-1 0 0 0,7 78 1 0 0,-9 144-446 0 0,-4-224-2566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09.8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715 179 1840 0 0,'-16'-28'2764'0'0,"5"9"-402"0"0,0 0-1 0 0,-1 1 0 0 0,-27-31 1 0 0,35 44-2016 0 0,-1 1 1 0 0,1 0 0 0 0,-1 0-1 0 0,0 1 1 0 0,0-1-1 0 0,0 1 1 0 0,-1 0 0 0 0,1 0-1 0 0,-1 1 1 0 0,1 0-1 0 0,-1 0 1 0 0,0 0 0 0 0,0 1-1 0 0,0-1 1 0 0,0 1-1 0 0,0 1 1 0 0,0-1-1 0 0,-10 2 1 0 0,1 1-150 0 0,0 0 0 0 0,1 1-1 0 0,-1 1 1 0 0,1 1 0 0 0,0 0-1 0 0,0 0 1 0 0,1 2 0 0 0,0 0 0 0 0,-18 12-1 0 0,-12 11 18 0 0,-50 47-1 0 0,80-66-186 0 0,-3 4 5 0 0,0 2 0 0 0,1-1 1 0 0,1 2-1 0 0,1 0 0 0 0,0 1 0 0 0,2 0 1 0 0,0 1-1 0 0,-13 32 0 0 0,8-9 37 0 0,2 0 0 0 0,2 1-1 0 0,-9 57 1 0 0,17-67-69 0 0,1 1 0 0 0,1-1 0 0 0,2 1 0 0 0,1 0 0 0 0,2-1 0 0 0,1 1 0 0 0,2-1 0 0 0,2 0 0 0 0,0-1 0 0 0,3 1 0 0 0,0-2 0 0 0,3 0 0 0 0,0 0 0 0 0,2-1 0 0 0,25 36 0 0 0,-27-49-4 0 0,1 0 0 0 0,1-1 0 0 0,1 0 0 0 0,0-1 1 0 0,32 21-1 0 0,104 57-40 0 0,-134-83 20 0 0,1-2-1 0 0,1 0 0 0 0,-1-1 0 0 0,1-1 0 0 0,1-1 0 0 0,-1-1 1 0 0,1-1-1 0 0,0 0 0 0 0,0-2 0 0 0,0-1 0 0 0,0-1 0 0 0,0 0 0 0 0,0-2 1 0 0,0 0-1 0 0,34-9 0 0 0,-42 6 24 0 0,0-1 0 0 0,-1 0 0 0 0,0-1 0 0 0,0 0 0 0 0,-1-1 0 0 0,0 0 0 0 0,0-1 0 0 0,-1-1 0 0 0,0 0 0 0 0,-1 0 0 0 0,0-1 0 0 0,0 0 0 0 0,9-15 0 0 0,5-10 8 0 0,-2-1 0 0 0,-1-1 1 0 0,19-49-1 0 0,-29 56 129 0 0,-1-1 1 0 0,-1 1-1 0 0,-1-1 1 0 0,-2-1 0 0 0,-2 1-1 0 0,2-62 1 0 0,1-24 462 0 0,-1 58-309 0 0,-4-75 1 0 0,-3 117-255 0 0,-1 0 0 0 0,0 1 0 0 0,-1-1 0 0 0,-1 1 0 0 0,-1-1 0 0 0,-1 1 0 0 0,0 0 0 0 0,-14-25 0 0 0,15 34-8 0 0,-1 0 0 0 0,0 0 0 0 0,0 0 0 0 0,0 1 0 0 0,-1 0 0 0 0,-1 0 0 0 0,1 1 0 0 0,-1 0 0 0 0,0 0 0 0 0,0 1-1 0 0,-1 0 1 0 0,1 0 0 0 0,-1 1 0 0 0,-17-5 0 0 0,-10-2 248 0 0,-1 2 0 0 0,-61-6-1 0 0,-21-6-179 0 0,39-9-130 0 0,61 22-222 0 0,0 0 1 0 0,0 2 0 0 0,-28-7 0 0 0,45 12 35 0 0,0 1 1 0 0,-1 0-1 0 0,1-1 1 0 0,-1 1-1 0 0,1 0 0 0 0,0 0 1 0 0,-1 1-1 0 0,1-1 1 0 0,-1 0-1 0 0,-3 2 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17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1341 1 7370 0 0,'-2'18'8287'0'0,"-4"3"-3376"0"0,-14 26-2105 0 0,-29 43-3495 0 0,41-78 689 0 0,0 0 0 0 0,0-1 0 0 0,-1 0 0 0 0,-1-1 0 0 0,0 0 0 0 0,0 0 0 0 0,-1-1 0 0 0,-20 13 0 0 0,6-7 0 0 0,0-1 0 0 0,-1-2 0 0 0,-34 12 0 0 0,37-16 0 0 0,15-4 0 0 0,0 0 0 0 0,0-1 0 0 0,-1 0 0 0 0,0-1 0 0 0,0 0 0 0 0,1 0 0 0 0,-1-1 0 0 0,0 0 0 0 0,0 0 0 0 0,0-1 0 0 0,0 0 0 0 0,-11-2 0 0 0,-8-3 69 0 0,0 2 0 0 0,-43 1 1 0 0,22 1 153 0 0,9 0-167 0 0,14 0 6 0 0,-48-6 1 0 0,65 5-1 0 0,-1 0 1 0 0,1-1-1 0 0,0 0 0 0 0,0-1 1 0 0,0 1-1 0 0,0-2 1 0 0,1 1-1 0 0,-14-11 0 0 0,-79-45 269 0 0,98 58-331 0 0,0-1 0 0 0,0 0 0 0 0,0 0 0 0 0,1 0-1 0 0,-1-1 1 0 0,1 1 0 0 0,-1-1 0 0 0,1 1 0 0 0,-2-6 0 0 0,3 6-2 0 0,0 0 1 0 0,-1 0 0 0 0,0 0 0 0 0,0 0 0 0 0,0 0 0 0 0,0 1 0 0 0,0-1 0 0 0,0 0 0 0 0,-1 1 0 0 0,1 0 0 0 0,-1-1 0 0 0,0 1 0 0 0,1 0 0 0 0,-1 0 0 0 0,-5-2 0 0 0,-2 1 10 0 0,-1 1 1 0 0,1-1 0 0 0,-1 2 0 0 0,0 0 0 0 0,1 0 0 0 0,-22 1 0 0 0,-31-3 19 0 0,59 3-19 0 0,1 0 0 0 0,0 0 0 0 0,-1 0 0 0 0,1 1 0 0 0,0-1 1 0 0,0 1-1 0 0,0 0 0 0 0,0 0 0 0 0,-1 0 0 0 0,1 0 0 0 0,0 0 0 0 0,-3 3 0 0 0,4-4-5 0 0,1 1 0 0 0,0 0 1 0 0,-1 0-1 0 0,1 0 0 0 0,0 0 0 0 0,-1 0 1 0 0,1 0-1 0 0,0 0 0 0 0,0 0 0 0 0,0 0 1 0 0,0 1-1 0 0,0-1 0 0 0,0 0 0 0 0,0 1 0 0 0,0-1 1 0 0,1 1-1 0 0,-1-1 0 0 0,1 1 0 0 0,-1-1 1 0 0,1 1-1 0 0,-1-1 0 0 0,1 1 0 0 0,0 0 1 0 0,0-1-1 0 0,0 1 0 0 0,-1-1 0 0 0,2 4 1 0 0,-1-4-9 0 0,1 1 0 0 0,0 0 1 0 0,-1-1-1 0 0,1 1 1 0 0,0 0-1 0 0,0-1 0 0 0,0 1 1 0 0,0-1-1 0 0,1 1 0 0 0,-1-1 1 0 0,2 2-1 0 0,-2-2-22 0 0,1 1 1 0 0,-1-1-1 0 0,0 1 0 0 0,1-1 1 0 0,-1 1-1 0 0,0 0 0 0 0,0 0 0 0 0,0-1 1 0 0,0 1-1 0 0,0 0 0 0 0,0 0 1 0 0,-1 0-1 0 0,1 4 0 0 0,0 5 18 0 0,1 20-76 0 0,-2-30 81 0 0,0 0 0 0 0,0-1 0 0 0,0 1 1 0 0,0 0-1 0 0,1 0 0 0 0,-1-1 0 0 0,0 1 0 0 0,0 0 0 0 0,1 0 0 0 0,-1-1 1 0 0,0 1-1 0 0,1-1 0 0 0,-1 1 0 0 0,1 0 0 0 0,-1-1 0 0 0,1 1 0 0 0,-1-1 0 0 0,1 1 1 0 0,-1-1-1 0 0,1 1 0 0 0,-1-1 0 0 0,1 1 0 0 0,0-1 0 0 0,-1 1 0 0 0,1-1 0 0 0,0 0 1 0 0,0 0-1 0 0,-1 1 0 0 0,1-1 0 0 0,1 0 0 0 0,-5 2-288 0 0,2-2 275 0 0,0 0 0 0 0,1-1 1 0 0,-1 1-1 0 0,0 0 0 0 0,1 0 0 0 0,-1 0 0 0 0,0-1 0 0 0,1 1 1 0 0,-1 0-1 0 0,1 0 0 0 0,-1-1 0 0 0,0 1 0 0 0,1-1 1 0 0,-1 1-1 0 0,1-1 0 0 0,-1 1 0 0 0,1-1 0 0 0,-1 1 0 0 0,1-1 1 0 0,0 1-1 0 0,-1-1 0 0 0,-16-27-129 0 0,10 14 113 0 0,-1 1 0 0 0,-1 0-1 0 0,-18-22 1 0 0,18 24 62 0 0,8 9-21 0 0,0 1 0 0 0,0-1 0 0 0,0 1 1 0 0,0-1-1 0 0,0 1 0 0 0,0-1 0 0 0,-1 1 0 0 0,1 0 0 0 0,0 0 0 0 0,-1-1 0 0 0,1 1 0 0 0,-1 0 0 0 0,1 0 0 0 0,-1 1 0 0 0,0-1 0 0 0,-1-1 0 0 0,16-2 1303 0 0,-12 3-1305 0 0,0 0 0 0 0,0 1 0 0 0,0-1 0 0 0,1 1 0 0 0,-1-1 0 0 0,0 1 0 0 0,0 0 1 0 0,1-1-1 0 0,-1 1 0 0 0,0 0 0 0 0,1 0 0 0 0,-1 0 0 0 0,1 0 0 0 0,-1 0 0 0 0,0 0 0 0 0,1 0 1 0 0,-1 0-1 0 0,0 0 0 0 0,1 1 0 0 0,-1-1 0 0 0,0 1 0 0 0,0-1 0 0 0,3 2 0 0 0,10 6 167 0 0,5 3-133 0 0,0-1 0 0 0,39 14 1 0 0,-52-22-8 0 0,0 0 1 0 0,0-1-1 0 0,0 0 0 0 0,0 0 1 0 0,0 0-1 0 0,1-1 0 0 0,-1 0 1 0 0,0 0-1 0 0,1-1 1 0 0,-1 1-1 0 0,0-1 0 0 0,0-1 1 0 0,0 1-1 0 0,10-5 0 0 0,6-4 0 0 0,-12 5 23 0 0,0 0 1 0 0,0 1-1 0 0,0 0 0 0 0,0 1 1 0 0,0 0-1 0 0,1 1 1 0 0,0 0-1 0 0,10-1 1 0 0,-20 3-57 0 0,0 0 1 0 0,0 0 0 0 0,-1 0-1 0 0,1 0 1 0 0,0 0 0 0 0,0 0 0 0 0,-1 0-1 0 0,1 0 1 0 0,0-1 0 0 0,0 1-1 0 0,-1 0 1 0 0,1-1 0 0 0,0 1-1 0 0,-1 0 1 0 0,1-1 0 0 0,0 1 0 0 0,-1-1-1 0 0,1 1 1 0 0,0-1 0 0 0,-1 1-1 0 0,1-1 1 0 0,-1 1 0 0 0,1-1 0 0 0,0-1-1 0 0,-1 2-4 0 0,0 0-67 0 0,-4 0-630 0 0,0-1 644 0 0,0 1 0 0 0,0-1 0 0 0,0 0 0 0 0,1 0 0 0 0,-8-3 0 0 0,-16-3-439 0 0,21 7 413 0 0,0 0 0 0 0,0 1 1 0 0,0 0-1 0 0,1 0 1 0 0,-1 0-1 0 0,0 1 1 0 0,1 0-1 0 0,-1 0 0 0 0,-8 5 1 0 0,8-4 16 0 0,1-1 0 0 0,-1 1-1 0 0,0-1 1 0 0,0 0 0 0 0,0-1 0 0 0,0 1 0 0 0,-12 0 0 0 0,12-3 46 0 0,-1 1-1 0 0,0-1 1 0 0,1-1 0 0 0,-11-2 0 0 0,11 2 19 0 0,0 0 0 0 0,1 1 0 0 0,-1 0 0 0 0,0 0 0 0 0,0 0 0 0 0,0 1 0 0 0,-7 0 0 0 0,10 0 100 0 0,-12 1-297 0 0,15-1 218 0 0,0 0-1 0 0,0 0 1 0 0,0 0-1 0 0,0 0 1 0 0,0 0-1 0 0,-1 0 1 0 0,1 0-1 0 0,0 0 1 0 0,0 0-1 0 0,0 0 1 0 0,0 0-1 0 0,0 0 1 0 0,-1 0-1 0 0,1 0 1 0 0,0 1-1 0 0,0-1 1 0 0,0 0-1 0 0,0 0 1 0 0,0 0-1 0 0,0 0 1 0 0,-1 0-1 0 0,1 0 1 0 0,0 0-1 0 0,0 0 1 0 0,0 0-1 0 0,0 0 1 0 0,0 0-1 0 0,0 1 1 0 0,0-1-1 0 0,0 0 1 0 0,0 0-1 0 0,0 0 1 0 0,-1 0-1 0 0,1 0 0 0 0,0 0 1 0 0,0 1-1 0 0,0-1 1 0 0,0 0-1 0 0,0 0 1 0 0,0 0-1 0 0,0 0 1 0 0,0 0-1 0 0,0 1 1 0 0,0-1-1 0 0,0 0 1 0 0,0 0-1 0 0,0 0 1 0 0,0 0-1 0 0,0 0 1 0 0,0 0-1 0 0,0 1 1 0 0,0-1-1 0 0,1 0 1 0 0,-1 0-1 0 0,0 0 1 0 0,0 0-1 0 0,0 0 1 0 0,0 0-1 0 0,0 1 1 0 0,0-1-1 0 0,0 0 1 0 0,0 0-1 0 0,0 0 1 0 0,1 0-1 0 0,-1 0 1 0 0,0 0-1 0 0,0 0 1 0 0,0 0-1 0 0,0 0 1 0 0,24 18 233 0 0,-13-10-203 0 0,1 0 0 0 0,-2 0 0 0 0,1 1 0 0 0,-1 1 0 0 0,-1 0-1 0 0,0 0 1 0 0,0 0 0 0 0,-1 1 0 0 0,8 14 0 0 0,-1 1-52 0 0,-14-24 0 0 0,0-1 0 0 0,-1 0 0 0 0,1 1 0 0 0,0-1 0 0 0,0 0 0 0 0,1 0 0 0 0,-1 0 0 0 0,0 0 0 0 0,0 0 0 0 0,0 0 0 0 0,1 0 0 0 0,-1 0 0 0 0,0-1 0 0 0,1 1 0 0 0,-1 0 0 0 0,1-1 0 0 0,2 1 0 0 0,-33-29-296 0 0,16 14 332 0 0,0 0-1 0 0,1-1 0 0 0,-13-20 1 0 0,14 19-104 0 0,0 1 0 0 0,-1 0 1 0 0,-16-15-1 0 0,4 16-359 0 0,14 8-81 0 0,29-1 375 0 0,-2 5 202 0 0,0 0 1 0 0,35 1 0 0 0,-42 2-12 0 0,1 0 0 0 0,-1-1 0 0 0,1-1-1 0 0,-1 0 1 0 0,1 0 0 0 0,-1-1 0 0 0,0-1 0 0 0,1 1 0 0 0,-1-2 0 0 0,0 1 0 0 0,11-7 0 0 0,-6 1 22 0 0,17-9 455 0 0,37-28 0 0 0,-50 25-3165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2.9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 80 3225 0 0,'18'-79'19015'0'0,"-39"87"-18461"0"0,12 0-514 0 0,1 0 1 0 0,-1 0-1 0 0,2 0 0 0 0,-1 1 1 0 0,1 0-1 0 0,0 1 0 0 0,1 0 1 0 0,0 0-1 0 0,-5 13 0 0 0,0 1-54 0 0,1 1 0 0 0,-12 50 1 0 0,19-60-11 0 0,0 0 1 0 0,1 0-1 0 0,0 21 1 0 0,2-32 16 0 0,0 1-1 0 0,0 0 1 0 0,0-1 0 0 0,1 1-1 0 0,0-1 1 0 0,0 1 0 0 0,0-1-1 0 0,0 0 1 0 0,1 1 0 0 0,0-1-1 0 0,0 0 1 0 0,0 0 0 0 0,0 0 0 0 0,1 0-1 0 0,4 6 1 0 0,-6-9-3 0 0,0 0-1 0 0,0 0 1 0 0,1 0 0 0 0,-1 0 0 0 0,0-1-1 0 0,0 1 1 0 0,1 0 0 0 0,-1 0 0 0 0,1-1-1 0 0,-1 1 1 0 0,0-1 0 0 0,1 1 0 0 0,-1-1-1 0 0,1 1 1 0 0,-1-1 0 0 0,1 0 0 0 0,-1 0 0 0 0,1 0-1 0 0,0 0 1 0 0,-1 0 0 0 0,1 0 0 0 0,1-1-1 0 0,1 0-6 0 0,-1 0 0 0 0,0 0 1 0 0,0-1-1 0 0,1 1 0 0 0,-1-1 0 0 0,0 0 0 0 0,0 0 0 0 0,-1 0 0 0 0,5-4 0 0 0,3-4 3 0 0,-1 0 0 0 0,0-1 1 0 0,14-21-1 0 0,-13 16 38 0 0,0-1 0 0 0,-2 0 0 0 0,0-1 0 0 0,-1 0 0 0 0,-1 0 0 0 0,0 0 0 0 0,-2-1 0 0 0,0 0 0 0 0,-1 0 0 0 0,-1 0 0 0 0,0 0 0 0 0,-2 0 0 0 0,-2-26 0 0 0,3 33 128 0 0,4 19 120 0 0,5 25 205 0 0,-9-29-450 0 0,12 33 16 0 0,0-1-1 0 0,3 0 1 0 0,0-1 0 0 0,3-1-1 0 0,25 37 1 0 0,-8-18-437 0 0,-17-23-6475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3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54 6913 0 0,'0'0'107'0'0,"0"0"-1"0"0,-1 0 0 0 0,1 1 1 0 0,0-1-1 0 0,-1 0 0 0 0,1 0 1 0 0,0 1-1 0 0,0-1 0 0 0,0 0 1 0 0,-1 0-1 0 0,1 1 0 0 0,0-1 0 0 0,0 0 1 0 0,0 1-1 0 0,-1-1 0 0 0,1 0 1 0 0,0 1-1 0 0,0-1 0 0 0,0 0 1 0 0,0 1-1 0 0,0-1 0 0 0,0 1 0 0 0,0-1 1 0 0,0 0-1 0 0,0 1 0 0 0,0-1 1 0 0,0 0-1 0 0,0 1 0 0 0,0-1 1 0 0,0 0-1 0 0,0 1 0 0 0,1-1 1 0 0,-1 0-1 0 0,0 1 0 0 0,12 14 2838 0 0,28 12 662 0 0,-30-20-3021 0 0,2 0-265 0 0,-1 1 1 0 0,0 0-1 0 0,0 1 0 0 0,-1 0 1 0 0,0 1-1 0 0,-1 0 0 0 0,0 1 1 0 0,-1 0-1 0 0,0 0 0 0 0,0 0 0 0 0,-1 1 1 0 0,-1 0-1 0 0,0 1 0 0 0,-1 0 1 0 0,0-1-1 0 0,5 24 0 0 0,-15-61-378 0 0,-2-6 669 0 0,1 1-1 0 0,-1-53 0 0 0,7 73-950 0 0,0-1 0 0 0,1 1 0 0 0,0-1 0 0 0,6-19-1 0 0,-5 24-308 0 0,0 0-1 0 0,1 1 1 0 0,-1-1-1 0 0,1 0 0 0 0,0 1 1 0 0,1 0-1 0 0,-1-1 1 0 0,1 1-1 0 0,6-5 0 0 0,7-6-6578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4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 71 2304 0 0,'4'-16'2275'0'0,"1"-21"7109"0"0,-24 23-3418 0 0,2 10-4109 0 0,13 5-1816 0 0,0 0 1 0 0,0 1-1 0 0,0-1 0 0 0,0 1 1 0 0,0 0-1 0 0,0 0 0 0 0,0 0 1 0 0,-3 3-1 0 0,-1 1-17 0 0,0 0 0 0 0,0 1 0 0 0,1 0 0 0 0,-1 0 0 0 0,2 1 0 0 0,-1 0 0 0 0,1 0 0 0 0,1 0 0 0 0,-1 1 0 0 0,1 0 0 0 0,1 0 0 0 0,-6 13 0 0 0,-1 9 64 0 0,2 0-1 0 0,-9 51 1 0 0,17-78-89 0 0,0 1 1 0 0,0-1-1 0 0,1 0 1 0 0,0 0-1 0 0,0 0 1 0 0,0 1-1 0 0,0-1 1 0 0,1 0 0 0 0,0 0-1 0 0,0 1 1 0 0,0-1-1 0 0,0 0 1 0 0,0 0-1 0 0,1 0 1 0 0,0-1-1 0 0,0 1 1 0 0,0 0-1 0 0,0 0 1 0 0,1-1-1 0 0,-1 0 1 0 0,1 1-1 0 0,0-1 1 0 0,0 0-1 0 0,3 3 1 0 0,3-1-1 0 0,-1 1-1 0 0,1-1 1 0 0,0 0 0 0 0,0-1 0 0 0,1 0 0 0 0,-1-1-1 0 0,1 0 1 0 0,0 0 0 0 0,11 1 0 0 0,3 1-60 0 0,0-2 0 0 0,0-1 0 0 0,1 0 1 0 0,-1-2-1 0 0,0-1 0 0 0,1-1 0 0 0,-1-1 1 0 0,0-1-1 0 0,0-1 0 0 0,0-2 0 0 0,24-9 0 0 0,-24 6-649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4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1 113 6913 0 0,'12'-10'10781'0'0,"-11"10"-10463"0"0,12 7 213 0 0,0-1 1 0 0,0 2-1 0 0,0 0 1 0 0,-1 0-1 0 0,0 1 1 0 0,-1 1-1 0 0,0 0 1 0 0,11 13-1 0 0,-6-5-481 0 0,0 2-1 0 0,-2 0 0 0 0,0 1 1 0 0,13 27-1 0 0,-25-50 546 0 0,0-10-366 0 0,-2-14-74 0 0,-2 5-94 0 0,1 0 0 0 0,1-1 0 0 0,0 1 0 0 0,2-1 0 0 0,5-25 0 0 0,-5 40-286 0 0,-1 0 0 0 0,1 0 0 0 0,1 1-1 0 0,-1-1 1 0 0,1 1 0 0 0,0-1 0 0 0,0 1 0 0 0,1 0-1 0 0,0 0 1 0 0,0 1 0 0 0,0-1 0 0 0,1 1-1 0 0,0 0 1 0 0,0 0 0 0 0,0 0 0 0 0,0 1 0 0 0,1 0-1 0 0,0 0 1 0 0,12-6 0 0 0,-2 4-910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5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 6913 0 0,'-1'1'148'0'0,"-1"-1"-1"0"0,1 1 0 0 0,0 0 0 0 0,0-1 0 0 0,0 1 0 0 0,0 0 0 0 0,0 0 0 0 0,-1 0 0 0 0,2 0 1 0 0,-1 0-1 0 0,0 0 0 0 0,0 0 0 0 0,0 0 0 0 0,0 1 0 0 0,1-1 0 0 0,-1 0 0 0 0,0 0 0 0 0,1 1 0 0 0,-1 1 1 0 0,-10 27 2992 0 0,8-18-2446 0 0,0 1 1 0 0,1-1-1 0 0,1 1 0 0 0,0-1 0 0 0,0 1 0 0 0,1 0 1 0 0,1-1-1 0 0,0 1 0 0 0,1 0 0 0 0,4 14 0 0 0,-4-18-575 0 0,0-1-1 0 0,1 0 1 0 0,0 0-1 0 0,0 0 0 0 0,1-1 1 0 0,0 1-1 0 0,1-1 0 0 0,-1 0 1 0 0,1 0-1 0 0,1 0 1 0 0,-1 0-1 0 0,1-1 0 0 0,0 0 1 0 0,1-1-1 0 0,-1 1 0 0 0,8 4 1 0 0,-12-9-114 0 0,1 0 1 0 0,-1 0-1 0 0,0 0 1 0 0,0 0 0 0 0,1 0-1 0 0,-1 0 1 0 0,0 0-1 0 0,1-1 1 0 0,-1 1-1 0 0,1-1 1 0 0,-1 0-1 0 0,1 0 1 0 0,-1 0-1 0 0,0 0 1 0 0,1 0 0 0 0,-1 0-1 0 0,1-1 1 0 0,-1 1-1 0 0,5-2 1 0 0,-4 0 4 0 0,0 0 0 0 0,0 0 1 0 0,1 0-1 0 0,-2 0 1 0 0,1 0-1 0 0,0-1 0 0 0,0 1 1 0 0,-1-1-1 0 0,1 0 0 0 0,-1 0 1 0 0,0 0-1 0 0,2-3 1 0 0,0-1 4 0 0,0 0 1 0 0,0-1 0 0 0,-1 1 0 0 0,-1-1 0 0 0,1 1 0 0 0,-1-1 0 0 0,0 0 0 0 0,-1 0 0 0 0,0 0 0 0 0,0 1 0 0 0,-1-15 0 0 0,-3 9 23 0 0,0-1 1 0 0,0 1-1 0 0,-2 0 0 0 0,0 0 0 0 0,0 0 0 0 0,-1 1 0 0 0,-1-1 1 0 0,0 2-1 0 0,-17-23 0 0 0,16 25-1719 0 0,0-1-1 0 0,-1 1 1 0 0,-13-11 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5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224 9 1376 0 0,'0'-1'233'0'0,"0"1"0"0"0,-1-1-1 0 0,1 1 1 0 0,-1-1 0 0 0,0 0-1 0 0,1 1 1 0 0,-1-1 0 0 0,1 1 0 0 0,-1 0-1 0 0,0-1 1 0 0,1 1 0 0 0,-1-1-1 0 0,0 1 1 0 0,0 0 0 0 0,1 0-1 0 0,-1-1 1 0 0,0 1 0 0 0,0 0-1 0 0,1 0 1 0 0,-1 0 0 0 0,0 0 0 0 0,0 0-1 0 0,0 0 1 0 0,1 0 0 0 0,-1 0-1 0 0,0 0 1 0 0,0 0 0 0 0,1 0-1 0 0,-1 0 1 0 0,0 1 0 0 0,0-1 0 0 0,1 0-1 0 0,-2 1 1 0 0,-30 8 4170 0 0,16-1-3747 0 0,0 1 0 0 0,1 0-1 0 0,0 1 1 0 0,0 1 0 0 0,-16 15 0 0 0,26-21-483 0 0,0 0 0 0 0,0 0 1 0 0,0 0-1 0 0,0 1 0 0 0,1-1 1 0 0,0 1-1 0 0,0 0 0 0 0,1 1 1 0 0,-1-1-1 0 0,1 0 0 0 0,1 1 1 0 0,-1 0-1 0 0,1 0 0 0 0,0 0 1 0 0,1 0-1 0 0,-1 7 0 0 0,2-11-206 0 0,1 0 0 0 0,-1-1 0 0 0,1 1 0 0 0,0 0 0 0 0,0 0 0 0 0,0-1-1 0 0,0 1 1 0 0,0 0 0 0 0,1-1 0 0 0,-1 0 0 0 0,1 1 0 0 0,0-1 0 0 0,0 0-1 0 0,0 0 1 0 0,0 0 0 0 0,0 0 0 0 0,0 0 0 0 0,0 0 0 0 0,1 0 0 0 0,-1-1-1 0 0,1 1 1 0 0,-1-1 0 0 0,1 0 0 0 0,-1 0 0 0 0,1 0 0 0 0,3 1 0 0 0,9 3-218 0 0,1 0 0 0 0,-1-1 0 0 0,20 2 0 0 0,-34-6 248 0 0,49 5-370 0 0,-37-5 295 0 0,1 1 1 0 0,0 1-1 0 0,0 0 0 0 0,-1 1 0 0 0,0 1 0 0 0,1 0 1 0 0,13 6-1 0 0,-26-10 84 0 0,-1 1 1 0 0,1-1-1 0 0,0 0 0 0 0,0 1 1 0 0,0-1-1 0 0,-1 1 1 0 0,1-1-1 0 0,0 1 1 0 0,-1 0-1 0 0,1-1 0 0 0,0 1 1 0 0,-1-1-1 0 0,1 1 1 0 0,-1 0-1 0 0,1 0 0 0 0,-1-1 1 0 0,1 1-1 0 0,-1 0 1 0 0,0 0-1 0 0,1 0 1 0 0,-1-1-1 0 0,0 1 0 0 0,1 0 1 0 0,-1 0-1 0 0,0 0 1 0 0,0 0-1 0 0,0 0 0 0 0,0 1 1 0 0,-1 0 66 0 0,1-1-1 0 0,-1 1 1 0 0,0 0 0 0 0,0-1-1 0 0,1 1 1 0 0,-1 0 0 0 0,-1-1-1 0 0,1 1 1 0 0,0-1 0 0 0,0 0-1 0 0,0 1 1 0 0,-1-1 0 0 0,-1 1-1 0 0,-7 6 328 0 0,0-1 0 0 0,-1 0 1 0 0,-13 6-1 0 0,21-11-446 0 0,-73 30-2759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6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0 8754 0 0,'-10'4'4377'0'0,"-10"11"-2764"0"0,16-11-1455 0 0,1 0 0 0 0,-1 0 0 0 0,1 1 0 0 0,0-1-1 0 0,0 1 1 0 0,0-1 0 0 0,0 1 0 0 0,1 0 0 0 0,0 0-1 0 0,0 0 1 0 0,0 0 0 0 0,1 0 0 0 0,-1 6-1 0 0,1-7-95 0 0,1-1 0 0 0,0 0-1 0 0,0 0 1 0 0,0 0 0 0 0,1 0-1 0 0,-1 0 1 0 0,1 0 0 0 0,0 0-1 0 0,0 0 1 0 0,0 0 0 0 0,0 0-1 0 0,0 0 1 0 0,0-1 0 0 0,1 1-1 0 0,0 0 1 0 0,-1-1 0 0 0,1 1-1 0 0,0-1 1 0 0,0 0 0 0 0,0 1-1 0 0,1-1 1 0 0,-1 0 0 0 0,5 3-1 0 0,26 15 258 0 0,-21-13-272 0 0,0 0-1 0 0,-1 0 1 0 0,14 13-1 0 0,-22-18-44 0 0,-1 0 0 0 0,0 1 0 0 0,0-1 0 0 0,0 0 0 0 0,0 1 0 0 0,0 0 0 0 0,0-1 0 0 0,-1 1 1 0 0,1 0-1 0 0,-1 0 0 0 0,0 0 0 0 0,0 0 0 0 0,0 0 0 0 0,0 0 0 0 0,0 0 0 0 0,-1 0 0 0 0,0 0 0 0 0,1 0 0 0 0,-1 5 0 0 0,-1-6-22 0 0,1 0 0 0 0,-1 0 1 0 0,1 0-1 0 0,-1 0 1 0 0,0-1-1 0 0,0 1 0 0 0,0 0 1 0 0,0-1-1 0 0,0 1 0 0 0,0 0 1 0 0,0-1-1 0 0,-1 1 0 0 0,1-1 1 0 0,0 0-1 0 0,-1 1 1 0 0,0-1-1 0 0,1 0 0 0 0,-1 0 1 0 0,1 0-1 0 0,-1 0 0 0 0,0 0 1 0 0,0 0-1 0 0,0-1 0 0 0,1 1 1 0 0,-1 0-1 0 0,0-1 1 0 0,0 0-1 0 0,-3 1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95 4609 0 0,'-1'-10'1214'0'0,"-2"-1"1"0"0,1 1-1 0 0,-1 0 0 0 0,-1 0 1 0 0,1 0-1 0 0,-2 0 0 0 0,-14-13 8403 0 0,22 86-8795 0 0,2 114-158 0 0,0 0-708 0 0,-2-147-297 0 0,1 0 0 0 0,1 0 0 0 0,18 54 0 0 0,-19-74 55 0 0,6 18-6170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7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31 224 6449 0 0,'-4'-4'356'0'0,"1"-1"0"0"0,-1 1 0 0 0,1-1 1 0 0,1 0-1 0 0,-1 0 0 0 0,1 0 0 0 0,-1-1 0 0 0,2 1 0 0 0,-4-11 0 0 0,5 13-199 0 0,0 1 1 0 0,0 0 0 0 0,0 0 0 0 0,0 0-1 0 0,1 0 1 0 0,-1-1 0 0 0,0 1 0 0 0,1 0-1 0 0,0 0 1 0 0,-1 0 0 0 0,1 0 0 0 0,0 0-1 0 0,0 0 1 0 0,0 0 0 0 0,0 1 0 0 0,1-1-1 0 0,-1 0 1 0 0,0 0 0 0 0,1 1-1 0 0,-1-1 1 0 0,1 1 0 0 0,0-1 0 0 0,-1 1-1 0 0,1 0 1 0 0,0 0 0 0 0,0 0 0 0 0,0 0-1 0 0,0 0 1 0 0,2-1 0 0 0,88-32 1413 0 0,-7 3-1242 0 0,-60 20-1269 0 0,-1 2 0 0 0,30-8 0 0 0,-44 15 451 0 0,1-1 0 0 0,0 2 0 0 0,0-1 0 0 0,0 2 0 0 0,0-1 0 0 0,0 1 0 0 0,19 3 0 0 0,-28 0 1194 0 0,0-1 0 0 0,-1 1 0 0 0,1 0 0 0 0,-1-1 0 0 0,0 1 0 0 0,0 0 0 0 0,0 0 0 0 0,0 0 0 0 0,0 0 0 0 0,0 3 0 0 0,2 7 706 0 0,17 44 494 0 0,13 70-1 0 0,-13-47-1808 0 0,-19-76-92 0 0,7 21-23 0 0,-2-24-26 0 0,0-14-28 0 0,7-32-14 0 0,-9 27 80 0 0,1-1 0 0 0,1 0 0 0 0,1 1 1 0 0,1 0-1 0 0,0 1 0 0 0,15-24 0 0 0,-22 40 17 0 0,0 0 1 0 0,0 0-1 0 0,0 0 1 0 0,1-1-1 0 0,-1 1 1 0 0,0 1-1 0 0,0-1 1 0 0,0 0-1 0 0,1 0 0 0 0,-1 0 1 0 0,0 1-1 0 0,1-1 1 0 0,-1 1-1 0 0,1-1 1 0 0,-1 1-1 0 0,1-1 1 0 0,-1 1-1 0 0,1 0 1 0 0,-1 0-1 0 0,1 0 1 0 0,-1 0-1 0 0,1 0 0 0 0,-1 0 1 0 0,1 0-1 0 0,-1 0 1 0 0,1 1-1 0 0,-1-1 1 0 0,1 1-1 0 0,-1-1 1 0 0,1 1-1 0 0,-1-1 1 0 0,0 1-1 0 0,2 1 1 0 0,6 3 108 0 0,0 1 0 0 0,0 0 0 0 0,15 14 0 0 0,-6-4-8 0 0,-11-10-146 0 0,0 0 1 0 0,-1 0 0 0 0,0 0-1 0 0,0 1 1 0 0,-1 0 0 0 0,0 0-1 0 0,0 1 1 0 0,-1 0-1 0 0,0-1 1 0 0,0 1 0 0 0,-1 1-1 0 0,0-1 1 0 0,3 13 0 0 0,14 31-2283 0 0,-13-37 767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7.4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1 197 5009 0 0,'-1'0'28'0'0,"1"1"0"0"0,0-1 0 0 0,0 0 0 0 0,0 0 0 0 0,0 1 0 0 0,0-1 0 0 0,0 0 0 0 0,0 1 0 0 0,1-1 0 0 0,-1 0 0 0 0,0 1 0 0 0,0-1 0 0 0,0 0 0 0 0,0 0 0 0 0,0 1 0 0 0,0-1 0 0 0,1 0 0 0 0,-1 1 0 0 0,0-1 0 0 0,0 0 0 0 0,0 0 0 0 0,1 1 0 0 0,-1-1-1 0 0,0 0 1 0 0,0 0 0 0 0,1 0 0 0 0,-1 0 0 0 0,0 1 0 0 0,0-1 0 0 0,1 0 0 0 0,-1 0 0 0 0,0 0 0 0 0,1 0 0 0 0,-1 0 0 0 0,0 0 0 0 0,0 0 0 0 0,1 1 0 0 0,-1-1 0 0 0,1 0 0 0 0,21 2 3634 0 0,22-7 2267 0 0,-37 3-5561 0 0,0 0 0 0 0,-1-1 0 0 0,1 0-1 0 0,-1 0 1 0 0,0-1 0 0 0,1 0 0 0 0,-2 0 0 0 0,1 0-1 0 0,0-1 1 0 0,-1 0 0 0 0,0 0 0 0 0,0 0 0 0 0,0-1-1 0 0,-1 1 1 0 0,0-1 0 0 0,4-7 0 0 0,-6 10-336 0 0,0 0 1 0 0,-1 0 0 0 0,1 0 0 0 0,-1 0-1 0 0,1-1 1 0 0,-1 1 0 0 0,0 0 0 0 0,-1-1-1 0 0,1 1 1 0 0,0-1 0 0 0,-1 1 0 0 0,0-1-1 0 0,0 0 1 0 0,0 1 0 0 0,0-1 0 0 0,-1 1-1 0 0,1-1 1 0 0,-1 1 0 0 0,0-1 0 0 0,0 1-1 0 0,0 0 1 0 0,0-1 0 0 0,-1 1-1 0 0,1 0 1 0 0,-1 0 0 0 0,0 0 0 0 0,0 0-1 0 0,0 0 1 0 0,0 0 0 0 0,-1 1 0 0 0,1-1-1 0 0,-1 1 1 0 0,-5-5 0 0 0,6 6-32 0 0,0 0 0 0 0,1-1 0 0 0,-1 1 0 0 0,0 0 0 0 0,0 0 0 0 0,0 1 0 0 0,0-1 0 0 0,0 0 0 0 0,0 1 0 0 0,-1-1 0 0 0,1 1 0 0 0,0-1 0 0 0,0 1 0 0 0,0 0 0 0 0,0 0 1 0 0,-1 0-1 0 0,1 0 0 0 0,0 1 0 0 0,0-1 0 0 0,0 0 0 0 0,-3 2 0 0 0,1 0-3 0 0,0-1 1 0 0,1 1-1 0 0,-1 0 1 0 0,1 1-1 0 0,0-1 1 0 0,0 0-1 0 0,0 1 1 0 0,0 0-1 0 0,0 0 1 0 0,0 0-1 0 0,-2 4 1 0 0,1-2-7 0 0,1 0-1 0 0,-1 0 1 0 0,1 0 0 0 0,1 1 0 0 0,-1-1-1 0 0,1 1 1 0 0,0-1 0 0 0,0 1-1 0 0,1 0 1 0 0,-1 0 0 0 0,1 0-1 0 0,1 0 1 0 0,-1 0 0 0 0,1 0 0 0 0,0 0-1 0 0,1 6 1 0 0,0-7-23 0 0,1-1 0 0 0,-1 0 0 0 0,1 0 0 0 0,0 0 0 0 0,1 0 0 0 0,-1 0 0 0 0,1 0 0 0 0,0-1 0 0 0,0 1 0 0 0,0-1 1 0 0,0 0-1 0 0,0 0 0 0 0,6 5 0 0 0,1-2-711 0 0,1 1 1 0 0,-1-1-1 0 0,23 8 1 0 0,-1-1-6382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7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11979 0 0,'2'1'9297'0'0,"2"18"-7608"0"0,4 29-2054 0 0,-3 43 679 0 0,-3-29-354 0 0,3 0-1 0 0,18 88 1 0 0,-15-117-420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8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35 113 9218 0 0,'-1'0'133'0'0,"-1"0"-1"0"0,1 0 1 0 0,0 0-1 0 0,-1 0 1 0 0,1 1 0 0 0,0-1-1 0 0,-1 0 1 0 0,1 1 0 0 0,0-1-1 0 0,-1 1 1 0 0,1-1-1 0 0,0 1 1 0 0,0-1 0 0 0,0 1-1 0 0,0 0 1 0 0,0 0-1 0 0,0-1 1 0 0,0 1 0 0 0,0 0-1 0 0,0 0 1 0 0,0 0 0 0 0,0 0-1 0 0,-1 3 1 0 0,1-2 6 0 0,0 0 0 0 0,0 1 1 0 0,0 0-1 0 0,0-1 0 0 0,1 1 1 0 0,0-1-1 0 0,-1 1 0 0 0,1 0 0 0 0,0-1 1 0 0,0 1-1 0 0,1 4 0 0 0,0-1 52 0 0,0 1-1 0 0,0-1 1 0 0,1 0 0 0 0,0 0-1 0 0,0 0 1 0 0,0 0-1 0 0,1-1 1 0 0,0 1 0 0 0,0 0-1 0 0,4 5 1 0 0,-4-8-61 0 0,-1 0 1 0 0,1-1-1 0 0,-1 1 1 0 0,1-1-1 0 0,0 1 1 0 0,0-1-1 0 0,0 0 1 0 0,0 0-1 0 0,1 0 1 0 0,-1 0-1 0 0,0 0 1 0 0,1-1-1 0 0,0 0 1 0 0,-1 0-1 0 0,1 0 1 0 0,0 0-1 0 0,-1 0 1 0 0,1-1-1 0 0,0 0 1 0 0,0 1-1 0 0,-1-1 1 0 0,1-1-1 0 0,6 0 1 0 0,-4-1-14 0 0,0 0 0 0 0,0 0 1 0 0,-1-1-1 0 0,0 1 0 0 0,1-1 1 0 0,-1-1-1 0 0,0 1 0 0 0,0-1 1 0 0,-1 0-1 0 0,1 0 0 0 0,-1 0 1 0 0,0-1-1 0 0,0 1 0 0 0,4-7 0 0 0,1 0 96 0 0,-1-2-1 0 0,-1 1 0 0 0,0-1 0 0 0,-1 0 0 0 0,9-26 1 0 0,-13 36-200 0 0,-1-1 0 0 0,0 1 0 0 0,0-1 0 0 0,0 1 0 0 0,-1-1 0 0 0,1 1 0 0 0,-1-1 0 0 0,0 1 0 0 0,0-1 0 0 0,0 0 0 0 0,-1 1 0 0 0,1-1 0 0 0,-1 1 0 0 0,1-1 0 0 0,-1 1 0 0 0,-1-1 0 0 0,1 1 0 0 0,0 0 0 0 0,-1-1 0 0 0,1 1 1 0 0,-1 0-1 0 0,0 0 0 0 0,0 0 0 0 0,0 0 0 0 0,-1 1 0 0 0,1-1 0 0 0,-1 0 0 0 0,1 1 0 0 0,-5-3 0 0 0,3 3-33 0 0,0 1 0 0 0,0-1 1 0 0,0 1-1 0 0,0 0 0 0 0,0 0 0 0 0,-1 0 0 0 0,1 1 1 0 0,0-1-1 0 0,0 1 0 0 0,-1 0 0 0 0,1 1 1 0 0,0-1-1 0 0,0 1 0 0 0,-1-1 0 0 0,1 1 1 0 0,0 1-1 0 0,0-1 0 0 0,0 0 0 0 0,0 1 0 0 0,0 0 1 0 0,-5 3-1 0 0,0 0-504 0 0,1 0-1 0 0,-1 0 1 0 0,1 1-1 0 0,0 1 1 0 0,0-1 0 0 0,1 1-1 0 0,0 0 1 0 0,-7 9-1 0 0,13-14 475 0 0,0-1 0 0 0,0 0 0 0 0,0 0 0 0 0,0 0-1 0 0,0 1 1 0 0,1-1 0 0 0,-1 1 0 0 0,0-1-1 0 0,1 0 1 0 0,-1 1 0 0 0,1-1 0 0 0,0 1 0 0 0,-1-1-1 0 0,1 1 1 0 0,0-1 0 0 0,0 1 0 0 0,0-1-1 0 0,0 1 1 0 0,0-1 0 0 0,0 1 0 0 0,0 0 0 0 0,1-1-1 0 0,-1 1 1 0 0,1-1 0 0 0,-1 0 0 0 0,1 1 0 0 0,-1-1-1 0 0,1 1 1 0 0,0-1 0 0 0,-1 0 0 0 0,2 2-1 0 0,8 6 51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8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55 4233 0 0,'-1'-2'171'0'0,"1"0"1"0"0,-1 0-1 0 0,0 0 0 0 0,0 0 1 0 0,0 0-1 0 0,-1 0 0 0 0,1 0 1 0 0,0 0-1 0 0,-1 1 0 0 0,1-1 1 0 0,-1 0-1 0 0,1 1 0 0 0,-1-1 1 0 0,0 1-1 0 0,0 0 1 0 0,0-1-1 0 0,-4-1 0 0 0,0 0 1137 0 0,0-1 0 0 0,0 1 0 0 0,0 0-1 0 0,-13-3 1 0 0,15 5-929 0 0,1 0 0 0 0,0 1 0 0 0,-1 0 0 0 0,1 0 0 0 0,-1 0 0 0 0,1 0 0 0 0,-1 1-1 0 0,1-1 1 0 0,0 1 0 0 0,-1 0 0 0 0,1 0 0 0 0,0 0 0 0 0,-1 1 0 0 0,1-1 0 0 0,-4 3 0 0 0,1 0-99 0 0,1 0 0 0 0,-1 0 1 0 0,1 1-1 0 0,0 0 0 0 0,0 0 1 0 0,1 0-1 0 0,-7 9 0 0 0,5-4-256 0 0,-1 0-1 0 0,2 0 1 0 0,-1 1-1 0 0,2 0 1 0 0,-1 0-1 0 0,1 0 1 0 0,1 1-1 0 0,-4 20 1 0 0,7-30-85 0 0,0-1 1 0 0,-1 1 0 0 0,1-1 0 0 0,0 1-1 0 0,0 0 1 0 0,0-1 0 0 0,0 1-1 0 0,0 0 1 0 0,0-1 0 0 0,0 1-1 0 0,1 0 1 0 0,-1-1 0 0 0,1 1-1 0 0,-1-1 1 0 0,1 1 0 0 0,-1-1-1 0 0,1 1 1 0 0,0-1 0 0 0,0 1-1 0 0,0-1 1 0 0,0 1 0 0 0,0-1 0 0 0,0 0-1 0 0,0 0 1 0 0,0 0 0 0 0,1 0-1 0 0,-1 0 1 0 0,0 0 0 0 0,1 0-1 0 0,-1 0 1 0 0,3 1 0 0 0,-1-1-64 0 0,-1-1 1 0 0,1 0 0 0 0,-1 0-1 0 0,1 0 1 0 0,-1 0 0 0 0,0-1-1 0 0,1 1 1 0 0,-1-1 0 0 0,0 1-1 0 0,1-1 1 0 0,-1 0 0 0 0,0 0-1 0 0,1 0 1 0 0,-1 0 0 0 0,0 0-1 0 0,0 0 1 0 0,0-1 0 0 0,0 1-1 0 0,0-1 1 0 0,-1 1-1 0 0,3-4 1 0 0,10-10-137 0 0,-1 0-1 0 0,11-19 0 0 0,-15 20 1040 0 0,1 0-1 0 0,1 1 0 0 0,16-16 0 0 0,-26 28-737 0 0,-1 1 0 0 0,1-1 0 0 0,0 1-1 0 0,-1-1 1 0 0,1 1 0 0 0,-1 0 0 0 0,1-1-1 0 0,0 1 1 0 0,-1 0 0 0 0,1 0 0 0 0,-1-1-1 0 0,1 1 1 0 0,0 0 0 0 0,-1 0 0 0 0,1 0 0 0 0,0 0-1 0 0,0 0 1 0 0,-1 0 0 0 0,1 0 0 0 0,0 0-1 0 0,-1 0 1 0 0,1 0 0 0 0,0 0 0 0 0,-1 0-1 0 0,1 1 1 0 0,0-1 0 0 0,-1 0 0 0 0,1 0 0 0 0,-1 1-1 0 0,1-1 1 0 0,0 0 0 0 0,-1 1 0 0 0,1-1-1 0 0,-1 1 1 0 0,1-1 0 0 0,-1 1 0 0 0,1-1-1 0 0,-1 1 1 0 0,1-1 0 0 0,-1 1 0 0 0,0-1-1 0 0,1 1 1 0 0,-1 0 0 0 0,0-1 0 0 0,0 1 0 0 0,1 0-1 0 0,-1-1 1 0 0,0 1 0 0 0,0 1 0 0 0,12 36 254 0 0,-12-35-240 0 0,3 13-404 0 0,19 72 1419 0 0,-5-47-2425 0 0,8-4-4290 0 0,-6-17-1307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9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263 445 4145 0 0,'-63'2'9228'0'0,"55"0"-8642"0"0,0-1 1 0 0,1 1 0 0 0,-1 0 0 0 0,0 0 0 0 0,1 1 0 0 0,-1 0 0 0 0,1 1 0 0 0,0-1-1 0 0,0 1 1 0 0,-7 6 0 0 0,0 0-130 0 0,1 1-1 0 0,1 1 0 0 0,0 0 1 0 0,-16 20-1 0 0,24-28-416 0 0,1 0 0 0 0,0 1 0 0 0,0-1 0 0 0,0 1 0 0 0,1 0 0 0 0,-1 0 0 0 0,1 0 0 0 0,0 0-1 0 0,1 0 1 0 0,-1 1 0 0 0,1-1 0 0 0,0 0 0 0 0,0 1 0 0 0,1-1 0 0 0,-1 1 0 0 0,1-1 0 0 0,2 10 0 0 0,-2-13-28 0 0,0 0-1 0 0,1 0 1 0 0,0 0 0 0 0,0 0-1 0 0,-1 0 1 0 0,1 0 0 0 0,0 0 0 0 0,0 0-1 0 0,1 0 1 0 0,-1-1 0 0 0,0 1 0 0 0,1 0-1 0 0,-1-1 1 0 0,1 1 0 0 0,-1-1-1 0 0,1 0 1 0 0,-1 1 0 0 0,1-1 0 0 0,4 2-1 0 0,-3-2-17 0 0,1 0 0 0 0,-1 0 0 0 0,0 0 0 0 0,1-1 0 0 0,-1 1 0 0 0,1-1 0 0 0,0 0 0 0 0,-1 0 0 0 0,1 0 0 0 0,-1 0 0 0 0,4-1 0 0 0,4-1-84 0 0,-1-1 0 0 0,-1 0 0 0 0,1 0 1 0 0,0-1-1 0 0,-1 0 0 0 0,0-1 1 0 0,11-7-1 0 0,-7 4-108 0 0,-1 0-1 0 0,-1-1 1 0 0,1-1 0 0 0,-1 0 0 0 0,-1 0-1 0 0,0-1 1 0 0,-1-1 0 0 0,0 1 0 0 0,0-1 0 0 0,-2-1-1 0 0,1 0 1 0 0,-2 0 0 0 0,1 0 0 0 0,-2-1-1 0 0,0 0 1 0 0,0 0 0 0 0,-2 0 0 0 0,0 0 0 0 0,0-1-1 0 0,-1 0 1 0 0,0-23 0 0 0,-4-7 689 0 0,-2-1 1 0 0,-2 1 0 0 0,-2 0-1 0 0,-2 1 1 0 0,-23-67 0 0 0,18 79 751 0 0,15 32-1208 0 0,0 0-1 0 0,0-1 1 0 0,0 1-1 0 0,0 0 1 0 0,-1-1 0 0 0,1 1-1 0 0,0 0 1 0 0,0 0-1 0 0,0-1 1 0 0,-1 1 0 0 0,1 0-1 0 0,0 0 1 0 0,0 0-1 0 0,-1-1 1 0 0,1 1-1 0 0,0 0 1 0 0,-1 0 0 0 0,1 0-1 0 0,0 0 1 0 0,-1-1-1 0 0,1 1 1 0 0,0 0-1 0 0,-1 0 1 0 0,1 0 0 0 0,0 0-1 0 0,-1 0 1 0 0,1 0-1 0 0,0 0 1 0 0,-1 0-1 0 0,-6 16 752 0 0,4 3-637 0 0,1 0 0 0 0,1 0 0 0 0,1 0 0 0 0,0 0 0 0 0,2 0 0 0 0,0 0 0 0 0,9 35 0 0 0,-1-18 93 0 0,1-2-1 0 0,2 0 0 0 0,20 39 1 0 0,-13-38 301 0 0,1-1 0 0 0,2-1 0 0 0,48 54 0 0 0,-4-13-3949 0 0,-27-31-2643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0:59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0 19812 0 0,'-12'17'880'0'0,"6"-11"177"0"0,1 1-841 0 0,2-1-216 0 0,2-2 0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3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71 6449 0 0,'-16'-37'3755'0'0,"-1"3"7148"0"0,15 43-9672 0 0,1 11-1053 0 0,1-17 31 0 0,-4 97 371 0 0,11 122 0 0 0,2-96-738 0 0,29 252 236 0 0,-25-292 137 0 0,-5 1-1 0 0,-3 0 0 0 0,-4 1 1 0 0,-12 102-1 0 0,10-182-178 0 0,0 0 12 0 0,0 1 0 0 0,0 0 0 0 0,-1 0-1 0 0,0-1 1 0 0,0 1 0 0 0,-1-1-1 0 0,0 0 1 0 0,-4 9 0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4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310 154 1376 0 0,'-27'0'2016'0'0,"0"-1"-1"0"0,0-2 1 0 0,-36-7-1 0 0,53 8-1337 0 0,0 1 1 0 0,0 1-1 0 0,0-1 0 0 0,0 1 1 0 0,0 1-1 0 0,0 0 0 0 0,0 1 1 0 0,0 0-1 0 0,0 0 0 0 0,0 1 0 0 0,0 0 1 0 0,1 1-1 0 0,0 0 0 0 0,-1 0 1 0 0,-8 7-1 0 0,82-16 1676 0 0,-10 2-2197 0 0,1-1 1 0 0,101-22-1 0 0,-111 14-147 0 0,339-79 570 0 0,-320 80-456 0 0,2 3 1 0 0,-1 3 0 0 0,131 6-1 0 0,-157 2 98 0 0,0-2-1 0 0,0-2 0 0 0,64-9 1 0 0,-101 10-454 0 0,12-1 816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5.0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1 5049 0 0,'-40'23'14221'0'0,"70"-23"-11794"0"0,13-8-2060 0 0,-1 3 0 0 0,1 1 0 0 0,68 2 0 0 0,-79 11-4441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5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3 456 0 0,'-3'-2'1375'0'0,"2"2"-917"0"0,0 0 0 0 0,0-1 0 0 0,-26 9 11455 0 0,25-6-11455 0 0,-4 19 7679 0 0,5-5-7345 0 0,1-11-1773 0 0,-19 175 2307 0 0,0 27-1424 0 0,18-18 213 0 0,9 0 1 0 0,8-1-1 0 0,67 310 0 0 0,-72-443 218 0 0,-2 1 0 0 0,1 70 0 0 0,-9-90-98 0 0,-3 0 1 0 0,0 0 0 0 0,-3 0-1 0 0,-13 56 1 0 0,2-54 129 0 0,16-37-412 0 0,0-1-1 0 0,-1 1 0 0 0,1 0 0 0 0,0-1 0 0 0,0 1 0 0 0,-1-1 1 0 0,1 1-1 0 0,0 0 0 0 0,-1-1 0 0 0,1 1 0 0 0,0-1 1 0 0,-1 1-1 0 0,1-1 0 0 0,-1 1 0 0 0,1-1 0 0 0,-1 0 0 0 0,1 1 1 0 0,-1-1-1 0 0,0 0 0 0 0,1 1 0 0 0,-1-1 0 0 0,1 0 1 0 0,-1 1-1 0 0,0-1 0 0 0,1 0 0 0 0,-1 0 0 0 0,1 0 0 0 0,-1 0 1 0 0,0 0-1 0 0,1 0 0 0 0,-1 0 0 0 0,0 0 0 0 0,1 0 0 0 0,-1 0 1 0 0,0 0-1 0 0,1 0 0 0 0,-1 0 0 0 0,0 0 0 0 0,1-1 1 0 0,-1 1-1 0 0,0 0 0 0 0,1 0 0 0 0,-1-1 0 0 0,1 1 0 0 0,-1-1 1 0 0,1 1-1 0 0,-1 0 0 0 0,1-1 0 0 0,-1 1 0 0 0,1-1 0 0 0,-1 1 1 0 0,1-1-1 0 0,0 1 0 0 0,-1-1 0 0 0,0 0 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6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 7658 0 0,'-5'8'382'0'0,"0"0"0"0"0,0 1 0 0 0,-6 14 0 0 0,10-21-146 0 0,0 1 1 0 0,0-1-1 0 0,0 0 0 0 0,0 0 0 0 0,1 1 1 0 0,-1-1-1 0 0,1 0 0 0 0,0 0 0 0 0,0 1 0 0 0,0-1 1 0 0,0 1-1 0 0,0-1 0 0 0,0 0 0 0 0,0 0 1 0 0,1 1-1 0 0,-1-1 0 0 0,1 0 0 0 0,0 1 0 0 0,0-1 1 0 0,-1 0-1 0 0,3 3 0 0 0,-2-4-59 0 0,1 0 0 0 0,0 0-1 0 0,-1 0 1 0 0,1 0 0 0 0,0 0 0 0 0,-1 0 0 0 0,1 0-1 0 0,0-1 1 0 0,0 1 0 0 0,0 0 0 0 0,0-1 0 0 0,-1 0-1 0 0,1 1 1 0 0,0-1 0 0 0,0 0 0 0 0,3 0-1 0 0,39-3 1595 0 0,-24 2-950 0 0,436-10 2861 0 0,-333 15-3714 0 0,1 6 0 0 0,130 28 0 0 0,74 7 139 0 0,-256-40 23 0 0,-5-1 63 0 0,-1 4-1 0 0,85 19 1 0 0,-144-26-264 0 0,-1 1 0 0 0,0-1 0 0 0,0 1 0 0 0,0 1 0 0 0,-1-1-1 0 0,1 1 1 0 0,0 0 0 0 0,-1 0 0 0 0,0 1 0 0 0,0 0 0 0 0,0-1 0 0 0,0 2 0 0 0,-1-1-1 0 0,1 1 1 0 0,-1-1 0 0 0,0 1 0 0 0,-1 0 0 0 0,1 0 0 0 0,-1 1 0 0 0,5 8 0 0 0,-6-7-999 0 0,2 0-248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6.9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6 291 1376 0 0,'-5'22'10959'0'0,"17"-27"-8011"0"0,-6 1-2361 0 0,-1 0 0 0 0,0 0-1 0 0,0-1 1 0 0,0 0 0 0 0,0 0-1 0 0,-1 0 1 0 0,0 0 0 0 0,6-11-1 0 0,23-53 960 0 0,-25 50-1341 0 0,0 1 0 0 0,13-19 0 0 0,-14 25-163 0 0,1 1 1 0 0,0-1-1 0 0,0 2 1 0 0,1-1-1 0 0,0 1 1 0 0,1 1-1 0 0,0 0 1 0 0,1 0-1 0 0,12-7 1 0 0,-23 15-42 0 0,1 1 0 0 0,0 0 0 0 0,0 0 1 0 0,-1-1-1 0 0,1 1 0 0 0,0 0 0 0 0,0 0 0 0 0,-1 0 0 0 0,1 0 1 0 0,0 0-1 0 0,0 0 0 0 0,0 0 0 0 0,-1 0 0 0 0,1 0 1 0 0,0 0-1 0 0,0 1 0 0 0,-1-1 0 0 0,1 0 0 0 0,0 0 0 0 0,0 1 1 0 0,-1-1-1 0 0,1 0 0 0 0,0 1 0 0 0,-1-1 0 0 0,1 1 0 0 0,0-1 1 0 0,-1 1-1 0 0,1-1 0 0 0,-1 1 0 0 0,1 0 0 0 0,-1-1 0 0 0,1 1 1 0 0,-1 0-1 0 0,1-1 0 0 0,-1 1 0 0 0,0 0 0 0 0,1-1 0 0 0,-1 1 1 0 0,0 0-1 0 0,0 0 0 0 0,1-1 0 0 0,-1 1 0 0 0,0 1 0 0 0,8 42 82 0 0,-7-35-68 0 0,4 41 1 0 0,-3-22-4 0 0,2 1-1 0 0,9 34 1 0 0,-12-56-11 0 0,1-1 0 0 0,0 1 0 0 0,1-1 0 0 0,-1 0 0 0 0,1 0 0 0 0,1 0 0 0 0,-1-1 0 0 0,1 1 0 0 0,0-1 0 0 0,0 1 0 0 0,0-1 0 0 0,1-1 0 0 0,0 1 0 0 0,0-1 0 0 0,6 5 0 0 0,-10-8 1 0 0,0 0 1 0 0,1-1-1 0 0,-1 1 0 0 0,0 0 1 0 0,1-1-1 0 0,-1 1 0 0 0,0-1 0 0 0,1 0 1 0 0,-1 1-1 0 0,1-1 0 0 0,-1 0 1 0 0,0 0-1 0 0,1 0 0 0 0,-1 0 1 0 0,1 0-1 0 0,-1 0 0 0 0,1 0 0 0 0,-1 0 1 0 0,1-1-1 0 0,-1 1 0 0 0,0 0 1 0 0,1-1-1 0 0,-1 1 0 0 0,0-1 1 0 0,1 0-1 0 0,-1 1 0 0 0,0-1 1 0 0,0 0-1 0 0,0 0 0 0 0,1 0 0 0 0,-1 0 1 0 0,0 0-1 0 0,0 0 0 0 0,0 0 1 0 0,-1 0-1 0 0,1 0 0 0 0,0-1 1 0 0,0 1-1 0 0,-1 0 0 0 0,1 0 1 0 0,0-1-1 0 0,-1 1 0 0 0,1-3 0 0 0,4-9 35 0 0,0-1-1 0 0,-2 1 0 0 0,5-25 1 0 0,-4 16-20 0 0,-1 6 1 0 0,1-1-1 0 0,1 0 0 0 0,0 1 1 0 0,1 0-1 0 0,1 0 1 0 0,1 1-1 0 0,0 0 1 0 0,1 0-1 0 0,0 1 1 0 0,17-20-1 0 0,-25 33-15 0 0,0 0-1 0 0,0-1 1 0 0,0 1 0 0 0,1 0-1 0 0,-1 0 1 0 0,0 0 0 0 0,1-1-1 0 0,-1 2 1 0 0,1-1 0 0 0,-1 0-1 0 0,1 0 1 0 0,-1 0 0 0 0,1 1-1 0 0,0-1 1 0 0,-1 1 0 0 0,1-1-1 0 0,0 1 1 0 0,-1 0 0 0 0,1-1-1 0 0,0 1 1 0 0,0 0 0 0 0,-1 0-1 0 0,4 1 1 0 0,-3 0 3 0 0,-1 0 0 0 0,1 0 1 0 0,0 0-1 0 0,-1 0 0 0 0,1 0 0 0 0,-1 1 1 0 0,1-1-1 0 0,-1 1 0 0 0,1-1 0 0 0,-1 1 1 0 0,0-1-1 0 0,0 1 0 0 0,0 0 1 0 0,0 0-1 0 0,0-1 0 0 0,1 5 0 0 0,3 10 32 0 0,-1-1 1 0 0,0 1-1 0 0,3 30 0 0 0,-7-39-35 0 0,5 32-10 0 0,-2-4-32 0 0,13 59 1 0 0,-14-86 34 0 0,1 0 1 0 0,-1 0 0 0 0,1 0-1 0 0,1 0 1 0 0,-1 0 0 0 0,1-1-1 0 0,1 1 1 0 0,-1-1-1 0 0,1 0 1 0 0,1-1 0 0 0,-1 1-1 0 0,10 8 1 0 0,-14-15 0 0 0,-1 1 0 0 0,1-1-1 0 0,-1 1 1 0 0,1-1 0 0 0,0 1-1 0 0,-1-1 1 0 0,1 0 0 0 0,0 1-1 0 0,0-1 1 0 0,-1 0 0 0 0,1 1 0 0 0,0-1-1 0 0,0 0 1 0 0,0 0 0 0 0,-1 0-1 0 0,1 0 1 0 0,0 0 0 0 0,0 0 0 0 0,0 0-1 0 0,-1 0 1 0 0,1 0 0 0 0,0 0-1 0 0,0 0 1 0 0,0-1 0 0 0,-1 1 0 0 0,1 0-1 0 0,1-1 1 0 0,-1 0-21 0 0,1 0 0 0 0,0-1-1 0 0,-1 1 1 0 0,1 0 0 0 0,-1-1 0 0 0,0 0 0 0 0,1 1-1 0 0,-1-1 1 0 0,0 0 0 0 0,2-3 0 0 0,2-6-149 0 0,-1 0-1 0 0,7-24 1 0 0,-10 30 146 0 0,22-88-360 0 0,15-50 388 0 0,-38 142 26 0 0,1 0 1 0 0,-1 0-1 0 0,0 0 0 0 0,0 0 1 0 0,1 0-1 0 0,-1 0 1 0 0,0 0-1 0 0,1 1 0 0 0,-1-1 1 0 0,1 0-1 0 0,-1 0 0 0 0,1 0 1 0 0,0 0-1 0 0,-1 1 1 0 0,1-1-1 0 0,0 0 0 0 0,-1 1 1 0 0,1-1-1 0 0,0 0 1 0 0,0 1-1 0 0,0-1 0 0 0,0 1 1 0 0,1-1-1 0 0,-1 1-2 0 0,-1 0 0 0 0,1 0 0 0 0,0 1 0 0 0,0-1 0 0 0,0 0 0 0 0,-1 1 0 0 0,1-1 0 0 0,0 1 0 0 0,0-1 0 0 0,-1 1 0 0 0,1-1 0 0 0,-1 1 0 0 0,1-1 0 0 0,0 1 0 0 0,-1 0 0 0 0,1-1 0 0 0,-1 1 0 0 0,1 0 0 0 0,-1 0 0 0 0,1 1 0 0 0,18 46 383 0 0,-11-14-326 0 0,4 38-1 0 0,-10-51-125 0 0,2 1 1 0 0,0-1-1 0 0,1 0 0 0 0,1 0 1 0 0,0-1-1 0 0,12 23 0 0 0,-15-38-370 0 0,0 0-1 0 0,0 0 1 0 0,1-1 0 0 0,-1 1-1 0 0,1-1 1 0 0,6 5 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7.3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32 5985 0 0,'-16'10'61'0'0,"-11"8"2866"0"0,8 1 3991 0 0,31-22-3100 0 0,6-2-2728 0 0,30-10-206 0 0,1 1-1 0 0,1 3 0 0 0,0 2 1 0 0,59-4-1 0 0,207 4-258 0 0,-306 9-564 0 0,747 28 588 0 0,-695-25-844 0 0,106-8 0 0 0,-71-8-2785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8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38 114 5065 0 0,'-11'-35'1835'0'0,"-1"22"-78"0"0,12 13-1612 0 0,-1 0-1 0 0,1-1 0 0 0,0 1 0 0 0,-1 0 1 0 0,1 0-1 0 0,-1 0 0 0 0,-7 4 3463 0 0,8-3-3463 0 0,0-1 0 0 0,0 0 0 0 0,-1 1 1 0 0,1 0-1 0 0,0-1 24 0 0,-1 1-1 0 0,1 0 1 0 0,0 0-1 0 0,-1 0 1 0 0,1-1 0 0 0,0 1-1 0 0,0 0 1 0 0,0 0-1 0 0,-1 0 1 0 0,1 0 0 0 0,0 0-1 0 0,0-1 1 0 0,0 1 0 0 0,1 0-1 0 0,-1 0 1 0 0,0 0-1 0 0,0 0 1 0 0,0 0 0 0 0,1-1-1 0 0,-1 1 1 0 0,0 0-1 0 0,1 0 1 0 0,-1 0 0 0 0,0-1-1 0 0,1 1 1 0 0,-1 0-1 0 0,1 0 1 0 0,0-1 0 0 0,-1 1-1 0 0,1-1 1 0 0,-1 1-1 0 0,1 0 1 0 0,0-1 0 0 0,0 1-1 0 0,-1-1 1 0 0,1 1 0 0 0,0-1-1 0 0,0 0 1 0 0,0 1-1 0 0,-1-1 1 0 0,1 0 0 0 0,0 0-1 0 0,1 1 1 0 0,46 11 916 0 0,-37-10-697 0 0,118 23 14 0 0,-109-24-448 0 0,-1 0 1 0 0,0-1-1 0 0,0-1 0 0 0,36-6 1 0 0,23-8 14 0 0,3-2-38 0 0,112-9 0 0 0,136 12 38 0 0,-226 14 16 0 0,122 17 0 0 0,133 45 16 0 0,26 3 0 0 0,-298-55 0 0 0,191 19 0 0 0,-202-24 0 0 0,130-11 0 0 0,-79-10 0 0 0,139-36 0 0 0,-171 34-21 0 0,170-8-1 0 0,-36 5 1 0 0,-99 6 21 0 0,0 5 0 0 0,134 7 0 0 0,-196 7 51 0 0,-1 4-1 0 0,0 2 1 0 0,88 25 0 0 0,-109-16 91 0 0,-46-20-115 0 0,-1 1 0 0 0,1 0 0 0 0,0-1 0 0 0,-1 1 0 0 0,1 0 0 0 0,-1 0 0 0 0,0 0 0 0 0,1 0 0 0 0,-1 0 0 0 0,1 0 0 0 0,-1 0-1 0 0,1 1 1 0 0,0-1 0 0 0,-3 1 0 0 0,-1 0 5 0 0,0 0-19 0 0,1-1 0 0 0,-1 1 0 0 0,1-1 0 0 0,-1 0-1 0 0,1 0 1 0 0,0-1 0 0 0,-1 0 0 0 0,1 1 0 0 0,0-1-1 0 0,-1-1 1 0 0,1 1 0 0 0,0-1 0 0 0,0 1 0 0 0,0-1-1 0 0,0 0 1 0 0,0-1 0 0 0,1 1 0 0 0,-1-1 0 0 0,-6-5-1 0 0,8 21 63 0 0,-1 0-78 0 0,1-4-5 0 0,0 1-1 0 0,0-1 0 0 0,1 1 0 0 0,0-1 1 0 0,1 1-1 0 0,0 11 0 0 0,0-20 7 0 0,1 1 1 0 0,-1 0-1 0 0,1-1 0 0 0,-1 1 0 0 0,1-1 1 0 0,-1 1-1 0 0,1-1 0 0 0,0 0 0 0 0,-1 1 1 0 0,1-1-1 0 0,0 0 0 0 0,0 1 0 0 0,0-1 0 0 0,0 0 1 0 0,0 0-1 0 0,0 0 0 0 0,1 0 0 0 0,1 2 1 0 0,-1-2 0 0 0,0-1 0 0 0,1 1 0 0 0,-1 0 0 0 0,1-1 0 0 0,-1 1 0 0 0,1-1 0 0 0,-1 0 0 0 0,1 1 0 0 0,-1-1 1 0 0,1-1-1 0 0,-1 1 0 0 0,1 0 0 0 0,-1 0 0 0 0,1-1 0 0 0,3-1 0 0 0,-1 1 3 0 0,0-1 0 0 0,0 0 1 0 0,0-1-1 0 0,0 1 0 0 0,0-1 0 0 0,-1 0 1 0 0,1 0-1 0 0,-1-1 0 0 0,0 1 0 0 0,0-1 0 0 0,0 0 1 0 0,0 0-1 0 0,-1 0 0 0 0,1 0 0 0 0,-1-1 0 0 0,0 0 1 0 0,-1 1-1 0 0,1-1 0 0 0,-1 0 0 0 0,0 0 0 0 0,0 0 1 0 0,-1-1-1 0 0,3-7 0 0 0,-2 2 5 0 0,0-1-1 0 0,-1 1 0 0 0,0-1 1 0 0,0 1-1 0 0,-1 0 1 0 0,-1-1-1 0 0,0 1 1 0 0,-1-1-1 0 0,0 1 1 0 0,-4-14-1 0 0,6 23-1 0 0,-1 0-1 0 0,0 0 1 0 0,0 1 0 0 0,1-1-1 0 0,-1 0 1 0 0,0 0 0 0 0,0 1-1 0 0,-1-1 1 0 0,1 0 0 0 0,0 1-1 0 0,0-1 1 0 0,-1 1 0 0 0,1 0-1 0 0,-3-2 1 0 0,3 2-5 0 0,1 1-1 0 0,0 0 0 0 0,0 0 1 0 0,-1 0-1 0 0,1 0 1 0 0,0 0-1 0 0,-1 0 1 0 0,1 0-1 0 0,0 0 1 0 0,-1 0-1 0 0,1 0 1 0 0,0 0-1 0 0,-1 0 1 0 0,1 0-1 0 0,0 0 0 0 0,-1 0 1 0 0,1 0-1 0 0,0 0 1 0 0,-1 0-1 0 0,1 0 1 0 0,0 1-1 0 0,0-1 1 0 0,-1 0-1 0 0,1 0 1 0 0,0 0-1 0 0,0 0 1 0 0,-1 1-1 0 0,1-1 0 0 0,0 0 1 0 0,-1 1-1 0 0,-5 17-45 0 0,5-8 41 0 0,-4 38 1 0 0,5-46 8 0 0,0 1 0 0 0,0 0 1 0 0,1-1-1 0 0,-1 1 1 0 0,0 0-1 0 0,1-1 0 0 0,-1 1 1 0 0,1-1-1 0 0,0 1 1 0 0,0-1-1 0 0,0 0 0 0 0,0 1 1 0 0,1-1-1 0 0,-1 0 1 0 0,2 3-1 0 0,-2-5-51 0 0,-1 0-1 0 0,1 0 1 0 0,-1 0 0 0 0,1 0 0 0 0,-1 0-1 0 0,1 0 1 0 0,-1 0 0 0 0,1 0-1 0 0,-1-1 1 0 0,1 1 0 0 0,-1 0-1 0 0,1 0 1 0 0,-1 0 0 0 0,1 0-1 0 0,-1-1 1 0 0,1 1 0 0 0,-1 0-1 0 0,1-1 1 0 0,-1 1 0 0 0,0 0 0 0 0,1-1-1 0 0,-1 1 1 0 0,1 0 0 0 0,-1-1-1 0 0,0 1 1 0 0,0-1 0 0 0,1 1-1 0 0,-1-1 1 0 0,0 1 0 0 0,0 0-1 0 0,1-1 1 0 0,-1 1 0 0 0,0-1-1 0 0,0 0 1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29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29 140 13827 0 0,'-28'-21'8318'0'0,"41"32"-7629"0"0,9 7-521 0 0,-1 0 0 0 0,-2 1 0 0 0,1 1 0 0 0,-2 1 0 0 0,18 26-1 0 0,67 123 141 0 0,2 1-335 0 0,-89-149 29 0 0,1-1 0 0 0,0 0-1 0 0,2-2 1 0 0,0 0 0 0 0,31 23 0 0 0,-49-41-2 0 0,1 0 1 0 0,-1 0-1 0 0,0 0 0 0 0,1 0 1 0 0,-1 0-1 0 0,1 0 0 0 0,-1-1 0 0 0,1 1 1 0 0,-1-1-1 0 0,1 1 0 0 0,-1-1 0 0 0,1 1 1 0 0,0-1-1 0 0,-1 0 0 0 0,1 1 0 0 0,-1-1 1 0 0,1 0-1 0 0,0 0 0 0 0,-1 0 1 0 0,3-1-1 0 0,-3 0 8 0 0,0 1 0 0 0,1-1 0 0 0,-1 0 0 0 0,0 0 0 0 0,0 0 0 0 0,0 0 0 0 0,0 0 0 0 0,0 0 0 0 0,0 0 0 0 0,0 0 0 0 0,-1 0 0 0 0,1 0 0 0 0,0 0 0 0 0,0-1 0 0 0,-1 1 0 0 0,1 0 0 0 0,-1 0 0 0 0,1-3 0 0 0,2-8 67 0 0,-1 1-1 0 0,-1-1 0 0 0,0 1 0 0 0,-1-18 0 0 0,0 22-51 0 0,-11-212 407 0 0,4 137-635 0 0,4-1 1 0 0,8-89-1 0 0,-5 167 90 0 0,9-50-731 0 0,-9 52 707 0 0,1 0 0 0 0,0 0 0 0 0,0 0 0 0 0,0 0 0 0 0,0 0 0 0 0,0 1 0 0 0,1-1 0 0 0,-1 0 0 0 0,1 1 0 0 0,0 0 0 0 0,0-1 0 0 0,0 1 0 0 0,0 0 0 0 0,0 0 1 0 0,4-3-1 0 0,4 1-582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0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68 2761 0 0,'-4'-12'-1838'0'0,"-17"-39"21827"0"0,16 46-18771 0 0,5 6-1150 0 0,-1-1 0 0 0,1 0 0 0 0,0 1 1 0 0,-1-1-1 0 0,1 1 0 0 0,-1-1 0 0 0,1 0 0 0 0,0 1 0 0 0,0-1 0 0 0,-1 1 1 0 0,1-1-1 0 0,0 1 0 0 0,0-1 0 0 0,0 1 0 0 0,-1-1 0 0 0,1 1 0 0 0,0-1 0 0 0,0 1 1 0 0,0-1-1 0 0,0 1 0 0 0,0 0 0 0 0,0-1 0 0 0,0 1 0 0 0,0-1 0 0 0,0 1 0 0 0,0-1 1 0 0,0 1-1 0 0,1-1 0 0 0,-1 1 0 0 0,0 0 0 0 0,3 20 314 0 0,55 174 558 0 0,-20-75-1081 0 0,-35-111 14 0 0,5 21-135 0 0,19 41 0 0 0,-24-63-140 0 0,1 0 0 0 0,0 0 1 0 0,1-1-1 0 0,0 1 0 0 0,0-1 0 0 0,1 0 0 0 0,0-1 0 0 0,0 1 1 0 0,13 10-1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0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6 320 7834 0 0,'0'1'83'0'0,"-1"-1"1"0"0,1 1 0 0 0,-1-1 0 0 0,1 1-1 0 0,-1 0 1 0 0,1-1 0 0 0,0 1 0 0 0,-1 0-1 0 0,1-1 1 0 0,0 1 0 0 0,0 0 0 0 0,-1 0-1 0 0,1-1 1 0 0,0 1 0 0 0,0 0 0 0 0,0 0-1 0 0,0-1 1 0 0,0 1 0 0 0,0 0 0 0 0,0 0-1 0 0,0-1 1 0 0,0 1 0 0 0,1 0 0 0 0,-1 0-1 0 0,0-1 1 0 0,0 1 0 0 0,1 0-1 0 0,-1 0 1 0 0,0-1 0 0 0,1 1 0 0 0,-1 0-1 0 0,0-1 1 0 0,1 1 0 0 0,0 0 0 0 0,2 0 271 0 0,0 0 0 0 0,0 0 1 0 0,0 0-1 0 0,0-1 1 0 0,-1 1-1 0 0,1-1 0 0 0,0 0 1 0 0,6 0-1 0 0,1-1 151 0 0,1 0 1 0 0,-1 0-1 0 0,0 0 1 0 0,0-2-1 0 0,0 1 0 0 0,0-1 1 0 0,0-1-1 0 0,0 0 0 0 0,-1 0 1 0 0,11-7-1 0 0,7-6 710 0 0,49-41-1 0 0,-56 40-1166 0 0,1 2 0 0 0,0 0 0 0 0,39-21 1 0 0,-44 30-68 0 0,-1-1 1 0 0,0-1-1 0 0,0-1 1 0 0,18-15-1 0 0,-27 19 44 0 0,1-1-1 0 0,-1 1 1 0 0,0-1-1 0 0,0 0 1 0 0,-1 0-1 0 0,0-1 1 0 0,-1 0 0 0 0,1 1-1 0 0,-1-2 1 0 0,3-8-1 0 0,-7 17-14 0 0,0-1-1 0 0,0 1 1 0 0,0 0-1 0 0,0 0 1 0 0,0 0-1 0 0,0-1 1 0 0,0 1 0 0 0,0 0-1 0 0,0 0 1 0 0,1 0-1 0 0,-1-1 1 0 0,0 1-1 0 0,0 0 1 0 0,0 0-1 0 0,0 0 1 0 0,0-1 0 0 0,1 1-1 0 0,-1 0 1 0 0,0 0-1 0 0,0 0 1 0 0,0 0-1 0 0,0 0 1 0 0,1 0 0 0 0,-1 0-1 0 0,0-1 1 0 0,0 1-1 0 0,1 0 1 0 0,-1 0-1 0 0,0 0 1 0 0,0 0-1 0 0,0 0 1 0 0,1 0 0 0 0,-1 0-1 0 0,0 0 1 0 0,0 0-1 0 0,0 0 1 0 0,1 0-1 0 0,-1 0 1 0 0,10 8 196 0 0,7 16-45 0 0,-14-20-100 0 0,34 53 190 0 0,-22-32-279 0 0,0-1 1 0 0,2-1-1 0 0,1 0 0 0 0,40 39 1 0 0,-58-61-2 0 0,1-1 0 0 0,-1 1 1 0 0,1-1-1 0 0,0 0 1 0 0,-1 1-1 0 0,1-1 1 0 0,0 1-1 0 0,0-1 0 0 0,-1 0 1 0 0,1 0-1 0 0,0 1 1 0 0,0-1-1 0 0,-1 0 1 0 0,1 0-1 0 0,0 0 0 0 0,0 0 1 0 0,-1 0-1 0 0,1 0 1 0 0,0 0-1 0 0,0 0 0 0 0,0 0 1 0 0,-1-1-1 0 0,1 1 1 0 0,0 0-1 0 0,0 0 1 0 0,0-1-1 0 0,18-16-481 0 0,5-29-25 0 0,-24 46 529 0 0,6-15 173 0 0,-1-1 0 0 0,6-29-1 0 0,3-14 1100 0 0,6 91-235 0 0,3 6-1462 0 0,36 59 1868 0 0,-23-54-3303 0 0,7-6-4497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0.9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101 275 8290 0 0,'-21'-31'8177'0'0,"16"20"-7359"0"0,1 1 0 0 0,0-1 0 0 0,-3-14 0 0 0,6 18-583 0 0,0-1-1 0 0,1 0 1 0 0,0 0 0 0 0,0 0 0 0 0,1 0 0 0 0,2-11-1 0 0,-2 11-60 0 0,1 0-1 0 0,-1 0 1 0 0,-1 0-1 0 0,0 0 1 0 0,0 0-1 0 0,-2-13 1 0 0,0 16-123 0 0,1 0 1 0 0,-1 0-1 0 0,0 0 0 0 0,0 1 1 0 0,-5-9-1 0 0,6 12-47 0 0,1 1 0 0 0,-1-1-1 0 0,1 0 1 0 0,0 0 0 0 0,-1 0 0 0 0,0 0-1 0 0,1 1 1 0 0,-1-1 0 0 0,0 0 0 0 0,1 1-1 0 0,-1-1 1 0 0,0 0 0 0 0,1 1 0 0 0,-1-1 0 0 0,0 1-1 0 0,0-1 1 0 0,0 1 0 0 0,0-1 0 0 0,0 1-1 0 0,0 0 1 0 0,1 0 0 0 0,-1-1 0 0 0,0 1-1 0 0,0 0 1 0 0,0 0 0 0 0,0 0 0 0 0,0 0-1 0 0,0 0 1 0 0,0 0 0 0 0,0 0 0 0 0,0 0-1 0 0,0 0 1 0 0,0 1 0 0 0,0-1 0 0 0,0 0 0 0 0,0 1-1 0 0,0-1 1 0 0,1 0 0 0 0,-2 2 0 0 0,0-1 7 0 0,1 1 0 0 0,0 0 0 0 0,0-1 0 0 0,0 1 0 0 0,0 0 0 0 0,0 0 0 0 0,0 0 0 0 0,0 0 0 0 0,0 0 0 0 0,1 0 0 0 0,-1 0-1 0 0,1 0 1 0 0,0 0 0 0 0,-1 3 0 0 0,0 33 96 0 0,1-33-90 0 0,0 8 4 0 0,1 1 0 0 0,1 0 0 0 0,0-1 0 0 0,1 1 0 0 0,0-1-1 0 0,1 1 1 0 0,8 18 0 0 0,-9-27-15 0 0,-1 0 0 0 0,1 1 0 0 0,0-1-1 0 0,0 0 1 0 0,0 0 0 0 0,1 0 0 0 0,0-1-1 0 0,0 1 1 0 0,0-1 0 0 0,0 0 0 0 0,1 0-1 0 0,-1 0 1 0 0,1-1 0 0 0,0 0 0 0 0,0 0-1 0 0,1 0 1 0 0,-1 0 0 0 0,0-1 0 0 0,11 3-1 0 0,-10-4-56 0 0,-1-1-1 0 0,1 0 1 0 0,-1 0-1 0 0,1-1 1 0 0,0 0-1 0 0,-1 0 1 0 0,0 0-1 0 0,1-1 0 0 0,-1 0 1 0 0,0 0-1 0 0,0 0 1 0 0,0 0-1 0 0,0-1 1 0 0,0 0-1 0 0,0 0 1 0 0,8-7-1 0 0,-2 1-1105 0 0,0-1 1 0 0,0-1-1 0 0,-1 1 0 0 0,0-2 1 0 0,10-14-1 0 0,-10 10-4827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1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90 4609 0 0,'-6'-40'12692'0'0,"5"56"-9378"0"0,1-11-3121 0 0,1 0 1 0 0,-1 0-1 0 0,1 0 0 0 0,0 0 0 0 0,0 0 0 0 0,1 0 1 0 0,-1 0-1 0 0,1 0 0 0 0,0-1 0 0 0,0 1 0 0 0,1-1 1 0 0,0 1-1 0 0,-1-1 0 0 0,1 0 0 0 0,1 0 1 0 0,-1 0-1 0 0,0 0 0 0 0,1-1 0 0 0,0 1 0 0 0,0-1 1 0 0,0 0-1 0 0,0 0 0 0 0,1-1 0 0 0,5 4 0 0 0,-7-4-146 0 0,0 1-1 0 0,0 0 0 0 0,0 0 0 0 0,0 0 0 0 0,0 0 0 0 0,-1 1 1 0 0,0-1-1 0 0,3 5 0 0 0,11 15-61 0 0,-4-12 17 0 0,0-1 1 0 0,1 0-1 0 0,0-1 1 0 0,0-1 0 0 0,19 10-1 0 0,77 28 32 0 0,-55-25-17 0 0,-52-20-4 0 0,-1 0 0 0 0,1 0 0 0 0,-1-1 0 0 0,1 1 0 0 0,-1-1 0 0 0,1 1 0 0 0,0-1 0 0 0,-1 0 0 0 0,1 1 0 0 0,0-1 0 0 0,-1 0 0 0 0,1 0 0 0 0,-1 0 0 0 0,1 0 0 0 0,0-1 0 0 0,-1 1 0 0 0,1 0 0 0 0,0-1 0 0 0,-1 1 0 0 0,1-1 0 0 0,-1 0 0 0 0,1 1 0 0 0,-1-1 0 0 0,3-1 0 0 0,-2 0-20 0 0,-1 0 1 0 0,1-1 0 0 0,0 1 0 0 0,-1 0 0 0 0,0 0 0 0 0,1-1 0 0 0,-1 1-1 0 0,0-1 1 0 0,0 1 0 0 0,0-1 0 0 0,-1 1 0 0 0,1-1 0 0 0,0-4 0 0 0,0-9-30 0 0,0 1 1 0 0,-1-1-1 0 0,-1 1 1 0 0,-3-17 0 0 0,1 14 68 0 0,-2 0 1 0 0,0 1 0 0 0,-1 0 0 0 0,0-1-1 0 0,-1 2 1 0 0,-12-20 0 0 0,-3-9-56 0 0,14 25-320 0 0,2-2-131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1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0 112 9218 0 0,'1'-3'4532'0'0,"11"-6"-1890"0"0,14-7 274 0 0,28-16 179 0 0,28-14-3035 0 0,-69 40-622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5 120 4609 0 0,'-4'7'16133'0'0,"32"-50"-14751"0"0,-18 32-1750 0 0,-1 1 0 0 0,2 0 0 0 0,-1 1 1 0 0,1 0-1 0 0,1 0 0 0 0,20-11 1 0 0,-19 14 293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2.6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186 287 9218 0 0,'-7'-3'1043'0'0,"0"1"-1"0"0,0 0 1 0 0,0 0 0 0 0,0 1 0 0 0,0 0-1 0 0,-12-1 1 0 0,12 2-640 0 0,0-1 0 0 0,0 0 0 0 0,0 0 0 0 0,0 0 0 0 0,0-1-1 0 0,0 0 1 0 0,-12-6 0 0 0,15 6-293 0 0,1 0-1 0 0,-1 0 1 0 0,0 0-1 0 0,1-1 1 0 0,-1 0-1 0 0,1 0 1 0 0,0 0-1 0 0,0 0 1 0 0,0 0-1 0 0,0-1 1 0 0,1 1-1 0 0,-1-1 1 0 0,1 0-1 0 0,0 1 1 0 0,0-1-1 0 0,0 0 1 0 0,1 0-1 0 0,0-1 1 0 0,-1 1-1 0 0,1 0 1 0 0,0 0-1 0 0,1-1 1 0 0,-1 1-1 0 0,1 0 1 0 0,0-1-1 0 0,1-5 1 0 0,0 3-62 0 0,0-1 1 0 0,1 1-1 0 0,0 0 1 0 0,1 0-1 0 0,0 0 0 0 0,0 0 1 0 0,0 0-1 0 0,1 1 1 0 0,0-1-1 0 0,0 1 1 0 0,1 0-1 0 0,-1 0 1 0 0,1 1-1 0 0,9-8 1 0 0,-8 7-48 0 0,1 1-1 0 0,1 0 1 0 0,-1 0 0 0 0,1 1 0 0 0,0 0 0 0 0,0 0 0 0 0,0 1 0 0 0,0-1 0 0 0,1 2 0 0 0,-1 0 0 0 0,1 0 0 0 0,0 0-1 0 0,16 0 1 0 0,-21 2-22 0 0,0 0 0 0 0,0 0 0 0 0,0 0 0 0 0,0 1 0 0 0,0-1 0 0 0,0 1 0 0 0,0 0 0 0 0,0 1 0 0 0,0-1 0 0 0,-1 1 0 0 0,1-1-1 0 0,-1 1 1 0 0,1 0 0 0 0,-1 0 0 0 0,1 1 0 0 0,-1-1 0 0 0,0 1 0 0 0,0-1 0 0 0,-1 1 0 0 0,1 0 0 0 0,0 0 0 0 0,-1 1 0 0 0,0-1 0 0 0,1 0-1 0 0,-1 1 1 0 0,-1-1 0 0 0,1 1 0 0 0,0 0 0 0 0,-1-1 0 0 0,0 1 0 0 0,0 0 0 0 0,1 6 0 0 0,0 8-169 0 0,-1 0 1 0 0,0 0-1 0 0,-2 0 0 0 0,0 0 1 0 0,-4 23-1 0 0,2-16-439 0 0,-1 47 0 0 0,4-63 531 0 0,1-1-1 0 0,0 1 1 0 0,1-1-1 0 0,0 0 1 0 0,0 0-1 0 0,1 1 1 0 0,0-1-1 0 0,0-1 1 0 0,7 13-1 0 0,-3-9 120 0 0,-1 0-123 0 0,0 0 0 0 0,1-1 1 0 0,0 0-1 0 0,0 0 0 0 0,18 16 1 0 0,-23-24 158 0 0,1 0 0 0 0,-1-1 0 0 0,1 1 1 0 0,0 0-1 0 0,0-1 0 0 0,-1 0 0 0 0,1 0 1 0 0,0 0-1 0 0,0 0 0 0 0,0 0 0 0 0,0 0 1 0 0,0-1-1 0 0,0 0 0 0 0,1 1 0 0 0,-1-1 1 0 0,0 0-1 0 0,0-1 0 0 0,0 1 0 0 0,0 0 1 0 0,0-1-1 0 0,0 0 0 0 0,0 1 1 0 0,0-1-1 0 0,0-1 0 0 0,0 1 0 0 0,0 0 1 0 0,-1-1-1 0 0,6-3 0 0 0,-6 4 32 0 0,0-1 0 0 0,1 1 1 0 0,-1-1-1 0 0,0 0 0 0 0,0 0 0 0 0,0 0 1 0 0,0 0-1 0 0,0-1 0 0 0,-1 1 0 0 0,1 0 1 0 0,-1-1-1 0 0,1 1 0 0 0,-1-1 0 0 0,0 0 0 0 0,0 1 1 0 0,0-1-1 0 0,-1 0 0 0 0,1 0 0 0 0,0 1 1 0 0,-1-1-1 0 0,0 0 0 0 0,0 0 0 0 0,0 0 0 0 0,0 0 1 0 0,0 1-1 0 0,0-1 0 0 0,-1 0 0 0 0,1 0 1 0 0,-1 0-1 0 0,0 1 0 0 0,-1-5 0 0 0,-5-9 87 0 0,1 1 0 0 0,-2 0-1 0 0,0 0 1 0 0,-12-16 0 0 0,11 17-18 0 0,6 9-135 0 0,0 0 1 0 0,-1 0 0 0 0,0 0-1 0 0,1 1 1 0 0,-2 0 0 0 0,1-1 0 0 0,-1 1-1 0 0,1 1 1 0 0,-1-1 0 0 0,0 1-1 0 0,0 0 1 0 0,0 0 0 0 0,-1 0 0 0 0,1 1-1 0 0,-1 0 1 0 0,-6-2 0 0 0,4 3-90 0 0,-1-1 0 0 0,0 1 1 0 0,0 1-1 0 0,1 0 1 0 0,-1 0-1 0 0,0 1 0 0 0,0 0 1 0 0,0 0-1 0 0,1 1 0 0 0,-13 4 1 0 0,4-1-1323 0 0,0 2-1 0 0,-29 14 1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3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0 243 1376 0 0,'11'-36'18053'0'0,"-11"35"-17590"0"0,-1 2-354 0 0,1-1 0 0 0,0 1 0 0 0,0 0 0 0 0,-1-1-1 0 0,1 1 1 0 0,0 0 0 0 0,0 0 0 0 0,0-1 0 0 0,0 1 0 0 0,-1 0-1 0 0,1-1 1 0 0,0 1 0 0 0,0 0 0 0 0,1 0 0 0 0,-1-1 0 0 0,0 1-1 0 0,0 0 1 0 0,0-1 0 0 0,0 1 0 0 0,1 0 0 0 0,-1-1 0 0 0,0 1-1 0 0,0 0 1 0 0,1-1 0 0 0,-1 1 0 0 0,1 0 0 0 0,-1-1 0 0 0,1 1-1 0 0,-1-1 1 0 0,1 1 0 0 0,-1-1 0 0 0,1 1 0 0 0,109 134 228 0 0,-102-126-266 0 0,1 1 0 0 0,-1-1 0 0 0,2-1 1 0 0,-1 0-1 0 0,1 0 0 0 0,20 11 0 0 0,-27-17-47 0 0,1 0 1 0 0,-1 0 0 0 0,1 0-1 0 0,0-1 1 0 0,-1 1 0 0 0,1-1-1 0 0,0 0 1 0 0,0 0 0 0 0,0 0-1 0 0,0-1 1 0 0,0 1-1 0 0,1-1 1 0 0,-1 0 0 0 0,0 0-1 0 0,0-1 1 0 0,0 1 0 0 0,0-1-1 0 0,0 0 1 0 0,0 0 0 0 0,0 0-1 0 0,-1 0 1 0 0,1-1-1 0 0,0 0 1 0 0,5-3 0 0 0,-7 4 33 0 0,0-1 0 0 0,-1 0 0 0 0,1 1 0 0 0,-1-1 0 0 0,0 0 0 0 0,1 0 1 0 0,-1 0-1 0 0,0 0 0 0 0,0 0 0 0 0,0 0 0 0 0,-1 0 0 0 0,1 0 0 0 0,0-1 1 0 0,-1 1-1 0 0,1 0 0 0 0,-1 0 0 0 0,0 0 0 0 0,0-1 0 0 0,0 1 0 0 0,0 0 0 0 0,0-4 1 0 0,-2-7 301 0 0,0 1 1 0 0,-7-23-1 0 0,3 13 115 0 0,-16-123 937 0 0,-1-3-2944 0 0,21 137 600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34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65 8754 0 0,'-2'1'306'0'0,"0"0"1"0"0,0 0-1 0 0,0 0 1 0 0,0 0-1 0 0,0 1 1 0 0,0-1-1 0 0,1 1 0 0 0,-1-1 1 0 0,0 1-1 0 0,1 0 1 0 0,-1 0-1 0 0,1 0 1 0 0,0 0-1 0 0,-1 0 1 0 0,1 0-1 0 0,0 0 0 0 0,0 0 1 0 0,1 0-1 0 0,-1 1 1 0 0,0-1-1 0 0,1 0 1 0 0,-1 0-1 0 0,1 1 1 0 0,-1 3-1 0 0,1-5-208 0 0,1 1-1 0 0,-1-1 1 0 0,0 1 0 0 0,0-1-1 0 0,0 0 1 0 0,1 1 0 0 0,-1-1-1 0 0,1 0 1 0 0,-1 1 0 0 0,1-1-1 0 0,0 0 1 0 0,-1 0 0 0 0,1 1-1 0 0,0-1 1 0 0,0 0-1 0 0,0 0 1 0 0,0 0 0 0 0,0 0-1 0 0,0 0 1 0 0,0 0 0 0 0,0 0-1 0 0,0-1 1 0 0,0 1 0 0 0,1 0-1 0 0,-1-1 1 0 0,0 1 0 0 0,1 0-1 0 0,-1-1 1 0 0,0 0 0 0 0,1 1-1 0 0,-1-1 1 0 0,0 0 0 0 0,1 0-1 0 0,-1 1 1 0 0,1-1-1 0 0,-1 0 1 0 0,1-1 0 0 0,-1 1-1 0 0,0 0 1 0 0,1 0 0 0 0,1-1-1 0 0,-2 1-83 0 0,0 0 0 0 0,-1 0 0 0 0,1 0-1 0 0,0 0 1 0 0,0-1 0 0 0,-1 1-1 0 0,1 0 1 0 0,0 0 0 0 0,0-1-1 0 0,-1 1 1 0 0,1-1 0 0 0,0 1 0 0 0,-1 0-1 0 0,1-1 1 0 0,0 1 0 0 0,-1-1-1 0 0,1 0 1 0 0,-1 1 0 0 0,1-1 0 0 0,-1 1-1 0 0,1-1 1 0 0,-1 0 0 0 0,1 1-1 0 0,-1-1 1 0 0,0 0 0 0 0,1 0-1 0 0,-1 1 1 0 0,0-1 0 0 0,1 0 0 0 0,-1 0-1 0 0,0-1 1 0 0,0 0 61 0 0,0-1 0 0 0,0 0 0 0 0,0 0 1 0 0,-1 1-1 0 0,1-1 0 0 0,-1 0 0 0 0,0 0 0 0 0,0 1 0 0 0,-2-5 1 0 0,1 1 26 0 0,-1 1 1 0 0,1 0 0 0 0,-1 0-1 0 0,-1 0 1 0 0,1 0-1 0 0,-1 0 1 0 0,0 1 0 0 0,0 0-1 0 0,-5-5 1 0 0,8 9-108 0 0,0-1 1 0 0,1 1-1 0 0,-1-1 0 0 0,0 1 1 0 0,1 0-1 0 0,-1-1 1 0 0,0 1-1 0 0,0 0 0 0 0,0 0 1 0 0,1 0-1 0 0,-1-1 0 0 0,0 1 1 0 0,0 0-1 0 0,0 0 1 0 0,0 0-1 0 0,1 0 0 0 0,-1 0 1 0 0,0 1-1 0 0,0-1 1 0 0,0 0-1 0 0,0 0 0 0 0,1 1 1 0 0,-1-1-1 0 0,0 0 0 0 0,0 1 1 0 0,1-1-1 0 0,-1 0 1 0 0,0 1-1 0 0,1-1 0 0 0,-1 1 1 0 0,0-1-1 0 0,1 1 0 0 0,-1 0 1 0 0,1-1-1 0 0,-1 1 1 0 0,1 0-1 0 0,-1-1 0 0 0,1 1 1 0 0,-1 0-1 0 0,1-1 1 0 0,0 1-1 0 0,-1 0 0 0 0,1 0 1 0 0,0 0-1 0 0,0-1 0 0 0,0 1 1 0 0,-1 0-1 0 0,1 0 1 0 0,0 0-1 0 0,0 0 0 0 0,0 0 1 0 0,0 4-27 0 0,-1-1 0 0 0,1 1-1 0 0,0-1 1 0 0,0 1 0 0 0,0-1 0 0 0,0 1 0 0 0,1 0 0 0 0,1 4 0 0 0,1-2 10 0 0,0-1 1 0 0,1 0-1 0 0,0 0 1 0 0,0 0 0 0 0,0 0-1 0 0,1-1 1 0 0,0 1-1 0 0,0-1 1 0 0,0-1-1 0 0,1 1 1 0 0,-1-1-1 0 0,1 0 1 0 0,0 0 0 0 0,9 4-1 0 0,-9-5 81 0 0,1 1 0 0 0,-1-1 0 0 0,1-1 1 0 0,0 1-1 0 0,0-1 0 0 0,0 0 0 0 0,0-1 0 0 0,0 0 0 0 0,1 0 0 0 0,-1 0 0 0 0,0-1 0 0 0,1 0 0 0 0,13-3 1 0 0,-18 3-28 0 0,-1-1 1 0 0,1 1-1 0 0,-1-1 1 0 0,1 0 0 0 0,-1 0-1 0 0,0-1 1 0 0,0 1-1 0 0,1 0 1 0 0,-1-1 0 0 0,0 1-1 0 0,0-1 1 0 0,0 0 0 0 0,0 1-1 0 0,-1-1 1 0 0,1 0-1 0 0,0 0 1 0 0,-1 0 0 0 0,1-1-1 0 0,1-2 1 0 0,-2 1-2 0 0,0 1 0 0 0,0-1 0 0 0,0 0 0 0 0,0 0 1 0 0,-1 0-1 0 0,1 1 0 0 0,-1-1 0 0 0,0 0 0 0 0,0 0 0 0 0,-1 0 1 0 0,0-7-1 0 0,-1 4 9 0 0,0 0 0 0 0,0-1 0 0 0,-1 1 0 0 0,1 1 0 0 0,-1-1 0 0 0,-1 0 0 0 0,1 1 1 0 0,-1 0-1 0 0,-1 0 0 0 0,1 0 0 0 0,-1 0 0 0 0,0 1 0 0 0,-6-6 0 0 0,6 7-23 0 0,0 1 0 0 0,0 0 0 0 0,-1 0 0 0 0,1 0 0 0 0,-1 1 0 0 0,0-1 0 0 0,0 1 0 0 0,0 1 0 0 0,-11-3 0 0 0,14 4-45 0 0,1 0 0 0 0,0 0 0 0 0,-1-1 0 0 0,1 2 0 0 0,0-1 0 0 0,-1 0 0 0 0,1 0 1 0 0,0 1-1 0 0,0-1 0 0 0,-1 1 0 0 0,1 0 0 0 0,0 0 0 0 0,0-1 0 0 0,0 2 0 0 0,0-1 1 0 0,0 0-1 0 0,0 0 0 0 0,0 0 0 0 0,0 1 0 0 0,1-1 0 0 0,-1 1 0 0 0,0 0 0 0 0,1-1 0 0 0,-1 1 1 0 0,1 0-1 0 0,0 0 0 0 0,-1 0 0 0 0,-1 4 0 0 0,0 3-93 0 0,0 0 0 0 0,0 0-1 0 0,1 0 1 0 0,0 0 0 0 0,1 1-1 0 0,-1 16 1 0 0,2-23 115 0 0,-1 1-1 0 0,1-1 1 0 0,1 1-1 0 0,-1-1 1 0 0,0 0-1 0 0,1 1 1 0 0,0-1-1 0 0,0 0 1 0 0,0 1-1 0 0,0-1 1 0 0,0 0-1 0 0,1 0 1 0 0,-1 0-1 0 0,1 0 1 0 0,0 0-1 0 0,0 0 1 0 0,0-1-1 0 0,0 1 1 0 0,0-1-1 0 0,1 1 1 0 0,-1-1-1 0 0,4 3 1 0 0,-6-5 17 0 0,0 0 1 0 0,1 0-1 0 0,-1 1 1 0 0,0-1-1 0 0,1 0 1 0 0,-1 0-1 0 0,0 0 1 0 0,1 0-1 0 0,-1 1 1 0 0,0-1 0 0 0,1 0-1 0 0,-1 0 1 0 0,0 0-1 0 0,1 0 1 0 0,-1 0-1 0 0,0 0 1 0 0,1 0-1 0 0,-1 0 1 0 0,0 0-1 0 0,1 0 1 0 0,-1 0-1 0 0,0 0 1 0 0,1 0-1 0 0,-1 0 1 0 0,0-1-1 0 0,1 1 1 0 0,-1 0-1 0 0,0 0 1 0 0,1 0-1 0 0,-1 0 1 0 0,0-1-1 0 0,0 1 1 0 0,1 0-1 0 0,-1 0 1 0 0,0 0-1 0 0,0-1 1 0 0,1 1-1 0 0,-1 0 1 0 0,0-1-1 0 0,0 1 1 0 0,0 0-1 0 0,1-1 1 0 0,2-20 270 0 0,-9-23-198 0 0,6 44-86 0 0,0-2-173 0 0,-7-27 70 0 0,-2 17-2958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45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10 113 3225 0 0,'-2'-7'913'0'0,"0"-1"0"0"0,0 1 0 0 0,1-1 0 0 0,0 0 0 0 0,0 1 0 0 0,1-1 1 0 0,0 0-1 0 0,0 1 0 0 0,1-1 0 0 0,0 1 0 0 0,0-1 0 0 0,6-14 1597 0 0,-7 22-2443 0 0,0 0 0 0 0,0 0-1 0 0,0 0 1 0 0,1 0-1 0 0,-1 0 1 0 0,0 0-1 0 0,0 0 1 0 0,0 0-1 0 0,0 0 1 0 0,1 0 0 0 0,-1 0-1 0 0,0 0 1 0 0,2 1 997 0 0,-1 0-997 0 0,7 11 1319 0 0,4 18-731 0 0,32 120-15 0 0,-28-89-196 0 0,2-1-1 0 0,42 93 1 0 0,-58-149-632 0 0,0 0 1 0 0,0 0-1 0 0,0 0 0 0 0,0 0 1 0 0,-1 0-1 0 0,0 0 0 0 0,0 0 0 0 0,0 0 1 0 0,0 1-1 0 0,-1-1 0 0 0,1 0 1 0 0,-1 1-1 0 0,0-1 0 0 0,-1 0 1 0 0,1 1-1 0 0,-1-1 0 0 0,-1 6 1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45.7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1 170 5065 0 0,'5'-13'982'0'0,"1"-1"1"0"0,0 0-1 0 0,1 1 0 0 0,0 0 0 0 0,1 1 0 0 0,1 0 1 0 0,0 0-1 0 0,0 0 0 0 0,1 2 0 0 0,0-1 0 0 0,19-13 1 0 0,-28 23-871 0 0,1 0 1 0 0,-1 0 0 0 0,1 0-1 0 0,-1 0 1 0 0,1 0 0 0 0,-1 0-1 0 0,1 1 1 0 0,0-1 0 0 0,-1 1-1 0 0,1-1 1 0 0,0 1 0 0 0,0 0-1 0 0,-1-1 1 0 0,1 1 0 0 0,0 0-1 0 0,0 0 1 0 0,-1 0 0 0 0,1 1-1 0 0,0-1 1 0 0,0 0 0 0 0,-1 1-1 0 0,1-1 1 0 0,0 1 0 0 0,-1-1 0 0 0,1 1-1 0 0,0 0 1 0 0,-1 0 0 0 0,1 0-1 0 0,-1 0 1 0 0,1 0 0 0 0,-1 0-1 0 0,0 0 1 0 0,1 0 0 0 0,-1 0-1 0 0,0 1 1 0 0,2 2 0 0 0,-1-1-86 0 0,1 1 0 0 0,-1 0 0 0 0,0 0 0 0 0,0 0 0 0 0,-1 0 0 0 0,1 0 1 0 0,-1 0-1 0 0,0 1 0 0 0,0-1 0 0 0,0 1 0 0 0,0-1 0 0 0,-1 0 0 0 0,0 7 1 0 0,-4 16-260 0 0,-1 0 1 0 0,-2 0 0 0 0,0-1 0 0 0,-2 0-1 0 0,-1-1 1 0 0,-1 1 0 0 0,-1-2 0 0 0,-1 0-1 0 0,-22 31 1 0 0,3-14 272 0 0,62-41 964 0 0,21 2 31 0 0,50 9 0 0 0,-57-5-796 0 0,83 1-1 0 0,-59-8-164 0 0,-40 1-6501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4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72 3681 0 0,'4'-32'2066'0'0,"-3"29"-1420"0"0,0 0 0 0 0,0 0 1 0 0,0 0-1 0 0,1 0 0 0 0,-1 0 1 0 0,1 0-1 0 0,-1 1 0 0 0,1-1 1 0 0,0 1-1 0 0,0-1 0 0 0,0 1 1 0 0,0 0-1 0 0,3-3 0 0 0,-4 5-494 0 0,0 0 1 0 0,-1 0-1 0 0,1 0 0 0 0,0 0 1 0 0,-1 0-1 0 0,1 0 0 0 0,0 0 1 0 0,-1 1-1 0 0,1-1 0 0 0,-1 0 1 0 0,1 0-1 0 0,0 0 0 0 0,-1 1 1 0 0,1-1-1 0 0,-1 0 0 0 0,1 1 0 0 0,-1-1 1 0 0,1 0-1 0 0,-1 1 0 0 0,1-1 1 0 0,-1 1-1 0 0,1-1 0 0 0,-1 1 1 0 0,0-1-1 0 0,1 1 0 0 0,-1-1 1 0 0,0 1-1 0 0,1 0 0 0 0,-1-1 1 0 0,0 1-1 0 0,0-1 0 0 0,1 1 0 0 0,-1 0 1 0 0,0 0-1 0 0,10 24 1267 0 0,50 211 1294 0 0,-41-151-3542 0 0,4-1 0 0 0,33 83 0 0 0,-46-148-2650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46.6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21 317 3225 0 0,'-20'0'8160'0'0,"27"3"-5135"0"0,-1-2-2778 0 0,-1-1 1 0 0,0 1 0 0 0,0-1-1 0 0,1 0 1 0 0,-1-1-1 0 0,0 1 1 0 0,1-1-1 0 0,-1 0 1 0 0,0 0 0 0 0,0 0-1 0 0,0-1 1 0 0,0 0-1 0 0,0 0 1 0 0,0 0 0 0 0,0-1-1 0 0,-1 0 1 0 0,8-5-1 0 0,6-6 759 0 0,-1-1 0 0 0,30-34-1 0 0,-3 3-397 0 0,-35 38-542 0 0,49-40 142 0 0,-52 43-177 0 0,0 1 0 0 0,1 0-1 0 0,0 0 1 0 0,0 1-1 0 0,0-1 1 0 0,0 2 0 0 0,11-4-1 0 0,-17 6-12 0 0,1 0 0 0 0,-1 0-1 0 0,0 0 1 0 0,1 1 0 0 0,-1-1-1 0 0,0 0 1 0 0,0 1 0 0 0,1-1-1 0 0,-1 1 1 0 0,0-1 0 0 0,0 1-1 0 0,0 0 1 0 0,0-1 0 0 0,0 1-1 0 0,1 0 1 0 0,-1 0 0 0 0,-1 0-1 0 0,1 0 1 0 0,0 0 0 0 0,0 0-1 0 0,0 0 1 0 0,0 0 0 0 0,-1 0-1 0 0,1 0 1 0 0,-1 0 0 0 0,1 0-1 0 0,-1 1 1 0 0,1-1 0 0 0,0 2-1 0 0,14 48 93 0 0,-12-35-99 0 0,8 20-14 0 0,-2-1 6 0 0,17 40 0 0 0,-22-66-6 0 0,0-1-1 0 0,0 1 1 0 0,1-1 0 0 0,-1 0-1 0 0,2-1 1 0 0,-1 1-1 0 0,1-1 1 0 0,1 0 0 0 0,12 11-1 0 0,-17-21-56 0 0,0 0-1 0 0,0-1 1 0 0,0 1-1 0 0,-1 0 1 0 0,1-1-1 0 0,-1 1 0 0 0,0-1 1 0 0,0 1-1 0 0,1-8 1 0 0,0 5 0 0 0,16-54-154 0 0,2 0 0 0 0,3 1 1 0 0,33-60-1 0 0,-52 113 281 0 0,0 0-1 0 0,0 0 1 0 0,0 0-1 0 0,1 1 1 0 0,0 0-1 0 0,0 0 1 0 0,0 0-1 0 0,12-7 1 0 0,-16 11-55 0 0,1 0 0 0 0,-1 0 0 0 0,1 0 0 0 0,-1 1 0 0 0,1-1 0 0 0,-1 0 0 0 0,1 1 0 0 0,-1 0 0 0 0,1-1 0 0 0,0 1 0 0 0,-1 0 0 0 0,1 0 0 0 0,0 0 0 0 0,-1 0 0 0 0,1 0 0 0 0,0 0 0 0 0,-1 0 0 0 0,1 0 0 0 0,-1 1 0 0 0,1-1 0 0 0,0 1 0 0 0,-1-1 0 0 0,1 1 0 0 0,-1 0 0 0 0,1-1 0 0 0,-1 1 0 0 0,0 0 0 0 0,1 0 0 0 0,-1 0 0 0 0,0 0 0 0 0,0 0 0 0 0,1 1 0 0 0,-1-1 0 0 0,0 0 0 0 0,0 0 0 0 0,0 1 0 0 0,0-1 0 0 0,-1 1 0 0 0,1-1 0 0 0,0 1 0 0 0,-1-1 0 0 0,1 1 0 0 0,0 2 0 0 0,5 13-45 0 0,-1 1 0 0 0,-1-1-1 0 0,0 1 1 0 0,-1 0 0 0 0,0 21 0 0 0,8 47-186 0 0,-9-78 200 0 0,0 0 1 0 0,1 1-1 0 0,0-1 0 0 0,0 0 0 0 0,1 0 0 0 0,0-1 1 0 0,8 13-1 0 0,-10-18-113 0 0,-1 0-1 0 0,1 0 1 0 0,0 0 0 0 0,0 0-1 0 0,1 0 1 0 0,-1-1 0 0 0,0 1-1 0 0,5 2 1 0 0,8 2-1046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47.3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1 531 2761 0 0,'11'-6'3019'0'0,"0"-1"1"0"0,20-16-1 0 0,-20 15-1453 0 0,-2-1 0 0 0,1 0-1 0 0,-2-1 1 0 0,1 0 0 0 0,11-17 0 0 0,-18 21-1529 0 0,0 0 0 0 0,-1 0 0 0 0,1 0 0 0 0,-1 1 0 0 0,0-1 0 0 0,-1-1 1 0 0,1 1-1 0 0,-1 0 0 0 0,-1 0 0 0 0,1 0 0 0 0,-1 0 0 0 0,0 0 0 0 0,0 0 0 0 0,-1 0 0 0 0,1 1 0 0 0,-1-1 0 0 0,-1 0 1 0 0,1 1-1 0 0,-1-1 0 0 0,0 1 0 0 0,0 0 0 0 0,-1 0 0 0 0,1 0 0 0 0,-1 1 0 0 0,0-1 0 0 0,-9-7 0 0 0,13 12-29 0 0,-1-1-1 0 0,0 1 0 0 0,0 0 0 0 0,1-1 0 0 0,-1 1 0 0 0,0 0 0 0 0,1-1 1 0 0,-1 1-1 0 0,0 0 0 0 0,0 0 0 0 0,0 0 0 0 0,1 0 0 0 0,-1 0 0 0 0,0 0 1 0 0,0 0-1 0 0,0 0 0 0 0,1 0 0 0 0,-1 0 0 0 0,0 0 0 0 0,0 0 0 0 0,1 0 1 0 0,-1 1-1 0 0,0-1 0 0 0,0 0 0 0 0,1 1 0 0 0,-1-1 0 0 0,0 0 0 0 0,0 1 1 0 0,-1 1-8 0 0,0 0 1 0 0,1 0-1 0 0,-1 0 1 0 0,1-1-1 0 0,-1 1 1 0 0,1 1-1 0 0,0-1 1 0 0,0 0-1 0 0,-2 4 1 0 0,0 4-22 0 0,0 0 0 0 0,1 0 1 0 0,-2 16-1 0 0,3-13 14 0 0,1 0 1 0 0,0 0 0 0 0,1 0-1 0 0,0-1 1 0 0,1 1 0 0 0,1 0-1 0 0,0-1 1 0 0,1 1 0 0 0,0-1 0 0 0,1 0-1 0 0,0 0 1 0 0,9 14 0 0 0,-11-20 4 0 0,1-1 0 0 0,-1 1 1 0 0,1-1-1 0 0,0 0 1 0 0,0 0-1 0 0,1-1 1 0 0,0 1-1 0 0,0-1 1 0 0,0 0-1 0 0,0 0 1 0 0,0-1-1 0 0,1 1 0 0 0,0-1 1 0 0,0 0-1 0 0,-1-1 1 0 0,2 1-1 0 0,-1-1 1 0 0,0-1-1 0 0,0 1 1 0 0,1-1-1 0 0,-1 0 1 0 0,1 0-1 0 0,-1-1 0 0 0,1 0 1 0 0,-1 0-1 0 0,9-1 1 0 0,-10-1 3 0 0,1 1 0 0 0,-1-1 1 0 0,0 0-1 0 0,1-1 0 0 0,-1 1 0 0 0,0-1 1 0 0,-1 0-1 0 0,1 0 0 0 0,0-1 1 0 0,-1 1-1 0 0,0-1 0 0 0,0 0 0 0 0,0 0 1 0 0,0 0-1 0 0,0-1 0 0 0,2-4 0 0 0,8-13 14 0 0,-1 1 0 0 0,12-31 0 0 0,-17 37-14 0 0,3-12-15 0 0,-9 20 8 0 0,0 0 0 0 0,0 1 0 0 0,1-1 0 0 0,0 1-1 0 0,1 0 1 0 0,-1 0 0 0 0,1 1 0 0 0,0-1 0 0 0,6-5 0 0 0,-9 10 21 0 0,1 0 0 0 0,-1 0-1 0 0,1 0 1 0 0,0 0 0 0 0,-1 0 0 0 0,1 0 0 0 0,0 1 0 0 0,0-1 0 0 0,-1 0 0 0 0,1 1 0 0 0,0 0 0 0 0,0-1-1 0 0,0 1 1 0 0,0 0 0 0 0,-1 0 0 0 0,1 0 0 0 0,0 0 0 0 0,0 0 0 0 0,0 1 0 0 0,0-1 0 0 0,0 1-1 0 0,-1-1 1 0 0,1 1 0 0 0,2 1 0 0 0,5 2 144 0 0,-2 0 0 0 0,1 1 0 0 0,0 0 0 0 0,7 8 0 0 0,-11-9-93 0 0,0-1 0 0 0,1 1-1 0 0,-1-1 1 0 0,1 0 0 0 0,0 0 0 0 0,0 0 0 0 0,0-1 0 0 0,0 0 0 0 0,8 3-1 0 0,-12-5-35 0 0,-1 0 0 0 0,1 0 0 0 0,-1 0-1 0 0,1 0 1 0 0,-1 0 0 0 0,1 0 0 0 0,0 0-1 0 0,-1 0 1 0 0,1 0 0 0 0,-1 0-1 0 0,1 0 1 0 0,-1-1 0 0 0,1 1 0 0 0,-1 0-1 0 0,1 0 1 0 0,-1-1 0 0 0,0 1 0 0 0,1 0-1 0 0,-1-1 1 0 0,1 1 0 0 0,-1 0-1 0 0,0-1 1 0 0,1 1 0 0 0,-1-1 0 0 0,0 1-1 0 0,1 0 1 0 0,-1-1 0 0 0,0 1 0 0 0,1-2-1 0 0,2-19 604 0 0,-10-28 49 0 0,6 42-594 0 0,-3-10-231 0 0,2-1 0 0 0,0 0 0 0 0,1 1 0 0 0,0-1 0 0 0,2 0 1 0 0,0 0-1 0 0,1 0 0 0 0,1 1 0 0 0,0-1 0 0 0,1 1 0 0 0,1 0 1 0 0,1 0-1 0 0,12-24 0 0 0,1 2-65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3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78 6913 0 0,'0'-15'2451'0'0,"0"-27"1062"0"0,0 40-3121 0 0,0 0 0 0 0,0 1-1 0 0,0-1 1 0 0,1 1 0 0 0,-1 0-1 0 0,1-1 1 0 0,-1 1 0 0 0,1-1-1 0 0,-1 1 1 0 0,1 0 0 0 0,0-1-1 0 0,1-1 655 0 0,-2 8-551 0 0,-1 0 0 0 0,1 0 1 0 0,-2 0-1 0 0,1 0 0 0 0,-3 9 1 0 0,0-4-466 0 0,-3 42 313 0 0,2 0 1 0 0,1 69 0 0 0,17 103-122 0 0,-3-68 130 0 0,-1 8-165 0 0,6-1-1 0 0,49 209 0 0 0,-43-282-68 0 0,68 337 931 0 0,-52-209-492 0 0,5 37-112 0 0,17 236-109 0 0,-57-471-524 0 0,0 4-330 0 0,1 0 1 0 0,1 0-1 0 0,7 24 1 0 0,-8-43-202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4.4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134 152 7834 0 0,'-19'5'1574'0'0,"0"0"1"0"0,-27 11-1 0 0,11-2 3409 0 0,34-14-4894 0 0,1 0 1 0 0,-1 0-1 0 0,0 0 0 0 0,1 1 1 0 0,-1-1-1 0 0,0 0 0 0 0,1 0 1 0 0,-1 0-1 0 0,1 1 1 0 0,-1-1-1 0 0,0 0 0 0 0,1 1 1 0 0,-1-1-1 0 0,1 0 1 0 0,-1 1-1 0 0,1-1 0 0 0,-1 1 1 0 0,1-1-1 0 0,-1 1 0 0 0,1-1 1 0 0,0 1-1 0 0,-1-1 1 0 0,1 1-1 0 0,0-1 0 0 0,-1 1 1 0 0,1 0-1 0 0,0-1 1 0 0,0 1-1 0 0,0-1 0 0 0,-1 1 1 0 0,1 0-1 0 0,0-1 0 0 0,0 1 1 0 0,0 1-1 0 0,1-1-48 0 0,0-1 0 0 0,0 1 0 0 0,0 0-1 0 0,0-1 1 0 0,0 1 0 0 0,0-1 0 0 0,0 1-1 0 0,0-1 1 0 0,0 0 0 0 0,0 1 0 0 0,0-1 0 0 0,1 0-1 0 0,-1 0 1 0 0,0 0 0 0 0,0 0 0 0 0,0 0-1 0 0,0 0 1 0 0,0 0 0 0 0,0 0 0 0 0,2-1 0 0 0,113-18 828 0 0,19-2-426 0 0,42 13-14 0 0,-82 6-178 0 0,156-24 0 0 0,-181 13-237 0 0,417-84 161 0 0,-462 91-187 0 0,0 0-67 0 0,1 0-1 0 0,50-2 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5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25 1376 0 0,'-26'13'3646'0'0,"25"-13"-3324"0"0,0 1 1 0 0,0-1-1 0 0,0 1 1 0 0,1 0-1 0 0,-1-1 0 0 0,0 1 1 0 0,0 0-1 0 0,0-1 0 0 0,1 1 1 0 0,-1 0-1 0 0,0 0 0 0 0,1 0 1 0 0,-1-1-1 0 0,1 1 0 0 0,-1 0 1 0 0,1 0-1 0 0,-1 0 1 0 0,1 0-1 0 0,-1 0 0 0 0,1 0 1 0 0,0 0-1 0 0,0 0 0 0 0,-1 3 1 0 0,2-4-158 0 0,0 1-1 0 0,0-1 1 0 0,-1 1 0 0 0,1 0 0 0 0,0-1 0 0 0,0 1 0 0 0,0-1 0 0 0,0 1 0 0 0,-1-1-1 0 0,1 0 1 0 0,0 1 0 0 0,0-1 0 0 0,0 0 0 0 0,0 0 0 0 0,0 0 0 0 0,0 0-1 0 0,0 0 1 0 0,0 0 0 0 0,0 0 0 0 0,0 0 0 0 0,0 0 0 0 0,0 0 0 0 0,0 0-1 0 0,0 0 1 0 0,1-1 0 0 0,31-5 1355 0 0,-30 5-1324 0 0,194-36 3856 0 0,-197 37-4111 0 0,38-6 59 0 0,-16 8-4302 0 0,-28 9 15 0 0,6-11 4285 0 0,0 1-1 0 0,-1-1 1 0 0,1 0 0 0 0,-1 1 0 0 0,1-1 0 0 0,0 0 0 0 0,-1 1 0 0 0,1-1-1 0 0,-1 0 1 0 0,1 1 0 0 0,-1-1 0 0 0,1 0 0 0 0,-1 0 0 0 0,1 1 0 0 0,-1-1 0 0 0,1 0-1 0 0,-1 0 1 0 0,0 0 0 0 0,1 0 0 0 0,-1 0 0 0 0,0 0 0 0 0,-32-28-274 0 0,31 27 257 0 0,0 0 0 0 0,1 1 0 0 0,-1-1 0 0 0,0 1 0 0 0,0 0 0 0 0,0-1 0 0 0,1 1 1 0 0,-1 0-1 0 0,0 0 0 0 0,0 0 0 0 0,0 0 0 0 0,0 0 0 0 0,0 1 0 0 0,1-1 0 0 0,-1 0 1 0 0,0 1-1 0 0,0-1 0 0 0,0 1 0 0 0,1 0 0 0 0,-1 0 0 0 0,-2 1 0 0 0,2-1-11 0 0,-1 0 0 0 0,1 0 0 0 0,0 1 0 0 0,0-1 0 0 0,0 0 0 0 0,0 1 0 0 0,0-1 0 0 0,1 1 0 0 0,-1 0 0 0 0,0-1 0 0 0,1 1 0 0 0,-1 0 0 0 0,1 0 0 0 0,0 0 0 0 0,0 0 0 0 0,-2 4 0 0 0,3 32 8749 0 0,12 22-3528 0 0,-3-17-3684 0 0,54 270-610 0 0,-38-184-790 0 0,17 121-311 0 0,-39-218-480 0 0,-2 1 0 0 0,-1 0 1 0 0,-1-1-1 0 0,-2 1 0 0 0,-13 56 1 0 0,13-73 0 0 0,0-2-76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6.3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24 100 8290 0 0,'-23'16'3640'0'0,"22"-8"-2423"0"0,16-2 88 0 0,5-5-677 0 0,0 0 0 0 0,0-2 0 0 0,0 0 0 0 0,0-2 0 0 0,31-6 0 0 0,22-4 159 0 0,1918-78 3035 0 0,-1956 91-3821 0 0,617 16 190 0 0,-459-1 13 0 0,-84-4 94 0 0,1-5-1 0 0,153-12 0 0 0,-248 5-191 0 0,-8 1-81 0 0,0-1-1 0 0,0 1 1 0 0,0-1-1 0 0,0 0 0 0 0,-1-1 1 0 0,1 0-1 0 0,0 0 1 0 0,-1 0-1 0 0,0-1 0 0 0,1 0 1 0 0,-1 0-1 0 0,0 0 0 0 0,0-1 1 0 0,5-4-1 0 0,-1-2 61 0 0,4 0 513 0 0,-10 28-193 0 0,43 376-632 0 0,-27-244 174 0 0,23 54 14 0 0,-9-57 14 0 0,-33-142-219 0 0,-1 1-1 0 0,0 0 0 0 0,0-1 0 0 0,0 1 0 0 0,0 0 0 0 0,-1 0 0 0 0,0-1 0 0 0,0 1 1 0 0,-4 9-1 0 0,0 4-1545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7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154 66 456 0 0,'0'-3'255'0'0,"-2"0"1"0"0,1 0-1 0 0,0 0 0 0 0,0 0 1 0 0,-1 0-1 0 0,0 1 0 0 0,1-1 1 0 0,-1 0-1 0 0,0 1 0 0 0,0-1 1 0 0,-1 1-1 0 0,1 0 0 0 0,0 0 1 0 0,-1 0-1 0 0,-4-3 0 0 0,1 2 680 0 0,0 0-1 0 0,0 0 1 0 0,-1 1-1 0 0,1 0 0 0 0,0 0 1 0 0,-12-1-1 0 0,14 2-460 0 0,1 0 1 0 0,-1 0-1 0 0,0 1 0 0 0,1 0 0 0 0,-1 0 0 0 0,0 0 0 0 0,1 0 0 0 0,-1 0 0 0 0,0 1 0 0 0,1 0 0 0 0,-1-1 1 0 0,0 1-1 0 0,1 1 0 0 0,-1-1 0 0 0,-5 4 0 0 0,9-5-424 0 0,-1 0 0 0 0,1 0 0 0 0,0 0 0 0 0,0 0 0 0 0,0 1 0 0 0,0-1-1 0 0,0 0 1 0 0,0 0 0 0 0,0 0 0 0 0,0 0 0 0 0,0 1 0 0 0,0-1 0 0 0,0 0 0 0 0,0 0 0 0 0,0 0 0 0 0,0 1 0 0 0,0-1 0 0 0,0 0-1 0 0,0 0 1 0 0,0 0 0 0 0,0 0 0 0 0,0 1 0 0 0,0-1 0 0 0,0 0 0 0 0,0 0 0 0 0,1 0 0 0 0,-1 0 0 0 0,0 0 0 0 0,0 1 0 0 0,0-1 0 0 0,0 0-1 0 0,0 0 1 0 0,0 0 0 0 0,0 0 0 0 0,1 0 0 0 0,-1 0 0 0 0,0 1 0 0 0,0-1 0 0 0,0 0 0 0 0,0 0 0 0 0,1 0 0 0 0,-1 0 0 0 0,0 0-1 0 0,14 6 642 0 0,14 2-356 0 0,8-1-63 0 0,52 3 0 0 0,-59-8-307 0 0,0 1 0 0 0,-1 2-1 0 0,40 10 1 0 0,-67-15 27 0 0,1 1 1 0 0,-1-1 0 0 0,0 0-1 0 0,0 1 1 0 0,0-1 0 0 0,0 0-1 0 0,0 1 1 0 0,0-1 0 0 0,0 1-1 0 0,0 0 1 0 0,0-1 0 0 0,0 1-1 0 0,0 0 1 0 0,0 0 0 0 0,0-1-1 0 0,0 1 1 0 0,0 0 0 0 0,-1 0-1 0 0,1 0 1 0 0,0 0 0 0 0,-1 0-1 0 0,1 0 1 0 0,-1 0 0 0 0,1 2-1 0 0,-1-2 4 0 0,0 0 0 0 0,0 0-1 0 0,-1 1 1 0 0,1-1 0 0 0,-1 0-1 0 0,1 0 1 0 0,-1 0 0 0 0,1 0-1 0 0,-1 0 1 0 0,1 0 0 0 0,-1 0-1 0 0,0 0 1 0 0,0 0 0 0 0,0 0-1 0 0,1 0 1 0 0,-1 0 0 0 0,0 0-1 0 0,-2 1 1 0 0,-7 5-12 0 0,-1 0 1 0 0,0-1-1 0 0,-15 7 1 0 0,23-11 7 0 0,-17 7-4 0 0,-3 1-64 0 0,0 0 1 0 0,0 2 0 0 0,2 1-1 0 0,-1 1 1 0 0,-34 29 0 0 0,56-42 71 0 0,-1-1 0 0 0,0 1 0 0 0,0 0 0 0 0,0-1 0 0 0,0 1 1 0 0,1 0-1 0 0,-1 0 0 0 0,0 0 0 0 0,1 0 0 0 0,-1 0 0 0 0,1 0 1 0 0,-1 0-1 0 0,1 0 0 0 0,0 0 0 0 0,-1 0 0 0 0,1 0 0 0 0,0 0 1 0 0,-1 0-1 0 0,1 0 0 0 0,0 0 0 0 0,0 0 0 0 0,0 0 0 0 0,0 0 1 0 0,0 0-1 0 0,1 2 0 0 0,-1-2-7 0 0,1 0 0 0 0,0 0 0 0 0,0 0 0 0 0,0 1 0 0 0,0-1 1 0 0,0-1-1 0 0,0 1 0 0 0,0 0 0 0 0,1 0 0 0 0,-1 0 0 0 0,0 0 0 0 0,0-1 0 0 0,1 1 0 0 0,-1-1 0 0 0,0 1 0 0 0,3 0 0 0 0,9 2-65 0 0,-1-1-1 0 0,1 0 0 0 0,18 0 1 0 0,-25-1 67 0 0,8 0 12 0 0,77 8 66 0 0,-81-8-61 0 0,-1 1 0 0 0,1 0 0 0 0,-1 1 0 0 0,1 0 0 0 0,-1 1 0 0 0,17 9 0 0 0,-25-13-5 0 0,0 1-1 0 0,1 0 0 0 0,-1 0 1 0 0,0 0-1 0 0,0 0 0 0 0,0 0 1 0 0,0 0-1 0 0,0 0 0 0 0,0 0 1 0 0,-1 0-1 0 0,1 0 0 0 0,0 0 0 0 0,-1 1 1 0 0,1-1-1 0 0,0 0 0 0 0,-1 0 1 0 0,1 1-1 0 0,-1-1 0 0 0,0 1 1 0 0,0-1-1 0 0,1 0 0 0 0,-1 2 1 0 0,0 0 7 0 0,-1 0 0 0 0,1-1 1 0 0,-1 1-1 0 0,1-1 1 0 0,-1 1-1 0 0,0 0 1 0 0,0-1-1 0 0,0 0 0 0 0,0 1 1 0 0,-1-1-1 0 0,-1 3 1 0 0,-6 6 55 0 0,0 1-1 0 0,-1-2 1 0 0,-17 16 0 0 0,17-17-35 0 0,-34 27 58 0 0,36-30-71 0 0,-1 0 0 0 0,1 0-1 0 0,0 1 1 0 0,0 0-1 0 0,1 1 1 0 0,0 0-1 0 0,0 0 1 0 0,-11 18 0 0 0,18-26-20 0 0,0 1 1 0 0,-1 0-1 0 0,1 0 1 0 0,0-1-1 0 0,-1 1 1 0 0,1 0-1 0 0,0 0 1 0 0,0 0-1 0 0,0 0 1 0 0,0-1-1 0 0,0 1 1 0 0,0 0-1 0 0,0 0 1 0 0,0 0-1 0 0,0 0 1 0 0,0-1-1 0 0,0 1 1 0 0,1 0-1 0 0,-1 0 1 0 0,0 0-1 0 0,1-1 1 0 0,-1 1-1 0 0,0 0 1 0 0,1-1 0 0 0,0 2-1 0 0,0 0-6 0 0,1-1 0 0 0,0 0 0 0 0,-1 1-1 0 0,1-1 1 0 0,0 0 0 0 0,-1 0 0 0 0,1 0 0 0 0,0 0 0 0 0,0 0 0 0 0,3 0-1 0 0,5 2-34 0 0,0-1-1 0 0,1 0 0 0 0,12 0 1 0 0,-20-1 35 0 0,118 2-2465 0 0,-86-4-193 0 0,-33 1 2571 0 0,-1 0-1 0 0,0 0 1 0 0,1 0-1 0 0,-1 0 1 0 0,0 0-1 0 0,1 0 1 0 0,-1 0-1 0 0,0 1 1 0 0,1-1-1 0 0,-1 0 1 0 0,0 1-1 0 0,1-1 1 0 0,-1 1-1 0 0,0-1 1 0 0,0 1-1 0 0,1 0 1 0 0,-1-1-1 0 0,0 1 1 0 0,1 1-1 0 0,-1-1-4 0 0,-1 1-1 0 0,1-1 1 0 0,-1 0-1 0 0,0 1 1 0 0,1-1-1 0 0,-1 0 1 0 0,0 1-1 0 0,0-1 1 0 0,0 1-1 0 0,0-1 1 0 0,0 0-1 0 0,0 1 1 0 0,-1 1-1 0 0,0 12-82 0 0,0 50 6375 0 0,-1-26-4590 0 0,3 0 0 0 0,7 56 0 0 0,1-21-1200 0 0,-1 93 1 0 0,-8-108-405 0 0,4-1 1 0 0,1 1 0 0 0,17 69 0 0 0,-4-55 11 0 0,46 204 748 0 0,-35-77 244 0 0,11 55-589 0 0,-40-253-567 0 0,2 16-612 0 0,-5-8-2801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8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3516 0 7370 0 0,'-1'1'301'0'0,"1"-1"1"0"0,-1 1 0 0 0,0 0 0 0 0,0 0-1 0 0,1-1 1 0 0,-1 1 0 0 0,1 0 0 0 0,-1 0-1 0 0,1 0 1 0 0,-1 0 0 0 0,1 0-1 0 0,-1 0 1 0 0,1 0 0 0 0,0 0 0 0 0,-1 0-1 0 0,1 0 1 0 0,0 0 0 0 0,0 0 0 0 0,0 0-1 0 0,0 0 1 0 0,0 0 0 0 0,0 0 0 0 0,0 1-1 0 0,1 0-47 0 0,-1-1 0 0 0,1 0 1 0 0,0 1-1 0 0,0-1 0 0 0,0 0 0 0 0,-1 0 0 0 0,1 0 0 0 0,0 1 0 0 0,1-1 0 0 0,-1 0 0 0 0,0 0 0 0 0,0-1 0 0 0,0 1 0 0 0,2 1 0 0 0,2 1 35 0 0,0-1-1 0 0,1 1 1 0 0,-1-1 0 0 0,0-1-1 0 0,1 1 1 0 0,-1-1-1 0 0,7 1 1 0 0,45 0 434 0 0,-41-3-583 0 0,0 2 0 0 0,0-1 0 0 0,0 2 0 0 0,18 4 0 0 0,-34-6-142 0 0,0 0 0 0 0,0 0 0 0 0,1 0 0 0 0,-1 0 0 0 0,0 0 0 0 0,0 0 0 0 0,0 1-1 0 0,0-1 1 0 0,0 0 0 0 0,0 0 0 0 0,0 0 0 0 0,0 0 0 0 0,0 0 0 0 0,0 0 0 0 0,0 0 0 0 0,0 1 0 0 0,0-1 0 0 0,0 0 0 0 0,0 0-1 0 0,0 0 1 0 0,1 0 0 0 0,-1 0 0 0 0,0 0 0 0 0,0 0 0 0 0,-1 1 0 0 0,1-1 0 0 0,0 0 0 0 0,0 0 0 0 0,0 0 0 0 0,0 0 0 0 0,0 0-1 0 0,0 0 1 0 0,0 0 0 0 0,0 1 0 0 0,0-1 0 0 0,0 0 0 0 0,0 0 0 0 0,0 0 0 0 0,0 0 0 0 0,0 0 0 0 0,0 0 0 0 0,0 0 0 0 0,0 0-1 0 0,-1 0 1 0 0,1 0 0 0 0,0 1 0 0 0,0-1 0 0 0,0 0 0 0 0,0 0 0 0 0,0 0 0 0 0,0 0 0 0 0,0 0 0 0 0,-1 0 0 0 0,1 0 0 0 0,0 0-1 0 0,-12 9-113 0 0,-11 4-64 0 0,1-2 165 0 0,-39 21 56 0 0,55-29-35 0 0,1 0-1 0 0,0 1 0 0 0,0 0 0 0 0,1 0 0 0 0,-1 0 0 0 0,1 0 0 0 0,0 1 0 0 0,-6 7 0 0 0,10-11-6 0 0,0-1 1 0 0,-1 1 0 0 0,1-1 0 0 0,0 1 0 0 0,-1 0-1 0 0,1-1 1 0 0,0 1 0 0 0,0-1 0 0 0,-1 1-1 0 0,1-1 1 0 0,0 1 0 0 0,0 0 0 0 0,0-1 0 0 0,0 1-1 0 0,0 0 1 0 0,0-1 0 0 0,0 1 0 0 0,0-1-1 0 0,0 1 1 0 0,0 0 0 0 0,0-1 0 0 0,1 1-1 0 0,-1-1 1 0 0,0 1 0 0 0,0 0 0 0 0,0-1 0 0 0,1 1-1 0 0,-1-1 1 0 0,0 1 0 0 0,1-1 0 0 0,-1 1-1 0 0,1-1 1 0 0,0 1 0 0 0,1 1-1 0 0,0-1 0 0 0,0 0-1 0 0,0 0 1 0 0,0 0 0 0 0,0 0 0 0 0,0 0 0 0 0,0 0 0 0 0,0-1-1 0 0,4 1 1 0 0,49 2 34 0 0,-16-6 309 0 0,-26 1-257 0 0,0 1-1 0 0,0 0 1 0 0,19 2-1 0 0,-32-1-84 0 0,0 0 0 0 0,0 0-1 0 0,0 0 1 0 0,1 0 0 0 0,-1 0 0 0 0,0 0-1 0 0,0 0 1 0 0,0 0 0 0 0,1 0-1 0 0,-1 0 1 0 0,0 0 0 0 0,0 0 0 0 0,0 0-1 0 0,0 0 1 0 0,1 0 0 0 0,-1 0 0 0 0,0 0-1 0 0,0 0 1 0 0,0 1 0 0 0,0-1 0 0 0,1 0-1 0 0,-1 0 1 0 0,0 0 0 0 0,0 0-1 0 0,0 0 1 0 0,0 1 0 0 0,0-1 0 0 0,0 0-1 0 0,0 0 1 0 0,0 0 0 0 0,1 0 0 0 0,-1 1-1 0 0,0-1 1 0 0,0 0 0 0 0,0 0 0 0 0,0 0-1 0 0,0 1 1 0 0,0-1 0 0 0,0 0-1 0 0,0 0 1 0 0,0 0 0 0 0,0 0 0 0 0,0 1-1 0 0,0-1 1 0 0,-7 10-271 0 0,-12 8-339 0 0,-7 1 103 0 0,-34 28 246 0 0,55-42 361 0 0,-1 0 0 0 0,1 0 0 0 0,1 1 0 0 0,-1 0 0 0 0,1-1 0 0 0,0 2 0 0 0,-6 10 0 0 0,10-16-84 0 0,-1 1-1 0 0,1-1 1 0 0,0 0 0 0 0,-1 0 0 0 0,1 1 0 0 0,0-1 0 0 0,0 0 0 0 0,0 0 0 0 0,0 1-1 0 0,0-1 1 0 0,0 0 0 0 0,0 0 0 0 0,1 1 0 0 0,-1-1 0 0 0,0 0 0 0 0,1 0 0 0 0,-1 1 0 0 0,1-1-1 0 0,-1 0 1 0 0,1 0 0 0 0,0 0 0 0 0,-1 0 0 0 0,1 0 0 0 0,0 0 0 0 0,0 0 0 0 0,0 0-1 0 0,-1 0 1 0 0,1 0 0 0 0,0 0 0 0 0,0-1 0 0 0,1 1 0 0 0,-1 0 0 0 0,0-1 0 0 0,0 1 0 0 0,0-1-1 0 0,0 1 1 0 0,1-1 0 0 0,-1 1 0 0 0,1-1 0 0 0,9 4 35 0 0,0-1 0 0 0,0-1 1 0 0,17 3-1 0 0,-14-3-43 0 0,6 1 78 0 0,-15-3-409 0 0,1 1 0 0 0,0 0 0 0 0,0 1 1 0 0,-1-1-1 0 0,10 4 0 0 0,-14-4 346 0 0,1 0 1 0 0,0 1-1 0 0,-1-1 0 0 0,1 0 1 0 0,0 0-1 0 0,-1 1 0 0 0,0-1 1 0 0,1 1-1 0 0,-1-1 1 0 0,0 1-1 0 0,0 0 0 0 0,0 0 1 0 0,0-1-1 0 0,0 1 0 0 0,0 0 1 0 0,0 0-1 0 0,-1 0 0 0 0,1 0 1 0 0,0 0-1 0 0,-1 3 1 0 0,47 308 2984 0 0,4 142-2528 0 0,-41-372-484 0 0,-4-36 13 0 0,1 53 0 0 0,-7-87-3 0 0,0 1-1 0 0,-1-1 1 0 0,-1 0-1 0 0,0 0 1 0 0,-1 0 0 0 0,0 0-1 0 0,-1 0 1 0 0,-9 20-1 0 0,9-27 11 0 0,0 0-1 0 0,0-1 0 0 0,0 0 0 0 0,-1 1 1 0 0,0-2-1 0 0,0 1 0 0 0,0-1 1 0 0,-1 1-1 0 0,0-1 0 0 0,0-1 0 0 0,0 1 1 0 0,0-1-1 0 0,0 0 0 0 0,-8 2 1 0 0,-8 3 121 0 0,-1-1 0 0 0,-42 7 1 0 0,-194 18-286 0 0,54-9-315 0 0,-285 40 640 0 0,176-32-468 0 0,16-2-293 0 0,-212 79 10 0 0,242-44 372 0 0,-96-10 579 0 0,-37 10-551 0 0,103-3 862 0 0,235-42-640 0 0,38-11-1692 0 0,-38 8-1 0 0,56-14 1699 0 0,-1-1 0 0 0,1-1-1 0 0,0 1 1 0 0,-1-1-1 0 0,1 0 1 0 0,0-1 0 0 0,-1 0-1 0 0,1 0 1 0 0,-14-5 0 0 0,19 5-76 0 0,0 0 0 0 0,0 0 0 0 0,0 0 0 0 0,0 0 0 0 0,0 0 1 0 0,1-1-1 0 0,-1 1 0 0 0,0-1 0 0 0,1 1 0 0 0,-1-1 0 0 0,1 0 0 0 0,-1 0 1 0 0,1 1-1 0 0,0-1 0 0 0,-1 0 0 0 0,1 0 0 0 0,0 0 0 0 0,0-3 1 0 0,-1 1-641 0 0,1 0 0 0 0,0-1 0 0 0,0 1 1 0 0,1 0-1 0 0,-1 0 0 0 0,1-1 0 0 0,0 1 1 0 0,1-8-1 0 0,1-5-5066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9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36 24 0 0,'-15'-35'17366'0'0,"9"49"-15013"0"0,-3 11-1380 0 0,7-15-705 0 0,0 1-1 0 0,1 0 0 0 0,0 0 0 0 0,1 0 0 0 0,0 0 1 0 0,0-1-1 0 0,4 17 0 0 0,21 79 1 0 0,-4-25 47 0 0,-7-2 76 0 0,28 125-242 0 0,-32-166-108 0 0,2-1-1 0 0,1 0 1 0 0,24 45 0 0 0,-25-58 52 0 0,-1 1 1 0 0,-1 0-1 0 0,-1 1 0 0 0,-1 0 1 0 0,7 49-1 0 0,-10-36 37 0 0,-3 0-1 0 0,-1 1 1 0 0,-5 53 0 0 0,2-75-562 0 0,-1 21 1012 0 0,5-15-7896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9.7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91 7370 0 0,'-32'-65'4657'0'0,"16"40"-160"0"0,22 45 589 0 0,2 5-4693 0 0,14 35-20 0 0,-2 0 0 0 0,15 82 0 0 0,8 126 167 0 0,-39-240-469 0 0,-2-11-198 0 0,0 0 0 0 0,2-1 0 0 0,0 1 0 0 0,1-1 0 0 0,10 24 1 0 0,-10-33-545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0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5 10138 0 0,'-3'-1'197'0'0,"0"0"0"0"0,0 1 0 0 0,0-1-1 0 0,0 0 1 0 0,0 1 0 0 0,0 0 0 0 0,0 0 0 0 0,0 0-1 0 0,0 0 1 0 0,0 0 0 0 0,0 0 0 0 0,0 1 0 0 0,0 0 0 0 0,0-1-1 0 0,0 1 1 0 0,1 0 0 0 0,-1 1 0 0 0,0-1 0 0 0,0 0-1 0 0,1 1 1 0 0,-1-1 0 0 0,1 1 0 0 0,0 0 0 0 0,-1 0 0 0 0,1 0-1 0 0,0 0 1 0 0,-2 3 0 0 0,0-1 79 0 0,0 1 0 0 0,1 0 0 0 0,0 0 1 0 0,0 0-1 0 0,0 0 0 0 0,0 0 0 0 0,1 0 0 0 0,0 1 0 0 0,0 0 0 0 0,0-1 0 0 0,1 1 1 0 0,0 0-1 0 0,-1 7 0 0 0,2 3-140 0 0,0-1 0 0 0,1 1 0 0 0,1-1 1 0 0,0 0-1 0 0,1 0 0 0 0,1 1 0 0 0,0-2 0 0 0,1 1 1 0 0,1-1-1 0 0,0 1 0 0 0,1-1 0 0 0,14 20 0 0 0,-16-26-91 0 0,1 0 0 0 0,0-1 0 0 0,1 0 1 0 0,-1 0-1 0 0,1-1 0 0 0,1 1 0 0 0,-1-2 0 0 0,1 1 0 0 0,0-1 0 0 0,0 0 0 0 0,1-1 0 0 0,-1 0 0 0 0,1 0 0 0 0,0-1 0 0 0,0 0 0 0 0,0 0 0 0 0,1-1 0 0 0,-1 0 1 0 0,1-1-1 0 0,-1 0 0 0 0,16-1 0 0 0,-22 0-46 0 0,1 0-1 0 0,0-1 1 0 0,-1 1 0 0 0,1-1 0 0 0,-1 0-1 0 0,1 1 1 0 0,-1-2 0 0 0,1 1 0 0 0,-1 0-1 0 0,1-1 1 0 0,-1 0 0 0 0,0 1 0 0 0,0-1-1 0 0,0-1 1 0 0,0 1 0 0 0,0 0 0 0 0,4-6 0 0 0,-4 4 29 0 0,0 0 0 0 0,0 0 0 0 0,-1-1 0 0 0,1 0 0 0 0,-1 1 0 0 0,-1-1 1 0 0,1 0-1 0 0,0 0 0 0 0,-1 0 0 0 0,0 0 0 0 0,0-8 0 0 0,0 0 112 0 0,-1 0 0 0 0,0-1-1 0 0,-1 1 1 0 0,-1 0 0 0 0,0 0-1 0 0,-1 0 1 0 0,0 0 0 0 0,-1 0-1 0 0,-6-13 1 0 0,2 9-27 0 0,-1 0 0 0 0,0 1 0 0 0,-2 1-1 0 0,-18-24 1 0 0,23 32-155 0 0,0 1 0 0 0,0-1 1 0 0,-1 1-1 0 0,0 0 0 0 0,0 1 0 0 0,0 0 0 0 0,-1 0 0 0 0,1 1 0 0 0,-1 0 0 0 0,0 0 0 0 0,-15-5 0 0 0,22 9-18 0 0,0-1-1 0 0,-1 1 0 0 0,1 0 1 0 0,0 0-1 0 0,0-1 0 0 0,-1 1 0 0 0,1 0 1 0 0,0 0-1 0 0,0 0 0 0 0,-1 0 1 0 0,1 0-1 0 0,0 0 0 0 0,0 1 1 0 0,-1-1-1 0 0,1 0 0 0 0,0 1 0 0 0,0-1 1 0 0,0 0-1 0 0,-1 1 0 0 0,-1 1 1 0 0,-1 3-711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0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0 139 3225 0 0,'27'1'20561'0'0,"-12"14"-21425"0"0,-1-2 1027 0 0,0 1-1 0 0,-1 1 1 0 0,22 33-1 0 0,-4-5-137 0 0,-25-35 88 0 0,0-1 0 0 0,1 0 0 0 0,-1 0 0 0 0,1-1-1 0 0,1 0 1 0 0,-1 0 0 0 0,1 0 0 0 0,0-1 0 0 0,1 0 0 0 0,-1-1 0 0 0,1 0 0 0 0,0 0-1 0 0,13 3 1 0 0,-20-7-56 0 0,0 0 0 0 0,-1 0 0 0 0,1 0 0 0 0,0 0 0 0 0,0-1-1 0 0,-1 1 1 0 0,1-1 0 0 0,0 1 0 0 0,-1-1 0 0 0,1 1 0 0 0,-1-1-1 0 0,1 0 1 0 0,0 0 0 0 0,-1 0 0 0 0,0 0 0 0 0,1 0 0 0 0,-1 0 0 0 0,0 0-1 0 0,1-1 1 0 0,-1 1 0 0 0,1-2 0 0 0,24-36 296 0 0,-20 28-80 0 0,4-4-277 0 0,-1-1-1 0 0,0 0 1 0 0,-2 0 0 0 0,0-1-1 0 0,0 0 1 0 0,-2 0 0 0 0,0-1 0 0 0,-1 1-1 0 0,-1-1 1 0 0,0 0 0 0 0,-2 0 0 0 0,0 0-1 0 0,-1-1 1 0 0,-2-18 0 0 0,2 36-83 0 0,0 0 1 0 0,-1 0 0 0 0,1 0-1 0 0,0 0 1 0 0,1 0 0 0 0,-1 0-1 0 0,0 1 1 0 0,0-1 0 0 0,0 0-1 0 0,0 0 1 0 0,1 0 0 0 0,-1 0-1 0 0,1 0 1 0 0,-1 0 0 0 0,0 0-1 0 0,1 0 1 0 0,-1 1-1 0 0,1-1 1 0 0,0 0 0 0 0,-1 0-1 0 0,1 1 1 0 0,0-1 0 0 0,0-1-1 0 0,8-2-521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1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56 10394 0 0,'-23'-24'2377'0'0,"23"23"-2155"0"0,-1 0 0 0 0,0 1 0 0 0,1-1 0 0 0,-1 0 0 0 0,1 0 0 0 0,-1 1 0 0 0,1-1 0 0 0,-1 0 0 0 0,1 0 0 0 0,-1 0 0 0 0,1 0 0 0 0,0 1 0 0 0,-1-1 0 0 0,1 0 0 0 0,0 0 0 0 0,0 0 0 0 0,0 0 0 0 0,0 0 0 0 0,0 0 0 0 0,0 0 0 0 0,0 0 0 0 0,0 0 0 0 0,0 0 0 0 0,0 0 0 0 0,0 1 0 0 0,1-1 0 0 0,-1 0 0 0 0,0 0 0 0 0,1 0 0 0 0,-1 0 0 0 0,1-1 0 0 0,0 2-132 0 0,0-1 1 0 0,0 1 0 0 0,1 0-1 0 0,-1-1 1 0 0,0 1-1 0 0,0 0 1 0 0,0 0-1 0 0,1 0 1 0 0,-1 0-1 0 0,0 0 1 0 0,0 0 0 0 0,0 0-1 0 0,1 1 1 0 0,-1-1-1 0 0,0 0 1 0 0,0 0-1 0 0,0 1 1 0 0,0-1-1 0 0,1 1 1 0 0,-1-1-1 0 0,0 1 1 0 0,0 0 0 0 0,0-1-1 0 0,0 1 1 0 0,0 0-1 0 0,-1 0 1 0 0,1 0-1 0 0,0-1 1 0 0,0 1-1 0 0,0 0 1 0 0,1 2 0 0 0,22 32 405 0 0,-11-7-383 0 0,-2 0 0 0 0,-1 1 0 0 0,-2 0 0 0 0,0 1 0 0 0,4 39 0 0 0,-4-22 36 0 0,15 46 0 0 0,-12-62-154 0 0,1-1 0 0 0,1-1 0 0 0,30 49 0 0 0,-30-48-1641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13251 0 0,'0'-1'98'0'0,"0"1"0"0"0,0-1 0 0 0,0 1 0 0 0,0-1-1 0 0,0 1 1 0 0,0-1 0 0 0,0 1 0 0 0,0-1 0 0 0,0 1 0 0 0,0-1 0 0 0,0 1 0 0 0,0-1 0 0 0,1 1 0 0 0,-1 0 0 0 0,0-1 0 0 0,0 1-1 0 0,0-1 1 0 0,1 1 0 0 0,-1 0 0 0 0,0-1 0 0 0,1 1 0 0 0,-1-1 0 0 0,0 1 0 0 0,1 0 0 0 0,-1 0 0 0 0,0-1 0 0 0,1 1 0 0 0,-1 0 0 0 0,1-1-1 0 0,-1 1 1 0 0,1 0 0 0 0,-1 0 0 0 0,0 0 0 0 0,1 0 0 0 0,-1-1 0 0 0,1 1 0 0 0,-1 0 0 0 0,1 0 0 0 0,-1 0 0 0 0,1 0 0 0 0,-1 0 0 0 0,1 0-1 0 0,-1 0 1 0 0,1 0 0 0 0,-1 0 0 0 0,1 1 0 0 0,-1-1 0 0 0,1 0 0 0 0,-1 0 0 0 0,0 0 0 0 0,1 0 0 0 0,-1 1 0 0 0,1-1 0 0 0,-1 0-1 0 0,0 1 1 0 0,1-1 0 0 0,-1 0 0 0 0,1 0 0 0 0,-1 1 0 0 0,1 0 0 0 0,22 19 2433 0 0,-14-6-2325 0 0,-1 0 0 0 0,-1 0 1 0 0,0 1-1 0 0,-1-1 0 0 0,-1 1 0 0 0,0 1 0 0 0,-1-1 0 0 0,0 1 0 0 0,1 27 0 0 0,-4-20-1326 0 0,-1-1-1 0 0,-1 0 1 0 0,-6 38 0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2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241 68 5065 0 0,'7'-21'-43'0'0,"-5"-8"4145"0"0,-3 28-3888 0 0,1 0 1 0 0,0 0-1 0 0,0 0 1 0 0,-1 1-1 0 0,1-1 1 0 0,0 0-1 0 0,-1 0 1 0 0,1 0-1 0 0,0 1 1 0 0,-1-1-1 0 0,1 0 1 0 0,-1 1 0 0 0,0-1-1 0 0,1 0 1 0 0,-1 1-1 0 0,0-1 1 0 0,1 1-1 0 0,-1-1 1 0 0,0 1-1 0 0,-1-1 1 0 0,1 0-12 0 0,-1 1 0 0 0,0-1 0 0 0,0 1 1 0 0,0 0-1 0 0,0 0 0 0 0,1 0 0 0 0,-1 0 1 0 0,0 0-1 0 0,0 0 0 0 0,0 0 0 0 0,0 0 1 0 0,1 1-1 0 0,-4 0 0 0 0,-7 3 247 0 0,1 1 0 0 0,0 0 0 0 0,0 1 0 0 0,1 0 0 0 0,-1 0 1 0 0,1 1-1 0 0,0 1 0 0 0,1-1 0 0 0,-13 15 0 0 0,7-6-188 0 0,1 0 0 0 0,1 1 0 0 0,0 1 0 0 0,-15 29 0 0 0,27-45-248 0 0,-1 0 1 0 0,1 0-1 0 0,0 0 1 0 0,0 0-1 0 0,1 0 1 0 0,-1 0-1 0 0,0 0 1 0 0,1 0-1 0 0,-1 0 0 0 0,1 0 1 0 0,0 0-1 0 0,0 0 1 0 0,0 1-1 0 0,0-1 1 0 0,0 0-1 0 0,0 0 1 0 0,0 0-1 0 0,1 0 1 0 0,-1 0-1 0 0,1 0 1 0 0,0 3-1 0 0,1-3 0 0 0,-1 0 0 0 0,1-1-1 0 0,-1 1 1 0 0,1 0 0 0 0,0-1 0 0 0,0 1-1 0 0,-1-1 1 0 0,1 1 0 0 0,0-1 0 0 0,0 0 0 0 0,1 0-1 0 0,-1 0 1 0 0,0 0 0 0 0,0 0 0 0 0,0-1-1 0 0,3 1 1 0 0,10 2 40 0 0,-1-1 1 0 0,1-1-1 0 0,0 0 0 0 0,24-3 0 0 0,-38 2-52 0 0,38-2 408 0 0,-12-1-351 0 0,1 1 0 0 0,-1 2-1 0 0,1 1 1 0 0,-1 1 0 0 0,1 1 0 0 0,34 8 0 0 0,-61-10-259 0 0,1 0 0 0 0,0-1 0 0 0,0 1 0 0 0,-1 0 0 0 0,1 0 0 0 0,0 0-1 0 0,-1 0 1 0 0,1 1 0 0 0,-1-1 0 0 0,3 3 0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3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45 5065 0 0,'2'-1'476'0'0,"0"-1"0"0"0,0 0 0 0 0,-1 0-1 0 0,1 0 1 0 0,-1 0 0 0 0,1 0 0 0 0,5-29 12905 0 0,-10 82-13008 0 0,-2 0 1 0 0,-16 67 0 0 0,12-70-206 0 0,3-18-148 0 0,-7 46 336 0 0,13-70-338 0 0,-1 1 1 0 0,1 0-1 0 0,1-1 1 0 0,-1 1-1 0 0,1 0 0 0 0,0-1 1 0 0,1 1-1 0 0,4 12 1 0 0,-6-17 0 0 0,1-1 0 0 0,1 1 0 0 0,-1 0 0 0 0,0 0 0 0 0,0-1 0 0 0,1 1 0 0 0,-1-1 0 0 0,1 1 0 0 0,-1-1 0 0 0,1 0 0 0 0,-1 0 0 0 0,1 1 0 0 0,0-1 1 0 0,0 0-1 0 0,0 0 0 0 0,-1-1 0 0 0,1 1 0 0 0,0 0 0 0 0,0-1 0 0 0,0 1 0 0 0,0-1 0 0 0,0 1 0 0 0,0-1 0 0 0,0 0 0 0 0,1 0 0 0 0,-1 0 0 0 0,0 0 0 0 0,0 0 0 0 0,3-2 0 0 0,8 0 134 0 0,1-1 0 0 0,-1-1-1 0 0,20-8 1 0 0,-7 3 116 0 0,22-4-383 0 0,65-9-1 0 0,-43 13-8381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3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68 5065 0 0,'-2'-3'334'0'0,"0"1"0"0"0,1-1 0 0 0,-1 1 0 0 0,1-1 0 0 0,-1 0-1 0 0,1 1 1 0 0,0-1 0 0 0,0 0 0 0 0,0 0 0 0 0,0 0 0 0 0,-15-35 13624 0 0,16 39-13884 0 0,3 12 2044 0 0,22 46-1940 0 0,-2 1 0 0 0,-4 1 0 0 0,14 68 0 0 0,13 46-1353 0 0,-35-147-1503 0 0,-9-20 1359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3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16 9218 0 0,'-3'-1'573'0'0,"1"-1"0"0"0,0 0 0 0 0,-1 1 0 0 0,1-1 1 0 0,-1 1-1 0 0,1 0 0 0 0,-1 0 0 0 0,0 0 0 0 0,0 0 0 0 0,1 0 0 0 0,-1 0 0 0 0,0 1 0 0 0,-6-1 1 0 0,8 1-443 0 0,1 1 1 0 0,-1-1 0 0 0,0 0-1 0 0,1 0 1 0 0,-1 0 0 0 0,0 1-1 0 0,1-1 1 0 0,-1 0 0 0 0,0 1-1 0 0,1-1 1 0 0,-1 0 0 0 0,1 1-1 0 0,-1-1 1 0 0,0 1 0 0 0,1-1-1 0 0,-1 1 1 0 0,1-1 0 0 0,0 1-1 0 0,-1-1 1 0 0,1 1 0 0 0,-1 0-1 0 0,1 0 1 0 0,-1 1 18 0 0,0 0 0 0 0,1 1 0 0 0,-1-1 0 0 0,1 0 0 0 0,0 0 0 0 0,0 0 0 0 0,0 0 0 0 0,0 0 0 0 0,0 0 0 0 0,0 0 0 0 0,2 4 0 0 0,4 21 508 0 0,2-1-1 0 0,19 44 1 0 0,5 15-152 0 0,-19-44-470 0 0,23 49 1 0 0,-8-37-7349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4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30 6737 0 0,'10'-20'294'0'0,"-9"20"-122"0"0,-1-1-1 0 0,1 0 0 0 0,-1 1 0 0 0,0-1 1 0 0,1 0-1 0 0,-1 1 0 0 0,1-1 0 0 0,-1 1 1 0 0,1-1-1 0 0,-1 1 0 0 0,1-1 0 0 0,0 1 1 0 0,-1 0-1 0 0,1-1 0 0 0,0 1 0 0 0,-1 0 1 0 0,1-1-1 0 0,0 1 0 0 0,-1 0 0 0 0,1 0 1 0 0,0 0-1 0 0,0-1 0 0 0,-1 1 0 0 0,1 0 1 0 0,0 0-1 0 0,0 0 0 0 0,1 1 1 0 0,-2-1 112 0 0,0 1 0 0 0,0 0 0 0 0,0 0 0 0 0,0 0 0 0 0,0 0 1 0 0,0 0-1 0 0,-1 0 0 0 0,1-1 0 0 0,0 1 0 0 0,0 0 0 0 0,-1 0 1 0 0,1 0-1 0 0,0 0 0 0 0,-1-1 0 0 0,1 1 0 0 0,-1 0 0 0 0,1 0 1 0 0,-3 2 1135 0 0,1-1-1135 0 0,-12 14 260 0 0,-46 44 941 0 0,41-42-1086 0 0,0 0-1 0 0,-17 24 1 0 0,34-41-317 0 0,1 1-1 0 0,0-1 1 0 0,0 1 0 0 0,-1 0 0 0 0,1 0 0 0 0,0-1 0 0 0,0 1 0 0 0,1 0-1 0 0,-1 0 1 0 0,0 0 0 0 0,1 0 0 0 0,-1 0 0 0 0,0 3 0 0 0,2-4-62 0 0,-1 0 0 0 0,1 0 1 0 0,-1 0-1 0 0,1 0 0 0 0,0 0 0 0 0,-1 0 1 0 0,1 0-1 0 0,0-1 0 0 0,0 1 1 0 0,-1 0-1 0 0,1 0 0 0 0,0-1 1 0 0,0 1-1 0 0,0-1 0 0 0,0 1 0 0 0,0-1 1 0 0,0 1-1 0 0,0-1 0 0 0,0 1 1 0 0,0-1-1 0 0,0 0 0 0 0,0 0 1 0 0,0 1-1 0 0,0-1 0 0 0,0 0 0 0 0,1 0 1 0 0,0 0-1 0 0,39 5 517 0 0,48 1 0 0 0,-41-4-2226 0 0,0 2-4131 0 0,-30-2-1573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5.1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261 51 6913 0 0,'-27'-22'4537'0'0,"25"20"-4152"0"0,1 0 1 0 0,-2-1 0 0 0,1 1-1 0 0,0 0 1 0 0,0 0-1 0 0,-1 0 1 0 0,1 0 0 0 0,-1 1-1 0 0,1-1 1 0 0,-1 1-1 0 0,0 0 1 0 0,0-1-1 0 0,0 1 1 0 0,1 0 0 0 0,-1 1-1 0 0,0-1 1 0 0,0 0-1 0 0,0 1 1 0 0,-7-1-1 0 0,9 2-281 0 0,-1 0-1 0 0,0 0 1 0 0,1 0-1 0 0,-1 1 1 0 0,1-1-1 0 0,-1 0 1 0 0,1 1-1 0 0,-1-1 1 0 0,1 0-1 0 0,0 1 1 0 0,0 0-1 0 0,-1-1 0 0 0,1 1 1 0 0,1 0-1 0 0,-1-1 1 0 0,0 1-1 0 0,0 0 1 0 0,1 0-1 0 0,-1 0 1 0 0,1 0-1 0 0,-1 0 1 0 0,1 0-1 0 0,0 0 1 0 0,0 0-1 0 0,0 3 0 0 0,-1 2-25 0 0,1-1 0 0 0,0 1 0 0 0,1-1 0 0 0,-1 1 0 0 0,1-1 0 0 0,3 11 0 0 0,-4-16-74 0 0,1 0 0 0 0,-1 1 0 0 0,0-1 0 0 0,1 0 0 0 0,-1 1 0 0 0,1-1 0 0 0,-1 0 0 0 0,1 1 1 0 0,0-1-1 0 0,-1 0 0 0 0,1 0 0 0 0,0 0 0 0 0,0 0 0 0 0,0 0 0 0 0,0 0 0 0 0,0 0 0 0 0,0 0 0 0 0,0 0 0 0 0,0 0 1 0 0,0-1-1 0 0,0 1 0 0 0,1 0 0 0 0,-1-1 0 0 0,0 1 0 0 0,0-1 0 0 0,1 1 0 0 0,-1-1 0 0 0,0 0 0 0 0,1 1 0 0 0,-1-1 1 0 0,1 0-1 0 0,-1 0 0 0 0,0 0 0 0 0,1 0 0 0 0,-1 0 0 0 0,0 0 0 0 0,1-1 0 0 0,-1 1 0 0 0,1 0 0 0 0,-1-1 0 0 0,0 1 0 0 0,0-1 1 0 0,1 1-1 0 0,-1-1 0 0 0,2-1 0 0 0,-2 1 0 0 0,1 0 0 0 0,-1 0 1 0 0,0-1-1 0 0,1 1 0 0 0,-1 0 0 0 0,0-1 0 0 0,0 1 1 0 0,0-1-1 0 0,0 0 0 0 0,0 1 0 0 0,0-1 1 0 0,-1 0-1 0 0,1 0 0 0 0,-1 1 0 0 0,1-1 1 0 0,-1 0-1 0 0,1 0 0 0 0,-1 0 0 0 0,0 0 0 0 0,0 1 1 0 0,0-1-1 0 0,0 0 0 0 0,0 0 0 0 0,-1 0 1 0 0,1 0-1 0 0,0 0 0 0 0,-1 1 0 0 0,1-1 1 0 0,-1 0-1 0 0,0 0 0 0 0,0 1 0 0 0,1-1 0 0 0,-1 0 1 0 0,-2-1-1 0 0,0-1-20 0 0,0 0 0 0 0,-1 1 0 0 0,1-1 1 0 0,-1 1-1 0 0,0 0 0 0 0,0 0 0 0 0,0 0 0 0 0,-1 1 0 0 0,1-1 0 0 0,0 1 1 0 0,-1 0-1 0 0,0 0 0 0 0,0 1 0 0 0,1-1 0 0 0,-1 1 0 0 0,0 0 1 0 0,0 0-1 0 0,0 1 0 0 0,0 0 0 0 0,0 0 0 0 0,0 0 0 0 0,0 0 1 0 0,-7 2-1 0 0,7-2 0 0 0,0 1 0 0 0,0 0 0 0 0,0 0 0 0 0,0 1 1 0 0,1-1-1 0 0,-1 1 0 0 0,0 0 0 0 0,1 0 0 0 0,-1 1 0 0 0,1-1 1 0 0,0 1-1 0 0,0 0 0 0 0,0 0 0 0 0,0 1 0 0 0,1-1 0 0 0,-1 1 1 0 0,1-1-1 0 0,0 1 0 0 0,0 0 0 0 0,0 0 0 0 0,0 1 0 0 0,1-1 1 0 0,-4 9-1 0 0,6-12 16 0 0,-1 0-1 0 0,1 1 1 0 0,-1-1 0 0 0,1 1 0 0 0,0 0 0 0 0,0-1 0 0 0,0 1 0 0 0,0-1 0 0 0,0 1-1 0 0,0-1 1 0 0,0 1 0 0 0,0-1 0 0 0,0 1 0 0 0,1 0 0 0 0,-1-1 0 0 0,1 0 0 0 0,-1 1-1 0 0,1-1 1 0 0,-1 1 0 0 0,1-1 0 0 0,0 1 0 0 0,0-1 0 0 0,1 2 0 0 0,0-2-3 0 0,0 1 1 0 0,0 0-1 0 0,1-1 0 0 0,-1 1 1 0 0,0-1-1 0 0,1 0 1 0 0,-1 1-1 0 0,1-1 1 0 0,0 0-1 0 0,-1-1 1 0 0,1 1-1 0 0,3 0 1 0 0,4 0-2 0 0,0 0 0 0 0,0 0 0 0 0,0-1 0 0 0,0-1 0 0 0,0 1 0 0 0,12-4 0 0 0,-8 1 84 0 0,-1-1 0 0 0,22-9 1 0 0,-33 12-84 0 0,1 0 0 0 0,0 0 1 0 0,0-1-1 0 0,0 1 0 0 0,-1-1 0 0 0,1 0 1 0 0,-1 0-1 0 0,1 0 0 0 0,-1 0 1 0 0,0 0-1 0 0,0 0 0 0 0,1-1 0 0 0,-2 1 1 0 0,1 0-1 0 0,0-1 0 0 0,0 0 0 0 0,-1 0 1 0 0,2-3-1 0 0,-3 5-33 0 0,0 0-1 0 0,0 0 0 0 0,0 0 1 0 0,0 0-1 0 0,0 0 1 0 0,-1 0-1 0 0,1 0 1 0 0,0 0-1 0 0,-1 0 1 0 0,1 0-1 0 0,0 1 1 0 0,-1-1-1 0 0,1 0 0 0 0,-1 0 1 0 0,1 0-1 0 0,-1 1 1 0 0,0-1-1 0 0,1 0 1 0 0,-1 0-1 0 0,0 1 1 0 0,1-1-1 0 0,-1 1 1 0 0,0-1-1 0 0,0 1 1 0 0,0-1-1 0 0,0 1 0 0 0,1-1 1 0 0,-1 1-1 0 0,0 0 1 0 0,0-1-1 0 0,0 1 1 0 0,0 0-1 0 0,0 0 1 0 0,0 0-1 0 0,0 0 1 0 0,0 0-1 0 0,0 0 0 0 0,0 0 1 0 0,-1 0-1 0 0,-40 2-3874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5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221 120 3681 0 0,'-33'-11'2040'0'0,"-43"-8"0"0"0,62 17-710 0 0,-1 0 0 0 0,1 1 0 0 0,-1 0 0 0 0,0 1 0 0 0,-24 3 0 0 0,80-15 5088 0 0,78-20-11087 0 0,-137 36-1479 0 0,-7 2 4381 0 0,-20 15 12674 0 0,74-9-10072 0 0,-15-9-671 0 0,1-1 1 0 0,-1-1 0 0 0,0 0-1 0 0,0-1 1 0 0,17-1 0 0 0,71-13 246 0 0,-2-3-143 0 0,1 5 1 0 0,106 1 0 0 0,110-8 364 0 0,-38 0-660 0 0,306 28 488 0 0,-481-2-305 0 0,217 19-120 0 0,-316-26-100 0 0,-10-3-343 0 0,-12-1-610 0 0,6 6 561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7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32 5985 0 0,'-3'-3'766'0'0,"-1"-1"0"0"0,0 0 0 0 0,0 1-1 0 0,0 0 1 0 0,-1 0 0 0 0,1 0-1 0 0,-6-2 1 0 0,9 5-608 0 0,-1-1 0 0 0,1 1 0 0 0,0 0 0 0 0,0-1 0 0 0,0 1 0 0 0,-1 0 0 0 0,1 0 0 0 0,0 0 0 0 0,0 0-1 0 0,-1 0 1 0 0,1 0 0 0 0,0 0 0 0 0,0 0 0 0 0,0 1 0 0 0,-1-1 0 0 0,1 0 0 0 0,0 1 0 0 0,0-1 0 0 0,0 1 0 0 0,0-1 0 0 0,0 1 0 0 0,-1-1 0 0 0,1 1-1 0 0,0 0 1 0 0,1 0 0 0 0,-1 0 0 0 0,0-1 0 0 0,0 1 0 0 0,0 0 0 0 0,0 0 0 0 0,1 0 0 0 0,-1 0 0 0 0,0 0 0 0 0,1 0 0 0 0,-1 1 0 0 0,0 0 0 0 0,1 0-87 0 0,-1-1 1 0 0,1 0 0 0 0,0 0 0 0 0,0 1 0 0 0,0-1 0 0 0,0 0 0 0 0,0 0 0 0 0,0 1 0 0 0,0-1-1 0 0,0 0 1 0 0,0 0 0 0 0,0 1 0 0 0,1-1 0 0 0,-1 0 0 0 0,0 0 0 0 0,1 1 0 0 0,-1-1 0 0 0,1 0-1 0 0,0 0 1 0 0,-1 0 0 0 0,1 0 0 0 0,0 0 0 0 0,0 0 0 0 0,-1 0 0 0 0,1 0 0 0 0,0 0 0 0 0,0 0-1 0 0,0-1 1 0 0,0 1 0 0 0,0 0 0 0 0,0-1 0 0 0,2 2 0 0 0,43 21 612 0 0,-39-20-482 0 0,2 1-26 0 0,0-1 0 0 0,1 0 1 0 0,-1-1-1 0 0,0 0 1 0 0,1 0-1 0 0,18 0 0 0 0,-26-2-166 0 0,0 1 0 0 0,-1-1 0 0 0,1 0-1 0 0,-1 0 1 0 0,1 0 0 0 0,-1 0 0 0 0,1-1 0 0 0,0 1-1 0 0,-1 0 1 0 0,1-1 0 0 0,-1 1 0 0 0,1-1-1 0 0,-1 1 1 0 0,0-1 0 0 0,1 0 0 0 0,-1 1 0 0 0,1-1-1 0 0,-1 0 1 0 0,0 0 0 0 0,0 0 0 0 0,1 0 0 0 0,-1 0-1 0 0,0 0 1 0 0,0-1 0 0 0,0 1 0 0 0,0 0-1 0 0,-1 0 1 0 0,1-1 0 0 0,0 1 0 0 0,0-1 0 0 0,-1 1-1 0 0,1-1 1 0 0,-1 1 0 0 0,1-1 0 0 0,-1 1-1 0 0,0-1 1 0 0,1 1 0 0 0,-1-1 0 0 0,0 1 0 0 0,0-1-1 0 0,0 0 1 0 0,0 1 0 0 0,-1-1 0 0 0,1 1 0 0 0,0-1-1 0 0,-1 1 1 0 0,1-1 0 0 0,-1 1 0 0 0,1-1-1 0 0,-2-1 1 0 0,1 0-2 0 0,0 0 0 0 0,0 1 0 0 0,0-1 0 0 0,0 0 0 0 0,-1 1 0 0 0,1-1 0 0 0,-1 1 0 0 0,0 0 0 0 0,0-1 0 0 0,1 1-1 0 0,-2 0 1 0 0,1 0 0 0 0,0 0 0 0 0,0 0 0 0 0,0 1 0 0 0,-1-1 0 0 0,1 1 0 0 0,-1-1 0 0 0,0 1 0 0 0,1 0 0 0 0,-1 0 0 0 0,0 0 0 0 0,1 0 0 0 0,-5 0 0 0 0,4 0-191 0 0,1 1 0 0 0,-1 0 0 0 0,0 0 0 0 0,1 1 0 0 0,-1-1 1 0 0,0 1-1 0 0,1-1 0 0 0,-1 1 0 0 0,0 0 0 0 0,1 0 0 0 0,-1 0 1 0 0,1 0-1 0 0,0 0 0 0 0,-1 0 0 0 0,1 1 0 0 0,0-1 0 0 0,-3 3 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7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83 3225 0 0,'0'-26'1853'0'0,"1"21"-743"0"0,1 0 1 0 0,-1 0-1 0 0,1 1 1 0 0,0-1-1 0 0,0 1 1 0 0,0-1-1 0 0,0 1 1 0 0,1 0-1 0 0,0 0 1 0 0,0 0-1 0 0,9-3 3297 0 0,-12 7-4351 0 0,1 12 996 0 0,-3 11-704 0 0,-24 89 347 0 0,13-67-707 0 0,3 0-1 0 0,2 1 1 0 0,-4 79-1 0 0,14-101-383 0 0,-1 23 125 0 0,-8-20-5254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8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2304 0 0,'3'-35'2426'0'0,"-3"31"-1700"0"0,1 0-1 0 0,0 0 1 0 0,0 0-1 0 0,1 0 1 0 0,-1 0-1 0 0,1 0 1 0 0,0 1-1 0 0,0-1 1 0 0,0 1-1 0 0,0-1 1 0 0,3-3-1 0 0,-3 6-406 0 0,0 1 0 0 0,0-1 1 0 0,-1 0-1 0 0,1 0 0 0 0,0 1 0 0 0,0-1 0 0 0,0 1 0 0 0,0 0 0 0 0,0-1 1 0 0,0 1-1 0 0,0 0 0 0 0,-1 0 0 0 0,1 0 0 0 0,0 1 0 0 0,0-1 0 0 0,0 0 1 0 0,0 1-1 0 0,0-1 0 0 0,0 1 0 0 0,3 1 0 0 0,37 16 1356 0 0,-28-10-1474 0 0,-1 0 0 0 0,0 1 0 0 0,0 1 0 0 0,-1 0 0 0 0,0 0 0 0 0,-1 1 0 0 0,16 19 1 0 0,-1 7 225 0 0,29 50 0 0 0,-36-54-850 0 0,2-2 0 0 0,45 56-1 0 0,-44-69-718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8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31 137 5985 0 0,'-30'1'9417'0'0,"58"-16"-6275"0"0,1 0-1483 0 0,57-32 851 0 0,-37 19-3210 0 0,1 4-5451 0 0,-30 15-669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6.8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55 217 6449 0 0,'-8'3'430'0'0,"4"-2"91"0"0,1 0 0 0 0,-1 1-1 0 0,1-1 1 0 0,-1 1 0 0 0,1-1 0 0 0,-1 1 0 0 0,1 0 0 0 0,0 0-1 0 0,0 1 1 0 0,0-1 0 0 0,0 1 0 0 0,-4 4 0 0 0,8-7-373 0 0,-1 1 0 0 0,0 0 1 0 0,0 0-1 0 0,1-1 0 0 0,-1 1 1 0 0,1 0-1 0 0,-1-1 0 0 0,0 1 1 0 0,1 0-1 0 0,0-1 0 0 0,-1 1 1 0 0,1-1-1 0 0,-1 1 0 0 0,1-1 1 0 0,-1 1-1 0 0,1-1 1 0 0,0 1-1 0 0,0-1 0 0 0,-1 0 1 0 0,1 1-1 0 0,0-1 0 0 0,-1 0 1 0 0,1 1-1 0 0,0-1 0 0 0,0 0 1 0 0,0 0-1 0 0,-1 0 0 0 0,1 0 1 0 0,0 0-1 0 0,1 0 0 0 0,28 4 1104 0 0,1-4-810 0 0,0-2 0 0 0,0-2 0 0 0,-1-1 0 0 0,1-1 0 0 0,51-17 0 0 0,17-4-79 0 0,2 11-176 0 0,0 3-1 0 0,116 2 0 0 0,12-2 81 0 0,391-43-135 0 0,-553 52-49 0 0,-22 2 19 0 0,0-2-1 0 0,82-18 1 0 0,-113 15-102 0 0,-13 1 0 0 0,-17-6 0 0 0,16 12 0 0 0,-1 0 0 0 0,1 0 0 0 0,-1-1 0 0 0,1 1 0 0 0,-1 0 0 0 0,1 0 0 0 0,-1 0 0 0 0,1 0 0 0 0,-1 0 0 0 0,1-1 0 0 0,-1 1 0 0 0,1 0 0 0 0,-1 0 0 0 0,1-1 0 0 0,0 1 0 0 0,-1 0 0 0 0,1-1 0 0 0,0 1 0 0 0,-1-1 0 0 0,1 1 0 0 0,0 0 0 0 0,-1-1 0 0 0,1 1 0 0 0,0-1 0 0 0,0 1 0 0 0,-1-1 0 0 0,1 1 0 0 0,0 0 0 0 0,0-1 0 0 0,0 1 0 0 0,0-1 0 0 0,0 1 0 0 0,0-1 0 0 0,0 0 0 0 0,-2 2 0 0 0,1 0 0 0 0,0 0 0 0 0,0 0 0 0 0,0 0 0 0 0,0 0 0 0 0,0 0 0 0 0,0 1 0 0 0,0-1 0 0 0,1 0 0 0 0,-1 1 0 0 0,0-1 0 0 0,1 0 0 0 0,-1 1 0 0 0,1-1 0 0 0,0 1 0 0 0,-1-1 0 0 0,1 4 0 0 0,0-2 0 0 0,0 1 0 0 0,0 0 0 0 0,1 0 0 0 0,-1 0 0 0 0,1 0 0 0 0,0 0 0 0 0,2 6 0 0 0,-1-5 0 0 0,1-1-1 0 0,0 1 1 0 0,-1 0-1 0 0,1-1 1 0 0,1 1 0 0 0,-1-1-1 0 0,1 0 1 0 0,-1 0-1 0 0,1 0 1 0 0,0 0-1 0 0,1-1 1 0 0,5 4-1 0 0,-8-6 4 0 0,0 1-1 0 0,0-1 0 0 0,0 0 0 0 0,0 0 0 0 0,0 0 0 0 0,0 0 0 0 0,0-1 0 0 0,0 1 0 0 0,0 0 1 0 0,0-1-1 0 0,0 0 0 0 0,1 1 0 0 0,-1-1 0 0 0,0 0 0 0 0,0 0 0 0 0,0 0 0 0 0,1 0 0 0 0,-1-1 1 0 0,0 1-1 0 0,0-1 0 0 0,0 1 0 0 0,0-1 0 0 0,1 0 0 0 0,-1 0 0 0 0,0 0 0 0 0,0 0 0 0 0,0 0 1 0 0,-1 0-1 0 0,1 0 0 0 0,0-1 0 0 0,0 1 0 0 0,2-4 0 0 0,-3 4-4 0 0,0-1-1 0 0,0 0 1 0 0,0 0 0 0 0,-1 0-1 0 0,1 0 1 0 0,-1 0 0 0 0,1-1-1 0 0,-1 1 1 0 0,0 0 0 0 0,0 0-1 0 0,0 0 1 0 0,0 0-1 0 0,0 0 1 0 0,0 0 0 0 0,-1-1-1 0 0,1 1 1 0 0,-1 0 0 0 0,1 0-1 0 0,-1 0 1 0 0,0 0 0 0 0,0 0-1 0 0,0 0 1 0 0,0 1 0 0 0,-2-4-1 0 0,-2-4 42 0 0,-1-1 0 0 0,0 1-1 0 0,-10-11 1 0 0,14 17-15 0 0,0 0 0 0 0,-1 1 1 0 0,1-1-1 0 0,-1 1 0 0 0,0-1 0 0 0,1 1 0 0 0,-1 0 0 0 0,0 0 1 0 0,0 0-1 0 0,-1 1 0 0 0,1-1 0 0 0,0 1 0 0 0,0-1 0 0 0,-1 1 1 0 0,1 0-1 0 0,-1 0 0 0 0,-4 0 0 0 0,5 1-23 0 0,0 1-1 0 0,1-1 0 0 0,-1 1 1 0 0,1 0-1 0 0,-1 0 0 0 0,1 0 1 0 0,-1 0-1 0 0,1 0 0 0 0,-1 1 1 0 0,1-1-1 0 0,0 0 1 0 0,0 1-1 0 0,0 0 0 0 0,0 0 1 0 0,0 0-1 0 0,0 0 0 0 0,0 0 1 0 0,1 0-1 0 0,-1 0 0 0 0,1 0 1 0 0,-1 0-1 0 0,1 1 1 0 0,0-1-1 0 0,-1 4 0 0 0,0-2-9 0 0,0 1-1 0 0,0 0 1 0 0,0 0 0 0 0,1 1-1 0 0,0-1 1 0 0,0 0-1 0 0,0 0 1 0 0,1 8 0 0 0,0-11-11 0 0,-1-1 1 0 0,1 0-1 0 0,1 1 1 0 0,-1-1 0 0 0,0 1-1 0 0,0-1 1 0 0,0 1-1 0 0,1-1 1 0 0,-1 0 0 0 0,1 1-1 0 0,-1-1 1 0 0,1 0-1 0 0,0 1 1 0 0,-1-1 0 0 0,1 0-1 0 0,0 0 1 0 0,0 1-1 0 0,0-1 1 0 0,0 0 0 0 0,0 0-1 0 0,0 0 1 0 0,0 0 0 0 0,0 0-1 0 0,0-1 1 0 0,0 1-1 0 0,1 0 1 0 0,-1 0 0 0 0,0-1-1 0 0,1 1 1 0 0,-1-1-1 0 0,0 1 1 0 0,1-1 0 0 0,-1 0-1 0 0,1 1 1 0 0,1-1-1 0 0,6-1-425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9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2304 0 0,'22'20'13494'0'0,"2"4"-7823"0"0,-17-17-5434 0 0,0 0 1 0 0,-1 0-1 0 0,0 1 1 0 0,-1-1-1 0 0,1 1 1 0 0,7 17 0 0 0,-8-10-125 0 0,0 1 1 0 0,-1-1-1 0 0,0 1 1 0 0,-1 0 0 0 0,-1 0-1 0 0,0 26 1 0 0,-10 102-252 0 0,1-22-1038 0 0,7-82-413 0 0,0-14-4260 0 0,0-7-692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9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3225 0 0,'13'-6'7255'0'0,"11"1"-4185"0"0,-9 2-1841 0 0,16-5 1638 0 0,61-9 0 0 0,-82 16-2695 0 0,0 0-1 0 0,1 1 0 0 0,-1 0 0 0 0,0 1 0 0 0,1 0 0 0 0,-1 0 0 0 0,0 1 0 0 0,0 1 0 0 0,0 0 0 0 0,9 4 0 0 0,-17-6-172 0 0,0 0-1 0 0,0 0 1 0 0,0 0-1 0 0,0 0 1 0 0,0 1-1 0 0,0-1 0 0 0,-1 1 1 0 0,1-1-1 0 0,-1 1 1 0 0,1 0-1 0 0,-1 0 1 0 0,1 0-1 0 0,-1-1 0 0 0,0 1 1 0 0,0 0-1 0 0,0 1 1 0 0,0-1-1 0 0,0 2 0 0 0,0 1-20 0 0,0-1 0 0 0,0 1-1 0 0,-1-1 1 0 0,0 1-1 0 0,0-1 1 0 0,0 1-1 0 0,0 0 1 0 0,-2 7-1 0 0,-1-1-186 0 0,-1 1 0 0 0,1-1 0 0 0,-2 0 0 0 0,1 0-1 0 0,-2 0 1 0 0,-7 12 0 0 0,-3-2-939 0 0,-1 1 1 0 0,-1-2-1 0 0,-26 24 0 0 0,12-13 1693 0 0,88-37 2629 0 0,55-3-2374 0 0,-97 9-684 0 0,1 0 0 0 0,-1 1 1 0 0,0 1-1 0 0,0 0 0 0 0,24 8 1 0 0,-35-10-114 0 0,-1 1 1 0 0,1 0 0 0 0,-1 0 0 0 0,0 0 0 0 0,1 1 0 0 0,-1-1 0 0 0,0 0 0 0 0,1 1 0 0 0,-1 0 0 0 0,0-1 0 0 0,0 1 0 0 0,0 0 0 0 0,-1 0-1 0 0,1 0 1 0 0,0 0 0 0 0,-1 0 0 0 0,1 1 0 0 0,-1-1 0 0 0,0 0 0 0 0,0 1 0 0 0,0-1 0 0 0,1 4 0 0 0,-1-2 12 0 0,-1 0 0 0 0,1 1 0 0 0,-1-1 0 0 0,-1 0 0 0 0,1 1 0 0 0,0-1 0 0 0,-1 0 0 0 0,0 1 0 0 0,0-1 0 0 0,0 0 0 0 0,-1 0 0 0 0,-2 6 0 0 0,-3 2 27 0 0,1 0 0 0 0,-1-1 1 0 0,-1 0-1 0 0,0 0 0 0 0,0-1 1 0 0,-1 0-1 0 0,0-1 0 0 0,-13 11 1 0 0,12-12 43 0 0,-1-1-1 0 0,1 0 1 0 0,-1-1 0 0 0,0 0 0 0 0,-1 0 0 0 0,0-1 0 0 0,0-1 0 0 0,0 0 0 0 0,0-1 0 0 0,0 0 0 0 0,-1 0-1 0 0,-18 0 1 0 0,11-9-838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1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84 4609 0 0,'0'5'9015'0'0,"11"11"-8661"0"0,-8-12-134 0 0,-1-1 1 0 0,1 0 0 0 0,0 0 0 0 0,0 0-1 0 0,0-1 1 0 0,1 1 0 0 0,-1-1 0 0 0,0 0-1 0 0,1 0 1 0 0,0 0 0 0 0,0 0 0 0 0,-1 0 0 0 0,1-1-1 0 0,0 0 1 0 0,0 0 0 0 0,0 0 0 0 0,0 0-1 0 0,0-1 1 0 0,1 1 0 0 0,4-1 0 0 0,-7-1-137 0 0,1 1 0 0 0,0-1 1 0 0,-1 1-1 0 0,1-1 1 0 0,-1 0-1 0 0,1 0 0 0 0,-1 0 1 0 0,1 0-1 0 0,-1 0 1 0 0,0-1-1 0 0,0 1 0 0 0,1-1 1 0 0,-1 0-1 0 0,0 1 1 0 0,-1-1-1 0 0,1 0 0 0 0,0 0 1 0 0,0 0-1 0 0,-1 0 0 0 0,1-1 1 0 0,-1 1-1 0 0,0 0 1 0 0,0-1-1 0 0,1 1 0 0 0,-2 0 1 0 0,1-1-1 0 0,0 0 1 0 0,0 1-1 0 0,-1-1 0 0 0,1-3 1 0 0,2-38 568 0 0,-3 41-614 0 0,0 1 1 0 0,0-1-1 0 0,-1 0 0 0 0,1 1 1 0 0,-1-1-1 0 0,1 0 0 0 0,-1 1 1 0 0,0-1-1 0 0,0 0 1 0 0,0 1-1 0 0,0-1 0 0 0,0 1 1 0 0,-3-4-1 0 0,3 6-32 0 0,1-1 0 0 0,-1 1-1 0 0,0 0 1 0 0,1-1 0 0 0,-1 1 0 0 0,1 0 0 0 0,-1 0-1 0 0,0 0 1 0 0,1 0 0 0 0,-1 0 0 0 0,0 0-1 0 0,1 0 1 0 0,-1 0 0 0 0,0 0 0 0 0,1 0 0 0 0,-1 0-1 0 0,0 0 1 0 0,1 0 0 0 0,-1 0 0 0 0,0 1-1 0 0,1-1 1 0 0,-1 0 0 0 0,1 0 0 0 0,-1 1 0 0 0,0-1-1 0 0,1 0 1 0 0,-1 1 0 0 0,1-1 0 0 0,-1 1-1 0 0,1-1 1 0 0,-1 1 0 0 0,1-1 0 0 0,0 1 0 0 0,-1-1-1 0 0,1 1 1 0 0,-1-1 0 0 0,1 1 0 0 0,0 0 0 0 0,0-1-1 0 0,-1 1 1 0 0,1-1 0 0 0,0 2 0 0 0,-13 26-311 0 0,13-25 301 0 0,-1 0-1 0 0,1 0 1 0 0,0 0-1 0 0,0 0 1 0 0,0 0-1 0 0,1 0 1 0 0,-1 0 0 0 0,0 0-1 0 0,1 0 1 0 0,0 0-1 0 0,0 0 1 0 0,0-1-1 0 0,0 1 1 0 0,0 0-1 0 0,1 0 1 0 0,-1-1-1 0 0,1 1 1 0 0,0-1 0 0 0,0 1-1 0 0,-1-1 1 0 0,2 0-1 0 0,-1 0 1 0 0,0 0-1 0 0,0 0 1 0 0,1 0-1 0 0,-1 0 1 0 0,1-1 0 0 0,4 3-1 0 0,-7-4 13 0 0,0 0 1 0 0,1 0-1 0 0,-1 0 0 0 0,0 1 1 0 0,0-1-1 0 0,0 0 0 0 0,1 0 1 0 0,-1 0-1 0 0,0 0 0 0 0,0 0 0 0 0,1 0 1 0 0,-1 0-1 0 0,0 0 0 0 0,0 0 1 0 0,0 0-1 0 0,1 0 0 0 0,-1 0 1 0 0,0 0-1 0 0,0 0 0 0 0,0 0 0 0 0,1 0 1 0 0,-1 0-1 0 0,0 0 0 0 0,0 0 1 0 0,0-1-1 0 0,1 1 0 0 0,-1 0 1 0 0,0 0-1 0 0,0 0 0 0 0,0 0 1 0 0,0 0-1 0 0,1 0 0 0 0,-1-1 0 0 0,0 1 1 0 0,0 0-1 0 0,0 0 0 0 0,0 0 1 0 0,0 0-1 0 0,1-1 0 0 0,-1 1 1 0 0,0 0-1 0 0,0 0 0 0 0,0 0 0 0 0,0-1 1 0 0,0 1-1 0 0,-2-14 185 0 0,-10-11-481 0 0,3 13-1904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6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 9674 0 0,'2'-23'7621'0'0,"-1"24"-7498"0"0,0-1 0 0 0,0 0-1 0 0,0 1 1 0 0,0-1 0 0 0,0 1 0 0 0,0 0-1 0 0,0-1 1 0 0,0 1 0 0 0,0 0-1 0 0,0 0 1 0 0,0-1 0 0 0,0 1 0 0 0,-1 0-1 0 0,1 0 1 0 0,0 0 0 0 0,-1 0-1 0 0,1 0 1 0 0,0 0 0 0 0,-1 0 0 0 0,1 0-1 0 0,-1 2 1 0 0,11 21 374 0 0,-2 1 0 0 0,-1 1 1 0 0,-2-1-1 0 0,0 1 0 0 0,4 45 1 0 0,-4 137-482 0 0,-6-173 185 0 0,-1 37-149 0 0,-1-28-300 0 0,2 0 0 0 0,2 0 0 0 0,2-1-1 0 0,14 67 1 0 0,-16-104-1935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6.9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50 3225 0 0,'0'-3'-468'0'0,"3"-9"1303"0"0,-1-8 4702 0 0,-2 20-5375 0 0,0-1-1 0 0,0 0 1 0 0,0 1 0 0 0,0-1 0 0 0,-1 0-1 0 0,1 1 1 0 0,0-1 0 0 0,0 1 0 0 0,0-1-1 0 0,-1 0 1 0 0,1 1 0 0 0,0-1-1 0 0,-1 1 1 0 0,1-1 0 0 0,0 1 0 0 0,-1-1-1 0 0,1 1 1 0 0,-1-1 0 0 0,1 1 0 0 0,-1-1-1 0 0,1 1 1 0 0,-1 0 0 0 0,1-1-1 0 0,-1 1 1 0 0,1 0 0 0 0,-1 0 0 0 0,1-1-1 0 0,-1 1 1 0 0,0 0 0 0 0,1 0 0 0 0,-1 0-1 0 0,0-1 1 0 0,1 1 0 0 0,-1 0 0 0 0,1 0-1 0 0,-1 0 1 0 0,0 0 0 0 0,1 0-1 0 0,-1 0 1 0 0,0 1 0 0 0,1-1 0 0 0,-1 0-1 0 0,1 0 1 0 0,-1 0 0 0 0,0 0 0 0 0,0 1-1 0 0,1-1-138 0 0,0 0-1 0 0,0 0 0 0 0,-1 0 1 0 0,1 0-1 0 0,0 0 0 0 0,0 0 1 0 0,0 0-1 0 0,-1 1 0 0 0,1-1 1 0 0,0 0-1 0 0,0 0 0 0 0,0 0 1 0 0,0 0-1 0 0,-1 0 0 0 0,1 0 1 0 0,0 0-1 0 0,0 1 0 0 0,0-1 1 0 0,0 0-1 0 0,0 0 0 0 0,-1 0 1 0 0,1 0-1 0 0,0 1 0 0 0,0-1 1 0 0,0 0-1 0 0,0 0 0 0 0,0 0 1 0 0,0 1-1 0 0,0-1 0 0 0,0 0 1 0 0,0 0-1 0 0,0 0 1 0 0,0 1-1 0 0,0-1 0 0 0,0 0 1 0 0,0 0-1 0 0,0 0 0 0 0,0 1 1 0 0,0-1-1 0 0,6 10 227 0 0,16 11-412 0 0,-18-18 246 0 0,11 15 295 0 0,0 0-1 0 0,-1 1 1 0 0,0 0-1 0 0,-2 2 1 0 0,0-1-1 0 0,-2 1 1 0 0,13 34-1 0 0,-12-26-88 0 0,3-1 0 0 0,0 0 0 0 0,27 39 0 0 0,-27-49-196 0 0,0 0 1 0 0,1-1-1 0 0,1-1 1 0 0,0-1 0 0 0,1 0-1 0 0,1-1 1 0 0,0-1-1 0 0,1-1 1 0 0,0 0-1 0 0,1-2 1 0 0,36 15 0 0 0,-51-24-52 0 0,0 1 0 0 0,0-1 0 0 0,0 0 0 0 0,1 0 1 0 0,-1-1-1 0 0,0 0 0 0 0,1 0 0 0 0,-1 0 0 0 0,0 0 1 0 0,1-1-1 0 0,7-2 0 0 0,-10 2-23 0 0,0 0-1 0 0,-1 0 1 0 0,1-1-1 0 0,0 1 1 0 0,-1-1 0 0 0,1 1-1 0 0,-1-1 1 0 0,1 0 0 0 0,-1 0-1 0 0,0 0 1 0 0,0 0 0 0 0,0 0-1 0 0,0-1 1 0 0,0 1-1 0 0,-1 0 1 0 0,1-1 0 0 0,-1 0-1 0 0,1 1 1 0 0,-1-1 0 0 0,0 0-1 0 0,2-5 1 0 0,2-22 47 0 0,-1-1 1 0 0,-1 1 0 0 0,-2-1-1 0 0,-1 0 1 0 0,-6-53-1 0 0,1 14-202 0 0,2 28-93 0 0,-1-39-1586 0 0,6 71 1265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7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1 307 14283 0 0,'4'-1'187'0'0,"0"0"-1"0"0,1 0 1 0 0,-1 0 0 0 0,0 0-1 0 0,0-1 1 0 0,0 1-1 0 0,0-1 1 0 0,0 0 0 0 0,0 0-1 0 0,4-4 1 0 0,34-27 665 0 0,-32 24-487 0 0,-1 0 0 0 0,0-1 0 0 0,-1 0 1 0 0,0-1-1 0 0,0 0 0 0 0,-1 0 0 0 0,9-20 0 0 0,-13 25-296 0 0,-1 1 0 0 0,0-1 0 0 0,0 0 0 0 0,0 0 0 0 0,-1 0 0 0 0,1 0 0 0 0,-2 0 0 0 0,1-1 0 0 0,-1 1 0 0 0,0 0 1 0 0,0 0-1 0 0,0-1 0 0 0,-1 1 0 0 0,0 0 0 0 0,-1 0 0 0 0,1 0 0 0 0,-1 0 0 0 0,-3-7 0 0 0,4 11-103 0 0,1 0 1 0 0,-1 0 0 0 0,0 1-1 0 0,0-1 1 0 0,0 0 0 0 0,0 1-1 0 0,0-1 1 0 0,-1 1-1 0 0,1 0 1 0 0,0-1 0 0 0,-1 1-1 0 0,1 0 1 0 0,-1 0 0 0 0,1-1-1 0 0,-1 1 1 0 0,1 1 0 0 0,-1-1-1 0 0,0 0 1 0 0,0 0 0 0 0,1 1-1 0 0,-1-1 1 0 0,0 0 0 0 0,0 1-1 0 0,0 0 1 0 0,0-1 0 0 0,1 1-1 0 0,-1 0 1 0 0,0 0 0 0 0,0 0-1 0 0,0 1 1 0 0,0-1 0 0 0,0 0-1 0 0,-2 1 1 0 0,2 0-102 0 0,0 0 1 0 0,-1 0 0 0 0,1 1-1 0 0,0-1 1 0 0,-1 1-1 0 0,1-1 1 0 0,0 1 0 0 0,0 0-1 0 0,0 0 1 0 0,0-1-1 0 0,1 2 1 0 0,-1-1 0 0 0,1 0-1 0 0,-1 0 1 0 0,1 0-1 0 0,-1 1 1 0 0,1-1 0 0 0,0 1-1 0 0,0-1 1 0 0,1 1-1 0 0,-1-1 1 0 0,-1 5 0 0 0,1-1 203 0 0,1 1 0 0 0,-1-1 1 0 0,1 0-1 0 0,0 1 1 0 0,0-1-1 0 0,0 0 0 0 0,1 1 1 0 0,0-1-1 0 0,1 0 0 0 0,-1 0 1 0 0,1 0-1 0 0,0 0 1 0 0,1 0-1 0 0,-1 0 0 0 0,1-1 1 0 0,1 1-1 0 0,-1-1 0 0 0,8 9 1 0 0,-6-8 129 0 0,1-1 1 0 0,-1 0-1 0 0,1 0 1 0 0,1-1-1 0 0,-1 0 1 0 0,1 0-1 0 0,-1-1 1 0 0,1 1-1 0 0,0-1 1 0 0,1-1-1 0 0,-1 1 1 0 0,0-1-1 0 0,1-1 1 0 0,-1 1-1 0 0,10-1 1 0 0,9 1-920 0 0,-1-2 0 0 0,33-4 0 0 0,-36 3-6351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7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0 312 5841 0 0,'15'-5'707'0'0,"22"-27"6707"0"0,-29 24-6049 0 0,-1 1-924 0 0,0 0 0 0 0,-1-1 0 0 0,0 0 0 0 0,0 0-1 0 0,-1-1 1 0 0,0 1 0 0 0,-1-1 0 0 0,1 0 0 0 0,-2-1-1 0 0,1 1 1 0 0,-2-1 0 0 0,4-13 0 0 0,-5 16-366 0 0,0 0 0 0 0,0 0 1 0 0,0 0-1 0 0,-1 0 0 0 0,0 0 0 0 0,-1 0 1 0 0,1 0-1 0 0,-1 1 0 0 0,-1-1 0 0 0,1 0 1 0 0,-1 0-1 0 0,0 0 0 0 0,-1 1 0 0 0,1-1 1 0 0,-1 1-1 0 0,-1 0 0 0 0,1 0 0 0 0,-7-8 0 0 0,9 13-71 0 0,1 1-1 0 0,0-1 0 0 0,-1 1 0 0 0,1-1 1 0 0,0 1-1 0 0,-1 0 0 0 0,1-1 0 0 0,-1 1 1 0 0,1 0-1 0 0,0-1 0 0 0,-1 1 0 0 0,1 0 0 0 0,-1 0 1 0 0,1-1-1 0 0,-1 1 0 0 0,0 0 0 0 0,1 0 1 0 0,-1 0-1 0 0,1 0 0 0 0,-1 0 0 0 0,1 0 1 0 0,-1 0-1 0 0,1 0 0 0 0,-1 0 0 0 0,1 0 0 0 0,-1 0 1 0 0,0 0-1 0 0,1 0 0 0 0,-1 0 0 0 0,1 0 1 0 0,-1 1-1 0 0,-13 15 54 0 0,-3 27-134 0 0,16-42 67 0 0,-4 15-68 0 0,0 1 1 0 0,1 0 0 0 0,1-1-1 0 0,1 1 1 0 0,0 1 0 0 0,1-1-1 0 0,2 26 1 0 0,0-37 13 0 0,0 0 1 0 0,0 0-1 0 0,0 0 1 0 0,1 0-1 0 0,0 0 1 0 0,0-1-1 0 0,0 1 1 0 0,1-1-1 0 0,0 0 1 0 0,0 0-1 0 0,0 0 1 0 0,1 0-1 0 0,-1 0 1 0 0,1-1-1 0 0,0 1 1 0 0,1-1-1 0 0,-1 0 1 0 0,1 0-1 0 0,-1-1 1 0 0,1 1-1 0 0,0-1 1 0 0,1 0-1 0 0,-1-1 1 0 0,1 1 0 0 0,5 1-1 0 0,40 6-5991 0 0,-23-7-83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8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98 590 920 0 0,'7'-23'1872'0'0,"-2"8"-434"0"0,-1 1 0 0 0,0-1 1 0 0,0 1-1 0 0,-2-1 0 0 0,0 0 0 0 0,-1-1 0 0 0,0-19 1 0 0,-1 34-1345 0 0,-1 1 0 0 0,1-1 0 0 0,0 0 1 0 0,0 1-1 0 0,0-1 0 0 0,0 0 0 0 0,-1 1 1 0 0,1-1-1 0 0,0 0 0 0 0,-1 1 0 0 0,1-1 1 0 0,0 1-1 0 0,-1-1 0 0 0,1 1 0 0 0,-1-1 1 0 0,1 1-1 0 0,-1-1 0 0 0,1 1 0 0 0,-1-1 1 0 0,1 1-1 0 0,-1-1 0 0 0,1 1 0 0 0,-1 0 1 0 0,0 0-1 0 0,1-1 0 0 0,-1 1 0 0 0,0 0 1 0 0,0-1-1 0 0,-23 5 1567 0 0,-20 18 83 0 0,39-19-1672 0 0,2 1 0 0 0,-1-1 0 0 0,0 1-1 0 0,1 0 1 0 0,0 0 0 0 0,0 0 0 0 0,0 1-1 0 0,0-1 1 0 0,1 1 0 0 0,-1 0 0 0 0,1 0 0 0 0,1-1-1 0 0,-1 1 1 0 0,0 0 0 0 0,1 1 0 0 0,0-1-1 0 0,1 0 1 0 0,-1 0 0 0 0,1 0 0 0 0,0 9-1 0 0,0 1-78 0 0,1 0 0 0 0,1 0 0 0 0,0-1-1 0 0,1 1 1 0 0,0-1 0 0 0,7 17 0 0 0,-10-29-49 0 0,1 0 1 0 0,0 0-1 0 0,0 0 0 0 0,0 0 1 0 0,0 0-1 0 0,0-1 1 0 0,0 1-1 0 0,0 0 1 0 0,0 0-1 0 0,1-1 0 0 0,-1 1 1 0 0,1-1-1 0 0,-1 0 1 0 0,1 1-1 0 0,-1-1 1 0 0,1 0-1 0 0,0 0 1 0 0,0 0-1 0 0,-1 0 0 0 0,1 0 1 0 0,0 0-1 0 0,0-1 1 0 0,0 1-1 0 0,0 0 1 0 0,0-1-1 0 0,0 0 0 0 0,0 1 1 0 0,0-1-1 0 0,0 0 1 0 0,1 0-1 0 0,-1 0 1 0 0,0-1-1 0 0,0 1 0 0 0,0 0 1 0 0,0-1-1 0 0,0 1 1 0 0,0-1-1 0 0,0 0 1 0 0,0 1-1 0 0,-1-1 1 0 0,1 0-1 0 0,3-2 0 0 0,2-1-193 0 0,-1 0 0 0 0,1 0-1 0 0,-1-1 1 0 0,0 0-1 0 0,-1 0 1 0 0,1 0-1 0 0,-1-1 1 0 0,0 0-1 0 0,0 0 1 0 0,6-10 0 0 0,-6 6-86 0 0,-1 0 1 0 0,0 0 0 0 0,0-1-1 0 0,-1 0 1 0 0,0 0-1 0 0,-1 0 1 0 0,0 0 0 0 0,-1 0-1 0 0,0 0 1 0 0,-1-19 0 0 0,-4-5-932 0 0,0 0 1 0 0,-11-36-1 0 0,7 35 2055 0 0,-7-64-1 0 0,14 52 1107 0 0,2 30-852 0 0,-1 0 0 0 0,-2 0 0 0 0,1 0 0 0 0,-2 0 0 0 0,-7-25 0 0 0,9 41-891 0 0,1 0 1 0 0,-1-1 0 0 0,0 1-1 0 0,0 0 1 0 0,-1 0 0 0 0,1 0-1 0 0,0 0 1 0 0,-1 0 0 0 0,-2-2-1 0 0,4 4-89 0 0,-1-1 0 0 0,1 1 0 0 0,-1-1 0 0 0,1 1 0 0 0,-1 0 0 0 0,0-1 0 0 0,1 1 1 0 0,-1 0-1 0 0,0-1 0 0 0,1 1 0 0 0,-1 0 0 0 0,1 0 0 0 0,-1 0 0 0 0,0 0 0 0 0,1 0 0 0 0,-1 0 0 0 0,0 0 0 0 0,1 0 0 0 0,-1 0 0 0 0,0 0 0 0 0,0 0 0 0 0,0 0 0 0 0,0 1-11 0 0,-1 0-1 0 0,1 0 1 0 0,0 0 0 0 0,-1 0 0 0 0,1 1 0 0 0,0-1 0 0 0,0 0 0 0 0,0 1 0 0 0,0-1-1 0 0,0 0 1 0 0,0 1 0 0 0,0-1 0 0 0,1 1 0 0 0,-1 0 0 0 0,0-1 0 0 0,1 1 0 0 0,-1-1-1 0 0,1 1 1 0 0,0 0 0 0 0,0-1 0 0 0,-1 1 0 0 0,1 0 0 0 0,1 3 0 0 0,-1 5 1 0 0,0 1 0 0 0,1 0 0 0 0,1-1 1 0 0,0 1-1 0 0,0-1 0 0 0,1 0 0 0 0,8 20 1 0 0,40 70 321 0 0,-13-28-63 0 0,-13-8-422 0 0,-2 0 0 0 0,14 72 0 0 0,-32-116-92 0 0,5 16-338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8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12 117 9218 0 0,'1'-15'940'0'0,"0"0"0"0"0,-3-27 0 0 0,-9-3 4786 0 0,13 66-1906 0 0,1 10-3223 0 0,79 472 612 0 0,-80-472-1514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9.0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0 200 1376 0 0,'16'-1'1474'0'0,"-1"-1"0"0"0,0-1-1 0 0,0 0 1 0 0,28-11 0 0 0,-7 3-441 0 0,152-57 3216 0 0,-141 48-4225 0 0,0 2 0 0 0,1 2 0 0 0,1 3 0 0 0,52-9 0 0 0,-75 18-508 0 0,-17 2-66 0 0,0 1 0 0 0,0 0 0 0 0,0 0 0 0 0,0 1 0 0 0,13 1 1 0 0,-22-1 574 0 0,1 1 0 0 0,-1-1 0 0 0,0 0 0 0 0,0 0 0 0 0,1 0 0 0 0,-1 1 0 0 0,0-1 0 0 0,0 0 0 0 0,0 0 0 0 0,0 0 0 0 0,1 1 0 0 0,-1-1 0 0 0,0 0 0 0 0,0 0 0 0 0,0 1 0 0 0,0-1 1 0 0,0 0-1 0 0,0 1 0 0 0,0-1 0 0 0,0 0 0 0 0,0 0 0 0 0,0 1 0 0 0,0-1 0 0 0,0 0 0 0 0,0 1 0 0 0,0-1 0 0 0,0 0 0 0 0,0 0 0 0 0,0 1 0 0 0,0-1 0 0 0,0 0 0 0 0,0 1 0 0 0,0-1 1 0 0,0 0-1 0 0,-1 0 0 0 0,1 1 0 0 0,0-1 0 0 0,0 0 0 0 0,0 0 0 0 0,0 0 0 0 0,-1 1 0 0 0,1-1 0 0 0,0 0 0 0 0,-1 1 0 0 0,-12 18 3133 0 0,5-7-451 0 0,2 28 942 0 0,11 26-2897 0 0,-1-25-758 0 0,-3-27-46 0 0,0 0 0 0 0,1 0-1 0 0,0 0 1 0 0,1-1-1 0 0,1 1 1 0 0,0-1 0 0 0,1 1-1 0 0,7 13 1 0 0,-10-24 39 0 0,0 1 1 0 0,1 0 0 0 0,-1-1 0 0 0,0 0 0 0 0,1 0-1 0 0,0 1 1 0 0,0-1 0 0 0,0-1 0 0 0,0 1-1 0 0,0 0 1 0 0,1-1 0 0 0,-1 0 0 0 0,1 0 0 0 0,-1 0-1 0 0,1 0 1 0 0,0 0 0 0 0,0-1 0 0 0,0 1-1 0 0,0-1 1 0 0,0 0 0 0 0,0-1 0 0 0,0 1 0 0 0,0-1-1 0 0,0 1 1 0 0,1-1 0 0 0,-1-1 0 0 0,0 1-1 0 0,0 0 1 0 0,0-1 0 0 0,0 0 0 0 0,6-2-1 0 0,-4 2 59 0 0,-1-1-1 0 0,0 0 0 0 0,0 0 0 0 0,0-1 1 0 0,0 1-1 0 0,-1-1 0 0 0,1 0 1 0 0,-1 0-1 0 0,1 0 0 0 0,-1-1 0 0 0,0 0 1 0 0,-1 0-1 0 0,1 0 0 0 0,0 0 0 0 0,-1 0 1 0 0,4-8-1 0 0,-4 5 67 0 0,1 0-1 0 0,-1 0 1 0 0,-1 0 0 0 0,0-1-1 0 0,0 1 1 0 0,0-1 0 0 0,-1 0-1 0 0,0 0 1 0 0,0 1 0 0 0,-2-15 0 0 0,1 12-163 0 0,-1 0 0 0 0,0 0 0 0 0,-1 0 1 0 0,0 0-1 0 0,-1 1 0 0 0,0-1 0 0 0,-1 1 0 0 0,1-1 1 0 0,-2 1-1 0 0,1 1 0 0 0,-1-1 0 0 0,-1 0 1 0 0,0 1-1 0 0,0 0 0 0 0,0 1 0 0 0,-1-1 1 0 0,0 1-1 0 0,-11-8 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9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68 10594 0 0,'1'-3'457'0'0,"0"0"-1"0"0,0 0 1 0 0,-1 0-1 0 0,0-1 1 0 0,1 1-1 0 0,-1 0 1 0 0,0-1-1 0 0,-1 1 1 0 0,1 0-1 0 0,0 0 1 0 0,-1-1-1 0 0,0 1 1 0 0,-1-4-1 0 0,2 6-369 0 0,0 0-1 0 0,-1 0 1 0 0,1 0 0 0 0,0 0-1 0 0,-1 1 1 0 0,1-1 0 0 0,0 0 0 0 0,-1 0-1 0 0,1 1 1 0 0,-1-1 0 0 0,1 0-1 0 0,-1 0 1 0 0,1 1 0 0 0,-1-1-1 0 0,1 0 1 0 0,-1 1 0 0 0,0-1-1 0 0,0 1 1 0 0,1-1 0 0 0,-1 1-1 0 0,0-1 1 0 0,0 1 0 0 0,1 0-1 0 0,-1-1 1 0 0,0 1 0 0 0,0 0 0 0 0,0-1-1 0 0,0 1 1 0 0,1 0 0 0 0,-1 0-1 0 0,0 0 1 0 0,0 0 0 0 0,0 0-1 0 0,0 0 1 0 0,0 0 0 0 0,0 0-1 0 0,0 0 1 0 0,1 1 0 0 0,-1-1-1 0 0,0 0 1 0 0,0 0 0 0 0,0 1-1 0 0,0-1 1 0 0,1 0 0 0 0,-1 1-1 0 0,0-1 1 0 0,0 1 0 0 0,1-1 0 0 0,-1 1-1 0 0,0 0 1 0 0,1-1 0 0 0,-1 1-1 0 0,0 1 1 0 0,-10 9-9 0 0,0 1 1 0 0,1-1-1 0 0,1 2 1 0 0,0 0-1 0 0,1 0 1 0 0,0 0-1 0 0,-8 20 0 0 0,7-11 10 0 0,1 1 0 0 0,0-1 0 0 0,2 1 0 0 0,-3 27 0 0 0,7-40-215 0 0,1-1 0 0 0,1 0 0 0 0,0 1 0 0 0,0-1 0 0 0,1 0 1 0 0,0 1-1 0 0,0-1 0 0 0,1 0 0 0 0,0 0 0 0 0,1 0 0 0 0,0 0 0 0 0,1 0 0 0 0,0-1 1 0 0,0 1-1 0 0,0-1 0 0 0,1 0 0 0 0,1 0 0 0 0,-1-1 0 0 0,11 12 0 0 0,-8-12-198 0 0,0 0-1 0 0,1 0 1 0 0,-1-1 0 0 0,1 0-1 0 0,0-1 1 0 0,1 0-1 0 0,0 0 1 0 0,0-1 0 0 0,0 0-1 0 0,0-1 1 0 0,0 0-1 0 0,1 0 1 0 0,-1-1-1 0 0,1-1 1 0 0,0 0 0 0 0,19 0-1 0 0,-7-2-5991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0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5985 0 0,'3'14'9112'0'0,"-1"-3"-8739"0"0,1 0 1 0 0,0 0-1 0 0,1 0 0 0 0,10 20 1 0 0,-8-22-168 0 0,1 1 1 0 0,0-2-1 0 0,0 1 1 0 0,1-1-1 0 0,0 0 1 0 0,1-1-1 0 0,-1 0 1 0 0,1 0-1 0 0,12 6 1 0 0,-18-11-124 0 0,1 0 1 0 0,0 0-1 0 0,0 0 1 0 0,0-1-1 0 0,0 1 1 0 0,1-1-1 0 0,-1 0 1 0 0,0-1 0 0 0,1 1-1 0 0,-1-1 1 0 0,0 1-1 0 0,1-1 1 0 0,-1 0-1 0 0,0-1 1 0 0,1 1-1 0 0,-1-1 1 0 0,0 0 0 0 0,0 0-1 0 0,1 0 1 0 0,-1-1-1 0 0,0 1 1 0 0,0-1-1 0 0,0 0 1 0 0,-1 0-1 0 0,1-1 1 0 0,4-2 0 0 0,-1-2 3 0 0,0 0 1 0 0,0-1-1 0 0,-1 1 1 0 0,0-1 0 0 0,0-1-1 0 0,-1 1 1 0 0,0-1-1 0 0,0 0 1 0 0,-1 0 0 0 0,0 0-1 0 0,-1-1 1 0 0,4-15 0 0 0,-5 19-74 0 0,-1 0 0 0 0,0 0 0 0 0,0-1 0 0 0,0 1 1 0 0,-1 0-1 0 0,0-1 0 0 0,0 1 0 0 0,0 0 1 0 0,-1 0-1 0 0,0-1 0 0 0,0 1 0 0 0,-1 0 0 0 0,1 0 1 0 0,-1 0-1 0 0,-1 0 0 0 0,1 0 0 0 0,-1 1 1 0 0,0-1-1 0 0,0 1 0 0 0,-9-11 0 0 0,8 13-39 0 0,0-1 0 0 0,-1 1 0 0 0,1 0 0 0 0,-1 0 0 0 0,0 0 0 0 0,0 1-1 0 0,0 0 1 0 0,0 0 0 0 0,0 0 0 0 0,-1 0 0 0 0,1 1 0 0 0,-1 0 0 0 0,-10-1 0 0 0,6 2-475 0 0,0 0 1 0 0,0 0 0 0 0,0 1 0 0 0,0 0-1 0 0,0 0 1 0 0,-17 6 0 0 0,-1 3-6414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0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3225 0 0,'0'-2'443'0'0,"0"-1"1"0"0,0 1-1 0 0,0 0 1 0 0,0 0-1 0 0,1-1 1 0 0,-1 1-1 0 0,1 0 1 0 0,0 0-1 0 0,0 0 1 0 0,0 0-1 0 0,0 0 1 0 0,0 0 0 0 0,0 0-1 0 0,0 0 1 0 0,0 0-1 0 0,1 0 1 0 0,-1 0-1 0 0,1 1 1 0 0,0-1-1 0 0,-1 1 1 0 0,1-1-1 0 0,0 1 1 0 0,0 0-1 0 0,0 0 1 0 0,0 0-1 0 0,0 0 1 0 0,0 0-1 0 0,0 0 1 0 0,0 0 0 0 0,0 0-1 0 0,1 1 1 0 0,-1-1-1 0 0,0 1 1 0 0,0 0-1 0 0,4 0 1 0 0,-2 0-72 0 0,0 0 0 0 0,0 0 1 0 0,0 0-1 0 0,0 1 0 0 0,0 0 1 0 0,0-1-1 0 0,0 2 0 0 0,0-1 1 0 0,3 2-1 0 0,-4-2-362 0 0,0 0 1 0 0,-1 1-1 0 0,1-1 1 0 0,-1 1-1 0 0,1 0 0 0 0,-1 0 1 0 0,0 0-1 0 0,0 0 1 0 0,0 0-1 0 0,0 0 0 0 0,0 1 1 0 0,2 2-1 0 0,30 59 195 0 0,-25-44-170 0 0,1-1 0 0 0,1 0 1 0 0,0-1-1 0 0,1 0 0 0 0,2-1 0 0 0,27 29 0 0 0,-29-38-35 0 0,-15-20 0 0 0,-4-17 0 0 0,8 14 0 0 0,1 0 0 0 0,1 0 0 0 0,0 0 0 0 0,1 0 0 0 0,1 1 0 0 0,0 0 0 0 0,0 0 0 0 0,2 0 0 0 0,0 1 0 0 0,0 0 0 0 0,19-24 0 0 0,-24 34 6 0 0,0 0 0 0 0,1 0 0 0 0,-1 1 0 0 0,1-1-1 0 0,0 1 1 0 0,0 0 0 0 0,0 0 0 0 0,0 0 0 0 0,0 0 0 0 0,0 0 0 0 0,0 0 0 0 0,1 1 0 0 0,-1 0-1 0 0,0 0 1 0 0,1 0 0 0 0,-1 0 0 0 0,1 0 0 0 0,0 1 0 0 0,-1-1 0 0 0,1 1 0 0 0,0 0 0 0 0,-1 0-1 0 0,1 0 1 0 0,6 2 0 0 0,-4 0 20 0 0,-1 0 0 0 0,1 1 0 0 0,-1-1 0 0 0,1 1 1 0 0,-1 0-1 0 0,0 1 0 0 0,0-1 0 0 0,-1 1 0 0 0,1 0 0 0 0,-1 1 0 0 0,1-1 0 0 0,-1 1 0 0 0,6 9 0 0 0,2 5 60 0 0,-1 0 1 0 0,-2 1-1 0 0,0 0 0 0 0,11 37 0 0 0,-11-32-780 0 0,0 0 0 0 0,20 37 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1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1 185 5985 0 0,'0'0'239'0'0,"1"0"-1"0"0,0 1 1 0 0,-1-1-1 0 0,1 0 1 0 0,0 0-1 0 0,0 0 1 0 0,-1 0-1 0 0,1 1 1 0 0,0-1-1 0 0,-1 0 1 0 0,6 4 2146 0 0,-6-3-2146 0 0,1 0-1 0 0,-1-1 1 0 0,0 1-1 0 0,1-1 1 0 0,-1 1-1 0 0,0 0 1 0 0,0-1-1 0 0,1 1 1 0 0,-1 0-1 0 0,0-1 1 0 0,0 1-1 0 0,0 1 1 0 0,9 33 1762 0 0,-7-23-1517 0 0,0-2-141 0 0,1 0 0 0 0,1-1 0 0 0,-1 1 0 0 0,2-1 0 0 0,-1 0 0 0 0,1 0 1 0 0,0-1-1 0 0,1 1 0 0 0,0-1 0 0 0,11 11 0 0 0,-13-15-256 0 0,-1-1 0 0 0,1 0-1 0 0,0 0 1 0 0,1 0 0 0 0,-1 0-1 0 0,1-1 1 0 0,-1 1 0 0 0,1-1-1 0 0,-1 0 1 0 0,1-1 0 0 0,0 1-1 0 0,0-1 1 0 0,0 0 0 0 0,0 0-1 0 0,0 0 1 0 0,0-1 0 0 0,0 0-1 0 0,1 0 1 0 0,-1 0-1 0 0,0-1 1 0 0,0 1 0 0 0,8-3-1 0 0,-10 2-53 0 0,0-1-1 0 0,-1 1 1 0 0,1 0-1 0 0,0-1 1 0 0,-1 1-1 0 0,1-1 1 0 0,-1 0-1 0 0,0 0 1 0 0,1 0-1 0 0,-1 0 1 0 0,0 0-1 0 0,0 0 1 0 0,-1 0-1 0 0,1-1 0 0 0,0 1 1 0 0,-1-1-1 0 0,1 0 1 0 0,-1 1-1 0 0,0-1 1 0 0,0 0-1 0 0,0 0 1 0 0,0 0-1 0 0,0 0 1 0 0,0-5-1 0 0,1-9-15 0 0,0 0 0 0 0,-1 0 0 0 0,-3-23 0 0 0,2 4-90 0 0,0 35 53 0 0,8-103-117 0 0,-6 93-340 0 0,0 0 1 0 0,1 1-1 0 0,0-1 0 0 0,0 1 1 0 0,1 0-1 0 0,0 0 1 0 0,9-13-1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1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1 417 1376 0 0,'2'2'133'0'0,"1"-1"0"0"0,-1 0-1 0 0,1 0 1 0 0,0 0-1 0 0,-1 0 1 0 0,1-1 0 0 0,0 1-1 0 0,0-1 1 0 0,0 1-1 0 0,0-1 1 0 0,5 0 0 0 0,38-5 3178 0 0,-31 4-2699 0 0,0-1 369 0 0,0 1 1 0 0,-1-2-1 0 0,0 0 1 0 0,1-1-1 0 0,23-10 1 0 0,-32 12-656 0 0,0-1 1 0 0,-1 0 0 0 0,1-1-1 0 0,-1 0 1 0 0,0 1 0 0 0,0-2-1 0 0,0 1 1 0 0,-1 0 0 0 0,1-1-1 0 0,-1 0 1 0 0,0 0 0 0 0,-1 0-1 0 0,1-1 1 0 0,-1 1 0 0 0,5-12 0 0 0,-3 3 202 0 0,-1 0 1 0 0,0 0-1 0 0,-1 0 1 0 0,0-1 0 0 0,0-15-1 0 0,-2 24-462 0 0,-1 0 0 0 0,0 0 0 0 0,0 0 0 0 0,0 0 0 0 0,-1 0 0 0 0,0 0 0 0 0,0 0 0 0 0,0 0 0 0 0,-1 0 0 0 0,0 0 0 0 0,0 0 0 0 0,-1 1 0 0 0,0-1 0 0 0,-6-9 0 0 0,9 14-63 0 0,-1 0 1 0 0,0 1 0 0 0,0-1 0 0 0,0 0-1 0 0,0 0 1 0 0,0 1 0 0 0,0-1 0 0 0,0 0-1 0 0,0 1 1 0 0,0-1 0 0 0,0 1-1 0 0,0-1 1 0 0,0 1 0 0 0,0 0 0 0 0,0-1-1 0 0,0 1 1 0 0,0 0 0 0 0,-1 0 0 0 0,1 0-1 0 0,0 0 1 0 0,0 0 0 0 0,0 0-1 0 0,0 0 1 0 0,-2 1 0 0 0,0 0-8 0 0,0 0 0 0 0,0 0-1 0 0,0 0 1 0 0,0 1 0 0 0,0-1 0 0 0,0 1-1 0 0,0 0 1 0 0,-4 4 0 0 0,-2 2-92 0 0,0 1 0 0 0,0 1 0 0 0,-11 15 0 0 0,16-19 24 0 0,0 1 1 0 0,1-1-1 0 0,-1 1 0 0 0,1 0 1 0 0,0 0-1 0 0,1 0 0 0 0,-1 0 1 0 0,2 0-1 0 0,-1 0 1 0 0,1 1-1 0 0,0-1 0 0 0,0 0 1 0 0,1 1-1 0 0,0-1 0 0 0,0 1 1 0 0,1-1-1 0 0,0 1 0 0 0,0-1 1 0 0,1 0-1 0 0,0 1 0 0 0,0-1 1 0 0,1 0-1 0 0,0 0 0 0 0,0-1 1 0 0,0 1-1 0 0,1-1 0 0 0,0 1 1 0 0,0-1-1 0 0,1 0 1 0 0,0-1-1 0 0,0 1 0 0 0,0-1 1 0 0,1 0-1 0 0,-1 0 0 0 0,1-1 1 0 0,1 1-1 0 0,-1-1 0 0 0,0-1 1 0 0,1 1-1 0 0,0-1 0 0 0,0 0 1 0 0,10 2-1 0 0,-7-3 104 0 0,1 0 0 0 0,-1-1 0 0 0,0-1 0 0 0,1 0 0 0 0,-1 0 0 0 0,1-1 0 0 0,-1 0 0 0 0,0-1 0 0 0,1 0 0 0 0,-1-1 0 0 0,0 0 0 0 0,0 0 0 0 0,-1-1 0 0 0,1-1 0 0 0,-1 1 0 0 0,0-2 0 0 0,0 1 0 0 0,0-1 0 0 0,-1 0 0 0 0,0-1 0 0 0,0 0 0 0 0,-1 0 0 0 0,0-1 0 0 0,0 0 0 0 0,-1 0 0 0 0,0-1 0 0 0,0 1 0 0 0,-1-1 0 0 0,0-1 0 0 0,0 1 0 0 0,-1-1 0 0 0,-1 0 0 0 0,4-11 0 0 0,-5 9 100 0 0,1 0 1 0 0,1 0-1 0 0,0 1 0 0 0,1-1 1 0 0,9-16-1 0 0,-13 26-96 0 0,0 1 0 0 0,0-1 0 0 0,0 0 0 0 0,0 0 0 0 0,0 1 0 0 0,0-1 0 0 0,0 1 0 0 0,1-1 0 0 0,-1 1 0 0 0,1 0 0 0 0,-1-1 0 0 0,1 1 0 0 0,0 0 0 0 0,-1 0 0 0 0,1 0 0 0 0,0 0 0 0 0,0 0 0 0 0,0 0-1 0 0,-1 1 1 0 0,1-1 0 0 0,0 1 0 0 0,0-1 0 0 0,0 1 0 0 0,0 0 0 0 0,0 0 0 0 0,0 0 0 0 0,0 0 0 0 0,0 0 0 0 0,0 0 0 0 0,0 0 0 0 0,0 1 0 0 0,0-1 0 0 0,0 1 0 0 0,0-1 0 0 0,0 1 0 0 0,0 0 0 0 0,0 0 0 0 0,-1 0 0 0 0,1 0 0 0 0,0 0 0 0 0,-1 0-1 0 0,4 3 1 0 0,-1 0 24 0 0,0-1-1 0 0,-1 1 1 0 0,1 1-1 0 0,-1-1 0 0 0,0 0 1 0 0,0 1-1 0 0,0 0 1 0 0,0 0-1 0 0,-1-1 0 0 0,3 11 1 0 0,14 58 352 0 0,-11-39-321 0 0,-5-21-80 0 0,-2-8-11 0 0,0 0-1 0 0,0 0 0 0 0,0 0 1 0 0,0 0-1 0 0,1 0 0 0 0,0 0 0 0 0,0-1 1 0 0,0 1-1 0 0,1-1 0 0 0,0 1 0 0 0,0-1 1 0 0,6 7-1 0 0,-9-11 1 0 0,0 0-1 0 0,1 0 1 0 0,-1 0 0 0 0,0 0-1 0 0,0 0 1 0 0,1 0 0 0 0,-1 0-1 0 0,0 0 1 0 0,1 0 0 0 0,-1-1-1 0 0,0 1 1 0 0,0 0 0 0 0,1 0-1 0 0,-1 0 1 0 0,0 0-1 0 0,0-1 1 0 0,0 1 0 0 0,1 0-1 0 0,-1 0 1 0 0,0-1 0 0 0,0 1-1 0 0,0 0 1 0 0,0 0 0 0 0,0-1-1 0 0,1 1 1 0 0,-1 0 0 0 0,0 0-1 0 0,0-1 1 0 0,0 1 0 0 0,0 0-1 0 0,0-1 1 0 0,0 1 0 0 0,0 0-1 0 0,0 0 1 0 0,0-1 0 0 0,0 1-1 0 0,0 0 1 0 0,0-1-1 0 0,0 1 1 0 0,0 0 0 0 0,0 0-1 0 0,0-1 1 0 0,0 1 0 0 0,-1-1-1 0 0,1-15 46 0 0,-2-19 119 0 0,1 0 0 0 0,2 0 0 0 0,8-55 0 0 0,-6 75-424 0 0,1 1 1 0 0,0 0-1 0 0,1 0 0 0 0,10-21 0 0 0,-10 26-662 0 0,1-1-1 0 0,0 1 1 0 0,0 0 0 0 0,1 0 0 0 0,0 1-1 0 0,16-15 1 0 0,-2 7-6194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2.0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13 10594 0 0,'-1'-1'121'0'0,"0"-1"-1"0"0,0 1 1 0 0,0 0 0 0 0,0 0-1 0 0,0 0 1 0 0,0 0-1 0 0,-1 1 1 0 0,1-1 0 0 0,0 0-1 0 0,-1 0 1 0 0,1 1-1 0 0,0-1 1 0 0,-3 0 0 0 0,4 1-12 0 0,-1 0 1 0 0,1 0-1 0 0,0 0 1 0 0,-1 1-1 0 0,1-1 1 0 0,0 0-1 0 0,-2 2 768 0 0,2-2-768 0 0,-1 0 1 0 0,1 0 0 0 0,0 1-1 0 0,0-1 1 0 0,0 0-1 0 0,0 1 1 0 0,-1-1-1 0 0,1 0 1 0 0,0 0-1 0 0,0 1 1 0 0,0-1-1 0 0,0 0 1 0 0,0 1 0 0 0,0-1-1 0 0,0 0 1 0 0,0 1-1 0 0,0-1 1 0 0,0 0-1 0 0,0 1 1 0 0,0-1-1 0 0,1 5 466 0 0,-1 0 0 0 0,1-1 0 0 0,0 1 0 0 0,0-1 0 0 0,1 0 0 0 0,-1 1 0 0 0,4 6 0 0 0,30 54 876 0 0,-17-35-1159 0 0,-1 1 0 0 0,-2 1 0 0 0,-1 0-1 0 0,-1 1 1 0 0,10 44 0 0 0,-6 30-271 0 0,8 35-699 0 0,-18-114-979 0 0,13 34-1 0 0,-11-41-5659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2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11 147 920 0 0,'-10'-7'13702'0'0,"117"-33"-9270"0"0,53-25-2051 0 0,-107 43-2033 0 0,-24 10-654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3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3225 0 0,'11'4'20817'0'0,"-2"5"-23593"0"0,3 16 3201 0 0,0 1 1 0 0,-1 0-1 0 0,-2 0 0 0 0,-1 1 1 0 0,9 52-1 0 0,5 143-902 0 0,-17-150-275 0 0,-2-18-728 0 0,-2-29 719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14283 0 0,'4'-3'319'0'0,"0"1"0"0"0,1 0 0 0 0,-1 0 0 0 0,1 1 0 0 0,0-1 0 0 0,0 1 1 0 0,0 0-1 0 0,6-1 0 0 0,12-3 140 0 0,25-10-190 0 0,217-65 2277 0 0,-85 37-8656 0 0,-136 35-47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4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61 10594 0 0,'-1'2'142'0'0,"-1"-1"-1"0"0,1 1 1 0 0,0-1-1 0 0,-1 1 1 0 0,1 0 0 0 0,0-1-1 0 0,0 1 1 0 0,0 0-1 0 0,0 0 1 0 0,0 0-1 0 0,0 0 1 0 0,1 0-1 0 0,-1 0 1 0 0,1 0 0 0 0,-1 0-1 0 0,1 0 1 0 0,0 3-1 0 0,-2 37 736 0 0,2-34-714 0 0,1 1-1 0 0,1-1 1 0 0,0 0-1 0 0,0 0 1 0 0,0 0-1 0 0,1 0 1 0 0,0 0-1 0 0,1 0 1 0 0,0-1-1 0 0,0 1 1 0 0,1-1-1 0 0,-1 0 1 0 0,1 0-1 0 0,1-1 1 0 0,0 0-1 0 0,10 10 1 0 0,-12-13-39 0 0,-1 0 0 0 0,1 0-1 0 0,0-1 1 0 0,0 1 0 0 0,0-1 0 0 0,1 0-1 0 0,-1 0 1 0 0,0 0 0 0 0,1-1 0 0 0,-1 1 0 0 0,1-1-1 0 0,0 0 1 0 0,-1 0 0 0 0,1-1 0 0 0,0 0-1 0 0,-1 1 1 0 0,1-1 0 0 0,0-1 0 0 0,0 1 0 0 0,-1-1-1 0 0,1 0 1 0 0,0 0 0 0 0,-1 0 0 0 0,1-1-1 0 0,-1 1 1 0 0,0-1 0 0 0,1 0 0 0 0,-1-1 0 0 0,0 1-1 0 0,6-5 1 0 0,-6 4-39 0 0,-1 0 0 0 0,1 0 0 0 0,-1 0 0 0 0,1-1 0 0 0,-1 1 0 0 0,0-1 0 0 0,0 0 0 0 0,0 0 0 0 0,-1 0 1 0 0,1 0-1 0 0,-1 0 0 0 0,0 0 0 0 0,-1-1 0 0 0,1 1 0 0 0,-1-1 0 0 0,1 0 0 0 0,0-6 0 0 0,-2 5-35 0 0,0-1 1 0 0,0 1-1 0 0,-1 0 1 0 0,0 0-1 0 0,0 0 1 0 0,0 0-1 0 0,0 0 1 0 0,-1 0-1 0 0,0 0 0 0 0,-1 0 1 0 0,1 0-1 0 0,-5-5 1 0 0,2 2-66 0 0,-1 0-1 0 0,0 0 1 0 0,-1 1 0 0 0,0 0 0 0 0,0 0 0 0 0,-1 1 0 0 0,0 0 0 0 0,0 0-1 0 0,0 1 1 0 0,-1 0 0 0 0,0 0 0 0 0,0 1 0 0 0,-1 0 0 0 0,1 1 0 0 0,-17-5-1 0 0,-21 2-1232 0 0,15 9-4372 0 0,8 3-1137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5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38 4609 0 0,'12'-5'1255'0'0,"16"-7"3254"0"0,-27 12-4372 0 0,0 0 0 0 0,0-1-1 0 0,0 1 1 0 0,0-1 0 0 0,0 1-1 0 0,0-1 1 0 0,0 0 0 0 0,0 1-1 0 0,0-1 1 0 0,-1 0 0 0 0,1 1-1 0 0,0-1 1 0 0,0 0 0 0 0,-1 0-1 0 0,1 0 1 0 0,-1 0 0 0 0,1 0-1 0 0,-1 0 1 0 0,1-1 0 0 0,-3-3 2022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5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7370 0 0,'5'-24'12453'0'0,"1"34"-10417"0"0,4 16-1504 0 0,-1 1 0 0 0,-2 1 0 0 0,9 52 0 0 0,-1 88-196 0 0,-3 64-697 0 0,-9-133-3051 0 0,-3-75-4071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6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0 296 5985 0 0,'11'-6'4930'0'0,"26"-8"-2938"0"0,51-18 595 0 0,109-56 0 0 0,-18-18-5267 0 0,-148 87 2631 0 0,-21 14 712 0 0,-1-1-1 0 0,1-1 1 0 0,16-5 3992 0 0,-20 30-4108 0 0,-4-14-444 0 0,7 29 22 0 0,-2 1 0 0 0,-1-1 1 0 0,3 61-1 0 0,-7-59-123 0 0,2 1 0 0 0,1-1 0 0 0,10 36 0 0 0,-15-70-24 0 0,0 0-1 0 0,0 0 0 0 0,1 1 0 0 0,-1-1 0 0 0,0 0 1 0 0,1 0-1 0 0,-1 1 0 0 0,1-1 0 0 0,-1 0 1 0 0,1 0-1 0 0,0 0 0 0 0,0 0 0 0 0,-1 0 1 0 0,1 0-1 0 0,0 0 0 0 0,0 0 0 0 0,0 0 0 0 0,0 0 1 0 0,0 0-1 0 0,0 0 0 0 0,0-1 0 0 0,0 1 1 0 0,2 0-1 0 0,-2-1-1 0 0,0 0 0 0 0,0-1 0 0 0,0 1 1 0 0,0 0-1 0 0,0-1 0 0 0,0 1 0 0 0,0-1 0 0 0,0 1 0 0 0,0-1 1 0 0,0 1-1 0 0,0-1 0 0 0,-1 0 0 0 0,1 1 0 0 0,0-1 0 0 0,0 0 1 0 0,-1 0-1 0 0,1 0 0 0 0,0 1 0 0 0,-1-1 0 0 0,2-2 0 0 0,4-7-63 0 0,-1 0-1 0 0,0-1 0 0 0,6-18 1 0 0,3-19 123 0 0,-8 23 51 0 0,2 0 1 0 0,16-35-1 0 0,-21 54-31 0 0,0 0 0 0 0,0 0 0 0 0,1 0 0 0 0,-1 1-1 0 0,1-1 1 0 0,1 1 0 0 0,-1 0 0 0 0,1 1 0 0 0,0-1 0 0 0,0 1 0 0 0,0 0-1 0 0,1 0 1 0 0,-1 0 0 0 0,11-4 0 0 0,-14 7-43 0 0,1 0 0 0 0,-1 0 0 0 0,1 0-1 0 0,-1 0 1 0 0,1 0 0 0 0,0 1 0 0 0,-1-1 0 0 0,1 1 0 0 0,-1 0 0 0 0,1 0 0 0 0,0 0 0 0 0,-1 0-1 0 0,1 0 1 0 0,0 0 0 0 0,-1 1 0 0 0,1 0 0 0 0,-1-1 0 0 0,1 1 0 0 0,4 2 0 0 0,-4-1 19 0 0,0 0 1 0 0,-1 0 0 0 0,1 1 0 0 0,-1-1-1 0 0,0 1 1 0 0,0-1 0 0 0,1 1 0 0 0,-2 0-1 0 0,1 0 1 0 0,0 0 0 0 0,-1 0 0 0 0,1 0 0 0 0,1 5-1 0 0,2 9 107 0 0,-1 1 0 0 0,-1 0 0 0 0,-1-1 0 0 0,1 30 0 0 0,-3-40-134 0 0,1 7-64 0 0,0 10-1406 0 0,0-1 0 0 0,2 1-1 0 0,0 0 1 0 0,10 31 0 0 0,-5-33-5817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6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13 381 5065 0 0,'18'-9'1758'0'0,"0"0"0"0"0,-1-2 0 0 0,0 0 0 0 0,-1 0 0 0 0,0-2 0 0 0,24-23 0 0 0,-35 30-1550 0 0,0-1-1 0 0,0 1 0 0 0,-1 0 1 0 0,1-1-1 0 0,-2 0 1 0 0,1 0-1 0 0,-1 0 1 0 0,0-1-1 0 0,0 1 1 0 0,-1-1-1 0 0,0 0 1 0 0,0 1-1 0 0,-1-1 1 0 0,0 0-1 0 0,-1 0 1 0 0,1 0-1 0 0,-1 0 1 0 0,-1 0-1 0 0,-2-15 1 0 0,1 15-139 0 0,0 1-1 0 0,-1-1 1 0 0,0 1 0 0 0,0 0 0 0 0,-1 0 0 0 0,1 0 0 0 0,-2 1 0 0 0,1-1 0 0 0,-1 1 0 0 0,0 0 0 0 0,0 0-1 0 0,0 0 1 0 0,-11-7 0 0 0,14 11-64 0 0,0 0-1 0 0,-1 0 0 0 0,1 1 0 0 0,-1-1 0 0 0,0 1 0 0 0,1-1 1 0 0,-1 1-1 0 0,0 0 0 0 0,0 0 0 0 0,1 0 0 0 0,-1 1 1 0 0,0-1-1 0 0,0 1 0 0 0,0 0 0 0 0,0-1 0 0 0,0 1 1 0 0,0 0-1 0 0,0 1 0 0 0,0-1 0 0 0,0 1 0 0 0,0-1 1 0 0,0 1-1 0 0,0 0 0 0 0,0 0 0 0 0,1 0 0 0 0,-1 0 1 0 0,0 0-1 0 0,1 1 0 0 0,-1 0 0 0 0,1-1 0 0 0,-1 1 0 0 0,1 0 1 0 0,0 0-1 0 0,0 0 0 0 0,-1 0 0 0 0,2 0 0 0 0,-1 1 1 0 0,-2 2-1 0 0,0 1-11 0 0,0 0 1 0 0,1 0-1 0 0,0 0 0 0 0,0 0 1 0 0,0 1-1 0 0,1-1 0 0 0,0 1 1 0 0,0 0-1 0 0,1-1 0 0 0,-1 1 1 0 0,1 0-1 0 0,1 0 0 0 0,0 0 1 0 0,0 0-1 0 0,0 0 1 0 0,1 0-1 0 0,0 0 0 0 0,0 0 1 0 0,0 0-1 0 0,1-1 0 0 0,0 1 1 0 0,5 9-1 0 0,-3-6-114 0 0,1 0-1 0 0,0-1 1 0 0,0 1-1 0 0,1-1 1 0 0,1 0-1 0 0,-1-1 1 0 0,1 0-1 0 0,1 0 1 0 0,-1 0-1 0 0,2-1 1 0 0,-1 0-1 0 0,1-1 1 0 0,17 11-1 0 0,-16-12-521 0 0,0 0-1 0 0,1-1 0 0 0,-1 0 1 0 0,1-1-1 0 0,0 0 1 0 0,0-1-1 0 0,0 0 1 0 0,21 1-1 0 0,-10-5-4965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6.9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1 206 6913 0 0,'4'-6'3742'0'0,"-4"6"-3641"0"0,1 0 0 0 0,-1 0 0 0 0,0 0 0 0 0,1 0 0 0 0,12 5 4130 0 0,6 7-2130 0 0,-8-3-1238 0 0,0 0 0 0 0,-1 1-1 0 0,17 21 1 0 0,15 14 556 0 0,-36-39-1303 0 0,1-1-1 0 0,0 1 1 0 0,0-1-1 0 0,0-1 1 0 0,1 1 0 0 0,13 5-1 0 0,-19-9-82 0 0,0-1 1 0 0,1 1-1 0 0,-1-1 0 0 0,0 0 1 0 0,0 1-1 0 0,0-1 0 0 0,0 0 0 0 0,0-1 1 0 0,0 1-1 0 0,0 0 0 0 0,0 0 0 0 0,0-1 1 0 0,0 1-1 0 0,0-1 0 0 0,0 0 1 0 0,0 0-1 0 0,0 0 0 0 0,0 0 0 0 0,-1 0 1 0 0,1 0-1 0 0,0 0 0 0 0,0 0 0 0 0,-1-1 1 0 0,1 1-1 0 0,-1 0 0 0 0,0-1 1 0 0,1 0-1 0 0,-1 1 0 0 0,0-1 0 0 0,0 0 1 0 0,0 0-1 0 0,0 1 0 0 0,1-4 1 0 0,8-17 162 0 0,-1 0 1 0 0,-1-1 0 0 0,-1 1 0 0 0,5-28 0 0 0,-5 20-236 0 0,19-53-1 0 0,-20 70-442 0 0,0 0-1 0 0,13-20 1 0 0,-1 12-6173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7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0 256 3225 0 0,'15'24'1410'0'0,"1"-1"1"0"0,35 41-1 0 0,-49-62-1205 0 0,0 0 0 0 0,-1 0-1 0 0,1 0 1 0 0,0-1-1 0 0,0 1 1 0 0,0 0 0 0 0,0-1-1 0 0,1 0 1 0 0,-1 1 0 0 0,0-1-1 0 0,1 0 1 0 0,2 1 0 0 0,-4-2-61 0 0,0 0 0 0 0,0-1 0 0 0,0 1 1 0 0,0 0-1 0 0,0 0 0 0 0,0-1 0 0 0,0 1 1 0 0,0 0-1 0 0,0-1 0 0 0,0 1 1 0 0,-1-1-1 0 0,1 0 0 0 0,0 1 0 0 0,0-1 1 0 0,0 1-1 0 0,-1-1 0 0 0,1 0 1 0 0,0 0-1 0 0,-1 1 0 0 0,1-1 0 0 0,0 0 1 0 0,-1 0-1 0 0,1 0 0 0 0,-1 0 1 0 0,0 0-1 0 0,1 0 0 0 0,-1 0 0 0 0,0 0 1 0 0,1 0-1 0 0,-1 0 0 0 0,0 0 1 0 0,0-1-1 0 0,5-18 950 0 0,0 0-1 0 0,-2 0 1 0 0,0-1 0 0 0,-2 1-1 0 0,0-33 1 0 0,-17-103 62 0 0,13 134-1119 0 0,2 20-37 0 0,1 0 1 0 0,0-1-1 0 0,-1 1 1 0 0,1 0-1 0 0,-1 0 0 0 0,1-1 1 0 0,-1 1-1 0 0,0 0 1 0 0,0 0-1 0 0,0 0 1 0 0,-2-3-1 0 0,3 5-5 0 0,-1 0 0 0 0,1 0 0 0 0,0 0 0 0 0,0 0-1 0 0,0 0 1 0 0,-1 0 0 0 0,1 0 0 0 0,0-1 0 0 0,0 1 0 0 0,0 0 0 0 0,-1 0 0 0 0,1 0 0 0 0,0 0 0 0 0,0 0-1 0 0,0 0 1 0 0,-1 0 0 0 0,1 0 0 0 0,0 0 0 0 0,0 0 0 0 0,0 0 0 0 0,-1 0 0 0 0,1 0 0 0 0,0 1 0 0 0,0-1-1 0 0,0 0 1 0 0,0 0 0 0 0,-1 0 0 0 0,1 0 0 0 0,0 0 0 0 0,0 0 0 0 0,0 0 0 0 0,0 1 0 0 0,-1-1-1 0 0,1 0 1 0 0,0 0 0 0 0,0 0 0 0 0,0 0 0 0 0,0 0 0 0 0,0 1 0 0 0,-8 17-264 0 0,6-9 254 0 0,-1 0 1 0 0,2 1-1 0 0,0-1 0 0 0,0 0 1 0 0,0 1-1 0 0,1-1 1 0 0,1 1-1 0 0,0-1 0 0 0,0 1 1 0 0,1-1-1 0 0,0 0 1 0 0,0 0-1 0 0,1 1 0 0 0,0-2 1 0 0,1 1-1 0 0,0 0 1 0 0,0-1-1 0 0,1 0 0 0 0,0 0 1 0 0,0 0-1 0 0,1 0 1 0 0,0-1-1 0 0,1 0 1 0 0,-1 0-1 0 0,1-1 0 0 0,1 0 1 0 0,-1 0-1 0 0,1-1 1 0 0,0 0-1 0 0,0 0 0 0 0,1 0 1 0 0,-1-1-1 0 0,16 4 1 0 0,-17-6 33 0 0,0-1 1 0 0,0-1-1 0 0,0 1 1 0 0,0-1 0 0 0,0 0-1 0 0,1-1 1 0 0,-1 0-1 0 0,0 0 1 0 0,0 0 0 0 0,-1-1-1 0 0,1 0 1 0 0,0-1-1 0 0,0 1 1 0 0,-1-1 0 0 0,0 0-1 0 0,1-1 1 0 0,-1 1 0 0 0,-1-2-1 0 0,1 1 1 0 0,0 0-1 0 0,-1-1 1 0 0,5-5 0 0 0,2-2-31 0 0,-1-1 1 0 0,-1 0-1 0 0,0 0 1 0 0,0-1 0 0 0,-1 0-1 0 0,-1-1 1 0 0,-1 0-1 0 0,8-21 1 0 0,-14 33-10 0 0,2-4 27 0 0,-1 0-1 0 0,1 0 0 0 0,0 1 0 0 0,0-1 1 0 0,9-11-1 0 0,-12 16 16 0 0,1 1 1 0 0,0 0-1 0 0,1 0 1 0 0,-1 0-1 0 0,0 1 1 0 0,0-1-1 0 0,0 0 1 0 0,0 0-1 0 0,1 1 1 0 0,-1-1-1 0 0,0 0 1 0 0,1 1-1 0 0,-1-1 1 0 0,0 1 0 0 0,1 0-1 0 0,-1-1 1 0 0,1 1-1 0 0,-1 0 1 0 0,1 0-1 0 0,-1 0 1 0 0,0 0-1 0 0,1 0 1 0 0,-1 0-1 0 0,1 1 1 0 0,-1-1-1 0 0,1 0 1 0 0,-1 1-1 0 0,0-1 1 0 0,1 1-1 0 0,-1-1 1 0 0,0 1-1 0 0,0 0 1 0 0,1 0-1 0 0,-1-1 1 0 0,0 1-1 0 0,2 1 1 0 0,1 2 19 0 0,1 0 1 0 0,0-1 0 0 0,-1 1-1 0 0,0 1 1 0 0,1-1-1 0 0,-2 1 1 0 0,1-1-1 0 0,-1 1 1 0 0,1 0-1 0 0,2 7 1 0 0,1 3 7 0 0,-2 0-1 0 0,7 22 1 0 0,6 20-272 0 0,-17-56 218 0 0,-1-1 0 0 0,0 0 1 0 0,0 0-1 0 0,0 1 1 0 0,0-1-1 0 0,1 0 0 0 0,-1 1 1 0 0,0-1-1 0 0,0 0 1 0 0,1 0-1 0 0,-1 1 0 0 0,0-1 1 0 0,0 0-1 0 0,1 0 0 0 0,-1 0 1 0 0,0 0-1 0 0,1 1 1 0 0,-1-1-1 0 0,0 0 0 0 0,1 0 1 0 0,-1 0-1 0 0,0 0 1 0 0,1 0-1 0 0,-1 0 0 0 0,0 0 1 0 0,1 0-1 0 0,-1 0 1 0 0,0 0-1 0 0,1 0 0 0 0,-1 0 1 0 0,0 0-1 0 0,1 0 0 0 0,-1 0 1 0 0,1 0-1 0 0,15-9 26 0 0,10-16 16 0 0,-15 11-73 0 0,-1-1 0 0 0,0 0 1 0 0,7-17-1 0 0,-11 20 23 0 0,1-1 0 0 0,0 1-1 0 0,1 1 1 0 0,0 0 0 0 0,1 0 0 0 0,12-13 0 0 0,-19 23 42 0 0,0-1 1 0 0,0 0 0 0 0,0 1-1 0 0,0-1 1 0 0,0 1-1 0 0,1-1 1 0 0,-1 1-1 0 0,0 0 1 0 0,1 0-1 0 0,-1 0 1 0 0,0 0-1 0 0,1 1 1 0 0,-1-1-1 0 0,1 1 1 0 0,-1-1 0 0 0,1 1-1 0 0,0 0 1 0 0,-1 0-1 0 0,4 0 1 0 0,-4 1 9 0 0,0 0 0 0 0,0 0-1 0 0,0 0 1 0 0,0 0 0 0 0,0 0 0 0 0,0 1 0 0 0,0-1 0 0 0,0 0 0 0 0,-1 1 0 0 0,1 0-1 0 0,0-1 1 0 0,-1 1 0 0 0,1 0 0 0 0,-1 0 0 0 0,0 0 0 0 0,1 0 0 0 0,-1 0 0 0 0,0 0 0 0 0,0 0-1 0 0,0 0 1 0 0,0 2 0 0 0,7 17 61 0 0,-3-6-227 0 0,0-1-1 0 0,1 0 1 0 0,0-1 0 0 0,1 1 0 0 0,1-1-1 0 0,0 0 1 0 0,12 12 0 0 0,-9-14-541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7.8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14283 0 0,'24'18'5464'0'0,"-18"-12"-4915"0"0,-1 0 0 0 0,0 0 0 0 0,0 0 0 0 0,0 1 1 0 0,-1 0-1 0 0,6 12 0 0 0,-8-15-761 0 0,-1 0 0 0 0,0 0 1 0 0,1 0-1 0 0,-1 0 0 0 0,-1-1 0 0 0,1 2 1 0 0,-1-1-1 0 0,1 0 0 0 0,-1 0 0 0 0,0 0 1 0 0,-1 0-1 0 0,1 0 0 0 0,-1 0 0 0 0,0 0 1 0 0,-1 5-1 0 0,-2 0-819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8.1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11522 0 0,'-1'-5'513'0'0,"1"1"95"0"0,0 1-480 0 0,0 0-128 0 0,0 2 0 0 0,0 0 0 0 0,1-1 216 0 0,1 0 16 0 0,1-3 8 0 0,-1 1 0 0 0,2 0-528 0 0,-1 3-96 0 0,0 1-32 0 0,-2 1 0 0 0,1 6 336 0 0,-1 3 80 0 0,3 2 0 0 0,0 2 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8.5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1376 0 0,'3'-2'643'0'0,"0"1"-1"0"0,0 0 0 0 0,-1 0 1 0 0,1 0-1 0 0,1 0 0 0 0,-1 1 1 0 0,0-1-1 0 0,0 1 1 0 0,0-1-1 0 0,0 1 0 0 0,0 0 1 0 0,0 1-1 0 0,1-1 0 0 0,-1 0 1 0 0,0 1-1 0 0,0 0 0 0 0,0 0 1 0 0,0 0-1 0 0,0 0 0 0 0,3 2 1 0 0,-3-2-280 0 0,-1 0 0 0 0,1 0 0 0 0,0 1 0 0 0,-1-1-1 0 0,1 1 1 0 0,-1 0 0 0 0,0-1 0 0 0,1 1 0 0 0,-1 0 0 0 0,0 1 0 0 0,0-1 0 0 0,0 0 0 0 0,0 1 0 0 0,-1-1 0 0 0,1 1 0 0 0,-1-1 0 0 0,1 1 0 0 0,-1 0 0 0 0,0 0 0 0 0,2 5-1 0 0,-5 36 130 0 0,0 6-653 0 0,3-47 115 0 0,-1-1 0 0 0,0 1 0 0 0,0 0 0 0 0,1-1 0 0 0,-1 1 0 0 0,1-1 0 0 0,0 1 0 0 0,0-1 0 0 0,0 1 0 0 0,0-1-1 0 0,0 0 1 0 0,1 1 0 0 0,-1-1 0 0 0,3 2 0 0 0,-4-3 16 0 0,1-1 1 0 0,0 1-1 0 0,0-1 0 0 0,0 1 0 0 0,0-1 0 0 0,0 1 0 0 0,-1-1 0 0 0,1 0 0 0 0,0 1 0 0 0,0-1 0 0 0,0 0 0 0 0,0 0 0 0 0,0 0 1 0 0,0 0-1 0 0,0 0 0 0 0,0 0 0 0 0,0 0 0 0 0,0 0 0 0 0,0 0 0 0 0,0-1 0 0 0,0 1 0 0 0,0 0 0 0 0,0-1 0 0 0,0 1 0 0 0,0 0 1 0 0,0-1-1 0 0,-1 1 0 0 0,1-1 0 0 0,0 1 0 0 0,0-1 0 0 0,0 0 0 0 0,-1 1 0 0 0,1-1 0 0 0,0 0 0 0 0,-1 0 0 0 0,1 1 0 0 0,-1-1 1 0 0,2-1-1 0 0,25-36-131 0 0,-24 33 13 0 0,6-8 60 0 0,0 0-1 0 0,1 0 0 0 0,0 1 1 0 0,16-13-1 0 0,-20 20 174 0 0,0 0-1 0 0,0 0 1 0 0,0 0 0 0 0,1 1-1 0 0,0 0 1 0 0,0 0 0 0 0,0 1-1 0 0,0 0 1 0 0,0 0 0 0 0,13-2 0 0 0,-18 5-44 0 0,0-1 0 0 0,0 1 0 0 0,0 0 0 0 0,0 0 0 0 0,0 0 0 0 0,0 1 0 0 0,0-1 0 0 0,0 0 0 0 0,0 1 0 0 0,0-1 0 0 0,-1 1 0 0 0,1 0 0 0 0,0 0 0 0 0,0-1 0 0 0,0 1 0 0 0,-1 0 0 0 0,1 1 0 0 0,0-1 0 0 0,-1 0 0 0 0,1 0 0 0 0,-1 1 0 0 0,1-1 0 0 0,-1 1 0 0 0,0-1 0 0 0,2 3 0 0 0,2 5 53 0 0,0 0-1 0 0,0 0 0 0 0,-1 0 1 0 0,3 12-1 0 0,9 16-456 0 0,14 8-3759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9.4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1 321 2304 0 0,'35'-11'10586'0'0,"8"-6"-5769"0"0,-18 5-4104 0 0,0-1 0 0 0,-2-1 1 0 0,43-32-1 0 0,-61 42-730 0 0,10-8 225 0 0,-1-1-1 0 0,0 0 1 0 0,14-19-1 0 0,-26 30-178 0 0,1-1 0 0 0,-1 1 0 0 0,0-1 0 0 0,0 0 0 0 0,-1 1 1 0 0,1-1-1 0 0,-1 0 0 0 0,1 0 0 0 0,-1 0 0 0 0,0-1 0 0 0,0 1 0 0 0,0 0 0 0 0,-1 0 0 0 0,1 0 0 0 0,-1-1 0 0 0,1 1 0 0 0,-1 0 0 0 0,0-1 0 0 0,-1 1 1 0 0,1 0-1 0 0,0-1 0 0 0,-1 1 0 0 0,0 0 0 0 0,0 0 0 0 0,0 0 0 0 0,-2-4 0 0 0,0 3-2 0 0,0 0 0 0 0,0 1-1 0 0,-1-1 1 0 0,1 1 0 0 0,-1 0 0 0 0,0 0-1 0 0,0 0 1 0 0,-1 0 0 0 0,1 1 0 0 0,0 0-1 0 0,-1 0 1 0 0,1 0 0 0 0,-9-2-1 0 0,10 3-8 0 0,-1 0-1 0 0,1 0 0 0 0,-1 0 1 0 0,1 0-1 0 0,-1 1 0 0 0,1-1 0 0 0,-1 1 1 0 0,0 0-1 0 0,1 0 0 0 0,-1 1 1 0 0,1-1-1 0 0,-1 1 0 0 0,0-1 0 0 0,1 1 1 0 0,-1 0-1 0 0,1 1 0 0 0,0-1 1 0 0,-7 4-1 0 0,8-3-19 0 0,0 1 1 0 0,0-1-1 0 0,0 1 1 0 0,0 0-1 0 0,1 0 0 0 0,-1 0 1 0 0,1 0-1 0 0,0 0 1 0 0,-1 0-1 0 0,1 1 0 0 0,1-1 1 0 0,-1 0-1 0 0,0 0 1 0 0,1 1-1 0 0,0-1 0 0 0,0 1 1 0 0,0-1-1 0 0,0 0 1 0 0,0 1-1 0 0,1-1 0 0 0,0 5 1 0 0,2 4-3 0 0,-1 0 1 0 0,1-1 0 0 0,1 1-1 0 0,9 18 1 0 0,-10-23 20 0 0,1 0 0 0 0,0-1 0 0 0,0 1 0 0 0,1-1 0 0 0,0 0 0 0 0,0-1 0 0 0,0 1 0 0 0,1-1 0 0 0,-1 0 1 0 0,1 0-1 0 0,1-1 0 0 0,-1 0 0 0 0,0 0 0 0 0,1 0 0 0 0,0-1 0 0 0,0 0 0 0 0,11 3 0 0 0,-1-2-477 0 0,0-1 0 0 0,0 0 0 0 0,0-2 0 0 0,1 0 0 0 0,-1-1 0 0 0,28-3 0 0 0,-5-1-6769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9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31 136 3225 0 0,'33'-10'626'0'0,"42"-20"1"0"0,-64 25 85 0 0,0-1 0 0 0,0 0-1 0 0,-1-1 1 0 0,0 0 0 0 0,0-1 0 0 0,-1 0 0 0 0,12-12 0 0 0,-20 19-473 0 0,0 0 0 0 0,0 0 1 0 0,0 0-1 0 0,0 0 0 0 0,0 0 1 0 0,0-1-1 0 0,-1 1 0 0 0,1 0 1 0 0,0 0-1 0 0,-1-1 0 0 0,1 1 1 0 0,-1 0-1 0 0,1-1 0 0 0,-1 1 1 0 0,1 0-1 0 0,-1-3 0 0 0,0 4-101 0 0,-1-1 0 0 0,1 1 0 0 0,0 0 0 0 0,0-1 0 0 0,-1 1 0 0 0,1 0-1 0 0,0-1 1 0 0,-1 1 0 0 0,1 0 0 0 0,-1-1 0 0 0,1 1 0 0 0,0 0 0 0 0,-1 0 0 0 0,1 0 0 0 0,-1-1 0 0 0,1 1-1 0 0,-1 0 1 0 0,1 0 0 0 0,-1 0 0 0 0,1 0 0 0 0,-1 0 0 0 0,1 0 0 0 0,-1 0 0 0 0,1 0 0 0 0,-1 0 0 0 0,1 0-1 0 0,0 0 1 0 0,-1 0 0 0 0,0 1 0 0 0,-5 0 299 0 0,0 0-1 0 0,1 0 0 0 0,-1 1 1 0 0,1 0-1 0 0,0 0 0 0 0,-8 5 1 0 0,-6 4-316 0 0,1 2 0 0 0,0 0 0 0 0,1 1 0 0 0,1 0 1 0 0,0 1-1 0 0,1 1 0 0 0,1 1 0 0 0,0 0 1 0 0,-12 22-1 0 0,16-8-137 0 0,8-14 5 0 0,2-17 11 0 0,0 1 0 0 0,0-1-1 0 0,0 0 1 0 0,0 1 0 0 0,0-1 0 0 0,0 0 0 0 0,1 0 0 0 0,-1 1 0 0 0,0-1-1 0 0,0 0 1 0 0,0 1 0 0 0,0-1 0 0 0,0 0 0 0 0,1 0 0 0 0,-1 1 0 0 0,0-1-1 0 0,0 0 1 0 0,0 0 0 0 0,1 1 0 0 0,-1-1 0 0 0,0 0 0 0 0,0 0 0 0 0,1 0-1 0 0,-1 1 1 0 0,0-1 0 0 0,0 0 0 0 0,1 0 0 0 0,-1 0 0 0 0,0 0 0 0 0,1 0-1 0 0,-1 0 1 0 0,0 0 0 0 0,1 0 0 0 0,-1 1 0 0 0,4-3-26 0 0,0 1 0 0 0,-1-1 0 0 0,1 1-1 0 0,-1-1 1 0 0,0 0 0 0 0,0 0 0 0 0,1 0 0 0 0,-1-1 0 0 0,0 1 0 0 0,4-6 0 0 0,6-3-87 0 0,42-37 117 0 0,-43 37 124 0 0,0 0-1 0 0,0 0 0 0 0,1 1 0 0 0,1 1 1 0 0,22-12-1 0 0,-35 20-114 0 0,0 0 0 0 0,0 1 0 0 0,1-1 0 0 0,-1 1 0 0 0,1 0 0 0 0,-1-1 0 0 0,0 1 0 0 0,1 0 0 0 0,-1 0 0 0 0,1 0 0 0 0,-1 0 0 0 0,0 0 0 0 0,1 0 0 0 0,-1 1 0 0 0,1-1 0 0 0,-1 0 0 0 0,0 1 0 0 0,1-1 0 0 0,-1 1 0 0 0,0-1 0 0 0,3 2 0 0 0,-2 0 0 0 0,0 0-1 0 0,0 0 1 0 0,0 0-1 0 0,0 0 0 0 0,0 0 1 0 0,0 0-1 0 0,-1 1 0 0 0,1-1 1 0 0,-1 1-1 0 0,2 3 0 0 0,2 8 1 0 0,0 0-1 0 0,-1 0 1 0 0,3 22 0 0 0,-5-23-6 0 0,3 13-7 0 0,2 8 0 0 0,12 40 0 0 0,-15-63 0 0 0,1 0 0 0 0,0 0 0 0 0,0 0 0 0 0,1-1 0 0 0,0 0 0 0 0,1 0 0 0 0,11 12 0 0 0,-11-13 61 0 0,1 1 0 0 0,0-2 0 0 0,1 1 0 0 0,0-1 0 0 0,0-1 0 0 0,1 0 0 0 0,-1 0 0 0 0,2-1 0 0 0,-1 0 0 0 0,14 5 0 0 0,-23-10-47 0 0,-1-1 1 0 0,1 0 0 0 0,0 0-1 0 0,0 0 1 0 0,-1 0-1 0 0,1-1 1 0 0,0 1-1 0 0,-1 0 1 0 0,1 0 0 0 0,0 0-1 0 0,0-1 1 0 0,-1 1-1 0 0,1 0 1 0 0,0 0 0 0 0,-1-1-1 0 0,1 1 1 0 0,-1-1-1 0 0,1 1 1 0 0,0-1-1 0 0,-1 1 1 0 0,1-1 0 0 0,-1 1-1 0 0,1-1 1 0 0,-1 1-1 0 0,0-1 1 0 0,1 0 0 0 0,-1 1-1 0 0,1-1 1 0 0,-1 0-1 0 0,0 1 1 0 0,0-1-1 0 0,1 0 1 0 0,-1 1 0 0 0,0-1-1 0 0,0 0 1 0 0,0 1-1 0 0,0-1 1 0 0,0 0 0 0 0,0 0-1 0 0,0 0 1 0 0,2-38 491 0 0,-2 34-441 0 0,2-60 395 0 0,16-107-1 0 0,14 18-3873 0 0,-25 123-4837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0.7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15203 0 0,'0'1'146'0'0,"-1"0"-1"0"0,1 0 1 0 0,-1 0-1 0 0,1 0 1 0 0,0 0-1 0 0,-1 0 1 0 0,1 0-1 0 0,0-1 1 0 0,0 1-1 0 0,0 0 1 0 0,0 0-1 0 0,0 0 1 0 0,0 0 0 0 0,0 0-1 0 0,0 0 1 0 0,0 0-1 0 0,0 0 1 0 0,0 0-1 0 0,1 0 1 0 0,-1 0-1 0 0,0 0 1 0 0,1 0-1 0 0,-1 0 1 0 0,1 0-1 0 0,-1-1 1 0 0,1 1-1 0 0,-1 0 1 0 0,1 0-1 0 0,-1-1 1 0 0,1 1-1 0 0,0 0 1 0 0,-1-1-1 0 0,1 1 1 0 0,1 0-1 0 0,-1 0-184 0 0,1 0-1 0 0,-1 0 0 0 0,1 0 0 0 0,-1 0 0 0 0,1 0 0 0 0,-1 0 0 0 0,1-1 0 0 0,0 1 1 0 0,-1 0-1 0 0,1-1 0 0 0,0 0 0 0 0,0 1 0 0 0,-1-1 0 0 0,1 0 0 0 0,0 0 0 0 0,0 0 0 0 0,-1 0 1 0 0,1 0-1 0 0,2-1 0 0 0,33-14-7259 0 0,-31 10 4909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1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1 10594 0 0,'-3'0'198'0'0,"0"1"0"0"0,-1-1 0 0 0,1 1-1 0 0,0 0 1 0 0,0 0 0 0 0,-1 0 0 0 0,1 1-1 0 0,0-1 1 0 0,0 1 0 0 0,1 0 0 0 0,-4 2-1 0 0,-31 26 421 0 0,32-25-543 0 0,-6 4 33 0 0,2 1-1 0 0,-1 0 1 0 0,1 0-1 0 0,1 1 1 0 0,0 0-1 0 0,0 0 1 0 0,1 1-1 0 0,1 0 1 0 0,0 1-1 0 0,0-1 1 0 0,1 1 0 0 0,-3 14-1 0 0,7-20 21 0 0,-1 1 0 0 0,1-1 0 0 0,1 1 0 0 0,-1-1 0 0 0,1 1 0 0 0,1 0 1 0 0,-1-1-1 0 0,1 0 0 0 0,1 1 0 0 0,-1-1 0 0 0,1 1 0 0 0,1-1 0 0 0,-1 0 0 0 0,1 0 0 0 0,0 0 0 0 0,1-1 0 0 0,0 1 0 0 0,0-1 0 0 0,0 0 1 0 0,1 0-1 0 0,0 0 0 0 0,0 0 0 0 0,10 7 0 0 0,-6-5-38 0 0,0 0 0 0 0,1-1-1 0 0,1-1 1 0 0,-1 1 0 0 0,1-2 0 0 0,0 1 0 0 0,19 5 0 0 0,-17-7-377 0 0,1-1 0 0 0,-1-1 0 0 0,1 0 1 0 0,0 0-1 0 0,0-2 0 0 0,0 0 0 0 0,-1 0 0 0 0,1-1 0 0 0,0-1 1 0 0,15-3-1 0 0,-10 0-242 0 0,-1-1-1 0 0,0 0 1 0 0,0-2 0 0 0,-1 1 0 0 0,0-2 0 0 0,0-1-1 0 0,-1 0 1 0 0,0-1 0 0 0,-1 0 0 0 0,0-2 0 0 0,-1 1 0 0 0,0-2-1 0 0,12-15 1 0 0,-16 16 503 0 0,-4 7 20 0 0,0-1 0 0 0,-1 1 0 0 0,0-1 0 0 0,0-1 0 0 0,0 1 0 0 0,-1-1 1 0 0,0 0-1 0 0,0 0 0 0 0,-1 0 0 0 0,0 0 0 0 0,2-12 0 0 0,-5 19-12 0 0,0 0 0 0 0,-1 0 0 0 0,1 0 1 0 0,0 0-1 0 0,-1 1 0 0 0,1-1 0 0 0,0 0 0 0 0,-1 0 0 0 0,1 0 1 0 0,-1 0-1 0 0,1 1 0 0 0,-1-1 0 0 0,0 0 0 0 0,1 0 1 0 0,-1 1-1 0 0,0-1 0 0 0,1 0 0 0 0,-1 1 0 0 0,0-1 1 0 0,0 1-1 0 0,1-1 0 0 0,-1 1 0 0 0,0-1 0 0 0,0 1 1 0 0,0 0-1 0 0,0-1 0 0 0,0 1 0 0 0,0 0 0 0 0,0 0 0 0 0,0 0 1 0 0,0 0-1 0 0,0 0 0 0 0,0 0 0 0 0,1 0 0 0 0,-1 0 1 0 0,0 0-1 0 0,0 0 0 0 0,0 0 0 0 0,0 1 0 0 0,0-1 1 0 0,0 0-1 0 0,-1 1 0 0 0,0 0 75 0 0,1-1-1 0 0,-1 1 1 0 0,1-1 0 0 0,-1 1-1 0 0,1 0 1 0 0,-1-1 0 0 0,1 1-1 0 0,0 0 1 0 0,-1 0 0 0 0,1 0-1 0 0,0 0 1 0 0,0 0 0 0 0,-2 2-1 0 0,3-2 158 0 0,-1 0 0 0 0,1 0 0 0 0,-1 0 0 0 0,1 0-1 0 0,-1 0 1 0 0,1 0 0 0 0,-1 0 0 0 0,1 0 0 0 0,0 0 0 0 0,0 0-1 0 0,0 0 1 0 0,0 0 0 0 0,0 0 0 0 0,0 0 0 0 0,0 0-1 0 0,0 0 1 0 0,0 0 0 0 0,0 0 0 0 0,0 1 0 0 0,1-1 0 0 0,0 2-1 0 0,26 46 7381 0 0,-22-41-7219 0 0,0 0-1 0 0,0 0 0 0 0,-1 0 0 0 0,0 1 1 0 0,4 13-1 0 0,-5-5-119 0 0,0 1-1 0 0,-1 0 1 0 0,-1 26 0 0 0,-1-26-583 0 0,0-1 0 0 0,2 0 0 0 0,5 30-1 0 0,-4-40-1600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1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10138 0 0,'-7'0'7369'0'0,"10"7"-5585"0"0,13-1-7180 0 0,-9-2 4637 0 0,8-4-1407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1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1 101 9674 0 0,'8'0'751'0'0,"1"0"1"0"0,0 1-1 0 0,-1 0 1 0 0,1 1-1 0 0,-1 0 1 0 0,1 1-1 0 0,-1-1 0 0 0,0 1 1 0 0,0 1-1 0 0,0 0 1 0 0,-1 0-1 0 0,8 5 0 0 0,-4 0-121 0 0,0 0-1 0 0,-1 0 0 0 0,0 1 1 0 0,0 0-1 0 0,-1 0 0 0 0,14 22 1 0 0,-26-38-578 0 0,1 0-1 0 0,-1 0 1 0 0,2 0 0 0 0,-1 0 0 0 0,1 0 0 0 0,-1 0 0 0 0,2 0 0 0 0,-1 0 0 0 0,1-9-1 0 0,2-64 296 0 0,-2 74-343 0 0,2-11-798 0 0,0 0 0 0 0,6-23-1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2.4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67 6913 0 0,'3'1'5283'0'0,"-10"-10"-3932"0"0,6 8-1257 0 0,-1 0 0 0 0,1 0 0 0 0,0 1 0 0 0,0-1 0 0 0,0 0-1 0 0,0 0 1 0 0,-1 1 0 0 0,1-1 0 0 0,0 1 0 0 0,0-1-1 0 0,-1 1 1 0 0,1-1 0 0 0,0 1 0 0 0,-1 0 0 0 0,1 0-1 0 0,-1-1 1 0 0,1 1 0 0 0,0 0 0 0 0,-1 0 0 0 0,1 1-1 0 0,-1-1 1 0 0,1 0 0 0 0,0 0 0 0 0,-3 1 0 0 0,-4 4 304 0 0,0-1-1 0 0,1 1 1 0 0,0 0 0 0 0,0 0 0 0 0,1 1 0 0 0,-1 0-1 0 0,-9 13 1 0 0,11-14-281 0 0,1 0 1 0 0,1 0-1 0 0,-1 1 0 0 0,1-1 1 0 0,0 1-1 0 0,0 0 0 0 0,1 0 1 0 0,0 0-1 0 0,0 0 0 0 0,0 0 1 0 0,-1 10-1 0 0,3-15-101 0 0,0 0 1 0 0,0 1-1 0 0,0-1 1 0 0,0 1-1 0 0,0-1 0 0 0,0 0 1 0 0,0 1-1 0 0,0-1 0 0 0,1 1 1 0 0,-1-1-1 0 0,1 0 1 0 0,-1 1-1 0 0,1-1 0 0 0,-1 0 1 0 0,1 0-1 0 0,0 1 1 0 0,0-1-1 0 0,-1 0 0 0 0,1 0 1 0 0,0 0-1 0 0,0 0 0 0 0,0 0 1 0 0,2 1-1 0 0,-1-1-9 0 0,0 0 1 0 0,0 0-1 0 0,0 0 0 0 0,1 0 0 0 0,-1 0 0 0 0,1-1 0 0 0,-1 1 1 0 0,0-1-1 0 0,1 0 0 0 0,-1 0 0 0 0,1 0 0 0 0,2 0 1 0 0,8-1-14 0 0,-1-1-1 0 0,0-1 1 0 0,24-7 0 0 0,-35 9 9 0 0,24-7-41 0 0,1-1-1 0 0,-1-2 0 0 0,-1 0 1 0 0,30-20-1 0 0,-46 26 134 0 0,0 0 0 0 0,-1-1 0 0 0,0 0 0 0 0,0-1 0 0 0,-1 1 0 0 0,0-1 0 0 0,0 0 0 0 0,-1-1 0 0 0,1 1 0 0 0,-2-1 0 0 0,1 0 0 0 0,-1 0 0 0 0,0-1 0 0 0,-1 1 0 0 0,0-1 0 0 0,3-11 0 0 0,22 88 1559 0 0,-23-50-1461 0 0,-4-13-244 0 0,0 0-1 0 0,1 0 0 0 0,-1 0 0 0 0,1 0 0 0 0,0 0 0 0 0,1-1 0 0 0,-1 1 0 0 0,4 4 0 0 0,-4-7 22 0 0,-1-1-1 0 0,0 0 0 0 0,1 0 0 0 0,-1-1 0 0 0,1 1 1 0 0,-1 0-1 0 0,1 0 0 0 0,0-1 0 0 0,-1 1 0 0 0,1-1 1 0 0,0 1-1 0 0,-1-1 0 0 0,1 0 0 0 0,0 0 0 0 0,-1 0 1 0 0,1 0-1 0 0,0 0 0 0 0,0 0 0 0 0,-1 0 0 0 0,1 0 1 0 0,0-1-1 0 0,-1 1 0 0 0,1 0 0 0 0,0-1 0 0 0,-1 0 1 0 0,1 1-1 0 0,-1-1 0 0 0,1 0 0 0 0,-1 0 0 0 0,3-1 1 0 0,7-5-88 0 0,0 0 1 0 0,0-1 0 0 0,12-10-1 0 0,-14 10 68 0 0,0 0-1 0 0,1 1 0 0 0,0 1 0 0 0,11-7 1 0 0,-18 13 89 0 0,0-1 0 0 0,0 0 1 0 0,0 1-1 0 0,0 0 0 0 0,0 0 1 0 0,0 0-1 0 0,0 0 0 0 0,0 0 1 0 0,0 0-1 0 0,0 1 0 0 0,-1 0 1 0 0,1-1-1 0 0,0 1 0 0 0,0 0 1 0 0,0 0-1 0 0,-1 1 1 0 0,1-1-1 0 0,-1 0 0 0 0,5 4 1 0 0,20 7-1501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2.9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13363 0 0,'2'2'446'0'0,"0"-1"0"0"0,0 1 0 0 0,-1 0 1 0 0,1 0-1 0 0,0 0 0 0 0,-1 0 0 0 0,0 0 0 0 0,1 0 0 0 0,-1 0 1 0 0,0 1-1 0 0,0-1 0 0 0,0 0 0 0 0,0 1 0 0 0,-1-1 1 0 0,2 5-1 0 0,6 40 1225 0 0,-8-47-1603 0 0,1 13-375 0 0,0-2 647 0 0,0 0 0 0 0,1 1 0 0 0,0-1-1 0 0,5 13 1 0 0,-6-21-467 0 0,0-1-1 0 0,0 0 0 0 0,1 1 1 0 0,-1-1-1 0 0,1 0 0 0 0,-1 1 0 0 0,1-1 1 0 0,-1 0-1 0 0,1 0 0 0 0,3 2 1 0 0,-4-3-212 0 0,0 0-1 0 0,1-1 1 0 0,0 1 0 0 0,-1 0 0 0 0,1 0 0 0 0,-1-1 0 0 0,1 1 0 0 0,0-1 0 0 0,-1 1 0 0 0,1-1 0 0 0,0 0-1 0 0,0 0 1 0 0,-1 1 0 0 0,1-1 0 0 0,0-1 0 0 0,0 1 0 0 0,1 0 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3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10138 0 0,'12'-18'9820'0'0,"-14"28"-9155"0"0,-4 13-1249 0 0,5-19-210 0 0,1 1-1 0 0,-1-1 1 0 0,1 1-1 0 0,0-1 1 0 0,1 1-1 0 0,-1-1 1 0 0,1 1 0 0 0,0-1-1 0 0,2 7 1 0 0,1 0 13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3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 10594 0 0,'0'-1'109'0'0,"0"0"-1"0"0,1 0 0 0 0,-1 1 0 0 0,0-1 0 0 0,0 0 1 0 0,1 0-1 0 0,-1 1 0 0 0,0-1 0 0 0,1 1 1 0 0,-1-1-1 0 0,1 0 0 0 0,-1 1 0 0 0,1-1 1 0 0,-1 1-1 0 0,1-1 0 0 0,-1 1 0 0 0,1-1 1 0 0,0 1-1 0 0,-1-1 0 0 0,1 1 0 0 0,0 0 1 0 0,-1-1-1 0 0,1 1 0 0 0,0 0 0 0 0,0 0 1 0 0,-1-1-1 0 0,1 1 0 0 0,0 0 0 0 0,0 0 1 0 0,1 0 224 0 0,0 0 0 0 0,0 1 0 0 0,0-1 0 0 0,-1 1 0 0 0,1 0 0 0 0,0-1 0 0 0,-1 1 0 0 0,1 0 0 0 0,-1 0-1 0 0,1 0 1 0 0,-1 0 0 0 0,2 1 0 0 0,2 2 208 0 0,-1-1-1 0 0,0 1 1 0 0,0 0-1 0 0,0 1 1 0 0,-1-1-1 0 0,1 1 1 0 0,3 7-1 0 0,0 10-139 0 0,0 0 0 0 0,-2 0-1 0 0,-1 1 1 0 0,3 40 0 0 0,-5-37-462 0 0,2-1 0 0 0,0 1 0 0 0,12 39 1 0 0,-4-35-837 0 0,1-1 0 0 0,22 38 1 0 0,-20-41-1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3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11058 0 0,'0'-1'209'0'0,"1"0"0"0"0,0 1 0 0 0,0-1 0 0 0,-1 0 0 0 0,1 0 0 0 0,0 1 0 0 0,0-1 0 0 0,0 0 0 0 0,0 1 0 0 0,0-1 0 0 0,0 1 0 0 0,-1-1 0 0 0,1 1 0 0 0,0 0 0 0 0,1-1 0 0 0,-1 1 0 0 0,0 0 0 0 0,0 0 0 0 0,0 0 0 0 0,2 0 0 0 0,30-7 1469 0 0,-30 6-1538 0 0,154-23 2916 0 0,3 10-8705 0 0,-128 13 3740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4.5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80 11979 0 0,'-2'-10'368'0'0,"-12"-39"3499"0"0,14 48-3714 0 0,0 0-1 0 0,-1 0 1 0 0,1 0 0 0 0,-1 0-1 0 0,1 0 1 0 0,-1 0 0 0 0,1 0 0 0 0,-1 0-1 0 0,1 0 1 0 0,-1 0 0 0 0,0 0 0 0 0,0 1-1 0 0,1-1 1 0 0,-1 0 0 0 0,0 0-1 0 0,0 1 1 0 0,0-1 0 0 0,0 0 0 0 0,0 1-1 0 0,0-1 1 0 0,0 1 0 0 0,0 0 0 0 0,0-1-1 0 0,0 1 1 0 0,0 0 0 0 0,0-1-1 0 0,0 1 1 0 0,0 0 0 0 0,0 0 0 0 0,-1 0-1 0 0,1 0 1 0 0,0 0 0 0 0,0 0-1 0 0,0 0 1 0 0,0 0 0 0 0,-2 1 0 0 0,3 0-137 0 0,-1-1-1 0 0,1 1 1 0 0,-1-1 0 0 0,0 1 0 0 0,1-1 0 0 0,-1 1 0 0 0,1 0 0 0 0,0-1-1 0 0,-1 1 1 0 0,1 0 0 0 0,-1-1 0 0 0,1 1 0 0 0,0 0 0 0 0,-1 0 0 0 0,1-1 0 0 0,0 1-1 0 0,0 0 1 0 0,0 0 0 0 0,0 0 0 0 0,0-1 0 0 0,0 1 0 0 0,0 0 0 0 0,0 0 0 0 0,0 0-1 0 0,0-1 1 0 0,0 1 0 0 0,0 0 0 0 0,1 0 0 0 0,-1 0 0 0 0,1 1 0 0 0,11 31 531 0 0,-8-23-462 0 0,4 15-41 0 0,-1 2 0 0 0,-2-1 0 0 0,0 1 0 0 0,-2 0 0 0 0,0 31 0 0 0,-12 138 474 0 0,3-123-329 0 0,4 75 0 0 0,9-82-116 0 0,3 1-1 0 0,3-1 1 0 0,3-1-1 0 0,29 80 1 0 0,-19-55-73 0 0,-5 2 0 0 0,10 102 0 0 0,13 61 684 0 0,-39-236-624 0 0,1-1-1 0 0,1-1 1 0 0,1 1-1 0 0,12 20 1 0 0,3 9-71 0 0,-22-46 2 0 0,0 1 1 0 0,0 0 0 0 0,0 0-1 0 0,0-1 1 0 0,-1 1-1 0 0,1 0 1 0 0,-1 0 0 0 0,0 0-1 0 0,1 0 1 0 0,-1 0-1 0 0,0 0 1 0 0,0 0 0 0 0,0 0-1 0 0,0 0 1 0 0,-1 0-1 0 0,1 0 1 0 0,0 0 0 0 0,-1 0-1 0 0,1 0 1 0 0,-1-1-1 0 0,0 1 1 0 0,-1 2 0 0 0,-1 0-91 0 0,0 0 0 0 0,0-1 0 0 0,-1 1 0 0 0,1-1 0 0 0,-1 0 0 0 0,0 0 0 0 0,-8 4 1 0 0,3 0-372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5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349 39 6913 0 0,'-36'0'1198'0'0,"0"3"0"0"0,-71 13 0 0 0,61-4 2618 0 0,-78 32 2899 0 0,124-43-6659 0 0,15 0 775 0 0,15-1-641 0 0,517-75 881 0 0,-504 68-980 0 0,120-11 40 0 0,181 2 1 0 0,-41 21-3088 0 0,-287-4 829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6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78 4145 0 0,'-20'8'7401'0'0,"20"-8"-7336"0"0,3 2 382 0 0,0-1 0 0 0,0 0-1 0 0,0 1 1 0 0,0-1 0 0 0,0 0-1 0 0,1-1 1 0 0,4 2 0 0 0,63 2 1614 0 0,0-4-1 0 0,130-14 1 0 0,-87 3-1349 0 0,1294-58 1870 0 0,-1322 66-2687 0 0,388 1-1872 0 0,-458 3-3564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7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6 206 7370 0 0,'-1'-1'357'0'0,"0"-1"1"0"0,1 0-1 0 0,-1 0 1 0 0,0 0-1 0 0,1 0 1 0 0,0 0-1 0 0,-1 1 1 0 0,1-1-1 0 0,0 0 1 0 0,0 0-1 0 0,0 0 1 0 0,0 0-1 0 0,0 0 1 0 0,0 0-1 0 0,1 0 1 0 0,-1 0-1 0 0,1 0 1 0 0,-1 0-1 0 0,1 0 1 0 0,0 1-1 0 0,0-1 1 0 0,2-3 0 0 0,-3 4-190 0 0,1 0 1 0 0,0 0 0 0 0,0 0 0 0 0,0 1 0 0 0,0-1 0 0 0,0 0 0 0 0,0 0 0 0 0,0 1 0 0 0,0-1 0 0 0,0 1 0 0 0,0-1 0 0 0,0 1 0 0 0,0-1 0 0 0,1 1 0 0 0,-1 0 0 0 0,0 0 0 0 0,0-1-1 0 0,0 1 1 0 0,1 0 0 0 0,-1 0 0 0 0,0 0 0 0 0,0 0 0 0 0,0 0 0 0 0,1 1 0 0 0,-1-1 0 0 0,0 0 0 0 0,0 1 0 0 0,0-1 0 0 0,0 0 0 0 0,1 1 0 0 0,-1-1 0 0 0,0 1 0 0 0,0 0-1 0 0,0-1 1 0 0,0 1 0 0 0,1 1 0 0 0,19 16 476 0 0,-19-15-621 0 0,1 0 1 0 0,0-1-1 0 0,0 1 0 0 0,0-1 1 0 0,0 0-1 0 0,0 0 0 0 0,1 0 1 0 0,4 2-1 0 0,-7-4-24 0 0,0 1-1 0 0,1-1 1 0 0,-1 0-1 0 0,1 0 1 0 0,-1 0-1 0 0,0 0 1 0 0,1-1-1 0 0,-1 1 1 0 0,0 0-1 0 0,1-1 1 0 0,-1 1-1 0 0,0-1 1 0 0,1 1-1 0 0,-1-1 1 0 0,0 1-1 0 0,0-1 1 0 0,0 0-1 0 0,1 0 1 0 0,-1 1-1 0 0,0-1 1 0 0,0 0-1 0 0,0 0 1 0 0,0 0-1 0 0,-1 0 1 0 0,1-1-1 0 0,0 1 1 0 0,0 0-1 0 0,0-2 1 0 0,10-14 51 0 0,-1-1 0 0 0,16-37 0 0 0,1-5 28 0 0,-26 58-77 0 0,0 0 0 0 0,0 0 0 0 0,0 0 1 0 0,1 1-1 0 0,-1-1 0 0 0,0 0 0 0 0,1 0 0 0 0,-1 1 0 0 0,1-1 1 0 0,-1 1-1 0 0,1-1 0 0 0,0 1 0 0 0,0 0 0 0 0,0 0 0 0 0,0 0 1 0 0,0 0-1 0 0,0 0 0 0 0,2-1 0 0 0,-2 2 3 0 0,-1 0 0 0 0,1 0 0 0 0,0 0 0 0 0,0 0 0 0 0,-1 0 0 0 0,1 0 0 0 0,0 0 0 0 0,-1 1 1 0 0,1-1-1 0 0,0 1 0 0 0,-1 0 0 0 0,1-1 0 0 0,0 1 0 0 0,-1 0 0 0 0,1 0 0 0 0,-1 0 0 0 0,3 2 0 0 0,2 2 8 0 0,-1 0 0 0 0,0 1 1 0 0,-1-1-1 0 0,1 1 0 0 0,-1 0 0 0 0,0 0 0 0 0,0 1 1 0 0,-1-1-1 0 0,4 11 0 0 0,20 61-13 0 0,-6-17 0 0 0,29 58 0 0 0,-50-118 0 0 0,1 0 0 0 0,-1 0 1 0 0,0-1-1 0 0,0 1 0 0 0,1 0 1 0 0,-1 0-1 0 0,0-1 0 0 0,1 1 0 0 0,-1 0 1 0 0,1-1-1 0 0,-1 1 0 0 0,1-1 0 0 0,-1 1 1 0 0,1-1-1 0 0,0 1 0 0 0,-1-1 1 0 0,1 1-1 0 0,0-1 0 0 0,-1 1 0 0 0,1-1 1 0 0,0 0-1 0 0,-1 1 0 0 0,1-1 0 0 0,0 0 1 0 0,0 0-1 0 0,-1 1 0 0 0,1-1 1 0 0,0 0-1 0 0,0 0 0 0 0,-1 0 0 0 0,2 0 1 0 0,0-1 0 0 0,-1 0 0 0 0,1 0 1 0 0,-1 0-1 0 0,0 0 1 0 0,1 0-1 0 0,-1 0 0 0 0,0 0 1 0 0,0 0-1 0 0,0 0 1 0 0,0-1-1 0 0,0 1 0 0 0,0 0 1 0 0,2-4-1 0 0,4-8 11 0 0,-1 0-1 0 0,7-22 1 0 0,-11 29-11 0 0,9-25 55 0 0,27-51 0 0 0,-32 72-40 0 0,0 0 0 0 0,0 0 0 0 0,1 1 0 0 0,0 0 1 0 0,0 0-1 0 0,1 1 0 0 0,1 0 0 0 0,14-11 0 0 0,-21 18-11 0 0,-1 0-1 0 0,1 0 0 0 0,0 0 1 0 0,-1 0-1 0 0,1 0 1 0 0,0 0-1 0 0,0 0 0 0 0,0 1 1 0 0,0-1-1 0 0,0 1 0 0 0,0-1 1 0 0,0 1-1 0 0,0 0 1 0 0,0 0-1 0 0,0 0 0 0 0,0 0 1 0 0,0 0-1 0 0,0 0 0 0 0,0 1 1 0 0,0-1-1 0 0,2 1 1 0 0,-1 1 8 0 0,0-1 0 0 0,-1 1 1 0 0,1 0-1 0 0,-1 0 1 0 0,1 0-1 0 0,-1 0 1 0 0,1 0-1 0 0,-1 0 1 0 0,0 1-1 0 0,0-1 1 0 0,0 1-1 0 0,1 3 1 0 0,5 8 43 0 0,-1 2 1 0 0,0-1-1 0 0,-2 1 1 0 0,5 17 0 0 0,-7-22-51 0 0,4 12-50 0 0,-4-11-16 0 0,0 0 0 0 0,1 0 1 0 0,0 0-1 0 0,1-1 0 0 0,11 20 0 0 0,-16-31 51 0 0,1 0 1 0 0,-1 0-1 0 0,1 0 0 0 0,0 0 0 0 0,-1 0 0 0 0,1 0 1 0 0,-1 0-1 0 0,1 0 0 0 0,0 0 0 0 0,-1 0 1 0 0,1 0-1 0 0,-1 0 0 0 0,1 0 0 0 0,0-1 0 0 0,-1 1 1 0 0,1 0-1 0 0,-1 0 0 0 0,1-1 0 0 0,-1 1 1 0 0,1-1-1 0 0,-1 1 0 0 0,1 0 0 0 0,-1-1 0 0 0,1 1 1 0 0,-1-1-1 0 0,0 1 0 0 0,1-1 0 0 0,-1 1 1 0 0,0-1-1 0 0,1 1 0 0 0,-1-1 0 0 0,0 1 0 0 0,1-2 1 0 0,16-23-79 0 0,-15 22 75 0 0,41-67 78 0 0,-18 27 54 0 0,46-57 0 0 0,-69 98-105 0 0,0-1 0 0 0,0 1 0 0 0,1 0 0 0 0,-1-1 0 0 0,1 1 0 0 0,0 0 0 0 0,0 0 0 0 0,0 1 0 0 0,0-1 0 0 0,0 1 0 0 0,0-1-1 0 0,5 0 1 0 0,-7 1-10 0 0,0 1 0 0 0,0 0 0 0 0,1 0 0 0 0,-1 0 0 0 0,0 0-1 0 0,0 0 1 0 0,0 0 0 0 0,1 1 0 0 0,-1-1 0 0 0,0 0 0 0 0,0 1-1 0 0,0-1 1 0 0,0 0 0 0 0,0 1 0 0 0,0-1 0 0 0,0 1 0 0 0,0 0-1 0 0,0-1 1 0 0,0 1 0 0 0,0 0 0 0 0,0 0 0 0 0,0 0 0 0 0,0-1-1 0 0,0 1 1 0 0,-1 0 0 0 0,1 0 0 0 0,0 0 0 0 0,-1 0-1 0 0,1 0 1 0 0,-1 0 0 0 0,1 1 0 0 0,-1-1 0 0 0,1 0 0 0 0,-1 0-1 0 0,0 0 1 0 0,0 0 0 0 0,0 0 0 0 0,1 2 0 0 0,4 25-18 0 0,-1-10-357 0 0,0 0 1 0 0,0 0-1 0 0,2 0 1 0 0,0-1-1 0 0,15 28 1 0 0,-9-27-885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8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7 360 3225 0 0,'-6'-9'6732'0'0,"6"8"-6582"0"0,14-11 1827 0 0,28-11-365 0 0,-41 23-1296 0 0,42-19 2051 0 0,49-13 0 0 0,121-23-57 0 0,-120 33-1473 0 0,367-64 687 0 0,-299 60-1176 0 0,-66 13-820 0 0,184-1 0 0 0,-275 16-860 0 0,1-1 1 0 0,-1 0-1 0 0,1 1 0 0 0,-1 0 0 0 0,0 0 1 0 0,0 1-1 0 0,0-1 0 0 0,0 1 1 0 0,16 16 8199 0 0,-13-9-2948 0 0,12 25-4350 0 0,-15-28 1623 0 0,-4-5-1156 0 0,1 0-1 0 0,0 0 0 0 0,1 0 1 0 0,-1 0-1 0 0,0 0 0 0 0,1 0 0 0 0,-1 0 1 0 0,1-1-1 0 0,-1 1 0 0 0,1 0 0 0 0,0-1 1 0 0,0 0-1 0 0,-1 1 0 0 0,1-1 0 0 0,0 0 1 0 0,0 0-1 0 0,1 0 0 0 0,-1 0 0 0 0,0 0 1 0 0,0-1-1 0 0,0 1 0 0 0,4 0 1 0 0,-2-1-27 0 0,0 0 1 0 0,-1-1 0 0 0,1 1 0 0 0,-1-1 0 0 0,0 1 0 0 0,1-1 0 0 0,-1 0 0 0 0,1-1 0 0 0,-1 1 0 0 0,0-1 0 0 0,0 1 0 0 0,0-1 0 0 0,5-3 0 0 0,-4 2-14 0 0,1-1 0 0 0,-1 1-1 0 0,0 0 1 0 0,0-1 0 0 0,-1 0 0 0 0,1 0 0 0 0,-1 0 0 0 0,0-1 0 0 0,0 1-1 0 0,0-1 1 0 0,-1 1 0 0 0,1-1 0 0 0,-1 0 0 0 0,0 0 0 0 0,-1 0 0 0 0,1 0 0 0 0,-1 0-1 0 0,0-1 1 0 0,0 1 0 0 0,0-6 0 0 0,-2 8 17 0 0,1-1-1 0 0,-1 1 1 0 0,0 0 0 0 0,0-1 0 0 0,0 1-1 0 0,0 0 1 0 0,-1 0 0 0 0,1 0-1 0 0,-1 0 1 0 0,0 0 0 0 0,0 0 0 0 0,0 0-1 0 0,-4-4 1 0 0,5 6-8 0 0,1 1 1 0 0,-1-1-1 0 0,0 1 0 0 0,1-1 0 0 0,-1 1 1 0 0,0-1-1 0 0,0 1 0 0 0,0 0 1 0 0,0-1-1 0 0,1 1 0 0 0,-1 0 0 0 0,0 0 1 0 0,0 0-1 0 0,0-1 0 0 0,0 1 1 0 0,0 0-1 0 0,0 0 0 0 0,0 0 0 0 0,0 0 1 0 0,-1 1-1 0 0,0 0-2 0 0,1-1 0 0 0,-1 1 0 0 0,1 0 0 0 0,-1 0 0 0 0,1 0 0 0 0,0 0 0 0 0,-1 0 0 0 0,1 0 0 0 0,0 0 0 0 0,-1 1 0 0 0,1-1 0 0 0,0 0 0 0 0,0 1 0 0 0,-1 2 0 0 0,-6 8-70 0 0,2 1 0 0 0,-1-1 0 0 0,2 1 0 0 0,0 1 1 0 0,-4 15-1 0 0,7-25 46 0 0,1 0 0 0 0,0 1 0 0 0,0-1 1 0 0,1 1-1 0 0,-1-1 0 0 0,1 1 0 0 0,0-1 0 0 0,0 1 1 0 0,1-1-1 0 0,-1 0 0 0 0,1 1 0 0 0,0-1 0 0 0,0 1 1 0 0,1-1-1 0 0,-1 0 0 0 0,1 0 0 0 0,0 0 1 0 0,0 0-1 0 0,0 0 0 0 0,4 5 0 0 0,-5-8 21 0 0,0 0 0 0 0,0 0 0 0 0,-1 0 0 0 0,1 0 0 0 0,0 0 0 0 0,0-1 0 0 0,0 1 0 0 0,0 0 0 0 0,1-1 0 0 0,-1 1 0 0 0,0 0 0 0 0,0-1 0 0 0,0 1 0 0 0,0-1 0 0 0,1 0 0 0 0,-1 1 0 0 0,0-1 0 0 0,0 0 0 0 0,1 0 0 0 0,-1 0 0 0 0,0 0 0 0 0,0 0 0 0 0,1 0 0 0 0,-1 0 0 0 0,0 0 0 0 0,2-1 0 0 0,0 0 13 0 0,-1 0 1 0 0,1-1-1 0 0,-1 1 1 0 0,0-1-1 0 0,0 1 1 0 0,1-1 0 0 0,-1 0-1 0 0,0 0 1 0 0,-1 0-1 0 0,1 0 1 0 0,3-4-1 0 0,0-2-24 0 0,-1 0-1 0 0,1 1 1 0 0,-1-2 0 0 0,-1 1-1 0 0,0 0 1 0 0,5-17-1 0 0,-7-6-1953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3.3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80 6449 0 0,'0'-4'363'0'0,"1"1"0"0"0,-1-1 0 0 0,0 1 0 0 0,0 0-1 0 0,0-1 1 0 0,-1 1 0 0 0,1-1 0 0 0,-1 1 0 0 0,-1-5-1 0 0,1 4 144 0 0,0 1-1 0 0,0-1 1 0 0,1 0 0 0 0,-1 1-1 0 0,1-1 1 0 0,0 0-1 0 0,0-5 1 0 0,0 9-452 0 0,0-1 1 0 0,0 1 0 0 0,0 0 0 0 0,0 0 0 0 0,0-1-1 0 0,0 1 1 0 0,0 0 0 0 0,1 0 0 0 0,-1 0-1 0 0,0 0 1 0 0,0-1 0 0 0,0 1 0 0 0,0 0 0 0 0,0 0-1 0 0,0 0 1 0 0,0-1 0 0 0,0 1 0 0 0,1 0-1 0 0,-1 0 1 0 0,0 0 0 0 0,0 0 0 0 0,0 0 0 0 0,0 0-1 0 0,1-1 1 0 0,-1 1 0 0 0,0 0 0 0 0,0 0-1 0 0,0 0 1 0 0,1 0 0 0 0,-1 0 0 0 0,0 0-1 0 0,0 0 1 0 0,0 0 0 0 0,1 0 0 0 0,-1 0 0 0 0,0 0-1 0 0,0 0 1 0 0,0 0 0 0 0,1 0 0 0 0,-1 0-1 0 0,0 0 1 0 0,0 0 0 0 0,0 0 0 0 0,1 0 0 0 0,-1 0-1 0 0,12 8 1051 0 0,7 14-170 0 0,-13-6-745 0 0,-1 0 0 0 0,0 0 0 0 0,-2 0 0 0 0,1 0 0 0 0,-2 1 1 0 0,-1-1-1 0 0,0 1 0 0 0,-1-1 0 0 0,-2 21 0 0 0,2-6-189 0 0,3 40 0 0 0,-2-61-56 0 0,0-1 1 0 0,1 1-1 0 0,1-1 0 0 0,0 1 1 0 0,0-1-1 0 0,0 0 1 0 0,1 0-1 0 0,7 11 0 0 0,-8-16-68 0 0,0 0-1 0 0,0-1 1 0 0,0 1-1 0 0,0 0 1 0 0,1-1-1 0 0,-1 0 1 0 0,5 3-1 0 0,8 5-768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3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29030 0 0,'42'-27'-915'0'0,"-25"19"-2224"0"0,-1 0 1 0 0,23-6-1 0 0,38-5-3161 0 0,-28 11 10925 0 0,-47 7-4590 0 0,-1 1 1 0 0,0 0 0 0 0,1-1-1 0 0,-1 1 1 0 0,1 0 0 0 0,-1 0-1 0 0,1 0 1 0 0,-1 0 0 0 0,1 0-1 0 0,-1 0 1 0 0,1 0 0 0 0,-1 1-1 0 0,1-1 1 0 0,-1 0 0 0 0,0 1 0 0 0,1-1-1 0 0,-1 1 1 0 0,1 0 0 0 0,-1-1-1 0 0,0 1 1 0 0,0 0 0 0 0,1 0-1 0 0,-1 0 1 0 0,1 1 0 0 0,-1 0-13 0 0,0-1 1 0 0,-1 1-1 0 0,0-1 1 0 0,1 1-1 0 0,-1 0 1 0 0,0-1-1 0 0,0 1 1 0 0,0 0-1 0 0,0-1 1 0 0,0 1-1 0 0,0 0 1 0 0,0-1-1 0 0,0 1 1 0 0,-1 0-1 0 0,1-1 1 0 0,-1 1-1 0 0,0 2 1 0 0,-4 7-14 0 0,0-1 1 0 0,-1 1-1 0 0,0-1 0 0 0,-14 17 1 0 0,-42 41-259 0 0,45-51 85 0 0,0 1 1 0 0,0 0-1 0 0,2 2 1 0 0,1 0-1 0 0,-13 22 1 0 0,26-41 173 0 0,0 0 1 0 0,1 0-1 0 0,-1 0 1 0 0,0 0-1 0 0,1 1 0 0 0,0-1 1 0 0,-1 0-1 0 0,1 0 1 0 0,-1 0-1 0 0,1 0 1 0 0,0 1-1 0 0,0-1 1 0 0,0 0-1 0 0,0 0 1 0 0,0 1-1 0 0,0-1 1 0 0,0 0-1 0 0,0 0 1 0 0,0 1-1 0 0,1-1 1 0 0,-1 0-1 0 0,0 0 0 0 0,1 0 1 0 0,-1 1-1 0 0,1-1 1 0 0,-1 0-1 0 0,1 0 1 0 0,0 0-1 0 0,0 0 1 0 0,-1 0-1 0 0,1 0 1 0 0,0 0-1 0 0,0 0 1 0 0,0-1-1 0 0,0 1 1 0 0,0 0-1 0 0,0 0 1 0 0,0-1-1 0 0,0 1 0 0 0,0-1 1 0 0,0 1-1 0 0,0-1 1 0 0,1 1-1 0 0,-1-1 1 0 0,0 1-1 0 0,0-1 1 0 0,0 0-1 0 0,1 0 1 0 0,-1 0-1 0 0,1 0 1 0 0,11 2 132 0 0,0-1 0 0 0,0-1 0 0 0,25-2 0 0 0,-26 2 8 0 0,69-6 475 0 0,50-1 49 0 0,-43 10-3672 0 0,-62 0-3150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4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0,'2'0'307'0'0,"-1"1"0"0"0,1 0 0 0 0,-1-1 1 0 0,0 1-1 0 0,0 0 0 0 0,1 0 0 0 0,-1-1 1 0 0,0 1-1 0 0,0 0 0 0 0,0 0 0 0 0,0 0 1 0 0,0 1-1 0 0,0-1 0 0 0,0 0 0 0 0,0 0 1 0 0,-1 0-1 0 0,1 1 0 0 0,0-1 0 0 0,0 2 1 0 0,11 26 2260 0 0,22 88 1657 0 0,-23-73-3087 0 0,18 48-1 0 0,-17-64-1789 0 0,1-1 0 0 0,19 32 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4.6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1 243 4145 0 0,'19'1'6526'0'0,"11"-6"-4263"0"0,26-12-739 0 0,-30 9-997 0 0,-2-2 0 0 0,0 0 0 0 0,0-2 0 0 0,33-21 0 0 0,-44 24-279 0 0,-1 0 1 0 0,0-1 0 0 0,0-1 0 0 0,-1 0-1 0 0,-1 0 1 0 0,1-1 0 0 0,-2 0 0 0 0,0-1-1 0 0,8-14 1 0 0,-16 25-140 0 0,0 0-1 0 0,0 1 1 0 0,0-1-1 0 0,0 0 1 0 0,1 0-1 0 0,-1 0 1 0 0,1 1 0 0 0,-1-1-1 0 0,1 1 1 0 0,0-1-1 0 0,1 0 1 0 0,-2 1-58 0 0,0 1 0 0 0,0 0 0 0 0,-1-1 0 0 0,1 1 0 0 0,0 0 1 0 0,0 0-1 0 0,0-1 0 0 0,-1 1 0 0 0,1 0 0 0 0,0 0 0 0 0,0 0 0 0 0,0 0 1 0 0,0 0-1 0 0,0 0 0 0 0,-1 1 0 0 0,1-1 0 0 0,0 0 0 0 0,0 0 0 0 0,0 0 1 0 0,1 1-1 0 0,0 1-32 0 0,0 0 0 0 0,1 0 0 0 0,-1 0 0 0 0,0 0 1 0 0,0 0-1 0 0,0 1 0 0 0,0-1 0 0 0,0 1 1 0 0,-1-1-1 0 0,1 1 0 0 0,-1-1 0 0 0,0 1 0 0 0,1 0 1 0 0,0 4-1 0 0,1 3 14 0 0,-1-1 0 0 0,-1 1 1 0 0,1 0-1 0 0,-2 0 0 0 0,1 13 1 0 0,-1-13-32 0 0,0-1 1 0 0,1 1 0 0 0,0-1-1 0 0,0 1 1 0 0,5 13 0 0 0,-6-22-9 0 0,1 1 0 0 0,-1-1 0 0 0,1 0 0 0 0,-1 0 0 0 0,1 0 0 0 0,-1 0 0 0 0,1 0 0 0 0,0 0 0 0 0,0 0 0 0 0,0 0 0 0 0,-1 0 0 0 0,1 0 0 0 0,0 0 0 0 0,0-1 0 0 0,0 1 0 0 0,0 0 0 0 0,0-1-1 0 0,1 1 1 0 0,-1 0 0 0 0,0-1 0 0 0,0 0 0 0 0,0 1 0 0 0,0-1 0 0 0,2 1 0 0 0,0-1-36 0 0,1 0-1 0 0,-1 0 0 0 0,0 0 0 0 0,0-1 0 0 0,0 1 1 0 0,0-1-1 0 0,0 0 0 0 0,0 1 0 0 0,5-4 1 0 0,2 0-195 0 0,0-1 1 0 0,-1-1-1 0 0,1 0 1 0 0,13-12-1 0 0,10-19 981 0 0,-27 29-546 0 0,1-1-1 0 0,0 1 1 0 0,1 0-1 0 0,0 0 1 0 0,0 1 0 0 0,10-7-1 0 0,-16 13-150 0 0,0 0-1 0 0,1 0 0 0 0,-1 0 0 0 0,0 0 1 0 0,0 0-1 0 0,0 1 0 0 0,1-1 1 0 0,-1 1-1 0 0,0 0 0 0 0,0 0 1 0 0,1 0-1 0 0,-1 0 0 0 0,0 0 0 0 0,1 0 1 0 0,-1 0-1 0 0,0 1 0 0 0,1-1 1 0 0,-1 1-1 0 0,0 0 0 0 0,0-1 1 0 0,0 1-1 0 0,0 0 0 0 0,0 0 1 0 0,0 1-1 0 0,0-1 0 0 0,0 0 0 0 0,0 1 1 0 0,0-1-1 0 0,0 1 0 0 0,-1-1 1 0 0,1 1-1 0 0,-1 0 0 0 0,1 0 1 0 0,0 2-1 0 0,1 1-46 0 0,0-1 0 0 0,-1 1 0 0 0,0 0 0 0 0,0 0 0 0 0,0 0 0 0 0,0 0 0 0 0,-1 0 0 0 0,0 0 0 0 0,0 0 0 0 0,-1 1 0 0 0,1-1 1 0 0,-1 0-1 0 0,0 1 0 0 0,-1 7 0 0 0,3 36-3071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4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71 190 2160 0 0,'21'11'6052'0'0,"-18"-11"-5712"0"0,-1-1 0 0 0,1 1-1 0 0,-1-1 1 0 0,0 0 0 0 0,1 0 0 0 0,-1 0-1 0 0,1 0 1 0 0,-1-1 0 0 0,0 1-1 0 0,0-1 1 0 0,0 1 0 0 0,0-1-1 0 0,0 0 1 0 0,0 1 0 0 0,0-1-1 0 0,-1 0 1 0 0,1 0 0 0 0,-1 0-1 0 0,1-1 1 0 0,-1 1 0 0 0,0 0 0 0 0,0 0-1 0 0,0-1 1 0 0,0 1 0 0 0,0-1-1 0 0,1-4 1 0 0,0-2 55 0 0,1 0 0 0 0,-1 1 0 0 0,-1-1 0 0 0,0 0-1 0 0,0 0 1 0 0,-1-15 0 0 0,-1 20-316 0 0,1 0 0 0 0,-1-1-1 0 0,0 1 1 0 0,0 0 0 0 0,-1 0-1 0 0,1 0 1 0 0,-1 0 0 0 0,0 0-1 0 0,0 0 1 0 0,0 0 0 0 0,0 1 0 0 0,-1-1-1 0 0,1 1 1 0 0,-7-7 0 0 0,8 9-52 0 0,-1 0 1 0 0,0 0 0 0 0,1 0 0 0 0,-1 0-1 0 0,0 0 1 0 0,0 0 0 0 0,0 1 0 0 0,1-1 0 0 0,-1 1-1 0 0,0-1 1 0 0,0 1 0 0 0,0 0 0 0 0,0-1-1 0 0,0 1 1 0 0,0 0 0 0 0,0 0 0 0 0,0 1 0 0 0,0-1-1 0 0,0 0 1 0 0,0 1 0 0 0,0-1 0 0 0,0 1-1 0 0,0-1 1 0 0,0 1 0 0 0,1 0 0 0 0,-1 0 0 0 0,0 0-1 0 0,0 0 1 0 0,1 0 0 0 0,-1 0 0 0 0,1 1-1 0 0,-1-1 1 0 0,1 0 0 0 0,-3 4 0 0 0,-1 0-32 0 0,-1 0 1 0 0,1 1 0 0 0,1 0-1 0 0,-1 0 1 0 0,1 0-1 0 0,0 1 1 0 0,0 0-1 0 0,1-1 1 0 0,0 1 0 0 0,0 1-1 0 0,0-1 1 0 0,-2 14-1 0 0,4-17 2 0 0,1 0 0 0 0,0-1 0 0 0,0 1-1 0 0,0 0 1 0 0,0 0 0 0 0,0-1-1 0 0,1 1 1 0 0,0-1 0 0 0,0 1 0 0 0,0 0-1 0 0,0-1 1 0 0,0 1 0 0 0,1-1-1 0 0,-1 0 1 0 0,1 0 0 0 0,0 1 0 0 0,0-1-1 0 0,0 0 1 0 0,1-1 0 0 0,-1 1-1 0 0,1 0 1 0 0,-1-1 0 0 0,1 1 0 0 0,0-1-1 0 0,0 0 1 0 0,0 0 0 0 0,0 0-1 0 0,7 3 1 0 0,-4-2-59 0 0,0-1 0 0 0,0 0 0 0 0,0 0 0 0 0,1 0 0 0 0,-1-1 0 0 0,1 0 0 0 0,-1 0 0 0 0,1-1 0 0 0,8 0 0 0 0,35-5-3078 0 0,-28 2-3620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5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6 119 2761 0 0,'-6'-6'11574'0'0,"10"7"-10727"0"0,3-1-481 0 0,0 0 0 0 0,-1 1-1 0 0,1 0 1 0 0,0 0 0 0 0,-1 1 0 0 0,1 0 0 0 0,-1 0-1 0 0,1 0 1 0 0,-1 1 0 0 0,0 0 0 0 0,0 0 0 0 0,0 1-1 0 0,-1-1 1 0 0,1 1 0 0 0,-1 1 0 0 0,0-1 0 0 0,0 1 0 0 0,0 0-1 0 0,5 7 1 0 0,-3-4-242 0 0,0-1 0 0 0,1 0-1 0 0,0 0 1 0 0,0-1 0 0 0,0 0-1 0 0,19 9 1 0 0,-24-13-110 0 0,0-1 1 0 0,0 0-1 0 0,0 0 0 0 0,0 0 1 0 0,0 0-1 0 0,1 0 0 0 0,-1-1 1 0 0,0 1-1 0 0,1-1 1 0 0,-1 0-1 0 0,5 0 0 0 0,-6-1 0 0 0,0 1 1 0 0,-1 0-1 0 0,1-1 0 0 0,0 0 0 0 0,-1 1 1 0 0,1-1-1 0 0,-1 0 0 0 0,1 0 0 0 0,-1 0 1 0 0,1 0-1 0 0,-1 0 0 0 0,0-1 0 0 0,1 1 1 0 0,-1 0-1 0 0,0 0 0 0 0,0-1 0 0 0,0 1 1 0 0,0-1-1 0 0,0 1 0 0 0,0-1 0 0 0,0 1 1 0 0,0-4-1 0 0,1 1 26 0 0,-1 0 1 0 0,0 1-1 0 0,0-1 0 0 0,0 0 1 0 0,-1 0-1 0 0,0 1 1 0 0,1-1-1 0 0,-1 0 0 0 0,0 0 1 0 0,-1 0-1 0 0,1 0 1 0 0,-1 1-1 0 0,0-1 0 0 0,0 0 1 0 0,-1-4-1 0 0,-3-3 9 0 0,-1-1-1 0 0,1 1 1 0 0,-11-14 0 0 0,9 16-204 0 0,2 0 1 0 0,-1 0 0 0 0,1-1-1 0 0,-6-16 1 0 0,11 25 87 0 0,0 0 0 0 0,-1 0 0 0 0,1 0 0 0 0,0 0-1 0 0,0 0 1 0 0,0-1 0 0 0,0 1 0 0 0,0 0 0 0 0,0 0 0 0 0,1 0 0 0 0,-1 0 0 0 0,0 0-1 0 0,0 0 1 0 0,1-2 0 0 0,3-5-718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60 10594 0 0,'-2'-6'3061'0'0,"2"6"-3005"0"0,11-8 1863 0 0,22-9 253 0 0,-23 12-1183 0 0,-9 5-933 0 0,40-19-564 0 0,-38 18 228 0 0,-1 0 0 0 0,1 1 1 0 0,0-1-1 0 0,-1 1 1 0 0,1-1-1 0 0,0 1 1 0 0,0 0-1 0 0,-1 0 1 0 0,1 0-1 0 0,0 0 1 0 0,0 1-1 0 0,-1-1 1 0 0,1 1-1 0 0,3 1 1 0 0,2 0 240 0 0,0-1 39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6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3225 0 0,'4'1'288'0'0,"2"-1"-288"0"0,-2 0 0 0 0,-1 0 0 0 0,-1-1 288 0 0,2 1 8 0 0,3-2 0 0 0,5 1 0 0 0,3 0-296 0 0,2-2 0 0 0,-2 0 0 0 0,-1 0 0 0 0,-3 2 0 0 0,-2 0 0 0 0,-1 1 0 0 0,-1-3-64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6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62 3681 0 0,'20'-11'2541'0'0,"1"1"1"0"0,0 1 0 0 0,1 1-1 0 0,0 1 1 0 0,44-8 0 0 0,-65 14-2458 0 0,-1 1 0 0 0,1 0 0 0 0,0 0 0 0 0,0-1 0 0 0,0 1 0 0 0,0 0 0 0 0,0 0 0 0 0,0 0 0 0 0,0 0 0 0 0,0 0 1 0 0,0 0-1 0 0,0 0 0 0 0,0 1 0 0 0,0-1 0 0 0,0 0 0 0 0,-1 0 0 0 0,1 1 0 0 0,0-1 0 0 0,0 1 0 0 0,0-1 0 0 0,0 1 0 0 0,-1-1 0 0 0,1 1 0 0 0,0-1 1 0 0,0 1-1 0 0,-1 0 0 0 0,1-1 0 0 0,0 1 0 0 0,-1 0 0 0 0,1-1 0 0 0,-1 1 0 0 0,1 0 0 0 0,-1 0 0 0 0,1 0 0 0 0,-1 0 0 0 0,0-1 0 0 0,1 1 1 0 0,-1 0-1 0 0,0 0 0 0 0,0 0 0 0 0,0 0 0 0 0,1 0 0 0 0,-1 0 0 0 0,0 0 0 0 0,-1 1 0 0 0,1 7-194 0 0,-1 0 0 0 0,0-1 0 0 0,-1 1-1 0 0,-3 11 1 0 0,-1 7 545 0 0,5-12-468 0 0,0 1 0 0 0,2-1 0 0 0,0 1-1 0 0,1-1 1 0 0,0 1 0 0 0,1-1 0 0 0,1 0-1 0 0,0 0 1 0 0,1 0 0 0 0,9 17 0 0 0,-1-17-1488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6.4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4609 0 0,'7'6'200'0'0,"-3"-3"48"0"0,0-1-248 0 0,-1 0 0 0 0,-2-1 0 0 0,0-1 0 0 0,1 0 256 0 0,0 1 0 0 0,3 2 0 0 0,0 0 0 0 0,0-3-256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5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10594 0 0,'9'2'396'0'0,"0"-1"-1"0"0,-1-1 0 0 0,1 1 1 0 0,0-2-1 0 0,0 1 1 0 0,-1-1-1 0 0,1 0 0 0 0,15-5 1 0 0,-6 3 201 0 0,77-22 1972 0 0,-4 1-2967 0 0,-78 21-912 0 0,0 1 0 0 0,0 1 0 0 0,0 0-1 0 0,24 1 1 0 0,-12 5 750 0 0,-24-6 560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5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5065 0 0,'0'3'376'0'0,"0"0"0"0"0,1 0 0 0 0,0-1 0 0 0,0 1 0 0 0,0 0 0 0 0,0-1 1 0 0,0 1-1 0 0,0-1 0 0 0,1 1 0 0 0,-1-1 0 0 0,1 1 0 0 0,2 2 0 0 0,28 30 4136 0 0,-16-19-2000 0 0,-8-7-1794 0 0,0 1 0 0 0,-1 0-1 0 0,0 0 1 0 0,-1 0-1 0 0,0 1 1 0 0,8 20 0 0 0,-7-9-296 0 0,-1 0 1 0 0,5 40-1 0 0,38 372 110 0 0,-9-53-240 0 0,5-128 97 0 0,3 32-176 0 0,-28-132-3399 0 0,-18-135-4600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0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98 546 4609 0 0,'-29'-3'1198'0'0,"23"2"-403"0"0,0 0 1 0 0,1 1-1 0 0,-1 0 1 0 0,0-1-1 0 0,1 2 0 0 0,-1-1 1 0 0,1 1-1 0 0,-1 0 1 0 0,0 0-1 0 0,-6 2 0 0 0,13-2-479 0 0,0 0 0 0 0,0 0 0 0 0,0-1-1 0 0,0 1 1 0 0,0 0 0 0 0,1-1-1 0 0,-1 1 1 0 0,0-1 0 0 0,0 1 0 0 0,0-1-1 0 0,1 0 1 0 0,-1 0 0 0 0,0 1-1 0 0,0-1 1 0 0,1 0 0 0 0,-1 0 0 0 0,0 0-1 0 0,3 0 1 0 0,58-11 643 0 0,81-9-348 0 0,446 9-611 0 0,317 9 704 0 0,580-76 124 0 0,14-53-752 0 0,-981 46-380 0 0,-387 57 98 0 0,65-12-172 0 0,-179 37 126 0 0,-35 2 2072 0 0,26-17-1716 0 0,-9 17-103 0 0,0-1 0 0 0,0 1 0 0 0,0-1 0 0 0,-1 0 0 0 0,1 1 0 0 0,0-1 0 0 0,-1 0 0 0 0,1 1-1 0 0,-1-1 1 0 0,1 1 0 0 0,-1-1 0 0 0,0 1 0 0 0,1-1 0 0 0,-1 1 0 0 0,0 0 0 0 0,0-1 0 0 0,0 1 0 0 0,0 0 0 0 0,0 0-1 0 0,-3-2 1 0 0,2 1 20 0 0,1 0-1 0 0,-1 0 1 0 0,0 0-1 0 0,0 1 0 0 0,0-1 1 0 0,0 1-1 0 0,-1-1 1 0 0,1 1-1 0 0,0 0 0 0 0,-1 0 1 0 0,-2-1-1 0 0,2 3-72 0 0,0 1 1 0 0,1 0-1 0 0,-1 0 0 0 0,1 0 0 0 0,-1 0 0 0 0,1 0 1 0 0,0 0-1 0 0,0 1 0 0 0,0-1 0 0 0,0 1 0 0 0,0-1 0 0 0,1 1 1 0 0,-1 0-1 0 0,1 0 0 0 0,0 0 0 0 0,0 0 0 0 0,0 0 1 0 0,0 0-1 0 0,0 0 0 0 0,0 4 0 0 0,1-6 38 0 0,1 1 0 0 0,0-1 0 0 0,-1 1 0 0 0,1-1 0 0 0,0 1 0 0 0,0-1 0 0 0,0 0-1 0 0,0 1 1 0 0,0-1 0 0 0,0 0 0 0 0,0 0 0 0 0,0 0 0 0 0,0 0 0 0 0,1 0 0 0 0,-1 0 0 0 0,1 0 0 0 0,-1 0 0 0 0,0 0 0 0 0,1-1-1 0 0,-1 1 1 0 0,1 0 0 0 0,-1-1 0 0 0,1 0 0 0 0,0 1 0 0 0,-1-1 0 0 0,1 0 0 0 0,0 0 0 0 0,-1 0 0 0 0,1 0 0 0 0,-1 0 0 0 0,1 0 0 0 0,0 0-1 0 0,2-1 1 0 0,-2 1 26 0 0,1-1 0 0 0,-1 1 0 0 0,0-1 0 0 0,1 1-1 0 0,-1-1 1 0 0,0 0 0 0 0,0 0 0 0 0,0 0 0 0 0,0 0 0 0 0,0 0-1 0 0,0-1 1 0 0,0 1 0 0 0,0-1 0 0 0,0 1 0 0 0,0-1 0 0 0,-1 1-1 0 0,1-1 1 0 0,-1 0 0 0 0,1 0 0 0 0,-1 0 0 0 0,0 0 0 0 0,2-4-1 0 0,-1-3 63 0 0,-1 0-1 0 0,0 0 0 0 0,-1 0 1 0 0,0-1-1 0 0,-1 1 0 0 0,0 0 1 0 0,0 0-1 0 0,-1 0 0 0 0,0 1 1 0 0,-5-14-1 0 0,7 21-71 0 0,0 0 0 0 0,0 1 0 0 0,0-1 0 0 0,0 1 0 0 0,0-1 0 0 0,-1 1 0 0 0,1-1 0 0 0,0 1 0 0 0,0-1 0 0 0,-1 1 0 0 0,1-1 0 0 0,0 1 0 0 0,-1-1 0 0 0,1 1 0 0 0,-1 0 0 0 0,1-1 0 0 0,0 1 0 0 0,-1 0 0 0 0,1-1 0 0 0,-1 1 0 0 0,1 0 0 0 0,-1-1 0 0 0,1 1 0 0 0,-1 0 0 0 0,1 0 0 0 0,-1 0 0 0 0,0-1 0 0 0,1 1 0 0 0,-1 0 0 0 0,-9 12 9 0 0,8-7-14 0 0,1-1 0 0 0,-1 1 0 0 0,1 0-1 0 0,0 0 1 0 0,0 9 0 0 0,1-9-5 0 0,1 1 0 0 0,0-1-1 0 0,0 0 1 0 0,1 1 0 0 0,-1-1-1 0 0,1 0 1 0 0,1 0 0 0 0,4 9-1 0 0,-6-12 6 0 0,1 1 0 0 0,0-1 0 0 0,-1 0 0 0 0,1 1 0 0 0,0-1 0 0 0,0 0 0 0 0,0 0 0 0 0,0 0 0 0 0,1-1 0 0 0,-1 1 0 0 0,0 0 0 0 0,1-1 0 0 0,-1 1 0 0 0,1-1 0 0 0,0 0 0 0 0,-1 0 0 0 0,1 0 0 0 0,5 1 0 0 0,-8-2-7 0 0,1 0 0 0 0,-1 0 0 0 0,0 0 0 0 0,1 0-1 0 0,-1 0 1 0 0,1 0 0 0 0,-1 0 0 0 0,1 0 0 0 0,-1 0 0 0 0,0-1-1 0 0,1 1 1 0 0,-1 0 0 0 0,1 0 0 0 0,-1 0 0 0 0,0 0 0 0 0,1-1-1 0 0,-1 1 1 0 0,0 0 0 0 0,1 0 0 0 0,-1-1 0 0 0,0 1 0 0 0,1 0-1 0 0,-1 0 1 0 0,0-1 0 0 0,1 1 0 0 0,-1 0 0 0 0,0-1 0 0 0,0 1-1 0 0,1-1 1 0 0,-1 1 0 0 0,0 0 0 0 0,0-1 0 0 0,1-18-1047 0 0,-11-19-3527 0 0,9 36 3907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0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69 238 6913 0 0,'-34'-31'4743'0'0,"0"1"3125"0"0,51 33-4435 0 0,13 2-3361 0 0,-25-3-30 0 0,1 1 0 0 0,0 0 0 0 0,-1 1 0 0 0,0-1-1 0 0,0 1 1 0 0,0 0 0 0 0,0 1 0 0 0,0-1 0 0 0,-1 1 0 0 0,0 0 0 0 0,4 5 0 0 0,5 10-6 0 0,18 37 0 0 0,-24-40-105 0 0,2-1 0 0 0,0 0 1 0 0,16 20-1 0 0,-18-28 52 0 0,0 0 0 0 0,0 0 0 0 0,1-1 1 0 0,0 0-1 0 0,1-1 0 0 0,0 1 0 0 0,0-2 0 0 0,14 8 0 0 0,-20-12 45 0 0,0 1 0 0 0,0-1 0 0 0,0 0 0 0 0,0-1 0 0 0,0 1 0 0 0,0 0 0 0 0,0-1-1 0 0,0 0 1 0 0,0 1 0 0 0,0-1 0 0 0,0-1 0 0 0,0 1 0 0 0,0 0 0 0 0,0-1 0 0 0,0 1-1 0 0,0-1 1 0 0,0 0 0 0 0,0 0 0 0 0,0 0 0 0 0,0-1 0 0 0,-1 1 0 0 0,1 0 0 0 0,0-1-1 0 0,-1 0 1 0 0,1 0 0 0 0,-1 0 0 0 0,0 0 0 0 0,1 0 0 0 0,-1 0 0 0 0,0-1 0 0 0,0 1-1 0 0,-1 0 1 0 0,3-5 0 0 0,9-18 94 0 0,0-1-1 0 0,-2 0 1 0 0,-1-1-1 0 0,-1-1 1 0 0,-2 1-1 0 0,5-30 1 0 0,14-48 123 0 0,13-11-2022 0 0,-30 150-7293 0 0,-10-18 8416 0 0,-2-1 585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1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 15667 0 0,'0'-2'196'0'0,"1"-1"0"0"0,-1 1-1 0 0,1 0 1 0 0,0 0 0 0 0,-1 0 0 0 0,1 0-1 0 0,0 0 1 0 0,0 0 0 0 0,1 1-1 0 0,-1-1 1 0 0,0 0 0 0 0,1 0 0 0 0,-1 1-1 0 0,1-1 1 0 0,-1 1 0 0 0,4-3-1 0 0,-4 4-106 0 0,0-1 0 0 0,0 1 0 0 0,0 0 0 0 0,0-1 0 0 0,0 1 0 0 0,0 0-1 0 0,0-1 1 0 0,0 1 0 0 0,0 0 0 0 0,0 0 0 0 0,0 0 0 0 0,0 0-1 0 0,0 0 1 0 0,0 0 0 0 0,0 0 0 0 0,0 1 0 0 0,1-1 0 0 0,-1 0-1 0 0,0 0 1 0 0,0 1 0 0 0,0-1 0 0 0,0 1 0 0 0,0-1 0 0 0,-1 1-1 0 0,1-1 1 0 0,0 1 0 0 0,0 0 0 0 0,0 0 0 0 0,0-1 0 0 0,-1 1 0 0 0,1 0-1 0 0,0 0 1 0 0,0 0 0 0 0,-1 0 0 0 0,2 1 0 0 0,4 9 28 0 0,0 1 1 0 0,-1 0-1 0 0,0 0 1 0 0,-1 0-1 0 0,0 0 1 0 0,-1 1-1 0 0,2 15 1 0 0,5 17 65 0 0,0-13-66 0 0,2 0 1 0 0,20 37-1 0 0,5 14-5353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1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1 201 6913 0 0,'0'-1'45'0'0,"0"0"0"0"0,0 1-1 0 0,0-1 1 0 0,0 0 0 0 0,0 1-1 0 0,0-1 1 0 0,0 0 0 0 0,0 1-1 0 0,0-1 1 0 0,0 0 0 0 0,0 1-1 0 0,0-1 1 0 0,1 0 0 0 0,-1 1-1 0 0,0-1 1 0 0,0 1 0 0 0,1-1-1 0 0,-1 0 1 0 0,0 1 0 0 0,1-1-1 0 0,-1 1 1 0 0,0-1 0 0 0,1 1-1 0 0,-1-1 1 0 0,1 1 0 0 0,-1-1-1 0 0,1 1 1 0 0,-1 0 0 0 0,1-1-1 0 0,0 1 1 0 0,-1 0 0 0 0,1-1-1 0 0,-1 1 1 0 0,1 0 0 0 0,0-1-1 0 0,-1 1 1 0 0,1 0 0 0 0,0 0-1 0 0,-1 0 1 0 0,2 0 0 0 0,38-9 1878 0 0,-25 6-856 0 0,54-17 2356 0 0,-43 10-3735 0 0,-1 0-1 0 0,0-2 1 0 0,-1-1 0 0 0,-1-1 0 0 0,27-20 0 0 0,14-22 2512 0 0,-64 56-2122 0 0,0 0 0 0 0,1 0 0 0 0,-1 0 0 0 0,0 0 0 0 0,1 1 0 0 0,-1-1 0 0 0,0 0 0 0 0,1 0 0 0 0,-1 0 0 0 0,0 0 0 0 0,1 0 0 0 0,-1 0 1 0 0,0 1-1 0 0,0-1 0 0 0,1 0 0 0 0,-1 0 0 0 0,0 0 0 0 0,0 1 0 0 0,1-1 0 0 0,-1 0 0 0 0,0 0 0 0 0,0 1 0 0 0,0-1 0 0 0,0 0 0 0 0,1 0 0 0 0,-1 1 0 0 0,0-1 0 0 0,0 0 1 0 0,0 1-1 0 0,0-1 0 0 0,0 0 0 0 0,0 1 0 0 0,0-1 0 0 0,0 0 0 0 0,0 1 0 0 0,0-1 0 0 0,0 0 0 0 0,0 1 0 0 0,0-1 0 0 0,0 0 0 0 0,0 0 0 0 0,0 1 1 0 0,4 23 17 0 0,-4-20 186 0 0,5 22-38 0 0,1 0-1 0 0,1-1 1 0 0,1 0-1 0 0,1 0 1 0 0,2-1-1 0 0,14 26 0 0 0,-25-50-258 0 0,1 1-1 0 0,-1-1 1 0 0,0 1-1 0 0,1-1 1 0 0,-1 1-1 0 0,0-1 1 0 0,1 1-1 0 0,-1-1 0 0 0,1 1 1 0 0,-1-1-1 0 0,1 0 1 0 0,-1 1-1 0 0,1-1 1 0 0,-1 0-1 0 0,1 1 1 0 0,-1-1-1 0 0,1 0 0 0 0,0 0 1 0 0,-1 1-1 0 0,1-1 1 0 0,-1 0-1 0 0,1 0 1 0 0,0 0-1 0 0,-1 0 0 0 0,1 0 1 0 0,-1 0-1 0 0,1 0 1 0 0,0 0-1 0 0,1 0 1 0 0,16-14 333 0 0,9-26 568 0 0,-27 39-887 0 0,8-14 209 0 0,3-6-46 0 0,1 1 1 0 0,21-28-1 0 0,-30 44-140 0 0,0 0 0 0 0,0 0-1 0 0,1 1 1 0 0,-1-1 0 0 0,1 1 0 0 0,0 0-1 0 0,-1 0 1 0 0,2 0 0 0 0,-1 1-1 0 0,0-1 1 0 0,0 1 0 0 0,1 0 0 0 0,-1 1-1 0 0,1-1 1 0 0,0 1 0 0 0,-1-1-1 0 0,1 1 1 0 0,6 0 0 0 0,-7 1 17 0 0,1 1 0 0 0,-1 0 0 0 0,0 0-1 0 0,1 0 1 0 0,-1 0 0 0 0,0 1 0 0 0,0-1 0 0 0,0 1 0 0 0,0 0 0 0 0,-1 0 0 0 0,1 1 0 0 0,0-1-1 0 0,-1 1 1 0 0,0 0 0 0 0,1 0 0 0 0,-1 0 0 0 0,0 0 0 0 0,0 0 0 0 0,-1 1 0 0 0,1-1 0 0 0,-1 1-1 0 0,4 7 1 0 0,0 1 26 0 0,0 1-1 0 0,-1 0 0 0 0,0 0 1 0 0,-1 1-1 0 0,4 24 0 0 0,-4-5-609 0 0,6 27-2548 0 0,-3-41-4315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1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47 208 6913 0 0,'0'0'32'0'0,"0"0"0"0"0,0 1-1 0 0,0-1 1 0 0,0 0-1 0 0,0 0 1 0 0,0 0-1 0 0,0 0 1 0 0,0 0-1 0 0,0 1 1 0 0,0-1 0 0 0,0 0-1 0 0,0 0 1 0 0,0 0-1 0 0,0 0 1 0 0,0 0-1 0 0,0 1 1 0 0,0-1-1 0 0,-1 0 1 0 0,1 0-1 0 0,0 0 1 0 0,0 0 0 0 0,0 0-1 0 0,0 0 1 0 0,0 1-1 0 0,0-1 1 0 0,0 0-1 0 0,0 0 1 0 0,-1 0-1 0 0,1 0 1 0 0,0 0-1 0 0,0 0 1 0 0,0 0 0 0 0,0 0-1 0 0,0 0 1 0 0,0 0-1 0 0,-1 0 1 0 0,1 1-1 0 0,0-1 1 0 0,0 0-1 0 0,0 0 1 0 0,0 0 0 0 0,0 0-1 0 0,-1 0 1 0 0,1 0-1 0 0,0 0 1 0 0,0 0-1 0 0,0 0 1 0 0,0 0-1 0 0,0-1 1 0 0,-1 1-1 0 0,1 0 1 0 0,0 0 0 0 0,0 0-1 0 0,0 0 1 0 0,0 0-1 0 0,0 0 1 0 0,-1 0-1 0 0,17 10 5366 0 0,-11-9-5062 0 0,0 0-1 0 0,0 0 1 0 0,1 0-1 0 0,-1-1 1 0 0,0 0-1 0 0,1 0 0 0 0,-1 0 1 0 0,0-1-1 0 0,1 1 1 0 0,-1-1-1 0 0,6-2 1 0 0,-9 2-286 0 0,1 0 1 0 0,-1 0-1 0 0,1-1 0 0 0,-1 1 1 0 0,1-1-1 0 0,-1 1 1 0 0,0-1-1 0 0,0 0 1 0 0,0 0-1 0 0,0 0 0 0 0,0 0 1 0 0,0 0-1 0 0,0 0 1 0 0,-1-1-1 0 0,1 1 1 0 0,-1-1-1 0 0,0 1 0 0 0,0-1 1 0 0,0 1-1 0 0,0-1 1 0 0,0 0-1 0 0,0 1 1 0 0,-1-1-1 0 0,1-5 0 0 0,1-5 355 0 0,-1 0 0 0 0,-1 0 0 0 0,0-1 0 0 0,-1 1 0 0 0,-4-22-1 0 0,4 31-339 0 0,0 0 0 0 0,0-1 0 0 0,-1 1 0 0 0,1 0 0 0 0,-1 1 0 0 0,0-1 0 0 0,0 0 0 0 0,0 0 0 0 0,-6-5 0 0 0,7 7-54 0 0,-1 1 1 0 0,0-1-1 0 0,0 1 1 0 0,0-1-1 0 0,0 1 1 0 0,0 0-1 0 0,0 0 0 0 0,0 0 1 0 0,0 0-1 0 0,0 0 1 0 0,0 0-1 0 0,-1 0 1 0 0,1 1-1 0 0,0 0 1 0 0,-1-1-1 0 0,1 1 1 0 0,0 0-1 0 0,-1 0 0 0 0,-1 0 1 0 0,-1 1-37 0 0,1 0 1 0 0,0 0-1 0 0,-1 1 1 0 0,1-1-1 0 0,0 1 0 0 0,0 0 1 0 0,0 0-1 0 0,1 0 1 0 0,-1 1-1 0 0,0 0 0 0 0,1-1 1 0 0,-1 1-1 0 0,1 0 1 0 0,0 0-1 0 0,0 1 0 0 0,0-1 1 0 0,1 1-1 0 0,-3 4 1 0 0,1-3-26 0 0,1 0 1 0 0,0 0 0 0 0,0 1-1 0 0,1-1 1 0 0,-1 1 0 0 0,1 0-1 0 0,0 0 1 0 0,1 0 0 0 0,-1 0 0 0 0,1 0-1 0 0,0 0 1 0 0,1 9 0 0 0,0-9 18 0 0,1-1 0 0 0,0 1 0 0 0,0-1 0 0 0,1 1 0 0 0,-1-1 1 0 0,1 1-1 0 0,0-1 0 0 0,1 0 0 0 0,-1 0 0 0 0,1 0 0 0 0,0 0 1 0 0,1 0-1 0 0,-1-1 0 0 0,1 1 0 0 0,0-1 0 0 0,0 0 0 0 0,0 0 1 0 0,0-1-1 0 0,1 1 0 0 0,-1-1 0 0 0,1 0 0 0 0,0 0 0 0 0,7 3 1 0 0,-2-2-463 0 0,0-1 1 0 0,0 0-1 0 0,0 0 1 0 0,0-1-1 0 0,0 0 1 0 0,0-1-1 0 0,0 0 1 0 0,1-1 0 0 0,-1 0-1 0 0,0-1 1 0 0,21-3-1 0 0,-4-1-5027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2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47 240 21661 0 0,'-12'-7'3380'0'0,"-7"-9"-6781"0"0,17 15 3042 0 0,1 0 0 0 0,0-1 0 0 0,0 1 0 0 0,0 0 0 0 0,0 0 0 0 0,0-1 0 0 0,0 1 0 0 0,0 0 0 0 0,0-1 0 0 0,0 1 0 0 0,0-1 0 0 0,1 1 0 0 0,-1-1-1 0 0,1 1 1 0 0,-1-1 0 0 0,1 0 0 0 0,0 1 0 0 0,0-1 0 0 0,-1 0 0 0 0,1-3 0 0 0,1 5 489 0 0,-1 0-1 0 0,1 0 0 0 0,-1-1 1 0 0,1 1-1 0 0,-1 0 0 0 0,1 0 1 0 0,-1 0-1 0 0,1-1 0 0 0,-1 1 0 0 0,1 0 1 0 0,-1 0-1 0 0,1 0 0 0 0,-1 0 1 0 0,1 0-1 0 0,-1 0 0 0 0,1 0 1 0 0,-1 0-1 0 0,1 0 0 0 0,0 0 1 0 0,-1 0-1 0 0,1 1 0 0 0,-1-1 0 0 0,1 0 1 0 0,-1 0-1 0 0,0 0 0 0 0,1 1 1 0 0,-1-1-1 0 0,1 0 0 0 0,-1 1 1 0 0,1-1-1 0 0,-1 0 0 0 0,0 1 1 0 0,1-1-1 0 0,17 12 659 0 0,-4 0 611 0 0,25 29-1 0 0,-30-30-1138 0 0,1-1 0 0 0,0 0 0 0 0,0 0 0 0 0,1-1-1 0 0,24 16 1 0 0,-31-23-215 0 0,-1-1-1 0 0,1 1 0 0 0,0-1 0 0 0,0 0 1 0 0,-1 0-1 0 0,1 0 0 0 0,0-1 1 0 0,0 1-1 0 0,0-1 0 0 0,0 0 1 0 0,0 0-1 0 0,0 0 0 0 0,0-1 0 0 0,0 1 1 0 0,0-1-1 0 0,0 0 0 0 0,0 0 1 0 0,0 0-1 0 0,-1-1 0 0 0,1 1 1 0 0,0-1-1 0 0,-1 0 0 0 0,1 0 0 0 0,-1 0 1 0 0,0-1-1 0 0,4-2 0 0 0,0-1 86 0 0,-1 0 0 0 0,1 0 0 0 0,-1 0 0 0 0,0-1 0 0 0,-1 1 0 0 0,1-2 0 0 0,-1 1 0 0 0,-1 0 0 0 0,0-1 0 0 0,7-16 0 0 0,-4 1-2 0 0,0 1 0 0 0,5-40 0 0 0,-8 32-671 0 0,13-37-1 0 0,-11 51-1611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55 12899 0 0,'47'-15'4161'0'0,"25"-4"-2368"0"0,-17 5-1822 0 0,-20 7-1511 0 0,-29 7 448 0 0,1 0-1 0 0,0 0 1 0 0,0 1-1 0 0,-1 0 1 0 0,11 2-1 0 0,-7 0 414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3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8290 0 0,'1'0'368'0'0,"1"0"80"0"0,0 0-360 0 0,1 0-88 0 0,0 0 0 0 0,-1-1 0 0 0,3 1 312 0 0,1-2 40 0 0,7 0 16 0 0,3-1 0 0 0,2-1-576 0 0,1-2-112 0 0,-1 1-32 0 0,-2-1 0 0 0,1 1 352 0 0,-4-2 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10138 0 0,'53'-8'5402'0'0,"-44"5"-4422"0"0,0 1 0 0 0,1 1-1 0 0,-1-1 1 0 0,13 1 0 0 0,-18 2-882 0 0,1-1 1 0 0,-1 0-1 0 0,0 1 0 0 0,0 0 1 0 0,0 0-1 0 0,0 0 0 0 0,0 1 1 0 0,0-1-1 0 0,0 1 0 0 0,0 0 0 0 0,0 0 1 0 0,-1 0-1 0 0,1 1 0 0 0,-1-1 1 0 0,0 1-1 0 0,1 0 0 0 0,-1 0 1 0 0,-1 0-1 0 0,1 0 0 0 0,0 0 1 0 0,-1 1-1 0 0,1-1 0 0 0,-1 1 1 0 0,0 0-1 0 0,0-1 0 0 0,-1 1 0 0 0,3 7 1 0 0,1 9-173 0 0,0 0 0 0 0,-1 1 0 0 0,-2-1 0 0 0,1 34 0 0 0,2 2 169 0 0,18 99-55 0 0,-7-89-6632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0,'0'4'448'0'0,"0"0"-352"0"0,5 5 2345 0 0,-1-3-1073 0 0,1 2 8 0 0,3 3 233 0 0,2-3 55 0 0,2-1 0 0 0,0-3 9 0 0,2-4-1673 0 0,-2-4-352 0 0,1-4-64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0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 10138 0 0,'0'-4'12461'0'0,"6"13"-12298"0"0,-1 0-1 0 0,1 0 0 0 0,-2 0 0 0 0,1 1 0 0 0,-2 0 0 0 0,1 0 0 0 0,-1 0 0 0 0,-1 0 0 0 0,1 0 0 0 0,-2 1 0 0 0,0-1 0 0 0,0 1 0 0 0,0-1 0 0 0,-2 1 0 0 0,-1 14 1 0 0,-4 17-417 0 0,-2-1 0 0 0,-19 62 1 0 0,26-100 192 0 0,-2 8-2025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1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587 295 10594 0 0,'-3'-8'467'0'0,"1"1"0"0"0,-2-1-1 0 0,1 1 1 0 0,-1 0 0 0 0,0 0-1 0 0,0 0 1 0 0,-1 0 0 0 0,0 1-1 0 0,0-1 1 0 0,-1 1 0 0 0,0 1-1 0 0,0-1 1 0 0,-12-8-1 0 0,12 11-291 0 0,0-1 0 0 0,-1 1 0 0 0,1 1 0 0 0,-1-1 0 0 0,1 1 0 0 0,-1 0 0 0 0,0 1-1 0 0,0 0 1 0 0,0 0 0 0 0,0 0 0 0 0,0 1 0 0 0,0 0 0 0 0,0 0 0 0 0,0 1 0 0 0,0 0-1 0 0,-9 2 1 0 0,-3 2 41 0 0,0 0 0 0 0,1 1 1 0 0,-1 1-1 0 0,1 1 0 0 0,0 0 0 0 0,1 2 0 0 0,-23 15 0 0 0,28-16-119 0 0,0 1 1 0 0,1 0-1 0 0,0 1 1 0 0,1 0-1 0 0,0 0 1 0 0,1 1-1 0 0,0 1 1 0 0,1-1-1 0 0,0 2 0 0 0,-6 16 1 0 0,-7 19-26 0 0,2 1 0 0 0,2 2 0 0 0,2-1 0 0 0,-13 96 0 0 0,25-123-78 0 0,1 0-1 0 0,1 0 1 0 0,1-1 0 0 0,1 1-1 0 0,1 0 1 0 0,2 0-1 0 0,0 0 1 0 0,1-1 0 0 0,2 0-1 0 0,0 0 1 0 0,1-1-1 0 0,1 0 1 0 0,15 25 0 0 0,-15-33-4 0 0,0 0 1 0 0,2-1 0 0 0,0 0 0 0 0,0-1 0 0 0,1 0-1 0 0,1 0 1 0 0,0-1 0 0 0,0-1 0 0 0,28 16 0 0 0,-20-16 20 0 0,0 0 0 0 0,1-1 0 0 0,0-1 0 0 0,1-1 0 0 0,-1-1 0 0 0,38 5 1 0 0,-24-7 8 0 0,0-2 1 0 0,0-2-1 0 0,0-1 0 0 0,1-1 1 0 0,-1-3-1 0 0,-1-1 1 0 0,1-1-1 0 0,-1-2 1 0 0,39-15-1 0 0,-48 12-23 0 0,0 0 0 0 0,-1-2 0 0 0,-1 0-1 0 0,0-2 1 0 0,-1-1 0 0 0,29-27 0 0 0,-17 9-10 0 0,0-1 0 0 0,52-73 0 0 0,-76 92 62 0 0,0-1-1 0 0,-2-1 1 0 0,0 1-1 0 0,0-1 1 0 0,-2-1-1 0 0,-1 0 1 0 0,0 0 0 0 0,-2 0-1 0 0,0-1 1 0 0,-1 1-1 0 0,0-25 1 0 0,-2-2 110 0 0,-3 1 1 0 0,-2 0 0 0 0,-19-89 0 0 0,18 112-128 0 0,-1 0 1 0 0,-1 1 0 0 0,-1 0-1 0 0,-1 0 1 0 0,-1 1 0 0 0,-1 0 0 0 0,-1 1-1 0 0,0 0 1 0 0,-2 1 0 0 0,0 1-1 0 0,-17-18 1 0 0,17 23-61 0 0,-1 0 0 0 0,0 1-1 0 0,-1 0 1 0 0,0 1 0 0 0,0 1-1 0 0,-1 1 1 0 0,-1 0 0 0 0,1 1-1 0 0,-1 1 1 0 0,-1 1 0 0 0,1 0-1 0 0,-1 1 1 0 0,-33-3 0 0 0,36 6-338 0 0,0 0 0 0 0,-1 1 0 0 0,1 0 0 0 0,0 2 0 0 0,-1 0 0 0 0,1 1 0 0 0,-23 5 0 0 0,20 1-7430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2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58 4145 0 0,'2'-14'1907'0'0,"-1"-10"1594"0"0,-2 23-3372 0 0,1 0 1 0 0,0 1-1 0 0,0-1 1 0 0,0 1-1 0 0,-1-1 0 0 0,1 1 1 0 0,0-1-1 0 0,-1 1 0 0 0,1-1 1 0 0,0 1-1 0 0,-1-1 1 0 0,1 1-1 0 0,-1 0 0 0 0,1-1 1 0 0,-1 1-1 0 0,1 0 1 0 0,-1-1-1 0 0,1 1 0 0 0,-1 0 1 0 0,1-1-1 0 0,-1 1 1 0 0,1 0-1 0 0,-1 0 0 0 0,1 0 1 0 0,-1 0-1 0 0,1 0 0 0 0,-1-1 1 0 0,0 1-1 0 0,1 0 1 0 0,-1 0-1 0 0,1 0 0 0 0,-1 0 1 0 0,0 1-1 0 0,1-1 1 0 0,-1 0-1 0 0,0 0 0 0 0,-27 2 3864 0 0,-5 3 240 0 0,31-4-4173 0 0,-1 0 0 0 0,1 0 0 0 0,-1 0 0 0 0,1 1-1 0 0,0-1 1 0 0,0 1 0 0 0,-1 0 0 0 0,1-1 0 0 0,0 1 0 0 0,0 0 0 0 0,-2 4 0 0 0,-8 12-8 0 0,0-1 0 0 0,2 2 0 0 0,0 0-1 0 0,1 0 1 0 0,1 0 0 0 0,1 1 0 0 0,-8 39 0 0 0,4-4-13 0 0,-5 97 0 0 0,14-136-48 0 0,2 0-1 0 0,0 0 0 0 0,1 0 0 0 0,1 0 1 0 0,0 0-1 0 0,1 0 0 0 0,9 27 0 0 0,-10-38-6 0 0,1 0-1 0 0,-1 1 1 0 0,1-1-1 0 0,0 0 0 0 0,0 0 1 0 0,0-1-1 0 0,1 1 0 0 0,0-1 1 0 0,0 1-1 0 0,0-1 1 0 0,0 0-1 0 0,1-1 0 0 0,-1 1 1 0 0,1-1-1 0 0,0 0 1 0 0,0 0-1 0 0,0 0 0 0 0,0-1 1 0 0,1 0-1 0 0,-1 0 0 0 0,1 0 1 0 0,0 0-1 0 0,-1-1 1 0 0,9 1-1 0 0,-3-2 12 0 0,0 1 1 0 0,0-1-1 0 0,-1-1 1 0 0,1 0-1 0 0,0-1 1 0 0,0 0-1 0 0,-1 0 1 0 0,1-1-1 0 0,-1-1 1 0 0,0 0-1 0 0,0 0 1 0 0,0-1-1 0 0,-1 0 0 0 0,1 0 1 0 0,-1-1-1 0 0,0-1 1 0 0,-1 0-1 0 0,0 0 1 0 0,12-12-1 0 0,-6 3 48 0 0,-1-1 0 0 0,0 0 0 0 0,-1-1 0 0 0,0-1 0 0 0,-2 1 0 0 0,0-2 0 0 0,-2 1 0 0 0,13-42 0 0 0,-18 50-25 0 0,-1-1 1 0 0,0 0-1 0 0,-1 1 1 0 0,-1-1-1 0 0,0 0 0 0 0,0 0 1 0 0,-1 0-1 0 0,-1 1 1 0 0,1-1-1 0 0,-2 1 0 0 0,0-1 1 0 0,0 1-1 0 0,-1 0 1 0 0,-1 0-1 0 0,0 0 0 0 0,0 0 1 0 0,-1 1-1 0 0,-10-13 0 0 0,5 8 9 0 0,0 0-1 0 0,-1 2 1 0 0,-1-1-1 0 0,0 1 1 0 0,-1 1-1 0 0,0 1 1 0 0,-1 0-1 0 0,0 1 0 0 0,-1 0 1 0 0,0 1-1 0 0,-20-8 1 0 0,28 14-73 0 0,1 1 0 0 0,-1 0-1 0 0,0 0 1 0 0,1 0 0 0 0,-16-1 0 0 0,20 3 20 0 0,0 0-1 0 0,0 0 0 0 0,0 0 1 0 0,0 1-1 0 0,1-1 1 0 0,-1 1-1 0 0,0 0 1 0 0,0-1-1 0 0,0 1 0 0 0,1 0 1 0 0,-1 1-1 0 0,0-1 1 0 0,1 0-1 0 0,-1 1 1 0 0,1-1-1 0 0,-1 1 0 0 0,1 0 1 0 0,-4 4-1 0 0,-5 10-450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2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16588 0 0,'-1'0'129'0'0,"1"1"1"0"0,-1-1 0 0 0,0 1 0 0 0,0-1 0 0 0,1 1 0 0 0,-1 0-1 0 0,0 0 1 0 0,1-1 0 0 0,-1 1 0 0 0,0 0 0 0 0,1 0 0 0 0,-1 0 0 0 0,1-1-1 0 0,0 1 1 0 0,-1 0 0 0 0,1 0 0 0 0,0 0 0 0 0,-1 0 0 0 0,1 0-1 0 0,0 0 1 0 0,0 0 0 0 0,0 0 0 0 0,0 0 0 0 0,0 0 0 0 0,0 0-1 0 0,0 0 1 0 0,0 0 0 0 0,0 0 0 0 0,0 0 0 0 0,1 0 0 0 0,-1 0 0 0 0,1 1-1 0 0,11 43 1027 0 0,-7-29-861 0 0,69 335 1739 0 0,-73-346-2242 0 0,0 1-1 0 0,0-1 1 0 0,-1 1-1 0 0,1-1 0 0 0,-1 1 1 0 0,-1-1-1 0 0,1 1 1 0 0,-1-1-1 0 0,0 1 1 0 0,0-1-1 0 0,0 0 1 0 0,-3 7-1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2.6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18 230 3681 0 0,'-12'-30'599'0'0,"11"24"359"0"0,-1-1 0 0 0,1 1 1 0 0,1-1-1 0 0,-1 0 0 0 0,1 1 0 0 0,0-1 0 0 0,1 1 0 0 0,-1-1 0 0 0,1 0 0 0 0,3-10 1 0 0,9-19 392 0 0,-10 30-1052 0 0,0 1 0 0 0,1 0 0 0 0,-1-1 0 0 0,1 1 0 0 0,0 0 0 0 0,0 1-1 0 0,0-1 1 0 0,1 1 0 0 0,0 0 0 0 0,0 0 0 0 0,0 0 0 0 0,0 1-1 0 0,0 0 1 0 0,1 0 0 0 0,-1 0 0 0 0,1 0 0 0 0,10-2 0 0 0,-13 4-244 0 0,1 0-1 0 0,0 0 1 0 0,-1 1 0 0 0,1-1 0 0 0,0 1 0 0 0,0 0 0 0 0,-1 0 0 0 0,1 0-1 0 0,0 1 1 0 0,0-1 0 0 0,-1 1 0 0 0,1 0 0 0 0,0 0 0 0 0,-1 0 0 0 0,1 1 0 0 0,-1-1-1 0 0,1 1 1 0 0,-1 0 0 0 0,0 0 0 0 0,0 0 0 0 0,0 0 0 0 0,0 0 0 0 0,0 1 0 0 0,0-1-1 0 0,-1 1 1 0 0,1 0 0 0 0,-1 0 0 0 0,0 0 0 0 0,1 0 0 0 0,1 5 0 0 0,-3-4-46 0 0,1 0 1 0 0,-1 0 0 0 0,0 0-1 0 0,0 0 1 0 0,0 0 0 0 0,-1 0-1 0 0,0 0 1 0 0,0 1-1 0 0,0-1 1 0 0,0 0 0 0 0,0 0-1 0 0,-1 0 1 0 0,0 0 0 0 0,0 0-1 0 0,0 0 1 0 0,0 0 0 0 0,-1 0-1 0 0,1 0 1 0 0,-5 6 0 0 0,-1 5-51 0 0,-2-1 0 0 0,0 1 1 0 0,-16 17-1 0 0,-5 4-1803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2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0 251 8754 0 0,'6'1'401'0'0,"1"0"1"0"0,-1 0-1 0 0,0-1 0 0 0,1 0 0 0 0,-1 0 1 0 0,0 0-1 0 0,0-1 0 0 0,1 0 1 0 0,-1 0-1 0 0,0 0 0 0 0,0-1 1 0 0,0 0-1 0 0,0 0 0 0 0,0-1 1 0 0,-1 0-1 0 0,11-6 0 0 0,-9 5-46 0 0,0 0 0 0 0,-1-1 0 0 0,1 0 0 0 0,-1 0 0 0 0,0 0 0 0 0,0-1 0 0 0,-1 0 0 0 0,0 0 0 0 0,0-1 0 0 0,0 1 0 0 0,-1-1 0 0 0,7-13 0 0 0,-9 12-267 0 0,0 1 0 0 0,-1-1 0 0 0,0 1 0 0 0,0-1-1 0 0,-1 1 1 0 0,0-1 0 0 0,0 0 0 0 0,-3-13 0 0 0,3 18-115 0 0,0 0 0 0 0,-1 0 0 0 0,1 1 0 0 0,-1-1 0 0 0,1 0 0 0 0,-1 1 0 0 0,0-1 0 0 0,0 0 0 0 0,0 1 0 0 0,-1-1 0 0 0,1 1 0 0 0,-1 0 0 0 0,1-1 0 0 0,-1 1 0 0 0,0 0 0 0 0,0 0 0 0 0,0 0 0 0 0,0 0 0 0 0,0 0 0 0 0,0 1 0 0 0,0-1 0 0 0,-1 1 0 0 0,1-1 0 0 0,-1 1 0 0 0,1 0 0 0 0,-1 0 0 0 0,-2-1 0 0 0,2 2-28 0 0,1 0 0 0 0,-1 0 0 0 0,1 0 1 0 0,-1 0-1 0 0,1 0 0 0 0,-1 0 1 0 0,1 1-1 0 0,-1-1 0 0 0,1 1 0 0 0,0 0 1 0 0,-1 0-1 0 0,1 0 0 0 0,0 0 0 0 0,0 0 1 0 0,-1 0-1 0 0,1 1 0 0 0,0-1 1 0 0,0 1-1 0 0,0 0 0 0 0,1-1 0 0 0,-1 1 1 0 0,0 0-1 0 0,1 0 0 0 0,-1 0 0 0 0,1 0 1 0 0,-1 0-1 0 0,0 3 0 0 0,0-2 130 0 0,0 1-1 0 0,1 0 1 0 0,-1 0-1 0 0,1 0 1 0 0,0 0-1 0 0,0 0 1 0 0,0 0-1 0 0,1 0 1 0 0,0 0-1 0 0,-1 0 1 0 0,1 0-1 0 0,1 0 1 0 0,-1 0 0 0 0,0 0-1 0 0,3 8 1 0 0,1-1 251 0 0,0 0 1 0 0,0 0 0 0 0,1-1-1 0 0,0 1 1 0 0,1-1 0 0 0,9 11-1 0 0,-13-17-331 0 0,1-1-1 0 0,0 0 0 0 0,0 0 1 0 0,0 0-1 0 0,1-1 0 0 0,-1 1 0 0 0,1-1 1 0 0,-1 0-1 0 0,1 1 0 0 0,0-2 1 0 0,0 1-1 0 0,0 0 0 0 0,0-1 1 0 0,0 0-1 0 0,0 0 0 0 0,0 0 1 0 0,0 0-1 0 0,1-1 0 0 0,-1 1 0 0 0,6-1 1 0 0,28-6-2569 0 0,-18 0-4518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3.2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 6913 0 0,'0'-2'399'0'0,"0"1"-1"0"0,0 0 1 0 0,0 0-1 0 0,0-1 1 0 0,0 1-1 0 0,1 0 1 0 0,-1-1-1 0 0,1 1 1 0 0,-1 0-1 0 0,1 0 1 0 0,-1 0-1 0 0,1 0 1 0 0,0-1-1 0 0,-1 1 0 0 0,1 0 1 0 0,0 0-1 0 0,0 0 1 0 0,0 0-1 0 0,0 0 1 0 0,0 1-1 0 0,0-1 1 0 0,2-1-1 0 0,-3 2-231 0 0,1 0-1 0 0,-1-1 1 0 0,1 1-1 0 0,-1 0 1 0 0,1 0-1 0 0,-1 0 1 0 0,0 0-1 0 0,1 0 1 0 0,-1 0-1 0 0,1 0 1 0 0,-1 0 0 0 0,1 0-1 0 0,-1 0 1 0 0,1 0-1 0 0,-1 0 1 0 0,1 0-1 0 0,-1 0 1 0 0,0 0-1 0 0,1 1 1 0 0,-1-1-1 0 0,1 0 1 0 0,-1 0-1 0 0,0 1 1 0 0,1-1 0 0 0,0 1-59 0 0,0 0 0 0 0,0 0 1 0 0,-1 0-1 0 0,1 0 0 0 0,0 0 1 0 0,-1 0-1 0 0,1 0 1 0 0,-1 0-1 0 0,0 0 0 0 0,1 0 1 0 0,-1 1-1 0 0,0-1 1 0 0,1 0-1 0 0,-1 2 0 0 0,2 43 1043 0 0,-2-34-1157 0 0,1-1-1 0 0,-1 1 1 0 0,2-1 0 0 0,3 14-1 0 0,-5-25-29 0 0,0 1 1 0 0,0 0-1 0 0,0-1 0 0 0,0 1 0 0 0,0-1 0 0 0,1 1 0 0 0,-1 0 0 0 0,0-1 1 0 0,0 1-1 0 0,1-1 0 0 0,-1 1 0 0 0,0 0 0 0 0,1-1 0 0 0,-1 1 0 0 0,1-1 1 0 0,-1 0-1 0 0,0 1 0 0 0,1-1 0 0 0,-1 1 0 0 0,1-1 0 0 0,0 0 1 0 0,-1 1-1 0 0,1-1 0 0 0,-1 0 0 0 0,1 1 0 0 0,-1-1 0 0 0,1 0 0 0 0,1 1 1 0 0,-1-2-25 0 0,0 1 0 0 0,0 0 1 0 0,0-1-1 0 0,0 1 1 0 0,0-1-1 0 0,0 1 0 0 0,0-1 1 0 0,0 1-1 0 0,0-1 1 0 0,0 0-1 0 0,0 1 0 0 0,0-1 1 0 0,0 0-1 0 0,1-1 1 0 0,24-36-627 0 0,-26 36 726 0 0,19-36 412 0 0,-16 29-264 0 0,0 1 0 0 0,2-1 0 0 0,-1 1 1 0 0,1 0-1 0 0,0 0 0 0 0,8-10 1 0 0,-11 18-145 0 0,-1-1 0 0 0,0 0 1 0 0,1 1-1 0 0,-1-1 0 0 0,0 1 0 0 0,1-1 1 0 0,-1 1-1 0 0,1 0 0 0 0,-1 0 0 0 0,1-1 1 0 0,-1 1-1 0 0,1 0 0 0 0,-1 0 0 0 0,1 1 1 0 0,-1-1-1 0 0,1 0 0 0 0,-1 0 0 0 0,0 1 1 0 0,1-1-1 0 0,-1 1 0 0 0,1-1 1 0 0,-1 1-1 0 0,2 1 0 0 0,37 19 586 0 0,-31-16-294 0 0,-1 0-333 0 0,4 1-263 0 0,0 1 0 0 0,-1 0-1 0 0,0 0 1 0 0,0 2 0 0 0,13 12-1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3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 54 9674 0 0,'-3'-4'508'0'0,"0"0"0"0"0,0 0 1 0 0,0 0-1 0 0,0 0 0 0 0,-1 1 0 0 0,0 0 0 0 0,1-1 0 0 0,-1 1 1 0 0,-1 1-1 0 0,1-1 0 0 0,0 1 0 0 0,-1-1 0 0 0,1 1 1 0 0,-1 1-1 0 0,1-1 0 0 0,-1 0 0 0 0,0 1 0 0 0,0 0 0 0 0,-9 0 1 0 0,10 1-428 0 0,0 0 1 0 0,1 0-1 0 0,-1 1 0 0 0,0-1 1 0 0,1 1-1 0 0,-1 0 1 0 0,1 1-1 0 0,-1-1 1 0 0,1 0-1 0 0,-1 1 1 0 0,1 0-1 0 0,0 0 0 0 0,0 0 1 0 0,0 0-1 0 0,0 0 1 0 0,0 1-1 0 0,0-1 1 0 0,1 1-1 0 0,-1 0 1 0 0,1 0-1 0 0,0 0 1 0 0,0 0-1 0 0,0 0 0 0 0,0 0 1 0 0,0 0-1 0 0,-2 8 1 0 0,0-1-24 0 0,1 1 1 0 0,-1 0-1 0 0,2 0 1 0 0,0 1 0 0 0,0-1-1 0 0,1 0 1 0 0,0 1-1 0 0,1-1 1 0 0,0 1 0 0 0,3 16-1 0 0,-3-25-88 0 0,1 1 0 0 0,0 0 0 0 0,0-1 0 0 0,0 1 1 0 0,1 0-1 0 0,-1-1 0 0 0,1 0 0 0 0,0 1 0 0 0,0-1 0 0 0,0 0 0 0 0,0 0 0 0 0,0 0 0 0 0,1 0 0 0 0,-1 0 0 0 0,1 0 0 0 0,0-1 1 0 0,0 0-1 0 0,0 1 0 0 0,0-1 0 0 0,0 0 0 0 0,0 0 0 0 0,1-1 0 0 0,-1 1 0 0 0,1-1 0 0 0,-1 0 0 0 0,1 1 0 0 0,0-2 0 0 0,-1 1 0 0 0,1 0 1 0 0,0-1-1 0 0,0 1 0 0 0,-1-1 0 0 0,1 0 0 0 0,7-1 0 0 0,6-2-682 0 0,0 0 1 0 0,0-1-1 0 0,0-1 0 0 0,0 0 0 0 0,31-16 1 0 0,-19 9-410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4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7370 0 0,'-2'10'7967'0'0,"6"20"-5195"0"0,-3-24-1621 0 0,1 50 1663 0 0,-2-43-2790 0 0,0-1 0 0 0,1 1-1 0 0,0-1 1 0 0,1 1 0 0 0,0-1-1 0 0,1 0 1 0 0,7 21-1 0 0,-5-25-705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4.1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12899 0 0,'5'-4'4580'0'0,"-5"4"-4471"0"0,13 4 1963 0 0,22 20-2484 0 0,-6-6-636 0 0,-12-10 1028 0 0,-1-1 20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4.5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6 148 6449 0 0,'0'0'164'0'0,"-3"-2"818"0"0,3 1-818 0 0,0 1 0 0 0,-1 0 0 0 0,1-1-1 0 0,0 1 1 0 0,0-1 0 0 0,0 1-1 0 0,-1-1 1 0 0,1 1 0 0 0,0-1 0 0 0,0 1-1 0 0,0-1 1 0 0,0 1 0 0 0,0-1-1 0 0,0 1 1 0 0,0-1 0 0 0,0 1 0 0 0,0-1-1 0 0,0 1 1 0 0,0-1 0 0 0,0 1-1 0 0,0-1 1 0 0,0 1 0 0 0,1-2 0 0 0,13-5 5394 0 0,8 6-1402 0 0,-3 6-3289 0 0,-12 2-749 0 0,-1 0-1 0 0,1 0 1 0 0,-1 0 0 0 0,-1 1-1 0 0,1 0 1 0 0,-1 0 0 0 0,-1 1-1 0 0,1-1 1 0 0,-1 1 0 0 0,4 14-1 0 0,-7-20-80 0 0,-4-14 11 0 0,0-1 0 0 0,1 1 0 0 0,0-1 0 0 0,1 0 0 0 0,0 1 0 0 0,1-1 0 0 0,0 0 0 0 0,1 1 0 0 0,0-1 0 0 0,1 0 0 0 0,4-11-1 0 0,-3 11-1793 0 0,0 0-1 0 0,1 1 0 0 0,9-17 0 0 0,-3 8-5572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4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152 105 2304 0 0,'1'0'130'0'0,"0"0"0"0"0,-1 0 0 0 0,1 0 0 0 0,-1 0 0 0 0,1 0 0 0 0,0-1 0 0 0,-1 1 0 0 0,1 0 0 0 0,0 0 0 0 0,-1 0-1 0 0,1-1 1 0 0,-1 1 0 0 0,1 0 0 0 0,-1 0 0 0 0,1-1 0 0 0,0 1 0 0 0,-1-1 0 0 0,1 1 0 0 0,-1 0 0 0 0,0-1-1 0 0,1 1 1 0 0,-1-1 0 0 0,1 1 0 0 0,-1-1 0 0 0,0 1 0 0 0,1-1 0 0 0,-1 0 0 0 0,0 1 0 0 0,0-1 0 0 0,1 1 0 0 0,-1-1-1 0 0,0 0 1 0 0,1-2 241 0 0,-1 1 1 0 0,0-1-1 0 0,0 1 0 0 0,0-1 0 0 0,0 1 0 0 0,-1-1 0 0 0,1 1 0 0 0,-1 0 0 0 0,0-3 0 0 0,-1-1 491 0 0,0 0 0 0 0,0 0-1 0 0,-1 1 1 0 0,1-1 0 0 0,-1 1-1 0 0,-1-1 1 0 0,-3-4 0 0 0,6 9-666 0 0,0 0 0 0 0,-1-1 0 0 0,1 1 0 0 0,0 0 0 0 0,-1 0 0 0 0,1 0 0 0 0,-1 0 0 0 0,0 1 0 0 0,1-1 0 0 0,-1 0 0 0 0,1 1 0 0 0,-1-1 0 0 0,0 1 0 0 0,0-1 0 0 0,1 1 0 0 0,-1 0 0 0 0,0 0 0 0 0,0 0 0 0 0,1 0 0 0 0,-1 0 0 0 0,0 0 0 0 0,-3 1 0 0 0,2 0-63 0 0,-1 0-1 0 0,1 0 1 0 0,-1 1-1 0 0,1 0 1 0 0,0 0-1 0 0,0 0 1 0 0,0 0-1 0 0,0 0 1 0 0,0 1-1 0 0,-4 3 1 0 0,1 1-105 0 0,-1 1 1 0 0,1-1-1 0 0,0 1 0 0 0,1 1 1 0 0,0-1-1 0 0,0 1 1 0 0,-5 14-1 0 0,7-13-43 0 0,1-1 0 0 0,0 0 0 0 0,0 0-1 0 0,1 1 1 0 0,0-1 0 0 0,1 1 0 0 0,0-1 0 0 0,2 12 0 0 0,-2-19-70 0 0,0 0 0 0 0,0 0 0 0 0,1 0 0 0 0,-1 0 0 0 0,1 0 1 0 0,0 0-1 0 0,-1 0 0 0 0,1 0 0 0 0,0 0 0 0 0,0 0 0 0 0,0-1 0 0 0,1 1 1 0 0,-1 0-1 0 0,0 0 0 0 0,1-1 0 0 0,-1 1 0 0 0,1-1 0 0 0,-1 0 1 0 0,1 1-1 0 0,0-1 0 0 0,-1 0 0 0 0,1 0 0 0 0,0 0 0 0 0,0 0 0 0 0,0 0 1 0 0,0 0-1 0 0,0-1 0 0 0,0 1 0 0 0,0-1 0 0 0,0 1 0 0 0,0-1 1 0 0,0 0-1 0 0,0 0 0 0 0,1 0 0 0 0,-1 0 0 0 0,0 0 0 0 0,0 0 0 0 0,0 0 1 0 0,0-1-1 0 0,0 1 0 0 0,0-1 0 0 0,3-1 0 0 0,1 0-179 0 0,-1 0-1 0 0,0 0 0 0 0,0 0 0 0 0,0 0 1 0 0,0-1-1 0 0,-1 0 0 0 0,1 0 1 0 0,-1 0-1 0 0,0-1 0 0 0,0 1 1 0 0,0-1-1 0 0,0 0 0 0 0,0 0 1 0 0,-1-1-1 0 0,4-5 0 0 0,3-8 641 0 0,-1 0 1 0 0,14-36-1 0 0,-17 38 989 0 0,0 0-1 0 0,1 0 1 0 0,16-24 0 0 0,-23 39-1321 0 0,0 1 0 0 0,0-1 1 0 0,1 1-1 0 0,-1-1 0 0 0,0 1 1 0 0,1-1-1 0 0,-1 1 0 0 0,1-1 1 0 0,-1 1-1 0 0,0-1 0 0 0,1 1 1 0 0,-1 0-1 0 0,1-1 0 0 0,-1 1 1 0 0,1 0-1 0 0,-1-1 0 0 0,1 1 1 0 0,-1 0-1 0 0,1 0 0 0 0,0-1 1 0 0,-1 1-1 0 0,1 0 0 0 0,-1 0 1 0 0,1 0-1 0 0,-1 0 0 0 0,1 0 1 0 0,0 0-1 0 0,-1 0 0 0 0,2 0 1 0 0,-1 1-3 0 0,-1-1-1 0 0,1 1 1 0 0,0 0 0 0 0,0-1 0 0 0,-1 1-1 0 0,1 0 1 0 0,0 0 0 0 0,-1 0 0 0 0,1 0 0 0 0,-1 0-1 0 0,1-1 1 0 0,-1 1 0 0 0,1 0 0 0 0,-1 0 0 0 0,1 2-1 0 0,7 44 391 0 0,-7-41-326 0 0,0 5-62 0 0,1-1-1 0 0,0 1 1 0 0,0 0-1 0 0,1-1 1 0 0,7 16 0 0 0,-8-23-96 0 0,-1-1 1 0 0,0 0 0 0 0,0 0-1 0 0,1 0 1 0 0,-1 0 0 0 0,1 0 0 0 0,0 0-1 0 0,-1-1 1 0 0,1 1 0 0 0,0 0 0 0 0,0-1-1 0 0,0 1 1 0 0,0-1 0 0 0,1 0-1 0 0,-1 0 1 0 0,0 0 0 0 0,0 0 0 0 0,1 0-1 0 0,-1 0 1 0 0,1-1 0 0 0,-1 1-1 0 0,1-1 1 0 0,-1 1 0 0 0,0-1 0 0 0,1 0-1 0 0,-1 0 1 0 0,1 0 0 0 0,-1-1-1 0 0,1 1 1 0 0,3-1 0 0 0,48-16-3002 0 0,-33 9-4248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5.1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1376 0 0,'16'-25'16309'0'0,"-9"40"-14335"0"0,0 37-381 0 0,-4-24-3406 0 0,-1-12-5175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6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25 11522 0 0,'3'-3'773'0'0,"1"1"0"0"0,-1-1 0 0 0,1 1 0 0 0,0-1-1 0 0,0 1 1 0 0,-1 0 0 0 0,2 1 0 0 0,-1-1-1 0 0,0 1 1 0 0,8-2 0 0 0,-11 4-719 0 0,0 0 0 0 0,-1 0 0 0 0,1-1 0 0 0,0 1 0 0 0,-1 0 0 0 0,1 0 0 0 0,-1 0 0 0 0,1 0 0 0 0,-1 0 0 0 0,0 0-1 0 0,1 0 1 0 0,-1 1 0 0 0,0-1 0 0 0,0 0 0 0 0,0 0 0 0 0,0 0 0 0 0,0 0 0 0 0,0 0 0 0 0,0 0 0 0 0,0 0 0 0 0,0 0 0 0 0,0 1 0 0 0,-1-1 0 0 0,1 0 0 0 0,-1 1 0 0 0,-8 28 973 0 0,7-25-1034 0 0,-1-1 1 0 0,1 0-1 0 0,-1 0 1 0 0,0 0-1 0 0,0 0 1 0 0,-1-1-1 0 0,1 1 1 0 0,-1-1-1 0 0,0 0 1 0 0,0 0 0 0 0,0 0-1 0 0,0 0 1 0 0,-1-1-1 0 0,1 0 1 0 0,-1 0-1 0 0,1 0 1 0 0,-1 0-1 0 0,0-1 1 0 0,0 0-1 0 0,-8 2 1 0 0,4-2-213 0 0,0 0 0 0 0,-1 0 0 0 0,1-1 0 0 0,0 0 0 0 0,0-1 0 0 0,0 0 0 0 0,-1 0 0 0 0,1-1 0 0 0,0 0 0 0 0,-13-5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6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1 3681 0 0,'-12'21'11742'0'0,"7"4"-5194"0"0,-3 10-4207 0 0,7-31-2388 0 0,0 0 1 0 0,0 0-1 0 0,0 1 0 0 0,0-1 1 0 0,1 0-1 0 0,-1 1 1 0 0,1-1-1 0 0,1 0 0 0 0,-1 1 1 0 0,0-1-1 0 0,1 0 1 0 0,0 1-1 0 0,0-1 0 0 0,0 0 1 0 0,1 0-1 0 0,-1 0 1 0 0,4 6-1 0 0,-14-43-1423 0 0,2 1-5574 0 0,5 28 5472 0 0,2 0 4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6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0 3209 0 0,'-36'8'19564'0'0,"37"-4"-19311"0"0,0 1-144 0 0,5 15 407 0 0,1 0-1 0 0,1 0 1 0 0,0-1-1 0 0,1 0 0 0 0,1-1 1 0 0,23 32-1 0 0,-32-49-553 0 0,0 0 1 0 0,0 1-1 0 0,0-1 1 0 0,0 0-1 0 0,0-1 0 0 0,1 1 1 0 0,-1 0-1 0 0,0 0 1 0 0,1 0-1 0 0,-1-1 0 0 0,0 1 1 0 0,1 0-1 0 0,-1-1 1 0 0,1 0-1 0 0,-1 1 0 0 0,1-1 1 0 0,-1 0-1 0 0,1 0 1 0 0,-1 0-1 0 0,1 1 0 0 0,-1-2 1 0 0,1 1-1 0 0,-1 0 1 0 0,1 0-1 0 0,1-1 1 0 0,5-2-628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6.9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0,'2'11'6557'0'0,"3"19"-4066"0"0,-3-13-1339 0 0,13 90 2104 0 0,-11-36-4159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7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16131 0 0,'0'4'1433'0'0,"0"0"-1145"0"0,0 0-288 0 0,0-1 0 0 0,0 0 712 0 0,0 2 88 0 0,0 5 24 0 0,0 2 0 0 0,1 3-407 0 0,1-3-73 0 0,0-2-24 0 0,2-5 0 0 0,2-3-960 0 0,1-5-201 0 0,4-2-39 0 0,2-4-8 0 0,8 2 672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7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11979 0 0,'-1'2'776'0'0,"0"1"0"0"0,0-1 0 0 0,0 1 1 0 0,1-1-1 0 0,-1 1 0 0 0,0 0 1 0 0,1-1-1 0 0,0 1 0 0 0,0 5 1 0 0,0-7-647 0 0,-2 154 4102 0 0,24 80-2741 0 0,-18-209-1492 0 0,1-1 0 0 0,1 0-1 0 0,12 33 1 0 0,19 26-2845 0 0,-25-59-5367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7.5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71 13363 0 0,'0'0'61'0'0,"0"0"0"0"0,-1-1 1 0 0,1 1-1 0 0,0 0 0 0 0,0-1 0 0 0,0 1 1 0 0,0 0-1 0 0,0-1 0 0 0,-1 1 0 0 0,1-1 1 0 0,0 1-1 0 0,0 0 0 0 0,0-1 0 0 0,0 1 1 0 0,0-1-1 0 0,0 1 0 0 0,0 0 0 0 0,0-1 1 0 0,0 1-1 0 0,0-1 0 0 0,0 1 0 0 0,1 0 1 0 0,-1-1-1 0 0,0 1 0 0 0,0 0 0 0 0,0-1 1 0 0,0 1-1 0 0,1 0 0 0 0,-1-1 0 0 0,0 1 1 0 0,1-1-1 0 0,13-6 1720 0 0,31 3 656 0 0,-30 2-2080 0 0,195-36 579 0 0,-175 30-1102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8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 18892 0 0,'5'17'3389'0'0,"12"13"-2472"0"0,-6-13-519 0 0,-8-10-372 0 0,13 24 293 0 0,0 0-1 0 0,2-1 0 0 0,1-1 0 0 0,38 45 0 0 0,-50-112-238 0 0,-4-67-115 0 0,-5 82-439 0 0,2 0 0 0 0,1 0-1 0 0,0 0 1 0 0,2 0 0 0 0,1 0-1 0 0,13-42 1 0 0,-8 45-660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8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27 1824 0 0,'13'40'213'0'0,"0"-1"3650"0"0,13 43 7561 0 0,-7-28-7804 0 0,-18-52-3599 0 0,-1 0-1 0 0,1 0 0 0 0,0-1 0 0 0,0 1 0 0 0,0 0 0 0 0,0-1 0 0 0,0 1 0 0 0,0-1 0 0 0,0 1 0 0 0,1-1 0 0 0,-1 0 0 0 0,1 0 0 0 0,-1 1 0 0 0,1-1 0 0 0,-1 0 0 0 0,1 0 0 0 0,-1 0 0 0 0,1-1 0 0 0,0 1 0 0 0,0 0 0 0 0,-1-1 0 0 0,1 1 0 0 0,0-1 0 0 0,0 1 0 0 0,0-1 0 0 0,0 0 0 0 0,0 0 0 0 0,-1 0 1 0 0,1 0-1 0 0,0 0 0 0 0,0 0 0 0 0,0 0 0 0 0,0-1 0 0 0,0 1 0 0 0,-1-1 0 0 0,1 1 0 0 0,2-2 0 0 0,-1 1 10 0 0,0 0 0 0 0,-1 0 0 0 0,1-1 1 0 0,-1 1-1 0 0,1-1 0 0 0,-1 1 0 0 0,0-1 0 0 0,0 0 1 0 0,1 0-1 0 0,-1 0 0 0 0,0 0 0 0 0,-1 0 0 0 0,1 0 1 0 0,0 0-1 0 0,-1-1 0 0 0,1 1 0 0 0,-1-1 0 0 0,0 1 1 0 0,0-1-1 0 0,0 0 0 0 0,0 1 0 0 0,0-1 0 0 0,0 0 1 0 0,0-5-1 0 0,-2-3 44 0 0,0 0-1 0 0,-1 0 1 0 0,0 1 0 0 0,-1-1-1 0 0,0 0 1 0 0,0 1 0 0 0,-1 0 0 0 0,-1 0-1 0 0,0 0 1 0 0,0 0 0 0 0,-1 1 0 0 0,-11-14-1 0 0,14 17-115 0 0,-1 1-1 0 0,0 1 0 0 0,0-1 0 0 0,-1 1 1 0 0,0-1-1 0 0,1 1 0 0 0,-1 1 1 0 0,0-1-1 0 0,-1 1 0 0 0,1 0 0 0 0,-1 0 1 0 0,0 0-1 0 0,1 1 0 0 0,-1 0 1 0 0,0 0-1 0 0,0 0 0 0 0,0 1 0 0 0,-1 0 1 0 0,1 0-1 0 0,0 1 0 0 0,0-1 1 0 0,-1 1-1 0 0,-7 1 0 0 0,-3 5-1836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8.9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10 9674 0 0,'4'-10'14382'0'0,"-4"30"-11737"0"0,-4 34-3252 0 0,1-39 766 0 0,2-12-162 0 0,-1 1-1 0 0,2-1 1 0 0,-1 1-1 0 0,0 0 1 0 0,1-1-1 0 0,0 1 1 0 0,0 0-1 0 0,0-1 1 0 0,0 1-1 0 0,0 0 0 0 0,2 5 1 0 0,-2-9-2 0 0,0 0 1 0 0,1 1-1 0 0,-1-1 1 0 0,0 0-1 0 0,0 0 1 0 0,0 0-1 0 0,0 0 0 0 0,0 0 1 0 0,1 1-1 0 0,-1-1 1 0 0,0 0-1 0 0,0 0 1 0 0,0 0-1 0 0,0 0 0 0 0,1 0 1 0 0,-1 0-1 0 0,0 0 1 0 0,0 0-1 0 0,0 0 1 0 0,1 0-1 0 0,-1 1 0 0 0,0-1 1 0 0,0 0-1 0 0,0 0 1 0 0,1 0-1 0 0,-1 0 1 0 0,0 0-1 0 0,0-1 0 0 0,0 1 1 0 0,1 0-1 0 0,-1 0 1 0 0,0 0-1 0 0,0 0 1 0 0,0 0-1 0 0,0 0 0 0 0,1 0 1 0 0,-1 0-1 0 0,0 0 1 0 0,0 0-1 0 0,0-1 1 0 0,0 1-1 0 0,1 0 0 0 0,-1 0 1 0 0,0 0-1 0 0,0 0 1 0 0,0 0-1 0 0,0-1 1 0 0,0 1-1 0 0,0 0 0 0 0,1 0 1 0 0,-1 0-1 0 0,0-1 1 0 0,0 1-1 0 0,0 0 1 0 0,0 0-1 0 0,0 0 0 0 0,0 0 1 0 0,0-1-1 0 0,0 1 1 0 0,0 0-1 0 0,0 0 1 0 0,0 0-1 0 0,0-1 0 0 0,0 1 1 0 0,0 0-1 0 0,0 0 1 0 0,0 0-1 0 0,0-1 1 0 0,-1 1-1 0 0,5-20-513 0 0,-4 17 606 0 0,0-3-153 0 0,-1 8-110 0 0,-1 4-318 0 0,1-5 401 0 0,-1-5-736 0 0,-4-4 789 0 0,-13-25 292 0 0,18 32-281 0 0,1 0 0 0 0,0-1 0 0 0,-1 1 0 0 0,1-1 0 0 0,0 1 0 0 0,0 0 0 0 0,0-1 0 0 0,0 1 0 0 0,0-1 0 0 0,0 1 0 0 0,0-1 0 0 0,0 1 0 0 0,1 0 0 0 0,-1-1 0 0 0,0 1 0 0 0,1-1 0 0 0,-1 1 0 0 0,1 0 0 0 0,0 0 0 0 0,-1-1 0 0 0,1 1 0 0 0,0 0 0 0 0,0 0 0 0 0,0 0 0 0 0,1-2 0 0 0,-1 5-155 0 0,14 23-6877 0 0,-6-50 5225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9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39 153 3225 0 0,'0'-14'1244'0'0,"-1"0"1"0"0,-1 1 0 0 0,-5-24-1 0 0,2 22 3013 0 0,0-1-1 0 0,-13-28 911 0 0,19 65-4098 0 0,1-1 0 0 0,5 22 0 0 0,2 22-410 0 0,-7-16-94 0 0,-7 56 0 0 0,2 40-360 0 0,3-137-404 0 0,0 0-1 0 0,1 0 1 0 0,0 0-1 0 0,1 0 1 0 0,-1 0-1 0 0,1 0 0 0 0,1 0 1 0 0,-1-1-1 0 0,1 1 1 0 0,0-1-1 0 0,1 0 1 0 0,0 1-1 0 0,0-1 0 0 0,0-1 1 0 0,0 1-1 0 0,7 5 1 0 0,3 2-552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9.4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37 11522 0 0,'-1'-3'490'0'0,"-2"-31"8449"0"0,11 70-5670 0 0,-1 74-2083 0 0,-7-84-1339 0 0,1 0 0 0 0,1 0 0 0 0,1-1 0 0 0,1 0-1 0 0,2 1 1 0 0,0-1 0 0 0,14 33 0 0 0,-4-23-1147 0 0,-9-21 432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09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72 10594 0 0,'-1'0'45'0'0,"1"1"-1"0"0,-1-1 1 0 0,1 1-1 0 0,0-1 0 0 0,-1 1 1 0 0,1-1-1 0 0,0 1 1 0 0,-1-1-1 0 0,1 1 1 0 0,0 0-1 0 0,0-1 0 0 0,0 1 1 0 0,-1-1-1 0 0,1 1 1 0 0,0 0-1 0 0,0-1 1 0 0,0 1-1 0 0,0 0 1 0 0,0-1-1 0 0,0 1 0 0 0,0-1 1 0 0,0 1-1 0 0,1 0 1 0 0,-1-1-1 0 0,0 1 1 0 0,0 0-1 0 0,0-1 0 0 0,1 1 1 0 0,-1-1-1 0 0,1 2 1 0 0,19 12 1137 0 0,31 0 218 0 0,-50-14-1375 0 0,28 3-31 0 0,-1-1 0 0 0,1-1 1 0 0,0-2-1 0 0,0 0 0 0 0,0-3 0 0 0,36-7 0 0 0,61-6-289 0 0,-113 16 299 0 0,143-14-149 0 0,-134 12 77 0 0,0-2 1 0 0,0 0 0 0 0,-1-2 0 0 0,0 0 0 0 0,20-10 0 0 0,-24 3-140 0 0,-16 14 207 0 0,-1-1 0 0 0,0 1 1 0 0,0 0-1 0 0,0-1 0 0 0,0 1 1 0 0,1 0-1 0 0,-1-1 0 0 0,0 1 0 0 0,0 0 1 0 0,0-1-1 0 0,0 1 0 0 0,0-1 0 0 0,0 1 1 0 0,0 0-1 0 0,0-1 0 0 0,0 1 1 0 0,0 0-1 0 0,-1-1 0 0 0,1 1 0 0 0,0 0 1 0 0,0-1-1 0 0,0 1 0 0 0,0 0 0 0 0,0-1 1 0 0,-1 1-1 0 0,1 0 0 0 0,0-1 1 0 0,0 1-1 0 0,0 0 0 0 0,-1-1 0 0 0,-1 0 205 0 0,1 0-1 0 0,-1 1 1 0 0,1-1 0 0 0,-1 1-1 0 0,1-1 1 0 0,-1 1-1 0 0,0-1 1 0 0,1 1-1 0 0,-1 0 1 0 0,0 0-1 0 0,1-1 1 0 0,-1 1-1 0 0,0 0 1 0 0,1 1 0 0 0,-1-1-1 0 0,0 0 1 0 0,1 0-1 0 0,-1 1 1 0 0,1-1-1 0 0,-3 2 1 0 0,-5 1 687 0 0,0 1 0 0 0,0 1 0 0 0,1-1 0 0 0,0 2 0 0 0,-11 7 0 0 0,6-2-252 0 0,0 1 0 0 0,-16 18 0 0 0,7-3-441 0 0,1 1 1 0 0,-21 39 0 0 0,38-59-194 0 0,0 1 0 0 0,0 0 0 0 0,1 0 0 0 0,0 0 0 0 0,-2 12 0 0 0,4-20-20 0 0,1 1 0 0 0,0 0 0 0 0,0 0-1 0 0,0 0 1 0 0,0-1 0 0 0,0 1 0 0 0,0 0 0 0 0,0 0 0 0 0,0 0-1 0 0,1 0 1 0 0,-1-1 0 0 0,1 1 0 0 0,-1 0 0 0 0,3 3 0 0 0,-3-5-4 0 0,1 1 0 0 0,0 0 0 0 0,0 0 1 0 0,0-1-1 0 0,0 1 0 0 0,0 0 0 0 0,0-1 0 0 0,0 1 1 0 0,0-1-1 0 0,0 0 0 0 0,0 1 0 0 0,0-1 1 0 0,0 0-1 0 0,0 1 0 0 0,1-1 0 0 0,-1 0 0 0 0,0 0 1 0 0,0 0-1 0 0,0 0 0 0 0,0 0 0 0 0,1 0 1 0 0,-1-1-1 0 0,0 1 0 0 0,0 0 0 0 0,0 0 0 0 0,2-2 1 0 0,4 0-133 0 0,-1 0 1 0 0,1-1-1 0 0,0-1 1 0 0,-1 1-1 0 0,0-1 1 0 0,0 0 0 0 0,0 0-1 0 0,0-1 1 0 0,-1 1-1 0 0,9-11 1 0 0,5-7-515 0 0,21-32 1 0 0,-32 43 572 0 0,15-30-341 0 0,-19 32 614 0 0,0 1 0 0 0,1 0-1 0 0,0 0 1 0 0,0 1 0 0 0,8-10-1 0 0,-13 17-165 0 0,0 0 0 0 0,0 0-1 0 0,1-1 1 0 0,-1 1-1 0 0,0 0 1 0 0,0 0-1 0 0,0 0 1 0 0,0 0-1 0 0,0 0 1 0 0,1 0 0 0 0,-1 0-1 0 0,0 0 1 0 0,0-1-1 0 0,0 1 1 0 0,0 0-1 0 0,1 0 1 0 0,-1 0-1 0 0,0 0 1 0 0,0 0 0 0 0,0 0-1 0 0,0 0 1 0 0,1 0-1 0 0,-1 0 1 0 0,0 0-1 0 0,0 0 1 0 0,0 0-1 0 0,0 0 1 0 0,1 0 0 0 0,-1 0-1 0 0,0 0 1 0 0,0 1-1 0 0,0-1 1 0 0,0 0-1 0 0,1 0 1 0 0,-1 0-1 0 0,0 0 1 0 0,0 0 0 0 0,0 0-1 0 0,0 0 1 0 0,0 0-1 0 0,1 1 1 0 0,-1-1-1 0 0,0 0 1 0 0,5 12 378 0 0,1 19-66 0 0,-6-26-252 0 0,3 11-186 0 0,1 6 246 0 0,0 1 0 0 0,13 37 0 0 0,-14-53-356 0 0,0-1 0 0 0,0 1-1 0 0,1-1 1 0 0,-1 0 0 0 0,1 1 0 0 0,1-2-1 0 0,-1 1 1 0 0,1 0 0 0 0,0-1-1 0 0,0 0 1 0 0,1 0 0 0 0,11 7 0 0 0,4 1-7558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0.2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192 116 5065 0 0,'4'-20'-333'0'0,"4"-29"3579"0"0,-7 46-2705 0 0,-1 0 1 0 0,0 1 0 0 0,0-1-1 0 0,0 0 1 0 0,0 1-1 0 0,0-1 1 0 0,-1 1 0 0 0,1-1-1 0 0,-1 1 1 0 0,0-1 0 0 0,1 0-1 0 0,-1 1 1 0 0,0 0-1 0 0,-2-3 1 0 0,2 4-344 0 0,0 0-1 0 0,0 1 1 0 0,0-1-1 0 0,0 1 1 0 0,0-1-1 0 0,0 1 1 0 0,0 0-1 0 0,0-1 1 0 0,0 1-1 0 0,0 0 1 0 0,0 0 0 0 0,0 0-1 0 0,0 0 1 0 0,0 0-1 0 0,0 0 1 0 0,0 0-1 0 0,-1 0 1 0 0,1 0-1 0 0,0 0 1 0 0,0 0-1 0 0,0 1 1 0 0,0-1-1 0 0,0 0 1 0 0,0 1-1 0 0,0-1 1 0 0,0 1 0 0 0,-1 1-1 0 0,-30 17 472 0 0,28-17-373 0 0,-16 12 2 0 0,-35 32-1 0 0,49-40-330 0 0,0 0-1 0 0,1 0 1 0 0,-1 0 0 0 0,1 1-1 0 0,0 0 1 0 0,1 0 0 0 0,0 0-1 0 0,0 1 1 0 0,-3 9 0 0 0,6-15-8 0 0,0 0 0 0 0,1 0 0 0 0,-1 0 0 0 0,1 0 1 0 0,0 1-1 0 0,-1-1 0 0 0,1 0 0 0 0,0 0 1 0 0,0 0-1 0 0,1 0 0 0 0,-1 0 0 0 0,0 0 0 0 0,1 0 1 0 0,-1 0-1 0 0,1 0 0 0 0,-1 0 0 0 0,1 0 1 0 0,0 0-1 0 0,0 0 0 0 0,0-1 0 0 0,0 1 0 0 0,0 0 1 0 0,1-1-1 0 0,-1 1 0 0 0,0 0 0 0 0,1-1 0 0 0,-1 0 1 0 0,1 1-1 0 0,0-1 0 0 0,-1 0 0 0 0,1 0 1 0 0,0 0-1 0 0,0 0 0 0 0,-1 0 0 0 0,1 0 0 0 0,0 0 1 0 0,4 0-1 0 0,-2 1-138 0 0,1-1 0 0 0,0 0 0 0 0,0 0-1 0 0,-1-1 1 0 0,1 0 0 0 0,0 0 0 0 0,0 0 0 0 0,0 0 0 0 0,-1-1 0 0 0,1 1 0 0 0,0-1-1 0 0,0 0 1 0 0,-1-1 0 0 0,1 1 0 0 0,6-4 0 0 0,-2-1 3 0 0,0-1-1 0 0,0 0 1 0 0,-1 0 0 0 0,0-1 0 0 0,0 0-1 0 0,11-16 1 0 0,24-23 3844 0 0,-43 46-3593 0 0,1 1 0 0 0,-1-1-1 0 0,1 0 1 0 0,-1 1 0 0 0,1-1 0 0 0,-1 1 0 0 0,1-1 0 0 0,0 1 0 0 0,-1 0-1 0 0,1-1 1 0 0,0 1 0 0 0,-1 0 0 0 0,1-1 0 0 0,0 1 0 0 0,-1 0 0 0 0,1 0 0 0 0,0-1-1 0 0,0 1 1 0 0,-1 0 0 0 0,1 0 0 0 0,0 0 0 0 0,0 0 0 0 0,-1 0 0 0 0,1 0-1 0 0,0 0 1 0 0,1 1 0 0 0,-1-1-17 0 0,-1 1-1 0 0,1 0 1 0 0,0 0-1 0 0,-1-1 0 0 0,1 1 1 0 0,0 0-1 0 0,-1 0 1 0 0,0 0-1 0 0,1 0 1 0 0,-1 0-1 0 0,1 0 1 0 0,-1 0-1 0 0,0 0 1 0 0,0 0-1 0 0,1 0 1 0 0,-1 0-1 0 0,0 1 0 0 0,-1 47 650 0 0,0-47-654 0 0,-5 87 342 0 0,-6 44-758 0 0,9-115-251 0 0,0-1-1 0 0,-2 1 1 0 0,0-1 0 0 0,-1 0-1 0 0,-12 23 1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0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0 443 12443 0 0,'37'-22'5034'0'0,"-18"7"-3984"0"0,0-1-1 0 0,0-1 1 0 0,26-33 0 0 0,-30 30-838 0 0,0-1 0 0 0,-2 0 0 0 0,0-1 0 0 0,-2-1 0 0 0,0 0 0 0 0,10-33 0 0 0,-17 45-174 0 0,13-51 593 0 0,-16 59-631 0 0,0 0 0 0 0,-1 0-1 0 0,1-1 1 0 0,-1 1-1 0 0,0 0 1 0 0,0 0-1 0 0,0 0 1 0 0,-1-1 0 0 0,1 1-1 0 0,-1 0 1 0 0,0 0-1 0 0,1 0 1 0 0,-1 0 0 0 0,-1 0-1 0 0,1 0 1 0 0,-3-4-1 0 0,4 6-6 0 0,-1 0-1 0 0,0 1 0 0 0,0-1 0 0 0,0 1 0 0 0,0-1 0 0 0,0 1 1 0 0,0-1-1 0 0,0 1 0 0 0,0 0 0 0 0,0-1 0 0 0,0 1 0 0 0,0 0 1 0 0,0 0-1 0 0,0 0 0 0 0,0 0 0 0 0,0 0 0 0 0,0 0 0 0 0,0 0 1 0 0,0 0-1 0 0,0 0 0 0 0,0 0 0 0 0,0 1 0 0 0,0-1 0 0 0,0 0 1 0 0,0 1-1 0 0,0-1 0 0 0,0 0 0 0 0,0 1 0 0 0,0 0 0 0 0,0-1 1 0 0,0 1-1 0 0,-1 1 0 0 0,-30 24-104 0 0,30-25 97 0 0,-3 4 19 0 0,0 0 0 0 0,1 1-1 0 0,-1-1 1 0 0,1 1 0 0 0,0 0 0 0 0,0 0-1 0 0,0 0 1 0 0,1 0 0 0 0,0 1 0 0 0,1-1-1 0 0,-1 1 1 0 0,1 0 0 0 0,0 0 0 0 0,1 0-1 0 0,0 0 1 0 0,0 0 0 0 0,0 0 0 0 0,1 0-1 0 0,0 0 1 0 0,0 0 0 0 0,1 0 0 0 0,0 0-1 0 0,0 0 1 0 0,1 0 0 0 0,0 0 0 0 0,0 0-1 0 0,1 0 1 0 0,-1-1 0 0 0,8 12 0 0 0,-5-9 36 0 0,1-1 0 0 0,-1 1 0 0 0,2-2 0 0 0,-1 1 1 0 0,1-1-1 0 0,0 1 0 0 0,0-2 0 0 0,1 1 0 0 0,0-1 0 0 0,1-1 1 0 0,-1 1-1 0 0,1-1 0 0 0,0-1 0 0 0,0 0 0 0 0,0 0 0 0 0,1 0 1 0 0,-1-1-1 0 0,1-1 0 0 0,0 0 0 0 0,19 2 0 0 0,24-8-2611 0 0,-34 1-5304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0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1 14283 0 0,'-8'11'1169'0'0,"0"0"-1"0"0,1 1 1 0 0,-7 18 0 0 0,11-24-788 0 0,1 0 0 0 0,0 0 1 0 0,0 0-1 0 0,0 0 1 0 0,1 0-1 0 0,0 0 0 0 0,1 0 1 0 0,-1 0-1 0 0,1 12 1 0 0,1-16-490 0 0,1 1 1 0 0,-1-1-1 0 0,0 0 1 0 0,0 0-1 0 0,1 1 1 0 0,-1-1-1 0 0,1 0 1 0 0,0-1 0 0 0,0 1-1 0 0,0 0 1 0 0,0 0-1 0 0,0-1 1 0 0,0 1-1 0 0,0-1 1 0 0,0 0-1 0 0,0 1 1 0 0,3 0 0 0 0,21 16-5113 0 0,-16-5 2685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1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14283 0 0,'5'3'1272'0'0,"-1"-2"-1016"0"0,0 1-256 0 0,-2-2 0 0 0,1 1 1033 0 0,-1-1 159 0 0,4 3 32 0 0,1-2 8 0 0,2 3-647 0 0,1-1-129 0 0,-1 0-24 0 0,-3-1-8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5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11 246 1840 0 0,'-2'-2'349'0'0,"1"0"0"0"0,0-1 0 0 0,0 1 0 0 0,0-1 0 0 0,0 1 0 0 0,0-1 0 0 0,0 1 0 0 0,1-1 0 0 0,-1 1 0 0 0,1-1 0 0 0,0 0 0 0 0,-1-4 0 0 0,2-35 3450 0 0,-1 39-3419 0 0,1-5 585 0 0,0-1 0 0 0,0 1 0 0 0,1 0 0 0 0,-1-1 0 0 0,2 1 0 0 0,-1 0 0 0 0,7-12 0 0 0,-9 19-913 0 0,1-1 0 0 0,0 1 0 0 0,0-1 0 0 0,0 1 0 0 0,0 0 0 0 0,0 0 0 0 0,0-1 0 0 0,0 1 0 0 0,1 0 0 0 0,-1 0 0 0 0,0 0 0 0 0,1 0 0 0 0,-1 0 0 0 0,1 0 0 0 0,-1 0 0 0 0,1 1 0 0 0,-1-1 0 0 0,1 1 0 0 0,-1-1 0 0 0,1 1 0 0 0,0-1 0 0 0,-1 1 0 0 0,1 0 0 0 0,0 0 0 0 0,-1 0 0 0 0,1 0 0 0 0,0 0 0 0 0,-1 0 0 0 0,1 0 0 0 0,0 0 0 0 0,-1 1 0 0 0,1-1 0 0 0,-1 1 0 0 0,1-1 0 0 0,0 1 0 0 0,-1 0 0 0 0,1-1 0 0 0,-1 1 0 0 0,0 0 0 0 0,1 0 0 0 0,-1 0 0 0 0,0 0 0 0 0,3 3 0 0 0,4 2 47 0 0,0 2 0 0 0,-1-1 0 0 0,11 14 0 0 0,-14-16-61 0 0,-1 0 0 0 0,1 0 1 0 0,1-1-1 0 0,-1 1 1 0 0,0-1-1 0 0,1 0 1 0 0,0 0-1 0 0,0-1 1 0 0,0 1-1 0 0,0-1 1 0 0,1 0-1 0 0,0-1 0 0 0,10 5 1 0 0,-12-7-9 0 0,-1 0 0 0 0,0 0 0 0 0,1-1 0 0 0,-1 1 0 0 0,0-1 0 0 0,0 0 0 0 0,1 0 0 0 0,-1 0 0 0 0,0 0 0 0 0,0 0 0 0 0,0-1 0 0 0,0 1 0 0 0,0-1 1 0 0,0 0-1 0 0,-1 0 0 0 0,1 0 0 0 0,3-4 0 0 0,42-45 584 0 0,-44 46-562 0 0,10-14 131 0 0,21-36 1 0 0,-22 32-68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5.9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1 208 2761 0 0,'5'-10'1062'0'0,"0"0"0"0"0,0-1 0 0 0,-1 0 0 0 0,-1 0 0 0 0,1 0 0 0 0,1-12 0 0 0,-4 13-142 0 0,1 1 0 0 0,0 0 1 0 0,1 0-1 0 0,0 0 0 0 0,1 0 0 0 0,0 0 1 0 0,0 1-1 0 0,0-1 0 0 0,10-11 0 0 0,-13 18-875 0 0,0 1 0 0 0,1-1-1 0 0,-1 1 1 0 0,1-1 0 0 0,-1 1-1 0 0,1 0 1 0 0,-1 0-1 0 0,1 0 1 0 0,0 0 0 0 0,-1 0-1 0 0,1 0 1 0 0,0 0-1 0 0,0 1 1 0 0,0-1 0 0 0,-1 0-1 0 0,1 1 1 0 0,0 0-1 0 0,0-1 1 0 0,0 1 0 0 0,0 0-1 0 0,0 0 1 0 0,0 0-1 0 0,0 0 1 0 0,0 0 0 0 0,0 1-1 0 0,0-1 1 0 0,0 1 0 0 0,0-1-1 0 0,0 1 1 0 0,-1 0-1 0 0,1-1 1 0 0,0 1 0 0 0,0 0-1 0 0,-1 0 1 0 0,1 0-1 0 0,-1 1 1 0 0,1-1 0 0 0,-1 0-1 0 0,1 0 1 0 0,-1 1-1 0 0,3 2 1 0 0,5 8-47 0 0,1 0 0 0 0,-1 0 0 0 0,-1 1 1 0 0,9 20-1 0 0,-7-16 117 0 0,-3-4-143 0 0,1 0 0 0 0,0-1 0 0 0,1-1 0 0 0,0 1 0 0 0,1-1 0 0 0,17 15 0 0 0,-24-24 35 0 0,-1 0-1 0 0,1-1 1 0 0,-1 1-1 0 0,1 0 1 0 0,0-1-1 0 0,0 0 1 0 0,0 0-1 0 0,0 1 1 0 0,0-2-1 0 0,0 1 1 0 0,0 0-1 0 0,0-1 1 0 0,0 1-1 0 0,0-1 1 0 0,5 0-1 0 0,-5-1 28 0 0,0 0-1 0 0,0 0 1 0 0,0 0-1 0 0,0 0 1 0 0,0 0 0 0 0,-1-1-1 0 0,1 1 1 0 0,0-1-1 0 0,-1 0 1 0 0,1 0 0 0 0,-1 0-1 0 0,0 0 1 0 0,1 0-1 0 0,-1 0 1 0 0,0-1 0 0 0,0 1-1 0 0,-1-1 1 0 0,4-4-1 0 0,3-9-48 0 0,0 1 1 0 0,6-18-1 0 0,7-15-2989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6.6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76 229 3225 0 0,'-3'0'357'0'0,"0"-1"1"0"0,-1 1 0 0 0,1-1 0 0 0,0 1-1 0 0,0-1 1 0 0,0 0 0 0 0,0 0-1 0 0,0-1 1 0 0,0 1 0 0 0,0 0-1 0 0,0-1 1 0 0,0 0 0 0 0,1 0 0 0 0,-1 0-1 0 0,1 0 1 0 0,-1 0 0 0 0,1 0-1 0 0,0-1 1 0 0,0 1 0 0 0,0-1-1 0 0,0 1 1 0 0,0-1 0 0 0,1 0 0 0 0,-1 0-1 0 0,1 0 1 0 0,-2-4 0 0 0,1 3 229 0 0,1 0 1 0 0,0-1-1 0 0,0 1 1 0 0,0 0-1 0 0,1-1 1 0 0,-1 1-1 0 0,1 0 0 0 0,0-1 1 0 0,0 1-1 0 0,2-7 1 0 0,-2 7-414 0 0,1 1-1 0 0,0 0 1 0 0,0 0 0 0 0,1 0 0 0 0,-1 0-1 0 0,0 0 1 0 0,1 0 0 0 0,3-5-1 0 0,4-1-27 0 0,1 0-1 0 0,0 0 1 0 0,0 1-1 0 0,1 1 0 0 0,0-1 1 0 0,1 2-1 0 0,0 0 0 0 0,0 0 1 0 0,0 1-1 0 0,0 0 0 0 0,24-5 1 0 0,-35 10-143 0 0,0-1 0 0 0,0 1 0 0 0,1 0-1 0 0,-1 0 1 0 0,0-1 0 0 0,1 1 0 0 0,-1 0 0 0 0,0 0 0 0 0,1 0 0 0 0,-1 0 0 0 0,0 1 0 0 0,0-1 0 0 0,1 0 0 0 0,-1 0-1 0 0,0 1 1 0 0,1-1 0 0 0,-1 1 0 0 0,0-1 0 0 0,0 1 0 0 0,0 0 0 0 0,0-1 0 0 0,1 1 0 0 0,0 1 0 0 0,-1 0-2 0 0,0 0 0 0 0,0-1 0 0 0,0 1 1 0 0,0 0-1 0 0,-1-1 0 0 0,1 1 1 0 0,-1 0-1 0 0,1 0 0 0 0,-1 0 0 0 0,0 0 1 0 0,1-1-1 0 0,-1 1 0 0 0,0 0 0 0 0,-1 4 1 0 0,-1 8-8 0 0,0-1 0 0 0,-1 1 1 0 0,-9 22-1 0 0,8-23 4 0 0,-6 18 192 0 0,3-12-862 0 0,1 0 1 0 0,0 0-1 0 0,2 0 0 0 0,-4 37 0 0 0,8-51 524 0 0,0 0 0 0 0,0-1-1 0 0,1 1 1 0 0,-1 0 0 0 0,1-1 0 0 0,0 1 0 0 0,0-1 0 0 0,1 1-1 0 0,-1-1 1 0 0,1 1 0 0 0,0-1 0 0 0,0 0 0 0 0,0 0 0 0 0,1 0-1 0 0,-1 0 1 0 0,1 0 0 0 0,0-1 0 0 0,0 1 0 0 0,1-1-1 0 0,-1 0 1 0 0,1 0 0 0 0,-1 0 0 0 0,1 0 0 0 0,0-1 0 0 0,8 5-1 0 0,-5-4 522 0 0,1 0-1 0 0,0 0 1 0 0,0 0-1 0 0,0-1 1 0 0,0-1-1 0 0,0 1 1 0 0,1-1-1 0 0,15 0 1 0 0,-18-1-195 0 0,0-1 1 0 0,-1 1 0 0 0,1-1 0 0 0,-1 0 0 0 0,1 0 0 0 0,0-1-1 0 0,-1 0 1 0 0,0 0 0 0 0,1 0 0 0 0,-1-1 0 0 0,0 1 0 0 0,0-1-1 0 0,8-7 1 0 0,-12 9-135 0 0,0-1-1 0 0,0 0 1 0 0,0 0-1 0 0,0 1 1 0 0,0-1-1 0 0,0 0 1 0 0,-1 0 0 0 0,1 0-1 0 0,-1 0 1 0 0,1 0-1 0 0,-1 0 1 0 0,0 0-1 0 0,0 0 1 0 0,0 0-1 0 0,0 0 1 0 0,0 0-1 0 0,0 0 1 0 0,0 0-1 0 0,-1-1 1 0 0,1 1-1 0 0,-1 1 1 0 0,1-1 0 0 0,-1 0-1 0 0,0 0 1 0 0,0 0-1 0 0,0 0 1 0 0,0 0-1 0 0,-2-2 1 0 0,-1-3 27 0 0,0 1 0 0 0,0-1 0 0 0,-1 1 0 0 0,1 0 0 0 0,-2 0 1 0 0,-7-7-1 0 0,5 8-24 0 0,0-1 0 0 0,0 2 0 0 0,0-1 0 0 0,-1 1 1 0 0,1 0-1 0 0,-1 1 0 0 0,-11-3 0 0 0,-69-11 13 0 0,4 1-5574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7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8 249 7834 0 0,'-7'-21'12738'0'0,"18"27"-11372"0"0,-2 0-1089 0 0,-2 0 0 0 0,1 1 0 0 0,-1-1 0 0 0,12 15 0 0 0,-15-15-241 0 0,1 0-1 0 0,0-1 1 0 0,0 0 0 0 0,1 0-1 0 0,-1 0 1 0 0,1 0-1 0 0,0-1 1 0 0,1 0-1 0 0,-1 0 1 0 0,14 5-1 0 0,-15-7 7 0 0,1 0-1 0 0,0-1 1 0 0,0 1-1 0 0,0-1 1 0 0,0 0-1 0 0,0 0 0 0 0,1-1 1 0 0,-1 0-1 0 0,0 0 1 0 0,0-1-1 0 0,0 1 1 0 0,0-1-1 0 0,9-3 1 0 0,-14 3-12 0 0,-1 1 0 0 0,0 0 1 0 0,0-1-1 0 0,1 1 1 0 0,-1 0-1 0 0,0-1 1 0 0,0 1-1 0 0,1-1 1 0 0,-1 1-1 0 0,0-1 1 0 0,0 1-1 0 0,0-1 1 0 0,0 1-1 0 0,0 0 1 0 0,0-1-1 0 0,0 1 0 0 0,0-1 1 0 0,0 1-1 0 0,0-1 1 0 0,0 1-1 0 0,0-1 1 0 0,0 1-1 0 0,0-1 1 0 0,0 1-1 0 0,0-1 1 0 0,0 1-1 0 0,0-1 1 0 0,-1 1-1 0 0,1 0 1 0 0,0-1-1 0 0,-1 0 0 0 0,-10-21 533 0 0,3 4-140 0 0,5-4-260 0 0,2-1-1 0 0,1 0 1 0 0,5-38-1 0 0,-1-4-316 0 0,-4 47-575 0 0,1 1 0 0 0,1-1 1 0 0,5-21-1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8.5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 5529 0 0,'0'-3'410'0'0,"0"1"0"0"0,1-1 0 0 0,-1 0 0 0 0,1 1 0 0 0,-1-1 0 0 0,1 0 0 0 0,0 1 0 0 0,0-1 0 0 0,0 1 0 0 0,0-1 0 0 0,0 1 0 0 0,1 0 0 0 0,-1-1 0 0 0,1 1 0 0 0,0 0 0 0 0,0 0 0 0 0,-1 0 0 0 0,1 0 0 0 0,0 1 0 0 0,1-1 0 0 0,-1 0 0 0 0,0 1 0 0 0,0-1 0 0 0,1 1 0 0 0,-1 0 0 0 0,1 0 0 0 0,-1 0 0 0 0,1 0 0 0 0,-1 0 0 0 0,6 0 0 0 0,-4 0-250 0 0,0 0 0 0 0,0 1-1 0 0,1-1 1 0 0,-1 1 0 0 0,0 0 0 0 0,0 1 0 0 0,0-1-1 0 0,0 1 1 0 0,0-1 0 0 0,0 1 0 0 0,0 0 0 0 0,0 1 0 0 0,0-1-1 0 0,0 1 1 0 0,0-1 0 0 0,-1 1 0 0 0,1 0 0 0 0,-1 1-1 0 0,6 3 1 0 0,18 29 41 0 0,-24-30-213 0 0,1 0 0 0 0,-1 0 0 0 0,1 0 0 0 0,0 0 0 0 0,1-1 0 0 0,6 6 0 0 0,-8-8 33 0 0,-1-1-1 0 0,1 0 0 0 0,0 0 0 0 0,-1 0 1 0 0,1 0-1 0 0,0 0 0 0 0,0 0 1 0 0,-1-1-1 0 0,1 1 0 0 0,0-1 1 0 0,0 0-1 0 0,0 0 0 0 0,0 0 1 0 0,-1 0-1 0 0,1-1 0 0 0,0 1 0 0 0,0-1 1 0 0,4-1-1 0 0,1-1 83 0 0,0 0 0 0 0,0 0 1 0 0,-1-1-1 0 0,1 0 0 0 0,-1-1 0 0 0,0 0 0 0 0,0 0 1 0 0,-1-1-1 0 0,1 1 0 0 0,-1-1 0 0 0,-1-1 0 0 0,9-10 1 0 0,15-14 21 0 0,-29 31-162 0 0,0 0 0 0 0,0 0 1 0 0,0 0-1 0 0,0 0 0 0 0,0 0 0 0 0,0 0 0 0 0,0 1 0 0 0,0-1 1 0 0,0 0-1 0 0,0 0 0 0 0,0 0 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8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60 2304 0 0,'38'-37'10153'0'0,"-36"35"-9747"0"0,0 0 0 0 0,0 0 0 0 0,1 0 0 0 0,-1 0 0 0 0,1 0 0 0 0,-1 0 0 0 0,1 1 0 0 0,0 0 0 0 0,0-1 0 0 0,0 1 1 0 0,0 0-1 0 0,0 0 0 0 0,0 1 0 0 0,0-1 0 0 0,6 0 0 0 0,-5 2-262 0 0,0-1 0 0 0,1 1 0 0 0,-1 0 1 0 0,0 1-1 0 0,0-1 0 0 0,0 1 0 0 0,0 0 1 0 0,0 0-1 0 0,0 0 0 0 0,6 4 0 0 0,7 6-101 0 0,1-1-1 0 0,0-1 0 0 0,1-1 0 0 0,0 0 1 0 0,28 7-1 0 0,-42-14 7 0 0,1-1 1 0 0,0 0-1 0 0,0 0 0 0 0,0 0 1 0 0,-1-1-1 0 0,1 0 1 0 0,0 0-1 0 0,0 0 0 0 0,0-1 1 0 0,0 0-1 0 0,0 0 1 0 0,-1 0-1 0 0,1-1 0 0 0,-1 0 1 0 0,1 0-1 0 0,-1-1 1 0 0,1 1-1 0 0,-1-1 0 0 0,0 0 1 0 0,0-1-1 0 0,-1 1 1 0 0,1-1-1 0 0,-1 0 0 0 0,5-5 1 0 0,-6 6-64 0 0,-1 0 0 0 0,1 0 1 0 0,-1 0-1 0 0,0-1 0 0 0,0 1 1 0 0,3-8-1 0 0,-2-4-6154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9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88 2761 0 0,'-1'0'266'0'0,"-1"-1"1"0"0,1 0 0 0 0,0 1-1 0 0,0-1 1 0 0,0 0 0 0 0,-1 0 0 0 0,1 0-1 0 0,0 0 1 0 0,0 0 0 0 0,0 0-1 0 0,0 0 1 0 0,1-1 0 0 0,-1 1 0 0 0,0 0-1 0 0,0 0 1 0 0,1-1 0 0 0,-1 1-1 0 0,1 0 1 0 0,-1-1 0 0 0,1 1 0 0 0,0-1-1 0 0,-1 1 1 0 0,1 0 0 0 0,0-1 0 0 0,0 1-1 0 0,0-1 1 0 0,0 1 0 0 0,0-1-1 0 0,0 1 1 0 0,1-1 0 0 0,-1 1 0 0 0,0 0-1 0 0,1-1 1 0 0,-1 1 0 0 0,1-1-1 0 0,-1 1 1 0 0,1 0 0 0 0,0 0 0 0 0,-1-1-1 0 0,1 1 1 0 0,0 0 0 0 0,0 0-1 0 0,0 0 1 0 0,0 0 0 0 0,0 0 0 0 0,0 0-1 0 0,0 0 1 0 0,1 0 0 0 0,-1 0-1 0 0,0 1 1 0 0,2-2 0 0 0,3-2 184 0 0,0 1-1 0 0,0 0 1 0 0,0 0 0 0 0,0 0 0 0 0,1 1 0 0 0,-1 0-1 0 0,1 0 1 0 0,-1 1 0 0 0,1 0 0 0 0,8-1 0 0 0,-13 2-435 0 0,0 0 0 0 0,1 0 0 0 0,-1 0-1 0 0,0 1 1 0 0,0-1 0 0 0,1 1 0 0 0,-1 0 0 0 0,0-1 0 0 0,0 1 0 0 0,0 0 0 0 0,0 0 0 0 0,0 0 0 0 0,0 0 0 0 0,0 1 0 0 0,0-1 0 0 0,0 1 0 0 0,-1-1 0 0 0,1 1 0 0 0,0-1 0 0 0,-1 1 0 0 0,0 0 0 0 0,1 0 0 0 0,-1 0 0 0 0,0 0 0 0 0,0 0 0 0 0,0 0 0 0 0,0 0 0 0 0,1 3 0 0 0,1 7 95 0 0,0 0 1 0 0,0 0 0 0 0,-1 0 0 0 0,0 17 0 0 0,6 25 74 0 0,-2-26-80 0 0,10 29 358 0 0,-15-54-442 0 0,0 0 0 0 0,0 0 1 0 0,0 0-1 0 0,1 0 0 0 0,0 0 0 0 0,-1-1 1 0 0,1 1-1 0 0,0-1 0 0 0,0 1 1 0 0,0-1-1 0 0,1 0 0 0 0,-1 0 0 0 0,0 0 1 0 0,5 3-1 0 0,-4-4-5 0 0,0 0-1 0 0,0 0 1 0 0,0-1-1 0 0,0 1 1 0 0,0-1-1 0 0,0 0 1 0 0,0 1-1 0 0,0-1 1 0 0,0-1-1 0 0,0 1 1 0 0,0 0-1 0 0,0-1 1 0 0,0 0 0 0 0,0 1-1 0 0,5-3 1 0 0,50-24-588 0 0,-30 12-204 0 0,51-25-4304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9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16 368 4609 0 0,'-6'-25'1120'0'0,"-4"-20"14550"0"0,25 50-14143 0 0,18 8-1425 0 0,-3 10 187 0 0,-22-15-271 0 0,2 0 0 0 0,-1-1 0 0 0,1 0 0 0 0,0 0 0 0 0,12 5-1 0 0,-19-11-9 0 0,-1 0 0 0 0,1-1-1 0 0,-1 1 1 0 0,0 0 0 0 0,1-1-1 0 0,-1 1 1 0 0,1-1-1 0 0,0 0 1 0 0,-1 0 0 0 0,1 0-1 0 0,-1 0 1 0 0,1 0-1 0 0,-1 0 1 0 0,1-1 0 0 0,-1 0-1 0 0,1 1 1 0 0,-1-1 0 0 0,0 0-1 0 0,1 0 1 0 0,-1 0-1 0 0,0 0 1 0 0,1-1 0 0 0,-1 1-1 0 0,0 0 1 0 0,0-1 0 0 0,0 0-1 0 0,0 1 1 0 0,-1-1-1 0 0,3-3 1 0 0,-3 4 38 0 0,1-1 0 0 0,-1 0 0 0 0,0 0 0 0 0,0 0 0 0 0,0 0 0 0 0,0-1 0 0 0,-1 1 0 0 0,1 0 0 0 0,0 0 1 0 0,-1 0-1 0 0,0 0 0 0 0,1-1 0 0 0,-1 1 0 0 0,0 0 0 0 0,0-1 0 0 0,0 1 0 0 0,-1-3 0 0 0,-11-45 977 0 0,9 42-865 0 0,1 1 1 0 0,0-2 0 0 0,0 1 0 0 0,0-10 0 0 0,3 0-89 0 0,0 0 1 0 0,2-1-1 0 0,0 1 1 0 0,1 0-1 0 0,12-33 1 0 0,-8 30-1059 0 0,1 0 1 0 0,15-23 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4.2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42 5065 0 0,'-6'2'1172'0'0,"0"0"-1"0"0,0 0 0 0 0,0 0 1 0 0,0 1-1 0 0,1 0 1 0 0,-1 0-1 0 0,-6 6 0 0 0,16-9-531 0 0,-1 1 0 0 0,1 0 0 0 0,0-1 0 0 0,0 0 0 0 0,-1 0 0 0 0,1 0 0 0 0,4-1 0 0 0,-7 1-441 0 0,31-4 526 0 0,0-1 1 0 0,-1-2 0 0 0,50-17-1 0 0,-2 0-2747 0 0,-64 20 575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 5985 0 0,'-3'2'1090'0'0,"0"0"0"0"0,0 1-1 0 0,0-1 1 0 0,0 1 0 0 0,1 0-1 0 0,-1 0 1 0 0,1 0 0 0 0,0 0-1 0 0,0 0 1 0 0,-2 4 0 0 0,2-2-389 0 0,0-1-1 0 0,0 1 1 0 0,0 0 0 0 0,1 0 0 0 0,0 1 0 0 0,-1 7-1 0 0,2 5-744 0 0,0 1-1 0 0,2-1 0 0 0,4 25 1 0 0,1 7 783 0 0,-2 20-670 0 0,9 172 309 0 0,-1 145-346 0 0,1 2 0 0 0,-13-162 135 0 0,-2 240 370 0 0,-5-347-1003 0 0,-34 187-1 0 0,38-297 168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8.3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91 186 7370 0 0,'-4'-1'575'0'0,"0"0"1"0"0,1 0 0 0 0,-1 0 0 0 0,0 0 0 0 0,1-1 0 0 0,-1 1-1 0 0,1-1 1 0 0,0 0 0 0 0,-1 0 0 0 0,1 0 0 0 0,0-1 0 0 0,-5-4-1 0 0,-17-11 3382 0 0,24 18-3916 0 0,1-1 1 0 0,0 1-1 0 0,-1 0 1 0 0,1 0-1 0 0,-1-1 0 0 0,1 1 1 0 0,-1 0-1 0 0,1 0 1 0 0,-1 0-1 0 0,1 0 1 0 0,-1 0-1 0 0,1-1 0 0 0,-1 1 1 0 0,1 0-1 0 0,-1 0 1 0 0,1 0-1 0 0,-1 1 0 0 0,1-1 1 0 0,-1 0-1 0 0,1 0 1 0 0,-1 0-1 0 0,1 0 0 0 0,-1 0 1 0 0,1 0-1 0 0,-1 1 1 0 0,1-1-1 0 0,-1 0 0 0 0,1 0 1 0 0,-1 1-1 0 0,1-1 1 0 0,-1 1-1 0 0,4 2 601 0 0,11-5-377 0 0,30-12 49 0 0,-24 7-92 0 0,1 1 0 0 0,0 0 0 0 0,0 2 0 0 0,41-5-1 0 0,276 21 2 0 0,-202-3-180 0 0,161 21-43 0 0,42 2 0 0 0,171-42 406 0 0,-383 4-340 0 0,664 24 134 0 0,-92-1-122 0 0,-1-45-84 0 0,-583 21-17 0 0,510-18-306 0 0,-62 5-466 0 0,-444 7-364 0 0,-105 10 1007 0 0,1 0 1 0 0,-1 0-1 0 0,0-2 0 0 0,0 0 0 0 0,-1 0 0 0 0,14-8 0 0 0,-24 11 111 0 0,-1 0-1 0 0,0 0 0 0 0,0 0 0 0 0,1 0 1 0 0,-1 0-1 0 0,-1 0 0 0 0,1-1 1 0 0,0 1-1 0 0,0 0 0 0 0,-1-1 0 0 0,0 1 1 0 0,1-1-1 0 0,0-5 0 0 0,-1 8 31 0 0,-1-1 0 0 0,0 0 0 0 0,0 0 0 0 0,0 1 0 0 0,1-1 0 0 0,-1 0 0 0 0,0 0 0 0 0,0 0 0 0 0,0 1 0 0 0,-1-1 0 0 0,1 0 0 0 0,0 0 0 0 0,0 1 0 0 0,0-1 0 0 0,0 0 0 0 0,-1 0 0 0 0,1 1 0 0 0,0-1 0 0 0,-1 0 0 0 0,1 1 0 0 0,0-1 0 0 0,-1 0 0 0 0,1 1 0 0 0,-1-1 0 0 0,1 1 0 0 0,-1-1 0 0 0,0 1 0 0 0,1-1 0 0 0,-1 1 0 0 0,1-1 0 0 0,-1 1-1 0 0,0-1 1 0 0,1 1 0 0 0,-1 0 0 0 0,0-1 0 0 0,0 1 0 0 0,1 0 0 0 0,-1 0 0 0 0,0-1 0 0 0,0 1 0 0 0,1 0 0 0 0,-1 0 0 0 0,0 0 0 0 0,0 0 0 0 0,1 0 0 0 0,-1 0 0 0 0,0 0 0 0 0,0 1 0 0 0,0-1 0 0 0,1 0 0 0 0,-1 0 0 0 0,-1 1 0 0 0,-13 1 445 0 0,-1 1-1 0 0,1 1 1 0 0,0 0 0 0 0,0 1-1 0 0,-18 9 1 0 0,52 21 894 0 0,-16-28-1297 0 0,0 0 0 0 0,0 0 0 0 0,1 0 0 0 0,0-1 0 0 0,0 1-1 0 0,1-1 1 0 0,0 0 0 0 0,0 0 0 0 0,0-1 0 0 0,1 0 0 0 0,11 9 0 0 0,-13-12-17 0 0,0 1 0 0 0,0-1 0 0 0,0 0 0 0 0,1 0 0 0 0,-1-1 0 0 0,1 1 0 0 0,-1-1 1 0 0,1 0-1 0 0,0 0 0 0 0,-1-1 0 0 0,1 1 0 0 0,0-1 0 0 0,-1 0 0 0 0,1 0 0 0 0,0-1 0 0 0,0 1 1 0 0,-1-1-1 0 0,1 0 0 0 0,-1 0 0 0 0,8-4 0 0 0,-9 4-2 0 0,0 0-1 0 0,-1-1 1 0 0,1 1-1 0 0,-1-1 1 0 0,1 0 0 0 0,-1 0-1 0 0,0 0 1 0 0,0 0-1 0 0,0 0 1 0 0,0-1 0 0 0,0 1-1 0 0,0 0 1 0 0,-1-1-1 0 0,1 0 1 0 0,-1 1-1 0 0,1-1 1 0 0,-1 0 0 0 0,0 0-1 0 0,0 1 1 0 0,0-1-1 0 0,-1 0 1 0 0,1 0 0 0 0,-1 0-1 0 0,0 0 1 0 0,1 0-1 0 0,-1 0 1 0 0,-1 0 0 0 0,1 0-1 0 0,-1-4 1 0 0,0-1 40 0 0,0 1 1 0 0,-1-1-1 0 0,0 1 0 0 0,0 0 1 0 0,0-1-1 0 0,-1 1 1 0 0,0 0-1 0 0,-1 1 0 0 0,1-1 1 0 0,-9-10-1 0 0,12 17-47 0 0,0-1 0 0 0,-1 1 1 0 0,1 0-1 0 0,0 0 0 0 0,0-1 0 0 0,-1 1 0 0 0,1 0 0 0 0,0 0 0 0 0,0 0 0 0 0,-1-1 0 0 0,1 1 0 0 0,0 0 0 0 0,-1 0 1 0 0,1 0-1 0 0,0 0 0 0 0,0 0 0 0 0,-1-1 0 0 0,1 1 0 0 0,0 0 0 0 0,-1 0 0 0 0,1 0 0 0 0,0 0 0 0 0,-1 0 1 0 0,1 0-1 0 0,0 0 0 0 0,-1 0 0 0 0,1 0 0 0 0,0 0 0 0 0,-1 1 0 0 0,1-1 0 0 0,0 0 0 0 0,-1 0 0 0 0,1 0 0 0 0,0 0 1 0 0,-1 0-1 0 0,1 1 0 0 0,-11 10-274 0 0,3 3 117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20 190 10594 0 0,'-1'0'69'0'0,"0"0"0"0"0,0 0 0 0 0,0 0 0 0 0,0 0 0 0 0,0 0 0 0 0,0 0 0 0 0,0 0-1 0 0,0 0 1 0 0,0 0 0 0 0,0-1 0 0 0,0 1 0 0 0,0 0 0 0 0,0-1 0 0 0,1 1 0 0 0,-1-1 0 0 0,0 1-1 0 0,-1-2 1 0 0,2 2 41 0 0,-1-1-1 0 0,1 1 0 0 0,0 0 0 0 0,0-1 0 0 0,0 1 0 0 0,0 0 1 0 0,0-1-1 0 0,0 1 0 0 0,0 0 0 0 0,0-1 0 0 0,0 1 1 0 0,0 0-1 0 0,0-1 0 0 0,0 1 0 0 0,0 0 0 0 0,0-1 0 0 0,0 1 1 0 0,0 0-1 0 0,0-1 0 0 0,0 1 0 0 0,1 0 0 0 0,-1-1 1 0 0,0 1-1 0 0,0 0 0 0 0,0-1 0 0 0,0 1 0 0 0,1 0 0 0 0,-1-1 110 0 0,0 1-110 0 0,1 0 0 0 0,0-1 109 0 0,1 0 0 0 0,-1 0 0 0 0,0 0 0 0 0,0 0 0 0 0,1 0 0 0 0,-1 1 0 0 0,0-1 0 0 0,1 1 1 0 0,-1-1-1 0 0,1 1 0 0 0,-1-1 0 0 0,1 1 0 0 0,-1 0 0 0 0,1 0 0 0 0,-1 0 0 0 0,1 0 0 0 0,-1 0 0 0 0,1 0 0 0 0,-1 0 0 0 0,1 0 0 0 0,-1 1 0 0 0,1-1 0 0 0,-1 0 0 0 0,2 2 0 0 0,2 0 5 0 0,0 2-1 0 0,0-1 0 0 0,0 1 1 0 0,0-1-1 0 0,0 1 1 0 0,-1 1-1 0 0,0-1 1 0 0,0 1-1 0 0,4 5 0 0 0,31 51-144 0 0,-27-39 33 0 0,14 20-93 0 0,99 154-83 0 0,-105-168 12 0 0,1-1 1 0 0,2-2-1 0 0,0 0 1 0 0,46 37-1 0 0,-65-59 55 0 0,36 24-11 0 0,-38-26 26 0 0,1 0-1 0 0,-1 1 1 0 0,1-1 0 0 0,-1 0-1 0 0,0-1 1 0 0,1 1-1 0 0,0 0 1 0 0,-1-1 0 0 0,1 1-1 0 0,-1-1 1 0 0,1 0 0 0 0,-1 0-1 0 0,1 0 1 0 0,0 0-1 0 0,3-1 1 0 0,-5 1 2 0 0,0-1 0 0 0,-1 1 1 0 0,1-1-1 0 0,0 0 0 0 0,0 1 1 0 0,0-1-1 0 0,-1 0 0 0 0,1 0 0 0 0,0 0 1 0 0,-1 1-1 0 0,1-1 0 0 0,-1 0 0 0 0,1 0 1 0 0,-1 0-1 0 0,0 0 0 0 0,1 0 0 0 0,-1 0 1 0 0,0 0-1 0 0,1 0 0 0 0,-1 0 1 0 0,0 0-1 0 0,0 0 0 0 0,0 0 0 0 0,0 0 1 0 0,0 0-1 0 0,0 0 0 0 0,-1-2 0 0 0,-4-35 430 0 0,3 28-352 0 0,-13-75 495 0 0,-20-152 148 0 0,32 201-821 0 0,1 0 1 0 0,2 0 0 0 0,2 0 0 0 0,10-57 0 0 0,-10 82-321 0 0,1-1 0 0 0,0 1 0 0 0,1 0 0 0 0,0 0 0 0 0,1 0 0 0 0,0 0 0 0 0,11-16 0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9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44 10138 0 0,'-10'-16'1152'0'0,"8"13"-174"0"0,1 1 0 0 0,0 0-1 0 0,0-1 1 0 0,0 1 0 0 0,1-1 0 0 0,-1 1 0 0 0,1-1 0 0 0,-1 1 0 0 0,1-4 0 0 0,17 31 2119 0 0,2 18-2414 0 0,27 85 0 0 0,1 5-739 0 0,-39-115-698 0 0,1 0 0 0 0,0 0 0 0 0,2-1 0 0 0,23 31 0 0 0,-26-40-1549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0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1 278 5985 0 0,'7'-1'1111'0'0,"-1"0"-1"0"0,1-1 1 0 0,-1 0-1 0 0,0-1 1 0 0,0 1-1 0 0,11-7 1 0 0,-2 2 272 0 0,13-7 4 0 0,-1-1 1 0 0,0-1-1 0 0,-1-1 1 0 0,30-26-1 0 0,-11 3-1752 0 0,49-56 0 0 0,-94 95 394 0 0,0 0 1 0 0,1 1 0 0 0,-1-1 0 0 0,1 1 0 0 0,-1-1 0 0 0,1 0-1 0 0,-1 1 1 0 0,1-1 0 0 0,-1 1 0 0 0,1-1 0 0 0,-1 1 0 0 0,1 0 0 0 0,0-1-1 0 0,-1 1 1 0 0,1 0 0 0 0,0-1 0 0 0,-1 1 0 0 0,1 0 0 0 0,0 0-1 0 0,-1 0 1 0 0,1-1 0 0 0,0 1 0 0 0,0 0 0 0 0,1 0 0 0 0,9 15 1364 0 0,-4-1-1747 0 0,36 63 418 0 0,17 27 82 0 0,-51-91-134 0 0,1 0 1 0 0,0 0-1 0 0,0-1 1 0 0,2-1-1 0 0,16 14 1 0 0,-28-24-15 0 0,0-1 1 0 0,0 0-1 0 0,1 0 1 0 0,-1 0-1 0 0,0 1 0 0 0,1-1 1 0 0,-1 0-1 0 0,0 0 1 0 0,1 0-1 0 0,-1 1 0 0 0,0-1 1 0 0,1 0-1 0 0,-1 0 1 0 0,0 0-1 0 0,1 0 0 0 0,-1 0 1 0 0,0 0-1 0 0,1 0 0 0 0,-1 0 1 0 0,0 0-1 0 0,1 0 1 0 0,-1 0-1 0 0,1 0 0 0 0,-1 0 1 0 0,0 0-1 0 0,1 0 1 0 0,-1 0-1 0 0,0-1 0 0 0,1 1 1 0 0,-1 0-1 0 0,0 0 1 0 0,1 0-1 0 0,-1-1 0 0 0,0 1 1 0 0,1 0-1 0 0,6-17-50 0 0,0-33-53 0 0,-6 32 94 0 0,2 0 45 0 0,11-59 146 0 0,-12 71-119 0 0,0 0-1 0 0,0 0 0 0 0,0 0 0 0 0,1 0 0 0 0,0 0 0 0 0,0 0 0 0 0,1 1 0 0 0,-1-1 0 0 0,8-7 0 0 0,-10 12-33 0 0,-1 1 0 0 0,1-1 0 0 0,0 0 0 0 0,-1 1 0 0 0,1-1 1 0 0,0 1-1 0 0,0-1 0 0 0,0 1 0 0 0,0-1 0 0 0,0 1 0 0 0,-1-1 0 0 0,1 1 0 0 0,0 0 0 0 0,0 0 0 0 0,0-1 0 0 0,0 1 0 0 0,0 0 0 0 0,0 0 0 0 0,0 0 0 0 0,0 0 0 0 0,0 0 1 0 0,0 0-1 0 0,0 0 0 0 0,1 1 0 0 0,1 0 14 0 0,-1 0 1 0 0,-1 0-1 0 0,1 0 1 0 0,0 0 0 0 0,0 0-1 0 0,0 1 1 0 0,-1-1-1 0 0,1 0 1 0 0,0 1-1 0 0,2 3 1 0 0,3 4 44 0 0,-1 1 1 0 0,0 1-1 0 0,7 13 0 0 0,-10-17-94 0 0,5 7-741 0 0,1-1 0 0 0,1 1 0 0 0,0-1 0 0 0,1-1-1 0 0,0 0 1 0 0,1 0 0 0 0,17 13 0 0 0,2 2-2014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0.3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8 413 5529 0 0,'-1'-1'466'0'0,"1"0"-1"0"0,-1-1 0 0 0,1 1 1 0 0,-1 0-1 0 0,1-1 1 0 0,0 1-1 0 0,0-1 0 0 0,-1 1 1 0 0,1-1-1 0 0,0 1 1 0 0,0 0-1 0 0,0-1 0 0 0,0 1 1 0 0,1-1-1 0 0,-1 1 1 0 0,0-1-1 0 0,1 1 0 0 0,-1 0 1 0 0,1-1-1 0 0,-1 1 1 0 0,1 0-1 0 0,0 0 0 0 0,0-2 1 0 0,21-36 4096 0 0,-17 32-4297 0 0,7-14 57 0 0,-1 0 1 0 0,-1 0-1 0 0,-1-1 0 0 0,12-45 0 0 0,-18 58-280 0 0,-1 1 0 0 0,-1-1 0 0 0,0 0 0 0 0,0 0 0 0 0,0 0 0 0 0,-1 0 0 0 0,-1 1 0 0 0,1-1 0 0 0,-1 0 0 0 0,-1 0 0 0 0,0 0 0 0 0,0 1 0 0 0,-1-1 0 0 0,0 1 0 0 0,0 0-1 0 0,-6-11 1 0 0,8 17-35 0 0,0 1-1 0 0,0-1 0 0 0,0 0 0 0 0,0 1 0 0 0,-1-1 0 0 0,1 1 1 0 0,-1-1-1 0 0,1 1 0 0 0,-1 0 0 0 0,1 0 0 0 0,-1 0 0 0 0,1 0 1 0 0,-1 0-1 0 0,0 0 0 0 0,0 0 0 0 0,-2-1 0 0 0,2 2-5 0 0,1 0-1 0 0,0 0 0 0 0,0 0 0 0 0,-1 0 1 0 0,1 0-1 0 0,0 0 0 0 0,0 1 1 0 0,-1-1-1 0 0,1 0 0 0 0,0 1 1 0 0,0-1-1 0 0,0 1 0 0 0,-1-1 0 0 0,1 1 1 0 0,0-1-1 0 0,0 1 0 0 0,0 0 1 0 0,0 0-1 0 0,-1 1 0 0 0,-1 1-16 0 0,0 0 0 0 0,0 0-1 0 0,1 1 1 0 0,0-1 0 0 0,-1 1-1 0 0,1 0 1 0 0,0 0 0 0 0,1 0 0 0 0,-1 0-1 0 0,1 0 1 0 0,0 0 0 0 0,-1 0-1 0 0,1 6 1 0 0,0 0 2 0 0,0 0 0 0 0,1 0 1 0 0,0 0-1 0 0,0 1 0 0 0,2-1 0 0 0,-1 0 0 0 0,1 0 0 0 0,0 0 1 0 0,1-1-1 0 0,0 1 0 0 0,1 0 0 0 0,8 15 0 0 0,-8-19-8 0 0,0-1-1 0 0,0 1 0 0 0,1 0 1 0 0,-1-1-1 0 0,1 0 1 0 0,1 0-1 0 0,-1-1 0 0 0,1 1 1 0 0,-1-1-1 0 0,1 0 0 0 0,1-1 1 0 0,-1 1-1 0 0,0-1 1 0 0,1 0-1 0 0,0-1 0 0 0,-1 0 1 0 0,1 0-1 0 0,0 0 1 0 0,8 0-1 0 0,10 1-2120 0 0,49-1 1 0 0,-56-3-4767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0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0 318 3225 0 0,'5'-44'1686'0'0,"-5"37"-525"0"0,0 0-1 0 0,1 1 1 0 0,-1-1 0 0 0,1 1-1 0 0,1-1 1 0 0,-1 1 0 0 0,6-13-1 0 0,-6 19-947 0 0,0-1-1 0 0,-1 0 0 0 0,1 0 1 0 0,0 1-1 0 0,0-1 0 0 0,0 1 1 0 0,0-1-1 0 0,0 1 0 0 0,0-1 1 0 0,0 1-1 0 0,0-1 0 0 0,0 1 1 0 0,1 0-1 0 0,-1 0 0 0 0,0 0 1 0 0,0 0-1 0 0,0 0 0 0 0,0 0 1 0 0,0 0-1 0 0,0 0 0 0 0,1 0 1 0 0,-1 0-1 0 0,0 0 0 0 0,0 1 1 0 0,0-1-1 0 0,0 0 0 0 0,0 1 1 0 0,0-1-1 0 0,0 1 0 0 0,0-1 1 0 0,2 2-1 0 0,31 19 1380 0 0,-24-12-1204 0 0,-1 0-1 0 0,-1 0 0 0 0,13 17 0 0 0,-13-16 72 0 0,1 1 0 0 0,17 16 0 0 0,-26-26-433 0 0,1-1-1 0 0,-1 1 0 0 0,1-1 1 0 0,-1 1-1 0 0,1-1 0 0 0,0 1 1 0 0,-1-1-1 0 0,1 1 1 0 0,0-1-1 0 0,-1 1 0 0 0,1-1 1 0 0,0 0-1 0 0,0 1 0 0 0,0-1 1 0 0,-1 0-1 0 0,1 0 0 0 0,0 0 1 0 0,0 1-1 0 0,0-1 0 0 0,-1 0 1 0 0,1 0-1 0 0,0 0 0 0 0,0 0 1 0 0,0 0-1 0 0,-1-1 0 0 0,1 1 1 0 0,0 0-1 0 0,0 0 0 0 0,0 0 1 0 0,0-1-1 0 0,0 0 8 0 0,1-1 0 0 0,-1 1 0 0 0,0 0-1 0 0,0-1 1 0 0,-1 1 0 0 0,1-1 0 0 0,0 1 0 0 0,0-1 0 0 0,-1 1 0 0 0,1-1 0 0 0,-1 1-1 0 0,1-1 1 0 0,-1-3 0 0 0,2-7 64 0 0,-1-1-1 0 0,0-23 0 0 0,-1 35-94 0 0,-4-53-86 0 0,2 35-565 0 0,1 0 1 0 0,0-1 0 0 0,2 1 0 0 0,0 0 0 0 0,1-1 0 0 0,1 1 0 0 0,5-20 0 0 0,0 19-7254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0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6913 0 0,'4'3'14922'0'0,"-3"-6"-14679"0"0,0 0-307 0 0,12-28-782 0 0,-13 30 470 0 0,1-1-1 0 0,0 1 1 0 0,0 0-1 0 0,0-1 0 0 0,0 1 1 0 0,0 0-1 0 0,0 0 1 0 0,0 0-1 0 0,0 0 1 0 0,1 0-1 0 0,-1 0 0 0 0,2-1 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1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51 10594 0 0,'5'2'668'0'0,"0"-1"-1"0"0,0 1 0 0 0,0-1 1 0 0,1 0-1 0 0,-1 0 0 0 0,0-1 1 0 0,1 0-1 0 0,-1 0 1 0 0,0 0-1 0 0,11-2 0 0 0,52-14 1525 0 0,35-15-9918 0 0,-77 22 7576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1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99 298 7370 0 0,'-5'-2'592'0'0,"0"1"1"0"0,1-1 0 0 0,-1 0 0 0 0,1 0 0 0 0,-1-1-1 0 0,1 1 1 0 0,0-1 0 0 0,0 0 0 0 0,0 0 0 0 0,0 0 0 0 0,1-1-1 0 0,-1 1 1 0 0,1-1 0 0 0,0 0 0 0 0,0 0 0 0 0,0 0 0 0 0,-3-8-1 0 0,2 6-220 0 0,1 1 0 0 0,0-1 0 0 0,0-1 0 0 0,0 1 0 0 0,1 0-1 0 0,0-1 1 0 0,1 1 0 0 0,-1-1 0 0 0,1 1 0 0 0,0-1 0 0 0,1 0-1 0 0,0-12 1 0 0,2 12-330 0 0,0 0-1 0 0,1 0 1 0 0,-1 0 0 0 0,2 0-1 0 0,-1 1 1 0 0,1-1 0 0 0,0 1-1 0 0,0 0 1 0 0,0 0 0 0 0,1 0-1 0 0,0 1 1 0 0,0-1 0 0 0,1 1-1 0 0,0 0 1 0 0,0 1-1 0 0,0 0 1 0 0,9-5 0 0 0,-8 4-1 0 0,1 1 1 0 0,0 0-1 0 0,0 0 0 0 0,0 1 1 0 0,0 1-1 0 0,1-1 1 0 0,-1 1-1 0 0,1 0 1 0 0,-1 1-1 0 0,1 0 0 0 0,0 1 1 0 0,0-1-1 0 0,-1 2 1 0 0,15 1-1 0 0,-19-1-54 0 0,0 0-1 0 0,0 0 1 0 0,0 0 0 0 0,0 1-1 0 0,0 0 1 0 0,0-1-1 0 0,-1 2 1 0 0,1-1 0 0 0,-1 0-1 0 0,1 1 1 0 0,-1-1 0 0 0,0 1-1 0 0,0 0 1 0 0,0 0-1 0 0,0 0 1 0 0,3 6 0 0 0,-2-3-38 0 0,-2-1 0 0 0,1 1 0 0 0,0 0 0 0 0,-1 0 0 0 0,0 1 0 0 0,-1-1 1 0 0,1 0-1 0 0,-1 1 0 0 0,0 11 0 0 0,-1 4-85 0 0,-1 0 0 0 0,-1 0 0 0 0,-1 1 0 0 0,-1-2 0 0 0,-7 24 0 0 0,-4 2-256 0 0,5-15-798 0 0,-10 60 0 0 0,18-84 1027 0 0,1-1 0 0 0,1 1 0 0 0,-1 0-1 0 0,2 0 1 0 0,-1 0 0 0 0,1 0 0 0 0,0 0-1 0 0,0 0 1 0 0,1-1 0 0 0,0 1 0 0 0,1 0-1 0 0,0-1 1 0 0,3 8 0 0 0,-3-11 183 0 0,1 1 1 0 0,-1-1-1 0 0,1 0 0 0 0,-1-1 1 0 0,1 1-1 0 0,0-1 1 0 0,1 1-1 0 0,-1-1 0 0 0,0 0 1 0 0,1-1-1 0 0,0 1 1 0 0,0-1-1 0 0,0 0 0 0 0,0 0 1 0 0,0-1-1 0 0,0 1 1 0 0,0-1-1 0 0,0 0 0 0 0,1-1 1 0 0,-1 1-1 0 0,0-1 1 0 0,0 0-1 0 0,1 0 0 0 0,-1-1 1 0 0,9-1-1 0 0,-5 1 253 0 0,1-1 0 0 0,-1 0 0 0 0,1-1 0 0 0,-1 0 0 0 0,0 0 0 0 0,0-1 0 0 0,0 0 0 0 0,0-1 0 0 0,-1 0 1 0 0,0 0-1 0 0,0-1 0 0 0,0 0 0 0 0,8-8 0 0 0,-13 11-197 0 0,-1 0 0 0 0,0 1 1 0 0,0-1-1 0 0,-1 0 0 0 0,1 0 0 0 0,0 0 1 0 0,-1 0-1 0 0,0 0 0 0 0,0 0 0 0 0,0-1 1 0 0,0 1-1 0 0,0 0 0 0 0,-1-1 0 0 0,0 1 1 0 0,1 0-1 0 0,-1-1 0 0 0,0 1 1 0 0,-1-1-1 0 0,1 1 0 0 0,0 0 0 0 0,-1-1 1 0 0,0 1-1 0 0,0 0 0 0 0,0 0 0 0 0,0-1 1 0 0,0 1-1 0 0,-1 0 0 0 0,-3-5 1 0 0,-5-7 126 0 0,0 0 0 0 0,-2 1 0 0 0,1 1 1 0 0,-19-17-1 0 0,9 9 41 0 0,-5-6-167 0 0,-1 1 0 0 0,-37-27 0 0 0,53 45-173 0 0,0 0-1 0 0,0 1 0 0 0,-1 0 1 0 0,0 1-1 0 0,-1 1 0 0 0,1-1 0 0 0,-1 2 1 0 0,0 0-1 0 0,-21-4 0 0 0,29 8-105 0 0,0 0-1 0 0,-1-1 1 0 0,1 2-1 0 0,0-1 1 0 0,-8 2-1 0 0,-12 7-6031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2.2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18 252 5529 0 0,'-18'-55'15990'0'0,"39"76"-15334"0"0,0-1 0 0 0,32 22 0 0 0,-31-26-441 0 0,-1 2 1 0 0,36 37-1 0 0,-39-33-189 0 0,-11-13-21 0 0,-1 0 1 0 0,1-1-1 0 0,1 1 0 0 0,0-2 0 0 0,0 1 0 0 0,0-1 0 0 0,1-1 0 0 0,15 10 0 0 0,-24-16 4 0 0,1 0-1 0 0,-1 1 1 0 0,1-1-1 0 0,-1 0 1 0 0,1 0 0 0 0,-1 1-1 0 0,1-1 1 0 0,-1 0-1 0 0,1 0 1 0 0,-1 0-1 0 0,1 0 1 0 0,-1 0-1 0 0,1 0 1 0 0,-1 0 0 0 0,1 0-1 0 0,-1 0 1 0 0,1 0-1 0 0,0 0 1 0 0,-1 0-1 0 0,1 0 1 0 0,-1-1-1 0 0,1 1 1 0 0,-1 0 0 0 0,1 0-1 0 0,-1-1 1 0 0,1 1-1 0 0,-1 0 1 0 0,0 0-1 0 0,1-1 1 0 0,-1 1-1 0 0,1-1 1 0 0,-1 1 0 0 0,6-21 650 0 0,-12-32 664 0 0,5 47-1203 0 0,-19-171 1371 0 0,19 154-2049 0 0,1 0 1 0 0,1 0 0 0 0,1 0 0 0 0,1 0 0 0 0,10-39-1 0 0,-1 28-8384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3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18 7834 0 0,'-8'-17'10989'0'0,"8"17"-10901"0"0,-2 3 185 0 0,1-1 1 0 0,0 1-1 0 0,0-1 0 0 0,0 1 0 0 0,0 0 0 0 0,0 0 1 0 0,1-1-1 0 0,-1 1 0 0 0,1 5 0 0 0,0 44 452 0 0,13 101-1 0 0,0-17-531 0 0,-1 178 56 0 0,19 287 1054 0 0,-28-513-1112 0 0,-3 0-1 0 0,-12 89 0 0 0,9-146-177 0 0,2 56 99 0 0,2-46-2723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190 178 1376 0 0,'-11'-3'1326'0'0,"0"1"-1"0"0,0 0 1 0 0,-1 0-1 0 0,1 2 1 0 0,-1-1 0 0 0,-15 3-1 0 0,20-2-647 0 0,0 1 1 0 0,0 0-1 0 0,0 1 1 0 0,0 0-1 0 0,0 0 1 0 0,0 0-1 0 0,1 1 0 0 0,-1 0 1 0 0,1 0-1 0 0,0 1 1 0 0,-9 5-1 0 0,15-8-611 0 0,0-1 0 0 0,-1 0 1 0 0,1 0-1 0 0,0 0 0 0 0,0 0 0 0 0,-1 0 1 0 0,1 1-1 0 0,0-1 0 0 0,0 0 0 0 0,-1 0 1 0 0,1 0-1 0 0,0 1 0 0 0,0-1 0 0 0,-1 0 0 0 0,1 0 1 0 0,0 1-1 0 0,0-1 0 0 0,0 0 0 0 0,0 1 1 0 0,-1-1-1 0 0,1 0 0 0 0,0 1 0 0 0,0-1 0 0 0,0 0 1 0 0,0 0-1 0 0,0 1 0 0 0,0-1 0 0 0,0 0 1 0 0,0 1-1 0 0,0-1 0 0 0,0 0 0 0 0,0 1 1 0 0,0-1-1 0 0,0 0 0 0 0,0 1 0 0 0,0-1 0 0 0,0 0 1 0 0,1 1-1 0 0,-1-1 0 0 0,0 1 0 0 0,16 3 897 0 0,18-4-403 0 0,-23 0-483 0 0,0 0 1 0 0,0 0-1 0 0,0 1 0 0 0,19 4 1 0 0,30 2 145 0 0,50-12-308 0 0,158-28 0 0 0,-17 0-25 0 0,159-22-75 0 0,-390 51 159 0 0,97-23 65 0 0,-103 22-83 0 0,0 0-1 0 0,-1 0 0 0 0,1-1 0 0 0,-1-1 0 0 0,0-1 1 0 0,12-8-1 0 0,-25 15-19 0 0,11-8 5 0 0,-10 8-20 0 0,-1 1 0 0 0,0 0 1 0 0,0 0-1 0 0,0 0 0 0 0,1-1 0 0 0,-1 1 0 0 0,0 0 0 0 0,0 0 0 0 0,0-1 0 0 0,1 1 0 0 0,-1 0 0 0 0,0 0 0 0 0,0-1 0 0 0,0 1 0 0 0,0 0 1 0 0,0 0-1 0 0,0-1 0 0 0,0 1 0 0 0,0 0 0 0 0,0-1 0 0 0,0 1 0 0 0,0 0 0 0 0,0-1 0 0 0,0 1 0 0 0,0 0 0 0 0,0 0 0 0 0,0-1 0 0 0,0 1 1 0 0,0 0-1 0 0,0-1 0 0 0,0 1 0 0 0,0 0 0 0 0,0 0 0 0 0,0-1 0 0 0,-1 1 0 0 0,1 0 0 0 0,0 0 0 0 0,0-1 0 0 0,0 1 0 0 0,-1-1 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71 6449 0 0,'29'-12'7382'0'0,"0"0"-5310"0"0,3 1-1050 0 0,0 2-1 0 0,0 1 1 0 0,1 1-1 0 0,0 2 0 0 0,49-1 1 0 0,-18 6-728 0 0,122 17 1 0 0,-52 0-248 0 0,1-5-1 0 0,0-6 1 0 0,163-15 0 0 0,-273 7-8 0 0,33-3 138 0 0,97 2-1 0 0,-137 5-178 0 0,-1-1-1 0 0,1 2 1 0 0,-1 1-1 0 0,0 0 1 0 0,0 1-1 0 0,0 0 1 0 0,-1 2 0 0 0,0 0-1 0 0,30 18 1 0 0,-21-8-334 0 0,12 8-905 0 0,-11-11-5468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6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19 395 10138 0 0,'-4'-12'1519'0'0,"0"0"-1"0"0,1 1 0 0 0,1-1 1 0 0,0 0-1 0 0,0-1 1 0 0,1-16-1 0 0,1 8-1074 0 0,1 0-1 0 0,5-33 1 0 0,-4 45-318 0 0,0 1-1 0 0,1-1 1 0 0,0 0 0 0 0,0 1-1 0 0,1 0 1 0 0,0-1 0 0 0,1 2-1 0 0,7-12 1 0 0,-12 19-127 0 0,1-1 1 0 0,-1 1-1 0 0,0-1 1 0 0,1 1-1 0 0,-1 0 0 0 0,0-1 1 0 0,1 1-1 0 0,-1-1 1 0 0,0 1-1 0 0,1 0 1 0 0,-1-1-1 0 0,1 1 0 0 0,-1 0 1 0 0,1 0-1 0 0,-1-1 1 0 0,1 1-1 0 0,-1 0 0 0 0,1 0 1 0 0,-1 0-1 0 0,1 0 1 0 0,-1 0-1 0 0,1 0 1 0 0,-1-1-1 0 0,1 1 0 0 0,-1 0 1 0 0,1 0-1 0 0,-1 1 1 0 0,1-1-1 0 0,-1 0 0 0 0,1 0 1 0 0,-1 0-1 0 0,1 0 1 0 0,-1 0-1 0 0,1 1 1 0 0,-1-1-1 0 0,1 0 0 0 0,-1 0 1 0 0,1 1-1 0 0,-1-1 1 0 0,1 0-1 0 0,-1 1 0 0 0,0-1 1 0 0,1 0-1 0 0,-1 1 1 0 0,0-1-1 0 0,1 1 1 0 0,-1-1-1 0 0,0 0 0 0 0,1 1 1 0 0,-1-1-1 0 0,0 1 1 0 0,0-1-1 0 0,0 1 0 0 0,1-1 1 0 0,-1 1-1 0 0,15 37-59 0 0,-12-29 41 0 0,97 214-621 0 0,-100-223 640 0 0,0 1 0 0 0,0-1 0 0 0,1 0 0 0 0,-1 1 0 0 0,0-1 0 0 0,0 0 0 0 0,0 1 0 0 0,1-1 0 0 0,-1 0 0 0 0,0 1 0 0 0,0-1 0 0 0,1 0 0 0 0,-1 0 0 0 0,0 1 0 0 0,1-1 0 0 0,-1 0 0 0 0,0 0 0 0 0,1 1 0 0 0,-1-1 0 0 0,1 0 0 0 0,-1 0 0 0 0,0 0 0 0 0,1 0 0 0 0,-1 0 0 0 0,1 0 0 0 0,-1 1 0 0 0,0-1 0 0 0,1 0 0 0 0,-1 0 0 0 0,1 0 0 0 0,-1 0 0 0 0,0-1 0 0 0,1 1 0 0 0,-1 0 0 0 0,1 0 0 0 0,16-11 0 0 0,8-19 0 0 0,-12 11 26 0 0,-1-2 1 0 0,-1 1-1 0 0,-1-1 1 0 0,-1-1-1 0 0,-1 0 1 0 0,-1 0-1 0 0,0-1 1 0 0,4-34 0 0 0,-11 55 5 0 0,0 1 1 0 0,0 0 0 0 0,1 0 0 0 0,-1 0 0 0 0,0 0 0 0 0,1 0 0 0 0,-1 0 0 0 0,0 0-1 0 0,1-1 1 0 0,-1 1 0 0 0,1 0 0 0 0,0 1 0 0 0,-1-1 0 0 0,1 0 0 0 0,0 0 0 0 0,0 0 0 0 0,0 0-1 0 0,-1 0 1 0 0,1 1 0 0 0,0-1 0 0 0,0 0 0 0 0,0 1 0 0 0,0-1 0 0 0,0 1 0 0 0,0-1-1 0 0,0 1 1 0 0,1-1 0 0 0,-1 1 0 0 0,0 0 0 0 0,0 0 0 0 0,0-1 0 0 0,0 1 0 0 0,0 0 0 0 0,1 0-1 0 0,-1 0 1 0 0,0 0 0 0 0,0 0 0 0 0,0 1 0 0 0,0-1 0 0 0,0 0 0 0 0,1 0 0 0 0,-1 1-1 0 0,0-1 1 0 0,0 1 0 0 0,0-1 0 0 0,0 1 0 0 0,1 0 0 0 0,2 1-8 0 0,1 0 0 0 0,-1 1 0 0 0,0-1 0 0 0,-1 1 0 0 0,1 0 0 0 0,0 0 0 0 0,-1 0-1 0 0,0 0 1 0 0,1 0 0 0 0,-1 1 0 0 0,3 4 0 0 0,5 15 142 0 0,12 36-1 0 0,-16-38-191 0 0,0-1 0 0 0,2 0 0 0 0,22 37 0 0 0,-28-52-38 0 0,0 0 1 0 0,1-1-1 0 0,-1 0 1 0 0,1 0 0 0 0,0 0-1 0 0,1 0 1 0 0,-1 0 0 0 0,1-1-1 0 0,-1 0 1 0 0,1 0 0 0 0,0 0-1 0 0,0-1 1 0 0,0 0 0 0 0,0 0-1 0 0,1 0 1 0 0,-1 0-1 0 0,1-1 1 0 0,-1 0 0 0 0,12 1-1 0 0,-14-2 17 0 0,-1 0-1 0 0,1-1 0 0 0,0 1 1 0 0,0-1-1 0 0,0 1 0 0 0,-1-1 1 0 0,1 0-1 0 0,-1 0 0 0 0,1-1 1 0 0,0 1-1 0 0,-1 0 0 0 0,0-1 1 0 0,1 1-1 0 0,-1-1 0 0 0,0 0 1 0 0,0 0-1 0 0,0 0 0 0 0,0 0 1 0 0,0 0-1 0 0,0 0 0 0 0,-1-1 1 0 0,1 1-1 0 0,-1-1 0 0 0,0 1 1 0 0,1-1-1 0 0,-1 1 0 0 0,1-6 1 0 0,4-8-78 0 0,-2-1 0 0 0,1 1 1 0 0,2-25-1 0 0,-5 26 92 0 0,3-14 6 0 0,2 0 0 0 0,14-41 1 0 0,-17 60 183 0 0,0-1 1 0 0,1 1 0 0 0,0 1-1 0 0,0-1 1 0 0,1 1 0 0 0,1 0-1 0 0,0 0 1 0 0,0 1 0 0 0,15-15-1 0 0,-21 22-133 0 0,0 0 0 0 0,0 0 0 0 0,0 1 1 0 0,0-1-1 0 0,0 0 0 0 0,0 0 0 0 0,1 1 0 0 0,-1-1 0 0 0,0 0 0 0 0,0 1 0 0 0,1-1 0 0 0,-1 1 0 0 0,0 0 0 0 0,0-1 0 0 0,1 1 0 0 0,-1 0 0 0 0,1 0 0 0 0,-1 0 0 0 0,0 0 0 0 0,1 0 0 0 0,-1 0 0 0 0,0 0 0 0 0,1 1 1 0 0,-1-1-1 0 0,0 0 0 0 0,1 1 0 0 0,-1-1 0 0 0,0 1 0 0 0,0-1 0 0 0,1 1 0 0 0,-1 0 0 0 0,0-1 0 0 0,0 1 0 0 0,0 0 0 0 0,0 0 0 0 0,0 0 0 0 0,0 0 0 0 0,0 0 0 0 0,0 0 0 0 0,0 0 0 0 0,-1 0 0 0 0,1 0 1 0 0,0 0-1 0 0,-1 1 0 0 0,2 1 0 0 0,3 7 13 0 0,-1 1 0 0 0,1 0 1 0 0,-2 0-1 0 0,4 15 0 0 0,-5-16 116 0 0,6 17-140 0 0,20 53 0 0 0,-22-69-22 0 0,-1 0 1 0 0,2-1-1 0 0,-1 1 1 0 0,1-1-1 0 0,1-1 1 0 0,0 1-1 0 0,10 9 1 0 0,-1-4-80 0 0,-5-2-403 0 0,1-1 0 0 0,1-1-1 0 0,0 0 1 0 0,0-1 0 0 0,29 16-1 0 0,-34-23-220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7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23 180 3225 0 0,'-3'3'345'0'0,"0"1"1"0"0,0 0-1 0 0,0 0 1 0 0,0 0 0 0 0,-3 9-1 0 0,6-12-230 0 0,-1-1-1 0 0,1 1 1 0 0,0 0-1 0 0,0-1 1 0 0,0 1-1 0 0,0 0 1 0 0,0 0-1 0 0,0-1 1 0 0,0 1-1 0 0,0 0 1 0 0,0-1-1 0 0,0 1 1 0 0,0 0-1 0 0,0-1 1 0 0,0 1-1 0 0,1 0 1 0 0,-1 0-1 0 0,0-1 1 0 0,0 1-1 0 0,1-1 1 0 0,-1 1-1 0 0,1 0 1 0 0,-1-1 0 0 0,0 1-1 0 0,1-1 1 0 0,-1 1-1 0 0,1-1 1 0 0,-1 1-1 0 0,1-1 1 0 0,0 1-1 0 0,-1-1 1 0 0,1 0-1 0 0,-1 1 1 0 0,1-1-1 0 0,0 0 1 0 0,-1 1-1 0 0,1-1 1 0 0,0 0-1 0 0,-1 0 1 0 0,1 0-1 0 0,0 0 1 0 0,-1 1-1 0 0,1-1 1 0 0,0 0-1 0 0,0 0 1 0 0,-1 0-1 0 0,1-1 1 0 0,0 1-1 0 0,-1 0 1 0 0,2 0-1 0 0,10 0 817 0 0,0-1 0 0 0,0 0 1 0 0,0 0-1 0 0,-1-1 0 0 0,1-1 0 0 0,11-4 0 0 0,70-28 2283 0 0,-55 19-2359 0 0,-8 5-732 0 0,-1 1 1 0 0,2 1-1 0 0,-1 2 0 0 0,1 1 1 0 0,0 2-1 0 0,36-1 1 0 0,279-11-15 0 0,161-4-224 0 0,-76 31-410 0 0,-384-10 192 0 0,-1-2 1 0 0,1-2-1 0 0,0-2 0 0 0,68-16 0 0 0,-44 8 937 0 0,-54 11-100 0 0,-22 6 221 0 0,-30 5 1050 0 0,34-9-1767 0 0,0 0-1 0 0,0 1 1 0 0,0-1-1 0 0,-1 1 0 0 0,1-1 1 0 0,0 1-1 0 0,0 0 0 0 0,1-1 1 0 0,-1 1-1 0 0,0 0 1 0 0,0 0-1 0 0,0-1 0 0 0,0 1 1 0 0,1 0-1 0 0,-1 0 1 0 0,0 0-1 0 0,1 0 0 0 0,-1 0 1 0 0,0 0-1 0 0,1 0 0 0 0,0 0 1 0 0,-1 1-1 0 0,1-1 1 0 0,0 0-1 0 0,-1 0 0 0 0,1 0 1 0 0,0 0-1 0 0,0 1 0 0 0,0 1 1 0 0,-1 1 17 0 0,1 1-1 0 0,0 0 1 0 0,0-1 0 0 0,0 1 0 0 0,0-1-1 0 0,2 8 1 0 0,-1-10-40 0 0,0 0 1 0 0,0 1-1 0 0,0-1 0 0 0,0 0 0 0 0,1 0 1 0 0,-1 0-1 0 0,1 0 0 0 0,-1 0 0 0 0,1 0 1 0 0,0-1-1 0 0,0 1 0 0 0,0 0 0 0 0,0-1 1 0 0,0 0-1 0 0,0 1 0 0 0,0-1 0 0 0,0 0 1 0 0,1 0-1 0 0,-1 0 0 0 0,0 0 0 0 0,1 0 1 0 0,-1-1-1 0 0,0 1 0 0 0,1-1 0 0 0,-1 0 1 0 0,1 1-1 0 0,-1-1 0 0 0,1 0 0 0 0,-1-1 1 0 0,1 1-1 0 0,3-1 0 0 0,-4 1 3 0 0,0-1 0 0 0,0 1 1 0 0,0-1-1 0 0,0 1 0 0 0,0-1 0 0 0,0 0 0 0 0,0 0 1 0 0,0 0-1 0 0,-1 0 0 0 0,1 0 0 0 0,0 0 0 0 0,-1 0 1 0 0,1 0-1 0 0,-1-1 0 0 0,1 1 0 0 0,-1-1 0 0 0,0 1 1 0 0,1-1-1 0 0,-1 0 0 0 0,0 1 0 0 0,0-1 0 0 0,0 0 1 0 0,0 0-1 0 0,-1 0 0 0 0,1 1 0 0 0,0-1 0 0 0,-1 0 1 0 0,0 0-1 0 0,1 0 0 0 0,-1 0 0 0 0,0 0 0 0 0,0 0 1 0 0,0 0-1 0 0,0 0 0 0 0,0 0 0 0 0,0 0 0 0 0,-1 0 1 0 0,1 0-1 0 0,-2-3 0 0 0,-1-4 65 0 0,-1 1-1 0 0,0 1 1 0 0,-1-1-1 0 0,0 1 1 0 0,0 0 0 0 0,-1 0-1 0 0,0 0 1 0 0,0 1-1 0 0,0 0 1 0 0,-1 0-1 0 0,0 0 1 0 0,0 1 0 0 0,-10-6-1 0 0,16 11-51 0 0,1 0 1 0 0,0 0-1 0 0,0 0 0 0 0,0 0 1 0 0,-1 0-1 0 0,1 0 0 0 0,0 0 1 0 0,0 0-1 0 0,-1 0 0 0 0,1 0 1 0 0,0 0-1 0 0,0 0 0 0 0,0 0 0 0 0,-1 0 1 0 0,1 0-1 0 0,0 0 0 0 0,0 0 1 0 0,0 0-1 0 0,-1 0 0 0 0,1 0 1 0 0,0 1-1 0 0,0-1 0 0 0,0 0 0 0 0,-1 0 1 0 0,1 0-1 0 0,0 0 0 0 0,0 1 1 0 0,0-1-1 0 0,0 0 0 0 0,0 0 1 0 0,-1 0-1 0 0,1 0 0 0 0,0 1 1 0 0,0-1-1 0 0,0 0 0 0 0,0 0 0 0 0,0 1 1 0 0,0-1-1 0 0,0 0 0 0 0,0 0 1 0 0,0 0-1 0 0,0 1 0 0 0,0-1 1 0 0,-1 19 14 0 0,5 16-123 0 0,-2-28 99 0 0,0 1 1 0 0,1 0-1 0 0,0-1 0 0 0,1 0 1 0 0,-1 0-1 0 0,1 0 1 0 0,1 0-1 0 0,-1-1 1 0 0,1 1-1 0 0,0-1 0 0 0,1 0 1 0 0,8 7-1 0 0,-11-10 43 0 0,0 0-1 0 0,1-1 1 0 0,0 1-1 0 0,0 0 0 0 0,0-1 1 0 0,0 0-1 0 0,0 0 1 0 0,0 0-1 0 0,0-1 1 0 0,1 1-1 0 0,-1-1 1 0 0,1 0-1 0 0,-1 0 0 0 0,1-1 1 0 0,-1 1-1 0 0,1-1 1 0 0,-1 0-1 0 0,1 0 1 0 0,-1-1-1 0 0,1 1 1 0 0,-1-1-1 0 0,1 0 1 0 0,4-1-1 0 0,-7 1-38 0 0,0 0 1 0 0,-1-1-1 0 0,1 1 0 0 0,0 0 1 0 0,-1 0-1 0 0,1-1 1 0 0,-1 1-1 0 0,1-1 0 0 0,-1 1 1 0 0,1-1-1 0 0,-1 0 0 0 0,0 1 1 0 0,0-1-1 0 0,0 0 1 0 0,0 0-1 0 0,0 0 0 0 0,-1 0 1 0 0,1 0-1 0 0,0 0 0 0 0,-1 0 1 0 0,1 0-1 0 0,-1 0 1 0 0,0 0-1 0 0,0 0 0 0 0,0 0 1 0 0,0 0-1 0 0,0 0 0 0 0,0-1 1 0 0,-1 1-1 0 0,1 0 1 0 0,-2-3-1 0 0,-1-8-415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27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1 1 22757 0 0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3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25 6913 0 0,'0'-2'100'0'0,"-1"1"0"0"0,0-1-1 0 0,1 1 1 0 0,-1-1-1 0 0,0 1 1 0 0,0 0-1 0 0,0-1 1 0 0,0 1-1 0 0,0 0 1 0 0,0 0-1 0 0,-1 0 1 0 0,1 0-1 0 0,0 0 1 0 0,-1 0-1 0 0,1 0 1 0 0,0 0-1 0 0,-1 1 1 0 0,1-1-1 0 0,-1 0 1 0 0,1 1 0 0 0,-1-1-1 0 0,1 1 1 0 0,-1 0-1 0 0,0-1 1 0 0,-2 1-1 0 0,1 0 197 0 0,0 1 0 0 0,0 0 0 0 0,0-1 1 0 0,1 1-1 0 0,-1 0 0 0 0,0 0 0 0 0,0 1 0 0 0,1-1 0 0 0,-1 0 0 0 0,0 1 0 0 0,1 0 0 0 0,-1 0 0 0 0,-1 2 0 0 0,-1 0 15 0 0,1 0-1 0 0,0 0 1 0 0,0 0-1 0 0,0 1 1 0 0,0 0-1 0 0,1-1 1 0 0,0 1-1 0 0,0 0 1 0 0,0 1-1 0 0,1-1 1 0 0,0 0-1 0 0,0 1 1 0 0,0 0-1 0 0,-2 9 1 0 0,5-10-262 0 0,-1 0 0 0 0,1-1 0 0 0,0 1 0 0 0,1-1 0 0 0,-1 0 0 0 0,1 1 0 0 0,-1-1 0 0 0,1 0 0 0 0,1 0 0 0 0,-1 0 0 0 0,0 0 0 0 0,1 0-1 0 0,0-1 1 0 0,0 1 0 0 0,0-1 0 0 0,6 6 0 0 0,-6-7 36 0 0,-1 0 0 0 0,1 0 0 0 0,-1 0-1 0 0,1-1 1 0 0,-1 1 0 0 0,1 0 0 0 0,0-1 0 0 0,0 0-1 0 0,0 0 1 0 0,0 1 0 0 0,0-2 0 0 0,0 1-1 0 0,0 0 1 0 0,0-1 0 0 0,0 1 0 0 0,1-1 0 0 0,-1 0-1 0 0,0 0 1 0 0,0 0 0 0 0,0-1 0 0 0,0 1-1 0 0,0-1 1 0 0,1 0 0 0 0,-1 1 0 0 0,3-3 0 0 0,-4 2-27 0 0,0 0 1 0 0,-1-1 0 0 0,1 1-1 0 0,-1 0 1 0 0,1-1 0 0 0,-1 1 0 0 0,0-1-1 0 0,1 0 1 0 0,-1 1 0 0 0,0-1-1 0 0,0 0 1 0 0,0 0 0 0 0,0 0-1 0 0,0 0 1 0 0,-1 0 0 0 0,1 0 0 0 0,-1 0-1 0 0,1 0 1 0 0,-1 0 0 0 0,0 0-1 0 0,0 0 1 0 0,0 0 0 0 0,0 0-1 0 0,0 0 1 0 0,0 0 0 0 0,0 0 0 0 0,-1 0-1 0 0,1 0 1 0 0,-1-3 0 0 0,0 2-2 0 0,0-1 0 0 0,0 0 0 0 0,0 1 0 0 0,-1-1 0 0 0,1 1 1 0 0,-1-1-1 0 0,0 1 0 0 0,0 0 0 0 0,0 0 0 0 0,0 0 0 0 0,-1 0 0 0 0,1 0 0 0 0,-1 0 1 0 0,0 1-1 0 0,-4-4 0 0 0,6 5-55 0 0,0 1 0 0 0,1 0 0 0 0,-1-1 0 0 0,0 1-1 0 0,0 0 1 0 0,0 0 0 0 0,0 0 0 0 0,1 0 0 0 0,-1 0 0 0 0,0 0 0 0 0,0 0 0 0 0,0 0 0 0 0,0 0 0 0 0,0 0 0 0 0,1 0 0 0 0,-1 0 0 0 0,0 1 0 0 0,0-1 0 0 0,0 0 0 0 0,1 1 0 0 0,-1-1-1 0 0,0 0 1 0 0,0 1 0 0 0,1-1 0 0 0,-2 2 0 0 0,0-1-20 0 0,0 1 1 0 0,0 0-1 0 0,0 0 0 0 0,0 1 0 0 0,0-1 1 0 0,0 0-1 0 0,1 1 0 0 0,-3 3 0 0 0,3-5 13 0 0,0 0-1 0 0,1 1 1 0 0,-1-1 0 0 0,0 1-1 0 0,0-1 1 0 0,1 1-1 0 0,-1 0 1 0 0,1-1 0 0 0,-1 1-1 0 0,1 0 1 0 0,-1-1-1 0 0,1 1 1 0 0,0 0-1 0 0,0-1 1 0 0,0 1 0 0 0,0 0-1 0 0,0-1 1 0 0,1 1-1 0 0,-1 0 1 0 0,0-1 0 0 0,1 1-1 0 0,-1 0 1 0 0,1-1-1 0 0,-1 1 1 0 0,1-1 0 0 0,0 1-1 0 0,0-1 1 0 0,0 1-1 0 0,0-1 1 0 0,0 1-1 0 0,1 0 1 0 0,8-1-170 0 0,-8-3 6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39.2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113 8 9218 0 0,'0'-1'209'0'0,"-1"0"1"0"0,0 1-1 0 0,0-1 0 0 0,0 0 1 0 0,0 1-1 0 0,0-1 0 0 0,0 1 1 0 0,0-1-1 0 0,0 1 0 0 0,0-1 1 0 0,0 1-1 0 0,-1 0 0 0 0,1 0 1 0 0,0-1-1 0 0,0 1 0 0 0,0 0 0 0 0,0 0 1 0 0,0 0-1 0 0,-1 0 0 0 0,1 1 1 0 0,0-1-1 0 0,0 0 0 0 0,0 0 1 0 0,0 1-1 0 0,0-1 0 0 0,0 0 1 0 0,-2 1-1 0 0,2 1-54 0 0,-1-1 0 0 0,1 1 0 0 0,0 0 0 0 0,0-1 0 0 0,-1 1 0 0 0,1 0 0 0 0,0 0 0 0 0,0-1 0 0 0,1 1 0 0 0,-1 0 0 0 0,0 0 0 0 0,1 0 0 0 0,-1 0 0 0 0,1 2 0 0 0,-2 11 93 0 0,0 0 1 0 0,1-1-1 0 0,2 20 0 0 0,-1-30-16 0 0,16 144 1591 0 0,-1 13-978 0 0,-21 152-667 0 0,7 137 278 0 0,1-423-381 0 0,26 515 705 0 0,-45 38-668 0 0,-1 98 214 0 0,12 453-360 0 0,-29 100 781 0 0,24-954-674 0 0,0 244 105 0 0,0 17 341 0 0,1-28-527 0 0,42 1-46 0 0,22 323 382 0 0,-74-59-189 0 0,-11 420-540 0 0,37-1062 622 0 0,37 211 0 0 0,-16-145-143 0 0,13 69-69 0 0,-2-66 462 0 0,-34-172-269 0 0,-1 0-1 0 0,-2-1 0 0 0,-1 1 0 0 0,-8 56 1 0 0,7-78-165 0 0,1-6-40 0 0,0 1-1 0 0,-1-1 1 0 0,1 1-1 0 0,-1-1 1 0 0,1 1-1 0 0,-1-1 1 0 0,0 1-1 0 0,0-1 1 0 0,0 0-1 0 0,0 1 1 0 0,0-1-1 0 0,-2 2 1 0 0,3-5-154 0 0,-1 0 0 0 0,1-1 0 0 0,0 1-1 0 0,0 0 1 0 0,0-1 0 0 0,0 1 0 0 0,0 0 0 0 0,0-1 0 0 0,1 1 0 0 0,-1 0 0 0 0,0-1 0 0 0,1-1 0 0 0,3-10-554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0.1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48 189 2304 0 0,'-1'1'212'0'0,"0"0"-1"0"0,0-1 1 0 0,0 0-1 0 0,0 1 1 0 0,0-1-1 0 0,0 1 1 0 0,0-1-1 0 0,0 0 1 0 0,0 0-1 0 0,-1 0 0 0 0,1 0 1 0 0,0 0-1 0 0,0 0 1 0 0,0 0-1 0 0,0 0 1 0 0,0 0-1 0 0,0 0 1 0 0,0 0-1 0 0,0-1 0 0 0,0 1 1 0 0,0 0-1 0 0,0-1 1 0 0,0 1-1 0 0,-2-2 1 0 0,2 1 135 0 0,-1-1 1 0 0,1 1-1 0 0,-1-1 1 0 0,1 1-1 0 0,0-1 1 0 0,0 0-1 0 0,0 1 1 0 0,0-1-1 0 0,0 0 1 0 0,0 0-1 0 0,0 0 1 0 0,0-3-1 0 0,-1 0 302 0 0,1-1 0 0 0,1 1-1 0 0,-1 0 1 0 0,0 0-1 0 0,1-1 1 0 0,0 1-1 0 0,1-1 1 0 0,-1 1 0 0 0,1 0-1 0 0,1-7 1 0 0,1 7-416 0 0,0 0 1 0 0,0 0-1 0 0,0 0 1 0 0,1 0-1 0 0,0 1 1 0 0,0-1-1 0 0,0 1 1 0 0,0 0-1 0 0,1 0 1 0 0,-1 1-1 0 0,1-1 1 0 0,0 1-1 0 0,9-5 1 0 0,-1 2-182 0 0,-1 0 0 0 0,1 1 0 0 0,0 0 1 0 0,24-5-1 0 0,-34 9-50 0 0,1 0 0 0 0,-1 1 0 0 0,0 0 0 0 0,1-1 1 0 0,-1 1-1 0 0,0 0 0 0 0,1 1 0 0 0,-1-1 0 0 0,0 1 0 0 0,0-1 1 0 0,1 1-1 0 0,-1 0 0 0 0,0 0 0 0 0,0 0 0 0 0,0 1 0 0 0,0-1 1 0 0,0 1-1 0 0,3 2 0 0 0,-2-1-2 0 0,-1 0 0 0 0,0 0-1 0 0,-1 0 1 0 0,1 1 0 0 0,0-1 0 0 0,-1 1 0 0 0,0 0 0 0 0,0-1 0 0 0,0 1-1 0 0,0 0 1 0 0,-1 0 0 0 0,2 6 0 0 0,0 6-77 0 0,0-1 1 0 0,-1 1 0 0 0,-1 0-1 0 0,-1-1 1 0 0,0 1-1 0 0,-4 23 1 0 0,-2-2-642 0 0,-3 0 0 0 0,-19 53 1 0 0,17-58 341 0 0,1 1 1 0 0,2 0 0 0 0,-7 46 0 0 0,15-76 492 0 0,0-1-1 0 0,0 1 1 0 0,0-1 0 0 0,0 1 0 0 0,1-1 0 0 0,-1 0 0 0 0,1 1 0 0 0,-1-1 0 0 0,1 1 0 0 0,0-1-1 0 0,0 0 1 0 0,0 0 0 0 0,0 1 0 0 0,0-1 0 0 0,0 0 0 0 0,1 0 0 0 0,-1 0 0 0 0,1 0-1 0 0,0-1 1 0 0,-1 1 0 0 0,1 0 0 0 0,0-1 0 0 0,0 1 0 0 0,0-1 0 0 0,0 1 0 0 0,0-1 0 0 0,0 0-1 0 0,1 0 1 0 0,-1 0 0 0 0,0 0 0 0 0,0 0 0 0 0,4 0 0 0 0,8 2 61 0 0,0 0 1 0 0,1-1 0 0 0,-1 0-1 0 0,20-1 1 0 0,-15-1-28 0 0,131-4 636 0 0,-86-2-5291 0 0,-45 4 1605 0 0,2 1-4375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0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624 211 5065 0 0,'-15'-50'1795'0'0,"12"36"-1132"0"0,0 1 0 0 0,-1-1-1 0 0,-1 1 1 0 0,0 0 0 0 0,0 1 0 0 0,-2-1 0 0 0,1 1 0 0 0,-2 1-1 0 0,-10-15 1 0 0,16 24-434 0 0,-1 0 0 0 0,0 0 0 0 0,0 0 0 0 0,0 0 0 0 0,-1 1 0 0 0,1-1-1 0 0,0 1 1 0 0,0 0 0 0 0,-1 0 0 0 0,1 0 0 0 0,-1 0 0 0 0,1 1 0 0 0,-1-1 0 0 0,1 1 0 0 0,-1 0-1 0 0,0 0 1 0 0,1 0 0 0 0,-1 0 0 0 0,1 1 0 0 0,-1 0 0 0 0,1-1 0 0 0,-1 1 0 0 0,1 1 0 0 0,0-1-1 0 0,-6 3 1 0 0,-7 3 256 0 0,1 1 0 0 0,0 0 0 0 0,-28 21 0 0 0,16-7-403 0 0,1 2 0 0 0,0 1-1 0 0,2 1 1 0 0,2 2 0 0 0,0 0 0 0 0,2 1-1 0 0,0 1 1 0 0,3 0 0 0 0,-15 34 0 0 0,6 2-114 0 0,3 1-1 0 0,3 1 1 0 0,3 0 0 0 0,2 1 0 0 0,4 1 0 0 0,-2 84-1 0 0,11-122-14 0 0,2 0-1 0 0,1 0 0 0 0,1 0 1 0 0,2 0-1 0 0,10 35 0 0 0,-10-51 24 0 0,1 1-1 0 0,1-1 1 0 0,1-1 0 0 0,0 1-1 0 0,1-1 1 0 0,0-1 0 0 0,2 1-1 0 0,-1-1 1 0 0,2-1-1 0 0,0 0 1 0 0,16 15 0 0 0,-2-7 78 0 0,0 0 0 0 0,2-2 0 0 0,0-1 1 0 0,1-2-1 0 0,1 0 0 0 0,0-2 1 0 0,1-1-1 0 0,0-1 0 0 0,1-2 1 0 0,1-1-1 0 0,-1-2 0 0 0,1-1 1 0 0,1-1-1 0 0,-1-2 0 0 0,0-1 1 0 0,1-1-1 0 0,60-8 0 0 0,-58 2 94 0 0,-2-1 0 0 0,1-2 0 0 0,-1-1 0 0 0,0-2 0 0 0,-1-1 0 0 0,0-1 0 0 0,-1-2 0 0 0,-1-1 0 0 0,51-36 0 0 0,-62 37-121 0 0,1 0 0 0 0,-2-2 1 0 0,0 0-1 0 0,-1-1 0 0 0,-1 0 0 0 0,-1-2 1 0 0,0 1-1 0 0,-2-2 0 0 0,0 0 0 0 0,-1-1 1 0 0,-2 0-1 0 0,0 0 0 0 0,-1-1 0 0 0,8-35 1 0 0,-13 32-21 0 0,0 0 0 0 0,-3-1 0 0 0,0 1 0 0 0,-1 0 0 0 0,-2 0 0 0 0,0 0 1 0 0,-2 0-1 0 0,-1 0 0 0 0,-1 0 0 0 0,-18-47 0 0 0,-6-1 93 0 0,-4 1 0 0 0,-54-85 0 0 0,63 116-38 0 0,-2 1 0 0 0,-1 1-1 0 0,-2 2 1 0 0,-2 1 0 0 0,-37-33-1 0 0,52 55-97 0 0,-1 1 0 0 0,0 1 0 0 0,-1 0-1 0 0,0 2 1 0 0,-33-15 0 0 0,38 21-72 0 0,1 0 1 0 0,-1 1-1 0 0,-1 0 1 0 0,1 1-1 0 0,0 1 1 0 0,-1 0-1 0 0,1 1 0 0 0,-1 0 1 0 0,-21 3-1 0 0,-7 7-1896 0 0,5 8-5855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1.3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51 21661 0 0,'-1'-2'-7'0'0,"1"-1"1"0"0,-1 0 0 0 0,0 1 0 0 0,0-1 0 0 0,-1 0 0 0 0,1 1-1 0 0,0 0 1 0 0,-1-1 0 0 0,0 1 0 0 0,0 0 0 0 0,1 0-1 0 0,-1 0 1 0 0,0 0 0 0 0,-1 0 0 0 0,1 0 0 0 0,0 0 0 0 0,0 1-1 0 0,-1-1 1 0 0,1 1 0 0 0,-1 0 0 0 0,1-1 0 0 0,-1 1-1 0 0,0 0 1 0 0,1 1 0 0 0,-1-1 0 0 0,0 0 0 0 0,0 1 0 0 0,0 0-1 0 0,1-1 1 0 0,-1 1 0 0 0,0 0 0 0 0,0 1 0 0 0,0-1-1 0 0,0 0 1 0 0,1 1 0 0 0,-1 0 0 0 0,-3 1 0 0 0,-21 15 2056 0 0,21-11-2050 0 0,0 1 0 0 0,1 0 1 0 0,0 0-1 0 0,0 0 1 0 0,1 1-1 0 0,0-1 1 0 0,0 1-1 0 0,1 0 0 0 0,0 0 1 0 0,1 1-1 0 0,-1-1 1 0 0,1 0-1 0 0,-1 13 0 0 0,0 9 4 0 0,1 0 0 0 0,2 45 0 0 0,2-28-69 0 0,3 1 1 0 0,18 82-1 0 0,-20-113 42 0 0,2-1 1 0 0,0 0-1 0 0,1-1 1 0 0,1 1-1 0 0,0-1 1 0 0,1-1-1 0 0,1 1 1 0 0,0-1-1 0 0,1-1 1 0 0,1 0-1 0 0,17 17 1 0 0,-22-24-21 0 0,1-1 0 0 0,0 0-1 0 0,1 0 1 0 0,-1 0 0 0 0,1-1 0 0 0,0-1 0 0 0,0 1 0 0 0,0-1 0 0 0,1-1-1 0 0,-1 1 1 0 0,1-2 0 0 0,-1 1 0 0 0,1-1 0 0 0,0 0 0 0 0,-1-1 0 0 0,1 0-1 0 0,0 0 1 0 0,0-1 0 0 0,-1 0 0 0 0,1-1 0 0 0,-1 1 0 0 0,14-6 0 0 0,-15 4 44 0 0,0 1 0 0 0,0-2 0 0 0,0 1 1 0 0,-1-1-1 0 0,1 0 0 0 0,-1 0 1 0 0,0-1-1 0 0,0 0 0 0 0,-1 0 0 0 0,1 0 1 0 0,-1-1-1 0 0,0 1 0 0 0,-1-1 1 0 0,1-1-1 0 0,-1 1 0 0 0,-1-1 0 0 0,1 1 1 0 0,-1-1-1 0 0,0 0 0 0 0,0 0 1 0 0,-1 0-1 0 0,0-1 0 0 0,0 1 1 0 0,-1-1-1 0 0,0 1 0 0 0,0-9 0 0 0,-1-1 107 0 0,0 0 0 0 0,-1 0 0 0 0,-1 1 0 0 0,-1-1 1 0 0,0 1-1 0 0,-2 0 0 0 0,1-1 0 0 0,-9-16 0 0 0,29 91 221 0 0,-9-44-328 0 0,1 0 1 0 0,0 0-1 0 0,0-1 0 0 0,1 0 0 0 0,1-1 1 0 0,0 0-1 0 0,1-1 0 0 0,1 0 0 0 0,-1 0 1 0 0,1-1-1 0 0,1-1 0 0 0,23 14 0 0 0,-28-19 42 0 0,-1 0 0 0 0,1-1 1 0 0,0 1-1 0 0,0-2 0 0 0,0 1 0 0 0,0-1 0 0 0,0 0 0 0 0,0-1 0 0 0,1 0 0 0 0,-1 0 0 0 0,1-1 0 0 0,-1 0 0 0 0,0 0 0 0 0,1-1 0 0 0,-1 0 0 0 0,1-1 1 0 0,-1 0-1 0 0,0 0 0 0 0,0-1 0 0 0,0 0 0 0 0,0 0 0 0 0,-1-1 0 0 0,1 0 0 0 0,-1 0 0 0 0,9-7 0 0 0,-8 4 41 0 0,0-1 0 0 0,-1 1 0 0 0,0-2 1 0 0,0 1-1 0 0,-1-1 0 0 0,0 0 0 0 0,-1 0 0 0 0,0-1 0 0 0,0 0 0 0 0,-1 0 0 0 0,0 0 0 0 0,-1 0 0 0 0,0-1 0 0 0,0 1 0 0 0,-1-1 1 0 0,-1 0-1 0 0,0 1 0 0 0,0-1 0 0 0,-1 0 0 0 0,0 0 0 0 0,-1 0 0 0 0,-3-11 0 0 0,2 10-146 0 0,0-1 0 0 0,-1 1 0 0 0,-1 1 0 0 0,0-1-1 0 0,0 1 1 0 0,-1-1 0 0 0,-1 1 0 0 0,-11-17 0 0 0,12 21-239 0 0,-1 0 0 0 0,1 0 0 0 0,-1 1 0 0 0,-1-1 0 0 0,1 2-1 0 0,-1-1 1 0 0,0 1 0 0 0,-1 0 0 0 0,1 0 0 0 0,-1 1 0 0 0,0 0 0 0 0,-13-5 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1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0 6913 0 0,'-4'13'9854'0'0,"5"-12"-9586"0"0,7 11 1078 0 0,22 54 2627 0 0,3 38-2974 0 0,-3-8-976 0 0,-30-96-34 0 0,0 0 0 0 0,0 0 0 0 0,0-1 0 0 0,0 1 1 0 0,0 0-1 0 0,0 0 0 0 0,0 0 0 0 0,0 0 1 0 0,0 0-1 0 0,1-1 0 0 0,-1 1 0 0 0,0 0 0 0 0,0 0 1 0 0,0 0-1 0 0,0 0 0 0 0,0 0 0 0 0,0 0 0 0 0,0 0 1 0 0,0-1-1 0 0,1 1 0 0 0,-1 0 0 0 0,0 0 0 0 0,0 0 1 0 0,0 0-1 0 0,0 0 0 0 0,0 0 0 0 0,0 0 0 0 0,1 0 1 0 0,-1 0-1 0 0,0 0 0 0 0,0 0 0 0 0,0 0 0 0 0,0 0 1 0 0,1 0-1 0 0,-1 0 0 0 0,0 0 0 0 0,0 0 1 0 0,0 0-1 0 0,0 0 0 0 0,0 0 0 0 0,1 0 0 0 0,-1 0 1 0 0,0 0-1 0 0,0 0 0 0 0,0 0 0 0 0,0 0 0 0 0,0 0 1 0 0,1 0-1 0 0,-1 0 0 0 0,0 0 0 0 0,0 1 0 0 0,0-1 1 0 0,0 0-1 0 0,0 0 0 0 0,0 0 0 0 0,0 0 0 0 0,0 0 1 0 0,1 0-1 0 0,-1 1 0 0 0,0-1 0 0 0,0 0 1 0 0,0 0-1 0 0,0 0 0 0 0,0 0 0 0 0,0 0 0 0 0,0 1 1 0 0,0-1-1 0 0,0 0 0 0 0,0 0 0 0 0,8-20-375 0 0,5-27 237 0 0,-11 38 140 0 0,18-67 326 0 0,-18 71-249 0 0,-1 0 1 0 0,1 1 0 0 0,0-1 0 0 0,1 1 0 0 0,-1 0-1 0 0,1 0 1 0 0,0 0 0 0 0,0 0 0 0 0,0 0 0 0 0,0 1-1 0 0,1-1 1 0 0,-1 1 0 0 0,6-4 0 0 0,-6 6-38 0 0,-1 0 0 0 0,1-1-1 0 0,0 1 1 0 0,0 1 0 0 0,0-1 0 0 0,0 0 0 0 0,-1 1 0 0 0,1-1 0 0 0,0 1 0 0 0,0 0 0 0 0,0 0 0 0 0,0 0 0 0 0,0 1 0 0 0,0-1 0 0 0,0 1 0 0 0,0-1 0 0 0,0 1 0 0 0,0 0-1 0 0,-1 0 1 0 0,1 0 0 0 0,0 1 0 0 0,-1-1 0 0 0,1 1 0 0 0,-1-1 0 0 0,1 1 0 0 0,-1 0 0 0 0,0 0 0 0 0,2 2 0 0 0,3 2 19 0 0,-1 0 1 0 0,0 1-1 0 0,0 0 0 0 0,-1 0 1 0 0,0 0-1 0 0,0 1 1 0 0,-1 0-1 0 0,4 8 1 0 0,9 34 522 0 0,17 70-1 0 0,-17-52-2531 0 0,3-1-4380 0 0,-13-47-1205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1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176 134 11747 0 0,'7'-63'2445'0'0,"-6"59"-2010"0"0,-1 0 0 0 0,-1-1 0 0 0,1 1 0 0 0,0 0-1 0 0,-1-1 1 0 0,0 1 0 0 0,0 0 0 0 0,0 0 0 0 0,-1-1 0 0 0,1 1 0 0 0,-1 0 0 0 0,-3-4 0 0 0,4 7-361 0 0,0 0 1 0 0,0 0-1 0 0,1 0 1 0 0,-1 0 0 0 0,-1 0-1 0 0,1 1 1 0 0,0-1-1 0 0,0 0 1 0 0,0 1 0 0 0,0-1-1 0 0,0 1 1 0 0,-1-1-1 0 0,1 1 1 0 0,0-1 0 0 0,0 1-1 0 0,-1 0 1 0 0,1 0-1 0 0,0-1 1 0 0,-1 1 0 0 0,1 0-1 0 0,0 0 1 0 0,0 0-1 0 0,-1 1 1 0 0,1-1 0 0 0,0 0-1 0 0,-1 0 1 0 0,1 1-1 0 0,0-1 1 0 0,0 1 0 0 0,-1-1-1 0 0,1 1 1 0 0,0 0-1 0 0,0-1 1 0 0,0 1 0 0 0,0 0-1 0 0,0 0 1 0 0,0-1-1 0 0,0 1 1 0 0,0 0 0 0 0,-1 1-1 0 0,-6 6 12 0 0,0-1 1 0 0,1 1-1 0 0,-10 14 0 0 0,15-19-27 0 0,-2 2-39 0 0,-46 67 143 0 0,47-66-183 0 0,0 0 0 0 0,0 0 0 0 0,0 1 0 0 0,0-1 0 0 0,1 1 0 0 0,0-1 0 0 0,0 1 0 0 0,1 0-1 0 0,0 0 1 0 0,0 10 0 0 0,1-16-2 0 0,-1 1 0 0 0,1-1-1 0 0,0 0 1 0 0,0 1 0 0 0,0-1-1 0 0,0 1 1 0 0,1-1 0 0 0,-1 1-1 0 0,0-1 1 0 0,0 0 0 0 0,1 1 0 0 0,-1-1-1 0 0,1 0 1 0 0,0 1 0 0 0,-1-1-1 0 0,1 0 1 0 0,0 0 0 0 0,-1 1-1 0 0,1-1 1 0 0,0 0 0 0 0,0 0-1 0 0,0 0 1 0 0,0 0 0 0 0,0 0-1 0 0,1 0 1 0 0,-1 0 0 0 0,0-1-1 0 0,0 1 1 0 0,0 0 0 0 0,1-1 0 0 0,-1 1-1 0 0,0-1 1 0 0,1 1 0 0 0,-1-1-1 0 0,1 1 1 0 0,-1-1 0 0 0,0 0-1 0 0,1 0 1 0 0,-1 0 0 0 0,1 0-1 0 0,-1 0 1 0 0,3 0 0 0 0,0-1-159 0 0,1 0 0 0 0,-1-1 1 0 0,0 1-1 0 0,0-1 0 0 0,1 0 1 0 0,-1 0-1 0 0,0 0 0 0 0,-1-1 0 0 0,1 0 1 0 0,0 1-1 0 0,-1-1 0 0 0,5-4 1 0 0,0-4-3 0 0,1 0 1 0 0,-1-1 0 0 0,-1 0 0 0 0,0 0-1 0 0,-1 0 1 0 0,0-1 0 0 0,5-18 0 0 0,14-29 2420 0 0,-25 59-2179 0 0,0 1 1 0 0,1-1 0 0 0,-1 1-1 0 0,0-1 1 0 0,1 1 0 0 0,-1-1-1 0 0,0 1 1 0 0,1-1 0 0 0,-1 1-1 0 0,0 0 1 0 0,1-1 0 0 0,-1 1-1 0 0,1-1 1 0 0,-1 1 0 0 0,0 0-1 0 0,1 0 1 0 0,-1-1 0 0 0,1 1-1 0 0,-1 0 1 0 0,1 0 0 0 0,0 0-1 0 0,-1-1 1 0 0,1 1 0 0 0,-1 0-1 0 0,1 0 1 0 0,-1 0-1 0 0,1 0 1 0 0,-1 0 0 0 0,1 0-1 0 0,-1 0 1 0 0,2 0 0 0 0,17 12 642 0 0,10 24-289 0 0,-21-24-326 0 0,34 43 155 0 0,-38-51-325 0 0,0 0 0 0 0,0 0 0 0 0,0-1 0 0 0,0 0 0 0 0,1 0 0 0 0,0 0-1 0 0,0 0 1 0 0,-1-1 0 0 0,1 1 0 0 0,9 1 0 0 0,5 1-573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3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18 9674 0 0,'-10'-16'7304'0'0,"8"15"-6939"0"0,2 1-206 0 0,-1 0 0 0 0,1 1 0 0 0,-1-1 0 0 0,1 0 0 0 0,-1 0 0 0 0,1 1 0 0 0,-1-1 0 0 0,1 0 1 0 0,-1 1-1 0 0,1-1 0 0 0,-1 0 0 0 0,1 1 0 0 0,0-1 0 0 0,-1 1 0 0 0,1-1 0 0 0,0 1 0 0 0,-1-1 0 0 0,1 1 0 0 0,0-1 0 0 0,0 1 0 0 0,-1-1 0 0 0,1 1 0 0 0,0 0 0 0 0,-11 42 1609 0 0,10-19-1469 0 0,0 1 0 0 0,2-1 0 0 0,0 1 0 0 0,9 37 1 0 0,29 97 527 0 0,-28-117-609 0 0,1 3-186 0 0,31 100 892 0 0,-36-125-1432 0 0,1 0-1 0 0,2 0 1 0 0,0-1-1 0 0,25 35 0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62 168 8754 0 0,'-22'-5'585'0'0,"-2"0"-21"0"0,9 3 2729 0 0,38-2 5199 0 0,15-9-7376 0 0,-19 6-415 0 0,131-59 224 0 0,-48 18-1405 0 0,-57 30 127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21661 0 0,'8'17'2145'0'0,"10"9"-3210"0"0,2 3-335 0 0,-15-20 1528 0 0,0 0 0 0 0,-1 1 0 0 0,0 0 0 0 0,-1 0 0 0 0,0 0 0 0 0,-1 0 0 0 0,2 15 0 0 0,-4-16-906 0 0,0-1 0 0 0,0 1 1 0 0,0-1-1 0 0,-1 1 0 0 0,-4 14 0 0 0,0 0-5632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0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23 19812 0 0,'-4'-9'880'0'0,"1"3"177"0"0,2 1-841 0 0,1 2-88 0 0,1 6-128 0 0,-1 2 0 0 0,-1 4-136 0 0,2 3 16 0 0,-1 1 8 0 0,1 4-1665 0 0,5 1-335 0 0,5 2-65 0 0,1-3-7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8 5529 0 0,'-3'-8'5467'0'0,"-3"24"-3579"0"0,-2-2-493 0 0,4-8-928 0 0,0-1 0 0 0,1 1-1 0 0,-1 0 1 0 0,2 0 0 0 0,-1 0 0 0 0,1 0-1 0 0,0 1 1 0 0,0-1 0 0 0,0 1 0 0 0,1-1-1 0 0,-1 8 1 0 0,3-12-406 0 0,-1-1 0 0 0,0 0 0 0 0,1 1 0 0 0,-1-1 1 0 0,1 0-1 0 0,-1 0 0 0 0,1 1 0 0 0,0-1 0 0 0,0 0 0 0 0,-1 0 0 0 0,1 0 0 0 0,0 0 0 0 0,0 0 0 0 0,0 0 0 0 0,0 0 0 0 0,0 0 0 0 0,0 0 0 0 0,0-1 0 0 0,0 1 0 0 0,1 0 1 0 0,-1 0-1 0 0,0-1 0 0 0,2 1 0 0 0,37 11 569 0 0,-13-5-407 0 0,-23-5-213 0 0,0 0 0 0 0,0 0-1 0 0,1 1 1 0 0,-1-1 0 0 0,-1 1-1 0 0,1 0 1 0 0,0 0-1 0 0,-1 0 1 0 0,1 0 0 0 0,-1 1-1 0 0,0 0 1 0 0,0-1-1 0 0,-1 1 1 0 0,1 0 0 0 0,-1 0-1 0 0,0 0 1 0 0,0 1 0 0 0,0-1-1 0 0,2 9 1 0 0,-2-5-35 0 0,-2-1 0 0 0,1 1 1 0 0,-1-1-1 0 0,0 1 0 0 0,0-1 1 0 0,-1 1-1 0 0,0-1 0 0 0,-1 0 0 0 0,1 1 1 0 0,-1-1-1 0 0,-6 14 0 0 0,3-8 14 0 0,-1-1-1 0 0,0 1 1 0 0,-13 16-1 0 0,18-26 5 0 0,-1-1 1 0 0,1 1-1 0 0,-1-1 0 0 0,0 0 1 0 0,0 0-1 0 0,0 0 0 0 0,0 0 1 0 0,-1 0-1 0 0,1 0 0 0 0,0 0 0 0 0,-1-1 1 0 0,1 1-1 0 0,-1-1 0 0 0,0 0 1 0 0,1 0-1 0 0,-1 0 0 0 0,0 0 1 0 0,0 0-1 0 0,0 0 0 0 0,0-1 1 0 0,0 0-1 0 0,0 1 0 0 0,-4-1 1 0 0,-7-4-94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8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17508 0 0,'1'5'510'0'0,"1"0"0"0"0,-1-1 0 0 0,1 1 0 0 0,0 0 0 0 0,1-1 1 0 0,4 9-1 0 0,1 0-84 0 0,14 33 343 0 0,-2 1 1 0 0,22 82 0 0 0,12 104-179 0 0,-23-92-515 0 0,-29-133-231 0 0,8 50-205 0 0,-9-54 151 0 0,-1-1 1 0 0,0 1-1 0 0,0 0 1 0 0,-1-1-1 0 0,1 1 1 0 0,-1 0-1 0 0,0-1 0 0 0,1 1 1 0 0,-2-1-1 0 0,1 1 1 0 0,0-1-1 0 0,-1 1 0 0 0,-2 3 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4.1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22 191 1376 0 0,'-7'-14'942'0'0,"4"9"-1145"0"0,1-1-1 0 0,-1 1 1 0 0,1 0 0 0 0,1-1 0 0 0,-3-8 0 0 0,10-12 11543 0 0,0 17-10262 0 0,0 1 0 0 0,0 0 0 0 0,1 0 0 0 0,1 1 0 0 0,-1-1 0 0 0,15-10 0 0 0,-13 13-661 0 0,0-1 1 0 0,-1 1-1 0 0,2 0 0 0 0,-1 1 1 0 0,0 0-1 0 0,20-4 1 0 0,-22 6-367 0 0,0 0 1 0 0,1 1-1 0 0,-1 1 1 0 0,0-1 0 0 0,1 1-1 0 0,-1 0 1 0 0,1 1-1 0 0,-1 0 1 0 0,0 0 0 0 0,1 0-1 0 0,-1 1 1 0 0,0 0-1 0 0,0 0 1 0 0,0 1-1 0 0,0 0 1 0 0,0 1 0 0 0,-1-1-1 0 0,0 1 1 0 0,1 0-1 0 0,-1 1 1 0 0,-1-1 0 0 0,10 10-1 0 0,-12-11-66 0 0,-1 0 0 0 0,0 1 0 0 0,0-1-1 0 0,0 0 1 0 0,0 1 0 0 0,0 0 0 0 0,-1-1-1 0 0,1 1 1 0 0,-1 0 0 0 0,0 0 0 0 0,0-1 0 0 0,-1 1-1 0 0,1 0 1 0 0,-1 0 0 0 0,0 0 0 0 0,0 0 0 0 0,0 0-1 0 0,0 0 1 0 0,-1 0 0 0 0,0 0 0 0 0,1 0-1 0 0,-2 0 1 0 0,1-1 0 0 0,0 1 0 0 0,-1 0 0 0 0,1-1-1 0 0,-5 8 1 0 0,-5 8-187 0 0,-1-1-1 0 0,-1 0 1 0 0,-27 29-1 0 0,32-37 147 0 0,-56 57-503 0 0,40-44 584 0 0,2 1-1 0 0,0 1 1 0 0,2 1-1 0 0,-19 31 1 0 0,38-56-7 0 0,0-1 1 0 0,1 1-1 0 0,-1 0 1 0 0,1 0-1 0 0,-1 0 1 0 0,0 0-1 0 0,1 0 0 0 0,0 0 1 0 0,-1 0-1 0 0,1 0 1 0 0,-1 0-1 0 0,1 0 1 0 0,0 0-1 0 0,0 0 1 0 0,0 0-1 0 0,0 0 1 0 0,0 0-1 0 0,0 0 1 0 0,0 0-1 0 0,0 0 0 0 0,0 1 1 0 0,0-1-1 0 0,0 0 1 0 0,1 0-1 0 0,-1 0 1 0 0,0 0-1 0 0,1 0 1 0 0,-1 0-1 0 0,1 0 1 0 0,-1 0-1 0 0,1 0 1 0 0,0-1-1 0 0,-1 1 0 0 0,1 0 1 0 0,0 0-1 0 0,-1 0 1 0 0,1-1-1 0 0,0 1 1 0 0,1 0-1 0 0,3 1 39 0 0,0 0 0 0 0,0 0-1 0 0,0-1 1 0 0,0 0 0 0 0,0 0 0 0 0,0-1-1 0 0,6 1 1 0 0,32 1-594 0 0,-1-2 0 0 0,73-10 0 0 0,-84 6-7342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4.6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 11979 0 0,'-18'8'13182'0'0,"24"4"-14962"0"0,18 36 2617 0 0,3 6-1062 0 0,22 59 0 0 0,-3 55 760 0 0,-30-95-3291 0 0,-4-16-3238 0 0,-9-40 3380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1 328 8754 0 0,'10'-5'217'0'0,"1"-1"0"0"0,1 1-1 0 0,-1 1 1 0 0,20-5 0 0 0,6-3 826 0 0,42-19 1648 0 0,82-45 1 0 0,-122 54-3263 0 0,-2-1-1 0 0,0-2 1 0 0,64-57 0 0 0,-82 55 5312 0 0,-28 39-2475 0 0,5-5-2148 0 0,0 1 0 0 0,1-1 0 0 0,0 1 0 0 0,0 0 1 0 0,1 0-1 0 0,0 0 0 0 0,0 0 0 0 0,1 0 0 0 0,0 0 0 0 0,1 0 1 0 0,-1 1-1 0 0,2-1 0 0 0,-1 0 0 0 0,1 0 0 0 0,0 1 0 0 0,4 13 1 0 0,2 1-41 0 0,1 0 1 0 0,1-1 0 0 0,1 0 0 0 0,19 33 0 0 0,-28-54-75 0 0,0 1 0 0 0,0 0 0 0 0,0-1 0 0 0,0 1 0 0 0,0-1 0 0 0,0 1 0 0 0,1-1 0 0 0,-1 1-1 0 0,0-1 1 0 0,1 0 0 0 0,-1 0 0 0 0,1 0 0 0 0,-1 0 0 0 0,1 0 0 0 0,0 0 0 0 0,-1 0 0 0 0,1 0 0 0 0,2 0 0 0 0,-3-1-36 0 0,1 0 0 0 0,-1 0 1 0 0,0 0-1 0 0,1 0 0 0 0,-1 0 1 0 0,0-1-1 0 0,1 1 0 0 0,-1 0 1 0 0,0-1-1 0 0,1 0 0 0 0,-1 1 0 0 0,0-1 1 0 0,0 1-1 0 0,0-1 0 0 0,0 0 1 0 0,0 0-1 0 0,0 0 0 0 0,0 0 0 0 0,2-1 1 0 0,4-8-287 0 0,0 1 0 0 0,-1-1 0 0 0,0 0 0 0 0,9-20 1 0 0,-5 9 186 0 0,4-6 204 0 0,-9 15 186 0 0,0 1 0 0 0,1 0 0 0 0,1 0 0 0 0,-1 1 0 0 0,2 0 0 0 0,0 0 0 0 0,0 0 0 0 0,12-10 0 0 0,-19 20-220 0 0,0-1 0 0 0,0 1-1 0 0,0-1 1 0 0,0 1 0 0 0,0 0-1 0 0,0-1 1 0 0,1 1 0 0 0,-1 0-1 0 0,0 0 1 0 0,0 0 0 0 0,0 0-1 0 0,1 0 1 0 0,-1 0 0 0 0,0 0-1 0 0,0 0 1 0 0,0 0 0 0 0,1 0 0 0 0,-1 1-1 0 0,0-1 1 0 0,0 1 0 0 0,0-1-1 0 0,0 1 1 0 0,0-1 0 0 0,0 1-1 0 0,0 0 1 0 0,0-1 0 0 0,0 1-1 0 0,0 0 1 0 0,0 0 0 0 0,0-1-1 0 0,0 1 1 0 0,-1 0 0 0 0,1 0-1 0 0,0 1 1 0 0,28 40 735 0 0,-25-35-939 0 0,10 18-55 0 0,-7-11-136 0 0,1-1 0 0 0,0 1 1 0 0,1-2-1 0 0,0 1 0 0 0,1-1 1 0 0,0-1-1 0 0,22 19 0 0 0,-12-17-418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4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48 294 11058 0 0,'31'-15'2590'0'0,"-17"9"-1296"0"0,0 0 1 0 0,-1-1 0 0 0,0-1 0 0 0,20-15 0 0 0,-30 20-1140 0 0,1 0-1 0 0,-1-1 1 0 0,1 0 0 0 0,-1 0-1 0 0,-1 0 1 0 0,1 0 0 0 0,0 0-1 0 0,-1 0 1 0 0,0-1 0 0 0,0 1-1 0 0,0-1 1 0 0,-1 0 0 0 0,1 1 0 0 0,-1-1-1 0 0,0 0 1 0 0,-1 0 0 0 0,1 0-1 0 0,-1-7 1 0 0,0 1-104 0 0,-1 1 1 0 0,0-1-1 0 0,-1 1 0 0 0,0-1 1 0 0,0 1-1 0 0,-1 0 1 0 0,-1 0-1 0 0,-6-15 0 0 0,9 23-43 0 0,-1-1 0 0 0,1 1 0 0 0,0 0 0 0 0,-1 0 0 0 0,0 0 0 0 0,1 0-1 0 0,-1 0 1 0 0,0 0 0 0 0,0 0 0 0 0,0 1 0 0 0,0-1 0 0 0,0 1 0 0 0,-1-1 0 0 0,1 1-1 0 0,0 0 1 0 0,-4-1 0 0 0,4 1 3 0 0,-1 1 0 0 0,0 0 0 0 0,1 0 0 0 0,-1 0-1 0 0,0 0 1 0 0,1 1 0 0 0,-1-1 0 0 0,1 1 0 0 0,-1-1 0 0 0,0 1 0 0 0,1 0 0 0 0,-1 0-1 0 0,1 0 1 0 0,0 0 0 0 0,-1 0 0 0 0,1 1 0 0 0,0-1 0 0 0,0 1 0 0 0,-3 2-1 0 0,-3 3 5 0 0,0 0 0 0 0,0 0-1 0 0,1 0 1 0 0,0 1 0 0 0,0 0-1 0 0,1 1 1 0 0,0 0-1 0 0,1-1 1 0 0,0 2 0 0 0,0-1-1 0 0,1 0 1 0 0,0 1 0 0 0,-4 16-1 0 0,6-18-18 0 0,1-1 0 0 0,0 1 1 0 0,1 0-1 0 0,-1-1 0 0 0,1 1 0 0 0,1 0 0 0 0,0 0 0 0 0,0-1 0 0 0,0 1 0 0 0,1 0 0 0 0,0-1 0 0 0,0 0 1 0 0,1 1-1 0 0,0-1 0 0 0,1 0 0 0 0,-1 0 0 0 0,1-1 0 0 0,9 13 0 0 0,-4-8 5 0 0,1 0 0 0 0,-1-1 0 0 0,2 0 0 0 0,0 0 0 0 0,0-1 0 0 0,0-1 0 0 0,1 0 0 0 0,1 0 0 0 0,-1-1 0 0 0,1-1 0 0 0,0 0-1 0 0,1 0 1 0 0,-1-2 0 0 0,1 0 0 0 0,0 0 0 0 0,0-1 0 0 0,0-1 0 0 0,1 0 0 0 0,-1-1 0 0 0,0-1 0 0 0,1 0 0 0 0,-1-1 0 0 0,23-4 0 0 0,-1-2-416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26 347 9674 0 0,'-1'0'309'0'0,"0"0"0"0"0,0 0 0 0 0,0 0 0 0 0,0 0 0 0 0,0 0 0 0 0,0 0 0 0 0,0 0 0 0 0,0 0 0 0 0,0 0 0 0 0,0 0 0 0 0,0 0-1 0 0,0 1 1 0 0,0-1 0 0 0,0 0 0 0 0,0 1 0 0 0,0-1 0 0 0,0 1 0 0 0,0-1 0 0 0,1 1 0 0 0,-3 0 0 0 0,3 0-219 0 0,0-1 1 0 0,-1 0-1 0 0,1 1 0 0 0,0-1 0 0 0,-1 1 1 0 0,1-1-1 0 0,0 0 0 0 0,0 1 0 0 0,-1-1 1 0 0,1 1-1 0 0,0-1 0 0 0,0 0 0 0 0,0 1 1 0 0,0-1-1 0 0,-1 1 0 0 0,1-1 0 0 0,0 1 1 0 0,0-1-1 0 0,0 1 0 0 0,0-1 1 0 0,0 1-1 0 0,0-1 0 0 0,0 1 0 0 0,0-1 1 0 0,0 1-1 0 0,1-1 0 0 0,-1 0 0 0 0,0 1 1 0 0,0-1-1 0 0,0 1 0 0 0,0-1 0 0 0,1 1 1 0 0,-1-1-1 0 0,0 0 0 0 0,0 1 0 0 0,1-1 1 0 0,-1 1-1 0 0,0-1 0 0 0,1 0 0 0 0,-1 1 1 0 0,1-1-1 0 0,-1 0 0 0 0,0 0 1 0 0,1 1-1 0 0,-1-1 0 0 0,1 0 0 0 0,-1 0 1 0 0,0 0-1 0 0,1 1 0 0 0,-1-1 0 0 0,1 0 1 0 0,0 0-1 0 0,26 15 1425 0 0,51 30 605 0 0,-78-45-2094 0 0,1 1 0 0 0,0-1 0 0 0,-1 1 1 0 0,1-1-1 0 0,0 1 0 0 0,0-1 0 0 0,0 0 0 0 0,-1 1 0 0 0,1-1 0 0 0,0 0 0 0 0,0 0 0 0 0,0 0 0 0 0,0 0 0 0 0,-1 1 0 0 0,1-1 1 0 0,0 0-1 0 0,0 0 0 0 0,0-1 0 0 0,0 1 0 0 0,0 0 0 0 0,-1 0 0 0 0,1 0 0 0 0,0-1 0 0 0,0 1 0 0 0,0 0 0 0 0,1-1 0 0 0,0-1 39 0 0,0 0 0 0 0,0 1 0 0 0,0-1-1 0 0,-1 0 1 0 0,1 0 0 0 0,-1 0 0 0 0,1 0-1 0 0,-1 0 1 0 0,2-3 0 0 0,3-6 217 0 0,-2-1 1 0 0,7-21-1 0 0,-10 31-256 0 0,24-111 426 0 0,-21 86-1005 0 0,1 1 1 0 0,1 0-1 0 0,1 1 0 0 0,2-1 0 0 0,0 1 1 0 0,19-34-1 0 0,-11 32-7929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 17508 0 0,'4'1'260'0'0,"1"-1"0"0"0,0 1 1 0 0,0-1-1 0 0,-1 0 0 0 0,1-1 1 0 0,0 1-1 0 0,0-1 0 0 0,-1 0 0 0 0,1 0 1 0 0,-1-1-1 0 0,1 1 0 0 0,6-4 1 0 0,4 0-173 0 0,6-3-23 0 0,-17 6-380 0 0,0 0 1 0 0,0 0 0 0 0,1 1-1 0 0,-1-1 1 0 0,1 1 0 0 0,-1 0-1 0 0,1 0 1 0 0,0 0 0 0 0,-1 1-1 0 0,1-1 1 0 0,0 1 0 0 0,5 1-1 0 0,-5 8 225 0 0,-5-4 90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47 5529 0 0,'11'19'6578'0'0,"-4"-19"-4410"0"0,4 0-664 0 0,4 0-127 0 0,3-3-25 0 0,0-1-8 0 0,-1-1-1344 0 0,1-3-224 0 0,0-2-72 0 0,0-1-16 0 0,-1 0 224 0 0,-2-2 88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 7834 0 0,'7'-4'1009'0'0,"-1"1"-1"0"0,1 0 1 0 0,0 0 0 0 0,0 1 0 0 0,0 0 0 0 0,0 0 0 0 0,1 1 0 0 0,-1 0-1 0 0,9-1 1 0 0,-10 2-569 0 0,0-1-1 0 0,1 1 1 0 0,-1 1 0 0 0,0-1-1 0 0,1 1 1 0 0,-1 0 0 0 0,0 1-1 0 0,0-1 1 0 0,0 1 0 0 0,12 5-1 0 0,-10-2-275 0 0,-1 0-1 0 0,0 1 0 0 0,0-1 1 0 0,0 2-1 0 0,0-1 1 0 0,-1 1-1 0 0,0 0 1 0 0,-1 0-1 0 0,1 0 0 0 0,-1 1 1 0 0,-1 0-1 0 0,1 0 1 0 0,-2 0-1 0 0,1 0 1 0 0,2 11-1 0 0,2 10 110 0 0,-1 2-1 0 0,-2-1 1 0 0,1 38-1 0 0,-5-44-526 0 0,2 1 0 0 0,0-1 0 0 0,2 0 0 0 0,0 0 0 0 0,14 36 0 0 0,7-13-2470 0 0,-12-23-5336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7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17052 0 0,'3'7'4313'0'0,"-1"-7"-3433"0"0,2-3-592 0 0,3-1-112 0 0,4-3-24 0 0,-3-8-8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59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258 46 10138 0 0,'0'-2'180'0'0,"-1"-1"1"0"0,1 1-1 0 0,-1 0 0 0 0,1 0 0 0 0,-1 0 1 0 0,0 0-1 0 0,1 0 0 0 0,-1-1 0 0 0,0 1 1 0 0,0 1-1 0 0,-1-1 0 0 0,1 0 0 0 0,0 0 1 0 0,-1 0-1 0 0,1 1 0 0 0,-1-1 0 0 0,1 0 0 0 0,-1 1 1 0 0,0 0-1 0 0,0-1 0 0 0,0 1 0 0 0,-2-1 1 0 0,1 1-28 0 0,1 1 0 0 0,-1-1 0 0 0,0 1 0 0 0,1 0 0 0 0,-1 0 0 0 0,0 0 0 0 0,1 0 0 0 0,-1 0 1 0 0,0 1-1 0 0,1-1 0 0 0,-1 1 0 0 0,0 0 0 0 0,1 0 0 0 0,-1 0 0 0 0,-3 2 0 0 0,-6 4 130 0 0,0 0 1 0 0,1 0-1 0 0,0 2 0 0 0,1-1 0 0 0,-1 1 1 0 0,-8 11-1 0 0,5-5-34 0 0,1 1 1 0 0,0-1-1 0 0,1 2 1 0 0,1 0-1 0 0,-9 18 0 0 0,18-31-203 0 0,0 0 0 0 0,0 0 1 0 0,0 1-1 0 0,1-1 0 0 0,0 0 0 0 0,-1 0 0 0 0,2 1 0 0 0,-1-1 0 0 0,0 1 0 0 0,1-1 0 0 0,0 1 0 0 0,0-1 0 0 0,1 1 0 0 0,-1-1 0 0 0,1 1 1 0 0,0-1-1 0 0,0 0 0 0 0,0 1 0 0 0,0-1 0 0 0,1 0 0 0 0,0 0 0 0 0,0 0 0 0 0,0 0 0 0 0,0 0 0 0 0,1 0 0 0 0,-1-1 0 0 0,1 1 1 0 0,6 5-1 0 0,3 2-172 0 0,1-1 1 0 0,0 0 0 0 0,1-1-1 0 0,0 0 1 0 0,20 9 0 0 0,78 26-1231 0 0,0-1 747 0 0,-111-42 654 0 0,0-1-1 0 0,0 0 0 0 0,0 1 1 0 0,0-1-1 0 0,0 1 1 0 0,0-1-1 0 0,0 1 1 0 0,0 0-1 0 0,0-1 1 0 0,0 1-1 0 0,0 0 1 0 0,0 0-1 0 0,-1-1 1 0 0,1 1-1 0 0,0 0 1 0 0,0 0-1 0 0,-1 0 1 0 0,1 0-1 0 0,-1 0 1 0 0,1 0-1 0 0,-1 0 1 0 0,1 0-1 0 0,-1 0 1 0 0,0 1-1 0 0,1-1 0 0 0,-1 0 1 0 0,0 0-1 0 0,0 0 1 0 0,0 0-1 0 0,0 0 1 0 0,0 1-1 0 0,0-1 1 0 0,0 0-1 0 0,0 0 1 0 0,-1 0-1 0 0,1 0 1 0 0,0 0-1 0 0,-1 0 1 0 0,1 0-1 0 0,-1 1 1 0 0,1-1-1 0 0,-1 0 1 0 0,1-1-1 0 0,-1 1 1 0 0,0 0-1 0 0,1 0 1 0 0,-1 0-1 0 0,0 0 1 0 0,0 0-1 0 0,0-1 0 0 0,-2 2 1 0 0,-6 8 235 0 0,-2-2 0 0 0,0 1 0 0 0,-19 10 0 0 0,15-9-190 0 0,-45 31 115 0 0,6-4-949 0 0,-57 50-1 0 0,88-62-2266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59.9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38 15667 0 0,'0'0'10'0'0,"28"-31"2523"0"0,-28 31-2463 0 0,1-1 1 0 0,-1 1 0 0 0,1-1-1 0 0,-1 1 1 0 0,1-1 0 0 0,-1 1 0 0 0,1-1-1 0 0,0 1 1 0 0,-1 0 0 0 0,1-1-1 0 0,-1 1 1 0 0,1 0 0 0 0,0 0 0 0 0,-1-1-1 0 0,1 1 1 0 0,0 0 0 0 0,0 0 0 0 0,-1 0-1 0 0,1 0 1 0 0,0 0 0 0 0,-1 0-1 0 0,1 0 1 0 0,0 0 0 0 0,0 0 0 0 0,-1 0-1 0 0,1 1 1 0 0,0-1 0 0 0,-1 0 0 0 0,1 0-1 0 0,0 1 1 0 0,-1-1 0 0 0,1 0-1 0 0,-1 1 1 0 0,1-1 0 0 0,0 0 0 0 0,-1 1-1 0 0,1-1 1 0 0,-1 1 0 0 0,1-1 0 0 0,-1 1-1 0 0,1-1 1 0 0,-1 1 0 0 0,0 0-1 0 0,1-1 1 0 0,-1 1 0 0 0,0 0 0 0 0,1-1-1 0 0,-1 1 1 0 0,0 0 0 0 0,0-1 0 0 0,0 1-1 0 0,1 0 1 0 0,-1 0 0 0 0,9 36 856 0 0,9 73 1 0 0,-4-17-532 0 0,16 147 524 0 0,-18-124-727 0 0,-11-107-272 0 0,-1-4-20 0 0,0 1 1 0 0,1-1-1 0 0,0 1 1 0 0,0 0-1 0 0,0-1 1 0 0,1 1-1 0 0,-1-1 1 0 0,1 0-1 0 0,0 0 1 0 0,1 0-1 0 0,0 0 1 0 0,5 9-1 0 0,-2-11-1971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1 169 16588 0 0,'0'-2'110'0'0,"0"1"1"0"0,1-1 0 0 0,-1 1 0 0 0,0-1-1 0 0,1 1 1 0 0,0-1 0 0 0,-1 1 0 0 0,1 0-1 0 0,0-1 1 0 0,0 1 0 0 0,0 0 0 0 0,0 0 0 0 0,0-1-1 0 0,0 1 1 0 0,0 0 0 0 0,0 0 0 0 0,0 0-1 0 0,0 0 1 0 0,2-1 0 0 0,30-17 401 0 0,-22 14-141 0 0,31-17 400 0 0,1 1 0 0 0,63-20 1 0 0,-79 33-1144 0 0,0 1 1 0 0,0 0-1 0 0,1 3 1 0 0,0 0-1 0 0,42 0 1 0 0,-55 5 110 0 0,0 1 0 0 0,1 0 1 0 0,28 8-1 0 0,-17-1 201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0 314 10138 0 0,'16'-17'3898'0'0,"4"-8"-1326"0"0,-1 0 0 0 0,25-45 1 0 0,-38 60-2497 0 0,-1 1 0 0 0,0-1 1 0 0,-1-1-1 0 0,-1 1 0 0 0,1-1 1 0 0,-2 1-1 0 0,1-1 0 0 0,-1 0 1 0 0,-1 0-1 0 0,0 0 0 0 0,-1-13 1 0 0,0 22-77 0 0,0 0 1 0 0,0 0-1 0 0,0 0 1 0 0,-1 0-1 0 0,1 0 1 0 0,-1 0-1 0 0,0 0 1 0 0,1 1 0 0 0,-1-1-1 0 0,0 0 1 0 0,0 1-1 0 0,0-1 1 0 0,0 0-1 0 0,0 1 1 0 0,-3-3-1 0 0,3 3-1 0 0,0 0 0 0 0,0 0 0 0 0,0 1 0 0 0,0-1 0 0 0,0 1 0 0 0,-1-1-1 0 0,1 1 1 0 0,0 0 0 0 0,0-1 0 0 0,0 1 0 0 0,-1 0 0 0 0,1 0 0 0 0,0 0 0 0 0,-1 0 0 0 0,1 0 0 0 0,0 0 0 0 0,0 0-1 0 0,-2 0 1 0 0,-1 2-3 0 0,0-1 0 0 0,0 0 0 0 0,1 1-1 0 0,-1 0 1 0 0,1-1 0 0 0,-1 1 0 0 0,1 1-1 0 0,0-1 1 0 0,-1 0 0 0 0,1 1 0 0 0,1 0-1 0 0,-1 0 1 0 0,-4 5 0 0 0,3-2 12 0 0,0 0 1 0 0,0 0-1 0 0,0 0 1 0 0,1 0-1 0 0,0 1 1 0 0,1-1-1 0 0,-1 1 1 0 0,1 0-1 0 0,0 0 1 0 0,1 0-1 0 0,0 0 1 0 0,-1 8-1 0 0,2-11 9 0 0,0 0-1 0 0,1 0 1 0 0,-1-1-1 0 0,1 1 0 0 0,0 0 1 0 0,0 0-1 0 0,0 0 1 0 0,1 0-1 0 0,-1-1 0 0 0,1 1 1 0 0,0 0-1 0 0,0-1 1 0 0,0 0-1 0 0,0 1 0 0 0,1-1 1 0 0,-1 0-1 0 0,1 0 1 0 0,0-1-1 0 0,0 1 0 0 0,0 0 1 0 0,0-1-1 0 0,1 0 1 0 0,3 3-1 0 0,4 1-177 0 0,0-1 0 0 0,1 0 0 0 0,0 0 1 0 0,0-1-1 0 0,0-1 0 0 0,1 0 0 0 0,-1-1 0 0 0,1 0 0 0 0,-1-1 1 0 0,1 0-1 0 0,0-1 0 0 0,-1 0 0 0 0,1-1 0 0 0,24-5 0 0 0,-29 5 60 0 0,0-1-1 0 0,0-1 1 0 0,0 1-1 0 0,-1-1 1 0 0,1-1-1 0 0,-1 1 1 0 0,1-1-1 0 0,-1 0 1 0 0,0-1-1 0 0,-1 0 1 0 0,1 0-1 0 0,-1-1 1 0 0,0 1-1 0 0,0-1 1 0 0,-1 0-1 0 0,0-1 1 0 0,0 1-1 0 0,0-1 1 0 0,-1 0-1 0 0,0-1 0 0 0,0 1 1 0 0,-1-1-1 0 0,5-12 1 0 0,5-25 3184 0 0,-3 93 115 0 0,26 230-1136 0 0,-23-137-3398 0 0,-12-122-1273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12 273 4921 0 0,'-3'-31'-158'0'0,"-5"-82"2674"0"0,8 103-1578 0 0,0-1 1 0 0,1 1-1 0 0,0 0 1 0 0,1-1-1 0 0,0 1 0 0 0,0 0 1 0 0,1 0-1 0 0,6-12 1 0 0,-9 20-717 0 0,1 1 1 0 0,0-1-1 0 0,0 1 1 0 0,0-1-1 0 0,0 1 1 0 0,0 0-1 0 0,1-1 1 0 0,-1 1-1 0 0,0 0 1 0 0,1 0-1 0 0,-1 0 1 0 0,1 0-1 0 0,-1 0 1 0 0,1 0-1 0 0,-1 0 1 0 0,1 0-1 0 0,0 1 1 0 0,-1-1-1 0 0,4 0 1 0 0,-1 0-1 0 0,0 1 0 0 0,0 0 0 0 0,0 0 0 0 0,0 0 0 0 0,-1 1 0 0 0,1-1 0 0 0,0 1 0 0 0,7 2 0 0 0,4 2 86 0 0,0 2 0 0 0,0 0 1 0 0,19 12-1 0 0,-30-17-181 0 0,-1 0-78 0 0,0-1 0 0 0,0 1 0 0 0,0 0 0 0 0,-1 0 0 0 0,1 0 0 0 0,0 1-1 0 0,-1-1 1 0 0,0 1 0 0 0,1-1 0 0 0,-1 1 0 0 0,0 0 0 0 0,0 0 0 0 0,-1-1 0 0 0,1 2 0 0 0,0-1 0 0 0,-1 0 0 0 0,0 0-1 0 0,0 0 1 0 0,0 1 0 0 0,0-1 0 0 0,0 0 0 0 0,-1 5 0 0 0,0-4-19 0 0,0 0 0 0 0,-1-1 1 0 0,0 1-1 0 0,0 0 0 0 0,0 0 0 0 0,0 0 0 0 0,-1-1 0 0 0,0 1 1 0 0,1-1-1 0 0,-1 1 0 0 0,-1-1 0 0 0,1 0 0 0 0,0 1 0 0 0,-1-1 1 0 0,1-1-1 0 0,-1 1 0 0 0,0 0 0 0 0,0 0 0 0 0,-5 2 0 0 0,2-1-85 0 0,0 0-1 0 0,0 0 0 0 0,-1 0 0 0 0,0-1 0 0 0,1 0 1 0 0,-11 3-1 0 0,-9-2-6790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2.2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33 8290 0 0,'-6'-17'623'0'0,"6"16"-371"0"0,0 0 1 0 0,-1 1-1 0 0,1-1 1 0 0,0 0 0 0 0,0 0-1 0 0,0 1 1 0 0,0-1-1 0 0,0 0 1 0 0,0 0-1 0 0,0 1 1 0 0,1-1-1 0 0,-1 0 1 0 0,0 1 0 0 0,0-1-1 0 0,0 0 1 0 0,1 1-1 0 0,-1-1 1 0 0,0 0-1 0 0,11 0 4151 0 0,-11 1-4259 0 0,14 17 649 0 0,-5-1-385 0 0,-2 1-1 0 0,0 0 1 0 0,-1 0 0 0 0,0 1 0 0 0,-2 0-1 0 0,0 0 1 0 0,2 25 0 0 0,1 131-1739 0 0,-7-162 1019 0 0,-1 10-1154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2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378 249 1840 0 0,'-16'-31'707'0'0,"6"11"568"0"0,-1 0 0 0 0,-15-20-1 0 0,23 37-855 0 0,0-1-1 0 0,0 0 1 0 0,0 1-1 0 0,0-1 1 0 0,-1 1-1 0 0,1 0 1 0 0,-1 0-1 0 0,0 0 1 0 0,0 1-1 0 0,0-1 0 0 0,0 1 1 0 0,0 0-1 0 0,-1 0 1 0 0,1 1-1 0 0,-9-3 1 0 0,9 4-154 0 0,0 0 1 0 0,0 1 0 0 0,0-1-1 0 0,1 1 1 0 0,-1 0 0 0 0,0 0-1 0 0,0 0 1 0 0,1 0-1 0 0,-1 1 1 0 0,0-1 0 0 0,1 1-1 0 0,0 0 1 0 0,-1 0 0 0 0,1 1-1 0 0,0-1 1 0 0,0 0 0 0 0,0 1-1 0 0,0 0 1 0 0,1 0-1 0 0,-5 6 1 0 0,-6 7 379 0 0,2 1 0 0 0,-16 29 0 0 0,23-39-542 0 0,-15 31-73 0 0,1 0 1 0 0,2 1-1 0 0,2 1 0 0 0,2 1 0 0 0,1-1 1 0 0,2 2-1 0 0,2 0 0 0 0,2 0 0 0 0,2 0 1 0 0,1 0-1 0 0,2 0 0 0 0,8 56 1 0 0,-5-81-172 0 0,1 1 1 0 0,0-2 0 0 0,1 1-1 0 0,1-1 1 0 0,0 1 0 0 0,2-2-1 0 0,-1 1 1 0 0,2-1 0 0 0,0 0 0 0 0,1-1-1 0 0,15 18 1 0 0,-9-16-64 0 0,-1-1 0 0 0,2-1 0 0 0,0 0 0 0 0,1-1 0 0 0,0-1 0 0 0,1-1 0 0 0,0 0 0 0 0,33 12 0 0 0,-29-14 183 0 0,0-1-1 0 0,0-1 1 0 0,1-1-1 0 0,0-1 1 0 0,0-1-1 0 0,0-1 1 0 0,1-1-1 0 0,39-2 1 0 0,-50-1 91 0 0,1-1 1 0 0,-1-1 0 0 0,0 0-1 0 0,0-1 1 0 0,-1 0-1 0 0,1-1 1 0 0,-1-1 0 0 0,0 0-1 0 0,0 0 1 0 0,-1-2-1 0 0,0 1 1 0 0,0-2 0 0 0,0 0-1 0 0,-2 0 1 0 0,1-1-1 0 0,10-11 1 0 0,-7 4 97 0 0,-1 0 1 0 0,-1-1-1 0 0,0-1 0 0 0,-1 0 1 0 0,-1-1-1 0 0,-1 1 0 0 0,0-2 1 0 0,-2 1-1 0 0,6-26 0 0 0,-7 18 60 0 0,-2-1 0 0 0,0 1 0 0 0,-2-1 0 0 0,-2 1 1 0 0,0-1-1 0 0,-7-42 0 0 0,0 30-112 0 0,-2-1 1 0 0,-1 2 0 0 0,-3-1-1 0 0,-1 2 1 0 0,-2 0 0 0 0,-2 0-1 0 0,-1 2 1 0 0,-2 0 0 0 0,-42-54-1 0 0,50 73-113 0 0,-1 2-1 0 0,-1 0 1 0 0,0 1-1 0 0,-1 0 1 0 0,-1 1-1 0 0,0 1 1 0 0,-37-21-1 0 0,46 30-57 0 0,0 0 0 0 0,0 0 1 0 0,0 1-1 0 0,-1 1 0 0 0,1-1 0 0 0,-1 1 0 0 0,1 1 0 0 0,-1-1 0 0 0,0 2 1 0 0,0-1-1 0 0,1 1 0 0 0,-1 0 0 0 0,0 1 0 0 0,0 0 0 0 0,1 0 1 0 0,-1 1-1 0 0,1 0 0 0 0,-1 1 0 0 0,1 0 0 0 0,0 0 0 0 0,0 1 0 0 0,-9 5 1 0 0,-18 16-791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8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0 166 456 0 0,'10'-22'16698'0'0,"-8"21"-16321"0"0,0-1 0 0 0,1 1 0 0 0,-1 0-1 0 0,1 0 1 0 0,-1 1 0 0 0,1-1 0 0 0,-1 0 0 0 0,1 1 0 0 0,-1-1-1 0 0,6 1 1 0 0,-3 2-287 0 0,-1-1 0 0 0,1 1 0 0 0,0 0 0 0 0,-1 1 0 0 0,0-1 0 0 0,1 1 0 0 0,-1 0 0 0 0,0 0 0 0 0,0 0 0 0 0,0 0 0 0 0,-1 1 0 0 0,1 0 0 0 0,-1-1 1 0 0,0 1-1 0 0,0 0 0 0 0,0 1 0 0 0,1 4 0 0 0,9 13-75 0 0,-2 0 0 0 0,9 26 0 0 0,-16-38 52 0 0,58 151 66 0 0,-78-186 947 0 0,11 9-978 0 0,2-1 1 0 0,0 0-1 0 0,0 0 0 0 0,2 0 0 0 0,0 0 1 0 0,1 0-1 0 0,1 0 0 0 0,4-27 0 0 0,-1 20-139 0 0,2 0-1 0 0,0 0 1 0 0,1 1-1 0 0,2 0 1 0 0,14-31-1 0 0,-17 44-80 0 0,-1 1 0 0 0,1 0 1 0 0,0 1-1 0 0,1-1 0 0 0,13-12 0 0 0,-3 6-398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9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1 459 14283 0 0,'0'0'57'0'0,"0"1"1"0"0,0-1-1 0 0,0 0 1 0 0,0 1-1 0 0,0-1 0 0 0,0 0 1 0 0,0 1-1 0 0,0-1 1 0 0,0 0-1 0 0,0 1 0 0 0,0-1 1 0 0,0 0-1 0 0,0 1 1 0 0,1-1-1 0 0,-1 0 0 0 0,0 0 1 0 0,0 1-1 0 0,0-1 1 0 0,0 0-1 0 0,1 1 0 0 0,-1-1 1 0 0,0 0-1 0 0,0 0 1 0 0,1 0-1 0 0,-1 1 0 0 0,0-1 1 0 0,0 0-1 0 0,1 0 1 0 0,-1 0-1 0 0,0 0 1 0 0,1 1-1 0 0,-1-1 0 0 0,0 0 1 0 0,0 0-1 0 0,1 0 1 0 0,-1 0-1 0 0,0 0 0 0 0,1 0 1 0 0,-1 0-1 0 0,0 0 1 0 0,1 0-1 0 0,18-7 1207 0 0,17-19 526 0 0,-22 13-1491 0 0,-1-1 0 0 0,0 0-1 0 0,-1-2 1 0 0,0 1 0 0 0,-2-1-1 0 0,13-24 1 0 0,-17 27-211 0 0,0 0-1 0 0,-1 0 1 0 0,0 0-1 0 0,-1-1 1 0 0,-1 1-1 0 0,0-1 1 0 0,-1 0-1 0 0,0 0 1 0 0,-1-21-1 0 0,-1 31-82 0 0,0 1 0 0 0,0 0-1 0 0,-1-1 1 0 0,0 1-1 0 0,0 0 1 0 0,0 0 0 0 0,0 0-1 0 0,0-1 1 0 0,-1 1 0 0 0,1 0-1 0 0,-1 0 1 0 0,0 1 0 0 0,0-1-1 0 0,0 0 1 0 0,0 1 0 0 0,-1-1-1 0 0,-4-3 1 0 0,6 5-8 0 0,0 0 0 0 0,0 1 0 0 0,0-1 0 0 0,0 1 0 0 0,0-1 0 0 0,0 1 0 0 0,0-1 0 0 0,-1 1 0 0 0,1 0 0 0 0,0 0 0 0 0,0-1 0 0 0,-1 1 0 0 0,1 0 0 0 0,0 0 0 0 0,0 0 0 0 0,-1 0 0 0 0,1 0 0 0 0,0 1 0 0 0,-2-1 0 0 0,1 1 0 0 0,0 0 0 0 0,0 0 0 0 0,0 1 0 0 0,1-1-1 0 0,-1 0 1 0 0,0 0 0 0 0,1 1 0 0 0,-1-1 0 0 0,1 1 0 0 0,-1 0-1 0 0,1-1 1 0 0,0 1 0 0 0,0 0 0 0 0,0 0 0 0 0,-1 2 0 0 0,-3 5 4 0 0,1 0 0 0 0,0 0 0 0 0,1 1 0 0 0,0 0 1 0 0,0-1-1 0 0,1 1 0 0 0,1 0 0 0 0,0 0 0 0 0,0 0 0 0 0,1 0 1 0 0,0 0-1 0 0,0 0 0 0 0,4 15 0 0 0,-3-19-3 0 0,0 0 1 0 0,1 0-1 0 0,0 0 0 0 0,0 0 0 0 0,1 0 0 0 0,0-1 0 0 0,0 1 0 0 0,0-1 0 0 0,1 0 0 0 0,-1 0 1 0 0,1 0-1 0 0,0-1 0 0 0,1 1 0 0 0,-1-1 0 0 0,1 0 0 0 0,0 0 0 0 0,0 0 0 0 0,0-1 0 0 0,0 0 1 0 0,1 0-1 0 0,-1 0 0 0 0,11 3 0 0 0,-7-4-4 0 0,-1 0 1 0 0,1 0 0 0 0,0-1-1 0 0,0 0 1 0 0,0-1 0 0 0,-1 0-1 0 0,1 0 1 0 0,0-1-1 0 0,0 0 1 0 0,0 0 0 0 0,-1-1-1 0 0,1 0 1 0 0,-1-1 0 0 0,1 0-1 0 0,-1 0 1 0 0,0-1 0 0 0,0 0-1 0 0,0-1 1 0 0,-1 1-1 0 0,1-1 1 0 0,6-7 0 0 0,15-13-994 0 0,-1-1 1 0 0,-1-2-1 0 0,36-47 1 0 0,-41 49-299 0 0,-19 22 1342 0 0,10-11-1508 0 0,-1-1 0 0 0,16-27 0 0 0,-25 38 1452 0 0,-1-1 0 0 0,1 1 0 0 0,-1-1 0 0 0,0 0 0 0 0,1-9 0 0 0,-2 12 481 0 0,-1 0 0 0 0,0 0 0 0 0,-7-19 8904 0 0,4 69-8612 0 0,6 18-335 0 0,4-1 0 0 0,2 0 0 0 0,22 74 0 0 0,-17-80-453 0 0,-2 0-1 0 0,-2 1 0 0 0,-3 0 1 0 0,-1 65-1 0 0,-6-110 81 0 0,-1 11-2605 0 0,7-50 1114 0 0,-3 3 1437 0 0,0-5 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9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5 131 8290 0 0,'-2'-7'492'0'0,"1"0"0"0"0,0 0 0 0 0,0 0 0 0 0,1 0 0 0 0,0 0 0 0 0,0 0 0 0 0,1 0 0 0 0,0 0 0 0 0,0 0 0 0 0,3-7 0 0 0,-3 12-212 0 0,0-1 0 0 0,0 0 0 0 0,0 1 0 0 0,0-1 1 0 0,1 1-1 0 0,-1-1 0 0 0,1 1 0 0 0,0 0 0 0 0,0 0 1 0 0,0-1-1 0 0,0 1 0 0 0,0 1 0 0 0,0-1 0 0 0,1 0 1 0 0,-1 0-1 0 0,0 1 0 0 0,1 0 0 0 0,0-1 0 0 0,-1 1 1 0 0,1 0-1 0 0,0 0 0 0 0,-1 0 0 0 0,1 1 0 0 0,0-1 1 0 0,0 1-1 0 0,0-1 0 0 0,4 1 0 0 0,-2 0-184 0 0,1 0 0 0 0,0 0 0 0 0,0 1-1 0 0,-1 0 1 0 0,1 0 0 0 0,0 0 0 0 0,-1 1-1 0 0,1 0 1 0 0,-1 0 0 0 0,0 0 0 0 0,0 1-1 0 0,0 0 1 0 0,0 0 0 0 0,0 0 0 0 0,0 0-1 0 0,-1 1 1 0 0,1-1 0 0 0,-1 1 0 0 0,0 1-1 0 0,0-1 1 0 0,-1 0 0 0 0,1 1 0 0 0,-1 0 0 0 0,0 0-1 0 0,3 7 1 0 0,-3-5-86 0 0,1 1-1 0 0,-1 0 1 0 0,-1 0-1 0 0,0 0 1 0 0,0 0-1 0 0,0 0 1 0 0,-1 0 0 0 0,-1 0-1 0 0,1 0 1 0 0,-1 1-1 0 0,-1-1 1 0 0,1 0-1 0 0,-1 0 1 0 0,-1 0-1 0 0,1 0 1 0 0,-1 0 0 0 0,-5 10-1 0 0,1-4-81 0 0,-1 0 0 0 0,-1 0 0 0 0,0-1-1 0 0,-1 0 1 0 0,0-1 0 0 0,-1 0 0 0 0,-14 13 0 0 0,6-8-355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3 15667 0 0,'-10'-3'2162'0'0,"10"11"-50"0"0,1 2-1653 0 0,25 258 2961 0 0,-14-195-4614 0 0,36 117 1 0 0,-36-152-6517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5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234 45 5529 0 0,'-24'-21'1941'0'0,"21"18"-1156"0"0,0 0 0 0 0,1 1 1 0 0,-1-1-1 0 0,0 1 0 0 0,-1 0 0 0 0,1 0 0 0 0,-6-3 0 0 0,7 4-572 0 0,1 1-1 0 0,-1 0 0 0 0,0-1 0 0 0,1 1 1 0 0,-1 0-1 0 0,0 0 0 0 0,0 0 0 0 0,1 0 1 0 0,-1 1-1 0 0,0-1 0 0 0,1 0 0 0 0,-1 1 1 0 0,0-1-1 0 0,1 1 0 0 0,-1-1 1 0 0,1 1-1 0 0,-1 0 0 0 0,0 0 0 0 0,1 0 1 0 0,0 0-1 0 0,-1 0 0 0 0,0 1 0 0 0,-9 7 289 0 0,1 1-1 0 0,0 0 1 0 0,0 0-1 0 0,1 1 1 0 0,1 1 0 0 0,0-1-1 0 0,-9 19 1 0 0,2-2-362 0 0,2 2 0 0 0,-12 33 1 0 0,24-59-154 0 0,0-1 1 0 0,0 0 0 0 0,0 0 0 0 0,1 1 0 0 0,-1-1 0 0 0,1 0 0 0 0,0 1-1 0 0,0-1 1 0 0,0 1 0 0 0,0-1 0 0 0,0 0 0 0 0,1 1 0 0 0,1 2 0 0 0,-2-5 2 0 0,0 0 0 0 0,1 0 0 0 0,-1-1 0 0 0,0 1 0 0 0,1 0 0 0 0,-1-1 0 0 0,1 1 0 0 0,-1-1 0 0 0,1 1 1 0 0,-1 0-1 0 0,1-1 0 0 0,0 1 0 0 0,-1-1 0 0 0,1 0 0 0 0,0 1 0 0 0,-1-1 0 0 0,1 1 0 0 0,0-1 0 0 0,0 0 1 0 0,-1 0-1 0 0,3 1 0 0 0,-1-1 14 0 0,0 0 0 0 0,0 0 0 0 0,0 0 0 0 0,0 0 1 0 0,0-1-1 0 0,0 1 0 0 0,0-1 0 0 0,0 1 0 0 0,0-1 0 0 0,0 0 1 0 0,0 1-1 0 0,2-3 0 0 0,3-1-81 0 0,1-1 0 0 0,-1 0 0 0 0,0 0 0 0 0,0-1 0 0 0,-1 0 0 0 0,0 0 0 0 0,0-1 0 0 0,0 1 0 0 0,7-13 0 0 0,4-9-209 0 0,17-36 1 0 0,-15 27 516 0 0,-8 23 294 0 0,-11 14-506 0 0,0 0-1 0 0,1 0 1 0 0,-1-1-1 0 0,0 1 1 0 0,0 0-1 0 0,1 0 1 0 0,-1 0 0 0 0,0 0-1 0 0,0 0 1 0 0,1 0-1 0 0,-1 0 1 0 0,0 0-1 0 0,0 0 1 0 0,1 0-1 0 0,-1 0 1 0 0,0 0 0 0 0,0 0-1 0 0,1 0 1 0 0,-1 0-1 0 0,0 0 1 0 0,0 1-1 0 0,1-1 1 0 0,-1 0 0 0 0,0 0-1 0 0,0 0 1 0 0,0 0-1 0 0,1 0 1 0 0,-1 0-1 0 0,0 1 1 0 0,0-1 0 0 0,0 0-1 0 0,1 1 1 0 0,10 27 785 0 0,-8-17-791 0 0,10 33 470 0 0,-6-20-360 0 0,0 0 1 0 0,14 27 0 0 0,-17-43-223 0 0,0 0-1 0 0,0-1 1 0 0,1 0-1 0 0,0 0 0 0 0,1-1 1 0 0,-1 1-1 0 0,1-1 1 0 0,1 0-1 0 0,-1 0 1 0 0,11 6-1 0 0,6 1-419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8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257 39 5985 0 0,'-1'-2'525'0'0,"-1"-1"0"0"0,0 0 0 0 0,0 1-1 0 0,0-1 1 0 0,0 1 0 0 0,0-1 0 0 0,-1 1-1 0 0,1 0 1 0 0,-1 0 0 0 0,1 0 0 0 0,-1 1 0 0 0,0-1-1 0 0,0 1 1 0 0,1-1 0 0 0,-1 1 0 0 0,0 0-1 0 0,0 0 1 0 0,0 0 0 0 0,-1 0 0 0 0,1 1-1 0 0,0-1 1 0 0,0 1 0 0 0,-6 0 0 0 0,4 1-254 0 0,0 0 1 0 0,0 0-1 0 0,0 1 1 0 0,0 0-1 0 0,0 0 1 0 0,1 0-1 0 0,-1 0 1 0 0,0 1-1 0 0,1 0 1 0 0,0 0-1 0 0,-1 0 1 0 0,1 0-1 0 0,-6 8 1 0 0,-6 5 70 0 0,1 1 1 0 0,0 0-1 0 0,-21 36 1 0 0,31-45-253 0 0,0 1 0 0 0,1 0 0 0 0,0 0 0 0 0,0 0 0 0 0,1 1 0 0 0,0-1 0 0 0,1 1 1 0 0,0 0-1 0 0,1 0 0 0 0,0 0 0 0 0,0 11 0 0 0,1-17-119 0 0,1-1-1 0 0,-1 1 1 0 0,1-1-1 0 0,0 0 1 0 0,0 0-1 0 0,0 1 1 0 0,1-1-1 0 0,-1 0 1 0 0,1 0-1 0 0,0 0 1 0 0,0 0-1 0 0,0-1 1 0 0,0 1-1 0 0,0 0 1 0 0,4 2 0 0 0,14 10-6730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1.1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0 407 11522 0 0,'9'-5'611'0'0,"-1"1"0"0"0,0-1-1 0 0,0-1 1 0 0,0 1 0 0 0,10-11-1 0 0,-2 3 145 0 0,-11 8-335 0 0,16-10 705 0 0,-1-2 0 0 0,0 0-1 0 0,-2-1 1 0 0,30-37-1 0 0,-44 50-1092 0 0,-1 0 0 0 0,0 0-1 0 0,0-1 1 0 0,0 1 0 0 0,0-1-1 0 0,-1 1 1 0 0,0-1 0 0 0,0 0-1 0 0,-1 1 1 0 0,0-1 0 0 0,0 0-1 0 0,0 0 1 0 0,-1 0 0 0 0,1 0-1 0 0,-1 0 1 0 0,-1 0 0 0 0,1 0-1 0 0,-1 0 1 0 0,0 0 0 0 0,-1 0-1 0 0,1 0 1 0 0,-1 0 0 0 0,0 1-1 0 0,-1-1 1 0 0,1 1 0 0 0,-7-9 0 0 0,5 6-24 0 0,-1 0 0 0 0,-1 1 0 0 0,1 0 0 0 0,-1 0 0 0 0,-12-10 1 0 0,17 16-6 0 0,0 0 1 0 0,0 1-1 0 0,0-1 1 0 0,0 0 0 0 0,0 0-1 0 0,-1 1 1 0 0,1-1-1 0 0,0 0 1 0 0,0 1 0 0 0,-1-1-1 0 0,1 1 1 0 0,0 0-1 0 0,0-1 1 0 0,-1 1-1 0 0,1 0 1 0 0,0 0 0 0 0,-1 0-1 0 0,1 0 1 0 0,0 0-1 0 0,-1 0 1 0 0,1 0 0 0 0,0 1-1 0 0,-1-1 1 0 0,1 0-1 0 0,0 1 1 0 0,-1-1 0 0 0,1 1-1 0 0,0-1 1 0 0,0 1-1 0 0,0 0 1 0 0,-1-1-1 0 0,1 1 1 0 0,0 0 0 0 0,0 0-1 0 0,0 0 1 0 0,0 0-1 0 0,0 0 1 0 0,1 0 0 0 0,-1 0-1 0 0,0 0 1 0 0,0 0-1 0 0,1 0 1 0 0,-1 1 0 0 0,1-1-1 0 0,-1 0 1 0 0,1 0-1 0 0,-1 3 1 0 0,-6 12 93 0 0,0 1 0 0 0,2 0 0 0 0,0 0 1 0 0,1 0-1 0 0,-2 25 0 0 0,4-32-52 0 0,1 0 0 0 0,1 0 1 0 0,0 0-1 0 0,0 0 0 0 0,1 0 0 0 0,1 0 0 0 0,-1 0 1 0 0,2 0-1 0 0,-1 0 0 0 0,8 17 0 0 0,-8-23-16 0 0,1-1 0 0 0,-1 1 0 0 0,0-1 0 0 0,1 0 0 0 0,0 0 0 0 0,0 0-1 0 0,0 0 1 0 0,0 0 0 0 0,0-1 0 0 0,0 0 0 0 0,1 1 0 0 0,-1-1 0 0 0,1 0 0 0 0,0-1 0 0 0,0 1-1 0 0,0-1 1 0 0,-1 1 0 0 0,1-1 0 0 0,0 0 0 0 0,0-1 0 0 0,1 1 0 0 0,-1-1 0 0 0,0 1 0 0 0,0-1 0 0 0,4-1-1 0 0,4 1-359 0 0,-1-2 0 0 0,1 1-1 0 0,11-4 1 0 0,30-11-6199 0 0,-18 4-801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136 1 8754 0 0,'-10'5'776'0'0,"1"0"1"0"0,0 1-1 0 0,0 0 1 0 0,0 1 0 0 0,1 0-1 0 0,0 0 1 0 0,0 1-1 0 0,1 0 1 0 0,0 0-1 0 0,-9 13 1 0 0,12-14-492 0 0,0-1 0 0 0,0 1 0 0 0,1 0 0 0 0,0 0 0 0 0,0 0 0 0 0,0 0 0 0 0,1 0 0 0 0,0 1 0 0 0,1-1 0 0 0,-1 1 0 0 0,1-1 0 0 0,1 12 0 0 0,0-12-248 0 0,1 1 0 0 0,0-1 0 0 0,0 1 0 0 0,1-1 0 0 0,0 0 0 0 0,0 1 0 0 0,1-1 0 0 0,0 0 0 0 0,0 0 0 0 0,1-1 0 0 0,0 1 0 0 0,0-1 0 0 0,1 0 1 0 0,-1 0-1 0 0,1 0 0 0 0,0 0 0 0 0,1-1 0 0 0,0 0 0 0 0,6 5 0 0 0,11 6-134 0 0,-11-8-164 0 0,0 1-1 0 0,0 0 1 0 0,-1 1 0 0 0,0 0-1 0 0,14 18 1 0 0,-23-25 259 0 0,0 0 0 0 0,0 1 0 0 0,0-1 0 0 0,0 0 0 0 0,-1 1 1 0 0,0-1-1 0 0,1 1 0 0 0,-1-1 0 0 0,-1 1 0 0 0,1-1 0 0 0,0 1 0 0 0,-1 0 0 0 0,0-1 1 0 0,0 1-1 0 0,0 0 0 0 0,0-1 0 0 0,-1 1 0 0 0,1 0 0 0 0,-1-1 0 0 0,0 1 0 0 0,0 0 1 0 0,0-1-1 0 0,0 0 0 0 0,-1 1 0 0 0,0-1 0 0 0,1 0 0 0 0,-5 6 0 0 0,-1 1 276 0 0,-1 0-1 0 0,0 0 1 0 0,0-1-1 0 0,-1 0 1 0 0,-19 15-1 0 0,22-19-201 0 0,0-1 0 0 0,1-1 0 0 0,-1 1 0 0 0,-1-1 0 0 0,1 0-1 0 0,0 0 1 0 0,-1-1 0 0 0,0 1 0 0 0,1-1 0 0 0,-1-1 0 0 0,0 0 0 0 0,-9 1-1 0 0,-7-8-757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5 11522 0 0,'-5'5'1036'0'0,"1"0"1"0"0,0 0-1 0 0,1 1 0 0 0,-1-1 0 0 0,1 1 0 0 0,0 0 0 0 0,0 0 0 0 0,-2 7 0 0 0,2-1-764 0 0,-1 0 1 0 0,2 0 0 0 0,0 0-1 0 0,0 0 1 0 0,1 1 0 0 0,1 13 0 0 0,1-15-257 0 0,0 0 1 0 0,1-1-1 0 0,1 1 1 0 0,-1-1-1 0 0,1 1 1 0 0,1-1 0 0 0,0 0-1 0 0,1 0 1 0 0,0 0-1 0 0,0-1 1 0 0,9 11 0 0 0,-12-17-16 0 0,0 0 1 0 0,0 0 0 0 0,0 0 0 0 0,1-1 0 0 0,-1 1 0 0 0,1-1-1 0 0,0 1 1 0 0,-1-1 0 0 0,1 0 0 0 0,0 0 0 0 0,0-1-1 0 0,1 1 1 0 0,-1-1 0 0 0,0 1 0 0 0,1-1 0 0 0,-1 0-1 0 0,0 0 1 0 0,1 0 0 0 0,-1-1 0 0 0,1 1 0 0 0,-1-1 0 0 0,1 0-1 0 0,0 0 1 0 0,-1 0 0 0 0,1-1 0 0 0,-1 1 0 0 0,1-1-1 0 0,-1 0 1 0 0,1 0 0 0 0,-1 0 0 0 0,0 0 0 0 0,0 0-1 0 0,1-1 1 0 0,-1 0 0 0 0,0 1 0 0 0,0-1 0 0 0,4-4 0 0 0,0 1 43 0 0,-1 0 1 0 0,0 0 0 0 0,0-1 0 0 0,0 0 0 0 0,-1 0 0 0 0,0 0 0 0 0,0-1 0 0 0,0 0 0 0 0,-1 0-1 0 0,0 0 1 0 0,0 0 0 0 0,-1-1 0 0 0,0 1 0 0 0,0-1 0 0 0,2-13 0 0 0,-4 15-28 0 0,0-1 0 0 0,-1 1-1 0 0,0-1 1 0 0,0 1 0 0 0,0-1 0 0 0,-1 1 0 0 0,0-1 0 0 0,0 1 0 0 0,0-1 0 0 0,-1 1-1 0 0,0 0 1 0 0,0 0 0 0 0,-1 0 0 0 0,0 0 0 0 0,0 0 0 0 0,0 1 0 0 0,-1-1 0 0 0,0 1-1 0 0,0 0 1 0 0,-5-5 0 0 0,1 2-19 0 0,0 1 0 0 0,0 0 0 0 0,-1 0 0 0 0,0 1 0 0 0,-14-7 1 0 0,19 11-59 0 0,0 0 1 0 0,0 0-1 0 0,0 0 1 0 0,0 1-1 0 0,0-1 0 0 0,0 1 1 0 0,0 0-1 0 0,0 1 1 0 0,-1-1-1 0 0,1 1 1 0 0,0 0-1 0 0,-1 0 1 0 0,1 0-1 0 0,0 0 1 0 0,0 1-1 0 0,-7 1 1 0 0,4 2-1736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 6449 0 0,'-2'8'15936'0'0,"-3"4"-17577"0"0,-4 12 2205 0 0,1 1 0 0 0,2 1 0 0 0,0-1 0 0 0,-2 29 0 0 0,7-41-529 0 0,0 1-1 0 0,1-1 1 0 0,0 0 0 0 0,1 1 0 0 0,1-1 0 0 0,0 0-1 0 0,1 0 1 0 0,0 0 0 0 0,10 23 0 0 0,-12-33-33 0 0,0 1 0 0 0,1-1 0 0 0,0 0 0 0 0,0 0 0 0 0,0 0 0 0 0,0 0 0 0 0,0 0 0 0 0,0 0 0 0 0,1-1 1 0 0,-1 1-1 0 0,1-1 0 0 0,0 0 0 0 0,-1 1 0 0 0,1-1 0 0 0,1-1 0 0 0,-1 1 0 0 0,0 0 0 0 0,0-1 0 0 0,0 1 0 0 0,1-1 0 0 0,-1 0 0 0 0,1 0 0 0 0,-1 0 1 0 0,1-1-1 0 0,-1 1 0 0 0,1-1 0 0 0,6 0 0 0 0,-3-1-3 0 0,0-1 1 0 0,0 1 0 0 0,0-1-1 0 0,-1 0 1 0 0,1-1 0 0 0,0 0-1 0 0,-1 0 1 0 0,1 0 0 0 0,-1-1-1 0 0,0 0 1 0 0,-1 0-1 0 0,11-10 1 0 0,-6 4 11 0 0,-1 0 0 0 0,0-2 0 0 0,-1 1 0 0 0,0-1 0 0 0,-1 0 0 0 0,0 0 0 0 0,9-26 0 0 0,-8 19 188 0 0,2 0 0 0 0,16-27 1 0 0,-25 44-174 0 0,-1 1 1 0 0,1 0 0 0 0,0-1 0 0 0,0 1 0 0 0,0 0 0 0 0,0 0 0 0 0,-1 0-1 0 0,1-1 1 0 0,1 1 0 0 0,-1 0 0 0 0,0 0 0 0 0,0 1 0 0 0,0-1 0 0 0,1 0-1 0 0,-1 0 1 0 0,0 0 0 0 0,1 1 0 0 0,-1-1 0 0 0,0 1 0 0 0,1-1 0 0 0,-1 1-1 0 0,1 0 1 0 0,-1-1 0 0 0,1 1 0 0 0,-1 0 0 0 0,1 0 0 0 0,1 0 0 0 0,0 2-15 0 0,0-1 0 0 0,-1 1 0 0 0,1-1 0 0 0,-1 1 0 0 0,0 0 0 0 0,1 0 0 0 0,-1 1 1 0 0,0-1-1 0 0,0 0 0 0 0,0 1 0 0 0,0-1 0 0 0,2 6 0 0 0,41 72 140 0 0,-29-51-1542 0 0,27 41 1 0 0,-28-50-6877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1 102 11058 0 0,'0'-1'309'0'0,"1"-1"0"0"0,0 1 0 0 0,0 0 0 0 0,-1 0 0 0 0,1-1 0 0 0,0 1-1 0 0,0 0 1 0 0,0 0 0 0 0,1 0 0 0 0,-1 0 0 0 0,0 0 0 0 0,0 0 0 0 0,0 0 0 0 0,1 1 0 0 0,-1-1-1 0 0,0 0 1 0 0,3 0 0 0 0,25-9 3245 0 0,-26 10-3413 0 0,0 0 0 0 0,0 1 0 0 0,0-1 1 0 0,0 1-1 0 0,0 0 0 0 0,0 0 0 0 0,-1 0 0 0 0,1 1 0 0 0,0-1 0 0 0,-1 0 0 0 0,1 1 0 0 0,-1 0 0 0 0,1-1 0 0 0,-1 1 0 0 0,0 0 0 0 0,0 0 0 0 0,0 1 0 0 0,0-1 0 0 0,3 4 0 0 0,3 6 9 0 0,-1-1 1 0 0,12 23-1 0 0,-2 1 1 0 0,0-2-80 0 0,-1 1 0 0 0,-2 0 0 0 0,12 43 1 0 0,-25-62 306 0 0,-5-18 299 0 0,-7-24-11 0 0,9 6-668 0 0,0-1 0 0 0,1 1 0 0 0,1-1 0 0 0,1 1-1 0 0,1-1 1 0 0,1 1 0 0 0,9-35 0 0 0,-6 37-594 0 0,0 1 0 0 0,1 0 0 0 0,1 0 0 0 0,1 0 1 0 0,12-16-1 0 0,-3 7-7394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6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189 10 14747 0 0,'-3'-2'300'0'0,"0"1"0"0"0,0-1 0 0 0,0 1 1 0 0,-1 0-1 0 0,1 1 0 0 0,0-1 0 0 0,0 0 0 0 0,0 1 0 0 0,-1 0 0 0 0,1-1 0 0 0,0 1 0 0 0,-1 1 1 0 0,1-1-1 0 0,0 0 0 0 0,0 1 0 0 0,-1 0 0 0 0,1-1 0 0 0,-5 3 0 0 0,3 0-102 0 0,0 0-1 0 0,0 0 0 0 0,0 0 1 0 0,0 1-1 0 0,0 0 1 0 0,1 0-1 0 0,0 0 0 0 0,-1 0 1 0 0,-5 9-1 0 0,0 1-141 0 0,1 1 0 0 0,0 1-1 0 0,1 0 1 0 0,1 0 0 0 0,1 0-1 0 0,-6 20 1 0 0,10-27-35 0 0,0-1 1 0 0,0 0-1 0 0,1 1 0 0 0,0-1 1 0 0,1 1-1 0 0,0-1 1 0 0,0 1-1 0 0,1-1 0 0 0,0 1 1 0 0,0-1-1 0 0,1 0 0 0 0,0 0 1 0 0,1 1-1 0 0,-1-1 0 0 0,6 9 1 0 0,-5-12-23 0 0,0-1 0 0 0,0 1 0 0 0,0-1 0 0 0,0 0 0 0 0,1 0 0 0 0,0 0 0 0 0,0 0 0 0 0,0-1 0 0 0,0 0 0 0 0,0 0 0 0 0,1 0 0 0 0,-1 0 0 0 0,1-1 0 0 0,0 1 0 0 0,0-1 0 0 0,0 0 0 0 0,0-1 0 0 0,0 1 0 0 0,0-1 0 0 0,1 0 0 0 0,-1-1 0 0 0,0 1 0 0 0,1-1 0 0 0,-1 0 0 0 0,8-1 0 0 0,9-2-263 0 0,1-3-68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60 329 7370 0 0,'1'2'309'0'0,"0"-1"0"0"0,0 1 0 0 0,0-1 0 0 0,0 0 0 0 0,0 0 0 0 0,0 1 0 0 0,1-1 0 0 0,-1 0 1 0 0,0 0-1 0 0,1 0 0 0 0,-1 0 0 0 0,1 0 0 0 0,-1 0 0 0 0,1-1 0 0 0,-1 1 0 0 0,1-1 0 0 0,0 1 1 0 0,-1-1-1 0 0,1 1 0 0 0,0-1 0 0 0,-1 0 0 0 0,1 0 0 0 0,0 1 0 0 0,-1-1 0 0 0,1-1 0 0 0,0 1 1 0 0,2 0-1 0 0,2-1 392 0 0,0 1 1 0 0,-1-1 0 0 0,1 0-1 0 0,0-1 1 0 0,-1 1 0 0 0,1-1-1 0 0,5-3 1 0 0,-3 0-614 0 0,-1-1 0 0 0,0 0 0 0 0,0 0 1 0 0,0 0-1 0 0,-1-1 0 0 0,0 0 0 0 0,0 0 0 0 0,-1-1 0 0 0,0 0 0 0 0,0 1 0 0 0,-1-2 1 0 0,0 1-1 0 0,0 0 0 0 0,-1-1 0 0 0,0 0 0 0 0,0 0 0 0 0,-1 0 0 0 0,-1 0 1 0 0,1 0-1 0 0,-1 0 0 0 0,-1 0 0 0 0,0-11 0 0 0,0 13-111 0 0,-1 0-1 0 0,0 0 0 0 0,0 0 1 0 0,0 0-1 0 0,-1 0 1 0 0,0 0-1 0 0,-1 0 1 0 0,1 0-1 0 0,-1 1 1 0 0,0-1-1 0 0,-1 1 1 0 0,-7-10-1 0 0,8 12 2 0 0,-1 0 1 0 0,0 0-1 0 0,0 0 0 0 0,-1 0 1 0 0,1 1-1 0 0,-1 0 0 0 0,0 0 1 0 0,0 0-1 0 0,0 0 0 0 0,0 1 1 0 0,0 0-1 0 0,-1 0 0 0 0,1 0 1 0 0,-1 1-1 0 0,1 0 0 0 0,-1 0 1 0 0,-9 0-1 0 0,11 0-14 0 0,-1 1 1 0 0,0 0-1 0 0,1 1 0 0 0,-1-1 1 0 0,1 1-1 0 0,-1 0 1 0 0,1 0-1 0 0,-1 0 0 0 0,1 0 1 0 0,-1 1-1 0 0,1 0 1 0 0,0 0-1 0 0,0 0 0 0 0,0 0 1 0 0,0 1-1 0 0,0 0 1 0 0,1 0-1 0 0,-1 0 0 0 0,1 0 1 0 0,0 0-1 0 0,-1 0 1 0 0,2 1-1 0 0,-1 0 0 0 0,0 0 1 0 0,1 0-1 0 0,0 0 1 0 0,-1 0-1 0 0,2 0 0 0 0,-1 0 1 0 0,0 1-1 0 0,1-1 1 0 0,0 0-1 0 0,0 1 0 0 0,0 0 1 0 0,0 5-1 0 0,0-2 92 0 0,0 0 0 0 0,1 0 0 0 0,0 0 0 0 0,0 0-1 0 0,1 0 1 0 0,0 0 0 0 0,0 0 0 0 0,1 0 0 0 0,0 0-1 0 0,1 0 1 0 0,-1-1 0 0 0,1 1 0 0 0,1-1 0 0 0,0 1-1 0 0,0-1 1 0 0,0 0 0 0 0,1-1 0 0 0,-1 1 0 0 0,10 8 0 0 0,-5-9-53 0 0,-1 0-1 0 0,1 0 1 0 0,1-1 0 0 0,-1 0 0 0 0,1 0 0 0 0,-1-1 0 0 0,1-1 0 0 0,1 0 0 0 0,-1 0 0 0 0,0-1 0 0 0,1 0 0 0 0,13 1 0 0 0,12-2-248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4.8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 12899 0 0,'-2'0'239'0'0,"0"-1"0"0"0,1 0 0 0 0,-1 1 0 0 0,0-1 0 0 0,1 1 0 0 0,-1-1 0 0 0,0 1 1 0 0,0 0-1 0 0,1 0 0 0 0,-1 0 0 0 0,0 0 0 0 0,0 0 0 0 0,1 0 0 0 0,-1 0 0 0 0,0 1 0 0 0,0-1 0 0 0,1 0 1 0 0,-1 1-1 0 0,0 0 0 0 0,1-1 0 0 0,-1 1 0 0 0,1 0 0 0 0,-1 0 0 0 0,-2 1 0 0 0,-3 3 178 0 0,-1-1 0 0 0,1 1 0 0 0,-13 11 0 0 0,15-12-329 0 0,0 2 0 0 0,1-1 0 0 0,0 0 0 0 0,0 1 0 0 0,0-1 0 0 0,0 1 0 0 0,1 1 0 0 0,0-1 0 0 0,0 0 0 0 0,0 1 1 0 0,1-1-1 0 0,0 1 0 0 0,1-1 0 0 0,-1 1 0 0 0,0 13 0 0 0,2-16-81 0 0,0-1 1 0 0,1 1 0 0 0,-1 0 0 0 0,1 0 0 0 0,0-1 0 0 0,0 1 0 0 0,0 0 0 0 0,0-1-1 0 0,1 1 1 0 0,-1-1 0 0 0,1 0 0 0 0,0 1 0 0 0,0-1 0 0 0,0 0 0 0 0,1 0 0 0 0,-1 0-1 0 0,1 0 1 0 0,-1-1 0 0 0,1 1 0 0 0,0-1 0 0 0,0 0 0 0 0,0 1 0 0 0,0-1 0 0 0,1-1-1 0 0,-1 1 1 0 0,1 0 0 0 0,-1-1 0 0 0,1 0 0 0 0,-1 1 0 0 0,6 0 0 0 0,-2-1-61 0 0,0 1 0 0 0,1-1-1 0 0,-1-1 1 0 0,0 1 0 0 0,1-1 0 0 0,-1 0 0 0 0,0-1 0 0 0,1 0 0 0 0,-1 0 0 0 0,0 0-1 0 0,0-1 1 0 0,0 0 0 0 0,0-1 0 0 0,0 1 0 0 0,0-1 0 0 0,-1-1 0 0 0,1 1 0 0 0,-1-1-1 0 0,0 0 1 0 0,0-1 0 0 0,0 1 0 0 0,-1-1 0 0 0,0 0 0 0 0,1-1 0 0 0,-2 1 0 0 0,1-1-1 0 0,-1 0 1 0 0,0 0 0 0 0,4-7 0 0 0,4-5 362 0 0,-1 17-62 0 0,-9 2-218 0 0,1 1 0 0 0,-1 0 0 0 0,0-1 1 0 0,0 1-1 0 0,0 0 0 0 0,-1 0 0 0 0,1 1 1 0 0,0-1-1 0 0,1 4 0 0 0,6 6 7 0 0,1 0 68 0 0,0 0-1 0 0,0-1 0 0 0,1-1 0 0 0,1 0 1 0 0,0 0-1 0 0,26 16 0 0 0,-33-23-59 0 0,0 0-1 0 0,0-1 0 0 0,0 1 1 0 0,1-1-1 0 0,-1 0 0 0 0,1 0 1 0 0,-1-1-1 0 0,1 1 0 0 0,0-1 1 0 0,0-1-1 0 0,-1 1 0 0 0,1-1 1 0 0,0 0-1 0 0,0 0 0 0 0,0-1 1 0 0,0 0-1 0 0,-1 0 0 0 0,1 0 1 0 0,0 0-1 0 0,-1-1 0 0 0,8-3 1 0 0,-11 4-24 0 0,0 0 0 0 0,-1 0 0 0 0,1 0 1 0 0,-1 0-1 0 0,1 0 0 0 0,-1 0 1 0 0,1-1-1 0 0,-1 1 0 0 0,0 0 1 0 0,0-1-1 0 0,1 1 0 0 0,-1-1 0 0 0,0 1 1 0 0,0-1-1 0 0,-1 0 0 0 0,1 1 1 0 0,0-1-1 0 0,0 0 0 0 0,-1 0 0 0 0,1 1 1 0 0,-1-1-1 0 0,0 0 0 0 0,1 0 1 0 0,-1 0-1 0 0,0 0 0 0 0,0 1 1 0 0,0-1-1 0 0,-1-4 0 0 0,-1-3-28 0 0,-1 1-1 0 0,0-1 1 0 0,0 0 0 0 0,-9-15-1 0 0,9 17-242 0 0,-1 0 0 0 0,1 0 0 0 0,0-1-1 0 0,-3-13 1 0 0,6 11-686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0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0,'17'4'9055'0'0,"-4"6"-3528"0"0,-10-6-5007 0 0,0-1 1 0 0,-1 1 0 0 0,0 0-1 0 0,1-1 1 0 0,-1 1-1 0 0,2 8 1 0 0,1 3-566 0 0,-1 0 0 0 0,4 29 0 0 0,-3 9 109 0 0,6 38 77 0 0,-10-83-322 0 0,1 0 0 0 0,0-1 0 0 0,1 1 0 0 0,0-1 0 0 0,0 1 0 0 0,0-1 0 0 0,1 0 0 0 0,8 11 0 0 0,-7-13-1836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2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5 17508 0 0,'-6'-3'776'0'0,"4"2"160"0"0,-1 1-744 0 0,2 0-192 0 0,-1 0 0 0 0,2 1 320 0 0,0 1 32 0 0,-2 2 8 0 0,2 1 0 0 0,1 2-432 0 0,2 0-88 0 0,1 1-24 0 0,3 0 0 0 0,1 3-2040 0 0,3-3-409 0 0,1-1-87 0 0,0-1-9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54 6449 0 0,'2'-14'752'0'0,"-7"-26"13911"0"0,-6 67-13525 0 0,5 4-790 0 0,1 0 0 0 0,1 0-1 0 0,2 0 1 0 0,2 0 0 0 0,5 59-1 0 0,0-61-569 0 0,0 0 0 0 0,2 0 0 0 0,2 0 0 0 0,0-1 0 0 0,2 0 0 0 0,18 33 0 0 0,13 25-6010 0 0,-38-71 5614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9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0 136 9218 0 0,'40'-3'1151'0'0,"-1"-1"1"0"0,0-2-1 0 0,0-2 0 0 0,0-1 1 0 0,-1-2-1 0 0,0-2 0 0 0,-1-1 1 0 0,46-26-1 0 0,-69 31-1104 0 0,-11 7-12 0 0,1-1 0 0 0,-1 1 0 0 0,1 0-1 0 0,-1 0 1 0 0,1 0 0 0 0,0 0 0 0 0,0 1-1 0 0,4-1 1 0 0,-3 37 3013 0 0,-4-29-2996 0 0,1 18 133 0 0,10 40 1 0 0,-11-58-196 0 0,0-1 0 0 0,1 0 0 0 0,-1-1 0 0 0,1 1 1 0 0,0 0-1 0 0,1 0 0 0 0,-1-1 0 0 0,1 1 0 0 0,0-1 1 0 0,0 0-1 0 0,1 0 0 0 0,-1 0 0 0 0,1 0 0 0 0,4 3 1 0 0,-6-6-23 0 0,-1-1 1 0 0,1 1 0 0 0,-1-1-1 0 0,1 0 1 0 0,-1 1 0 0 0,1-1 0 0 0,-1 0-1 0 0,1 0 1 0 0,-1 0 0 0 0,1 0-1 0 0,-1 0 1 0 0,1 0 0 0 0,-1-1 0 0 0,1 1-1 0 0,-1 0 1 0 0,1-1 0 0 0,-1 1-1 0 0,1-1 1 0 0,-1 0 0 0 0,0 1-1 0 0,1-1 1 0 0,-1 0 0 0 0,0 0 0 0 0,0 0-1 0 0,1 0 1 0 0,-1 0 0 0 0,0 0-1 0 0,0 0 1 0 0,0 0 0 0 0,0 0-1 0 0,0-1 1 0 0,0 0 0 0 0,8-9 47 0 0,-1 0 0 0 0,10-19 0 0 0,-12 21 190 0 0,34-49 410 0 0,-37 55-541 0 0,-1-1-1 0 0,1 1 0 0 0,0 0 1 0 0,1 0-1 0 0,-1 0 0 0 0,0 0 0 0 0,1 1 1 0 0,0-1-1 0 0,0 1 0 0 0,0 0 0 0 0,0 0 1 0 0,0 0-1 0 0,6-2 0 0 0,-9 4-29 0 0,0 0-1 0 0,1 0 1 0 0,-1 1 0 0 0,0-1-1 0 0,0 0 1 0 0,0 0 0 0 0,1 1-1 0 0,-1-1 1 0 0,0 0 0 0 0,0 1-1 0 0,0 0 1 0 0,0-1-1 0 0,0 1 1 0 0,0-1 0 0 0,0 1-1 0 0,0 0 1 0 0,0 0 0 0 0,0 0-1 0 0,0-1 1 0 0,0 1 0 0 0,0 0-1 0 0,-1 0 1 0 0,1 0-1 0 0,0 0 1 0 0,-1 1 0 0 0,1-1-1 0 0,-1 0 1 0 0,1 0 0 0 0,0 2-1 0 0,12 46 528 0 0,-6-20-733 0 0,-4-23-121 0 0,0 0 0 0 0,0 1 1 0 0,1-1-1 0 0,0 0 0 0 0,0-1 1 0 0,0 1-1 0 0,1-1 0 0 0,-1 0 0 0 0,1 0 1 0 0,0 0-1 0 0,11 6 0 0 0,5 3-7865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8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6 456 0 0,'-11'-5'7113'0'0,"10"5"-6803"0"0,-17 5 3767 0 0,-18 19-1016 0 0,24-15-1684 0 0,11-9-1368 0 0,-23 16 1490 0 0,-32 26 0 0 0,51-38-1325 0 0,0 0 0 0 0,1 0 0 0 0,-1 0 1 0 0,1 1-1 0 0,0 0 0 0 0,1 0 0 0 0,-1 0 0 0 0,1 0 0 0 0,0 0 1 0 0,0 1-1 0 0,1-1 0 0 0,-1 1 0 0 0,-2 11 0 0 0,5-15-156 0 0,0 0 0 0 0,0 0-1 0 0,1 1 1 0 0,-1-1 0 0 0,1 0 0 0 0,-1 0-1 0 0,1 0 1 0 0,-1 0 0 0 0,1 1 0 0 0,0-1-1 0 0,0 0 1 0 0,0 0 0 0 0,1 0-1 0 0,-1-1 1 0 0,0 1 0 0 0,1 0 0 0 0,-1 0-1 0 0,1-1 1 0 0,-1 1 0 0 0,1-1-1 0 0,0 1 1 0 0,2 0 0 0 0,6 6-40 0 0,1-1 0 0 0,21 9-1 0 0,-10-5 42 0 0,13 9-190 0 0,-17-11-165 0 0,32 22 1 0 0,-50-30 333 0 0,1-1 1 0 0,-1 1-1 0 0,1-1 1 0 0,-1 1-1 0 0,0-1 1 0 0,1 1-1 0 0,-1-1 1 0 0,1 1-1 0 0,-1-1 1 0 0,0 1-1 0 0,0-1 1 0 0,1 1-1 0 0,-1 0 1 0 0,0-1-1 0 0,0 1 1 0 0,0-1-1 0 0,0 1 1 0 0,0 0 0 0 0,0-1-1 0 0,0 1 1 0 0,0 0-1 0 0,0-1 1 0 0,0 1-1 0 0,0 0 1 0 0,0-1-1 0 0,0 1 1 0 0,0-1-1 0 0,0 1 1 0 0,-1 0-1 0 0,1-1 1 0 0,0 1-1 0 0,0-1 1 0 0,-1 1-1 0 0,1-1 1 0 0,-1 1-1 0 0,1-1 1 0 0,0 1 0 0 0,-1-1-1 0 0,1 1 1 0 0,-1-1-1 0 0,1 1 1 0 0,-1-1-1 0 0,1 0 1 0 0,-1 1-1 0 0,1-1 1 0 0,-2 1-1 0 0,-30 18 457 0 0,27-17-352 0 0,-128 55 909 0 0,84-38-1459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60 8290 0 0,'4'-31'3957'0'0,"-1"3"4826"0"0,-8 178-5153 0 0,2 78-3658 0 0,3-220 22 0 0,6 61-63 0 0,-5-63-38 0 0,1 1 1 0 0,-1-1-1 0 0,1 0 0 0 0,0 0 1 0 0,0 0-1 0 0,1 0 0 0 0,0 0 1 0 0,5 8-1 0 0,-8-14 93 0 0,0 0 0 0 0,0 0 0 0 0,0 1-1 0 0,1-1 1 0 0,-1 0 0 0 0,0 0 0 0 0,0 0 0 0 0,0 0 0 0 0,0 1-1 0 0,0-1 1 0 0,1 0 0 0 0,-1 0 0 0 0,0 0 0 0 0,0 0 0 0 0,0 0-1 0 0,0 0 1 0 0,1 0 0 0 0,-1 0 0 0 0,0 0 0 0 0,0 1 0 0 0,0-1-1 0 0,1 0 1 0 0,-1 0 0 0 0,0 0 0 0 0,0 0 0 0 0,0 0 0 0 0,1 0-1 0 0,-1 0 1 0 0,0 0 0 0 0,0 0 0 0 0,0 0 0 0 0,0-1 0 0 0,1 1-1 0 0,-1 0 1 0 0,0 0 0 0 0,0 0 0 0 0,0 0 0 0 0,1 0 0 0 0,-1 0-1 0 0,0 0 1 0 0,0 0 0 0 0,0-1 0 0 0,7-10-198 0 0,3-22 259 0 0,-8 27-81 0 0,5-16 73 0 0,1 0-1 0 0,1 0 1 0 0,1 1 0 0 0,21-32 0 0 0,-24 42 35 0 0,0 0 1 0 0,1 1 0 0 0,0 1 0 0 0,1-1 0 0 0,0 1-1 0 0,1 1 1 0 0,-1 0 0 0 0,2 0 0 0 0,-1 1-1 0 0,13-7 1 0 0,-20 12-26 0 0,0 1-1 0 0,0-1 1 0 0,0 1-1 0 0,0 0 1 0 0,0 0-1 0 0,0 0 1 0 0,0 1-1 0 0,0-1 1 0 0,1 1 0 0 0,-1-1-1 0 0,0 1 1 0 0,0 0-1 0 0,1 0 1 0 0,-1 1-1 0 0,0-1 1 0 0,0 1-1 0 0,7 1 1 0 0,-8 0-3 0 0,1-1-1 0 0,0 1 1 0 0,-1 0 0 0 0,1 0-1 0 0,-1 0 1 0 0,1 0 0 0 0,-1 0-1 0 0,0 1 1 0 0,0-1 0 0 0,0 1-1 0 0,0-1 1 0 0,0 1 0 0 0,-1 0-1 0 0,1-1 1 0 0,0 5 0 0 0,4 9 31 0 0,-1 0 0 0 0,-1 1 1 0 0,-1 0-1 0 0,0 0 0 0 0,0 22 1 0 0,-3-32-116 0 0,1 0-74 0 0,0 0-1 0 0,0-1 0 0 0,1 1 0 0 0,0 0 1 0 0,0-1-1 0 0,0 1 0 0 0,5 7 1 0 0,8 8-7153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3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158 41 15203 0 0,'5'-10'-220'0'0,"2"-18"5003"0"0,-7 28-4735 0 0,0 0 1 0 0,0-1 0 0 0,0 1 0 0 0,-1 0-1 0 0,1 0 1 0 0,0 0 0 0 0,0 0-1 0 0,0 0 1 0 0,0 0 0 0 0,0 0-1 0 0,0 0 1 0 0,-1 0 0 0 0,1 0 0 0 0,0 0-1 0 0,0 0 1 0 0,0 0 0 0 0,-2 1 730 0 0,2-1-730 0 0,-17 13 1205 0 0,-3 5-1023 0 0,2 1 1 0 0,-1 1-1 0 0,-24 37 1 0 0,36-48-241 0 0,2 0 0 0 0,-1 0-1 0 0,1 1 1 0 0,0-1 0 0 0,1 1 0 0 0,1 1 0 0 0,-1-1-1 0 0,1 0 1 0 0,1 1 0 0 0,0 0 0 0 0,-1 21 0 0 0,3-29-6 0 0,0 1 1 0 0,0 0-1 0 0,1 0 1 0 0,-1 0-1 0 0,1 0 1 0 0,0-1-1 0 0,0 1 0 0 0,0 0 1 0 0,1-1-1 0 0,-1 1 1 0 0,1-1-1 0 0,0 1 1 0 0,0-1-1 0 0,0 0 1 0 0,0 0-1 0 0,0 1 1 0 0,1-2-1 0 0,0 1 1 0 0,-1 0-1 0 0,1 0 1 0 0,0-1-1 0 0,0 0 1 0 0,0 0-1 0 0,1 0 1 0 0,-1 0-1 0 0,1 0 0 0 0,-1 0 1 0 0,1-1-1 0 0,-1 0 1 0 0,1 0-1 0 0,0 0 1 0 0,-1 0-1 0 0,1 0 1 0 0,0-1-1 0 0,6 1 1 0 0,0-1 13 0 0,0 0 1 0 0,0-1 0 0 0,0 0 0 0 0,0-1-1 0 0,-1 0 1 0 0,1 0 0 0 0,0-1-1 0 0,-1 0 1 0 0,0-1 0 0 0,0 0-1 0 0,0 0 1 0 0,15-11 0 0 0,-18 11 21 0 0,0-1 0 0 0,-1 1 0 0 0,0-1 0 0 0,0 0 0 0 0,0-1 0 0 0,0 1 0 0 0,-1-1 0 0 0,0 0 0 0 0,0 0 0 0 0,-1 0 0 0 0,1 0 0 0 0,-1-1 0 0 0,-1 0 0 0 0,4-9 0 0 0,-5 10-11 0 0,0 0 1 0 0,-1 0-1 0 0,0 0 1 0 0,1 0-1 0 0,-2 0 1 0 0,1 0-1 0 0,-1 0 1 0 0,0 0-1 0 0,0 0 1 0 0,-1 0-1 0 0,1 1 1 0 0,-1-1-1 0 0,-1 0 1 0 0,1 1-1 0 0,-1-1 1 0 0,0 1 0 0 0,-5-7-1 0 0,-7-8-123 0 0,0 2 0 0 0,-30-30-1 0 0,9 16-6513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6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68 11026 0 0,'28'9'989'0'0,"-22"-8"-546"0"0,-1 0-1 0 0,1 0 0 0 0,-1 1 1 0 0,0 0-1 0 0,0 0 1 0 0,0 0-1 0 0,0 1 1 0 0,0 0-1 0 0,0 0 0 0 0,-1 0 1 0 0,1 0-1 0 0,-1 1 1 0 0,0 0-1 0 0,0 0 1 0 0,0 0-1 0 0,-1 0 1 0 0,5 7-1 0 0,9 19 353 0 0,-1 1-1 0 0,19 55 1 0 0,-20-48-305 0 0,-24-60 287 0 0,0 3-510 0 0,1-1-1 0 0,-5-23 0 0 0,5 10-238 0 0,-5-63-1 0 0,12 83-684 0 0,1-1-1 0 0,1 1 1 0 0,0 0 0 0 0,4-20 0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13363 0 0,'0'-1'136'0'0,"1"1"0"0"0,-1-1-1 0 0,0 1 1 0 0,1-1 0 0 0,-1 1 0 0 0,1-1 0 0 0,-1 1 0 0 0,0-1-1 0 0,1 1 1 0 0,0 0 0 0 0,-1-1 0 0 0,1 1 0 0 0,-1 0 0 0 0,1-1-1 0 0,-1 1 1 0 0,1 0 0 0 0,0 0 0 0 0,-1-1 0 0 0,1 1-1 0 0,-1 0 1 0 0,1 0 0 0 0,0 0 0 0 0,-1 0 0 0 0,1 0 0 0 0,0 0-1 0 0,-1 0 1 0 0,1 0 0 0 0,0 0 0 0 0,-1 0 0 0 0,1 0 0 0 0,-1 1-1 0 0,1-1 1 0 0,0 0 0 0 0,-1 0 0 0 0,1 1 0 0 0,-1-1 0 0 0,1 0-1 0 0,0 1 1 0 0,-1-1 0 0 0,1 0 0 0 0,-1 1 0 0 0,1-1 0 0 0,-1 1-1 0 0,0-1 1 0 0,1 1 0 0 0,-1-1 0 0 0,1 1 0 0 0,-1-1 0 0 0,0 1-1 0 0,0-1 1 0 0,1 1 0 0 0,-1 0 0 0 0,0-1 0 0 0,0 1 0 0 0,1 1-1 0 0,0 2 141 0 0,0 0 0 0 0,0 0 0 0 0,0 0 0 0 0,0 0-1 0 0,-1 0 1 0 0,1 1 0 0 0,-1 4 0 0 0,-4 46-186 0 0,4 0 0 0 0,2 0-1 0 0,2 0 1 0 0,2-1 0 0 0,3 1 0 0 0,2-2 0 0 0,3 1 0 0 0,37 94 0 0 0,-26-84-2508 0 0,-19-46-5354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0.1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1 138 10570 0 0,'0'-1'38'0'0,"-1"0"-1"0"0,1 0 0 0 0,0 0 1 0 0,0 0-1 0 0,0 0 0 0 0,0 0 1 0 0,0 0-1 0 0,0 0 0 0 0,1 0 1 0 0,-1 0-1 0 0,0 0 1 0 0,0 0-1 0 0,1 0 0 0 0,-1 0 1 0 0,0 0-1 0 0,1 0 0 0 0,-1 0 1 0 0,1 1-1 0 0,-1-1 0 0 0,1 0 1 0 0,0 0-1 0 0,-1 1 0 0 0,1-1 1 0 0,0 0-1 0 0,-1 1 1 0 0,1-1-1 0 0,0 0 0 0 0,0 1 1 0 0,0-1-1 0 0,-1 1 0 0 0,1-1 1 0 0,0 1-1 0 0,0 0 0 0 0,2-1 1 0 0,40-11 2052 0 0,-30 9-668 0 0,119-27 4330 0 0,83-23-5659 0 0,-183 42-7661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1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198 37 920 0 0,'0'-1'124'0'0,"1"0"-1"0"0,0 0 0 0 0,0 1 0 0 0,-1-1 1 0 0,1 0-1 0 0,-1 0 0 0 0,1 0 1 0 0,-1 0-1 0 0,1-1 0 0 0,-1 1 1 0 0,0 0-1 0 0,0 0 0 0 0,1 0 1 0 0,-1 0-1 0 0,0 0 0 0 0,0 0 1 0 0,0 0-1 0 0,0-1 0 0 0,0 1 1 0 0,0 0-1 0 0,-1 0 0 0 0,1 0 1 0 0,0 0-1 0 0,0 0 0 0 0,-1 0 1 0 0,1 0-1 0 0,-1 0 0 0 0,1 0 1 0 0,-1 0-1 0 0,-1-2 0 0 0,1 3 281 0 0,-1-1-1 0 0,0 1 0 0 0,0-1 1 0 0,0 1-1 0 0,0 0 0 0 0,0 0 1 0 0,1-1-1 0 0,-1 2 1 0 0,0-1-1 0 0,0 0 0 0 0,0 0 1 0 0,0 0-1 0 0,0 1 0 0 0,0-1 1 0 0,1 1-1 0 0,-1 0 1 0 0,-2 1-1 0 0,-2 0 401 0 0,0 1 1 0 0,1 0-1 0 0,0 0 1 0 0,0 0-1 0 0,0 0 1 0 0,0 1-1 0 0,-7 7 0 0 0,4-2-222 0 0,0-1-1 0 0,1 2 0 0 0,-9 14 0 0 0,0 5-72 0 0,-21 55 1 0 0,34-76-248 0 0,1-4-238 0 0,-1 4 25 0 0,0 0 0 0 0,0 0 0 0 0,1 0 0 0 0,0 0 0 0 0,-2 14 0 0 0,4-21-44 0 0,0 1-1 0 0,0-1 0 0 0,0 0 0 0 0,0 0 0 0 0,0 1 1 0 0,1-1-1 0 0,-1 0 0 0 0,0 0 0 0 0,1 0 0 0 0,-1 0 1 0 0,0 1-1 0 0,1-1 0 0 0,0 0 0 0 0,-1 0 1 0 0,1 0-1 0 0,0 0 0 0 0,-1 0 0 0 0,3 1 0 0 0,-2-1-5 0 0,1 0 0 0 0,-1 0 0 0 0,1 0 0 0 0,0-1 0 0 0,0 1 0 0 0,-1-1 0 0 0,1 1 0 0 0,0-1 0 0 0,0 0 0 0 0,-1 1 0 0 0,1-1 0 0 0,0 0 0 0 0,0 0 0 0 0,0 0 0 0 0,-1 0 0 0 0,4-1 0 0 0,58-12-266 0 0,-42 8 222 0 0,0 1-1 0 0,0 0 1 0 0,0 2 0 0 0,23 0 0 0 0,-39 2 41 0 0,0 0 0 0 0,1 1 0 0 0,-1-1 0 0 0,0 1 0 0 0,0 1 0 0 0,0-1 1 0 0,0 1-1 0 0,0 0 0 0 0,0 0 0 0 0,0 0 0 0 0,0 1 0 0 0,-1-1 0 0 0,1 1 0 0 0,-1 0 0 0 0,0 1 1 0 0,0-1-1 0 0,0 1 0 0 0,0 0 0 0 0,-1 0 0 0 0,1 0 0 0 0,2 5 0 0 0,-3-4 2 0 0,-1 1-1 0 0,0-1 0 0 0,0 1 1 0 0,0 0-1 0 0,-1 0 0 0 0,1-1 1 0 0,-1 1-1 0 0,-1 0 0 0 0,1 0 1 0 0,-1 0-1 0 0,0 0 0 0 0,-1 0 1 0 0,1 0-1 0 0,-1 0 0 0 0,0 0 1 0 0,-1 0-1 0 0,0 0 0 0 0,1-1 1 0 0,-4 7-1 0 0,-5 10-4 0 0,0 1-1 0 0,-2-2 1 0 0,-16 25 0 0 0,15-26-211 0 0,0-1 0 0 0,-1-1 1 0 0,-23 24-1 0 0,27-35-376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52 11058 0 0,'2'-5'523'0'0,"0"0"0"0"0,1 1 0 0 0,0-1-1 0 0,0 0 1 0 0,0 1 0 0 0,0-1-1 0 0,7-5 1 0 0,-9 9-371 0 0,0 0 1 0 0,0 0-1 0 0,0 1 1 0 0,0-1-1 0 0,0 0 1 0 0,0 1-1 0 0,1-1 0 0 0,-1 1 1 0 0,0-1-1 0 0,0 1 1 0 0,0-1-1 0 0,1 1 0 0 0,-1 0 1 0 0,0 0-1 0 0,1 0 1 0 0,-1 0-1 0 0,0 0 0 0 0,0 0 1 0 0,1 0-1 0 0,-1 0 1 0 0,0 0-1 0 0,0 0 1 0 0,1 1-1 0 0,-1-1 0 0 0,0 1 1 0 0,0-1-1 0 0,0 1 1 0 0,1-1-1 0 0,-1 1 0 0 0,0 0 1 0 0,0-1-1 0 0,0 1 1 0 0,0 0-1 0 0,0 0 0 0 0,0 0 1 0 0,0 0-1 0 0,-1 0 1 0 0,1 0-1 0 0,1 1 1 0 0,6 9 111 0 0,0 0 1 0 0,-1 1 0 0 0,0-1-1 0 0,0 1 1 0 0,-2 1 0 0 0,9 23-1 0 0,17 84 219 0 0,-27-102-391 0 0,17 100 112 0 0,-16-80-273 0 0,2 1-1 0 0,1-1 1 0 0,2 0-1 0 0,19 45 1 0 0,-26-76-53 0 0,1 0-1 0 0,-1 0 1 0 0,1-1-1 0 0,1 1 1 0 0,7 8-1 0 0,-10-13-208 0 0,0 0-1 0 0,1 0 1 0 0,-1 0-1 0 0,1 0 1 0 0,-1 0-1 0 0,1-1 1 0 0,0 1-1 0 0,0-1 0 0 0,5 3 1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52 14283 0 0,'27'-12'3748'0'0,"-24"12"-3547"0"0,68-23 2513 0 0,-55 19-2747 0 0,1 0 0 0 0,-1 1 1 0 0,1 0-1 0 0,27 0 0 0 0,-12 5-41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0 324 5065 0 0,'11'-6'862'0'0,"88"-48"6071"0"0,-90 48-6153 0 0,0 0 0 0 0,-1-1 1 0 0,1 0-1 0 0,-1 0 0 0 0,0-1 1 0 0,-1 0-1 0 0,0-1 1 0 0,6-9-1 0 0,-10 11-621 0 0,0 1 0 0 0,-1-1-1 0 0,0 0 1 0 0,0 0 0 0 0,-1 0 0 0 0,0 0 0 0 0,0 0-1 0 0,0-1 1 0 0,-1 1 0 0 0,0 0 0 0 0,-1 0 0 0 0,1 0-1 0 0,-2-1 1 0 0,1 1 0 0 0,-1 0 0 0 0,0 0 0 0 0,0 1-1 0 0,-1-1 1 0 0,1 0 0 0 0,-2 1 0 0 0,1-1 0 0 0,-1 1-1 0 0,0 0 1 0 0,-6-7 0 0 0,9 12-154 0 0,0 0 0 0 0,1 0 0 0 0,-1 1 0 0 0,0-1 0 0 0,0 0 0 0 0,0 0 0 0 0,0 1 0 0 0,-1-1 0 0 0,1 1 0 0 0,0-1 0 0 0,0 1 0 0 0,0-1 0 0 0,0 1 0 0 0,0 0-1 0 0,-1 0 1 0 0,1-1 0 0 0,0 1 0 0 0,0 0 0 0 0,-1 0 0 0 0,1 0 0 0 0,0 0 0 0 0,0 0 0 0 0,0 1 0 0 0,-1-1 0 0 0,1 0 0 0 0,-1 1 0 0 0,0 0 3 0 0,-1 1 0 0 0,1-1 0 0 0,0 1 0 0 0,0-1 0 0 0,0 1 1 0 0,1 0-1 0 0,-1 0 0 0 0,0-1 0 0 0,0 1 0 0 0,1 1 0 0 0,-3 3 0 0 0,-1 4-8 0 0,0 0-1 0 0,1 0 0 0 0,0 1 1 0 0,-4 18-1 0 0,6-20-23 0 0,1-1 0 0 0,0 1 1 0 0,0 0-1 0 0,1 0 0 0 0,0-1 0 0 0,0 1 0 0 0,1 0 0 0 0,2 12 1 0 0,-1-17 4 0 0,-1 1 1 0 0,1-1 0 0 0,-1 0 0 0 0,1 0 0 0 0,0 1 0 0 0,1-1 0 0 0,-1 0 0 0 0,1-1 0 0 0,0 1 0 0 0,0 0 0 0 0,0-1 0 0 0,0 0-1 0 0,1 0 1 0 0,-1 0 0 0 0,1 0 0 0 0,0 0 0 0 0,5 3 0 0 0,-2-3-27 0 0,-1 0-1 0 0,0-1 1 0 0,1 1 0 0 0,0-1 0 0 0,0 0-1 0 0,-1-1 1 0 0,1 0 0 0 0,0 0-1 0 0,0 0 1 0 0,0-1 0 0 0,0 0 0 0 0,0-1-1 0 0,0 1 1 0 0,0-1 0 0 0,0 0-1 0 0,7-3 1 0 0,9-4-1168 0 0,-1 0-1 0 0,0-2 0 0 0,29-17 1 0 0,-28 14-949 0 0,-2 3 466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 7834 0 0,'0'0'269'0'0,"-1"0"1"0"0,0 0 0 0 0,0-1 0 0 0,0 1 0 0 0,0 0 0 0 0,0 0-1 0 0,0 0 1 0 0,1 0 0 0 0,-1 1 0 0 0,0-1 0 0 0,0 0-1 0 0,0 0 1 0 0,0 0 0 0 0,0 1 0 0 0,1-1 0 0 0,-1 1-1 0 0,0-1 1 0 0,0 0 0 0 0,1 1 0 0 0,-1-1 0 0 0,0 1-1 0 0,0-1 1 0 0,1 1 0 0 0,-1 0 0 0 0,1-1 0 0 0,-1 1-1 0 0,1 0 1 0 0,-1 0 0 0 0,1-1 0 0 0,-1 1 0 0 0,1 0 0 0 0,-1 0-1 0 0,1-1 1 0 0,0 1 0 0 0,-1 0 0 0 0,1 0 0 0 0,0 0-1 0 0,0 0 1 0 0,0 0 0 0 0,0-1 0 0 0,0 1 0 0 0,0 0-1 0 0,0 0 1 0 0,0 2 0 0 0,2 4 195 0 0,0-1 0 0 0,0 1 0 0 0,0 0 0 0 0,1-1 0 0 0,4 7 0 0 0,3 10-393 0 0,5 21 31 0 0,-2 0 0 0 0,-1 1 0 0 0,-3 0 1 0 0,-2 1-1 0 0,-2 0 0 0 0,-1 0 0 0 0,-5 65 0 0 0,-6-61-329 0 0,6-47-118 0 0,1 1 0 0 0,-1-1 1 0 0,-1 1-1 0 0,1-1 0 0 0,-1 1 0 0 0,1-1 1 0 0,-1 0-1 0 0,0 0 0 0 0,0 0 0 0 0,0 0 1 0 0,-4 4-1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5 290 3225 0 0,'-5'-68'399'0'0,"5"54"948"0"0,1 0-1 0 0,0 1 0 0 0,0-1 1 0 0,1 0-1 0 0,7-20 1 0 0,-7 25-653 0 0,2 0 0 0 0,-1 0 0 0 0,1 0 1 0 0,0 0-1 0 0,1 1 0 0 0,0 0 1 0 0,0 0-1 0 0,1 0 0 0 0,8-8 1 0 0,-11 13-551 0 0,0 0 1 0 0,0 1 0 0 0,0 0 0 0 0,1 0-1 0 0,-1 0 1 0 0,1 0 0 0 0,-1 0 0 0 0,1 0-1 0 0,0 1 1 0 0,-1 0 0 0 0,1 0 0 0 0,0 0-1 0 0,0 0 1 0 0,0 1 0 0 0,0-1-1 0 0,0 1 1 0 0,0 0 0 0 0,0 0 0 0 0,0 1-1 0 0,-1-1 1 0 0,1 1 0 0 0,0 0 0 0 0,0 0-1 0 0,0 0 1 0 0,4 2 0 0 0,-4-2-101 0 0,-1 0 0 0 0,1 1 0 0 0,-1-1 0 0 0,0 1 1 0 0,0 0-1 0 0,1 0 0 0 0,-1 0 0 0 0,0 0 0 0 0,-1 0 0 0 0,1 1 1 0 0,0-1-1 0 0,-1 1 0 0 0,1-1 0 0 0,-1 1 0 0 0,0 0 0 0 0,0 0 1 0 0,0 1-1 0 0,0-1 0 0 0,-1 0 0 0 0,1 0 0 0 0,1 7 0 0 0,-3-6-18 0 0,1 1-1 0 0,-1 0 0 0 0,0-1 0 0 0,0 1 0 0 0,-1 0 0 0 0,1-1 0 0 0,-1 1 1 0 0,0 0-1 0 0,0-1 0 0 0,-1 0 0 0 0,1 1 0 0 0,-1-1 0 0 0,0 0 0 0 0,0 1 0 0 0,0-1 1 0 0,-5 6-1 0 0,2-2-246 0 0,-1 0-1 0 0,1 0 1 0 0,-1 0 0 0 0,-1-1 0 0 0,1 0 0 0 0,-1 0 0 0 0,0-1 0 0 0,-1 0 0 0 0,0 0-1 0 0,-9 5 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58 11058 0 0,'2'-3'280'0'0,"0"0"-1"0"0,0 0 1 0 0,1 0-1 0 0,0 1 0 0 0,-1-1 1 0 0,1 1-1 0 0,0 0 1 0 0,4-3-1 0 0,-5 4-65 0 0,3-3 48 0 0,0 0 1 0 0,0 1-1 0 0,0 0 1 0 0,1 0-1 0 0,0 0 1 0 0,-1 0-1 0 0,1 1 1 0 0,0 0-1 0 0,6-1 1 0 0,-10 3-198 0 0,0 0 0 0 0,-1 0 1 0 0,1 0-1 0 0,0 0 0 0 0,0 0 1 0 0,0 0-1 0 0,-1 0 0 0 0,1 0 1 0 0,0 1-1 0 0,0-1 0 0 0,-1 1 1 0 0,1 0-1 0 0,0-1 0 0 0,-1 1 1 0 0,1 0-1 0 0,0 0 0 0 0,-1 0 1 0 0,1 0-1 0 0,-1 0 0 0 0,0 0 1 0 0,1 0-1 0 0,-1 1 1 0 0,0-1-1 0 0,0 1 0 0 0,0-1 1 0 0,0 1-1 0 0,0-1 0 0 0,0 1 1 0 0,0-1-1 0 0,0 1 0 0 0,-1 0 1 0 0,1-1-1 0 0,0 1 0 0 0,-1 0 1 0 0,1 2-1 0 0,1 5-79 0 0,0 1 1 0 0,-1 0-1 0 0,0-1 0 0 0,-1 1 0 0 0,1 0 1 0 0,-2-1-1 0 0,0 1 0 0 0,0 0 1 0 0,-3 12-1 0 0,-5 10-90 0 0,-17 44-1 0 0,14-47 113 0 0,-9 42-1 0 0,20-70 46 0 0,1 0-1 0 0,0 1 0 0 0,-1-1 0 0 0,1 0 1 0 0,0 1-1 0 0,0-1 0 0 0,-1 0 0 0 0,1 1 1 0 0,0-1-1 0 0,1 1 0 0 0,-1-1 1 0 0,0 0-1 0 0,0 1 0 0 0,0-1 0 0 0,1 0 1 0 0,-1 0-1 0 0,1 1 0 0 0,-1-1 1 0 0,1 0-1 0 0,-1 0 0 0 0,2 2 0 0 0,-1-2-3 0 0,0-1 1 0 0,0 0-1 0 0,0 1 0 0 0,0-1 0 0 0,0 1 0 0 0,0-1 0 0 0,0 0 0 0 0,0 0 0 0 0,0 0 0 0 0,0 1 0 0 0,0-1 0 0 0,0 0 0 0 0,0 0 1 0 0,0-1-1 0 0,0 1 0 0 0,0 0 0 0 0,0 0 0 0 0,0 0 0 0 0,0-1 0 0 0,2 0 0 0 0,7-3 232 0 0,0-1 1 0 0,0 0-1 0 0,17-12 0 0 0,-23 15-271 0 0,75-51-140 0 0,-46 30-5615 0 0,-8 6-1079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646 100 8754 0 0,'-54'-38'2772'0'0,"40"27"-469"0"0,-2 1 1 0 0,-19-12 0 0 0,27 19-1990 0 0,0 0 0 0 0,1 0 0 0 0,-1 0 0 0 0,-14-2 0 0 0,9 4-111 0 0,-1 0 0 0 0,1 1 0 0 0,-1 1 0 0 0,1 0 0 0 0,-1 0 0 0 0,1 1 1 0 0,0 1-1 0 0,0 1 0 0 0,0 0 0 0 0,0 0 0 0 0,0 1 0 0 0,-18 11 0 0 0,12-6-111 0 0,1 1 0 0 0,0 1-1 0 0,0 1 1 0 0,1 0 0 0 0,1 2 0 0 0,0 0-1 0 0,-15 19 1 0 0,17-15-15 0 0,1 0 0 0 0,1 1-1 0 0,1 1 1 0 0,0 0 0 0 0,-14 44 0 0 0,13-25-99 0 0,2 1 0 0 0,-8 60 0 0 0,16-87-42 0 0,1 1 0 0 0,0-1 0 0 0,1 1 0 0 0,1-1 1 0 0,0 1-1 0 0,1-1 0 0 0,1 0 0 0 0,0 0 0 0 0,1 1 0 0 0,0-2 1 0 0,8 18-1 0 0,-4-17-24 0 0,0 0 0 0 0,0-1 1 0 0,2 0-1 0 0,0 0 0 0 0,0-1 0 0 0,1 0 1 0 0,0 0-1 0 0,1-2 0 0 0,1 1 0 0 0,13 8 1 0 0,0-2-66 0 0,0-2 1 0 0,1 0 0 0 0,1-2 0 0 0,0-1 0 0 0,1-2-1 0 0,0 0 1 0 0,57 10 0 0 0,-50-14 286 0 0,0-2 0 0 0,1-2 0 0 0,-1-1 0 0 0,0-2 0 0 0,1-1 0 0 0,48-10 0 0 0,-74 10-39 0 0,1 0 1 0 0,-1-1-1 0 0,0-1 0 0 0,0 1 1 0 0,0-2-1 0 0,0 0 1 0 0,-1 0-1 0 0,0-1 1 0 0,0 0-1 0 0,0 0 1 0 0,-1-1-1 0 0,0-1 1 0 0,0 1-1 0 0,-1-1 0 0 0,0-1 1 0 0,-1 0-1 0 0,1 0 1 0 0,-2 0-1 0 0,1-1 1 0 0,-1 0-1 0 0,-1 0 1 0 0,0-1-1 0 0,0 0 1 0 0,-1 1-1 0 0,3-15 1 0 0,-1 3 62 0 0,-2-1 1 0 0,-1 0-1 0 0,-1 0 1 0 0,-1 0-1 0 0,-1 0 1 0 0,-1-1-1 0 0,-1 1 1 0 0,-6-30-1 0 0,-2 4 20 0 0,-3 1 0 0 0,-34-85 0 0 0,37 109-179 0 0,-1 0-1 0 0,-1 1 1 0 0,-1 0 0 0 0,-1 1-1 0 0,-1 0 1 0 0,-24-26 0 0 0,33 41-51 0 0,-1 1 0 0 0,0-1 0 0 0,0 1 0 0 0,0 0 0 0 0,-1 1 1 0 0,0 0-1 0 0,0 0 0 0 0,0 0 0 0 0,-1 1 0 0 0,1 0 0 0 0,-1 1 1 0 0,0 0-1 0 0,0 1 0 0 0,0-1 0 0 0,0 2 0 0 0,-1-1 1 0 0,1 1-1 0 0,0 1 0 0 0,-1 0 0 0 0,1 0 0 0 0,-11 2 0 0 0,14-1-65 0 0,-1 1 0 0 0,1-1 0 0 0,0 1-1 0 0,0 1 1 0 0,1-1 0 0 0,-1 1 0 0 0,0 0 0 0 0,1 0-1 0 0,-10 8 1 0 0,-13 17-483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4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305 2 5529 0 0,'0'0'423'0'0,"-21"-2"6269"0"0,11 3-5969 0 0,0 1 1 0 0,0 0-1 0 0,0 0 1 0 0,0 1-1 0 0,0 0 0 0 0,1 1 1 0 0,-1 0-1 0 0,1 0 1 0 0,0 1-1 0 0,0 0 1 0 0,-10 9-1 0 0,7-5-470 0 0,1 2 0 0 0,0-1 0 0 0,1 1 0 0 0,0 1 0 0 0,1 0 0 0 0,0 0 0 0 0,-8 16 0 0 0,6-7-252 0 0,0 0 0 0 0,2 1-1 0 0,1 0 1 0 0,1 1 0 0 0,0 0 0 0 0,2 0 0 0 0,1 0-1 0 0,1 1 1 0 0,-1 42 0 0 0,4-56 21 0 0,1 0-1 0 0,0-1 1 0 0,0 1 0 0 0,1-1 0 0 0,0 1-1 0 0,1-1 1 0 0,0 0 0 0 0,0 0 0 0 0,1 0-1 0 0,9 15 1 0 0,-10-20-26 0 0,0 1 0 0 0,1-1 0 0 0,-1 0 0 0 0,1 0-1 0 0,0-1 1 0 0,0 1 0 0 0,0-1 0 0 0,0 0 0 0 0,1 0 0 0 0,-1 0 0 0 0,1 0-1 0 0,0-1 1 0 0,0 0 0 0 0,0 0 0 0 0,0 0 0 0 0,0-1 0 0 0,0 1-1 0 0,0-1 1 0 0,1-1 0 0 0,9 1 0 0 0,-1-1-200 0 0,0-1-1 0 0,0-1 1 0 0,-1 0-1 0 0,1 0 1 0 0,-1-2-1 0 0,0 0 1 0 0,17-7-1 0 0,88-48-1021 0 0,-58 27 1565 0 0,39-16-594 0 0,167-58 0 0 0,-258 104 186 0 0,20-7-418 0 0,37-17-1 0 0,-58 23 271 0 0,0-1 1 0 0,0 1 0 0 0,-1-2-1 0 0,0 1 1 0 0,1 0 0 0 0,-1-1-1 0 0,-1-1 1 0 0,1 1-1 0 0,-1-1 1 0 0,8-9 0 0 0,-13 14 266 0 0,0 1 1 0 0,0-1-1 0 0,1 1 0 0 0,-1-1 1 0 0,0 0-1 0 0,0 1 1 0 0,0-1-1 0 0,1 1 1 0 0,-1-1-1 0 0,0 1 1 0 0,0-1-1 0 0,0 0 0 0 0,0 1 1 0 0,0-1-1 0 0,0 1 1 0 0,0-1-1 0 0,-1 0 1 0 0,1 1-1 0 0,0-1 1 0 0,0 1-1 0 0,0-1 0 0 0,-1 1 1 0 0,1-1-1 0 0,0 0 1 0 0,0 1-1 0 0,-1-1 1 0 0,1 1-1 0 0,-1-1 1 0 0,-17-13 4688 0 0,-25-2 1900 0 0,33 15-6581 0 0,0 1-1 0 0,0 0 0 0 0,0 0 1 0 0,0 1-1 0 0,0 0 1 0 0,0 1-1 0 0,0 0 1 0 0,0 1-1 0 0,1 0 1 0 0,-1 0-1 0 0,1 1 0 0 0,0 0 1 0 0,0 1-1 0 0,0 0 1 0 0,0 0-1 0 0,1 1 1 0 0,0 0-1 0 0,0 0 1 0 0,-11 13-1 0 0,10-10-192 0 0,0 1 0 0 0,1 0 0 0 0,0 0 0 0 0,1 1 0 0 0,0 0-1 0 0,0 1 1 0 0,1-1 0 0 0,1 1 0 0 0,0 0 0 0 0,0 1 0 0 0,1-1 0 0 0,1 1 0 0 0,0 0 0 0 0,-1 21 0 0 0,3-30 61 0 0,1-1 0 0 0,0 0 0 0 0,0 1 0 0 0,1-1 0 0 0,-1 1 0 0 0,1-1 0 0 0,-1 1 0 0 0,1-1 0 0 0,0 0 1 0 0,0 0-1 0 0,1 1 0 0 0,-1-1 0 0 0,1 0 0 0 0,0 0 0 0 0,-1 0 0 0 0,1 0 0 0 0,0-1 0 0 0,1 1 1 0 0,-1 0-1 0 0,0-1 0 0 0,1 0 0 0 0,0 1 0 0 0,3 2 0 0 0,-2-4-48 0 0,-1 1 1 0 0,1-1-1 0 0,-1 0 1 0 0,1 0-1 0 0,0 0 0 0 0,-1 0 1 0 0,1-1-1 0 0,0 1 1 0 0,0-1-1 0 0,-1 0 0 0 0,1 0 1 0 0,0 0-1 0 0,0-1 0 0 0,-1 1 1 0 0,1-1-1 0 0,0 0 1 0 0,-1 0-1 0 0,1-1 0 0 0,-1 1 1 0 0,1 0-1 0 0,3-3 1 0 0,1-1 30 0 0,0 1 0 0 0,0-1 0 0 0,0 0 0 0 0,-1-1 0 0 0,0 0 0 0 0,0 0 0 0 0,-1 0 0 0 0,0-1 0 0 0,0 0 0 0 0,0 0 0 0 0,-1-1 0 0 0,0 1 0 0 0,0-1 0 0 0,-1 0 0 0 0,0-1 0 0 0,5-13 0 0 0,-9 21 134 0 0,0 0 1 0 0,1-1 0 0 0,-1 1 0 0 0,1-1 0 0 0,-1 1 0 0 0,1 0 0 0 0,0 0 0 0 0,0-1 0 0 0,0 1 0 0 0,-1 0-1 0 0,1 0 1 0 0,0 0 0 0 0,0 0 0 0 0,0 0 0 0 0,1 0 0 0 0,-1 0 0 0 0,0 0 0 0 0,0 1 0 0 0,0-1 0 0 0,1 0 0 0 0,-1 1-1 0 0,0-1 1 0 0,1 1 0 0 0,-1-1 0 0 0,1 1 0 0 0,-1 0 0 0 0,0-1 0 0 0,1 1 0 0 0,-1 0 0 0 0,1 0 0 0 0,-1 0-1 0 0,1 0 1 0 0,-1 0 0 0 0,1 1 0 0 0,-1-1 0 0 0,0 0 0 0 0,1 1 0 0 0,-1-1 0 0 0,1 0 0 0 0,-1 1 0 0 0,0 0-1 0 0,0-1 1 0 0,3 3 0 0 0,2 0 18 0 0,0 0 0 0 0,-1 1 0 0 0,1-1 0 0 0,-1 1 0 0 0,0 1 0 0 0,0-1 0 0 0,0 1 0 0 0,6 7 0 0 0,-2 1-152 0 0,36 47 225 0 0,-11-23-3082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1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123 30 14283 0 0,'-6'-4'356'0'0,"0"0"1"0"0,-1 0-1 0 0,0 0 0 0 0,0 1 0 0 0,0 0 0 0 0,-10-3 1 0 0,15 6-241 0 0,0-1 0 0 0,1 1 1 0 0,-1 0-1 0 0,0 0 1 0 0,0 0-1 0 0,0 0 0 0 0,1 0 1 0 0,-1 0-1 0 0,0 0 1 0 0,0 1-1 0 0,1-1 0 0 0,-1 0 1 0 0,0 1-1 0 0,1 0 0 0 0,-1-1 1 0 0,0 1-1 0 0,1 0 1 0 0,-1 0-1 0 0,1 0 0 0 0,-1 0 1 0 0,1 0-1 0 0,0 0 1 0 0,-1 0-1 0 0,1 0 0 0 0,0 1 1 0 0,0-1-1 0 0,0 1 0 0 0,0-1 1 0 0,0 1-1 0 0,0-1 1 0 0,0 1-1 0 0,0-1 0 0 0,-1 4 1 0 0,-1 5 113 0 0,0 0 0 0 0,0 1 0 0 0,1-1 0 0 0,0 1 0 0 0,1 0 0 0 0,0 0 1 0 0,1 12-1 0 0,9 81 663 0 0,-4-64-508 0 0,3 59 114 0 0,-5-38-490 0 0,20 99-1 0 0,-20-149-219 0 0,0 1 1 0 0,1-1-1 0 0,0-1 0 0 0,0 1 1 0 0,1-1-1 0 0,1 0 0 0 0,12 18 1 0 0,0-6-373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224 14 11522 0 0,'-2'-2'310'0'0,"1"1"0"0"0,-1 0 0 0 0,1 0 0 0 0,-1 0 0 0 0,0 0 0 0 0,0 0 0 0 0,1 0 0 0 0,-1 0 0 0 0,0 0 0 0 0,0 1 0 0 0,0-1 0 0 0,0 1 0 0 0,0-1 0 0 0,0 1 0 0 0,0 0 0 0 0,0 0 0 0 0,0 0 0 0 0,0 0 0 0 0,0 0 0 0 0,0 0 0 0 0,0 1 0 0 0,0-1 0 0 0,-2 1 0 0 0,-6 1 171 0 0,1 0 1 0 0,1 0 0 0 0,-1 0-1 0 0,-10 5 1 0 0,11-2-394 0 0,-1 1 0 0 0,1-1-1 0 0,0 2 1 0 0,0-1 0 0 0,1 1 0 0 0,0 0 0 0 0,0 0 0 0 0,0 1 0 0 0,1 0-1 0 0,0 0 1 0 0,1 1 0 0 0,0-1 0 0 0,0 1 0 0 0,1 0 0 0 0,-5 15 0 0 0,6-17-40 0 0,1-1 1 0 0,0 1 0 0 0,1 0 0 0 0,-1 0 0 0 0,1 0 0 0 0,0 0 0 0 0,1 0 0 0 0,0 0 0 0 0,0 0 0 0 0,1 0-1 0 0,-1 0 1 0 0,1-1 0 0 0,1 1 0 0 0,-1 0 0 0 0,1 0 0 0 0,1-1 0 0 0,-1 1 0 0 0,1-1 0 0 0,0 1 0 0 0,1-1-1 0 0,-1 0 1 0 0,1-1 0 0 0,6 8 0 0 0,-5-9-218 0 0,0 0 0 0 0,1-1 0 0 0,-1 1 0 0 0,1-1 0 0 0,0 0 0 0 0,0-1 0 0 0,0 1 0 0 0,0-1-1 0 0,1-1 1 0 0,-1 1 0 0 0,0-1 0 0 0,1 0 0 0 0,-1 0 0 0 0,1-1 0 0 0,0 0 0 0 0,-1 0 0 0 0,10-2 0 0 0,19 0-7414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0 179 920 0 0,'16'-17'1325'0'0,"0"-1"-1"0"0,-1 0 1 0 0,-1-1 0 0 0,-1-1-1 0 0,-1 0 1 0 0,-1 0 0 0 0,17-26 8644 0 0,-22 62-7136 0 0,3 23-2263 0 0,-8 20-477 0 0,-2-36 40 0 0,5 42-1 0 0,-4-60-121 0 0,1 0 0 0 0,0 0 0 0 0,1 0 0 0 0,-1 0 0 0 0,1 0 0 0 0,0 0 0 0 0,0 0 0 0 0,0-1 0 0 0,1 1 0 0 0,0-1 0 0 0,0 1 0 0 0,0-1 0 0 0,5 5 0 0 0,-6-7-18 0 0,-1-1 0 0 0,1 1-1 0 0,0-1 1 0 0,0 0 0 0 0,0 0 0 0 0,0 0-1 0 0,0 0 1 0 0,0 0 0 0 0,0 0 0 0 0,1 0 0 0 0,-1-1-1 0 0,0 1 1 0 0,0-1 0 0 0,1 1 0 0 0,-1-1-1 0 0,0 0 1 0 0,0 0 0 0 0,4-1 0 0 0,-1 0-27 0 0,0 0 0 0 0,0 0 1 0 0,-1 0-1 0 0,1-1 1 0 0,0 0-1 0 0,-1 0 0 0 0,0 0 1 0 0,6-5-1 0 0,1 0-39 0 0,-1-1-1 0 0,0-1 1 0 0,-1 1 0 0 0,0-2-1 0 0,15-19 1 0 0,-8 3 84 0 0,-13 20 74 0 0,0 0 0 0 0,0 0 1 0 0,1 0-1 0 0,0 0 0 0 0,0 1 0 0 0,1 0 0 0 0,0-1 0 0 0,6-4 0 0 0,-11 10-42 0 0,1 0-1 0 0,0 0 0 0 0,0 0 0 0 0,0 0 1 0 0,-1 0-1 0 0,1 0 0 0 0,0 0 0 0 0,0 0 1 0 0,-1 0-1 0 0,1 0 0 0 0,0 1 1 0 0,0-1-1 0 0,-1 0 0 0 0,1 1 0 0 0,0-1 1 0 0,0 0-1 0 0,-1 1 0 0 0,1-1 0 0 0,0 1 1 0 0,-1-1-1 0 0,1 1 0 0 0,-1-1 0 0 0,1 1 1 0 0,-1-1-1 0 0,1 1 0 0 0,-1 0 0 0 0,1-1 1 0 0,-1 1-1 0 0,1 0 0 0 0,-1-1 0 0 0,0 1 1 0 0,1 0-1 0 0,-1 0 0 0 0,0-1 0 0 0,0 2 1 0 0,14 34 154 0 0,-12-31-197 0 0,0 1-276 0 0,0 0-1 0 0,1-1 0 0 0,0 0 1 0 0,-1 1-1 0 0,2-1 0 0 0,-1 0 0 0 0,1 0 1 0 0,-1-1-1 0 0,1 1 0 0 0,1-1 1 0 0,7 7-1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6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62 2304 0 0,'-10'-16'1809'0'0,"8"13"-775"0"0,0-1 1 0 0,0 1-1 0 0,0-1 0 0 0,0 1 0 0 0,-1 0 0 0 0,1 0 0 0 0,-1 0 0 0 0,0 0 1 0 0,1 0-1 0 0,-1 1 0 0 0,-1-1 0 0 0,1 1 0 0 0,0 0 0 0 0,-4-2 1 0 0,6 4-942 0 0,0 0 0 0 0,0 0 0 0 0,0 1 0 0 0,1-1 0 0 0,-1 0 1 0 0,0 1-1 0 0,1-1 0 0 0,-1 1 0 0 0,0-1 0 0 0,1 1 0 0 0,-1-1 1 0 0,0 1-1 0 0,1-1 0 0 0,-1 1 0 0 0,1 0 0 0 0,-1-1 1 0 0,1 1-1 0 0,-1 0 0 0 0,1 0 0 0 0,0-1 0 0 0,-1 1 0 0 0,1 0 1 0 0,0 0-1 0 0,0-1 0 0 0,-1 1 0 0 0,1 0 0 0 0,0 0 0 0 0,0 0 1 0 0,0 0-1 0 0,-4 30 555 0 0,3-27-496 0 0,-1 24 61 0 0,1 0 0 0 0,1-1-1 0 0,2 1 1 0 0,0 0 0 0 0,2-1 0 0 0,1 1 0 0 0,1-1 0 0 0,1-1-1 0 0,2 1 1 0 0,1-1 0 0 0,21 41 0 0 0,2-10-995 0 0,-18-31-6549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6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 9 4145 0 0,'-9'2'80'0'0,"6"-1"-50"0"0,0 0 0 0 0,-1 0 0 0 0,1-1-1 0 0,-1 1 1 0 0,1-1 0 0 0,-1 1 0 0 0,0-1 0 0 0,1 0-1 0 0,-1-1 1 0 0,-4 0 0 0 0,-5-7-1163 0 0,3 3-211 0 0,21 14 5928 0 0,-10-9-4456 0 0,-1 0-126 0 0,18-5 10 0 0,-18 5-18 0 0,1 0 0 0 0,-1 0 0 0 0,0 0 0 0 0,1 0 0 0 0,-1-1 0 0 0,0 1 0 0 0,1 0 0 0 0,-1 0 0 0 0,0 0 0 0 0,1 0 1 0 0,-1 0-1 0 0,0 0 0 0 0,1 0 0 0 0,-1 0 0 0 0,0 0 0 0 0,1 0 0 0 0,-1 0 0 0 0,0 1 0 0 0,0-1 0 0 0,1 0 0 0 0,-1 0 1 0 0,0 0-1 0 0,1 0 0 0 0,-1 0 0 0 0,0 1 0 0 0,0-1 0 0 0,1 0 0 0 0,-1 0 0 0 0,0 0 0 0 0,0 1 0 0 0,1-1 0 0 0,-1 0 1 0 0,0 0-1 0 0,0 1 0 0 0,0-1 0 0 0,0 0 0 0 0,1 1 0 0 0,-1-1 0 0 0,0 0 0 0 0,0 0 0 0 0,0 1 0 0 0,0-1 0 0 0,0 0 1 0 0,0 1-1 0 0,0-1 0 0 0,0 0 0 0 0,0 1 0 0 0,0-1 0 0 0,0 0 0 0 0,0 1 0 0 0,0-1 0 0 0,0 0 0 0 0,0 1 0 0 0,0-1 0 0 0,0 0 1 0 0,0 1-1 0 0,0-1 0 0 0,-1 0 0 0 0,1 0 0 0 0,0 1 0 0 0,0-1 0 0 0,0 0 0 0 0,0 0 0 0 0,-1 1 0 0 0,-2 2-267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255 58 5985 0 0,'0'-2'290'0'0,"0"-1"0"0"0,0 1-1 0 0,0 0 1 0 0,-1-1-1 0 0,1 1 1 0 0,-1 0 0 0 0,1 0-1 0 0,-1 0 1 0 0,0-1 0 0 0,0 1-1 0 0,0 0 1 0 0,0 0 0 0 0,0 0-1 0 0,0 0 1 0 0,0 0 0 0 0,-1 0-1 0 0,1 1 1 0 0,-1-1-1 0 0,1 0 1 0 0,-1 1 0 0 0,0-1-1 0 0,0 1 1 0 0,1 0 0 0 0,-1-1-1 0 0,0 1 1 0 0,0 0 0 0 0,0 0-1 0 0,-1 0 1 0 0,1 0-1 0 0,0 1 1 0 0,0-1 0 0 0,-4 0-1 0 0,1 0 57 0 0,1 1 0 0 0,-1 0 0 0 0,0 0 0 0 0,1 0-1 0 0,-1 0 1 0 0,0 1 0 0 0,1-1 0 0 0,-1 1 0 0 0,1 1 0 0 0,-1-1-1 0 0,1 0 1 0 0,-1 1 0 0 0,1 0 0 0 0,0 0 0 0 0,-5 4 0 0 0,-4 5-211 0 0,0 1 0 0 0,1 0 1 0 0,1 1-1 0 0,0 0 0 0 0,1 1 1 0 0,0 0-1 0 0,1 1 0 0 0,0 0 1 0 0,2 0-1 0 0,-1 1 0 0 0,-6 23 1 0 0,13-35-159 0 0,0 0 1 0 0,0 0-1 0 0,0 0 1 0 0,1 0-1 0 0,0 0 1 0 0,0 0 0 0 0,0 0-1 0 0,0 0 1 0 0,0 0-1 0 0,1 0 1 0 0,0-1-1 0 0,0 1 1 0 0,0 0-1 0 0,0 0 1 0 0,0 0-1 0 0,4 5 1 0 0,-4-8 6 0 0,0 1 1 0 0,0-1-1 0 0,0 0 1 0 0,0 1 0 0 0,1-1-1 0 0,-1 0 1 0 0,1 0-1 0 0,-1 0 1 0 0,1 0 0 0 0,-1 0-1 0 0,1 0 1 0 0,-1 0-1 0 0,1-1 1 0 0,0 1-1 0 0,-1-1 1 0 0,1 1 0 0 0,0-1-1 0 0,0 1 1 0 0,0-1-1 0 0,-1 0 1 0 0,1 0-1 0 0,0 0 1 0 0,0 0 0 0 0,0 0-1 0 0,-1 0 1 0 0,1-1-1 0 0,0 1 1 0 0,0-1-1 0 0,-1 1 1 0 0,1-1 0 0 0,0 1-1 0 0,-1-1 1 0 0,1 0-1 0 0,0 0 1 0 0,-1 0-1 0 0,1 0 1 0 0,1-2 0 0 0,9-6-301 0 0,0 0 1 0 0,-1-1 0 0 0,0 0-1 0 0,-1-1 1 0 0,0 0-1 0 0,0-1 1 0 0,-2 0 0 0 0,1 0-1 0 0,10-23 1 0 0,21-27 2894 0 0,-40 61-2552 0 0,1 0-1 0 0,-1 0 1 0 0,1 1 0 0 0,-1-1 0 0 0,1 0-1 0 0,-1 1 1 0 0,1-1 0 0 0,-1 0 0 0 0,1 1 0 0 0,0-1-1 0 0,0 1 1 0 0,-1-1 0 0 0,1 1 0 0 0,0-1-1 0 0,0 1 1 0 0,-1-1 0 0 0,1 1 0 0 0,0 0-1 0 0,0 0 1 0 0,0-1 0 0 0,-1 1 0 0 0,1 0-1 0 0,0 0 1 0 0,0 0 0 0 0,0 0 0 0 0,0 0 0 0 0,0 0-1 0 0,0 0 1 0 0,-1 0 0 0 0,1 0 0 0 0,0 0-1 0 0,0 1 1 0 0,0-1 0 0 0,0 0 0 0 0,-1 1-1 0 0,1-1 1 0 0,0 0 0 0 0,0 1 0 0 0,0-1 0 0 0,-1 1-1 0 0,1-1 1 0 0,0 1 0 0 0,-1-1 0 0 0,1 1-1 0 0,-1 0 1 0 0,1-1 0 0 0,0 1 0 0 0,-1 0-1 0 0,1 1 1 0 0,5 6 423 0 0,-1 0 0 0 0,0 1 0 0 0,8 17 0 0 0,-1-3-5 0 0,-7-17-732 0 0,1 1-1 0 0,-1-2 0 0 0,1 1 1 0 0,1-1-1 0 0,-1 0 1 0 0,1 0-1 0 0,0-1 0 0 0,0 0 1 0 0,0 0-1 0 0,0-1 1 0 0,1 1-1 0 0,0-2 0 0 0,-1 1 1 0 0,17 2-1 0 0,-6-3-7144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 12443 0 0,'1'14'7294'0'0,"-4"23"-4949"0"0,0 1-1587 0 0,4 17-224 0 0,2 0 0 0 0,2 0 0 0 0,17 69 0 0 0,-13-86-764 0 0,3 0-1 0 0,1-1 1 0 0,1 0 0 0 0,2-1 0 0 0,28 46-1 0 0,-37-71-1897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7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13 107 9218 0 0,'-13'-6'8768'0'0,"29"-7"-5837"0"0,29-12-2746 0 0,-14 13-998 0 0,43-13-1 0 0,-2 7-5718 0 0,-39 11 935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8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1 170 17508 0 0,'0'1'88'0'0,"1"1"0"0"0,0-1 0 0 0,-1 1 0 0 0,1-1 0 0 0,0 1 0 0 0,0-1 0 0 0,0 1 0 0 0,0-1 0 0 0,0 0-1 0 0,0 1 1 0 0,1-1 0 0 0,-1 0 0 0 0,0 0 0 0 0,1 0 0 0 0,-1 0 0 0 0,1 0 0 0 0,-1 0 0 0 0,1 0 0 0 0,-1-1 0 0 0,1 1 0 0 0,0 0 0 0 0,-1-1 0 0 0,1 0 0 0 0,0 1 0 0 0,-1-1 0 0 0,1 0 0 0 0,0 0 0 0 0,-1 0 0 0 0,1 0 0 0 0,0 0 0 0 0,0 0 0 0 0,-1 0 0 0 0,1 0 0 0 0,0-1 0 0 0,2 0 0 0 0,-1 0 8 0 0,0 0-1 0 0,0 0 1 0 0,0 0 0 0 0,-1-1-1 0 0,1 1 1 0 0,0-1 0 0 0,-1 1 0 0 0,1-1-1 0 0,-1 0 1 0 0,0 0 0 0 0,1 0-1 0 0,-1 0 1 0 0,0 0 0 0 0,0-1 0 0 0,0 1-1 0 0,-1-1 1 0 0,1 1 0 0 0,-1-1-1 0 0,1 0 1 0 0,1-4 0 0 0,-1-2-33 0 0,0 0 0 0 0,-1-1-1 0 0,0 1 1 0 0,0-1 0 0 0,-1 1 0 0 0,0-1 0 0 0,-1 0 0 0 0,0 1 0 0 0,0-1 0 0 0,-1 1-1 0 0,-1 0 1 0 0,1 0 0 0 0,-6-11 0 0 0,8 19-60 0 0,0 1 0 0 0,0-1 0 0 0,0 1 0 0 0,-1 0 0 0 0,1-1 1 0 0,0 1-1 0 0,0 0 0 0 0,0-1 0 0 0,-1 1 0 0 0,1 0 0 0 0,0-1 0 0 0,-1 1 0 0 0,1 0 0 0 0,0 0 0 0 0,-1-1 0 0 0,1 1 0 0 0,0 0 0 0 0,-1 0 1 0 0,1 0-1 0 0,0-1 0 0 0,-1 1 0 0 0,1 0 0 0 0,-1 0 0 0 0,1 0 0 0 0,0 0 0 0 0,-1 0 0 0 0,1 0 0 0 0,-1 0 0 0 0,1 0 0 0 0,0 0 0 0 0,-1 0 1 0 0,1 0-1 0 0,-1 0 0 0 0,-10 11 93 0 0,-5 20 97 0 0,15-30-179 0 0,-2 10 48 0 0,-1 1 0 0 0,2-1 1 0 0,-1 1-1 0 0,2 0 0 0 0,-1-1 0 0 0,2 1 0 0 0,-1 0 1 0 0,2 0-1 0 0,-1 0 0 0 0,2-1 0 0 0,0 1 0 0 0,0 0 0 0 0,1-1 1 0 0,5 15-1 0 0,-7-22-64 0 0,1 1 0 0 0,0 0 1 0 0,0-1-1 0 0,0 0 0 0 0,1 1 1 0 0,-1-1-1 0 0,1 0 0 0 0,0 0 0 0 0,0-1 1 0 0,1 1-1 0 0,-1-1 0 0 0,1 1 1 0 0,0-1-1 0 0,-1 0 0 0 0,1 0 0 0 0,1-1 1 0 0,-1 1-1 0 0,0-1 0 0 0,1 0 1 0 0,-1 0-1 0 0,1 0 0 0 0,-1-1 1 0 0,1 0-1 0 0,0 0 0 0 0,0 0 0 0 0,0 0 1 0 0,0-1-1 0 0,-1 1 0 0 0,1-1 1 0 0,0-1-1 0 0,0 1 0 0 0,0-1 0 0 0,0 0 1 0 0,0 0-1 0 0,-1 0 0 0 0,8-3 1 0 0,18-8-1566 0 0,0-4-3916 0 0,4-5-2164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9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67 10594 0 0,'-15'-49'2327'0'0,"14"47"-2171"0"0,1 1 0 0 0,-1 0 0 0 0,0 0 0 0 0,1 0 0 0 0,-1 0 0 0 0,0 0 0 0 0,0 0 0 0 0,1 0 0 0 0,-1 0 0 0 0,0 0 0 0 0,0 0 0 0 0,0 0 0 0 0,0 0 0 0 0,0 1 0 0 0,-2-2 0 0 0,2 2-43 0 0,0 0-1 0 0,0 0 0 0 0,0 0 1 0 0,1 0-1 0 0,-1 0 0 0 0,0 1 1 0 0,0-1-1 0 0,0 0 0 0 0,1 0 1 0 0,-1 1-1 0 0,0-1 0 0 0,0 0 1 0 0,1 1-1 0 0,-1-1 0 0 0,0 1 0 0 0,0-1 1 0 0,1 1-1 0 0,-1-1 0 0 0,1 1 1 0 0,-1 0-1 0 0,1-1 0 0 0,-1 1 1 0 0,1 0-1 0 0,-1-1 0 0 0,1 1 1 0 0,-1 0-1 0 0,1-1 0 0 0,-1 2 1 0 0,0 1 52 0 0,0 0-1 0 0,0 0 1 0 0,0 1 0 0 0,0-1 0 0 0,0 0 0 0 0,0 0 0 0 0,1 1 0 0 0,0-1 0 0 0,-1 1-1 0 0,1-1 1 0 0,1 0 0 0 0,0 7 0 0 0,11 46 501 0 0,-6-31-372 0 0,19 103 191 0 0,-6 1 1 0 0,5 233-1 0 0,-22-285-400 0 0,-2 42-2822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9.5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48 215 4609 0 0,'-2'-9'800'0'0,"1"0"-1"0"0,1 0 1 0 0,0-1 0 0 0,0 1-1 0 0,0 0 1 0 0,1 0 0 0 0,1-1-1 0 0,-1 1 1 0 0,2 0 0 0 0,-1 1-1 0 0,1-1 1 0 0,0 0 0 0 0,1 1-1 0 0,0-1 1 0 0,10-14 0 0 0,-11 19-644 0 0,0 0 0 0 0,0 0 0 0 0,1 0 0 0 0,-1 0 0 0 0,1 0 1 0 0,0 1-1 0 0,0-1 0 0 0,1 1 0 0 0,-1 0 0 0 0,1 0 0 0 0,-1 1 0 0 0,1-1 0 0 0,0 1 1 0 0,0 0-1 0 0,0 1 0 0 0,0-1 0 0 0,0 1 0 0 0,1 0 0 0 0,-1 0 0 0 0,0 0 0 0 0,0 1 1 0 0,1 0-1 0 0,-1 0 0 0 0,0 0 0 0 0,1 1 0 0 0,-1 0 0 0 0,0 0 0 0 0,10 3 0 0 0,-13-4-117 0 0,1 1-1 0 0,-1 0 0 0 0,1 0 1 0 0,-1 0-1 0 0,0 1 1 0 0,1-1-1 0 0,-1 0 0 0 0,0 1 1 0 0,0 0-1 0 0,0-1 1 0 0,0 1-1 0 0,0 0 0 0 0,0 0 1 0 0,-1 0-1 0 0,1 0 0 0 0,-1 0 1 0 0,1 1-1 0 0,-1-1 1 0 0,1 3-1 0 0,0-1-12 0 0,-1 1 1 0 0,0-1-1 0 0,0 0 0 0 0,-1 1 1 0 0,1-1-1 0 0,-1 1 0 0 0,0-1 1 0 0,0 0-1 0 0,-1 1 0 0 0,-1 6 1 0 0,-2 7-2 0 0,-1-1-1 0 0,-1 1 1 0 0,-1-1 0 0 0,-12 22 0 0 0,-115 178 43 0 0,40-73 60 0 0,95-144-88 0 0,0 0-1 0 0,0 1 1 0 0,0-1-1 0 0,0 0 1 0 0,0 0-1 0 0,0 1 1 0 0,0-1-1 0 0,0 0 1 0 0,0 0-1 0 0,0 0 1 0 0,0 0-1 0 0,0 0 1 0 0,0 0-1 0 0,-1-1 1 0 0,1 1-1 0 0,0 0 1 0 0,0 0-1 0 0,0-1 1 0 0,1 0-1 0 0,28-5 161 0 0,9-4-213 0 0,0 3 0 0 0,0 1 1 0 0,1 1-1 0 0,0 3 1 0 0,0 1-1 0 0,78 9 1 0 0,-19 5-2762 0 0,-67-9-4980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30.4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23 331 10138 0 0,'-10'-1'11863'0'0,"22"-11"-11445"0"0,-1 0 1 0 0,0-1 0 0 0,0 0-1 0 0,-2 0 1 0 0,1-1 0 0 0,-2-1-1 0 0,12-26 1 0 0,-14 28-355 0 0,-1 1 0 0 0,-1-1 1 0 0,0 0-1 0 0,-1 0 0 0 0,-1 0 0 0 0,0-1 0 0 0,0 1 1 0 0,-1-1-1 0 0,-1 1 0 0 0,-2-15 0 0 0,3 27-63 0 0,-1-1 0 0 0,0 1-1 0 0,0-1 1 0 0,-1 1 0 0 0,1-1 0 0 0,0 1-1 0 0,0-1 1 0 0,-1 1 0 0 0,1-1-1 0 0,-1 1 1 0 0,1 0 0 0 0,-1-1 0 0 0,0 1-1 0 0,1 0 1 0 0,-1-1 0 0 0,0 1 0 0 0,0 0-1 0 0,0 0 1 0 0,0 0 0 0 0,0 0-1 0 0,0 0 1 0 0,0 0 0 0 0,0 0 0 0 0,-1 0-1 0 0,1 0 1 0 0,0 1 0 0 0,0-1-1 0 0,-1 0 1 0 0,1 1 0 0 0,0-1 0 0 0,-1 1-1 0 0,1-1 1 0 0,-2 1 0 0 0,0 0-17 0 0,0 1 0 0 0,0-1 0 0 0,0 1 1 0 0,0 0-1 0 0,1 0 0 0 0,-1 0 0 0 0,0 1 0 0 0,1-1 1 0 0,-1 1-1 0 0,1-1 0 0 0,0 1 0 0 0,-1 0 0 0 0,1 0 1 0 0,0 0-1 0 0,0 0 0 0 0,-2 3 0 0 0,-3 3-21 0 0,1 1 1 0 0,0-1-1 0 0,0 1 0 0 0,1 1 1 0 0,0-1-1 0 0,1 1 0 0 0,0 0 0 0 0,0 0 1 0 0,1 0-1 0 0,0 0 0 0 0,1 1 0 0 0,1-1 1 0 0,-1 1-1 0 0,1-1 0 0 0,1 1 1 0 0,0 0-1 0 0,3 17 0 0 0,-2-21-24 0 0,0 0 0 0 0,1-1 0 0 0,-1 1 0 0 0,1-1 0 0 0,1 1 0 0 0,-1-1 0 0 0,1 0-1 0 0,1 0 1 0 0,-1 0 0 0 0,1 0 0 0 0,0 0 0 0 0,0-1 0 0 0,0 0 0 0 0,1 0 0 0 0,0 0 0 0 0,0 0 0 0 0,0-1 0 0 0,0 0 0 0 0,1 0-1 0 0,0 0 1 0 0,0-1 0 0 0,0 0 0 0 0,0 0 0 0 0,0 0 0 0 0,1-1 0 0 0,-1 0 0 0 0,1 0 0 0 0,8 1 0 0 0,-2-2-337 0 0,1 0 1 0 0,-1-1-1 0 0,0-1 1 0 0,1 0-1 0 0,-1 0 1 0 0,0-1-1 0 0,0-1 0 0 0,0-1 1 0 0,0 1-1 0 0,17-9 1 0 0,15-9-1272 0 0,62-37-1 0 0,-73 37 1664 0 0,38-17 91 0 0,-37 21 1518 0 0,-1-2 0 0 0,55-41 0 0 0,-87 58-1466 0 0,0 1-1 0 0,0-1 0 0 0,0 0 1 0 0,-1 1-1 0 0,1-1 0 0 0,-1 0 1 0 0,1 0-1 0 0,-1 0 0 0 0,0 0 0 0 0,1 0 1 0 0,-1 0-1 0 0,0 0 0 0 0,1-4 1 0 0,-2 6-108 0 0,0-1 1 0 0,0 1-1 0 0,0 0 0 0 0,0-1 1 0 0,0 1-1 0 0,0-1 1 0 0,0 1-1 0 0,-1 0 1 0 0,1-1-1 0 0,0 1 0 0 0,0 0 1 0 0,0 0-1 0 0,0-1 1 0 0,0 1-1 0 0,-1 0 1 0 0,1-1-1 0 0,0 1 1 0 0,0 0-1 0 0,0-1 0 0 0,-1 1 1 0 0,1 0-1 0 0,0 0 1 0 0,0 0-1 0 0,-1-1 1 0 0,1 1-1 0 0,0 0 0 0 0,-1 0 1 0 0,1 0-1 0 0,0-1 1 0 0,-1 1-1 0 0,-21 1 502 0 0,10 2-426 0 0,0 1-1 0 0,0 0 1 0 0,0 1 0 0 0,1 1 0 0 0,0 0 0 0 0,0 0 0 0 0,0 1-1 0 0,1 0 1 0 0,0 1 0 0 0,1 0 0 0 0,-1 1 0 0 0,-8 10-1 0 0,10-10-106 0 0,1 0-1 0 0,-1 1 0 0 0,2-1 0 0 0,-1 2 0 0 0,1-1 0 0 0,1 1 0 0 0,0 0 0 0 0,0 0 0 0 0,1 0 0 0 0,1 0 0 0 0,0 1 0 0 0,-3 21 0 0 0,6-31-19 0 0,-1 0 0 0 0,1 0 0 0 0,0 0 1 0 0,1 1-1 0 0,-1-1 0 0 0,0 0 0 0 0,0 0 0 0 0,1-1 0 0 0,-1 1 0 0 0,1 0 0 0 0,1 3 1 0 0,-2-5 10 0 0,1 1 0 0 0,-1 0 0 0 0,1-1 1 0 0,-1 1-1 0 0,1-1 0 0 0,-1 1 0 0 0,1-1 0 0 0,-1 1 1 0 0,1-1-1 0 0,-1 1 0 0 0,1-1 0 0 0,0 0 1 0 0,-1 1-1 0 0,1-1 0 0 0,0 0 0 0 0,-1 1 1 0 0,1-1-1 0 0,0 0 0 0 0,0 0 0 0 0,-1 0 1 0 0,2 0-1 0 0,1 0-4 0 0,0 0 0 0 0,-1-1 0 0 0,1 1 0 0 0,0-1 0 0 0,-1 0 0 0 0,1 0 0 0 0,-1 0 1 0 0,1 0-1 0 0,-1 0 0 0 0,1-1 0 0 0,-1 1 0 0 0,0-1 0 0 0,1 0 0 0 0,1-2 0 0 0,53-55 119 0 0,-48 47 36 0 0,1 0-1 0 0,0 1 0 0 0,1 1 0 0 0,1-1 1 0 0,-1 2-1 0 0,18-11 0 0 0,-27 19-128 0 0,-1 0 1 0 0,1 0-1 0 0,0 0 0 0 0,-1 1 1 0 0,1-1-1 0 0,0 1 0 0 0,0-1 1 0 0,-1 1-1 0 0,1 0 0 0 0,0 0 1 0 0,0 0-1 0 0,0 0 0 0 0,0 0 1 0 0,-1 0-1 0 0,1 0 0 0 0,0 1 1 0 0,0-1-1 0 0,0 0 0 0 0,-1 1 0 0 0,1 0 1 0 0,0-1-1 0 0,-1 1 0 0 0,1 0 1 0 0,0 0-1 0 0,-1 0 0 0 0,1 0 1 0 0,-1 0-1 0 0,1 0 0 0 0,-1 1 1 0 0,0-1-1 0 0,0 0 0 0 0,1 1 1 0 0,-1-1-1 0 0,1 3 0 0 0,5 7 4 0 0,-1-1 0 0 0,0 1-1 0 0,-1 1 1 0 0,5 14 0 0 0,2 4-3 0 0,18 32-96 0 0,64 116-353 0 0,-103-351 2774 0 0,10 147-2407 0 0,2 0 1 0 0,0 1-1 0 0,2-1 0 0 0,0 1 0 0 0,11-27 1 0 0,-11 36-229 0 0,1 1 1 0 0,1 0 0 0 0,1 0-1 0 0,0 1 1 0 0,1-1 0 0 0,0 2 0 0 0,1-1-1 0 0,0 1 1 0 0,13-11 0 0 0,-5 8-369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30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 17052 0 0,'-7'6'1512'0'0,"2"-2"-1208"0"0,-1 1-240 0 0,-3-3 3129 0 0,6-2-4041 0 0,-1 0-337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3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227 234 3505 0 0,'-5'-6'51'0'0,"-1"-1"0"0"0,2 0 0 0 0,-1 0 1 0 0,1 0-1 0 0,0-1 0 0 0,0 1 0 0 0,-3-13 1 0 0,3 10-63 0 0,0 1-1 0 0,0 0 1 0 0,-11-17 0 0 0,13 22 12 0 0,-1 1 0 0 0,0 0 0 0 0,0 0-1 0 0,0 0 1 0 0,0 1 0 0 0,-1-1 0 0 0,1 1-1 0 0,-1-1 1 0 0,1 1 0 0 0,-1 0 0 0 0,0 1-1 0 0,0-1 1 0 0,-6-1 0 0 0,2 0-1 0 0,-1 0 0 0 0,1 0 0 0 0,0-1 0 0 0,0 0 0 0 0,0-1 0 0 0,0 0 0 0 0,1 0 0 0 0,0 0 0 0 0,0-1 0 0 0,0 0 0 0 0,-6-7 0 0 0,3 1 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4.0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96 80 2304 0 0,'-19'-27'1399'0'0,"5"-2"3671"0"0,4 6 808 0 0,9 34-1999 0 0,-4 18-2762 0 0,2-16-444 0 0,-37 314 853 0 0,37-260-1087 0 0,3 1 1 0 0,16 126 0 0 0,13-9-147 0 0,32 225 754 0 0,-57-381-951 0 0,1 3 246 0 0,-5-20-3386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4.6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77 355 4297 0 0,'-30'-24'482'0'0,"0"-1"2278"0"0,27 23-2066 0 0,1-1-1 0 0,0 0 1 0 0,0 0 0 0 0,0 0 0 0 0,0 0-1 0 0,1 0 1 0 0,-1 0 0 0 0,1 0 0 0 0,4-18 6720 0 0,-2 20-7145 0 0,19-9 1585 0 0,29-4-2681 0 0,-43 12 1320 0 0,179-40-389 0 0,-88 22-2 0 0,118-41-1 0 0,-163 42-63 0 0,132-43 462 0 0,-153 54-423 0 0,0 1 0 0 0,1 2 0 0 0,-1 1 0 0 0,37 0 0 0 0,50 8-155 0 0,-142 29-3533 0 0,16-23 2359 0 0,-1 1-11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5.0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10 1368 0 0,'-5'0'234'0'0,"1"0"-1"0"0,-1 1 1 0 0,1 0-1 0 0,-1 0 1 0 0,1 1-1 0 0,-35 27 15705 0 0,65-27-14286 0 0,-3-5-739 0 0,1-1 0 0 0,38-12 1 0 0,-39 9-1026 0 0,-1 2 1 0 0,41-6 0 0 0,-48 13-1211 0 0,-9 0 27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5.4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3 2761 0 0,'-1'-1'374'0'0,"0"1"0"0"0,-1 0 0 0 0,1-1 0 0 0,0 1 0 0 0,-1 0 0 0 0,1 0 0 0 0,0 0 0 0 0,-1 0 0 0 0,1 0 0 0 0,0 0 1 0 0,-1 0-1 0 0,1 0 0 0 0,0 0 0 0 0,-1 1 0 0 0,1-1 0 0 0,0 1 0 0 0,0-1 0 0 0,-1 1 0 0 0,1-1 0 0 0,0 1 0 0 0,0 0 1 0 0,0-1-1 0 0,0 1 0 0 0,0 0 0 0 0,0 0 0 0 0,0 0 0 0 0,0 0 0 0 0,0 0 0 0 0,0 0 0 0 0,0 0 0 0 0,1 0 0 0 0,-1 0 1 0 0,0 0-1 0 0,1 1 0 0 0,-1-1 0 0 0,1 0 0 0 0,-1 0 0 0 0,1 1 0 0 0,0-1 0 0 0,-1 0 0 0 0,1 2 0 0 0,-2 9 799 0 0,0 0 0 0 0,0 0 0 0 0,1 22-1 0 0,1-14-1665 0 0,-2 84 835 0 0,13 134-1 0 0,1 36-553 0 0,5-4-39 0 0,-2-86 134 0 0,-18-67-709 0 0,0-1-334 0 0,4-103 505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6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23 227 4145 0 0,'-1'-4'711'0'0,"0"0"0"0"0,1-1 1 0 0,-1 1-1 0 0,-1 0 0 0 0,1 0 1 0 0,-1 0-1 0 0,-12-12 6137 0 0,14 17-6802 0 0,0-1 0 0 0,0 1-1 0 0,0-1 1 0 0,0 1 0 0 0,0-1 0 0 0,0 0 0 0 0,0 1-1 0 0,0-1 1 0 0,0 1 0 0 0,0-1 0 0 0,0 0 0 0 0,0 1-1 0 0,1-1 1 0 0,-1 1 0 0 0,0-1 0 0 0,0 0 0 0 0,0 1-1 0 0,0-1 1 0 0,1 1 0 0 0,-1-1 0 0 0,0 0 0 0 0,1 1-1 0 0,-1-1 1 0 0,0 0 0 0 0,0 0 0 0 0,1 1-1 0 0,-1-1 1 0 0,1 0 0 0 0,-1 0 0 0 0,0 1 0 0 0,1-1-1 0 0,-1 0 1 0 0,0 0 0 0 0,1 0 0 0 0,-1 0 0 0 0,1 0-1 0 0,-1 0 1 0 0,1 1 0 0 0,0-1 0 0 0,10 0 239 0 0,0-1 0 0 0,0 0 1 0 0,0 0-1 0 0,0-1 0 0 0,0 0 1 0 0,0-1-1 0 0,16-6 0 0 0,26-6 117 0 0,209-21 160 0 0,46-10 97 0 0,-199 25-590 0 0,2 3 0 0 0,148-3 1 0 0,589 3 1274 0 0,-761 20-1228 0 0,106 18 0 0 0,-109-10-196 0 0,-52-8 211 0 0,0-1 0 0 0,50-7 1 0 0,13 1 74 0 0,-94 5-210 0 0,-1 0-1 0 0,0 0 1 0 0,1 0-1 0 0,-1 0 1 0 0,0 0-1 0 0,1 0 1 0 0,-1 0-1 0 0,1 0 1 0 0,-1 0 0 0 0,0 0-1 0 0,1 0 1 0 0,-1 0-1 0 0,0 0 1 0 0,1 0-1 0 0,-1 0 1 0 0,0 0-1 0 0,1 0 1 0 0,-1 1-1 0 0,0-1 1 0 0,0 0-1 0 0,1 0 1 0 0,-1 0 0 0 0,0 1-1 0 0,1-1 1 0 0,-1 0-1 0 0,0 0 1 0 0,0 1-1 0 0,0-1 1 0 0,1 0-1 0 0,-1 1 1 0 0,0-1-1 0 0,0 0 1 0 0,0 1-1 0 0,0-1 1 0 0,1 0 0 0 0,-1 1-1 0 0,0-1 1 0 0,0 0-1 0 0,0 1 1 0 0,-5 16-696 0 0,4-16 559 0 0,1 0 0 0 0,-1 0 1 0 0,0 0-1 0 0,1 0 0 0 0,-1 0 0 0 0,1 1 0 0 0,0-1 0 0 0,-1 0 0 0 0,1 0 0 0 0,0 1 1 0 0,0-1-1 0 0,0 0 0 0 0,0 1 0 0 0,0-1 0 0 0,0 0 0 0 0,0 0 0 0 0,0 1 0 0 0,1-1 1 0 0,0 3-1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6.7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21 1376 0 0,'-33'-20'20383'0'0,"36"42"-19498"0"0,4 27-511 0 0,-2 1 0 0 0,-2 91 1 0 0,-3-30-585 0 0,1-81-1220 0 0,9 45-1 0 0,-7-62 59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7.3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1 5985 0 0,'-30'26'2621'0'0,"2"1"-1"0"0,1 2 0 0 0,-28 37 0 0 0,54-65-2563 0 0,1 0-1 0 0,-1 0 1 0 0,0 0-1 0 0,0 0 1 0 0,0 0 0 0 0,1 0-1 0 0,-1 0 1 0 0,1 1-1 0 0,-1-1 1 0 0,1 0-1 0 0,-1 1 1 0 0,1-1 0 0 0,0 0-1 0 0,-1 1 1 0 0,1-1-1 0 0,0 0 1 0 0,0 1-1 0 0,0-1 1 0 0,0 0 0 0 0,0 1-1 0 0,1-1 1 0 0,-1 0-1 0 0,0 1 1 0 0,1 1-1 0 0,0-2 11 0 0,0 1-1 0 0,0-1 0 0 0,1 1 0 0 0,-1-1 0 0 0,0 1 0 0 0,1-1 0 0 0,-1 0 1 0 0,1 0-1 0 0,0 0 0 0 0,-1 0 0 0 0,1 0 0 0 0,0 0 0 0 0,-1 0 0 0 0,5 1 0 0 0,1 0 51 0 0,-1 0 0 0 0,1 0 0 0 0,0-1-1 0 0,0 0 1 0 0,0 0 0 0 0,1-1-1 0 0,-1 0 1 0 0,10-1 0 0 0,48-19 118 0 0,-45 12-330 0 0,35-8-1 0 0,-50 15 86 0 0,0 0-1 0 0,0 1 1 0 0,0-1-1 0 0,1 1 1 0 0,-1 0 0 0 0,0 0-1 0 0,0 1 1 0 0,0 0 0 0 0,0 0-1 0 0,0 0 1 0 0,0 0 0 0 0,5 3-1 0 0,-9-4 0 0 0,1 1-1 0 0,-1-1 1 0 0,0 1 0 0 0,0 0-1 0 0,0-1 1 0 0,0 1-1 0 0,0 0 1 0 0,0 0 0 0 0,0 0-1 0 0,0 0 1 0 0,-1 0-1 0 0,1 0 1 0 0,0 0 0 0 0,0 0-1 0 0,-1 0 1 0 0,1 0-1 0 0,-1 0 1 0 0,1 0 0 0 0,-1 0-1 0 0,1 1 1 0 0,-1-1-1 0 0,0 3 1 0 0,1-1-71 0 0,-1 0 0 0 0,-1 0 0 0 0,1 0 0 0 0,0 0 0 0 0,-1 0 0 0 0,0 0 0 0 0,1 0 0 0 0,-1 0 0 0 0,-2 4 0 0 0,-3 5-313 0 0,0-1 0 0 0,0 0 0 0 0,-12 16 0 0 0,-23 21 153 0 0,29-35 184 0 0,1-1 0 0 0,0 1 0 0 0,1 1 0 0 0,1 0 0 0 0,-9 17 0 0 0,18-30 58 0 0,0-1 1 0 0,0 0-1 0 0,0 0 1 0 0,0 1-1 0 0,-1-1 1 0 0,1 0-1 0 0,0 0 1 0 0,0 1-1 0 0,0-1 1 0 0,0 0-1 0 0,0 1 1 0 0,0-1-1 0 0,0 0 1 0 0,0 0-1 0 0,0 1 1 0 0,0-1-1 0 0,0 0 1 0 0,0 1-1 0 0,1-1 1 0 0,-1 0-1 0 0,0 0 1 0 0,0 1-1 0 0,0-1 1 0 0,0 0-1 0 0,0 0 1 0 0,0 1-1 0 0,1-1 1 0 0,-1 0-1 0 0,0 0 1 0 0,0 0-1 0 0,0 1 1 0 0,1-1-1 0 0,-1 0 1 0 0,0 0-1 0 0,0 0 1 0 0,1 0-1 0 0,-1 1 1 0 0,0-1-1 0 0,0 0 1 0 0,1 0-1 0 0,-1 0 1 0 0,18 2 46 0 0,17-7 21 0 0,-16 1-71 0 0,25-6 69 0 0,-41 10-18 0 0,-1-1-1 0 0,1 1 1 0 0,-1 0-1 0 0,1 0 0 0 0,0 0 1 0 0,-1 0-1 0 0,1 1 1 0 0,-1-1-1 0 0,1 1 1 0 0,-1 0-1 0 0,1-1 1 0 0,-1 1-1 0 0,4 2 1 0 0,-5-2-8 0 0,0 0 0 0 0,-1 0 0 0 0,1 0 0 0 0,-1-1 1 0 0,1 1-1 0 0,-1 0 0 0 0,1 0 0 0 0,-1 0 0 0 0,0 0 0 0 0,1 0 0 0 0,-1 0 1 0 0,0 0-1 0 0,0 0 0 0 0,0 0 0 0 0,0 0 0 0 0,0 1 0 0 0,0-1 1 0 0,0 0-1 0 0,0 0 0 0 0,0 0 0 0 0,0 0 0 0 0,-1 0 0 0 0,1 0 1 0 0,0 0-1 0 0,-1 0 0 0 0,1 0 0 0 0,-1 0 0 0 0,1-1 0 0 0,-1 1 0 0 0,0 1 1 0 0,-20 32 726 0 0,18-30-669 0 0,-11 15 157 0 0,-10 14-383 0 0,2 0 1 0 0,-32 65 0 0 0,50-77-1423 0 0,5-16 485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7.7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3225 0 0,'10'18'10624'0'0,"-10"-17"-10329"0"0,-5 28 4865 0 0,4-26-5301 0 0,-3 28 1126 0 0,1 0 0 0 0,1 1 0 0 0,3 46 0 0 0,1-19-811 0 0,13 363-46 0 0,-13-318-89 0 0,1 6 50 0 0,0-99-2201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9.5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2503 1 5529 0 0,'-4'0'396'0'0,"0"1"1"0"0,0 0-1 0 0,0 0 0 0 0,1 0 0 0 0,-1 1 1 0 0,0-1-1 0 0,1 1 0 0 0,-1 0 0 0 0,1 0 1 0 0,0 0-1 0 0,-5 3 0 0 0,-36 33 4539 0 0,36-31-4061 0 0,7-5-711 0 0,-1-1 1 0 0,1 0 0 0 0,-1 0-1 0 0,1 1 1 0 0,0-1 0 0 0,0 0-1 0 0,0 1 1 0 0,-1 0-1 0 0,1-1 1 0 0,1 1 0 0 0,-1 0-1 0 0,0-1 1 0 0,0 1 0 0 0,1 0-1 0 0,-1 0 1 0 0,1-1 0 0 0,-1 1-1 0 0,1 0 1 0 0,-1 2-1 0 0,2-3-86 0 0,-1 1 0 0 0,1-1-1 0 0,0 0 1 0 0,-1 0 0 0 0,1 0 0 0 0,0 0-1 0 0,0 0 1 0 0,0 0 0 0 0,0 0-1 0 0,0 0 1 0 0,0 0 0 0 0,0 0-1 0 0,0 0 1 0 0,0-1 0 0 0,0 1-1 0 0,0 0 1 0 0,0-1 0 0 0,1 1-1 0 0,-1-1 1 0 0,0 1 0 0 0,0-1-1 0 0,1 0 1 0 0,-1 0 0 0 0,0 1 0 0 0,0-1-1 0 0,1 0 1 0 0,2 0 0 0 0,48 2 506 0 0,-40-2-619 0 0,-1 0-1 0 0,1 1 1 0 0,-1 0 0 0 0,1 1-1 0 0,21 5 1 0 0,-32-6 31 0 0,-1-1-1 0 0,1 0 1 0 0,0 0-1 0 0,0 1 1 0 0,-1-1-1 0 0,1 1 1 0 0,0-1-1 0 0,-1 1 1 0 0,1-1 0 0 0,0 1-1 0 0,-1-1 1 0 0,1 1-1 0 0,-1-1 1 0 0,1 1-1 0 0,-1 0 1 0 0,1-1 0 0 0,-1 1-1 0 0,0 0 1 0 0,1-1-1 0 0,-1 1 1 0 0,0 0-1 0 0,1 0 1 0 0,-1-1-1 0 0,0 1 1 0 0,0 1 0 0 0,0 0-15 0 0,0 0 1 0 0,0 0 0 0 0,0-1 0 0 0,-1 1-1 0 0,1 0 1 0 0,-1 0 0 0 0,1-1 0 0 0,-1 1 0 0 0,0-1-1 0 0,0 1 1 0 0,-1 2 0 0 0,-5 5-80 0 0,1 0 0 0 0,-2-1 0 0 0,-8 9-1 0 0,9-10 76 0 0,-20 19-646 0 0,-25 29-2447 0 0,48-51 2904 0 0,1 1 1 0 0,-1 0-1 0 0,1 0 0 0 0,0 0 1 0 0,1 0-1 0 0,-1 1 0 0 0,1-1 1 0 0,0 1-1 0 0,-2 10 0 0 0,3-15 203 0 0,1-1 0 0 0,0 1-1 0 0,1-1 1 0 0,-1 1 0 0 0,0 0-1 0 0,0-1 1 0 0,0 1-1 0 0,0-1 1 0 0,0 1 0 0 0,0-1-1 0 0,1 0 1 0 0,-1 1 0 0 0,0-1-1 0 0,0 1 1 0 0,1-1 0 0 0,-1 1-1 0 0,0-1 1 0 0,1 0 0 0 0,-1 1-1 0 0,0-1 1 0 0,1 1 0 0 0,-1-1-1 0 0,0 0 1 0 0,1 0 0 0 0,-1 1-1 0 0,1-1 1 0 0,-1 0 0 0 0,1 0-1 0 0,-1 1 1 0 0,1-1 0 0 0,-1 0-1 0 0,1 0 1 0 0,-1 0 0 0 0,1 0-1 0 0,-1 0 1 0 0,1 0-1 0 0,-1 0 1 0 0,1 0 0 0 0,-1 0-1 0 0,1 0 1 0 0,-1 0 0 0 0,1 0-1 0 0,-1 0 1 0 0,1 0 0 0 0,-1 0-1 0 0,2-1 1 0 0,32-7 262 0 0,-23 5 14 0 0,-8 2-158 0 0,0 0-1 0 0,0 1 0 0 0,0 0 1 0 0,1 0-1 0 0,-1 0 0 0 0,0 0 1 0 0,0 0-1 0 0,0 1 0 0 0,0-1 1 0 0,0 1-1 0 0,0 0 0 0 0,0 0 1 0 0,0 0-1 0 0,0 0 0 0 0,5 3 1 0 0,-7-3-65 0 0,0 1 1 0 0,1-1 0 0 0,-1 0 0 0 0,0 1-1 0 0,-1-1 1 0 0,1 0 0 0 0,0 1 0 0 0,0 0-1 0 0,0-1 1 0 0,-1 1 0 0 0,1-1 0 0 0,-1 1-1 0 0,1 0 1 0 0,-1-1 0 0 0,0 1 0 0 0,0 0-1 0 0,0-1 1 0 0,0 1 0 0 0,0 0 0 0 0,0 0-1 0 0,0-1 1 0 0,0 1 0 0 0,-1 0 0 0 0,1-1 0 0 0,-1 1-1 0 0,1 0 1 0 0,-1-1 0 0 0,1 1 0 0 0,-3 2-1 0 0,-2 7-106 0 0,-1-1-1 0 0,0 1 1 0 0,-1-1-1 0 0,0-1 1 0 0,-11 12-1 0 0,10-13-16 0 0,2 0-1 0 0,-1 0 1 0 0,1 1 0 0 0,0 0-1 0 0,1 0 1 0 0,-9 19-1 0 0,14-28 85 0 0,0 0 0 0 0,0 1-1 0 0,0-1 1 0 0,-1 0 0 0 0,1 1 0 0 0,0-1 0 0 0,0 0-1 0 0,0 1 1 0 0,0-1 0 0 0,0 0 0 0 0,0 1 0 0 0,0-1-1 0 0,0 1 1 0 0,0-1 0 0 0,0 0 0 0 0,0 1 0 0 0,0-1 0 0 0,0 0-1 0 0,1 1 1 0 0,-1-1 0 0 0,0 0 0 0 0,0 1 0 0 0,0-1-1 0 0,0 0 1 0 0,1 1 0 0 0,-1-1 0 0 0,0 0 0 0 0,0 0-1 0 0,0 1 1 0 0,1-1 0 0 0,-1 0 0 0 0,1 1 0 0 0,13 0-150 0 0,23-9-2490 0 0,-29 5 190 0 0,-6 3 2157 0 0,1-1 0 0 0,-1 0 1 0 0,0 1-1 0 0,1 0 0 0 0,-1-1 1 0 0,1 1-1 0 0,-1 0 0 0 0,0 0 1 0 0,1 1-1 0 0,-1-1 0 0 0,5 2 1 0 0,-6-2 412 0 0,0 1 0 0 0,-1 0 0 0 0,1 0 0 0 0,0 0 1 0 0,-1 0-1 0 0,1 0 0 0 0,0 0 0 0 0,-1 0 0 0 0,0 0 1 0 0,1 0-1 0 0,-1 0 0 0 0,1 0 0 0 0,-1 0 0 0 0,0 0 1 0 0,0 0-1 0 0,0 0 0 0 0,0 1 0 0 0,0-1 0 0 0,0 0 1 0 0,0 0-1 0 0,0 0 0 0 0,0 0 0 0 0,0 0 0 0 0,0 0 1 0 0,-1 1-1 0 0,0 0 0 0 0,-1 16 686 0 0,0 0 1 0 0,0 0-1 0 0,2 0 1 0 0,0 0-1 0 0,2 0 1 0 0,0 0-1 0 0,0 0 0 0 0,2 0 1 0 0,6 18-1 0 0,5 21-436 0 0,9 76-1 0 0,-10-50 55 0 0,-9-28-130 0 0,-5-47-242 0 0,0 1 0 0 0,1-1 0 0 0,0 1 0 0 0,0-1 0 0 0,1 1 0 0 0,0-1 0 0 0,1 0 0 0 0,-1 0 0 0 0,6 10 0 0 0,-1-5 77 0 0,-1 0 1 0 0,0 1 0 0 0,0 0-1 0 0,-1 0 1 0 0,-1 0 0 0 0,-1 0-1 0 0,0 1 1 0 0,2 24 0 0 0,-6-36-142 0 0,0 0 0 0 0,0-1-1 0 0,0 1 1 0 0,-1-1 0 0 0,1 1 0 0 0,-1-1 0 0 0,0 1 0 0 0,1-1 0 0 0,-1 0 0 0 0,0 0 0 0 0,0 0 0 0 0,0 0 0 0 0,-1 0 0 0 0,1 0 0 0 0,0-1 0 0 0,-1 1-1 0 0,1-1 1 0 0,-6 2 0 0 0,1 2-20 0 0,-1-2 0 0 0,1 1 0 0 0,-1-1-1 0 0,0 0 1 0 0,-14 2 0 0 0,15-3 0 0 0,-1-1 0 0 0,1-1-1 0 0,-1 0 1 0 0,1 0 0 0 0,-1 0 0 0 0,1-1 0 0 0,-1 0-1 0 0,1 0 1 0 0,-1-1 0 0 0,1 0 0 0 0,0 0 0 0 0,0-1-1 0 0,-13-6 1 0 0,11 4 28 0 0,0 2 0 0 0,0-1 0 0 0,-1 1 0 0 0,1 0 0 0 0,-1 1 0 0 0,1 0-1 0 0,-1 1 1 0 0,0 0 0 0 0,-18 1 0 0 0,3 2 7 0 0,-1 2 0 0 0,-32 8-1 0 0,34-6-2 0 0,0-1 0 0 0,-1-2 0 0 0,-29 2 0 0 0,20-7-7 0 0,0-1 1 0 0,-43-10-1 0 0,43 6 0 0 0,1 2 1 0 0,-46-2-1 0 0,-61 17-23 0 0,101-5 14 0 0,-1-2 1 0 0,0-1-1 0 0,-46-5 1 0 0,-172-6-435 0 0,181 10 169 0 0,-143-16 0 0 0,194 12 287 0 0,0 1 0 0 0,0 2 1 0 0,-38 4-1 0 0,-40-1-46 0 0,77-6-185 0 0,-33-7 0 0 0,4 0 234 0 0,-7 11-13 0 0,50-2 0 0 0,0 0 0 0 0,0 1 0 0 0,0 0 0 0 0,-24 4 0 0 0,-31 0 0 0 0,51-5-90 0 0,0 0 1 0 0,-31 4-1 0 0,41-1 43 0 0,-1-1 0 0 0,1 1-1 0 0,0 1 1 0 0,0-1-1 0 0,0 1 1 0 0,0 0 0 0 0,1 1-1 0 0,-12 7 1 0 0,14-7 44 0 0,-1-1 0 0 0,1 0 0 0 0,-1 0 0 0 0,0 0 1 0 0,0-1-1 0 0,0 0 0 0 0,0 0 0 0 0,0 0 0 0 0,0-1 1 0 0,0 1-1 0 0,-1-1 0 0 0,1 0 0 0 0,-1-1 0 0 0,1 0 0 0 0,0 1 1 0 0,-1-2-1 0 0,1 1 0 0 0,-1 0 0 0 0,1-1 0 0 0,0 0 0 0 0,-1-1 1 0 0,1 1-1 0 0,0-1 0 0 0,0 0 0 0 0,-9-5 0 0 0,12 6-397 0 0,-4-2-233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0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122 117 4369 0 0,'-12'-32'394'0'0,"10"26"-383"0"0,0 0-1 0 0,0 0 1 0 0,0 1-1 0 0,-1-1 1 0 0,-4-5-1 0 0,6 9-32 0 0,0 0 1 0 0,-1 1-1 0 0,0-1 0 0 0,1 1 0 0 0,-1-1 1 0 0,0 1-1 0 0,0-1 0 0 0,0 1 0 0 0,0 0 0 0 0,0 0 1 0 0,0 0-1 0 0,0 0 0 0 0,0 0 0 0 0,0 1 1 0 0,-1-1-1 0 0,1 0 0 0 0,-4 1 0 0 0,3-1 6 0 0,1 0 0 0 0,-1 0 0 0 0,0 0 0 0 0,1 0 0 0 0,0-1 0 0 0,-1 1-1 0 0,1 0 1 0 0,-4-4 0 0 0,-13-5 6013 0 0,19 11-5772 0 0,-1-1 0 0 0,0 1-1 0 0,1-1 1 0 0,-1 1 0 0 0,1-1-1 0 0,-1 1 1 0 0,1 0-1 0 0,-1-1 1 0 0,1 1 0 0 0,-1 0-1 0 0,1 0 1 0 0,0-1 0 0 0,-1 1-1 0 0,1 0 1 0 0,0 0 0 0 0,-1-1-1 0 0,1 1 1 0 0,0 0 0 0 0,0 0-1 0 0,0 0 1 0 0,0-1-1 0 0,0 1 1 0 0,0 0 0 0 0,0 0-1 0 0,0 0 1 0 0,0 0 0 0 0,0-1-1 0 0,1 2 1 0 0,9 120 4846 0 0,1 0-4757 0 0,-12-103-465 0 0,0-11-38 0 0,1 0 0 0 0,0-1 0 0 0,0 1 0 0 0,1 0 1 0 0,-1-1-1 0 0,2 1 0 0 0,-1-1 0 0 0,1 1 0 0 0,0-1 0 0 0,4 8 1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0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 6681 0 0,'-1'4'144'0'0,"-1"-2"32"0"0,1 1 9 0 0,-1 0 7 0 0,1-2-192 0 0,1 1 0 0 0,-1 0 0 0 0,-1 2 0 0 0,-2 3 1568 0 0,0 3 272 0 0,0-2 57 0 0,-1-1 15 0 0,2-2-1224 0 0,2-3-240 0 0,2-4-56 0 0,4-7-7 0 0,8-6-321 0 0,-1-8-64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1.3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139 3 5985 0 0,'-59'27'2215'0'0,"48"-20"-321"0"0,-1-1 0 0 0,0-1 0 0 0,-24 9 1 0 0,36-14-1833 0 0,-1 0-1 0 0,1 0 1 0 0,0 0 0 0 0,-1 0 0 0 0,1 0 0 0 0,-1 1-1 0 0,1-1 1 0 0,0 0 0 0 0,-1 0 0 0 0,1 1 0 0 0,-1-1-1 0 0,1 0 1 0 0,0 1 0 0 0,0-1 0 0 0,-1 0 0 0 0,1 1-1 0 0,0-1 1 0 0,-1 0 0 0 0,1 1 0 0 0,0-1 0 0 0,0 0 0 0 0,0 1-1 0 0,0-1 1 0 0,-1 1 0 0 0,1-1 0 0 0,0 1 0 0 0,0-1-1 0 0,0 1 1 0 0,0-1 0 0 0,0 0 0 0 0,0 1 0 0 0,0-1-1 0 0,0 1 1 0 0,0-1 0 0 0,0 1 0 0 0,0-1 0 0 0,0 0 0 0 0,1 1-1 0 0,-1-1 1 0 0,0 1 0 0 0,0-1 0 0 0,0 1 0 0 0,0-1-1 0 0,1 0 1 0 0,-1 1 0 0 0,0-1 0 0 0,1 0 0 0 0,-1 1-1 0 0,0-1 1 0 0,0 0 0 0 0,1 1 0 0 0,0 0-8 0 0,0 1 1 0 0,0-1-1 0 0,0 0 0 0 0,0 0 1 0 0,0 0-1 0 0,1 0 1 0 0,-1 0-1 0 0,0 0 0 0 0,1 0 1 0 0,-1 0-1 0 0,0 0 1 0 0,1-1-1 0 0,-1 1 0 0 0,3 0 1 0 0,16 0 140 0 0,1-2-1 0 0,0 0 1 0 0,35-7-1 0 0,6 0 217 0 0,151-16 93 0 0,-84 8-232 0 0,204 1 1 0 0,343-4 908 0 0,-649 17-1082 0 0,1 1 1 0 0,-1 1-1 0 0,0 1 0 0 0,1 1 0 0 0,42 10 0 0 0,-69-11-114 0 0,1-1 0 0 0,-1 0 0 0 0,1 1 1 0 0,-1-1-1 0 0,0 1 0 0 0,1 0 0 0 0,-1-1 0 0 0,0 1 0 0 0,1 0 0 0 0,-1 0 0 0 0,0 0 0 0 0,0 0 1 0 0,0 0-1 0 0,0 0 0 0 0,1 0 0 0 0,0 2 0 0 0,-2-2-11 0 0,0 0 0 0 0,1 0-1 0 0,-1-1 1 0 0,0 1 0 0 0,0 0 0 0 0,0 0-1 0 0,0 0 1 0 0,1 0 0 0 0,-1-1 0 0 0,0 1-1 0 0,-1 0 1 0 0,1 0 0 0 0,0 0 0 0 0,0 0 0 0 0,0-1-1 0 0,0 1 1 0 0,-1 0 0 0 0,1 0 0 0 0,0 0-1 0 0,-1-1 1 0 0,0 2 0 0 0,0 0-35 0 0,-1 1 0 0 0,0-1 0 0 0,0 0 1 0 0,0 0-1 0 0,0 0 0 0 0,0-1 0 0 0,0 1 0 0 0,0 0 0 0 0,0-1 1 0 0,-1 0-1 0 0,1 1 0 0 0,-1-1 0 0 0,1 0 0 0 0,-1 0 0 0 0,0 0 1 0 0,-4 0-1 0 0,1 0-313 0 0,0-1 0 0 0,0 0 0 0 0,-1 0 0 0 0,1-1 1 0 0,0 0-1 0 0,-10-2 0 0 0,-23-3-62 0 0,37 6 516 0 0,0 0-1 0 0,0 0 1 0 0,1 0 0 0 0,-1 1-1 0 0,0-1 1 0 0,0 0-1 0 0,1 1 1 0 0,-1-1 0 0 0,0 1-1 0 0,1 0 1 0 0,-1 0-1 0 0,1-1 1 0 0,-1 1 0 0 0,1 0-1 0 0,-1 0 1 0 0,1 0 0 0 0,-1 1-1 0 0,1-1 1 0 0,0 0-1 0 0,0 0 1 0 0,0 1 0 0 0,0-1-1 0 0,0 1 1 0 0,0-1 0 0 0,0 1-1 0 0,0-1 1 0 0,0 1-1 0 0,1-1 1 0 0,-1 1 0 0 0,0 0-1 0 0,1-1 1 0 0,-1 4 0 0 0,1-1-12 0 0,-1 0 0 0 0,1-1 0 0 0,0 1 0 0 0,0 0 0 0 0,0 0-1 0 0,1 0 1 0 0,-1 0 0 0 0,1 0 0 0 0,0 0 0 0 0,0 0 0 0 0,0-1 0 0 0,1 1 0 0 0,2 4 0 0 0,-2-3-42 0 0,1 0-1 0 0,1-1 0 0 0,-1 1 0 0 0,1-1 0 0 0,-1 0 0 0 0,1 0 0 0 0,0 0 0 0 0,1-1 0 0 0,-1 0 0 0 0,1 1 0 0 0,-1-1 0 0 0,1-1 0 0 0,0 1 0 0 0,0-1 0 0 0,0 0 0 0 0,1 0 0 0 0,-1 0 0 0 0,6 1 0 0 0,-7-3-9 0 0,0 1-1 0 0,1-1 0 0 0,-1 0 0 0 0,0 0 0 0 0,0 0 0 0 0,0-1 1 0 0,0 0-1 0 0,0 1 0 0 0,0-1 0 0 0,0-1 0 0 0,0 1 0 0 0,0-1 0 0 0,0 1 1 0 0,0-1-1 0 0,-1 0 0 0 0,1 0 0 0 0,-1-1 0 0 0,1 1 0 0 0,-1-1 1 0 0,0 0-1 0 0,0 0 0 0 0,0 0 0 0 0,0 0 0 0 0,4-6 0 0 0,-6 6 4 0 0,0 0-1 0 0,0 0 1 0 0,-1 1 0 0 0,1-1-1 0 0,-1 0 1 0 0,1 0-1 0 0,-1 0 1 0 0,0 0-1 0 0,0 0 1 0 0,0 1-1 0 0,0-1 1 0 0,-1 0-1 0 0,1 0 1 0 0,-1 0-1 0 0,0 0 1 0 0,0 1 0 0 0,0-1-1 0 0,0 0 1 0 0,0 1-1 0 0,-1-1 1 0 0,-1-2-1 0 0,-3-7 36 0 0,-2 0-1 0 0,1 1 0 0 0,-10-12 1 0 0,16 22-30 0 0,0 0 0 0 0,0 0 1 0 0,1 0-1 0 0,-1 0 0 0 0,0 0 1 0 0,-1 0-1 0 0,1 0 0 0 0,0 0 0 0 0,0 0 1 0 0,0 1-1 0 0,0-1 0 0 0,-1 0 1 0 0,1 1-1 0 0,0-1 0 0 0,-1 1 0 0 0,1-1 1 0 0,0 1-1 0 0,-1 0 0 0 0,1 0 1 0 0,-3-1-1 0 0,-9 7-1258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2.2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60 155 6913 0 0,'-60'39'5819'0'0,"63"-37"-5236"0"0,0-1 0 0 0,0 1-1 0 0,0-1 1 0 0,0 0 0 0 0,0 0 0 0 0,0-1 0 0 0,7 2-1 0 0,5-2 79 0 0,0 0-1 0 0,-1-1 0 0 0,1-1 1 0 0,0 0-1 0 0,28-8 1 0 0,15-3-400 0 0,92-10-251 0 0,-8-1-93 0 0,240-8-1 0 0,180 2 908 0 0,-366 23-543 0 0,-64 4 3 0 0,-96-3-201 0 0,-37 6-205 0 0,1 0-1 0 0,0 0 1 0 0,-1 0 0 0 0,1 0 0 0 0,0 0-1 0 0,-1 0 1 0 0,1 0 0 0 0,0 0 0 0 0,-1 0-1 0 0,1 0 1 0 0,0 0 0 0 0,-1 0 0 0 0,1-1-1 0 0,0 1 1 0 0,-1 0 0 0 0,1 0-1 0 0,0 0 1 0 0,-1 0 0 0 0,1-1 0 0 0,-2-1-1101 0 0,2 1 1101 0 0,0 1 0 0 0,-1 0-1 0 0,1-1 1 0 0,0 1 0 0 0,0-1 0 0 0,0 1-1 0 0,0 0 1 0 0,0-1 0 0 0,0 1 0 0 0,0-1-1 0 0,-2-22-9063 0 0,0 9 4654 0 0,0 9 2675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2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1 456 0 0,'-3'0'591'0'0,"-1"0"-1"0"0,1 0 1 0 0,-1 1-1 0 0,1-1 1 0 0,-1 1 0 0 0,1 0-1 0 0,-1 0 1 0 0,1 0-1 0 0,0 1 1 0 0,-1-1 0 0 0,1 1-1 0 0,0 0 1 0 0,0 0-1 0 0,0 0 1 0 0,1 0-1 0 0,-5 3 1 0 0,4-1-92 0 0,0-1-1 0 0,1 0 1 0 0,-1 1-1 0 0,1 0 1 0 0,-1 0-1 0 0,1 0 1 0 0,0 0 0 0 0,1 0-1 0 0,-1 0 1 0 0,1 0-1 0 0,0 0 1 0 0,-1 5-1 0 0,1-5-319 0 0,0 0 0 0 0,1 1 0 0 0,-1-1 0 0 0,1 0 0 0 0,0 0 0 0 0,1 0 0 0 0,-1 1 0 0 0,1-1 0 0 0,-1 0 0 0 0,1 0 0 0 0,1 0-1 0 0,-1 0 1 0 0,0 0 0 0 0,1 0 0 0 0,0-1 0 0 0,0 1 0 0 0,0 0 0 0 0,0-1 0 0 0,1 1 0 0 0,-1-1 0 0 0,1 0 0 0 0,0 0 0 0 0,0 0 0 0 0,0 0-1 0 0,0 0 1 0 0,1-1 0 0 0,-1 0 0 0 0,6 3 0 0 0,-8-4-147 0 0,1 0 1 0 0,-1-1-1 0 0,1 1 0 0 0,-1 0 1 0 0,1-1-1 0 0,-1 0 0 0 0,1 1 1 0 0,0-1-1 0 0,-1 0 0 0 0,1 0 1 0 0,0 0-1 0 0,-1 0 0 0 0,1 0 1 0 0,0 0-1 0 0,-1 0 0 0 0,1-1 1 0 0,0 1-1 0 0,-1 0 0 0 0,1-1 1 0 0,-1 0-1 0 0,1 1 0 0 0,2-2 1 0 0,-2 0-1 0 0,0 0 0 0 0,-1 1 0 0 0,1-1-1 0 0,0 0 1 0 0,-1 0 0 0 0,1 0 0 0 0,-1-1 0 0 0,1 1 0 0 0,-1 0 0 0 0,0 0 0 0 0,0-1 0 0 0,0 1-1 0 0,1-4 1 0 0,-1 0-4 0 0,0 1-1 0 0,0 0 1 0 0,0 0-1 0 0,0-1 1 0 0,-1 1-1 0 0,0-1 1 0 0,0 1-1 0 0,-1 0 1 0 0,1-1-1 0 0,-1 1 1 0 0,0 0-1 0 0,-1-1 1 0 0,-3-8-1 0 0,3 11-102 0 0,1 0-1 0 0,-1 1 1 0 0,0-1 0 0 0,0 1-1 0 0,-1-1 1 0 0,1 1 0 0 0,-1 0-1 0 0,1 0 1 0 0,-1 0 0 0 0,1 0-1 0 0,-1 0 1 0 0,0 1 0 0 0,0-1-1 0 0,0 1 1 0 0,0 0 0 0 0,0-1 0 0 0,0 1-1 0 0,-1 1 1 0 0,1-1 0 0 0,0 0-1 0 0,0 1 1 0 0,-1 0 0 0 0,1 0-1 0 0,0 0 1 0 0,-1 0 0 0 0,1 0-1 0 0,0 1 1 0 0,0-1 0 0 0,-1 1-1 0 0,-4 2 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3 2761 0 0,'-4'-1'248'0'0,"1"-1"-248"0"0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3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38 7834 0 0,'0'-9'933'0'0,"5"-19"9955"0"0,-6 45-8821 0 0,-21 131-258 0 0,-5 47-1823 0 0,27-195 5 0 0,-1 22-102 0 0,0-22 73 0 0,1 1-1 0 0,0-1 1 0 0,0 1-1 0 0,0-1 1 0 0,0 1 0 0 0,0-1-1 0 0,0 1 1 0 0,0-1-1 0 0,0 1 1 0 0,0-1-1 0 0,0 1 1 0 0,0-1 0 0 0,0 1-1 0 0,0-1 1 0 0,0 1-1 0 0,1-1 1 0 0,-1 1 0 0 0,0-1-1 0 0,0 1 1 0 0,0-1-1 0 0,1 1 1 0 0,-1-1-1 0 0,0 1 1 0 0,1-1 0 0 0,-1 1-1 0 0,0-1 1 0 0,1 0-1 0 0,-1 1 1 0 0,1-1 0 0 0,0 1-1 0 0,0-3-610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22 105 6913 0 0,'-5'-54'1613'0'0,"3"46"152"0"0,0 0-1 0 0,0 0 1 0 0,-1 0-1 0 0,-4-10 1 0 0,18 25 2099 0 0,28 19-2486 0 0,28 30-877 0 0,-2 2 0 0 0,63 74-1 0 0,-116-121-753 0 0,-10-9-50 0 0,1 0 0 0 0,0 0 0 0 0,-1 1 0 0 0,1-1 0 0 0,-1 1 0 0 0,0 0 0 0 0,0-1 0 0 0,0 1 0 0 0,2 5 0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64 5985 0 0,'-25'7'429'0'0,"-8"-2"11028"0"0,51-21-9797 0 0,-9 9-1011 0 0,-1 1-383 0 0,3-3-486 0 0,2 0 1 0 0,-1 0 0 0 0,24-11-1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4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5065 0 0,'3'12'7522'0'0,"12"19"-3208"0"0,-11-22-2878 0 0,28 53 1995 0 0,-21-41-3326 0 0,0-1 0 0 0,-1 2-1 0 0,-2 0 1 0 0,0 0 0 0 0,-1 0-1 0 0,4 27 1 0 0,-3 13-3957 0 0,-8-57 2279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4.7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4 110 6913 0 0,'0'0'22'0'0,"0"0"-1"0"0,-1 0 0 0 0,1 0 1 0 0,0 0-1 0 0,0 0 0 0 0,0 0 0 0 0,0 0 1 0 0,-1 0-1 0 0,1 0 0 0 0,0 0 1 0 0,0 0-1 0 0,0 0 0 0 0,0 0 0 0 0,0-1 1 0 0,-1 1-1 0 0,1 0 0 0 0,0 0 1 0 0,0 0-1 0 0,0 0 0 0 0,0 0 0 0 0,0-1 1 0 0,0 1-1 0 0,0 0 0 0 0,0 0 0 0 0,-1 0 1 0 0,1 0-1 0 0,0 0 0 0 0,0-1 1 0 0,0 1-1 0 0,0 0 0 0 0,0 0 0 0 0,0 0 1 0 0,0-1-1 0 0,0 1 0 0 0,0 0 1 0 0,0 0-1 0 0,0 0 0 0 0,0 0 0 0 0,0-1 1 0 0,0 1-1 0 0,1 0 0 0 0,-1 0 1 0 0,0 0-1 0 0,0 0 0 0 0,0-1 0 0 0,0 1 1 0 0,0 0-1 0 0,0 0 0 0 0,0 0 0 0 0,8-16 625 0 0,13-12 592 0 0,-21 28-1173 0 0,4-6 513 0 0,1 0 1 0 0,1 0-1 0 0,-1 1 0 0 0,1 0 0 0 0,0 0 0 0 0,0 0 1 0 0,0 0-1 0 0,1 1 0 0 0,9-5 0 0 0,-14 9-453 0 0,0-1-1 0 0,0 0 0 0 0,0 1 1 0 0,0-1-1 0 0,0 1 1 0 0,1-1-1 0 0,-1 1 0 0 0,0 0 1 0 0,0 0-1 0 0,0 0 1 0 0,0 0-1 0 0,1 1 0 0 0,-1-1 1 0 0,0 0-1 0 0,0 1 0 0 0,0 0 1 0 0,0-1-1 0 0,0 1 1 0 0,0 0-1 0 0,0 0 0 0 0,0 0 1 0 0,0 0-1 0 0,-1 0 1 0 0,1 1-1 0 0,0-1 0 0 0,-1 1 1 0 0,1-1-1 0 0,-1 1 1 0 0,1-1-1 0 0,-1 1 0 0 0,0 0 1 0 0,0 0-1 0 0,1 0 0 0 0,-1-1 1 0 0,-1 1-1 0 0,1 0 1 0 0,1 4-1 0 0,2 4-574 0 0,-1 0 1 0 0,0 0-1 0 0,-1 0 0 0 0,2 15 1 0 0,7 27-2144 0 0,-10-51 2605 0 0,-1-1 1 0 0,1 1-1 0 0,-1-1 0 0 0,0 1 1 0 0,1-1-1 0 0,-1 0 1 0 0,1 1-1 0 0,-1-1 0 0 0,1 0 1 0 0,-1 1-1 0 0,1-1 0 0 0,-1 0 1 0 0,1 1-1 0 0,-1-1 0 0 0,1 0 1 0 0,0 0-1 0 0,-1 0 0 0 0,1 0 1 0 0,-1 0-1 0 0,1 1 1 0 0,0-1-1 0 0,-1 0 0 0 0,1 0 1 0 0,-1 0-1 0 0,2-1 0 0 0,22-1 648 0 0,-2 1-337 0 0,-18 1-314 0 0,0 1 0 0 0,0 0 0 0 0,0 0-1 0 0,1 0 1 0 0,-1 1 0 0 0,0-1 0 0 0,-1 1-1 0 0,1 0 1 0 0,0 0 0 0 0,0 0 0 0 0,-1 0-1 0 0,1 1 1 0 0,-1 0 0 0 0,0-1 0 0 0,0 1-1 0 0,0 1 1 0 0,0-1 0 0 0,4 5 0 0 0,-5-3 159 0 0,1 1 1 0 0,-1-1-1 0 0,0 0 1 0 0,0 1-1 0 0,0-1 1 0 0,-1 1-1 0 0,0 0 1 0 0,0 0-1 0 0,0-1 1 0 0,-1 1-1 0 0,0 0 1 0 0,0 8-1 0 0,-1-4 101 0 0,-1 0 0 0 0,1 1-1 0 0,-2-1 1 0 0,1 0 0 0 0,-2 0 0 0 0,1 0-1 0 0,-1 0 1 0 0,-1-1 0 0 0,0 1 0 0 0,0-1-1 0 0,-1 0 1 0 0,0-1 0 0 0,0 0 0 0 0,-13 14-1 0 0,17-21-280 0 0,0 1-1 0 0,0-1 0 0 0,0 1 1 0 0,0-1-1 0 0,0 0 0 0 0,0 0 1 0 0,0 0-1 0 0,-1 0 0 0 0,1 0 1 0 0,0 0-1 0 0,0-1 0 0 0,-1 1 1 0 0,1-1-1 0 0,-1 1 0 0 0,1-1 1 0 0,0 0-1 0 0,-5-1 0 0 0,-2-2-392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7 6449 0 0,'-3'-7'14339'0'0,"9"17"-13951"0"0,0 0-1 0 0,-1 0 1 0 0,0 0-1 0 0,-1 1 0 0 0,0-1 1 0 0,-1 1-1 0 0,4 17 1 0 0,6 83-35 0 0,-8-61-41 0 0,-1 7-360 0 0,-2-26 225 0 0,6 38-1 0 0,-6-61-355 0 0,0 0-1 0 0,0 0 0 0 0,0 0 0 0 0,1 0 0 0 0,1 0 0 0 0,-1-1 0 0 0,1 1 0 0 0,0-1 0 0 0,8 9 1 0 0,-1-3-452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 3209 0 0,'-3'18'13346'0'0,"5"10"-9118"0"0,0-11-3789 0 0,-1 9-364 0 0,1-1-1 0 0,0 0 1 0 0,2 0 0 0 0,1 0 0 0 0,1-1 0 0 0,2 1-1 0 0,0-2 1 0 0,1 1 0 0 0,1-1 0 0 0,25 40 0 0 0,-11-30-3812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0 10594 0 0,'-6'5'6634'0'0,"-6"3"-4543"0"0,7-5-1950 0 0,-2 3-24 0 0,-1 1-1 0 0,1 0 1 0 0,1 0-1 0 0,-1 0 1 0 0,1 1-1 0 0,0 0 1 0 0,1 0-1 0 0,-7 13 1 0 0,2 0-119 0 0,1 1 0 0 0,-9 29 0 0 0,17-47 28 0 0,0 0 1 0 0,-1 0-1 0 0,2 0 0 0 0,-1 1 0 0 0,1-1 0 0 0,-1 0 1 0 0,1 0-1 0 0,0 1 0 0 0,0-1 0 0 0,1 0 1 0 0,0 0-1 0 0,-1 1 0 0 0,3 3 0 0 0,-2-6 32 0 0,0 0-1 0 0,0 0 1 0 0,0 0-1 0 0,0 0 0 0 0,1 0 1 0 0,-1-1-1 0 0,1 1 1 0 0,-1 0-1 0 0,1-1 1 0 0,0 1-1 0 0,-1-1 0 0 0,1 0 1 0 0,0 0-1 0 0,0 1 1 0 0,0-1-1 0 0,0 0 0 0 0,0 0 1 0 0,0-1-1 0 0,0 1 1 0 0,1 0-1 0 0,-1-1 1 0 0,0 0-1 0 0,0 1 0 0 0,0-1 1 0 0,1 0-1 0 0,1 0 1 0 0,8 0 69 0 0,-1 0-1 0 0,1-1 1 0 0,0-1 0 0 0,-1 0 0 0 0,0 0 0 0 0,20-8 0 0 0,65-32-199 0 0,-22 9-1655 0 0,-62 28 653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8.4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28 178 7834 0 0,'-22'-7'14914'0'0,"19"9"-14609"0"0,0 6-978 0 0,3-8 660 0 0,0 0 0 0 0,0 0 0 0 0,0 0 0 0 0,0-1 1 0 0,1 1-1 0 0,-1 0 0 0 0,0 0 0 0 0,0 0 0 0 0,0 0 0 0 0,0 0 0 0 0,0 0 0 0 0,0 0 0 0 0,0 0 0 0 0,0 0 0 0 0,0 0 1 0 0,0 0-1 0 0,0 0 0 0 0,0 0 0 0 0,0 0 0 0 0,1 0 0 0 0,-1 0 0 0 0,0 0 0 0 0,0 0 0 0 0,0 0 0 0 0,0 0 0 0 0,0 0 1 0 0,0 0-1 0 0,0 0 0 0 0,0 0 0 0 0,0 0 0 0 0,0 0 0 0 0,0 0 0 0 0,1 0 0 0 0,-1 0 0 0 0,0 0 0 0 0,0 0 0 0 0,0 0 1 0 0,0 0-1 0 0,0 0 0 0 0,0 0 0 0 0,0 0 0 0 0,0 0 0 0 0,0 0 0 0 0,0 0 0 0 0,0 0 0 0 0,0 0 0 0 0,0 0 0 0 0,1 0 1 0 0,-1 1-1 0 0,0-1 0 0 0,0 0 0 0 0,0 0 0 0 0,0 0 0 0 0,0 0 0 0 0,0 0 0 0 0,0 0 0 0 0,0 0 0 0 0,6-8 0 0 0,-1 2-97 0 0,0-1-1 0 0,-1 0 1 0 0,0 1-1 0 0,7-15 1 0 0,-10 18-56 0 0,0 0 1 0 0,0 0 0 0 0,1 1-1 0 0,-1-1 1 0 0,1 1-1 0 0,0 0 1 0 0,0-1-1 0 0,0 1 1 0 0,2-2 0 0 0,-2 3 260 0 0,0-1 0 0 0,-1 1 0 0 0,1-1 0 0 0,-1 0 1 0 0,1 0-1 0 0,-1 0 0 0 0,0 1 0 0 0,0-1 0 0 0,0 0 1 0 0,0-1-1 0 0,0 1 0 0 0,0 0 0 0 0,0 0 1 0 0,-1 0-1 0 0,1 0 0 0 0,-1-1 0 0 0,0 1 0 0 0,1-3 1 0 0,-1 4-65 0 0,0 0 0 0 0,1 0 0 0 0,-1 0 0 0 0,1 0 0 0 0,-1 0 0 0 0,1 0 0 0 0,0 0 1 0 0,-1 0-1 0 0,1 0 0 0 0,0 0 0 0 0,0 0 0 0 0,0 0 0 0 0,0 1 0 0 0,0-1 1 0 0,-1 0-1 0 0,1 0 0 0 0,0 1 0 0 0,1-1 0 0 0,-1 1 0 0 0,0-1 0 0 0,0 1 0 0 0,0 0 1 0 0,0-1-1 0 0,0 1 0 0 0,2 0 183 0 0,0-3-138 0 0,0 0-68 0 0,1-1 66 0 0,0 1 0 0 0,0-1 0 0 0,0 0 0 0 0,-1 0-1 0 0,0 0 1 0 0,4-7 0 0 0,-11 22 60 0 0,0 0 0 0 0,1 0-1 0 0,0 1 1 0 0,1-1 0 0 0,0 1-1 0 0,0 13 1 0 0,-1 81 12 0 0,3-91-12 0 0,0 11-422 0 0,1 49 555 0 0,0-68-214 0 0,0-1 0 0 0,0 1 0 0 0,0 0 1 0 0,1-1-1 0 0,0 1 0 0 0,0-1 0 0 0,1 0 1 0 0,4 9-1 0 0,-5-13-49 0 0,-1 0 0 0 0,1 0 0 0 0,0 0 0 0 0,0 0 0 0 0,0 0 0 0 0,0-1 0 0 0,0 1 0 0 0,0-1 0 0 0,1 1 0 0 0,-1-1 0 0 0,0 0 0 0 0,1 0 0 0 0,-1 0 0 0 0,1 0 0 0 0,-1-1 0 0 0,1 1 1 0 0,-1-1-1 0 0,1 1 0 0 0,0-1 0 0 0,-1 0 0 0 0,1 0 0 0 0,-1 0 0 0 0,1 0 0 0 0,0-1 0 0 0,-1 1 0 0 0,1-1 0 0 0,-1 0 0 0 0,5-1 0 0 0,9-3-33 0 0,0-2-1 0 0,0 1 1 0 0,20-13 0 0 0,-16 8-164 0 0,90-38-1961 0 0,-34 17-2531 0 0,-19-2 78 0 0,-44 25 3440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8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0 2304 0 0,'-5'2'276'0'0,"-2"1"1088"0"0,0-1 1 0 0,0 1-1 0 0,0 1 0 0 0,0-1 0 0 0,1 1 0 0 0,-7 6 0 0 0,11-9-959 0 0,1 1 1 0 0,-1 0-1 0 0,1 0 0 0 0,-1 0 0 0 0,1 0 0 0 0,0 0 0 0 0,0 0 0 0 0,0 0 0 0 0,0 0 0 0 0,0 1 0 0 0,0-1 0 0 0,1 0 0 0 0,-1 1 1 0 0,1-1-1 0 0,-1 0 0 0 0,1 1 0 0 0,0-1 0 0 0,0 1 0 0 0,0-1 0 0 0,0 0 0 0 0,1 1 0 0 0,-1-1 0 0 0,1 3 0 0 0,55 265 2973 0 0,-53-255-3587 0 0,8 38 62 0 0,-10-49-112 0 0,0-1 0 0 0,0 1 0 0 0,1-1 0 0 0,0 0 0 0 0,0 1 1 0 0,0-1-1 0 0,0 0 0 0 0,0 0 0 0 0,0 0 0 0 0,1 0 0 0 0,4 4 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9.0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6913 0 0,'2'17'11384'0'0,"-1"-16"-10947"0"0,14 27 1815 0 0,-15-28-2255 0 0,11 23 887 0 0,-1 1-1 0 0,-1 1 1 0 0,11 45-1 0 0,11 35-1125 0 0,-26-94-673 0 0,-1-1 1 0 0,1 0-1 0 0,1 0 0 0 0,0 0 0 0 0,0-1 0 0 0,1 0 1 0 0,10 12-1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9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201 24 9218 0 0,'0'-1'215'0'0,"0"0"0"0"0,0 0 0 0 0,1 0 0 0 0,-1 0 1 0 0,0 0-1 0 0,0 0 0 0 0,0 0 0 0 0,-1 0 0 0 0,1 0 0 0 0,0 0 0 0 0,0 0 0 0 0,0 0 1 0 0,-1 0-1 0 0,1 0 0 0 0,0 0 0 0 0,-1 0 0 0 0,1 1 0 0 0,-1-1 0 0 0,1 0 0 0 0,-1 0 1 0 0,0 0-1 0 0,1 1 0 0 0,-2-2 0 0 0,1 2-60 0 0,0 0-1 0 0,1 0 1 0 0,-1 0 0 0 0,0 1-1 0 0,0-1 1 0 0,0 0 0 0 0,0 0 0 0 0,1 1-1 0 0,-1-1 1 0 0,0 1 0 0 0,0-1-1 0 0,1 1 1 0 0,-1-1 0 0 0,0 1-1 0 0,1-1 1 0 0,-1 1 0 0 0,1-1-1 0 0,-1 1 1 0 0,1 0 0 0 0,-2 0-1 0 0,-27 43 1397 0 0,-113 195 1122 0 0,141-238-2672 0 0,1-1 0 0 0,-1 1 0 0 0,1 0 0 0 0,-1 0 0 0 0,0 0 0 0 0,1 0 0 0 0,0 0 0 0 0,-1 0 0 0 0,1-1 0 0 0,0 1 0 0 0,-1 0 0 0 0,1 0 0 0 0,0 0 0 0 0,0 0 0 0 0,0 0 1 0 0,0 0-1 0 0,0 0 0 0 0,0 0 0 0 0,0 2 0 0 0,0-3 6 0 0,1 1 1 0 0,-1-1 0 0 0,1 0 0 0 0,-1 1-1 0 0,1-1 1 0 0,-1 0 0 0 0,1 0-1 0 0,-1 1 1 0 0,1-1 0 0 0,-1 0-1 0 0,1 0 1 0 0,-1 0 0 0 0,1 1 0 0 0,-1-1-1 0 0,1 0 1 0 0,-1 0 0 0 0,1 0-1 0 0,0 0 1 0 0,-1 0 0 0 0,1 0-1 0 0,-1 0 1 0 0,1 0 0 0 0,-1-1 0 0 0,2 1-1 0 0,46-16 561 0 0,-34 11-392 0 0,0 1-64 0 0,1 1-1 0 0,0 1 1 0 0,0 0 0 0 0,0 1-1 0 0,0 1 1 0 0,18 1 0 0 0,39-1 32 0 0,4-1-2179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1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76 1376 0 0,'11'-49'19290'0'0,"-6"51"-18703"0"0,4-1-410 0 0,1 0 1 0 0,0 0 0 0 0,-1 0-1 0 0,1-2 1 0 0,0 1 0 0 0,-1-1-1 0 0,1 0 1 0 0,0-1 0 0 0,-1 0 0 0 0,18-7-1 0 0,-17 6-118 0 0,0-1-1 0 0,1 2 1 0 0,-1-1-1 0 0,1 1 1 0 0,0 1-1 0 0,0 0 1 0 0,0 1-1 0 0,0 0 1 0 0,-1 0-1 0 0,19 4 0 0 0,-26-3-70 0 0,-1 1 0 0 0,1 0 0 0 0,-1-1 0 0 0,1 1 0 0 0,-1 0 0 0 0,0 0 0 0 0,1 0 0 0 0,-1 0 0 0 0,0 0 0 0 0,-1 1 0 0 0,1-1 0 0 0,0 1 0 0 0,-1-1 0 0 0,1 1 0 0 0,-1 0 0 0 0,0-1 0 0 0,1 1 0 0 0,0 5 0 0 0,7 12-2851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1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23 968 0 0,'19'-9'5132'0'0,"3"-3"3070"0"0,-13 11-6365 0 0,0 1 1 0 0,0 0 0 0 0,15 2 0 0 0,54 13-206 0 0,-71-13-1709 0 0,-1 0 1 0 0,0 1-1 0 0,0 0 1 0 0,0 0-1 0 0,0 1 1 0 0,8 6-1 0 0,17 9-4621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2.3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51 1376 0 0,'-4'-1'196'0'0,"1"1"0"0"0,-1-1 0 0 0,0 0 0 0 0,1 1-1 0 0,-1-2 1 0 0,1 1 0 0 0,0 0 0 0 0,-1-1 0 0 0,1 1-1 0 0,0-1 1 0 0,0 0 0 0 0,0 0 0 0 0,0-1 0 0 0,0 1 0 0 0,-2-3-1 0 0,1 1 862 0 0,0 1 0 0 0,-1 0 0 0 0,1 0-1 0 0,-1 0 1 0 0,1 0 0 0 0,-9-3 0 0 0,11 6-726 0 0,1 0 0 0 0,-1 0 1 0 0,1 0-1 0 0,-1 1 1 0 0,1-1-1 0 0,-1 0 1 0 0,1 1-1 0 0,-1-1 0 0 0,1 1 1 0 0,-1-1-1 0 0,1 1 1 0 0,0 0-1 0 0,-1-1 1 0 0,1 1-1 0 0,0 0 0 0 0,0 0 1 0 0,-1 0-1 0 0,1 0 1 0 0,0 0-1 0 0,0 0 1 0 0,0 0-1 0 0,0 1 0 0 0,1-1 1 0 0,-1 0-1 0 0,0 1 1 0 0,0 0-1 0 0,-6 7 1627 0 0,7-9-1879 0 0,-3 3-18 0 0,-9 6 201 0 0,-1-1 0 0 0,-21 11-1 0 0,60-2 131 0 0,-10-6-360 0 0,-1 0 0 0 0,18 17 0 0 0,7 6 11 0 0,-14-18-43 0 0,0-1 0 0 0,1 0 0 0 0,0-3 0 0 0,57 20 0 0 0,-23-10-14 0 0,-47-16-26 0 0,-1 1 1 0 0,0 1-1 0 0,0 0 1 0 0,0 1 0 0 0,-1 0-1 0 0,0 1 1 0 0,19 21 0 0 0,-19-21-48 0 0,4 4 534 0 0,-16-14-449 0 0,1 1-1 0 0,-1 0 1 0 0,0 0-1 0 0,0 0 1 0 0,0-1 0 0 0,0 1-1 0 0,0 0 1 0 0,-1 0-1 0 0,1-1 1 0 0,0 1 0 0 0,0 0-1 0 0,0 0 1 0 0,-1 0-1 0 0,1-1 1 0 0,0 1 0 0 0,-1 0-1 0 0,1-1 1 0 0,-1 1-1 0 0,1 0 1 0 0,-1-1-1 0 0,1 1 1 0 0,-1-1 0 0 0,1 1-1 0 0,-1-1 1 0 0,0 1-1 0 0,1-1 1 0 0,-1 1 0 0 0,0-1-1 0 0,0 1 1 0 0,-142 127 586 0 0,41-33-207 0 0,68-62-254 0 0,1 1 0 0 0,-34 47 0 0 0,64-78-121 0 0,-3 4 46 0 0,7-10 207 0 0,0-3-2576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21.952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156 161 5057 0 0,'-1'-7'85'0'0,"1"0"1"0"0,1 0-1 0 0,-1 0 0 0 0,1 0 1 0 0,0 0-1 0 0,4-12 0 0 0,-4 15-88 0 0,1-1-1 0 0,-1 1 1 0 0,0-1-1 0 0,0 0 1 0 0,0 0-1 0 0,-1 1 0 0 0,0-1 1 0 0,0 0-1 0 0,0 0 1 0 0,0 0-1 0 0,-1 1 1 0 0,0-1-1 0 0,0 0 1 0 0,-2-7-1 0 0,2 11 1 0 0,1 0 0 0 0,-1 1 0 0 0,1-1 0 0 0,-1 0 0 0 0,1 1 0 0 0,-1-1 0 0 0,1 0 0 0 0,-1 1 0 0 0,1-1 0 0 0,-1 1 0 0 0,0-1 0 0 0,0 1 0 0 0,1-1 0 0 0,-1 1 0 0 0,0 0 0 0 0,0-1 0 0 0,1 1 0 0 0,-1 0 0 0 0,0 0-1 0 0,0-1 1 0 0,0 1 0 0 0,0 0 0 0 0,1 0 0 0 0,-1 0 0 0 0,0 0 0 0 0,0 0 0 0 0,0 0 0 0 0,0 0 0 0 0,1 0 0 0 0,-1 0 0 0 0,0 1 0 0 0,0-1 0 0 0,0 0 0 0 0,-1 1 0 0 0,1 0 58 0 0,0-1 0 0 0,0 0-1 0 0,-1 1 1 0 0,1-1 0 0 0,0 0 0 0 0,0 0 0 0 0,0 0 0 0 0,-1 0-1 0 0,1 0 1 0 0,0 0 0 0 0,0 0 0 0 0,0-1 0 0 0,0 1 0 0 0,-2-1-1 0 0,-1-11-584 0 0,-58 31 8931 0 0,62-17-8245 0 0,-1-1 0 0 0,1 0-1 0 0,-1 2 1 0 0,-1 5 878 0 0,0 0 1 0 0,-1 0-1 0 0,-1 0 0 0 0,-6 12 0 0 0,7-15-870 0 0,0 1 0 0 0,0 0 0 0 0,1 0 0 0 0,-1 0-1 0 0,1 0 1 0 0,0 0 0 0 0,1 0 0 0 0,0 0 0 0 0,-1 11 0 0 0,-2 61 499 0 0,2-46-375 0 0,2 53 1 0 0,2-72-276 0 0,1 0-1 0 0,0-1 1 0 0,1 1 0 0 0,7 14 0 0 0,7 28 62 0 0,-15-46-57 0 0,-1 2 0 0 0,0-1 0 0 0,-1 0 1 0 0,0 0-1 0 0,0 1 0 0 0,-1-1 1 0 0,-1 0-1 0 0,1 1 0 0 0,-2-1 0 0 0,1 0 1 0 0,-2 0-1 0 0,1 0 0 0 0,-7 15 1 0 0,3-8 43 0 0,1 1 0 0 0,0 0 0 0 0,1 1 0 0 0,-2 30 1 0 0,2 76-72 0 0,4-107 16 0 0,8 121-7 0 0,0-72 0 0 0,-6-54 0 0 0,0-1 0 0 0,-1 1 0 0 0,0-1 0 0 0,-1 1 0 0 0,-1 18 0 0 0,-6 34 16 0 0,4-1 1 0 0,6 92-1 0 0,1-25-1 0 0,-3-115-15 0 0,0 0 0 0 0,7 26 0 0 0,-5-30 0 0 0,-1 0 0 0 0,0 0 0 0 0,-1 0 0 0 0,0 0 0 0 0,-1 1 0 0 0,-1 13 0 0 0,-1-13 0 0 0,2 0 0 0 0,0 0 0 0 0,0 0 0 0 0,1 0 0 0 0,1-1 0 0 0,3 18 0 0 0,-1 28 0 0 0,-4-48 0 0 0,0 0 0 0 0,1 0 0 0 0,0 1 0 0 0,4 18 0 0 0,-3-20 65 0 0,-1-1 0 0 0,0 1 0 0 0,0-1 0 0 0,-1 1 0 0 0,0 0 0 0 0,0-1 0 0 0,-3 12 0 0 0,2-11 17 0 0,0 1-1 0 0,1-1 1 0 0,0 1 0 0 0,2 18-1 0 0,-2-28-86 0 0,0 1 0 0 0,0-1-1 0 0,0 0 1 0 0,0 0 0 0 0,0 0-1 0 0,0 0 1 0 0,0 0 0 0 0,0 1-1 0 0,0-1 1 0 0,0 0 0 0 0,0 0-1 0 0,0 0 1 0 0,1 0 0 0 0,-1 0-1 0 0,0 1 1 0 0,0-1 0 0 0,0 0-1 0 0,0 0 1 0 0,0 0-1 0 0,0 0 1 0 0,0 0 0 0 0,1 0-1 0 0,-1 0 1 0 0,0 0 0 0 0,0 1-1 0 0,0-1 1 0 0,0 0 0 0 0,0 0-1 0 0,1 0 1 0 0,-1 0 0 0 0,0 0-1 0 0,0 0 1 0 0,0 0 0 0 0,0 0-1 0 0,0 0 1 0 0,1 0 0 0 0,-1 0-1 0 0,0 0 1 0 0,0 0 0 0 0,0 0-1 0 0,0 0 1 0 0,1 0 0 0 0,-1 0-1 0 0,0 0 1 0 0,0 0 0 0 0,10-7-570 0 0,6-12-588 0 0,-15 18 1104 0 0,27-27-3512 0 0,-22 23 3004 0 0,-1 0 1 0 0,0 1-1 0 0,0-1 1 0 0,0-1 0 0 0,-1 1-1 0 0,0-1 1 0 0,6-9-1 0 0,-8 1 550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24.750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585 469 6913 0 0,'-51'13'532'0'0,"0"-2"-1"0"0,-60 4 0 0 0,87-17 1104 0 0,41-1-1148 0 0,609-68 4080 0 0,308-61-3090 0 0,-430 34-1316 0 0,-81 13-141 0 0,107 5 84 0 0,8 44-80 0 0,-459 35 0 0 0,-1 4-1 0 0,1 3 1 0 0,-1 4-1 0 0,137 34 1 0 0,-209-42-24 0 0,-3-1 0 0 0,1-1 0 0 0,-1 1 0 0 0,0 0 0 0 0,0 0 0 0 0,1 1 0 0 0,-1-1 0 0 0,0 1 0 0 0,0 0 0 0 0,-1-1 0 0 0,1 1 0 0 0,0 0 0 0 0,2 3 0 0 0,-5-4 2 0 0,0-1 0 0 0,0 0 0 0 0,0 1 0 0 0,0-1 1 0 0,0 1-1 0 0,0-1 0 0 0,0 1 0 0 0,0-1 0 0 0,0 0 0 0 0,0 1 1 0 0,-1-1-1 0 0,1 1 0 0 0,0-1 0 0 0,0 0 0 0 0,0 1 0 0 0,-1-1 1 0 0,1 0-1 0 0,0 1 0 0 0,0-1 0 0 0,-1 0 0 0 0,1 1 1 0 0,0-1-1 0 0,-1 0 0 0 0,1 1 0 0 0,0-1 0 0 0,-1 0 0 0 0,1 0 1 0 0,-1 0-1 0 0,1 1 0 0 0,0-1 0 0 0,-1 0 0 0 0,0 0 1 0 0,-17 8 72 0 0,15-7-45 0 0,-43 12 258 0 0,-1-1-1 0 0,0-3 1 0 0,-85 7-1 0 0,40-6-265 0 0,-259 36-733 0 0,-683 73-1 0 0,599-93 966 0 0,-154 14 35 0 0,-227 105-929 0 0,511-82 371 0 0,136-32 205 0 0,-175 41 288 0 0,336-70-176 0 0,-25 9 242 0 0,32-11-285 0 0,0 0 0 0 0,0 1 1 0 0,0-1-1 0 0,0 1 0 0 0,0-1 1 0 0,0 1-1 0 0,0-1 1 0 0,0 1-1 0 0,0 0 0 0 0,0 0 1 0 0,0-1-1 0 0,0 1 0 0 0,0 0 1 0 0,1 0-1 0 0,-1 0 0 0 0,0 0 1 0 0,1 0-1 0 0,-1 0 1 0 0,1 0-1 0 0,-1 0 0 0 0,1 0 1 0 0,-1 0-1 0 0,1 2 0 0 0,0-2-15 0 0,0-1-1 0 0,1 1 0 0 0,-1 0 1 0 0,0 0-1 0 0,1 0 0 0 0,-1-1 0 0 0,1 1 1 0 0,-1 0-1 0 0,1-1 0 0 0,-1 1 1 0 0,1 0-1 0 0,0-1 0 0 0,-1 1 1 0 0,1-1-1 0 0,0 1 0 0 0,0-1 0 0 0,-1 1 1 0 0,1-1-1 0 0,0 1 0 0 0,0-1 1 0 0,1 1-1 0 0,22 7-413 0 0,-20-7 345 0 0,59 14-440 0 0,-1-3 0 0 0,127 7 0 0 0,-134-15 435 0 0,785 26 1211 0 0,3-46 471 0 0,-584 9-1425 0 0,950-69 810 0 0,-977 57-679 0 0,305 13 0 0 0,-535 7-303 0 0,2-1 16 0 0,-1 0-1 0 0,1 0 1 0 0,-1 0-1 0 0,1 1 1 0 0,0 0-1 0 0,-1 0 1 0 0,1 0-1 0 0,5 3 1 0 0,-10-2 83 0 0,-8 0-53 0 0,-12-1-24 0 0,-138-25 869 0 0,11 2-780 0 0,-94 6 23 0 0,-398 24 0 0 0,-241 78 392 0 0,718-67-319 0 0,-457 67-30 0 0,487-62-129 0 0,-295 66-126 0 0,391-80 33 0 0,-237 73-741 0 0,219-63 418 0 0,1 2 0 0 0,-96 56 1 0 0,134-68 325 0 0,-35 23-68 0 0,47-30 106 0 0,1 0 1 0 0,0 0 0 0 0,0 0-1 0 0,0 0 1 0 0,0 0-1 0 0,0 1 1 0 0,1-1 0 0 0,-1 1-1 0 0,1-1 1 0 0,0 1-1 0 0,-2 5 1 0 0,4-7 14 0 0,-1-1-1 0 0,1 1 1 0 0,0-1-1 0 0,-1 1 1 0 0,1-1 0 0 0,0 1-1 0 0,0 0 1 0 0,0-1 0 0 0,0 1-1 0 0,1-1 1 0 0,-1 1-1 0 0,0-1 1 0 0,1 1 0 0 0,-1-1-1 0 0,1 1 1 0 0,-1-1-1 0 0,1 1 1 0 0,0-1 0 0 0,-1 0-1 0 0,1 1 1 0 0,1 1 0 0 0,1 0 15 0 0,0 0 0 0 0,0-1 1 0 0,0 1-1 0 0,0 0 0 0 0,0-1 0 0 0,1 0 1 0 0,-1 0-1 0 0,5 2 0 0 0,6 2 67 0 0,1 0 0 0 0,-1-1-1 0 0,21 4 1 0 0,30 1-82 0 0,111 5 0 0 0,-93-10-11 0 0,600-4-1 0 0,1-55 0 0 0,-401 28 0 0 0,1423-62 0 0 0,-1610 86 214 0 0,0 4-1 0 0,170 27 1 0 0,-257-27-108 0 0,-9 1-48 0 0,-15 2-29 0 0,-28 2 80 0 0,-306 10 125 0 0,227-16-202 0 0,-17 2-21 0 0,-616 8 307 0 0,1-45-39 0 0,-133-26-31 0 0,382 59-266 0 0,1 37 236 0 0,458-29-115 0 0,21-3-32 0 0,0-1-1 0 0,-1 0 1 0 0,1-2-1 0 0,-27-2 1 0 0,68 6 276 0 0,-1 0-384 0 0,-1 0 1 0 0,26 4-1 0 0,30-10-1728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9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116 91 1376 0 0,'-5'-23'423'0'0,"-15"-45"20510"0"0,19 84-20664 0 0,-1 0 0 0 0,-1 1 0 0 0,-7 24 0 0 0,4-20-128 0 0,1-1 1 0 0,-2 27-1 0 0,-3 228 142 0 0,-5 51-59 0 0,6-180 237 0 0,9 149 0 0 0,-1-273-317 0 0,0 1 0 0 0,-9 40-1 0 0,7-45-415 0 0,0 0 0 0 0,1 0-1 0 0,0 0 1 0 0,2 0 0 0 0,1 23 0 0 0,0-31-222 0 0,0-2-66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0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10 3225 0 0,'-51'-1'3845'0'0,"43"0"-2694"0"0,-1 0 1 0 0,0 0-1 0 0,0 2 0 0 0,-10 0 1 0 0,15 0-736 0 0,1 0 0 0 0,0 0 0 0 0,0 0 0 0 0,0 0 0 0 0,-1 0 0 0 0,1 1 0 0 0,1-1 0 0 0,-1 1 0 0 0,0 0 1 0 0,0 0-1 0 0,1 0 0 0 0,-1 0 0 0 0,1 0 0 0 0,-1 1 0 0 0,-2 3 0 0 0,5-6-323 0 0,0 0-1 0 0,0 1 1 0 0,-1-1 0 0 0,1 0-1 0 0,0 1 1 0 0,0-1-1 0 0,-1 0 1 0 0,1 1 0 0 0,0-1-1 0 0,0 1 1 0 0,0-1-1 0 0,0 1 1 0 0,-1-1 0 0 0,1 0-1 0 0,0 1 1 0 0,0-1 0 0 0,0 1-1 0 0,0-1 1 0 0,0 1-1 0 0,0-1 1 0 0,0 1 0 0 0,0-1-1 0 0,1 1 1 0 0,-1-1-1 0 0,0 0 1 0 0,0 1 0 0 0,0-1-1 0 0,0 1 1 0 0,1-1-1 0 0,-1 1 1 0 0,14 9 831 0 0,27 2-1055 0 0,-34-11 388 0 0,44 9-149 0 0,1-4-1 0 0,0-1 1 0 0,88-4 0 0 0,-58-1 21 0 0,-75 0-120 0 0,522-4 870 0 0,-469-3-617 0 0,1-2 0 0 0,-1-3 0 0 0,95-31 0 0 0,-147 40-244 0 0,10-2 35 0 0,1 1 0 0 0,35-4 0 0 0,-46 7-56 0 0,1 1 0 0 0,-1 0 0 0 0,1 0 0 0 0,-1 1 0 0 0,1 0 0 0 0,-1 1 0 0 0,0 0 0 0 0,15 5 0 0 0,-23-7-23 0 0,1 0 0 0 0,-1 1 0 0 0,1-1-1 0 0,-1 0 1 0 0,1 1 0 0 0,-1-1 0 0 0,0 0 0 0 0,1 1 0 0 0,-1-1 0 0 0,1 1-1 0 0,-1-1 1 0 0,0 0 0 0 0,0 1 0 0 0,1-1 0 0 0,-1 1 0 0 0,0-1 0 0 0,0 1 0 0 0,1-1-1 0 0,-1 1 1 0 0,0-1 0 0 0,0 1 0 0 0,0 0 0 0 0,0-1 0 0 0,0 1 0 0 0,0-1 0 0 0,0 1-1 0 0,0-1 1 0 0,0 1 0 0 0,0-1 0 0 0,0 1 0 0 0,0-1 0 0 0,0 1 0 0 0,0-1 0 0 0,-1 1-1 0 0,1 0 1 0 0,0-1 0 0 0,-1 1 0 0 0,-12 20-2061 0 0,11-18 1205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0.7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98 5873 0 0,'-18'-7'13341'0'0,"28"0"-12487"0"0,75-32 2824 0 0,-55 27-3597 0 0,2 2-1 0 0,42-9 1 0 0,-73 19-115 0 0,2-1-172 0 0,0 0 0 0 0,0 0 0 0 0,1 1-1 0 0,-1 0 1 0 0,0-1 0 0 0,0 1 0 0 0,1 0 0 0 0,-1 0 0 0 0,0 1 0 0 0,0-1-1 0 0,0 1 1 0 0,1 0 0 0 0,-1-1 0 0 0,5 4 0 0 0,-2 0-1268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1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0 4977 0 0,'-19'7'9474'0'0,"17"-5"-8975"0"0,1-1-80 0 0,0 1 0 0 0,0-1 0 0 0,1 1 0 0 0,-1-1 0 0 0,1 1 0 0 0,-1-1 0 0 0,1 1 0 0 0,-1-1 1 0 0,1 1-1 0 0,0-1 0 0 0,0 1 0 0 0,0 2 0 0 0,1 6 333 0 0,0 0 1 0 0,1 0 0 0 0,5 19-1 0 0,0-3-236 0 0,12 146-220 0 0,19 108-319 0 0,-20-188 23 0 0,5 99 0 0 0,-8 96 0 0 0,-11-188 0 0 0,8 348 64 0 0,-11-437-204 0 0,-2 31 392 0 0,1-40-358 0 0,-1 1 1 0 0,1-1 0 0 0,0 1 0 0 0,0-1 0 0 0,-1 1 0 0 0,1-1 0 0 0,-1 1 0 0 0,1-1-1 0 0,-1 1 1 0 0,1-1 0 0 0,-1 1 0 0 0,0-1 0 0 0,0 0 0 0 0,0 1 0 0 0,0-1 0 0 0,0 0-1 0 0,0 0 1 0 0,0 0 0 0 0,-2 2 0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1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25 200 5985 0 0,'-2'0'480'0'0,"0"-1"0"0"0,-1 0-1 0 0,1 0 1 0 0,0 0 0 0 0,0 0 0 0 0,0 0-1 0 0,0 0 1 0 0,0 0 0 0 0,0-1 0 0 0,0 1-1 0 0,0-8 2572 0 0,2 9-2985 0 0,1 0 0 0 0,-1 0 0 0 0,0 0 0 0 0,0 0 0 0 0,0-1 0 0 0,19 1 1758 0 0,139 6 3487 0 0,81-13-4622 0 0,474-21-471 0 0,-49 3-159 0 0,72-68 620 0 0,-692 85-672 0 0,10-2-4 0 0,65-3 0 0 0,-103 13-3 0 0,1 0 0 0 0,-1 0 0 0 0,0 2-1 0 0,1 0 1 0 0,-1 1 0 0 0,0 0 0 0 0,-1 2 0 0 0,24 8 0 0 0,-39-13-12 0 0,1 0 0 0 0,-1 0 0 0 0,1 0 0 0 0,-1 1-1 0 0,0-1 1 0 0,1 0 0 0 0,-1 0 0 0 0,0 0 0 0 0,1 0 0 0 0,-1 0 0 0 0,0 1 0 0 0,1-1 0 0 0,-1 0-1 0 0,0 0 1 0 0,1 0 0 0 0,-1 1 0 0 0,0-1 0 0 0,1 0 0 0 0,-1 1 0 0 0,0-1 0 0 0,0 0 0 0 0,1 0 0 0 0,-1 1-1 0 0,0-1 1 0 0,0 0 0 0 0,0 1 0 0 0,0-1 0 0 0,1 1 0 0 0,-1-1 0 0 0,0 0 0 0 0,0 1 0 0 0,0-1-1 0 0,0 0 1 0 0,0 1 0 0 0,0-1 0 0 0,0 1 0 0 0,0-1 0 0 0,0 0 0 0 0,0 1 0 0 0,0-1 0 0 0,0 1-1 0 0,0-1 1 0 0,-1 0 0 0 0,1 1 0 0 0,0-1 0 0 0,0 0 0 0 0,0 1 0 0 0,0-1 0 0 0,-1 0 0 0 0,1 1-1 0 0,0-1 1 0 0,0 0 0 0 0,-1 1 0 0 0,1-1 0 0 0,0 0 0 0 0,0 0 0 0 0,-1 1 0 0 0,1-1 0 0 0,0 0-1 0 0,-1 0 1 0 0,-23 13-3415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2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34 6625 0 0,'-24'-34'16136'0'0,"22"35"-15848"0"0,2 2-116 0 0,0 0 0 0 0,1 0 0 0 0,-1 0 0 0 0,1 0 0 0 0,-1 0-1 0 0,1 0 1 0 0,0-1 0 0 0,0 1 0 0 0,3 5 0 0 0,1 6 201 0 0,-1 12-13 0 0,-1-1 0 0 0,-1 1 0 0 0,-2 50 0 0 0,-1-47-293 0 0,1 0 0 0 0,7 52 0 0 0,7-14-92 0 0,-7-38-27 0 0,-1 1 0 0 0,3 40 0 0 0,-9-59-129 0 0,0 0 0 0 0,0 0 0 0 0,-1-1 0 0 0,-1 1 0 0 0,0 0 1 0 0,-1 0-1 0 0,1-1 0 0 0,-2 0 0 0 0,0 1 0 0 0,-6 11 0 0 0,-4 3-664 0 0,-14 26-1335 0 0,21-18-5100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2.9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6 1840 0 0,'-2'-3'11748'0'0,"-8"1"-8613"0"0,4 2-3923 0 0,0 1 1143 0 0,0 0 0 0 0,0 1 0 0 0,0 0 0 0 0,0 0 0 0 0,1 0-1 0 0,-1 1 1 0 0,1 0 0 0 0,-1 0 0 0 0,-7 6 0 0 0,4-2-52 0 0,0 0 1 0 0,1 0 0 0 0,0 1-1 0 0,-9 10 1 0 0,17-17-298 0 0,-1 0 0 0 0,0-1 1 0 0,1 1-1 0 0,0-1 0 0 0,-1 1 0 0 0,1 0 1 0 0,-1 0-1 0 0,1-1 0 0 0,0 1 0 0 0,-1 0 1 0 0,1 0-1 0 0,0-1 0 0 0,0 1 1 0 0,0 0-1 0 0,0 0 0 0 0,-1-1 0 0 0,1 1 1 0 0,0 0-1 0 0,0 0 0 0 0,1 0 0 0 0,-1-1 1 0 0,0 1-1 0 0,0 0 0 0 0,0 0 0 0 0,0 0 1 0 0,1-1-1 0 0,-1 1 0 0 0,0 0 1 0 0,1 0-1 0 0,-1-1 0 0 0,1 1 0 0 0,-1 0 1 0 0,0-1-1 0 0,1 1 0 0 0,0-1 0 0 0,-1 1 1 0 0,1 0-1 0 0,-1-1 0 0 0,1 1 0 0 0,0-1 1 0 0,-1 0-1 0 0,1 1 0 0 0,0-1 1 0 0,-1 1-1 0 0,1-1 0 0 0,0 0 0 0 0,1 1 1 0 0,7 2 84 0 0,0 0 1 0 0,0 0-1 0 0,15 3 1 0 0,-1-1-12 0 0,16 6-424 0 0,-30-10 198 0 0,0 1 0 0 0,-1 1 0 0 0,1-1 0 0 0,-1 1 0 0 0,0 1-1 0 0,0-1 1 0 0,14 10 0 0 0,-21-12 139 0 0,-1 0 0 0 0,0 0 0 0 0,1 0 0 0 0,-1 0-1 0 0,0 0 1 0 0,1 0 0 0 0,-1 0 0 0 0,0 1 0 0 0,0-1-1 0 0,0 0 1 0 0,0 0 0 0 0,0 0 0 0 0,0 0 0 0 0,0 1-1 0 0,0-1 1 0 0,-1 0 0 0 0,1 0 0 0 0,0 0 0 0 0,-1 0-1 0 0,1 0 1 0 0,-1 0 0 0 0,1 0 0 0 0,-1 0 0 0 0,1 0-1 0 0,-1 0 1 0 0,0 0 0 0 0,1 0 0 0 0,-1 0 0 0 0,0 0-1 0 0,-1 0 1 0 0,-26 31 103 0 0,27-31-99 0 0,-63 53-164 0 0,50-45 96 0 0,0 2 0 0 0,1-1 1 0 0,0 2-1 0 0,1 0 0 0 0,1 0 1 0 0,-13 19-1 0 0,23-31 80 0 0,1 0 0 0 0,0 1 0 0 0,-1-1-1 0 0,1 1 1 0 0,0-1 0 0 0,-1 1 0 0 0,1-1 0 0 0,0 1 0 0 0,0-1-1 0 0,-1 1 1 0 0,1-1 0 0 0,0 1 0 0 0,0-1 0 0 0,0 1-1 0 0,0-1 1 0 0,0 1 0 0 0,0-1 0 0 0,0 1 0 0 0,0 0 0 0 0,0-1-1 0 0,0 1 1 0 0,0-1 0 0 0,0 1 0 0 0,0-1 0 0 0,1 1-1 0 0,-1-1 1 0 0,0 1 0 0 0,0-1 0 0 0,0 1 0 0 0,1-1 0 0 0,-1 1-1 0 0,0-1 1 0 0,1 1 0 0 0,-1-1 0 0 0,0 0 0 0 0,1 1 0 0 0,-1-1-1 0 0,1 1 1 0 0,0-1 0 0 0,1 1 48 0 0,1 1 1 0 0,-1-2-1 0 0,1 1 0 0 0,0 0 0 0 0,-1-1 1 0 0,1 1-1 0 0,0-1 0 0 0,-1 0 1 0 0,4 0-1 0 0,57-5 786 0 0,-45 2-658 0 0,37-5-20 0 0,-51 7-165 0 0,1 1 0 0 0,-1 0 0 0 0,0 0 1 0 0,0 0-1 0 0,0 1 0 0 0,0 0 0 0 0,0-1 0 0 0,0 1 0 0 0,0 1 0 0 0,6 1 1 0 0,-10-2-8 0 0,1 0 0 0 0,0-1-1 0 0,0 1 1 0 0,-1-1 0 0 0,1 1 0 0 0,0 0 0 0 0,-1 0 0 0 0,1-1 0 0 0,-1 1 0 0 0,1 0 0 0 0,-1 0 0 0 0,1 0 0 0 0,-1 0 0 0 0,0 0 0 0 0,1 0 0 0 0,-1-1 0 0 0,0 1 0 0 0,0 0 0 0 0,1 0 0 0 0,-1 0 0 0 0,0 0 0 0 0,0 0-1 0 0,0 0 1 0 0,0 0 0 0 0,0 0 0 0 0,-1 0 0 0 0,1 0 0 0 0,0 0 0 0 0,0 0 0 0 0,-1 0 0 0 0,1 0 0 0 0,0 0 0 0 0,-1-1 0 0 0,1 1 0 0 0,-1 0 0 0 0,1 0 0 0 0,-1 0 0 0 0,-1 1 0 0 0,-29 36-746 0 0,22-27 468 0 0,8-10 154 0 0,-21 29-412 0 0,21-29 355 0 0,1 1 0 0 0,-1-1 0 0 0,0 1-1 0 0,0 0 1 0 0,1-1 0 0 0,-1 1 0 0 0,1-1 0 0 0,-1 1 0 0 0,1 0 0 0 0,-1 0-1 0 0,1-1 1 0 0,0 1 0 0 0,0 0 0 0 0,0-1 0 0 0,0 1 0 0 0,0 0 0 0 0,1 3-1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3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5529 0 0,'-2'31'10479'0'0,"13"24"-6222"0"0,-5-25-3088 0 0,-4-21-1147 0 0,25 186 1844 0 0,-25-162-1471 0 0,-2 0 0 0 0,0 0-1 0 0,-11 65 1 0 0,6-61-631 0 0,2-1 0 0 0,1 1 0 0 0,2-1 0 0 0,1 1 0 0 0,9 51 0 0 0,-6-80-840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4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5 1840 0 0,'-1'0'183'0'0,"0"-1"-1"0"0,0 1 0 0 0,0-1 0 0 0,0 1 1 0 0,0-1-1 0 0,0 1 0 0 0,0-1 0 0 0,-1 1 1 0 0,1 0-1 0 0,0 0 0 0 0,0 0 0 0 0,0 0 1 0 0,0 0-1 0 0,-1 0 0 0 0,1 0 0 0 0,0 0 1 0 0,0 0-1 0 0,0 0 0 0 0,0 1 1 0 0,0-1-1 0 0,0 0 0 0 0,-1 1 0 0 0,1-1 1 0 0,0 1-1 0 0,0-1 0 0 0,0 1 0 0 0,-1 1 1 0 0,-26 19 2670 0 0,26-20-2615 0 0,-10 9 1239 0 0,7-7-742 0 0,0 1 0 0 0,0 0 0 0 0,0 0 0 0 0,1 0 0 0 0,-1 1 0 0 0,1-1 0 0 0,0 1 0 0 0,0 0 0 0 0,1 0 0 0 0,-6 11 1 0 0,9-15-635 0 0,0 0 0 0 0,1 0 0 0 0,-1 0 1 0 0,0 0-1 0 0,1 0 0 0 0,-1 0 0 0 0,1 0 1 0 0,-1 0-1 0 0,1 0 0 0 0,-1 0 0 0 0,1-1 1 0 0,0 1-1 0 0,0 0 0 0 0,-1 0 0 0 0,1-1 1 0 0,0 1-1 0 0,0 0 0 0 0,0-1 1 0 0,-1 1-1 0 0,1-1 0 0 0,0 1 0 0 0,0-1 1 0 0,0 1-1 0 0,0-1 0 0 0,0 0 0 0 0,0 1 1 0 0,0-1-1 0 0,2 0 0 0 0,36 9 71 0 0,-35-8-20 0 0,30 3 53 0 0,-26-4-178 0 0,-1 1 0 0 0,1 0 1 0 0,-1 0-1 0 0,0 0 1 0 0,1 1-1 0 0,-1 0 0 0 0,0 0 1 0 0,11 6-1 0 0,-18-7-35 0 0,1 0 0 0 0,-1-1 0 0 0,1 1-1 0 0,-1 0 1 0 0,1 0 0 0 0,-1 0 0 0 0,1-1 0 0 0,-1 1 0 0 0,0 0-1 0 0,0 0 1 0 0,1 0 0 0 0,-1 0 0 0 0,0 0 0 0 0,0 0 0 0 0,0 0-1 0 0,0 0 1 0 0,0-1 0 0 0,0 1 0 0 0,0 0 0 0 0,0 0 0 0 0,0 0 0 0 0,-1 0-1 0 0,1 0 1 0 0,0 0 0 0 0,-1 0 0 0 0,1-1 0 0 0,0 1 0 0 0,-1 0-1 0 0,1 0 1 0 0,-1 0 0 0 0,1-1 0 0 0,-1 1 0 0 0,-1 1 0 0 0,-23 30-242 0 0,21-27 197 0 0,-18 20-66 0 0,-30 38-448 0 0,47-56 516 0 0,0 1 0 0 0,1-1 0 0 0,-1 1-1 0 0,2 0 1 0 0,-1 0 0 0 0,-4 15 0 0 0,8-22 55 0 0,-1 0 1 0 0,1 0 0 0 0,0 0-1 0 0,0 0 1 0 0,0 0 0 0 0,0 0-1 0 0,0-1 1 0 0,0 1 0 0 0,0 0-1 0 0,0 0 1 0 0,0 0-1 0 0,0 0 1 0 0,0 0 0 0 0,1 0-1 0 0,-1 0 1 0 0,0 0 0 0 0,1 0-1 0 0,-1 0 1 0 0,1-1 0 0 0,-1 1-1 0 0,1 0 1 0 0,-1 0 0 0 0,1 0-1 0 0,-1-1 1 0 0,2 2 0 0 0,0-1 18 0 0,-1 0 0 0 0,1 0 1 0 0,0 0-1 0 0,0-1 1 0 0,0 1-1 0 0,0 0 0 0 0,0-1 1 0 0,-1 1-1 0 0,1-1 1 0 0,0 0-1 0 0,4 1 0 0 0,7-2 115 0 0,0 1 0 0 0,0-2 0 0 0,15-3-1 0 0,-15 3-89 0 0,-11 2-49 0 0,-1-1 0 0 0,1 1 1 0 0,0-1-1 0 0,0 1 0 0 0,0 0 0 0 0,-1 0 1 0 0,1 0-1 0 0,0 0 0 0 0,0 0 0 0 0,0 1 0 0 0,-1-1 1 0 0,1 1-1 0 0,0-1 0 0 0,0 1 0 0 0,-1-1 1 0 0,1 1-1 0 0,0 0 0 0 0,-1 0 0 0 0,1 0 1 0 0,-1 0-1 0 0,1 0 0 0 0,-1 0 0 0 0,3 2 1 0 0,-3-1 8 0 0,0 0 1 0 0,0 0-1 0 0,0 0 1 0 0,-1 1 0 0 0,1-1-1 0 0,-1 0 1 0 0,1 0 0 0 0,-1 0-1 0 0,0 1 1 0 0,0-1-1 0 0,0 0 1 0 0,0 0 0 0 0,0 0-1 0 0,0 1 1 0 0,-1-1 0 0 0,0 3-1 0 0,-2 6-2 0 0,-1-1 0 0 0,0 1 0 0 0,0-1 0 0 0,-1 0 0 0 0,0 0 0 0 0,-12 15 1 0 0,13-20-44 0 0,0 0 1 0 0,0 1 0 0 0,0-1-1 0 0,1 1 1 0 0,0 0-1 0 0,-4 11 1 0 0,7-16-134 0 0,0 0 1 0 0,-1 1-1 0 0,1-1 0 0 0,0 0 0 0 0,0 1 0 0 0,0-1 1 0 0,0 1-1 0 0,0-1 0 0 0,0 0 0 0 0,0 1 0 0 0,1-1 1 0 0,-1 0-1 0 0,0 1 0 0 0,1-1 0 0 0,0 2 1 0 0,0-1-429 0 0,0-1 1 0 0,1 1-1 0 0,-1-1 1 0 0,0 1-1 0 0,1-1 1 0 0,-1 0-1 0 0,1 0 1 0 0,-1 1-1 0 0,1-1 1 0 0,-1 0-1 0 0,1 0 1 0 0,0 0-1 0 0,0-1 1 0 0,1 2-1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4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7354 0 0,'0'-1'0'0'0,"0"0"0"0"0,0 0 0 0 0,0-1 0 0 0,1 1 0 0 0,-1 0 0 0 0,0 0 0 0 0,1 0 0 0 0,-1 0 0 0 0,1 0 0 0 0,-1 1 0 0 0,1-1 0 0 0,0 0 0 0 0,-1 0 0 0 0,1 0 0 0 0,0 0 0 0 0,0 1 0 0 0,0-1 0 0 0,-1 0 0 0 0,1 1 0 0 0,0-1 0 0 0,0 0 0 0 0,0 1 0 0 0,0-1 0 0 0,0 1 0 0 0,0 0 0 0 0,0-1 0 0 0,0 1 0 0 0,2-1 0 0 0,0 1 0 0 0,4-3 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5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5985 0 0,'7'17'11771'0'0,"7"22"-10379"0"0,-2 0-1 0 0,-1 1 1 0 0,8 64 0 0 0,3 130-1212 0 0,-21-226-86 0 0,1 26-19 0 0,4 31 253 0 0,-3 1 1 0 0,-8 80-1 0 0,3-132-822 0 0,-2 11 1862 0 0,4-17-3979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5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3526 68 6449 0 0,'-7'7'10472'0'0,"-10"-3"-8265"0"0,16-4-2142 0 0,-63 19 1268 0 0,46-13-1119 0 0,0 0-1 0 0,0-1 0 0 0,-1-1 1 0 0,1-1-1 0 0,-1 0 0 0 0,0-2 0 0 0,-19 0 1 0 0,-209-37 96 0 0,30 1-1746 0 0,-233 23-1435 0 0,285 14 4370 0 0,-200-25 0 0 0,257 12-1769 0 0,-190 5 1 0 0,-109 33-888 0 0,171-8 2601 0 0,-63-6-400 0 0,229-14-667 0 0,0-3 0 0 0,-117-22 0 0 0,137 21-527 0 0,39 5 27 0 0,-1-1 1 0 0,0 0-1 0 0,1-1 1 0 0,0 0-1 0 0,-18-7 0 0 0,28 9 30 0 0,0 0 0 0 0,0-1 0 0 0,0 1 0 0 0,1 0 0 0 0,-1-1 0 0 0,0 1 0 0 0,0-1 0 0 0,1 1 0 0 0,-1-1 0 0 0,0 0 0 0 0,1 1 0 0 0,-1-1 0 0 0,0 0 0 0 0,1 1 0 0 0,-1-1 0 0 0,1 0 0 0 0,-1 0 0 0 0,1 0 0 0 0,0 1 0 0 0,-1-2 0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6.9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255 76 3681 0 0,'-37'10'2371'0'0,"-95"20"1694"0"0,110-27 519 0 0,-42 2-1 0 0,266-9-1390 0 0,38-1-2892 0 0,113-3 53 0 0,-80-1-113 0 0,260-19 447 0 0,-473 24-676 0 0,219-30-56 0 0,-42 3-224 0 0,-229 31 22 0 0,-8 3-35 0 0,-10 3-134 0 0,6-3 400 0 0,3-3-88 0 0,-3 2-601 0 0,0-1 324 0 0,-1 1 1 0 0,0-1-1 0 0,0 0 1 0 0,1-1-1 0 0,-1 1 1 0 0,0-1-1 0 0,0 0 1 0 0,0 0 0 0 0,0 0-1 0 0,0-1 1 0 0,0 1-1 0 0,-8-4 1 0 0,12 4 507 0 0,-1 0 0 0 0,1-1 0 0 0,0 1 1 0 0,0 0-1 0 0,0 0 0 0 0,0 0 0 0 0,0 0 1 0 0,0 0-1 0 0,-1 1 0 0 0,1-1 0 0 0,0 0 1 0 0,0 0-1 0 0,0 1 0 0 0,0-1 0 0 0,0 1 1 0 0,0-1-1 0 0,0 1 0 0 0,0-1 0 0 0,0 1 1 0 0,0 0-1 0 0,0-1 0 0 0,0 1 0 0 0,1 0 1 0 0,-1 0-1 0 0,0 0 0 0 0,0-1 0 0 0,1 1 1 0 0,-1 0-1 0 0,0 0 0 0 0,1 0 0 0 0,-1 0 1 0 0,1 0-1 0 0,0 0 0 0 0,-1 1 0 0 0,1-1 1 0 0,0 0-1 0 0,-1 0 0 0 0,1 0 0 0 0,0 0 0 0 0,0 0 1 0 0,0 2-1 0 0,0 1-52 0 0,-1 0 0 0 0,1-1 1 0 0,0 1-1 0 0,0-1 0 0 0,1 1 0 0 0,-1 0 1 0 0,1-1-1 0 0,0 1 0 0 0,0-1 0 0 0,0 1 1 0 0,0-1-1 0 0,3 5 0 0 0,1-1-50 0 0,1-1 1 0 0,0 1-1 0 0,0-1 1 0 0,0 0-1 0 0,1 0 0 0 0,0-1 1 0 0,0 0-1 0 0,1 0 1 0 0,-1-1-1 0 0,1 0 0 0 0,0 0 1 0 0,9 2-1 0 0,-12-4-13 0 0,0 0 1 0 0,0 0-1 0 0,0-1 0 0 0,0 0 1 0 0,0 0-1 0 0,1-1 0 0 0,-1 1 1 0 0,0-1-1 0 0,0 0 0 0 0,0 0 1 0 0,1-1-1 0 0,-1 1 0 0 0,0-1 1 0 0,0 0-1 0 0,0-1 0 0 0,0 1 1 0 0,0-1-1 0 0,0 0 0 0 0,0-1 1 0 0,-1 1-1 0 0,6-4 0 0 0,-8 4-11 0 0,-1 0-1 0 0,0 1 0 0 0,1-1 1 0 0,-1 0-1 0 0,0 0 0 0 0,0 0 1 0 0,0 0-1 0 0,0 0 0 0 0,-1 0 1 0 0,1 0-1 0 0,0 0 1 0 0,-1 0-1 0 0,0 0 0 0 0,1 0 1 0 0,-1 0-1 0 0,0 0 0 0 0,0-1 1 0 0,0 1-1 0 0,0 0 0 0 0,-1 0 1 0 0,1 0-1 0 0,-1 0 1 0 0,1 0-1 0 0,-1 0 0 0 0,0 0 1 0 0,1 0-1 0 0,-1 0 0 0 0,0 0 1 0 0,0 0-1 0 0,-3-3 0 0 0,-1-5 4 0 0,-1 1-1 0 0,0 0 0 0 0,-1 0 0 0 0,-12-12 0 0 0,16 18-34 0 0,0 0-1 0 0,-1 0 1 0 0,1 1 0 0 0,-1-1-1 0 0,1 0 1 0 0,-1 1 0 0 0,0 0-1 0 0,0 0 1 0 0,0 0 0 0 0,0 1-1 0 0,-1-1 1 0 0,-3 0 0 0 0,6 2 22 0 0,0 0 1 0 0,1 0 0 0 0,-1 0 0 0 0,1 0-1 0 0,-1 0 1 0 0,1 1 0 0 0,-1-1 0 0 0,0 0-1 0 0,1 1 1 0 0,-1-1 0 0 0,1 1 0 0 0,0-1-1 0 0,-1 1 1 0 0,1 0 0 0 0,-1 0 0 0 0,1 0-1 0 0,0 0 1 0 0,0 0 0 0 0,-1 0-1 0 0,1 0 1 0 0,0 0 0 0 0,0 0 0 0 0,0 0-1 0 0,0 1 1 0 0,0-1 0 0 0,1 0 0 0 0,-1 1-1 0 0,0-1 1 0 0,1 1 0 0 0,-1-1 0 0 0,1 1-1 0 0,-1-1 1 0 0,1 1 0 0 0,-1-1 0 0 0,1 1-1 0 0,0 2 1 0 0,-1 2 9 0 0,0-1 1 0 0,1 1-1 0 0,0 0 1 0 0,0 0-1 0 0,0 0 1 0 0,1-1-1 0 0,0 1 1 0 0,0 0-1 0 0,0 0 1 0 0,1-1-1 0 0,3 10 1 0 0,-4-13 10 0 0,0 0 0 0 0,0 1 0 0 0,0-1 0 0 0,0 0 0 0 0,1 0 0 0 0,-1 0 0 0 0,0-1-1 0 0,1 1 1 0 0,0 0 0 0 0,-1 0 0 0 0,1-1 0 0 0,0 1 0 0 0,0-1 0 0 0,0 0 0 0 0,0 1 0 0 0,0-1 0 0 0,0 0 0 0 0,0 0 0 0 0,0 0 0 0 0,0 0 0 0 0,1-1 0 0 0,-1 1 0 0 0,0-1 0 0 0,1 1 0 0 0,-1-1 0 0 0,0 0 0 0 0,1 0 0 0 0,-1 0 0 0 0,0 0 0 0 0,1 0 0 0 0,3-1 0 0 0,-5 0-23 0 0,1 1-1 0 0,-1 0 0 0 0,0-1 0 0 0,0 1 0 0 0,0-1 0 0 0,0 0 0 0 0,0 1 0 0 0,1-1 0 0 0,-1 0 0 0 0,-1 0 0 0 0,1 1 0 0 0,0-1 0 0 0,0 0 1 0 0,0 0-1 0 0,0 0 0 0 0,-1 0 0 0 0,1 0 0 0 0,0 0 0 0 0,-1 0 0 0 0,1-1 0 0 0,-1 1 0 0 0,1 0 0 0 0,-1 0 0 0 0,1 0 0 0 0,-1-1 1 0 0,0 1-1 0 0,0-2 0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8.0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369 165 6833 0 0,'-8'-2'52'0'0,"0"0"0"0"0,0 1-1 0 0,0 0 1 0 0,0 1 0 0 0,0 0-1 0 0,0 0 1 0 0,0 0-1 0 0,0 1 1 0 0,-12 3 0 0 0,-73 22 160 0 0,70-20 1088 0 0,0 2 0 0 0,0 1 0 0 0,1 1 1 0 0,0 1-1 0 0,-39 26 0 0 0,60-36-1121 0 0,0-1 1 0 0,0 1-1 0 0,1-1 0 0 0,-1 1 0 0 0,1 0 0 0 0,-1 0 0 0 0,0-1 0 0 0,1 1 0 0 0,-1 0 1 0 0,1 0-1 0 0,-1-1 0 0 0,1 1 0 0 0,0 0 0 0 0,-1 0 0 0 0,1 0 0 0 0,0 0 0 0 0,0 0 1 0 0,0 0-1 0 0,-1 0 0 0 0,1-1 0 0 0,0 1 0 0 0,0 0 0 0 0,0 0 0 0 0,0 0 0 0 0,1 1 1 0 0,-1 0-26 0 0,1 0 1 0 0,0 0 0 0 0,0 0 0 0 0,0-1 0 0 0,0 1 0 0 0,0 0 0 0 0,0-1 0 0 0,1 1-1 0 0,-1 0 1 0 0,0-1 0 0 0,3 2 0 0 0,2 2 33 0 0,0 0 0 0 0,0-1 0 0 0,1 0-1 0 0,13 7 1 0 0,6-2-21 0 0,1 0-1 0 0,-1-2 1 0 0,52 8-1 0 0,87 0-331 0 0,-92-10-13 0 0,14-1 76 0 0,0-3 1 0 0,0-4-1 0 0,0-4 0 0 0,0-3 1 0 0,-1-5-1 0 0,-1-3 0 0 0,129-45 0 0 0,348-109 377 0 0,-150 70-200 0 0,-382 95-4 0 0,1 2 0 0 0,0 2-1 0 0,0 0 1 0 0,41 3 0 0 0,-69 0-62 0 0,-49 28-151 0 0,3-11 180 0 0,-4 1 57 0 0,45-17-92 0 0,1 0 0 0 0,-1 0-1 0 0,0 0 1 0 0,1 0 0 0 0,-1 0-1 0 0,0 0 1 0 0,1 1 0 0 0,0-1-1 0 0,-1 1 1 0 0,1-1 0 0 0,0 1 0 0 0,0-1-1 0 0,-1 1 1 0 0,1 0 0 0 0,1 0-1 0 0,-1-1 1 0 0,0 1 0 0 0,0 0-1 0 0,0 3 1 0 0,1-4 3 0 0,0 1-1 0 0,0 0 1 0 0,0-1 0 0 0,1 1 0 0 0,-1 0 0 0 0,0-1-1 0 0,1 1 1 0 0,-1 0 0 0 0,1-1 0 0 0,0 1-1 0 0,0 0 1 0 0,-1-1 0 0 0,1 0 0 0 0,0 1-1 0 0,0-1 1 0 0,0 1 0 0 0,1-1 0 0 0,-1 0-1 0 0,0 0 1 0 0,0 0 0 0 0,1 1 0 0 0,-1-1 0 0 0,1 0-1 0 0,-1-1 1 0 0,1 1 0 0 0,-1 0 0 0 0,1 0-1 0 0,-1-1 1 0 0,1 1 0 0 0,0-1 0 0 0,-1 1-1 0 0,1-1 1 0 0,1 0 0 0 0,0 1 1 0 0,-1 0 1 0 0,0-1-1 0 0,0 1 0 0 0,0-1 0 0 0,0 0 1 0 0,1 0-1 0 0,-1 0 0 0 0,0 0 0 0 0,0 0 1 0 0,0 0-1 0 0,0-1 0 0 0,1 1 0 0 0,-1-1 1 0 0,0 1-1 0 0,0-1 0 0 0,0 0 0 0 0,0 0 1 0 0,0 0-1 0 0,0 0 0 0 0,0 0 0 0 0,0 0 1 0 0,-1-1-1 0 0,1 1 0 0 0,0-1 0 0 0,-1 1 1 0 0,3-4-1 0 0,-3 2-15 0 0,1-1 1 0 0,-1 0-1 0 0,0 1 0 0 0,0-1 1 0 0,0 0-1 0 0,-1 0 0 0 0,1 0 1 0 0,-1 0-1 0 0,0 0 1 0 0,0 0-1 0 0,0 1 0 0 0,-1-1 1 0 0,0 0-1 0 0,0-5 0 0 0,0 7 4 0 0,0-1-1 0 0,1 0 0 0 0,-1 1 0 0 0,0-1 1 0 0,0 0-1 0 0,-1 1 0 0 0,1-1 1 0 0,-1 1-1 0 0,1 0 0 0 0,-1-1 1 0 0,1 1-1 0 0,-1 0 0 0 0,0 0 1 0 0,0 0-1 0 0,0 0 0 0 0,-1 0 0 0 0,1 1 1 0 0,0-1-1 0 0,-1 1 0 0 0,-3-3 1 0 0,6 4 9 0 0,-1 0 1 0 0,1 0 0 0 0,0 0 0 0 0,0 0-1 0 0,0 0 1 0 0,0 0 0 0 0,0 0 0 0 0,0-1-1 0 0,-1 1 1 0 0,1 0 0 0 0,0 0 0 0 0,0 0-1 0 0,0 0 1 0 0,0 0 0 0 0,-1 0 0 0 0,1 0 0 0 0,0 0-1 0 0,0 0 1 0 0,0 0 0 0 0,0 0 0 0 0,0 0-1 0 0,-1 0 1 0 0,1 0 0 0 0,0 0 0 0 0,0 0-1 0 0,0 1 1 0 0,0-1 0 0 0,0 0 0 0 0,-1 0-1 0 0,1 0 1 0 0,0 0 0 0 0,0 0 0 0 0,0 0-1 0 0,0 0 1 0 0,0 0 0 0 0,0 0 0 0 0,0 1-1 0 0,-1-1 1 0 0,1 0 0 0 0,0 0 0 0 0,0 0-1 0 0,0 0 1 0 0,0 0 0 0 0,0 0 0 0 0,0 1-1 0 0,0-1 1 0 0,0 0 0 0 0,3 10 221 0 0,10 8 83 0 0,-12-17-291 0 0,0 0-1 0 0,0-1 1 0 0,1 1-1 0 0,-1 0 1 0 0,0-1-1 0 0,1 1 1 0 0,-1 0 0 0 0,0-1-1 0 0,1 0 1 0 0,-1 1-1 0 0,1-1 1 0 0,-1 0-1 0 0,1 0 1 0 0,2 0-1 0 0,-4 0-25 0 0,1 0-1 0 0,-1 0 0 0 0,1 0 0 0 0,0-1 0 0 0,-1 1 1 0 0,1 0-1 0 0,-1-1 0 0 0,1 1 0 0 0,-1 0 0 0 0,1-1 0 0 0,-1 1 1 0 0,1 0-1 0 0,-1-1 0 0 0,0 1 0 0 0,1-1 0 0 0,-1 1 1 0 0,1-1-1 0 0,-1 1 0 0 0,0-1 0 0 0,0 0 0 0 0,1 1 1 0 0,-1-1-1 0 0,0 1 0 0 0,0-1 0 0 0,0 1 0 0 0,0-1 1 0 0,1 0-1 0 0,-1 1 0 0 0,0-1 0 0 0,0 0 0 0 0,0 1 0 0 0,0-1 1 0 0,0 1-1 0 0,-1-1 0 0 0,1 0 0 0 0,0 0 0 0 0,-2-7-333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1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3697 0 0,'4'-2'0'0'0,"1"1"0"0"0,-2 0 0 0 0,-3-1 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2.8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3225 0 0,'-2'1'440'0'0,"-1"1"0"0"0,1 0 1 0 0,-1 0-1 0 0,1 1 1 0 0,0-1-1 0 0,0 0 0 0 0,0 1 1 0 0,0-1-1 0 0,1 1 1 0 0,-1 0-1 0 0,0-1 0 0 0,1 1 1 0 0,0 0-1 0 0,0 0 1 0 0,0 0-1 0 0,0 0 0 0 0,0 0 1 0 0,0 5-1 0 0,-1 8 1678 0 0,0-1-1 0 0,1 21 1 0 0,1-36-2092 0 0,-8 106 2317 0 0,5-78-3801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0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5065 0 0,'-10'25'1150'0'0,"0"1"0"0"0,2 0 0 0 0,-9 47 0 0 0,15-39-1374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3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3481 0 0,'7'47'523'0'0,"1"33"-757"0"0,-13-25 3626 0 0,2-41-2481 0 0,2-9-904 0 0,-1 0-1 0 0,1 0 1 0 0,0 1-1 0 0,0-1 1 0 0,0 1-1 0 0,1-1 0 0 0,0 0 1 0 0,0 1-1 0 0,1-1 1 0 0,-1 1-1 0 0,1-1 0 0 0,0 0 1 0 0,0 1-1 0 0,4 6 1 0 0,-3-8-7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5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 6913 0 0,'-14'57'2821'0'0,"-3"18"-444"0"0,17-74-2563 0 0,0-1 0 0 0,0 1 1 0 0,0 0-1 0 0,0 0 1 0 0,1-1-1 0 0,-1 1 1 0 0,0 0-1 0 0,0 0 1 0 0,0-1-1 0 0,1 1 1 0 0,-1 0-1 0 0,0-1 0 0 0,1 1 1 0 0,-1-1-1 0 0,1 1 1 0 0,-1 0-1 0 0,1-1 1 0 0,-1 1-1 0 0,1-1 1 0 0,-1 1-1 0 0,1-1 1 0 0,0 1-1 0 0,5 3-343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7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 6449 0 0,'-22'116'3530'0'0,"18"-92"-3640"0"0,2 0 1 0 0,2 47-1 0 0,0-70 79 0 0,0 1 1 0 0,1 0-1 0 0,-1 0 1 0 0,1-1-1 0 0,-1 1 1 0 0,1 0-1 0 0,-1-1 0 0 0,1 1 1 0 0,0-1-1 0 0,0 1 1 0 0,0-1-1 0 0,0 1 0 0 0,0-1 1 0 0,2 2-1 0 0,2 2-22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4.2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50 1840 0 0,'0'-1'168'0'0,"-4"-35"7228"0"0,5 36-7237 0 0,-1-1 1 0 0,0 1 0 0 0,0-1-1 0 0,-1 1 1 0 0,1-1-1 0 0,0 1 1 0 0,0-1 0 0 0,0 1-1 0 0,0-1 1 0 0,0 1-1 0 0,0-1 1 0 0,-1 1-1 0 0,1-1 1 0 0,0 1 0 0 0,0 0-1 0 0,-1-1 1 0 0,1 1-1 0 0,0-1 1 0 0,-1 1 159 0 0,1-1-159 0 0,-1 1-1 0 0,1 0 1 0 0,-1-1-1 0 0,1 1 1 0 0,-1 0 0 0 0,1 0-1 0 0,-1-1 1 0 0,1 1-1 0 0,0 0 1 0 0,-1 0-1 0 0,1 0 1 0 0,-1 0 0 0 0,1-1-1 0 0,-1 1 1 0 0,0 0-1 0 0,1 0 1 0 0,-1 0 0 0 0,1 0-1 0 0,-1 0 1 0 0,1 1-1 0 0,-1-1 1 0 0,1 0-1 0 0,-1 0 1 0 0,1 0 0 0 0,-1 0-1 0 0,1 0 1 0 0,0 1-1 0 0,-1-1 1 0 0,1 0 0 0 0,-1 0-1 0 0,1 1 1 0 0,-1-1-1 0 0,1 0 1 0 0,-1 1 159 0 0,1-1-159 0 0,0 1-1 0 0,-1-1 1 0 0,1 1-1 0 0,0-1 1 0 0,-1 1-1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7.3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0 3953 0 0,'-17'5'620'0'0,"0"0"1"0"0,-25 11 0 0 0,34-13 279 0 0,0 1 0 0 0,0 1 0 0 0,0-1 0 0 0,1 1 1 0 0,-1 0-1 0 0,-12 13 0 0 0,18-15-493 0 0,0 0 0 0 0,0 1 1 0 0,0-1-1 0 0,0 0 0 0 0,1 1 1 0 0,0-1-1 0 0,-1 1 0 0 0,1 0 0 0 0,0 0 1 0 0,1-1-1 0 0,-1 8 0 0 0,0-9-286 0 0,1-1 0 0 0,0 1 0 0 0,0 0 1 0 0,0-1-1 0 0,0 1 0 0 0,0 0 0 0 0,0-1 0 0 0,0 1 0 0 0,1-1 0 0 0,-1 1 0 0 0,1 0 0 0 0,-1-1 0 0 0,1 1 1 0 0,0-1-1 0 0,-1 1 0 0 0,1-1 0 0 0,0 1 0 0 0,0-1 0 0 0,0 0 0 0 0,0 1 0 0 0,0-1 0 0 0,0 0 0 0 0,0 0 1 0 0,1 0-1 0 0,-1 0 0 0 0,0 0 0 0 0,1 0 0 0 0,2 2 0 0 0,-46-25-185 0 0,37 18 40 0 0,-1 0-1 0 0,1 0 0 0 0,-1 1 0 0 0,0 0 1 0 0,-1 0-1 0 0,1 1 0 0 0,0 0 1 0 0,-1 0-1 0 0,-9-2 0 0 0,15 4 24 0 0,1 0 0 0 0,-1 0-1 0 0,0 0 1 0 0,0 0 0 0 0,1 0-1 0 0,-1 0 1 0 0,0 1 0 0 0,0-1 0 0 0,1 0-1 0 0,-1 0 1 0 0,0 0 0 0 0,1 1-1 0 0,-1-1 1 0 0,0 0 0 0 0,1 1-1 0 0,-1-1 1 0 0,0 1 0 0 0,1-1-1 0 0,-1 0 1 0 0,1 1 0 0 0,-1-1 0 0 0,1 1-1 0 0,-1 0 1 0 0,1-1 0 0 0,-1 1-1 0 0,1-1 1 0 0,0 1 0 0 0,-1 0-1 0 0,1-1 1 0 0,0 1 0 0 0,-1 0-1 0 0,1-1 1 0 0,0 1 0 0 0,0 0 0 0 0,0 0-1 0 0,0-1 1 0 0,0 1 0 0 0,0 0-1 0 0,0-1 1 0 0,0 1 0 0 0,0 0-1 0 0,0 0 1 0 0,0-1 0 0 0,0 1-1 0 0,0 0 1 0 0,0 0 0 0 0,1-1 0 0 0,-1 1-1 0 0,0 0 1 0 0,1-1 0 0 0,0 2-1 0 0,0 1-4 0 0,0 0 0 0 0,0 0 0 0 0,1 0 0 0 0,0-1-1 0 0,-1 1 1 0 0,1 0 0 0 0,0-1 0 0 0,0 1 0 0 0,0-1-1 0 0,5 4 1 0 0,-3-4 81 0 0,0 0 0 0 0,-1-1 0 0 0,1 0 0 0 0,0 0 0 0 0,0 0 0 0 0,0 0 0 0 0,0 0 0 0 0,0-1 0 0 0,0 0 0 0 0,1 0 0 0 0,-1 0 0 0 0,0 0 0 0 0,0-1 0 0 0,0 0 0 0 0,6-1 0 0 0,-8 1-43 0 0,0 1 1 0 0,0-1-1 0 0,0 1 0 0 0,-1-1 1 0 0,1 1-1 0 0,0-1 0 0 0,-1 0 0 0 0,1 0 1 0 0,0 0-1 0 0,-1 0 0 0 0,1 0 1 0 0,-1 0-1 0 0,0 0 0 0 0,1-1 1 0 0,-1 1-1 0 0,0 0 0 0 0,0-1 1 0 0,1 1-1 0 0,-1-1 0 0 0,-1 1 0 0 0,1-1 1 0 0,0 0-1 0 0,0 1 0 0 0,0-1 1 0 0,-1 0-1 0 0,1 0 0 0 0,-1 1 1 0 0,0-1-1 0 0,1 0 0 0 0,-1 0 1 0 0,0 0-1 0 0,0 0 0 0 0,0 1 1 0 0,0-1-1 0 0,0 0 0 0 0,-1-2 0 0 0,0 3-31 0 0,1-1 0 0 0,-1 1-1 0 0,0-1 1 0 0,1 1-1 0 0,-1-1 1 0 0,0 1-1 0 0,0 0 1 0 0,0 0-1 0 0,0-1 1 0 0,0 1-1 0 0,-1 0 1 0 0,1 0-1 0 0,0 0 1 0 0,0 0 0 0 0,-1 0-1 0 0,1 0 1 0 0,0 1-1 0 0,-1-1 1 0 0,1 0-1 0 0,-1 1 1 0 0,1-1-1 0 0,-1 1 1 0 0,0-1-1 0 0,1 1 1 0 0,-1 0-1 0 0,1 0 1 0 0,-1 0 0 0 0,0 0-1 0 0,1 0 1 0 0,-3 0-1 0 0,3 0-1 0 0,-1 0 1 0 0,1 0-1 0 0,0 0 0 0 0,-1 1 0 0 0,1-1 0 0 0,-1 0 0 0 0,1 1 1 0 0,0-1-1 0 0,-1 1 0 0 0,1-1 0 0 0,0 1 0 0 0,-1 0 1 0 0,1 0-1 0 0,0-1 0 0 0,0 1 0 0 0,0 0 0 0 0,0 0 1 0 0,0 0-1 0 0,0 0 0 0 0,0 0 0 0 0,0 0 0 0 0,0 1 1 0 0,0-1-1 0 0,0 0 0 0 0,1 0 0 0 0,-1 1 0 0 0,1-1 1 0 0,-1 0-1 0 0,1 1 0 0 0,-1-1 0 0 0,1 0 0 0 0,0 1 1 0 0,-1 2-1 0 0,2-4-71 0 0,0 1 0 0 0,-1-1 0 0 0,1 0 0 0 0,0 1 0 0 0,-1-1 0 0 0,1 0 0 0 0,0 0 0 0 0,-1 0 0 0 0,1 1 0 0 0,0-1 0 0 0,0 0 0 0 0,-1 0 0 0 0,1 0 0 0 0,0 0 0 0 0,-1 0 0 0 0,1 0 0 0 0,0 0 0 0 0,0-1 1 0 0,-1 1-1 0 0,1 0 0 0 0,0 0 0 0 0,-1 0 0 0 0,1-1 0 0 0,0 1 0 0 0,-1 0 0 0 0,1-1 0 0 0,0 1 0 0 0,-1-1 0 0 0,1 1 0 0 0,-1-1 0 0 0,2 0 0 0 0,7-8-1539 0 0,-9 9 1592 0 0,0 0 0 0 0,0-1-1 0 0,0 1 1 0 0,0 0 0 0 0,0-1 0 0 0,0 1-1 0 0,0 0 1 0 0,0 0 0 0 0,0-1-1 0 0,0 1 1 0 0,0 0 0 0 0,0-1 0 0 0,0 1-1 0 0,0 0 1 0 0,-1 0 0 0 0,1-1 0 0 0,0 1-1 0 0,0 0 1 0 0,0 0 0 0 0,0 0 0 0 0,-1-1-1 0 0,1 1 1 0 0,0 0 0 0 0,0 0-1 0 0,-1 0 1 0 0,1-1 0 0 0,0 1 0 0 0,0 0-1 0 0,-1 0 1 0 0,1 0 0 0 0,0 0 0 0 0,0 0-1 0 0,-1 0 1 0 0,1 0 0 0 0,0 0-1 0 0,-1 0 1 0 0,1 0 0 0 0,0 0 0 0 0,0 0-1 0 0,-1 0 1 0 0,-4-2 275 0 0,1 1-1 0 0,-1 1 0 0 0,1-1 1 0 0,-1 1-1 0 0,0-1 1 0 0,1 1-1 0 0,-7 1 0 0 0,10-1-180 0 0,-1 1-1 0 0,1-1 0 0 0,-1 0 0 0 0,1 1 0 0 0,-1-1 0 0 0,1 1 0 0 0,0 0 1 0 0,-1-1-1 0 0,1 1 0 0 0,0 0 0 0 0,0 0 0 0 0,0 0 0 0 0,-1 0 1 0 0,1 0-1 0 0,0 0 0 0 0,0 0 0 0 0,0 0 0 0 0,1 0 0 0 0,-1 1 0 0 0,0-1 1 0 0,0 0-1 0 0,1 1 0 0 0,-1-1 0 0 0,0 0 0 0 0,1 1 0 0 0,0-1 1 0 0,-1 4-1 0 0,1-5-67 0 0,-1 0 0 0 0,1 0-1 0 0,0 1 1 0 0,0-1 0 0 0,0 0 0 0 0,0 1 0 0 0,0-1 0 0 0,0 0 0 0 0,0 1 0 0 0,0-1 0 0 0,0 0 0 0 0,0 1 0 0 0,0-1 0 0 0,0 0 0 0 0,1 1-1 0 0,-1-1 1 0 0,0 0 0 0 0,0 1 0 0 0,0-1 0 0 0,0 0 0 0 0,0 0 0 0 0,1 1 0 0 0,-1-1 0 0 0,0 0 0 0 0,0 0 0 0 0,0 1 0 0 0,1-1 0 0 0,-1 0 0 0 0,0 0-1 0 0,0 0 1 0 0,1 1 0 0 0,-1-1 0 0 0,0 0 0 0 0,1 0 0 0 0,-1 0 0 0 0,0 0 0 0 0,0 0 0 0 0,1 0 0 0 0,-1 1 0 0 0,0-1 0 0 0,1 0 0 0 0,-1 0-1 0 0,0 0 1 0 0,1 0 0 0 0,-1 0 0 0 0,0 0 0 0 0,1 0 0 0 0,-1 0 0 0 0,0-1 0 0 0,1 1 0 0 0,-1 0 0 0 0,0 0 0 0 0,0 0 0 0 0,1 0 0 0 0,-1 0 0 0 0,0 0-1 0 0,1-1 1 0 0,-1 1 0 0 0,0 0 0 0 0,0 0 0 0 0,1 0 0 0 0,-1-1 0 0 0,0 1 0 0 0,0 0 0 0 0,0 0 0 0 0,1-1 0 0 0,18-13 393 0 0,-13-5-256 0 0,-6 16-66 0 0,-4 18-44 0 0,3 18-142 0 0,5-18 34 0 0,-3-15 73 0 0,-1 0-1 0 0,1 0 1 0 0,0 0 0 0 0,-1 0 0 0 0,1 0 0 0 0,-1 0 0 0 0,1 0 0 0 0,-1-1 0 0 0,1 1 0 0 0,-1 0 0 0 0,1 0 0 0 0,-1 0-1 0 0,1 0 1 0 0,-1-1 0 0 0,1 1 0 0 0,-1 0 0 0 0,1-1 0 0 0,-1 1 0 0 0,1 0 0 0 0,-1-1 0 0 0,0 1 0 0 0,1 0 0 0 0,-1-1 0 0 0,0 1-1 0 0,1-1 1 0 0,-1 1 0 0 0,0-1 0 0 0,1 1 0 0 0,-1-1 0 0 0,0 0 0 0 0,1 0-8 0 0,0 1 1 0 0,0-1-1 0 0,0 0 1 0 0,0 0 0 0 0,-1 0-1 0 0,1 0 1 0 0,0 0-1 0 0,-1 0 1 0 0,1-1-1 0 0,-1 1 1 0 0,1 0-1 0 0,-1 0 1 0 0,0 0-1 0 0,1 0 1 0 0,-1-1-1 0 0,0 1 1 0 0,0 0-1 0 0,0 0 1 0 0,0 0-1 0 0,0-1 1 0 0,0 1-1 0 0,0 0 1 0 0,0 0-1 0 0,-1 0 1 0 0,1-1 0 0 0,0 1-1 0 0,-1 0 1 0 0,1 0-1 0 0,-1 0 1 0 0,1 0-1 0 0,-1 0 1 0 0,1 0-1 0 0,-1 0 1 0 0,0 0-1 0 0,-1-2 1 0 0,0 2-14 0 0,0-1 1 0 0,0 0-1 0 0,-1 1 1 0 0,1 0-1 0 0,-1-1 1 0 0,1 1-1 0 0,-1 0 0 0 0,1 0 1 0 0,-1 1-1 0 0,0-1 1 0 0,1 0-1 0 0,-1 1 1 0 0,0 0-1 0 0,-4-1 1 0 0,14-3 19 0 0,5-3 47 0 0,-1 1 0 0 0,1 0 0 0 0,0 1-1 0 0,1 0 1 0 0,-1 1 0 0 0,1 1-1 0 0,0 0 1 0 0,0 0 0 0 0,0 1 0 0 0,0 1-1 0 0,0 0 1 0 0,22 2 0 0 0,-20 0-6 0 0,0 0 0 0 0,28-4 0 0 0,-30 2-10 0 0,0 0 1 0 0,0 1-1 0 0,0 0 0 0 0,21 3 1 0 0,-28-2-32 0 0,1-1 0 0 0,-1 0-1 0 0,1 0 1 0 0,-1 0 0 0 0,1-1 0 0 0,-1 0 0 0 0,1 0-1 0 0,-1-1 1 0 0,0 0 0 0 0,7-3 0 0 0,-15 7 40 0 0,-1-1-1 0 0,0 1 1 0 0,1 0 0 0 0,-1 0-1 0 0,1 0 1 0 0,0 0 0 0 0,0 0-1 0 0,0 0 1 0 0,0 1 0 0 0,0-1 0 0 0,0 1-1 0 0,1-1 1 0 0,-1 1 0 0 0,1 0-1 0 0,-1-1 1 0 0,1 1 0 0 0,0 0-1 0 0,-1 4 1 0 0,0 2 105 0 0,-1 0 1 0 0,1 0-1 0 0,1 1 0 0 0,-1 17 0 0 0,-1 33-37 0 0,-14 79-1 0 0,-2 35 68 0 0,10 294-173 0 0,5-400 30 0 0,1-37 22 0 0,2 0 0 0 0,3 40 0 0 0,-1-60-42 0 0,1 1-1 0 0,0-1 0 0 0,1-1 0 0 0,0 1 1 0 0,1 0-1 0 0,0-1 0 0 0,0 0 1 0 0,1 0-1 0 0,1 0 0 0 0,7 11 0 0 0,-2-6 3 0 0,0 0-1 0 0,-2 1 0 0 0,1 0 0 0 0,-2 1 1 0 0,0 0-1 0 0,-1 0 0 0 0,-1 1 1 0 0,-1-1-1 0 0,0 2 0 0 0,-2-1 0 0 0,0 0 1 0 0,1 25-1 0 0,0-5-17 0 0,11 52-1 0 0,-9-64 25 0 0,-1 1 0 0 0,-2 0 0 0 0,0 0 0 0 0,-2 42 0 0 0,-4-3-115 0 0,4 1 0 0 0,11 82-1 0 0,-3-44 14 0 0,-3 133-84 0 0,-7-211 168 0 0,3 1 2 0 0,-2-27-3 0 0,0 0 0 0 0,0 0 0 0 0,0 0 0 0 0,0 0 0 0 0,0 0 0 0 0,0 0 0 0 0,1 0 0 0 0,-1 0 0 0 0,0 0 0 0 0,0 0 0 0 0,1 0 0 0 0,-1 0 0 0 0,1 0 0 0 0,-1-1 0 0 0,1 1 0 0 0,-1 0 0 0 0,1 0 0 0 0,-1 0 0 0 0,1-1 0 0 0,0 1 0 0 0,0 0 0 0 0,-1 0 0 0 0,3 0 0 0 0,-36-19-905 0 0,-11 7 885 0 0,28 8 7 0 0,0-1-1 0 0,-21-8 1 0 0,25 8 52 0 0,0 1 1 0 0,0 1-1 0 0,0 0 0 0 0,-1 1 0 0 0,1 0 1 0 0,0 1-1 0 0,-1 0 0 0 0,1 1 0 0 0,-23 4 0 0 0,-36 1 92 0 0,88 1-213 0 0,-13-5 56 0 0,1 0 1 0 0,-1 0-1 0 0,0 0 0 0 0,1-1 1 0 0,-1 0-1 0 0,1 0 1 0 0,4 1-1 0 0,17-6-461 0 0,-25 3 477 0 0,0 1 1 0 0,0-1-1 0 0,-1 1 0 0 0,1 0 1 0 0,0-1-1 0 0,-1 1 0 0 0,1-1 1 0 0,0 0-1 0 0,-1 1 0 0 0,1-1 1 0 0,-1 1-1 0 0,1-1 0 0 0,-1 0 1 0 0,1 0-1 0 0,-1 1 0 0 0,1-1 1 0 0,-1 0-1 0 0,0 0 0 0 0,0 1 1 0 0,1-1-1 0 0,-1 0 0 0 0,0 0 1 0 0,0 0-1 0 0,0 0 0 0 0,0 1 1 0 0,0-3-1 0 0,6-19 19 0 0,-11 24-10 0 0,1 0 1 0 0,-1-1-1 0 0,1 2 0 0 0,0-1 1 0 0,-1 0-1 0 0,1 1 0 0 0,0 0 1 0 0,0 0-1 0 0,1 0 0 0 0,-1 0 0 0 0,-5 7 1 0 0,8-8 2 0 0,-1 0-1 0 0,0 0 1 0 0,1 0 0 0 0,0 1 0 0 0,-1-1-1 0 0,1 0 1 0 0,0 1 0 0 0,0-1 0 0 0,0 1 0 0 0,1-1-1 0 0,-1 1 1 0 0,0-1 0 0 0,1 1 0 0 0,0 0-1 0 0,0-1 1 0 0,0 1 0 0 0,0 0 0 0 0,0-1 0 0 0,0 1-1 0 0,1-1 1 0 0,-1 1 0 0 0,1 0 0 0 0,-1-1-1 0 0,1 1 1 0 0,2 2 0 0 0,-3-4-1 0 0,1 0 0 0 0,-1 0 0 0 0,1 0 0 0 0,-1-1 0 0 0,1 1 0 0 0,0 0 0 0 0,-1-1 0 0 0,1 1 0 0 0,0 0 0 0 0,0-1 0 0 0,-1 1 0 0 0,1-1 0 0 0,0 1 0 0 0,0-1 0 0 0,0 1 0 0 0,0-1 0 0 0,0 0 0 0 0,0 1 0 0 0,-1-1 0 0 0,1 0 0 0 0,0 0 0 0 0,0 0 0 0 0,0 0 0 0 0,0 0 0 0 0,0 0 0 0 0,0 0 0 0 0,0 0 0 0 0,0 0 0 0 0,0 0 0 0 0,0 0 0 0 0,0-1 0 0 0,0 1 0 0 0,0 0 0 0 0,0-1 0 0 0,-1 1 0 0 0,1 0 0 0 0,0-1 0 0 0,0 1 0 0 0,0-1 0 0 0,-1 0 0 0 0,1 1 0 0 0,1-2 0 0 0,-1 2 0 0 0,0-1 0 0 0,0 0 0 0 0,0 0 0 0 0,1 0 0 0 0,-1-1 0 0 0,0 1 0 0 0,0 0 0 0 0,-1 0 0 0 0,1-1 0 0 0,0 1 0 0 0,0 0 0 0 0,-1-1 0 0 0,1 1 0 0 0,0-1 0 0 0,-1 1 0 0 0,1-1 0 0 0,-1 1 0 0 0,0-1 0 0 0,0 1 0 0 0,1-1 0 0 0,-1 1 0 0 0,0-1 0 0 0,0 1 0 0 0,-1-1 0 0 0,1 1 0 0 0,0-1 0 0 0,-1-2 0 0 0,0 1 26 0 0,0 1-1 0 0,0 0 1 0 0,0 0-1 0 0,0 0 1 0 0,0 0 0 0 0,0 0-1 0 0,-1 0 1 0 0,1 1 0 0 0,-1-1-1 0 0,1 0 1 0 0,-1 1-1 0 0,0-1 1 0 0,1 1 0 0 0,-1-1-1 0 0,0 1 1 0 0,0 0 0 0 0,0 0-1 0 0,0 0 1 0 0,0 0-1 0 0,-3-1 1 0 0,3 2-9 0 0,1 0 0 0 0,-1 0 0 0 0,1 0 0 0 0,-1 0 0 0 0,1 1 0 0 0,-1-1 0 0 0,1 1 0 0 0,-1-1 0 0 0,1 1 0 0 0,0-1 0 0 0,-1 1 0 0 0,1 0 0 0 0,0-1 0 0 0,-1 1 0 0 0,1 0 0 0 0,0 0 0 0 0,0 0 0 0 0,0 0 0 0 0,0 0 0 0 0,0 0 0 0 0,0 1 0 0 0,0-1 0 0 0,0 0 0 0 0,0 0 0 0 0,0 1 0 0 0,1-1 0 0 0,-1 1 0 0 0,1-1 1 0 0,-1 0-1 0 0,0 3 0 0 0,1-3-51 0 0,-10 32 364 0 0,10-32-370 0 0,0-1-1 0 0,0 1 1 0 0,0-1 0 0 0,0 1 0 0 0,-1-1 0 0 0,1 1 0 0 0,0-1 0 0 0,0 1 0 0 0,0 0 0 0 0,1-1 0 0 0,-1 1 0 0 0,0-1 0 0 0,0 1 0 0 0,0-1 0 0 0,0 1 0 0 0,0 0 0 0 0,1-1 0 0 0,-1 1-1 0 0,0-1 1 0 0,0 1 0 0 0,1-1 0 0 0,-1 1 0 0 0,0-1 0 0 0,1 0 0 0 0,-1 1 0 0 0,1-1 0 0 0,-1 1 0 0 0,1-1 0 0 0,-1 0 0 0 0,0 1 0 0 0,1-1 0 0 0,-1 0 0 0 0,1 1 0 0 0,-1-1 0 0 0,1 0 0 0 0,0 0-1 0 0,-1 0 1 0 0,1 1 0 0 0,-1-1 0 0 0,1 0 0 0 0,-1 0 0 0 0,1 0 0 0 0,0 0 0 0 0,-1 0 0 0 0,1 0 0 0 0,-1 0 0 0 0,1 0 0 0 0,-1 0 0 0 0,1-1 0 0 0,0 1 0 0 0,-1 0 0 0 0,1 0 0 0 0,-1 0-1 0 0,2-1 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9.7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9218 0 0,'2'0'395'0'0,"-1"0"0"0"0,1 0-1 0 0,-1 0 1 0 0,1 1 0 0 0,-1-1 0 0 0,0 1 0 0 0,1-1-1 0 0,-1 1 1 0 0,0-1 0 0 0,1 1 0 0 0,-1 0 0 0 0,0-1-1 0 0,0 1 1 0 0,1 0 0 0 0,0 2 0 0 0,16 21 2629 0 0,6 41-1555 0 0,-17-41-574 0 0,16 44-62 0 0,-3 1 0 0 0,21 139 0 0 0,-36-176-1317 0 0,5 50 1421 0 0,-5-26-7807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0.1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25 5985 0 0,'-1'-1'223'0'0,"1"0"0"0"0,0 0 0 0 0,0 1 0 0 0,0-1 0 0 0,0 0 0 0 0,0 0 0 0 0,0 0-1 0 0,0 0 1 0 0,0 1 0 0 0,0-1 0 0 0,1 0 0 0 0,-1 0 0 0 0,0 0 0 0 0,0 1 0 0 0,1-1 0 0 0,-1 0 0 0 0,0 0-1 0 0,1 1 1 0 0,-1-1 0 0 0,1 0 0 0 0,-1 1 0 0 0,1-1 0 0 0,-1 0 0 0 0,1 1 0 0 0,0-1 0 0 0,-1 1 0 0 0,1-1-1 0 0,0 1 1 0 0,-1-1 0 0 0,1 1 0 0 0,0 0 0 0 0,0-1 0 0 0,-1 1 0 0 0,1 0 0 0 0,0 0 0 0 0,0-1 0 0 0,0 1-1 0 0,-1 0 1 0 0,1 0 0 0 0,0 0 0 0 0,0 0 0 0 0,0 0 0 0 0,0 0 0 0 0,-1 0 0 0 0,1 0 0 0 0,0 0 0 0 0,0 1-1 0 0,0-1 1 0 0,-1 0 0 0 0,1 0 0 0 0,0 1 0 0 0,0-1 0 0 0,-1 0 0 0 0,1 1 0 0 0,0-1 0 0 0,-1 1-1 0 0,2 0 1 0 0,5 10 150 0 0,-1-1 0 0 0,-1 1 0 0 0,0 0-1 0 0,0 0 1 0 0,-1 0 0 0 0,0 1-1 0 0,-1 0 1 0 0,2 13 0 0 0,6 20 45 0 0,39 91 227 0 0,-12-39-443 0 0,-28-66-2956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0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163 20 4609 0 0,'0'-1'300'0'0,"0"0"0"0"0,0 1 0 0 0,0-1 1 0 0,0 0-1 0 0,0 0 0 0 0,-6-11 5103 0 0,4 10-5103 0 0,1 2-78 0 0,0 0 1 0 0,0 0-1 0 0,0 0 1 0 0,0 0-1 0 0,0 0 1 0 0,0 0-1 0 0,0 0 1 0 0,1 0-1 0 0,-1 0 1 0 0,0 0-1 0 0,0 0 1 0 0,0 0-1 0 0,0 1 1 0 0,0-1-1 0 0,0 0 1 0 0,0 1-1 0 0,-1 0 1 0 0,-2 2 95 0 0,-1-1 1 0 0,1 2-1 0 0,-1-1 0 0 0,1 0 1 0 0,0 1-1 0 0,-4 4 1 0 0,-6 11-96 0 0,1 0 1 0 0,1 0 0 0 0,0 1 0 0 0,2 0 0 0 0,0 1 0 0 0,1 1 0 0 0,-10 38 0 0 0,19-58-160 0 0,-1-1 1 0 0,1 1 0 0 0,-1-1 0 0 0,1 1-1 0 0,-1 0 1 0 0,1-1 0 0 0,0 1 0 0 0,0-1-1 0 0,0 1 1 0 0,0 0 0 0 0,0-1-1 0 0,0 1 1 0 0,0 0 0 0 0,1-1 0 0 0,-1 1-1 0 0,0-1 1 0 0,1 1 0 0 0,-1-1 0 0 0,1 1-1 0 0,0-1 1 0 0,0 1 0 0 0,-1-1 0 0 0,1 1-1 0 0,0-1 1 0 0,0 0 0 0 0,0 0 0 0 0,3 3-1 0 0,-2-3 1 0 0,1 0-1 0 0,0-1 0 0 0,-1 1 1 0 0,1-1-1 0 0,0 0 1 0 0,0 1-1 0 0,0-1 0 0 0,-1 0 1 0 0,1-1-1 0 0,0 1 1 0 0,0 0-1 0 0,-1-1 0 0 0,1 1 1 0 0,0-1-1 0 0,-1 0 1 0 0,4-1-1 0 0,75-34 737 0 0,-59 24-664 0 0,1 2 1 0 0,26-9-1 0 0,-40 17-1254 0 0,-1 0 1 0 0,1 0 0 0 0,0 1-1 0 0,0 0 1 0 0,14 1 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0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 8290 0 0,'4'-14'8863'0'0,"2"35"-6975"0"0,-1 11-259 0 0,4 62-1 0 0,1 8-1198 0 0,-2-46-185 0 0,-5-31-111 0 0,1 0 0 0 0,1-1 0 0 0,0 0 0 0 0,18 43-1 0 0,-22-63-135 0 0,1 0-1 0 0,0-1 0 0 0,0 1 0 0 0,1-1 0 0 0,-1 0 0 0 0,1 0 0 0 0,-1 1 0 0 0,1-2 1 0 0,0 1-1 0 0,0 0 0 0 0,1-1 0 0 0,-1 1 0 0 0,0-1 0 0 0,1 0 0 0 0,-1 0 0 0 0,1 0 1 0 0,4 1-1 0 0,-2-1 43 0 0,-1-1 0 0 0,1 0 0 0 0,-1-1 0 0 0,1 1 0 0 0,-1-1 0 0 0,1 0 0 0 0,-1 0 1 0 0,1-1-1 0 0,-1 0 0 0 0,1 0 0 0 0,7-2 0 0 0,-2-1-293 0 0,0 0 0 0 0,0 0-1 0 0,0-1 1 0 0,19-13 0 0 0,-19 11-1071 0 0,-1-1 1 0 0,0 0-1 0 0,17-19 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2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3225 0 0,'12'-43'18179'0'0,"1"55"-16454"0"0,-8-6-1509 0 0,-1 1-1 0 0,0 0 1 0 0,0 0 0 0 0,-1 0-1 0 0,1 0 1 0 0,-2 1 0 0 0,1 0-1 0 0,-1-1 1 0 0,0 1 0 0 0,-1 0 0 0 0,1 9-1 0 0,1 16 247 0 0,-3 41 0 0 0,0-74-457 0 0,-14 161 913 0 0,1-39-4422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6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3 2761 0 0,'-20'-2'704'0'0,"-10"7"5615"0"0,29-4-5958 0 0,0-1 0 0 0,-1 1-1 0 0,1 0 1 0 0,0-1 0 0 0,-1 1 0 0 0,1 0 0 0 0,0 0 0 0 0,0 0 0 0 0,0 0 0 0 0,0 0-1 0 0,0 0 1 0 0,0 0 0 0 0,0 1 0 0 0,0-1 0 0 0,0 0 0 0 0,1 0 0 0 0,-1 1 0 0 0,0-1 0 0 0,1 0-1 0 0,-1 1 1 0 0,1-1 0 0 0,0 1 0 0 0,-1-1 0 0 0,1 1 0 0 0,0-1 0 0 0,0 0 0 0 0,0 1 0 0 0,0-1-1 0 0,0 1 1 0 0,0 2 0 0 0,23 118 2338 0 0,-13-80-2693 0 0,-2 0 1 0 0,-2 1-1 0 0,1 81 1 0 0,-9-111-554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1 7370 0 0,'-4'2'451'0'0,"0"1"1"0"0,0 0-1 0 0,0-1 1 0 0,0 2 0 0 0,1-1-1 0 0,-1 0 1 0 0,1 1 0 0 0,0-1-1 0 0,0 1 1 0 0,0 0 0 0 0,1 0-1 0 0,-1 0 1 0 0,1 0-1 0 0,0 1 1 0 0,0-1 0 0 0,1 1-1 0 0,-1-1 1 0 0,1 1 0 0 0,0 0-1 0 0,-1 6 1 0 0,-1 9 901 0 0,0 1 1 0 0,2-1-1 0 0,1 30 0 0 0,0-41-1147 0 0,1 0-1 0 0,0 0 0 0 0,1-1 0 0 0,0 1 0 0 0,0 0 0 0 0,1-1 0 0 0,0 1 0 0 0,0-1 0 0 0,9 14 1 0 0,-11-20-148 0 0,1 0 0 0 0,-1 1 0 0 0,1-1 0 0 0,0 0 1 0 0,0 0-1 0 0,0 0 0 0 0,0 0 0 0 0,0 0 0 0 0,0 0 1 0 0,1 0-1 0 0,-1-1 0 0 0,1 1 0 0 0,-1-1 0 0 0,1 0 1 0 0,0 0-1 0 0,-1 0 0 0 0,1 0 0 0 0,0 0 0 0 0,0-1 1 0 0,-1 1-1 0 0,1-1 0 0 0,0 0 0 0 0,0 1 1 0 0,0-1-1 0 0,0-1 0 0 0,0 1 0 0 0,0 0 0 0 0,-1-1 1 0 0,1 1-1 0 0,0-1 0 0 0,0 0 0 0 0,-1 0 0 0 0,4-2 1 0 0,8-4-113 0 0,-1 0 1 0 0,0-1-1 0 0,19-15 1 0 0,-27 19-57 0 0,22-16-363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3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78 6913 0 0,'0'-15'2451'0'0,"0"-27"1062"0"0,0 40-3121 0 0,0 0 0 0 0,0 1-1 0 0,0-1 1 0 0,1 1 0 0 0,-1 0-1 0 0,1-1 1 0 0,-1 1 0 0 0,1-1-1 0 0,-1 1 1 0 0,1 0 0 0 0,0-1-1 0 0,1-1 655 0 0,-2 8-551 0 0,-1 0 0 0 0,1 0 1 0 0,-2 0-1 0 0,1 0 0 0 0,-3 9 1 0 0,0-4-466 0 0,-3 42 313 0 0,2 0 1 0 0,1 69 0 0 0,17 103-122 0 0,-3-68 130 0 0,-1 8-165 0 0,6-1-1 0 0,49 209 0 0 0,-43-282-68 0 0,68 337 931 0 0,-52-209-492 0 0,5 37-112 0 0,17 236-109 0 0,-57-471-524 0 0,0 4-330 0 0,1 0 1 0 0,1 0-1 0 0,7 24 1 0 0,-8-43-202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4.4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134 152 7834 0 0,'-19'5'1574'0'0,"0"0"1"0"0,-27 11-1 0 0,11-2 3409 0 0,34-14-4894 0 0,1 0 1 0 0,-1 0-1 0 0,0 0 0 0 0,1 1 1 0 0,-1-1-1 0 0,0 0 0 0 0,1 0 1 0 0,-1 0-1 0 0,1 1 1 0 0,-1-1-1 0 0,0 0 0 0 0,1 1 1 0 0,-1-1-1 0 0,1 0 1 0 0,-1 1-1 0 0,1-1 0 0 0,-1 1 1 0 0,1-1-1 0 0,-1 1 0 0 0,1-1 1 0 0,0 1-1 0 0,-1-1 1 0 0,1 1-1 0 0,0-1 0 0 0,-1 1 1 0 0,1 0-1 0 0,0-1 1 0 0,0 1-1 0 0,0-1 0 0 0,-1 1 1 0 0,1 0-1 0 0,0-1 0 0 0,0 1 1 0 0,0 1-1 0 0,1-1-48 0 0,0-1 0 0 0,0 1 0 0 0,0 0-1 0 0,0-1 1 0 0,0 1 0 0 0,0-1 0 0 0,0 1-1 0 0,0-1 1 0 0,0 0 0 0 0,0 1 0 0 0,0-1 0 0 0,1 0-1 0 0,-1 0 1 0 0,0 0 0 0 0,0 0 0 0 0,0 0-1 0 0,0 0 1 0 0,0 0 0 0 0,0 0 0 0 0,2-1 0 0 0,113-18 828 0 0,19-2-426 0 0,42 13-14 0 0,-82 6-178 0 0,156-24 0 0 0,-181 13-237 0 0,417-84 161 0 0,-462 91-187 0 0,0 0-67 0 0,1 0-1 0 0,50-2 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5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25 1376 0 0,'-26'13'3646'0'0,"25"-13"-3324"0"0,0 1 1 0 0,0-1-1 0 0,0 1 1 0 0,1 0-1 0 0,-1-1 0 0 0,0 1 1 0 0,0 0-1 0 0,0-1 0 0 0,1 1 1 0 0,-1 0-1 0 0,0 0 0 0 0,1 0 1 0 0,-1-1-1 0 0,1 1 0 0 0,-1 0 1 0 0,1 0-1 0 0,-1 0 1 0 0,1 0-1 0 0,-1 0 0 0 0,1 0 1 0 0,0 0-1 0 0,0 0 0 0 0,-1 3 1 0 0,2-4-158 0 0,0 1-1 0 0,0-1 1 0 0,-1 1 0 0 0,1 0 0 0 0,0-1 0 0 0,0 1 0 0 0,0-1 0 0 0,0 1 0 0 0,-1-1-1 0 0,1 0 1 0 0,0 1 0 0 0,0-1 0 0 0,0 0 0 0 0,0 0 0 0 0,0 0 0 0 0,0 0-1 0 0,0 0 1 0 0,0 0 0 0 0,0 0 0 0 0,0 0 0 0 0,0 0 0 0 0,0 0 0 0 0,0 0-1 0 0,0 0 1 0 0,1-1 0 0 0,31-5 1355 0 0,-30 5-1324 0 0,194-36 3856 0 0,-197 37-4111 0 0,38-6 59 0 0,-16 8-4302 0 0,-28 9 15 0 0,6-11 4285 0 0,0 1-1 0 0,-1-1 1 0 0,1 0 0 0 0,-1 1 0 0 0,1-1 0 0 0,0 0 0 0 0,-1 1 0 0 0,1-1-1 0 0,-1 0 1 0 0,1 1 0 0 0,-1-1 0 0 0,1 0 0 0 0,-1 0 0 0 0,1 1 0 0 0,-1-1 0 0 0,1 0-1 0 0,-1 0 1 0 0,0 0 0 0 0,1 0 0 0 0,-1 0 0 0 0,0 0 0 0 0,-32-28-274 0 0,31 27 257 0 0,0 0 0 0 0,1 1 0 0 0,-1-1 0 0 0,0 1 0 0 0,0 0 0 0 0,0-1 0 0 0,1 1 1 0 0,-1 0-1 0 0,0 0 0 0 0,0 0 0 0 0,0 0 0 0 0,0 0 0 0 0,0 1 0 0 0,1-1 0 0 0,-1 0 1 0 0,0 1-1 0 0,0-1 0 0 0,0 1 0 0 0,1 0 0 0 0,-1 0 0 0 0,-2 1 0 0 0,2-1-11 0 0,-1 0 0 0 0,1 0 0 0 0,0 1 0 0 0,0-1 0 0 0,0 0 0 0 0,0 1 0 0 0,0-1 0 0 0,1 1 0 0 0,-1 0 0 0 0,0-1 0 0 0,1 1 0 0 0,-1 0 0 0 0,1 0 0 0 0,0 0 0 0 0,0 0 0 0 0,-2 4 0 0 0,3 32 8749 0 0,12 22-3528 0 0,-3-17-3684 0 0,54 270-610 0 0,-38-184-790 0 0,17 121-311 0 0,-39-218-480 0 0,-2 1 0 0 0,-1 0 1 0 0,-1-1-1 0 0,-2 1 0 0 0,-13 56 1 0 0,13-73 0 0 0,0-2-76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6.3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24 100 8290 0 0,'-23'16'3640'0'0,"22"-8"-2423"0"0,16-2 88 0 0,5-5-677 0 0,0 0 0 0 0,0-2 0 0 0,0 0 0 0 0,0-2 0 0 0,31-6 0 0 0,22-4 159 0 0,1918-78 3035 0 0,-1956 91-3821 0 0,617 16 190 0 0,-459-1 13 0 0,-84-4 94 0 0,1-5-1 0 0,153-12 0 0 0,-248 5-191 0 0,-8 1-81 0 0,0-1-1 0 0,0 1 1 0 0,0-1-1 0 0,0 0 0 0 0,-1-1 1 0 0,1 0-1 0 0,0 0 1 0 0,-1 0-1 0 0,0-1 0 0 0,1 0 1 0 0,-1 0-1 0 0,0 0 0 0 0,0-1 1 0 0,5-4-1 0 0,-1-2 61 0 0,4 0 513 0 0,-10 28-193 0 0,43 376-632 0 0,-27-244 174 0 0,23 54 14 0 0,-9-57 14 0 0,-33-142-219 0 0,-1 1-1 0 0,0 0 0 0 0,0-1 0 0 0,0 1 0 0 0,0 0 0 0 0,-1 0 0 0 0,0-1 0 0 0,0 1 1 0 0,-4 9-1 0 0,0 4-1545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7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154 66 456 0 0,'0'-3'255'0'0,"-2"0"1"0"0,1 0-1 0 0,0 0 0 0 0,0 0 1 0 0,-1 0-1 0 0,0 1 0 0 0,1-1 1 0 0,-1 0-1 0 0,0 1 0 0 0,0-1 1 0 0,-1 1-1 0 0,1 0 0 0 0,0 0 1 0 0,-1 0-1 0 0,-4-3 0 0 0,1 2 680 0 0,0 0-1 0 0,0 0 1 0 0,-1 1-1 0 0,1 0 0 0 0,0 0 1 0 0,-12-1-1 0 0,14 2-460 0 0,1 0 1 0 0,-1 0-1 0 0,0 1 0 0 0,1 0 0 0 0,-1 0 0 0 0,0 0 0 0 0,1 0 0 0 0,-1 0 0 0 0,0 1 0 0 0,1 0 0 0 0,-1-1 1 0 0,0 1-1 0 0,1 1 0 0 0,-1-1 0 0 0,-5 4 0 0 0,9-5-424 0 0,-1 0 0 0 0,1 0 0 0 0,0 0 0 0 0,0 0 0 0 0,0 1 0 0 0,0-1-1 0 0,0 0 1 0 0,0 0 0 0 0,0 0 0 0 0,0 0 0 0 0,0 1 0 0 0,0-1 0 0 0,0 0 0 0 0,0 0 0 0 0,0 0 0 0 0,0 1 0 0 0,0-1 0 0 0,0 0-1 0 0,0 0 1 0 0,0 0 0 0 0,0 0 0 0 0,0 1 0 0 0,0-1 0 0 0,0 0 0 0 0,0 0 0 0 0,1 0 0 0 0,-1 0 0 0 0,0 0 0 0 0,0 1 0 0 0,0-1 0 0 0,0 0-1 0 0,0 0 1 0 0,0 0 0 0 0,0 0 0 0 0,1 0 0 0 0,-1 0 0 0 0,0 1 0 0 0,0-1 0 0 0,0 0 0 0 0,0 0 0 0 0,1 0 0 0 0,-1 0 0 0 0,0 0-1 0 0,14 6 642 0 0,14 2-356 0 0,8-1-63 0 0,52 3 0 0 0,-59-8-307 0 0,0 1 0 0 0,-1 2-1 0 0,40 10 1 0 0,-67-15 27 0 0,1 1 1 0 0,-1-1 0 0 0,0 0-1 0 0,0 1 1 0 0,0-1 0 0 0,0 0-1 0 0,0 1 1 0 0,0-1 0 0 0,0 1-1 0 0,0 0 1 0 0,0-1 0 0 0,0 1-1 0 0,0 0 1 0 0,0 0 0 0 0,0-1-1 0 0,0 1 1 0 0,0 0 0 0 0,-1 0-1 0 0,1 0 1 0 0,0 0 0 0 0,-1 0-1 0 0,1 0 1 0 0,-1 0 0 0 0,1 2-1 0 0,-1-2 4 0 0,0 0 0 0 0,0 0-1 0 0,-1 1 1 0 0,1-1 0 0 0,-1 0-1 0 0,1 0 1 0 0,-1 0 0 0 0,1 0-1 0 0,-1 0 1 0 0,1 0 0 0 0,-1 0-1 0 0,0 0 1 0 0,0 0 0 0 0,0 0-1 0 0,1 0 1 0 0,-1 0 0 0 0,0 0-1 0 0,-2 1 1 0 0,-7 5-12 0 0,-1 0 1 0 0,0-1-1 0 0,-15 7 1 0 0,23-11 7 0 0,-17 7-4 0 0,-3 1-64 0 0,0 0 1 0 0,0 2 0 0 0,2 1-1 0 0,-1 1 1 0 0,-34 29 0 0 0,56-42 71 0 0,-1-1 0 0 0,0 1 0 0 0,0 0 0 0 0,0-1 0 0 0,0 1 1 0 0,1 0-1 0 0,-1 0 0 0 0,0 0 0 0 0,1 0 0 0 0,-1 0 0 0 0,1 0 1 0 0,-1 0-1 0 0,1 0 0 0 0,0 0 0 0 0,-1 0 0 0 0,1 0 0 0 0,0 0 1 0 0,-1 0-1 0 0,1 0 0 0 0,0 0 0 0 0,0 0 0 0 0,0 0 0 0 0,0 0 1 0 0,0 0-1 0 0,1 2 0 0 0,-1-2-7 0 0,1 0 0 0 0,0 0 0 0 0,0 0 0 0 0,0 1 0 0 0,0-1 1 0 0,0-1-1 0 0,0 1 0 0 0,0 0 0 0 0,1 0 0 0 0,-1 0 0 0 0,0 0 0 0 0,0-1 0 0 0,1 1 0 0 0,-1-1 0 0 0,0 1 0 0 0,3 0 0 0 0,9 2-65 0 0,-1-1-1 0 0,1 0 0 0 0,18 0 1 0 0,-25-1 67 0 0,8 0 12 0 0,77 8 66 0 0,-81-8-61 0 0,-1 1 0 0 0,1 0 0 0 0,-1 1 0 0 0,1 0 0 0 0,-1 1 0 0 0,17 9 0 0 0,-25-13-5 0 0,0 1-1 0 0,1 0 0 0 0,-1 0 1 0 0,0 0-1 0 0,0 0 0 0 0,0 0 1 0 0,0 0-1 0 0,0 0 0 0 0,0 0 1 0 0,-1 0-1 0 0,1 0 0 0 0,0 0 0 0 0,-1 1 1 0 0,1-1-1 0 0,0 0 0 0 0,-1 0 1 0 0,1 1-1 0 0,-1-1 0 0 0,0 1 1 0 0,0-1-1 0 0,1 0 0 0 0,-1 2 1 0 0,0 0 7 0 0,-1 0 0 0 0,1-1 1 0 0,-1 1-1 0 0,1-1 1 0 0,-1 1-1 0 0,0 0 1 0 0,0-1-1 0 0,0 0 0 0 0,0 1 1 0 0,-1-1-1 0 0,-1 3 1 0 0,-6 6 55 0 0,0 1-1 0 0,-1-2 1 0 0,-17 16 0 0 0,17-17-35 0 0,-34 27 58 0 0,36-30-71 0 0,-1 0 0 0 0,1 0-1 0 0,0 1 1 0 0,0 0-1 0 0,1 1 1 0 0,0 0-1 0 0,0 0 1 0 0,-11 18 0 0 0,18-26-20 0 0,0 1 1 0 0,-1 0-1 0 0,1 0 1 0 0,0-1-1 0 0,-1 1 1 0 0,1 0-1 0 0,0 0 1 0 0,0 0-1 0 0,0 0 1 0 0,0-1-1 0 0,0 1 1 0 0,0 0-1 0 0,0 0 1 0 0,0 0-1 0 0,0 0 1 0 0,0-1-1 0 0,0 1 1 0 0,1 0-1 0 0,-1 0 1 0 0,0 0-1 0 0,1-1 1 0 0,-1 1-1 0 0,0 0 1 0 0,1-1 0 0 0,0 2-1 0 0,0 0-6 0 0,1-1 0 0 0,0 0 0 0 0,-1 1-1 0 0,1-1 1 0 0,0 0 0 0 0,-1 0 0 0 0,1 0 0 0 0,0 0 0 0 0,0 0 0 0 0,3 0-1 0 0,5 2-34 0 0,0-1-1 0 0,1 0 0 0 0,12 0 1 0 0,-20-1 35 0 0,118 2-2465 0 0,-86-4-193 0 0,-33 1 2571 0 0,-1 0-1 0 0,0 0 1 0 0,1 0-1 0 0,-1 0 1 0 0,0 0-1 0 0,1 0 1 0 0,-1 0-1 0 0,0 1 1 0 0,1-1-1 0 0,-1 0 1 0 0,0 1-1 0 0,1-1 1 0 0,-1 1-1 0 0,0-1 1 0 0,0 1-1 0 0,1 0 1 0 0,-1-1-1 0 0,0 1 1 0 0,1 1-1 0 0,-1-1-4 0 0,-1 1-1 0 0,1-1 1 0 0,-1 0-1 0 0,0 1 1 0 0,1-1-1 0 0,-1 0 1 0 0,0 1-1 0 0,0-1 1 0 0,0 1-1 0 0,0-1 1 0 0,0 0-1 0 0,0 1 1 0 0,-1 1-1 0 0,0 12-82 0 0,0 50 6375 0 0,-1-26-4590 0 0,3 0 0 0 0,7 56 0 0 0,1-21-1200 0 0,-1 93 1 0 0,-8-108-405 0 0,4-1 1 0 0,1 1 0 0 0,17 69 0 0 0,-4-55 11 0 0,46 204 748 0 0,-35-77 244 0 0,11 55-589 0 0,-40-253-567 0 0,2 16-612 0 0,-5-8-2801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8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3516 0 7370 0 0,'-1'1'301'0'0,"1"-1"1"0"0,-1 1 0 0 0,0 0 0 0 0,0 0-1 0 0,1-1 1 0 0,-1 1 0 0 0,1 0 0 0 0,-1 0-1 0 0,1 0 1 0 0,-1 0 0 0 0,1 0-1 0 0,-1 0 1 0 0,1 0 0 0 0,0 0 0 0 0,-1 0-1 0 0,1 0 1 0 0,0 0 0 0 0,0 0 0 0 0,0 0-1 0 0,0 0 1 0 0,0 0 0 0 0,0 0 0 0 0,0 1-1 0 0,1 0-47 0 0,-1-1 0 0 0,1 0 1 0 0,0 1-1 0 0,0-1 0 0 0,0 0 0 0 0,-1 0 0 0 0,1 0 0 0 0,0 1 0 0 0,1-1 0 0 0,-1 0 0 0 0,0 0 0 0 0,0-1 0 0 0,0 1 0 0 0,2 1 0 0 0,2 1 35 0 0,0-1-1 0 0,1 1 1 0 0,-1-1 0 0 0,0-1-1 0 0,1 1 1 0 0,-1-1-1 0 0,7 1 1 0 0,45 0 434 0 0,-41-3-583 0 0,0 2 0 0 0,0-1 0 0 0,0 2 0 0 0,18 4 0 0 0,-34-6-142 0 0,0 0 0 0 0,0 0 0 0 0,1 0 0 0 0,-1 0 0 0 0,0 0 0 0 0,0 0 0 0 0,0 1-1 0 0,0-1 1 0 0,0 0 0 0 0,0 0 0 0 0,0 0 0 0 0,0 0 0 0 0,0 0 0 0 0,0 0 0 0 0,0 0 0 0 0,0 1 0 0 0,0-1 0 0 0,0 0 0 0 0,0 0-1 0 0,0 0 1 0 0,1 0 0 0 0,-1 0 0 0 0,0 0 0 0 0,0 0 0 0 0,-1 1 0 0 0,1-1 0 0 0,0 0 0 0 0,0 0 0 0 0,0 0 0 0 0,0 0 0 0 0,0 0-1 0 0,0 0 1 0 0,0 0 0 0 0,0 1 0 0 0,0-1 0 0 0,0 0 0 0 0,0 0 0 0 0,0 0 0 0 0,0 0 0 0 0,0 0 0 0 0,0 0 0 0 0,0 0 0 0 0,0 0-1 0 0,-1 0 1 0 0,1 0 0 0 0,0 1 0 0 0,0-1 0 0 0,0 0 0 0 0,0 0 0 0 0,0 0 0 0 0,0 0 0 0 0,0 0 0 0 0,-1 0 0 0 0,1 0 0 0 0,0 0-1 0 0,-12 9-113 0 0,-11 4-64 0 0,1-2 165 0 0,-39 21 56 0 0,55-29-35 0 0,1 0-1 0 0,0 1 0 0 0,0 0 0 0 0,1 0 0 0 0,-1 0 0 0 0,1 0 0 0 0,0 1 0 0 0,-6 7 0 0 0,10-11-6 0 0,0-1 1 0 0,-1 1 0 0 0,1-1 0 0 0,0 1 0 0 0,-1 0-1 0 0,1-1 1 0 0,0 1 0 0 0,0-1 0 0 0,-1 1-1 0 0,1-1 1 0 0,0 1 0 0 0,0 0 0 0 0,0-1 0 0 0,0 1-1 0 0,0 0 1 0 0,0-1 0 0 0,0 1 0 0 0,0-1-1 0 0,0 1 1 0 0,0 0 0 0 0,0-1 0 0 0,1 1-1 0 0,-1-1 1 0 0,0 1 0 0 0,0 0 0 0 0,0-1 0 0 0,1 1-1 0 0,-1-1 1 0 0,0 1 0 0 0,1-1 0 0 0,-1 1-1 0 0,1-1 1 0 0,0 1 0 0 0,1 1-1 0 0,0-1 0 0 0,0 0-1 0 0,0 0 1 0 0,0 0 0 0 0,0 0 0 0 0,0 0 0 0 0,0 0 0 0 0,0-1-1 0 0,4 1 1 0 0,49 2 34 0 0,-16-6 309 0 0,-26 1-257 0 0,0 1-1 0 0,0 0 1 0 0,19 2-1 0 0,-32-1-84 0 0,0 0 0 0 0,0 0-1 0 0,0 0 1 0 0,1 0 0 0 0,-1 0 0 0 0,0 0-1 0 0,0 0 1 0 0,0 0 0 0 0,1 0-1 0 0,-1 0 1 0 0,0 0 0 0 0,0 0 0 0 0,0 0-1 0 0,0 0 1 0 0,1 0 0 0 0,-1 0 0 0 0,0 0-1 0 0,0 0 1 0 0,0 1 0 0 0,0-1 0 0 0,1 0-1 0 0,-1 0 1 0 0,0 0 0 0 0,0 0-1 0 0,0 0 1 0 0,0 1 0 0 0,0-1 0 0 0,0 0-1 0 0,0 0 1 0 0,0 0 0 0 0,1 0 0 0 0,-1 1-1 0 0,0-1 1 0 0,0 0 0 0 0,0 0 0 0 0,0 0-1 0 0,0 1 1 0 0,0-1 0 0 0,0 0-1 0 0,0 0 1 0 0,0 0 0 0 0,0 0 0 0 0,0 1-1 0 0,0-1 1 0 0,-7 10-271 0 0,-12 8-339 0 0,-7 1 103 0 0,-34 28 246 0 0,55-42 361 0 0,-1 0 0 0 0,1 0 0 0 0,1 1 0 0 0,-1 0 0 0 0,1-1 0 0 0,0 2 0 0 0,-6 10 0 0 0,10-16-84 0 0,-1 1-1 0 0,1-1 1 0 0,0 0 0 0 0,-1 0 0 0 0,1 1 0 0 0,0-1 0 0 0,0 0 0 0 0,0 0 0 0 0,0 1-1 0 0,0-1 1 0 0,0 0 0 0 0,0 0 0 0 0,1 1 0 0 0,-1-1 0 0 0,0 0 0 0 0,1 0 0 0 0,-1 1 0 0 0,1-1-1 0 0,-1 0 1 0 0,1 0 0 0 0,0 0 0 0 0,-1 0 0 0 0,1 0 0 0 0,0 0 0 0 0,0 0 0 0 0,0 0-1 0 0,-1 0 1 0 0,1 0 0 0 0,0 0 0 0 0,0-1 0 0 0,1 1 0 0 0,-1 0 0 0 0,0-1 0 0 0,0 1 0 0 0,0-1-1 0 0,0 1 1 0 0,1-1 0 0 0,-1 1 0 0 0,1-1 0 0 0,9 4 35 0 0,0-1 0 0 0,0-1 1 0 0,17 3-1 0 0,-14-3-43 0 0,6 1 78 0 0,-15-3-409 0 0,1 1 0 0 0,0 0 0 0 0,0 1 1 0 0,-1-1-1 0 0,10 4 0 0 0,-14-4 346 0 0,1 0 1 0 0,0 1-1 0 0,-1-1 0 0 0,1 0 1 0 0,0 0-1 0 0,-1 1 0 0 0,0-1 1 0 0,1 1-1 0 0,-1-1 1 0 0,0 1-1 0 0,0 0 0 0 0,0 0 1 0 0,0-1-1 0 0,0 1 0 0 0,0 0 1 0 0,0 0-1 0 0,-1 0 0 0 0,1 0 1 0 0,0 0-1 0 0,-1 3 1 0 0,47 308 2984 0 0,4 142-2528 0 0,-41-372-484 0 0,-4-36 13 0 0,1 53 0 0 0,-7-87-3 0 0,0 1-1 0 0,-1-1 1 0 0,-1 0-1 0 0,0 0 1 0 0,-1 0 0 0 0,0 0-1 0 0,-1 0 1 0 0,-9 20-1 0 0,9-27 11 0 0,0 0-1 0 0,0-1 0 0 0,0 0 0 0 0,-1 1 1 0 0,0-2-1 0 0,0 1 0 0 0,0-1 1 0 0,-1 1-1 0 0,0-1 0 0 0,0-1 0 0 0,0 1 1 0 0,0-1-1 0 0,0 0 0 0 0,-8 2 1 0 0,-8 3 121 0 0,-1-1 0 0 0,-42 7 1 0 0,-194 18-286 0 0,54-9-315 0 0,-285 40 640 0 0,176-32-468 0 0,16-2-293 0 0,-212 79 10 0 0,242-44 372 0 0,-96-10 579 0 0,-37 10-551 0 0,103-3 862 0 0,235-42-640 0 0,38-11-1692 0 0,-38 8-1 0 0,56-14 1699 0 0,-1-1 0 0 0,1-1-1 0 0,0 1 1 0 0,-1-1-1 0 0,1 0 1 0 0,0-1 0 0 0,-1 0-1 0 0,1 0 1 0 0,-14-5 0 0 0,19 5-76 0 0,0 0 0 0 0,0 0 0 0 0,0 0 0 0 0,0 0 0 0 0,0 0 1 0 0,1-1-1 0 0,-1 1 0 0 0,0-1 0 0 0,1 1 0 0 0,-1-1 0 0 0,1 0 0 0 0,-1 0 1 0 0,1 1-1 0 0,0-1 0 0 0,-1 0 0 0 0,1 0 0 0 0,0 0 0 0 0,0-3 1 0 0,-1 1-641 0 0,1 0 0 0 0,0-1 0 0 0,0 1 1 0 0,1 0-1 0 0,-1 0 0 0 0,1-1 0 0 0,0 1 1 0 0,1-8-1 0 0,1-5-5066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9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36 24 0 0,'-15'-35'17366'0'0,"9"49"-15013"0"0,-3 11-1380 0 0,7-15-705 0 0,0 1-1 0 0,1 0 0 0 0,0 0 0 0 0,1 0 0 0 0,0 0 1 0 0,0-1-1 0 0,4 17 0 0 0,21 79 1 0 0,-4-25 47 0 0,-7-2 76 0 0,28 125-242 0 0,-32-166-108 0 0,2-1-1 0 0,1 0 1 0 0,24 45 0 0 0,-25-58 52 0 0,-1 1 1 0 0,-1 0-1 0 0,-1 1 0 0 0,-1 0 1 0 0,7 49-1 0 0,-10-36 37 0 0,-3 0-1 0 0,-1 1 1 0 0,-5 53 0 0 0,2-75-562 0 0,-1 21 1012 0 0,5-15-7896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1:59.7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91 7370 0 0,'-32'-65'4657'0'0,"16"40"-160"0"0,22 45 589 0 0,2 5-4693 0 0,14 35-20 0 0,-2 0 0 0 0,15 82 0 0 0,8 126 167 0 0,-39-240-469 0 0,-2-11-198 0 0,0 0 0 0 0,2-1 0 0 0,0 1 0 0 0,1-1 0 0 0,10 24 1 0 0,-10-33-545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0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5 10138 0 0,'-3'-1'197'0'0,"0"0"0"0"0,0 1 0 0 0,0-1-1 0 0,0 0 1 0 0,0 1 0 0 0,0 0 0 0 0,0 0 0 0 0,0 0-1 0 0,0 0 1 0 0,0 0 0 0 0,0 0 0 0 0,0 1 0 0 0,0 0 0 0 0,0-1-1 0 0,0 1 1 0 0,1 0 0 0 0,-1 1 0 0 0,0-1 0 0 0,0 0-1 0 0,1 1 1 0 0,-1-1 0 0 0,1 1 0 0 0,0 0 0 0 0,-1 0 0 0 0,1 0-1 0 0,0 0 1 0 0,-2 3 0 0 0,0-1 79 0 0,0 1 0 0 0,1 0 0 0 0,0 0 1 0 0,0 0-1 0 0,0 0 0 0 0,0 0 0 0 0,1 0 0 0 0,0 1 0 0 0,0 0 0 0 0,0-1 0 0 0,1 1 1 0 0,0 0-1 0 0,-1 7 0 0 0,2 3-140 0 0,0-1 0 0 0,1 1 0 0 0,1-1 1 0 0,0 0-1 0 0,1 0 0 0 0,1 1 0 0 0,0-2 0 0 0,1 1 1 0 0,1-1-1 0 0,0 1 0 0 0,1-1 0 0 0,14 20 0 0 0,-16-26-91 0 0,1 0 0 0 0,0-1 0 0 0,1 0 1 0 0,-1 0-1 0 0,1-1 0 0 0,1 1 0 0 0,-1-2 0 0 0,1 1 0 0 0,0-1 0 0 0,0 0 0 0 0,1-1 0 0 0,-1 0 0 0 0,1 0 0 0 0,0-1 0 0 0,0 0 0 0 0,0 0 0 0 0,1-1 0 0 0,-1 0 1 0 0,1-1-1 0 0,-1 0 0 0 0,16-1 0 0 0,-22 0-46 0 0,1 0-1 0 0,0-1 1 0 0,-1 1 0 0 0,1-1 0 0 0,-1 0-1 0 0,1 1 1 0 0,-1-2 0 0 0,1 1 0 0 0,-1 0-1 0 0,1-1 1 0 0,-1 0 0 0 0,0 1 0 0 0,0-1-1 0 0,0-1 1 0 0,0 1 0 0 0,0 0 0 0 0,4-6 0 0 0,-4 4 29 0 0,0 0 0 0 0,0 0 0 0 0,-1-1 0 0 0,1 0 0 0 0,-1 1 0 0 0,-1-1 1 0 0,1 0-1 0 0,0 0 0 0 0,-1 0 0 0 0,0 0 0 0 0,0-8 0 0 0,0 0 112 0 0,-1 0 0 0 0,0-1-1 0 0,-1 1 1 0 0,-1 0 0 0 0,0 0-1 0 0,-1 0 1 0 0,0 0 0 0 0,-1 0-1 0 0,-6-13 1 0 0,2 9-27 0 0,-1 0 0 0 0,0 1 0 0 0,-2 1-1 0 0,-18-24 1 0 0,23 32-155 0 0,0 1 0 0 0,0-1 1 0 0,-1 1-1 0 0,0 0 0 0 0,0 1 0 0 0,0 0 0 0 0,-1 0 0 0 0,1 1 0 0 0,-1 0 0 0 0,0 0 0 0 0,-15-5 0 0 0,22 9-18 0 0,0-1-1 0 0,-1 1 0 0 0,1 0 1 0 0,0 0-1 0 0,0-1 0 0 0,-1 1 0 0 0,1 0 1 0 0,0 0-1 0 0,0 0 0 0 0,-1 0 1 0 0,1 0-1 0 0,0 0 0 0 0,0 1 1 0 0,-1-1-1 0 0,1 0 0 0 0,0 1 0 0 0,0-1 1 0 0,0 0-1 0 0,-1 1 0 0 0,-1 1 1 0 0,-1 3-711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0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0 139 3225 0 0,'27'1'20561'0'0,"-12"14"-21425"0"0,-1-2 1027 0 0,0 1-1 0 0,-1 1 1 0 0,22 33-1 0 0,-4-5-137 0 0,-25-35 88 0 0,0-1 0 0 0,1 0 0 0 0,-1 0 0 0 0,1-1-1 0 0,1 0 1 0 0,-1 0 0 0 0,1 0 0 0 0,0-1 0 0 0,1 0 0 0 0,-1-1 0 0 0,1 0 0 0 0,0 0-1 0 0,13 3 1 0 0,-20-7-56 0 0,0 0 0 0 0,-1 0 0 0 0,1 0 0 0 0,0 0 0 0 0,0-1-1 0 0,-1 1 1 0 0,1-1 0 0 0,0 1 0 0 0,-1-1 0 0 0,1 1 0 0 0,-1-1-1 0 0,1 0 1 0 0,0 0 0 0 0,-1 0 0 0 0,0 0 0 0 0,1 0 0 0 0,-1 0 0 0 0,0 0-1 0 0,1-1 1 0 0,-1 1 0 0 0,1-2 0 0 0,24-36 296 0 0,-20 28-80 0 0,4-4-277 0 0,-1-1-1 0 0,0 0 1 0 0,-2 0 0 0 0,0-1-1 0 0,0 0 1 0 0,-2 0 0 0 0,0-1 0 0 0,-1 1-1 0 0,-1-1 1 0 0,0 0 0 0 0,-2 0 0 0 0,0 0-1 0 0,-1-1 1 0 0,-2-18 0 0 0,2 36-83 0 0,0 0 1 0 0,-1 0 0 0 0,1 0-1 0 0,0 0 1 0 0,1 0 0 0 0,-1 0-1 0 0,0 1 1 0 0,0-1 0 0 0,0 0-1 0 0,0 0 1 0 0,1 0 0 0 0,-1 0-1 0 0,1 0 1 0 0,-1 0 0 0 0,0 0-1 0 0,1 0 1 0 0,-1 1-1 0 0,1-1 1 0 0,0 0 0 0 0,-1 0-1 0 0,1 1 1 0 0,0-1 0 0 0,0-1-1 0 0,8-2-521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1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56 10394 0 0,'-23'-24'2377'0'0,"23"23"-2155"0"0,-1 0 0 0 0,0 1 0 0 0,1-1 0 0 0,-1 0 0 0 0,1 0 0 0 0,-1 1 0 0 0,1-1 0 0 0,-1 0 0 0 0,1 0 0 0 0,-1 0 0 0 0,1 0 0 0 0,0 1 0 0 0,-1-1 0 0 0,1 0 0 0 0,0 0 0 0 0,0 0 0 0 0,0 0 0 0 0,0 0 0 0 0,0 0 0 0 0,0 0 0 0 0,0 0 0 0 0,0 0 0 0 0,0 0 0 0 0,0 0 0 0 0,0 1 0 0 0,1-1 0 0 0,-1 0 0 0 0,0 0 0 0 0,1 0 0 0 0,-1 0 0 0 0,1-1 0 0 0,0 2-132 0 0,0-1 1 0 0,0 1 0 0 0,1 0-1 0 0,-1-1 1 0 0,0 1-1 0 0,0 0 1 0 0,0 0-1 0 0,1 0 1 0 0,-1 0-1 0 0,0 0 1 0 0,0 0 0 0 0,0 0-1 0 0,1 1 1 0 0,-1-1-1 0 0,0 0 1 0 0,0 0-1 0 0,0 1 1 0 0,0-1-1 0 0,1 1 1 0 0,-1-1-1 0 0,0 1 1 0 0,0 0 0 0 0,0-1-1 0 0,0 1 1 0 0,0 0-1 0 0,-1 0 1 0 0,1 0-1 0 0,0-1 1 0 0,0 1-1 0 0,0 0 1 0 0,1 2 0 0 0,22 32 405 0 0,-11-7-383 0 0,-2 0 0 0 0,-1 1 0 0 0,-2 0 0 0 0,0 1 0 0 0,4 39 0 0 0,-4-22 36 0 0,15 46 0 0 0,-12-62-154 0 0,1-1 0 0 0,1-1 0 0 0,30 49 0 0 0,-30-48-1641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13251 0 0,'0'-1'98'0'0,"0"1"0"0"0,0-1 0 0 0,0 1 0 0 0,0-1-1 0 0,0 1 1 0 0,0-1 0 0 0,0 1 0 0 0,0-1 0 0 0,0 1 0 0 0,0-1 0 0 0,0 1 0 0 0,0-1 0 0 0,1 1 0 0 0,-1 0 0 0 0,0-1 0 0 0,0 1-1 0 0,0-1 1 0 0,1 1 0 0 0,-1 0 0 0 0,0-1 0 0 0,1 1 0 0 0,-1-1 0 0 0,0 1 0 0 0,1 0 0 0 0,-1 0 0 0 0,0-1 0 0 0,1 1 0 0 0,-1 0 0 0 0,1-1-1 0 0,-1 1 1 0 0,1 0 0 0 0,-1 0 0 0 0,0 0 0 0 0,1 0 0 0 0,-1-1 0 0 0,1 1 0 0 0,-1 0 0 0 0,1 0 0 0 0,-1 0 0 0 0,1 0 0 0 0,-1 0 0 0 0,1 0-1 0 0,-1 0 1 0 0,1 0 0 0 0,-1 0 0 0 0,1 1 0 0 0,-1-1 0 0 0,1 0 0 0 0,-1 0 0 0 0,0 0 0 0 0,1 0 0 0 0,-1 1 0 0 0,1-1 0 0 0,-1 0-1 0 0,0 1 1 0 0,1-1 0 0 0,-1 0 0 0 0,1 0 0 0 0,-1 1 0 0 0,1 0 0 0 0,22 19 2433 0 0,-14-6-2325 0 0,-1 0 0 0 0,-1 0 1 0 0,0 1-1 0 0,-1-1 0 0 0,-1 1 0 0 0,0 1 0 0 0,-1-1 0 0 0,0 1 0 0 0,1 27 0 0 0,-4-20-1326 0 0,-1-1-1 0 0,-1 0 1 0 0,-6 38 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2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241 68 5065 0 0,'7'-21'-43'0'0,"-5"-8"4145"0"0,-3 28-3888 0 0,1 0 1 0 0,0 0-1 0 0,0 0 1 0 0,-1 1-1 0 0,1-1 1 0 0,0 0-1 0 0,-1 0 1 0 0,1 0-1 0 0,0 1 1 0 0,-1-1-1 0 0,1 0 1 0 0,-1 1 0 0 0,0-1-1 0 0,1 0 1 0 0,-1 1-1 0 0,0-1 1 0 0,1 1-1 0 0,-1-1 1 0 0,0 1-1 0 0,-1-1 1 0 0,1 0-12 0 0,-1 1 0 0 0,0-1 0 0 0,0 1 1 0 0,0 0-1 0 0,0 0 0 0 0,1 0 0 0 0,-1 0 1 0 0,0 0-1 0 0,0 0 0 0 0,0 0 0 0 0,0 0 1 0 0,1 1-1 0 0,-4 0 0 0 0,-7 3 247 0 0,1 1 0 0 0,0 0 0 0 0,0 1 0 0 0,1 0 0 0 0,-1 0 1 0 0,1 1-1 0 0,0 1 0 0 0,1-1 0 0 0,-13 15 0 0 0,7-6-188 0 0,1 0 0 0 0,1 1 0 0 0,0 1 0 0 0,-15 29 0 0 0,27-45-248 0 0,-1 0 1 0 0,1 0-1 0 0,0 0 1 0 0,0 0-1 0 0,1 0 1 0 0,-1 0-1 0 0,0 0 1 0 0,1 0-1 0 0,-1 0 0 0 0,1 0 1 0 0,0 0-1 0 0,0 0 1 0 0,0 1-1 0 0,0-1 1 0 0,0 0-1 0 0,0 0 1 0 0,0 0-1 0 0,1 0 1 0 0,-1 0-1 0 0,1 0 1 0 0,0 3-1 0 0,1-3 0 0 0,-1 0 0 0 0,1-1-1 0 0,-1 1 1 0 0,1 0 0 0 0,0-1 0 0 0,0 1-1 0 0,-1-1 1 0 0,1 1 0 0 0,0-1 0 0 0,0 0 0 0 0,1 0-1 0 0,-1 0 1 0 0,0 0 0 0 0,0 0 0 0 0,0-1-1 0 0,3 1 1 0 0,10 2 40 0 0,-1-1 1 0 0,1-1-1 0 0,0 0 0 0 0,24-3 0 0 0,-38 2-52 0 0,38-2 408 0 0,-12-1-351 0 0,1 1 0 0 0,-1 2-1 0 0,1 1 1 0 0,-1 1 0 0 0,1 1 0 0 0,34 8 0 0 0,-61-10-259 0 0,1 0 0 0 0,0-1 0 0 0,0 1 0 0 0,-1 0 0 0 0,1 0 0 0 0,0 0-1 0 0,-1 0 1 0 0,1 1 0 0 0,-1-1 0 0 0,3 3 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3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45 5065 0 0,'2'-1'476'0'0,"0"-1"0"0"0,0 0 0 0 0,-1 0-1 0 0,1 0 1 0 0,-1 0 0 0 0,1 0 0 0 0,5-29 12905 0 0,-10 82-13008 0 0,-2 0 1 0 0,-16 67 0 0 0,12-70-206 0 0,3-18-148 0 0,-7 46 336 0 0,13-70-338 0 0,-1 1 1 0 0,1 0-1 0 0,1-1 1 0 0,-1 1-1 0 0,1 0 0 0 0,0-1 1 0 0,1 1-1 0 0,4 12 1 0 0,-6-17 0 0 0,1-1 0 0 0,1 1 0 0 0,-1 0 0 0 0,0 0 0 0 0,0-1 0 0 0,1 1 0 0 0,-1-1 0 0 0,1 1 0 0 0,-1-1 0 0 0,1 0 0 0 0,-1 0 0 0 0,1 1 0 0 0,0-1 1 0 0,0 0-1 0 0,0 0 0 0 0,-1-1 0 0 0,1 1 0 0 0,0 0 0 0 0,0-1 0 0 0,0 1 0 0 0,0-1 0 0 0,0 1 0 0 0,0-1 0 0 0,0 0 0 0 0,1 0 0 0 0,-1 0 0 0 0,0 0 0 0 0,0 0 0 0 0,3-2 0 0 0,8 0 134 0 0,1-1 0 0 0,-1-1-1 0 0,20-8 1 0 0,-7 3 116 0 0,22-4-383 0 0,65-9-1 0 0,-43 13-8381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3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68 5065 0 0,'-2'-3'334'0'0,"0"1"0"0"0,1-1 0 0 0,-1 1 0 0 0,1-1 0 0 0,-1 0-1 0 0,1 1 1 0 0,0-1 0 0 0,0 0 0 0 0,0 0 0 0 0,0 0 0 0 0,-15-35 13624 0 0,16 39-13884 0 0,3 12 2044 0 0,22 46-1940 0 0,-2 1 0 0 0,-4 1 0 0 0,14 68 0 0 0,13 46-1353 0 0,-35-147-1503 0 0,-9-20 1359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3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16 9218 0 0,'-3'-1'573'0'0,"1"-1"0"0"0,0 0 0 0 0,-1 1 0 0 0,1-1 1 0 0,-1 1-1 0 0,1 0 0 0 0,-1 0 0 0 0,0 0 0 0 0,0 0 0 0 0,1 0 0 0 0,-1 0 0 0 0,0 1 0 0 0,-6-1 1 0 0,8 1-443 0 0,1 1 1 0 0,-1-1 0 0 0,0 0-1 0 0,1 0 1 0 0,-1 0 0 0 0,0 1-1 0 0,1-1 1 0 0,-1 0 0 0 0,0 1-1 0 0,1-1 1 0 0,-1 0 0 0 0,1 1-1 0 0,-1-1 1 0 0,0 1 0 0 0,1-1-1 0 0,-1 1 1 0 0,1-1 0 0 0,0 1-1 0 0,-1-1 1 0 0,1 1 0 0 0,-1 0-1 0 0,1 0 1 0 0,-1 1 18 0 0,0 0 0 0 0,1 1 0 0 0,-1-1 0 0 0,1 0 0 0 0,0 0 0 0 0,0 0 0 0 0,0 0 0 0 0,0 0 0 0 0,0 0 0 0 0,0 0 0 0 0,2 4 0 0 0,4 21 508 0 0,2-1-1 0 0,19 44 1 0 0,5 15-152 0 0,-19-44-470 0 0,23 49 1 0 0,-8-37-7349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4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30 6737 0 0,'10'-20'294'0'0,"-9"20"-122"0"0,-1-1-1 0 0,1 0 0 0 0,-1 1 0 0 0,0-1 1 0 0,1 0-1 0 0,-1 1 0 0 0,1-1 0 0 0,-1 1 1 0 0,1-1-1 0 0,-1 1 0 0 0,1-1 0 0 0,0 1 1 0 0,-1 0-1 0 0,1-1 0 0 0,0 1 0 0 0,-1 0 1 0 0,1-1-1 0 0,0 1 0 0 0,-1 0 0 0 0,1 0 1 0 0,0 0-1 0 0,0-1 0 0 0,-1 1 0 0 0,1 0 1 0 0,0 0-1 0 0,0 0 0 0 0,1 1 1 0 0,-2-1 112 0 0,0 1 0 0 0,0 0 0 0 0,0 0 0 0 0,0 0 0 0 0,0 0 1 0 0,0 0-1 0 0,-1 0 0 0 0,1-1 0 0 0,0 1 0 0 0,0 0 0 0 0,-1 0 1 0 0,1 0-1 0 0,0 0 0 0 0,-1-1 0 0 0,1 1 0 0 0,-1 0 0 0 0,1 0 1 0 0,-3 2 1135 0 0,1-1-1135 0 0,-12 14 260 0 0,-46 44 941 0 0,41-42-1086 0 0,0 0-1 0 0,-17 24 1 0 0,34-41-317 0 0,1 1-1 0 0,0-1 1 0 0,0 1 0 0 0,-1 0 0 0 0,1 0 0 0 0,0-1 0 0 0,0 1 0 0 0,1 0-1 0 0,-1 0 1 0 0,0 0 0 0 0,1 0 0 0 0,-1 0 0 0 0,0 3 0 0 0,2-4-62 0 0,-1 0 0 0 0,1 0 1 0 0,-1 0-1 0 0,1 0 0 0 0,0 0 0 0 0,-1 0 1 0 0,1 0-1 0 0,0-1 0 0 0,0 1 1 0 0,-1 0-1 0 0,1 0 0 0 0,0-1 1 0 0,0 1-1 0 0,0-1 0 0 0,0 1 0 0 0,0-1 1 0 0,0 1-1 0 0,0-1 0 0 0,0 1 1 0 0,0-1-1 0 0,0 0 0 0 0,0 0 1 0 0,0 1-1 0 0,0-1 0 0 0,0 0 0 0 0,1 0 1 0 0,0 0-1 0 0,39 5 517 0 0,48 1 0 0 0,-41-4-2226 0 0,0 2-4131 0 0,-30-2-1573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5.1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261 51 6913 0 0,'-27'-22'4537'0'0,"25"20"-4152"0"0,1 0 1 0 0,-2-1 0 0 0,1 1-1 0 0,0 0 1 0 0,0 0-1 0 0,-1 0 1 0 0,1 0 0 0 0,-1 1-1 0 0,1-1 1 0 0,-1 1-1 0 0,0 0 1 0 0,0-1-1 0 0,0 1 1 0 0,1 0 0 0 0,-1 1-1 0 0,0-1 1 0 0,0 0-1 0 0,0 1 1 0 0,-7-1-1 0 0,9 2-281 0 0,-1 0-1 0 0,0 0 1 0 0,1 0-1 0 0,-1 1 1 0 0,1-1-1 0 0,-1 0 1 0 0,1 1-1 0 0,-1-1 1 0 0,1 0-1 0 0,0 1 1 0 0,0 0-1 0 0,-1-1 0 0 0,1 1 1 0 0,1 0-1 0 0,-1-1 1 0 0,0 1-1 0 0,0 0 1 0 0,1 0-1 0 0,-1 0 1 0 0,1 0-1 0 0,-1 0 1 0 0,1 0-1 0 0,0 0 1 0 0,0 0-1 0 0,0 3 0 0 0,-1 2-25 0 0,1-1 0 0 0,0 1 0 0 0,1-1 0 0 0,-1 1 0 0 0,1-1 0 0 0,3 11 0 0 0,-4-16-74 0 0,1 0 0 0 0,-1 1 0 0 0,0-1 0 0 0,1 0 0 0 0,-1 1 0 0 0,1-1 0 0 0,-1 0 0 0 0,1 1 1 0 0,0-1-1 0 0,-1 0 0 0 0,1 0 0 0 0,0 0 0 0 0,0 0 0 0 0,0 0 0 0 0,0 0 0 0 0,0 0 0 0 0,0 0 0 0 0,0 0 0 0 0,0 0 1 0 0,0-1-1 0 0,0 1 0 0 0,1 0 0 0 0,-1-1 0 0 0,0 1 0 0 0,0-1 0 0 0,1 1 0 0 0,-1-1 0 0 0,0 0 0 0 0,1 1 0 0 0,-1-1 1 0 0,1 0-1 0 0,-1 0 0 0 0,0 0 0 0 0,1 0 0 0 0,-1 0 0 0 0,0 0 0 0 0,1-1 0 0 0,-1 1 0 0 0,1 0 0 0 0,-1-1 0 0 0,0 1 0 0 0,0-1 1 0 0,1 1-1 0 0,-1-1 0 0 0,2-1 0 0 0,-2 1 0 0 0,1 0 0 0 0,-1 0 1 0 0,0-1-1 0 0,1 1 0 0 0,-1 0 0 0 0,0-1 0 0 0,0 1 1 0 0,0-1-1 0 0,0 0 0 0 0,0 1 0 0 0,0-1 1 0 0,-1 0-1 0 0,1 0 0 0 0,-1 1 0 0 0,1-1 1 0 0,-1 0-1 0 0,1 0 0 0 0,-1 0 0 0 0,0 0 0 0 0,0 1 1 0 0,0-1-1 0 0,0 0 0 0 0,0 0 0 0 0,-1 0 1 0 0,1 0-1 0 0,0 0 0 0 0,-1 1 0 0 0,1-1 1 0 0,-1 0-1 0 0,0 0 0 0 0,0 1 0 0 0,1-1 0 0 0,-1 0 1 0 0,-2-1-1 0 0,0-1-20 0 0,0 0 0 0 0,-1 1 0 0 0,1-1 1 0 0,-1 1-1 0 0,0 0 0 0 0,0 0 0 0 0,0 0 0 0 0,-1 1 0 0 0,1-1 0 0 0,0 1 1 0 0,-1 0-1 0 0,0 0 0 0 0,0 1 0 0 0,1-1 0 0 0,-1 1 0 0 0,0 0 1 0 0,0 0-1 0 0,0 1 0 0 0,0 0 0 0 0,0 0 0 0 0,0 0 0 0 0,0 0 1 0 0,-7 2-1 0 0,7-2 0 0 0,0 1 0 0 0,0 0 0 0 0,0 0 0 0 0,0 1 1 0 0,1-1-1 0 0,-1 1 0 0 0,0 0 0 0 0,1 0 0 0 0,-1 1 0 0 0,1-1 1 0 0,0 1-1 0 0,0 0 0 0 0,0 0 0 0 0,0 1 0 0 0,1-1 0 0 0,-1 1 1 0 0,1-1-1 0 0,0 1 0 0 0,0 0 0 0 0,0 0 0 0 0,0 1 0 0 0,1-1 1 0 0,-4 9-1 0 0,6-12 16 0 0,-1 0-1 0 0,1 1 1 0 0,-1-1 0 0 0,1 1 0 0 0,0 0 0 0 0,0-1 0 0 0,0 1 0 0 0,0-1 0 0 0,0 1-1 0 0,0-1 1 0 0,0 1 0 0 0,0-1 0 0 0,0 1 0 0 0,1 0 0 0 0,-1-1 0 0 0,1 0 0 0 0,-1 1-1 0 0,1-1 1 0 0,-1 1 0 0 0,1-1 0 0 0,0 1 0 0 0,0-1 0 0 0,1 2 0 0 0,0-2-3 0 0,0 1 1 0 0,0 0-1 0 0,1-1 0 0 0,-1 1 1 0 0,0-1-1 0 0,1 0 1 0 0,-1 1-1 0 0,1-1 1 0 0,0 0-1 0 0,-1-1 1 0 0,1 1-1 0 0,3 0 1 0 0,4 0-2 0 0,0 0 0 0 0,0 0 0 0 0,0-1 0 0 0,0-1 0 0 0,0 1 0 0 0,12-4 0 0 0,-8 1 84 0 0,-1-1 0 0 0,22-9 1 0 0,-33 12-84 0 0,1 0 0 0 0,0 0 1 0 0,0-1-1 0 0,0 1 0 0 0,-1-1 0 0 0,1 0 1 0 0,-1 0-1 0 0,1 0 0 0 0,-1 0 1 0 0,0 0-1 0 0,0 0 0 0 0,1-1 0 0 0,-2 1 1 0 0,1 0-1 0 0,0-1 0 0 0,0 0 0 0 0,-1 0 1 0 0,2-3-1 0 0,-3 5-33 0 0,0 0-1 0 0,0 0 0 0 0,0 0 1 0 0,0 0-1 0 0,0 0 1 0 0,-1 0-1 0 0,1 0 1 0 0,0 0-1 0 0,-1 0 1 0 0,1 0-1 0 0,0 1 1 0 0,-1-1-1 0 0,1 0 0 0 0,-1 0 1 0 0,1 0-1 0 0,-1 1 1 0 0,0-1-1 0 0,1 0 1 0 0,-1 0-1 0 0,0 1 1 0 0,1-1-1 0 0,-1 1 1 0 0,0-1-1 0 0,0 1 1 0 0,0-1-1 0 0,0 1 0 0 0,1-1 1 0 0,-1 1-1 0 0,0 0 1 0 0,0-1-1 0 0,0 1 1 0 0,0 0-1 0 0,0 0 1 0 0,0 0-1 0 0,0 0 1 0 0,0 0-1 0 0,0 0 0 0 0,0 0 1 0 0,-1 0-1 0 0,-40 2-3874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5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221 120 3681 0 0,'-33'-11'2040'0'0,"-43"-8"0"0"0,62 17-710 0 0,-1 0 0 0 0,1 1 0 0 0,-1 0 0 0 0,0 1 0 0 0,-24 3 0 0 0,80-15 5088 0 0,78-20-11087 0 0,-137 36-1479 0 0,-7 2 4381 0 0,-20 15 12674 0 0,74-9-10072 0 0,-15-9-671 0 0,1-1 1 0 0,-1-1 0 0 0,0 0-1 0 0,0-1 1 0 0,17-1 0 0 0,71-13 246 0 0,-2-3-143 0 0,1 5 1 0 0,106 1 0 0 0,110-8 364 0 0,-38 0-660 0 0,306 28 488 0 0,-481-2-305 0 0,217 19-120 0 0,-316-26-100 0 0,-10-3-343 0 0,-12-1-610 0 0,6 6 561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7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32 5985 0 0,'-3'-3'766'0'0,"-1"-1"0"0"0,0 0 0 0 0,0 1-1 0 0,0 0 1 0 0,-1 0 0 0 0,1 0-1 0 0,-6-2 1 0 0,9 5-608 0 0,-1-1 0 0 0,1 1 0 0 0,0 0 0 0 0,0-1 0 0 0,0 1 0 0 0,-1 0 0 0 0,1 0 0 0 0,0 0 0 0 0,0 0-1 0 0,-1 0 1 0 0,1 0 0 0 0,0 0 0 0 0,0 0 0 0 0,0 1 0 0 0,-1-1 0 0 0,1 0 0 0 0,0 1 0 0 0,0-1 0 0 0,0 1 0 0 0,0-1 0 0 0,0 1 0 0 0,-1-1 0 0 0,1 1-1 0 0,0 0 1 0 0,1 0 0 0 0,-1 0 0 0 0,0-1 0 0 0,0 1 0 0 0,0 0 0 0 0,0 0 0 0 0,1 0 0 0 0,-1 0 0 0 0,0 0 0 0 0,1 0 0 0 0,-1 1 0 0 0,0 0 0 0 0,1 0-87 0 0,-1-1 1 0 0,1 0 0 0 0,0 0 0 0 0,0 1 0 0 0,0-1 0 0 0,0 0 0 0 0,0 0 0 0 0,0 1 0 0 0,0-1-1 0 0,0 0 1 0 0,0 0 0 0 0,0 1 0 0 0,1-1 0 0 0,-1 0 0 0 0,0 0 0 0 0,1 1 0 0 0,-1-1 0 0 0,1 0-1 0 0,0 0 1 0 0,-1 0 0 0 0,1 0 0 0 0,0 0 0 0 0,0 0 0 0 0,-1 0 0 0 0,1 0 0 0 0,0 0 0 0 0,0 0-1 0 0,0-1 1 0 0,0 1 0 0 0,0 0 0 0 0,0-1 0 0 0,2 2 0 0 0,43 21 612 0 0,-39-20-482 0 0,2 1-26 0 0,0-1 0 0 0,1 0 1 0 0,-1-1-1 0 0,0 0 1 0 0,1 0-1 0 0,18 0 0 0 0,-26-2-166 0 0,0 1 0 0 0,-1-1 0 0 0,1 0-1 0 0,-1 0 1 0 0,1 0 0 0 0,-1 0 0 0 0,1-1 0 0 0,0 1-1 0 0,-1 0 1 0 0,1-1 0 0 0,-1 1 0 0 0,1-1-1 0 0,-1 1 1 0 0,0-1 0 0 0,1 0 0 0 0,-1 1 0 0 0,1-1-1 0 0,-1 0 1 0 0,0 0 0 0 0,0 0 0 0 0,1 0 0 0 0,-1 0-1 0 0,0 0 1 0 0,0-1 0 0 0,0 1 0 0 0,0 0-1 0 0,-1 0 1 0 0,1-1 0 0 0,0 1 0 0 0,0-1 0 0 0,-1 1-1 0 0,1-1 1 0 0,-1 1 0 0 0,1-1 0 0 0,-1 1-1 0 0,0-1 1 0 0,1 1 0 0 0,-1-1 0 0 0,0 1 0 0 0,0-1-1 0 0,0 0 1 0 0,0 1 0 0 0,-1-1 0 0 0,1 1 0 0 0,0-1-1 0 0,-1 1 1 0 0,1-1 0 0 0,-1 1 0 0 0,1-1-1 0 0,-2-1 1 0 0,1 0-2 0 0,0 0 0 0 0,0 1 0 0 0,0-1 0 0 0,0 0 0 0 0,-1 1 0 0 0,1-1 0 0 0,-1 1 0 0 0,0 0 0 0 0,0-1 0 0 0,1 1-1 0 0,-2 0 1 0 0,1 0 0 0 0,0 0 0 0 0,0 0 0 0 0,0 1 0 0 0,-1-1 0 0 0,1 1 0 0 0,-1-1 0 0 0,0 1 0 0 0,1 0 0 0 0,-1 0 0 0 0,0 0 0 0 0,1 0 0 0 0,-5 0 0 0 0,4 0-191 0 0,1 1 0 0 0,-1 0 0 0 0,0 0 0 0 0,1 1 0 0 0,-1-1 1 0 0,0 1-1 0 0,1-1 0 0 0,-1 1 0 0 0,0 0 0 0 0,1 0 0 0 0,-1 0 1 0 0,1 0-1 0 0,0 0 0 0 0,-1 0 0 0 0,1 1 0 0 0,0-1 0 0 0,-3 3 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7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83 3225 0 0,'0'-26'1853'0'0,"1"21"-743"0"0,1 0 1 0 0,-1 0-1 0 0,1 1 1 0 0,0-1-1 0 0,0 1 1 0 0,0-1-1 0 0,0 1 1 0 0,1 0-1 0 0,0 0 1 0 0,0 0-1 0 0,9-3 3297 0 0,-12 7-4351 0 0,1 12 996 0 0,-3 11-704 0 0,-24 89 347 0 0,13-67-707 0 0,3 0-1 0 0,2 1 1 0 0,-4 79-1 0 0,14-101-383 0 0,-1 23 125 0 0,-8-20-5254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8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2304 0 0,'3'-35'2426'0'0,"-3"31"-1700"0"0,1 0-1 0 0,0 0 1 0 0,0 0-1 0 0,1 0 1 0 0,-1 0-1 0 0,1 0 1 0 0,0 1-1 0 0,0-1 1 0 0,0 1-1 0 0,0-1 1 0 0,3-3-1 0 0,-3 6-406 0 0,0 1 0 0 0,0-1 1 0 0,-1 0-1 0 0,1 0 0 0 0,0 1 0 0 0,0-1 0 0 0,0 1 0 0 0,0 0 0 0 0,0-1 1 0 0,0 1-1 0 0,0 0 0 0 0,-1 0 0 0 0,1 0 0 0 0,0 1 0 0 0,0-1 0 0 0,0 0 1 0 0,0 1-1 0 0,0-1 0 0 0,0 1 0 0 0,3 1 0 0 0,37 16 1356 0 0,-28-10-1474 0 0,-1 0 0 0 0,0 1 0 0 0,0 1 0 0 0,-1 0 0 0 0,0 0 0 0 0,-1 1 0 0 0,16 19 1 0 0,-1 7 225 0 0,29 50 0 0 0,-36-54-850 0 0,2-2 0 0 0,45 56-1 0 0,-44-69-718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8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31 137 5985 0 0,'-30'1'9417'0'0,"58"-16"-6275"0"0,1 0-1483 0 0,57-32 851 0 0,-37 19-3210 0 0,1 4-5451 0 0,-30 15-669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6.8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55 217 6449 0 0,'-8'3'430'0'0,"4"-2"91"0"0,1 0 0 0 0,-1 1-1 0 0,1-1 1 0 0,-1 1 0 0 0,1-1 0 0 0,-1 1 0 0 0,1 0 0 0 0,0 0-1 0 0,0 1 1 0 0,0-1 0 0 0,0 1 0 0 0,-4 4 0 0 0,8-7-373 0 0,-1 1 0 0 0,0 0 1 0 0,0 0-1 0 0,1-1 0 0 0,-1 1 1 0 0,1 0-1 0 0,-1-1 0 0 0,0 1 1 0 0,1 0-1 0 0,0-1 0 0 0,-1 1 1 0 0,1-1-1 0 0,-1 1 0 0 0,1-1 1 0 0,-1 1-1 0 0,1-1 1 0 0,0 1-1 0 0,0-1 0 0 0,-1 0 1 0 0,1 1-1 0 0,0-1 0 0 0,-1 0 1 0 0,1 1-1 0 0,0-1 0 0 0,0 0 1 0 0,0 0-1 0 0,-1 0 0 0 0,1 0 1 0 0,0 0-1 0 0,1 0 0 0 0,28 4 1104 0 0,1-4-810 0 0,0-2 0 0 0,0-2 0 0 0,-1-1 0 0 0,1-1 0 0 0,51-17 0 0 0,17-4-79 0 0,2 11-176 0 0,0 3-1 0 0,116 2 0 0 0,12-2 81 0 0,391-43-135 0 0,-553 52-49 0 0,-22 2 19 0 0,0-2-1 0 0,82-18 1 0 0,-113 15-102 0 0,-13 1 0 0 0,-17-6 0 0 0,16 12 0 0 0,-1 0 0 0 0,1 0 0 0 0,-1-1 0 0 0,1 1 0 0 0,-1 0 0 0 0,1 0 0 0 0,-1 0 0 0 0,1 0 0 0 0,-1 0 0 0 0,1-1 0 0 0,-1 1 0 0 0,1 0 0 0 0,-1 0 0 0 0,1-1 0 0 0,0 1 0 0 0,-1 0 0 0 0,1-1 0 0 0,0 1 0 0 0,-1-1 0 0 0,1 1 0 0 0,0 0 0 0 0,-1-1 0 0 0,1 1 0 0 0,0-1 0 0 0,0 1 0 0 0,-1-1 0 0 0,1 1 0 0 0,0 0 0 0 0,0-1 0 0 0,0 1 0 0 0,0-1 0 0 0,0 1 0 0 0,0-1 0 0 0,0 0 0 0 0,-2 2 0 0 0,1 0 0 0 0,0 0 0 0 0,0 0 0 0 0,0 0 0 0 0,0 0 0 0 0,0 0 0 0 0,0 1 0 0 0,0-1 0 0 0,1 0 0 0 0,-1 1 0 0 0,0-1 0 0 0,1 0 0 0 0,-1 1 0 0 0,1-1 0 0 0,0 1 0 0 0,-1-1 0 0 0,1 4 0 0 0,0-2 0 0 0,0 1 0 0 0,0 0 0 0 0,1 0 0 0 0,-1 0 0 0 0,1 0 0 0 0,0 0 0 0 0,2 6 0 0 0,-1-5 0 0 0,1-1-1 0 0,0 1 1 0 0,-1 0-1 0 0,1-1 1 0 0,1 1 0 0 0,-1-1-1 0 0,1 0 1 0 0,-1 0-1 0 0,1 0 1 0 0,0 0-1 0 0,1-1 1 0 0,5 4-1 0 0,-8-6 4 0 0,0 1-1 0 0,0-1 0 0 0,0 0 0 0 0,0 0 0 0 0,0 0 0 0 0,0 0 0 0 0,0-1 0 0 0,0 1 0 0 0,0 0 1 0 0,0-1-1 0 0,0 0 0 0 0,1 1 0 0 0,-1-1 0 0 0,0 0 0 0 0,0 0 0 0 0,0 0 0 0 0,1 0 0 0 0,-1-1 1 0 0,0 1-1 0 0,0-1 0 0 0,0 1 0 0 0,0-1 0 0 0,1 0 0 0 0,-1 0 0 0 0,0 0 0 0 0,0 0 0 0 0,0 0 1 0 0,-1 0-1 0 0,1 0 0 0 0,0-1 0 0 0,0 1 0 0 0,2-4 0 0 0,-3 4-4 0 0,0-1-1 0 0,0 0 1 0 0,0 0 0 0 0,-1 0-1 0 0,1 0 1 0 0,-1 0 0 0 0,1-1-1 0 0,-1 1 1 0 0,0 0 0 0 0,0 0-1 0 0,0 0 1 0 0,0 0-1 0 0,0 0 1 0 0,0 0 0 0 0,-1-1-1 0 0,1 1 1 0 0,-1 0 0 0 0,1 0-1 0 0,-1 0 1 0 0,0 0 0 0 0,0 0-1 0 0,0 0 1 0 0,0 1 0 0 0,-2-4-1 0 0,-2-4 42 0 0,-1-1 0 0 0,0 1-1 0 0,-10-11 1 0 0,14 17-15 0 0,0 0 0 0 0,-1 1 1 0 0,1-1-1 0 0,-1 1 0 0 0,0-1 0 0 0,1 1 0 0 0,-1 0 0 0 0,0 0 1 0 0,0 0-1 0 0,-1 1 0 0 0,1-1 0 0 0,0 1 0 0 0,0-1 0 0 0,-1 1 1 0 0,1 0-1 0 0,-1 0 0 0 0,-4 0 0 0 0,5 1-23 0 0,0 1-1 0 0,1-1 0 0 0,-1 1 1 0 0,1 0-1 0 0,-1 0 0 0 0,1 0 1 0 0,-1 0-1 0 0,1 0 0 0 0,-1 1 1 0 0,1-1-1 0 0,0 0 1 0 0,0 1-1 0 0,0 0 0 0 0,0 0 1 0 0,0 0-1 0 0,0 0 0 0 0,0 0 1 0 0,1 0-1 0 0,-1 0 0 0 0,1 0 1 0 0,-1 0-1 0 0,1 1 1 0 0,0-1-1 0 0,-1 4 0 0 0,0-2-9 0 0,0 1-1 0 0,0 0 1 0 0,0 0 0 0 0,1 1-1 0 0,0-1 1 0 0,0 0-1 0 0,0 0 1 0 0,1 8 0 0 0,0-11-11 0 0,-1-1 1 0 0,1 0-1 0 0,1 1 1 0 0,-1-1 0 0 0,0 1-1 0 0,0-1 1 0 0,0 1-1 0 0,1-1 1 0 0,-1 0 0 0 0,1 1-1 0 0,-1-1 1 0 0,1 0-1 0 0,0 1 1 0 0,-1-1 0 0 0,1 0-1 0 0,0 0 1 0 0,0 1-1 0 0,0-1 1 0 0,0 0 0 0 0,0 0-1 0 0,0 0 1 0 0,0 0 0 0 0,0 0-1 0 0,0-1 1 0 0,0 1-1 0 0,1 0 1 0 0,-1 0 0 0 0,0-1-1 0 0,1 1 1 0 0,-1-1-1 0 0,0 1 1 0 0,1-1 0 0 0,-1 0-1 0 0,1 1 1 0 0,1-1-1 0 0,6-1-425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9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2304 0 0,'22'20'13494'0'0,"2"4"-7823"0"0,-17-17-5434 0 0,0 0 1 0 0,-1 0-1 0 0,0 1 1 0 0,-1-1-1 0 0,1 1 1 0 0,7 17 0 0 0,-8-10-125 0 0,0 1 1 0 0,-1-1-1 0 0,0 1 1 0 0,-1 0 0 0 0,-1 0-1 0 0,0 26 1 0 0,-10 102-252 0 0,1-22-1038 0 0,7-82-413 0 0,0-14-4260 0 0,0-7-692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09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3225 0 0,'13'-6'7255'0'0,"11"1"-4185"0"0,-9 2-1841 0 0,16-5 1638 0 0,61-9 0 0 0,-82 16-2695 0 0,0 0-1 0 0,1 1 0 0 0,-1 0 0 0 0,0 1 0 0 0,1 0 0 0 0,-1 0 0 0 0,0 1 0 0 0,0 1 0 0 0,0 0 0 0 0,9 4 0 0 0,-17-6-172 0 0,0 0-1 0 0,0 0 1 0 0,0 0-1 0 0,0 0 1 0 0,0 1-1 0 0,0-1 0 0 0,-1 1 1 0 0,1-1-1 0 0,-1 1 1 0 0,1 0-1 0 0,-1 0 1 0 0,1 0-1 0 0,-1-1 0 0 0,0 1 1 0 0,0 0-1 0 0,0 1 1 0 0,0-1-1 0 0,0 2 0 0 0,0 1-20 0 0,0-1 0 0 0,0 1-1 0 0,-1-1 1 0 0,0 1-1 0 0,0-1 1 0 0,0 1-1 0 0,0 0 1 0 0,-2 7-1 0 0,-1-1-186 0 0,-1 1 0 0 0,1-1 0 0 0,-2 0 0 0 0,1 0-1 0 0,-2 0 1 0 0,-7 12 0 0 0,-3-2-939 0 0,-1 1 1 0 0,-1-2-1 0 0,-26 24 0 0 0,12-13 1693 0 0,88-37 2629 0 0,55-3-2374 0 0,-97 9-684 0 0,1 0 0 0 0,-1 1 1 0 0,0 1-1 0 0,0 0 0 0 0,24 8 1 0 0,-35-10-114 0 0,-1 1 1 0 0,1 0 0 0 0,-1 0 0 0 0,0 0 0 0 0,1 1 0 0 0,-1-1 0 0 0,0 0 0 0 0,1 1 0 0 0,-1 0 0 0 0,0-1 0 0 0,0 1 0 0 0,0 0 0 0 0,-1 0-1 0 0,1 0 1 0 0,0 0 0 0 0,-1 0 0 0 0,1 1 0 0 0,-1-1 0 0 0,0 0 0 0 0,0 1 0 0 0,0-1 0 0 0,1 4 0 0 0,-1-2 12 0 0,-1 0 0 0 0,1 1 0 0 0,-1-1 0 0 0,-1 0 0 0 0,1 1 0 0 0,0-1 0 0 0,-1 0 0 0 0,0 1 0 0 0,0-1 0 0 0,0 0 0 0 0,-1 0 0 0 0,-2 6 0 0 0,-3 2 27 0 0,1 0 0 0 0,-1-1 1 0 0,-1 0-1 0 0,0 0 0 0 0,0-1 1 0 0,-1 0-1 0 0,0-1 0 0 0,-13 11 1 0 0,12-12 43 0 0,-1-1-1 0 0,1 0 1 0 0,-1-1 0 0 0,0 0 0 0 0,-1 0 0 0 0,0-1 0 0 0,0-1 0 0 0,0 0 0 0 0,0-1 0 0 0,0 0 0 0 0,-1 0-1 0 0,-18 0 1 0 0,11-9-838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1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84 4609 0 0,'0'5'9015'0'0,"11"11"-8661"0"0,-8-12-134 0 0,-1-1 1 0 0,1 0 0 0 0,0 0 0 0 0,0 0-1 0 0,0-1 1 0 0,1 1 0 0 0,-1-1 0 0 0,0 0-1 0 0,1 0 1 0 0,0 0 0 0 0,0 0 0 0 0,-1 0 0 0 0,1-1-1 0 0,0 0 1 0 0,0 0 0 0 0,0 0 0 0 0,0 0-1 0 0,0-1 1 0 0,1 1 0 0 0,4-1 0 0 0,-7-1-137 0 0,1 1 0 0 0,0-1 1 0 0,-1 1-1 0 0,1-1 1 0 0,-1 0-1 0 0,1 0 0 0 0,-1 0 1 0 0,1 0-1 0 0,-1 0 1 0 0,0-1-1 0 0,0 1 0 0 0,1-1 1 0 0,-1 0-1 0 0,0 1 1 0 0,-1-1-1 0 0,1 0 0 0 0,0 0 1 0 0,0 0-1 0 0,-1 0 0 0 0,1-1 1 0 0,-1 1-1 0 0,0 0 1 0 0,0-1-1 0 0,1 1 0 0 0,-2 0 1 0 0,1-1-1 0 0,0 0 1 0 0,0 1-1 0 0,-1-1 0 0 0,1-3 1 0 0,2-38 568 0 0,-3 41-614 0 0,0 1 1 0 0,0-1-1 0 0,-1 0 0 0 0,1 1 1 0 0,-1-1-1 0 0,1 0 0 0 0,-1 1 1 0 0,0-1-1 0 0,0 0 1 0 0,0 1-1 0 0,0-1 0 0 0,0 1 1 0 0,-3-4-1 0 0,3 6-32 0 0,1-1 0 0 0,-1 1-1 0 0,0 0 1 0 0,1-1 0 0 0,-1 1 0 0 0,1 0 0 0 0,-1 0-1 0 0,0 0 1 0 0,1 0 0 0 0,-1 0 0 0 0,0 0-1 0 0,1 0 1 0 0,-1 0 0 0 0,0 0 0 0 0,1 0 0 0 0,-1 0-1 0 0,0 0 1 0 0,1 0 0 0 0,-1 0 0 0 0,0 1-1 0 0,1-1 1 0 0,-1 0 0 0 0,1 0 0 0 0,-1 1 0 0 0,0-1-1 0 0,1 0 1 0 0,-1 1 0 0 0,1-1 0 0 0,-1 1-1 0 0,1-1 1 0 0,-1 1 0 0 0,1-1 0 0 0,0 1 0 0 0,-1-1-1 0 0,1 1 1 0 0,-1-1 0 0 0,1 1 0 0 0,0 0 0 0 0,0-1-1 0 0,-1 1 1 0 0,1-1 0 0 0,0 2 0 0 0,-13 26-311 0 0,13-25 301 0 0,-1 0-1 0 0,1 0 1 0 0,0 0-1 0 0,0 0 1 0 0,0 0-1 0 0,1 0 1 0 0,-1 0 0 0 0,0 0-1 0 0,1 0 1 0 0,0 0-1 0 0,0 0 1 0 0,0-1-1 0 0,0 1 1 0 0,0 0-1 0 0,1 0 1 0 0,-1-1-1 0 0,1 1 1 0 0,0-1 0 0 0,0 1-1 0 0,-1-1 1 0 0,2 0-1 0 0,-1 0 1 0 0,0 0-1 0 0,0 0 1 0 0,1 0-1 0 0,-1 0 1 0 0,1-1 0 0 0,4 3-1 0 0,-7-4 13 0 0,0 0 1 0 0,1 0-1 0 0,-1 0 0 0 0,0 1 1 0 0,0-1-1 0 0,0 0 0 0 0,1 0 1 0 0,-1 0-1 0 0,0 0 0 0 0,0 0 0 0 0,1 0 1 0 0,-1 0-1 0 0,0 0 0 0 0,0 0 1 0 0,0 0-1 0 0,1 0 0 0 0,-1 0 1 0 0,0 0-1 0 0,0 0 0 0 0,0 0 0 0 0,1 0 1 0 0,-1 0-1 0 0,0 0 0 0 0,0 0 1 0 0,0-1-1 0 0,1 1 0 0 0,-1 0 1 0 0,0 0-1 0 0,0 0 0 0 0,0 0 1 0 0,0 0-1 0 0,1 0 0 0 0,-1-1 0 0 0,0 1 1 0 0,0 0-1 0 0,0 0 0 0 0,0 0 1 0 0,0 0-1 0 0,1-1 0 0 0,-1 1 1 0 0,0 0-1 0 0,0 0 0 0 0,0 0 0 0 0,0-1 1 0 0,0 1-1 0 0,-2-14 185 0 0,-10-11-481 0 0,3 13-1904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6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 9674 0 0,'2'-23'7621'0'0,"-1"24"-7498"0"0,0-1 0 0 0,0 0-1 0 0,0 1 1 0 0,0-1 0 0 0,0 1 0 0 0,0 0-1 0 0,0-1 1 0 0,0 1 0 0 0,0 0-1 0 0,0 0 1 0 0,0-1 0 0 0,0 1 0 0 0,-1 0-1 0 0,1 0 1 0 0,0 0 0 0 0,-1 0-1 0 0,1 0 1 0 0,0 0 0 0 0,-1 0 0 0 0,1 0-1 0 0,-1 2 1 0 0,11 21 374 0 0,-2 1 0 0 0,-1 1 1 0 0,-2-1-1 0 0,0 1 0 0 0,4 45 1 0 0,-4 137-482 0 0,-6-173 185 0 0,-1 37-149 0 0,-1-28-300 0 0,2 0 0 0 0,2 0 0 0 0,2-1-1 0 0,14 67 1 0 0,-16-104-1935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6.9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50 3225 0 0,'0'-3'-468'0'0,"3"-9"1303"0"0,-1-8 4702 0 0,-2 20-5375 0 0,0-1-1 0 0,0 0 1 0 0,0 1 0 0 0,0-1 0 0 0,-1 0-1 0 0,1 1 1 0 0,0-1 0 0 0,0 1 0 0 0,0-1-1 0 0,-1 0 1 0 0,1 1 0 0 0,0-1-1 0 0,-1 1 1 0 0,1-1 0 0 0,0 1 0 0 0,-1-1-1 0 0,1 1 1 0 0,-1-1 0 0 0,1 1 0 0 0,-1-1-1 0 0,1 1 1 0 0,-1 0 0 0 0,1-1-1 0 0,-1 1 1 0 0,1 0 0 0 0,-1 0 0 0 0,1-1-1 0 0,-1 1 1 0 0,0 0 0 0 0,1 0 0 0 0,-1 0-1 0 0,0-1 1 0 0,1 1 0 0 0,-1 0 0 0 0,1 0-1 0 0,-1 0 1 0 0,0 0 0 0 0,1 0-1 0 0,-1 0 1 0 0,0 1 0 0 0,1-1 0 0 0,-1 0-1 0 0,1 0 1 0 0,-1 0 0 0 0,0 0 0 0 0,0 1-1 0 0,1-1-138 0 0,0 0-1 0 0,0 0 0 0 0,-1 0 1 0 0,1 0-1 0 0,0 0 0 0 0,0 0 1 0 0,0 0-1 0 0,-1 1 0 0 0,1-1 1 0 0,0 0-1 0 0,0 0 0 0 0,0 0 1 0 0,0 0-1 0 0,-1 0 0 0 0,1 0 1 0 0,0 0-1 0 0,0 1 0 0 0,0-1 1 0 0,0 0-1 0 0,0 0 0 0 0,-1 0 1 0 0,1 0-1 0 0,0 1 0 0 0,0-1 1 0 0,0 0-1 0 0,0 0 0 0 0,0 0 1 0 0,0 1-1 0 0,0-1 0 0 0,0 0 1 0 0,0 0-1 0 0,0 0 1 0 0,0 1-1 0 0,0-1 0 0 0,0 0 1 0 0,0 0-1 0 0,0 0 0 0 0,0 1 1 0 0,0-1-1 0 0,6 10 227 0 0,16 11-412 0 0,-18-18 246 0 0,11 15 295 0 0,0 0-1 0 0,-1 1 1 0 0,0 0-1 0 0,-2 2 1 0 0,0-1-1 0 0,-2 1 1 0 0,13 34-1 0 0,-12-26-88 0 0,3-1 0 0 0,0 0 0 0 0,27 39 0 0 0,-27-49-196 0 0,0 0 1 0 0,1-1-1 0 0,1-1 1 0 0,0-1 0 0 0,1 0-1 0 0,1-1 1 0 0,0-1-1 0 0,1-1 1 0 0,0 0-1 0 0,1-2 1 0 0,36 15 0 0 0,-51-24-52 0 0,0 1 0 0 0,0-1 0 0 0,0 0 0 0 0,1 0 1 0 0,-1-1-1 0 0,0 0 0 0 0,1 0 0 0 0,-1 0 0 0 0,0 0 1 0 0,1-1-1 0 0,7-2 0 0 0,-10 2-23 0 0,0 0-1 0 0,-1 0 1 0 0,1-1-1 0 0,0 1 1 0 0,-1-1 0 0 0,1 1-1 0 0,-1-1 1 0 0,1 0 0 0 0,-1 0-1 0 0,0 0 1 0 0,0 0 0 0 0,0 0-1 0 0,0-1 1 0 0,0 1-1 0 0,-1 0 1 0 0,1-1 0 0 0,-1 0-1 0 0,1 1 1 0 0,-1-1 0 0 0,0 0-1 0 0,2-5 1 0 0,2-22 47 0 0,-1-1 1 0 0,-1 1 0 0 0,-2-1-1 0 0,-1 0 1 0 0,-6-53-1 0 0,1 14-202 0 0,2 28-93 0 0,-1-39-1586 0 0,6 71 1265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7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1 307 14283 0 0,'4'-1'187'0'0,"0"0"-1"0"0,1 0 1 0 0,-1 0 0 0 0,0 0-1 0 0,0-1 1 0 0,0 1-1 0 0,0-1 1 0 0,0 0 0 0 0,0 0-1 0 0,4-4 1 0 0,34-27 665 0 0,-32 24-487 0 0,-1 0 0 0 0,0-1 0 0 0,-1 0 1 0 0,0-1-1 0 0,0 0 0 0 0,-1 0 0 0 0,9-20 0 0 0,-13 25-296 0 0,-1 1 0 0 0,0-1 0 0 0,0 0 0 0 0,0 0 0 0 0,-1 0 0 0 0,1 0 0 0 0,-2 0 0 0 0,1-1 0 0 0,-1 1 0 0 0,0 0 1 0 0,0 0-1 0 0,0-1 0 0 0,-1 1 0 0 0,0 0 0 0 0,-1 0 0 0 0,1 0 0 0 0,-1 0 0 0 0,-3-7 0 0 0,4 11-103 0 0,1 0 1 0 0,-1 0 0 0 0,0 1-1 0 0,0-1 1 0 0,0 0 0 0 0,0 1-1 0 0,0-1 1 0 0,-1 1-1 0 0,1 0 1 0 0,0-1 0 0 0,-1 1-1 0 0,1 0 1 0 0,-1 0 0 0 0,1-1-1 0 0,-1 1 1 0 0,1 1 0 0 0,-1-1-1 0 0,0 0 1 0 0,0 0 0 0 0,1 1-1 0 0,-1-1 1 0 0,0 0 0 0 0,0 1-1 0 0,0 0 1 0 0,0-1 0 0 0,1 1-1 0 0,-1 0 1 0 0,0 0 0 0 0,0 0-1 0 0,0 1 1 0 0,0-1 0 0 0,0 0-1 0 0,-2 1 1 0 0,2 0-102 0 0,0 0 1 0 0,-1 0 0 0 0,1 1-1 0 0,0-1 1 0 0,-1 1-1 0 0,1-1 1 0 0,0 1 0 0 0,0 0-1 0 0,0 0 1 0 0,0-1-1 0 0,1 2 1 0 0,-1-1 0 0 0,1 0-1 0 0,-1 0 1 0 0,1 0-1 0 0,-1 1 1 0 0,1-1 0 0 0,0 1-1 0 0,0-1 1 0 0,1 1-1 0 0,-1-1 1 0 0,-1 5 0 0 0,1-1 203 0 0,1 1 0 0 0,-1-1 1 0 0,1 0-1 0 0,0 1 1 0 0,0-1-1 0 0,0 0 0 0 0,1 1 1 0 0,0-1-1 0 0,1 0 0 0 0,-1 0 1 0 0,1 0-1 0 0,0 0 1 0 0,1 0-1 0 0,-1 0 0 0 0,1-1 1 0 0,1 1-1 0 0,-1-1 0 0 0,8 9 1 0 0,-6-8 129 0 0,1-1 1 0 0,-1 0-1 0 0,1 0 1 0 0,1-1-1 0 0,-1 0 1 0 0,1 0-1 0 0,-1-1 1 0 0,1 1-1 0 0,0-1 1 0 0,1-1-1 0 0,-1 1 1 0 0,0-1-1 0 0,1-1 1 0 0,-1 1-1 0 0,10-1 1 0 0,9 1-920 0 0,-1-2 0 0 0,33-4 0 0 0,-36 3-6351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7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0 312 5841 0 0,'15'-5'707'0'0,"22"-27"6707"0"0,-29 24-6049 0 0,-1 1-924 0 0,0 0 0 0 0,-1-1 0 0 0,0 0 0 0 0,0 0-1 0 0,-1-1 1 0 0,0 1 0 0 0,-1-1 0 0 0,1 0 0 0 0,-2-1-1 0 0,1 1 1 0 0,-2-1 0 0 0,4-13 0 0 0,-5 16-366 0 0,0 0 0 0 0,0 0 1 0 0,0 0-1 0 0,-1 0 0 0 0,0 0 0 0 0,-1 0 1 0 0,1 0-1 0 0,-1 1 0 0 0,-1-1 0 0 0,1 0 1 0 0,-1 0-1 0 0,0 0 0 0 0,-1 1 0 0 0,1-1 1 0 0,-1 1-1 0 0,-1 0 0 0 0,1 0 0 0 0,-7-8 0 0 0,9 13-71 0 0,1 1-1 0 0,0-1 0 0 0,-1 1 0 0 0,1-1 1 0 0,0 1-1 0 0,-1 0 0 0 0,1-1 0 0 0,-1 1 1 0 0,1 0-1 0 0,0-1 0 0 0,-1 1 0 0 0,1 0 0 0 0,-1 0 1 0 0,1-1-1 0 0,-1 1 0 0 0,0 0 0 0 0,1 0 1 0 0,-1 0-1 0 0,1 0 0 0 0,-1 0 0 0 0,1 0 1 0 0,-1 0-1 0 0,1 0 0 0 0,-1 0 0 0 0,1 0 0 0 0,-1 0 1 0 0,0 0-1 0 0,1 0 0 0 0,-1 0 0 0 0,1 0 1 0 0,-1 1-1 0 0,-13 15 54 0 0,-3 27-134 0 0,16-42 67 0 0,-4 15-68 0 0,0 1 1 0 0,1 0 0 0 0,1-1-1 0 0,1 1 1 0 0,0 1 0 0 0,1-1-1 0 0,2 26 1 0 0,0-37 13 0 0,0 0 1 0 0,0 0-1 0 0,0 0 1 0 0,1 0-1 0 0,0 0 1 0 0,0-1-1 0 0,0 1 1 0 0,1-1-1 0 0,0 0 1 0 0,0 0-1 0 0,0 0 1 0 0,1 0-1 0 0,-1 0 1 0 0,1-1-1 0 0,0 1 1 0 0,1-1-1 0 0,-1 0 1 0 0,1 0-1 0 0,-1-1 1 0 0,1 1-1 0 0,0-1 1 0 0,1 0-1 0 0,-1-1 1 0 0,1 1 0 0 0,5 1-1 0 0,40 6-5991 0 0,-23-7-83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8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98 590 920 0 0,'7'-23'1872'0'0,"-2"8"-434"0"0,-1 1 0 0 0,0-1 1 0 0,0 1-1 0 0,-2-1 0 0 0,0 0 0 0 0,-1-1 0 0 0,0-19 1 0 0,-1 34-1345 0 0,-1 1 0 0 0,1-1 0 0 0,0 0 1 0 0,0 1-1 0 0,0-1 0 0 0,0 0 0 0 0,-1 1 1 0 0,1-1-1 0 0,0 0 0 0 0,-1 1 0 0 0,1-1 1 0 0,0 1-1 0 0,-1-1 0 0 0,1 1 0 0 0,-1-1 1 0 0,1 1-1 0 0,-1-1 0 0 0,1 1 0 0 0,-1-1 1 0 0,1 1-1 0 0,-1-1 0 0 0,1 1 0 0 0,-1 0 1 0 0,0 0-1 0 0,1-1 0 0 0,-1 1 0 0 0,0 0 1 0 0,0-1-1 0 0,-23 5 1567 0 0,-20 18 83 0 0,39-19-1672 0 0,2 1 0 0 0,-1-1 0 0 0,0 1-1 0 0,1 0 1 0 0,0 0 0 0 0,0 0 0 0 0,0 1-1 0 0,0-1 1 0 0,1 1 0 0 0,-1 0 0 0 0,1 0 0 0 0,1-1-1 0 0,-1 1 1 0 0,0 0 0 0 0,1 1 0 0 0,0-1-1 0 0,1 0 1 0 0,-1 0 0 0 0,1 0 0 0 0,0 9-1 0 0,0 1-78 0 0,1 0 0 0 0,1 0 0 0 0,0-1-1 0 0,1 1 1 0 0,0-1 0 0 0,7 17 0 0 0,-10-29-49 0 0,1 0 1 0 0,0 0-1 0 0,0 0 0 0 0,0 0 1 0 0,0 0-1 0 0,0-1 1 0 0,0 1-1 0 0,0 0 1 0 0,0 0-1 0 0,1-1 0 0 0,-1 1 1 0 0,1-1-1 0 0,-1 0 1 0 0,1 1-1 0 0,-1-1 1 0 0,1 0-1 0 0,0 0 1 0 0,0 0-1 0 0,-1 0 0 0 0,1 0 1 0 0,0 0-1 0 0,0-1 1 0 0,0 1-1 0 0,0 0 1 0 0,0-1-1 0 0,0 0 0 0 0,0 1 1 0 0,0-1-1 0 0,0 0 1 0 0,1 0-1 0 0,-1 0 1 0 0,0-1-1 0 0,0 1 0 0 0,0 0 1 0 0,0-1-1 0 0,0 1 1 0 0,0-1-1 0 0,0 0 1 0 0,0 1-1 0 0,-1-1 1 0 0,1 0-1 0 0,3-2 0 0 0,2-1-193 0 0,-1 0 0 0 0,1 0-1 0 0,-1-1 1 0 0,0 0-1 0 0,-1 0 1 0 0,1 0-1 0 0,-1-1 1 0 0,0 0-1 0 0,0 0 1 0 0,6-10 0 0 0,-6 6-86 0 0,-1 0 1 0 0,0 0 0 0 0,0-1-1 0 0,-1 0 1 0 0,0 0-1 0 0,-1 0 1 0 0,0 0 0 0 0,-1 0-1 0 0,0 0 1 0 0,-1-19 0 0 0,-4-5-932 0 0,0 0 1 0 0,-11-36-1 0 0,7 35 2055 0 0,-7-64-1 0 0,14 52 1107 0 0,2 30-852 0 0,-1 0 0 0 0,-2 0 0 0 0,1 0 0 0 0,-2 0 0 0 0,-7-25 0 0 0,9 41-891 0 0,1 0 1 0 0,-1-1 0 0 0,0 1-1 0 0,0 0 1 0 0,-1 0 0 0 0,1 0-1 0 0,0 0 1 0 0,-1 0 0 0 0,-2-2-1 0 0,4 4-89 0 0,-1-1 0 0 0,1 1 0 0 0,-1-1 0 0 0,1 1 0 0 0,-1 0 0 0 0,0-1 0 0 0,1 1 1 0 0,-1 0-1 0 0,0-1 0 0 0,1 1 0 0 0,-1 0 0 0 0,1 0 0 0 0,-1 0 0 0 0,0 0 0 0 0,1 0 0 0 0,-1 0 0 0 0,0 0 0 0 0,1 0 0 0 0,-1 0 0 0 0,0 0 0 0 0,0 0 0 0 0,0 0 0 0 0,0 1-11 0 0,-1 0-1 0 0,1 0 1 0 0,0 0 0 0 0,-1 0 0 0 0,1 1 0 0 0,0-1 0 0 0,0 0 0 0 0,0 1 0 0 0,0-1-1 0 0,0 0 1 0 0,0 1 0 0 0,0-1 0 0 0,1 1 0 0 0,-1 0 0 0 0,0-1 0 0 0,1 1 0 0 0,-1-1-1 0 0,1 1 1 0 0,0 0 0 0 0,0-1 0 0 0,-1 1 0 0 0,1 0 0 0 0,1 3 0 0 0,-1 5 1 0 0,0 1 0 0 0,1 0 0 0 0,1-1 1 0 0,0 1-1 0 0,0-1 0 0 0,1 0 0 0 0,8 20 1 0 0,40 70 321 0 0,-13-28-63 0 0,-13-8-422 0 0,-2 0 0 0 0,14 72 0 0 0,-32-116-92 0 0,5 16-338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8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12 117 9218 0 0,'1'-15'940'0'0,"0"0"0"0"0,-3-27 0 0 0,-9-3 4786 0 0,13 66-1906 0 0,1 10-3223 0 0,79 472 612 0 0,-80-472-1514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9.0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0 200 1376 0 0,'16'-1'1474'0'0,"-1"-1"0"0"0,0-1-1 0 0,0 0 1 0 0,28-11 0 0 0,-7 3-441 0 0,152-57 3216 0 0,-141 48-4225 0 0,0 2 0 0 0,1 2 0 0 0,1 3 0 0 0,52-9 0 0 0,-75 18-508 0 0,-17 2-66 0 0,0 1 0 0 0,0 0 0 0 0,0 0 0 0 0,0 1 0 0 0,13 1 1 0 0,-22-1 574 0 0,1 1 0 0 0,-1-1 0 0 0,0 0 0 0 0,0 0 0 0 0,1 0 0 0 0,-1 1 0 0 0,0-1 0 0 0,0 0 0 0 0,0 0 0 0 0,0 0 0 0 0,1 1 0 0 0,-1-1 0 0 0,0 0 0 0 0,0 0 0 0 0,0 1 0 0 0,0-1 1 0 0,0 0-1 0 0,0 1 0 0 0,0-1 0 0 0,0 0 0 0 0,0 0 0 0 0,0 1 0 0 0,0-1 0 0 0,0 0 0 0 0,0 1 0 0 0,0-1 0 0 0,0 0 0 0 0,0 0 0 0 0,0 1 0 0 0,0-1 0 0 0,0 0 0 0 0,0 1 0 0 0,0-1 1 0 0,0 0-1 0 0,-1 0 0 0 0,1 1 0 0 0,0-1 0 0 0,0 0 0 0 0,0 0 0 0 0,0 0 0 0 0,-1 1 0 0 0,1-1 0 0 0,0 0 0 0 0,-1 1 0 0 0,-12 18 3133 0 0,5-7-451 0 0,2 28 942 0 0,11 26-2897 0 0,-1-25-758 0 0,-3-27-46 0 0,0 0 0 0 0,1 0-1 0 0,0 0 1 0 0,1-1-1 0 0,1 1 1 0 0,0-1 0 0 0,1 1-1 0 0,7 13 1 0 0,-10-24 39 0 0,0 1 1 0 0,1 0 0 0 0,-1-1 0 0 0,0 0 0 0 0,1 0-1 0 0,0 1 1 0 0,0-1 0 0 0,0-1 0 0 0,0 1-1 0 0,0 0 1 0 0,1-1 0 0 0,-1 0 0 0 0,1 0 0 0 0,-1 0-1 0 0,1 0 1 0 0,0 0 0 0 0,0-1 0 0 0,0 1-1 0 0,0-1 1 0 0,0 0 0 0 0,0-1 0 0 0,0 1 0 0 0,0-1-1 0 0,0 1 1 0 0,1-1 0 0 0,-1-1 0 0 0,0 1-1 0 0,0 0 1 0 0,0-1 0 0 0,0 0 0 0 0,6-2-1 0 0,-4 2 59 0 0,-1-1-1 0 0,0 0 0 0 0,0 0 0 0 0,0-1 1 0 0,0 1-1 0 0,-1-1 0 0 0,1 0 1 0 0,-1 0-1 0 0,1 0 0 0 0,-1-1 0 0 0,0 0 1 0 0,-1 0-1 0 0,1 0 0 0 0,0 0 0 0 0,-1 0 1 0 0,4-8-1 0 0,-4 5 67 0 0,1 0-1 0 0,-1 0 1 0 0,-1 0 0 0 0,0-1-1 0 0,0 1 1 0 0,0-1 0 0 0,-1 0-1 0 0,0 0 1 0 0,0 1 0 0 0,-2-15 0 0 0,1 12-163 0 0,-1 0 0 0 0,0 0 0 0 0,-1 0 1 0 0,0 0-1 0 0,-1 1 0 0 0,0-1 0 0 0,-1 1 0 0 0,1-1 1 0 0,-2 1-1 0 0,1 1 0 0 0,-1-1 0 0 0,-1 0 1 0 0,0 1-1 0 0,0 0 0 0 0,0 1 0 0 0,-1-1 1 0 0,0 1-1 0 0,-11-8 0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19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68 10594 0 0,'1'-3'457'0'0,"0"0"-1"0"0,0 0 1 0 0,-1 0-1 0 0,0-1 1 0 0,1 1-1 0 0,-1 0 1 0 0,0-1-1 0 0,-1 1 1 0 0,1 0-1 0 0,0 0 1 0 0,-1-1-1 0 0,0 1 1 0 0,-1-4-1 0 0,2 6-369 0 0,0 0-1 0 0,-1 0 1 0 0,1 0 0 0 0,0 0-1 0 0,-1 1 1 0 0,1-1 0 0 0,0 0 0 0 0,-1 0-1 0 0,1 1 1 0 0,-1-1 0 0 0,1 0-1 0 0,-1 0 1 0 0,1 1 0 0 0,-1-1-1 0 0,1 0 1 0 0,-1 1 0 0 0,0-1-1 0 0,0 1 1 0 0,1-1 0 0 0,-1 1-1 0 0,0-1 1 0 0,0 1 0 0 0,1 0-1 0 0,-1-1 1 0 0,0 1 0 0 0,0 0 0 0 0,0-1-1 0 0,0 1 1 0 0,1 0 0 0 0,-1 0-1 0 0,0 0 1 0 0,0 0 0 0 0,0 0-1 0 0,0 0 1 0 0,0 0 0 0 0,0 0-1 0 0,0 0 1 0 0,1 1 0 0 0,-1-1-1 0 0,0 0 1 0 0,0 0 0 0 0,0 1-1 0 0,0-1 1 0 0,1 0 0 0 0,-1 1-1 0 0,0-1 1 0 0,0 1 0 0 0,1-1 0 0 0,-1 1-1 0 0,0 0 1 0 0,1-1 0 0 0,-1 1-1 0 0,0 1 1 0 0,-10 9-9 0 0,0 1 1 0 0,1-1-1 0 0,1 2 1 0 0,0 0-1 0 0,1 0 1 0 0,0 0-1 0 0,-8 20 0 0 0,7-11 10 0 0,1 1 0 0 0,0-1 0 0 0,2 1 0 0 0,-3 27 0 0 0,7-40-215 0 0,1-1 0 0 0,1 0 0 0 0,0 1 0 0 0,0-1 0 0 0,1 0 1 0 0,0 1-1 0 0,0-1 0 0 0,1 0 0 0 0,0 0 0 0 0,1 0 0 0 0,0 0 0 0 0,1 0 0 0 0,0-1 1 0 0,0 1-1 0 0,0-1 0 0 0,1 0 0 0 0,1 0 0 0 0,-1-1 0 0 0,11 12 0 0 0,-8-12-198 0 0,0 0-1 0 0,1 0 1 0 0,-1-1 0 0 0,1 0-1 0 0,0-1 1 0 0,1 0-1 0 0,0 0 1 0 0,0-1 0 0 0,0 0-1 0 0,0-1 1 0 0,0 0-1 0 0,1 0 1 0 0,-1-1-1 0 0,1-1 1 0 0,0 0 0 0 0,19 0-1 0 0,-7-2-5991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0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5985 0 0,'3'14'9112'0'0,"-1"-3"-8739"0"0,1 0 1 0 0,0 0-1 0 0,1 0 0 0 0,10 20 1 0 0,-8-22-168 0 0,1 1 1 0 0,0-2-1 0 0,0 1 1 0 0,1-1-1 0 0,0 0 1 0 0,1-1-1 0 0,-1 0 1 0 0,1 0-1 0 0,12 6 1 0 0,-18-11-124 0 0,1 0 1 0 0,0 0-1 0 0,0 0 1 0 0,0-1-1 0 0,0 1 1 0 0,1-1-1 0 0,-1 0 1 0 0,0-1 0 0 0,1 1-1 0 0,-1-1 1 0 0,0 1-1 0 0,1-1 1 0 0,-1 0-1 0 0,0-1 1 0 0,1 1-1 0 0,-1-1 1 0 0,0 0 0 0 0,0 0-1 0 0,1 0 1 0 0,-1-1-1 0 0,0 1 1 0 0,0-1-1 0 0,0 0 1 0 0,-1 0-1 0 0,1-1 1 0 0,4-2 0 0 0,-1-2 3 0 0,0 0 1 0 0,0-1-1 0 0,-1 1 1 0 0,0-1 0 0 0,0-1-1 0 0,-1 1 1 0 0,0-1-1 0 0,0 0 1 0 0,-1 0 0 0 0,0 0-1 0 0,-1-1 1 0 0,4-15 0 0 0,-5 19-74 0 0,-1 0 0 0 0,0 0 0 0 0,0-1 0 0 0,0 1 1 0 0,-1 0-1 0 0,0-1 0 0 0,0 1 0 0 0,0 0 1 0 0,-1 0-1 0 0,0-1 0 0 0,0 1 0 0 0,-1 0 0 0 0,1 0 1 0 0,-1 0-1 0 0,-1 0 0 0 0,1 0 0 0 0,-1 1 1 0 0,0-1-1 0 0,0 1 0 0 0,-9-11 0 0 0,8 13-39 0 0,0-1 0 0 0,-1 1 0 0 0,1 0 0 0 0,-1 0 0 0 0,0 0 0 0 0,0 1-1 0 0,0 0 1 0 0,0 0 0 0 0,0 0 0 0 0,-1 0 0 0 0,1 1 0 0 0,-1 0 0 0 0,-10-1 0 0 0,6 2-475 0 0,0 0 1 0 0,0 0 0 0 0,0 1 0 0 0,0 0-1 0 0,0 0 1 0 0,-17 6 0 0 0,-1 3-6414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0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3225 0 0,'0'-2'443'0'0,"0"-1"1"0"0,0 1-1 0 0,0 0 1 0 0,0 0-1 0 0,1-1 1 0 0,-1 1-1 0 0,1 0 1 0 0,0 0-1 0 0,0 0 1 0 0,0 0-1 0 0,0 0 1 0 0,0 0 0 0 0,0 0-1 0 0,0 0 1 0 0,0 0-1 0 0,1 0 1 0 0,-1 0-1 0 0,1 1 1 0 0,0-1-1 0 0,-1 1 1 0 0,1-1-1 0 0,0 1 1 0 0,0 0-1 0 0,0 0 1 0 0,0 0-1 0 0,0 0 1 0 0,0 0-1 0 0,0 0 1 0 0,0 0 0 0 0,0 0-1 0 0,1 1 1 0 0,-1-1-1 0 0,0 1 1 0 0,0 0-1 0 0,4 0 1 0 0,-2 0-72 0 0,0 0 0 0 0,0 0 1 0 0,0 0-1 0 0,0 1 0 0 0,0 0 1 0 0,0-1-1 0 0,0 2 0 0 0,0-1 1 0 0,3 2-1 0 0,-4-2-362 0 0,0 0 1 0 0,-1 1-1 0 0,1-1 1 0 0,-1 1-1 0 0,1 0 0 0 0,-1 0 1 0 0,0 0-1 0 0,0 0 1 0 0,0 0-1 0 0,0 0 0 0 0,0 1 1 0 0,2 2-1 0 0,30 59 195 0 0,-25-44-170 0 0,1-1 0 0 0,1 0 1 0 0,0-1-1 0 0,1 0 0 0 0,2-1 0 0 0,27 29 0 0 0,-29-38-35 0 0,-15-20 0 0 0,-4-17 0 0 0,8 14 0 0 0,1 0 0 0 0,1 0 0 0 0,0 0 0 0 0,1 0 0 0 0,1 1 0 0 0,0 0 0 0 0,0 0 0 0 0,2 0 0 0 0,0 1 0 0 0,0 0 0 0 0,19-24 0 0 0,-24 34 6 0 0,0 0 0 0 0,1 0 0 0 0,-1 1 0 0 0,1-1-1 0 0,0 1 1 0 0,0 0 0 0 0,0 0 0 0 0,0 0 0 0 0,0 0 0 0 0,0 0 0 0 0,0 0 0 0 0,1 1 0 0 0,-1 0-1 0 0,0 0 1 0 0,1 0 0 0 0,-1 0 0 0 0,1 0 0 0 0,0 1 0 0 0,-1-1 0 0 0,1 1 0 0 0,0 0 0 0 0,-1 0-1 0 0,1 0 1 0 0,6 2 0 0 0,-4 0 20 0 0,-1 0 0 0 0,1 1 0 0 0,-1-1 0 0 0,1 1 1 0 0,-1 0-1 0 0,0 1 0 0 0,0-1 0 0 0,-1 1 0 0 0,1 0 0 0 0,-1 1 0 0 0,1-1 0 0 0,-1 1 0 0 0,6 9 0 0 0,2 5 60 0 0,-1 0 1 0 0,-2 1-1 0 0,0 0 0 0 0,11 37 0 0 0,-11-32-780 0 0,0 0 0 0 0,20 37 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1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1 185 5985 0 0,'0'0'239'0'0,"1"0"-1"0"0,0 1 1 0 0,-1-1-1 0 0,1 0 1 0 0,0 0-1 0 0,0 0 1 0 0,-1 0-1 0 0,1 1 1 0 0,0-1-1 0 0,-1 0 1 0 0,6 4 2146 0 0,-6-3-2146 0 0,1 0-1 0 0,-1-1 1 0 0,0 1-1 0 0,1-1 1 0 0,-1 1-1 0 0,0 0 1 0 0,0-1-1 0 0,1 1 1 0 0,-1 0-1 0 0,0-1 1 0 0,0 1-1 0 0,0 1 1 0 0,9 33 1762 0 0,-7-23-1517 0 0,0-2-141 0 0,1 0 0 0 0,1-1 0 0 0,-1 1 0 0 0,2-1 0 0 0,-1 0 0 0 0,1 0 1 0 0,0-1-1 0 0,1 1 0 0 0,0-1 0 0 0,11 11 0 0 0,-13-15-256 0 0,-1-1 0 0 0,1 0-1 0 0,0 0 1 0 0,1 0 0 0 0,-1 0-1 0 0,1-1 1 0 0,-1 1 0 0 0,1-1-1 0 0,-1 0 1 0 0,1-1 0 0 0,0 1-1 0 0,0-1 1 0 0,0 0 0 0 0,0 0-1 0 0,0 0 1 0 0,0-1 0 0 0,0 0-1 0 0,1 0 1 0 0,-1 0-1 0 0,0-1 1 0 0,0 1 0 0 0,8-3-1 0 0,-10 2-53 0 0,0-1-1 0 0,-1 1 1 0 0,1 0-1 0 0,0-1 1 0 0,-1 1-1 0 0,1-1 1 0 0,-1 0-1 0 0,0 0 1 0 0,1 0-1 0 0,-1 0 1 0 0,0 0-1 0 0,0 0 1 0 0,-1 0-1 0 0,1-1 0 0 0,0 1 1 0 0,-1-1-1 0 0,1 0 1 0 0,-1 1-1 0 0,0-1 1 0 0,0 0-1 0 0,0 0 1 0 0,0 0-1 0 0,0 0 1 0 0,0-5-1 0 0,1-9-15 0 0,0 0 0 0 0,-1 0 0 0 0,-3-23 0 0 0,2 4-90 0 0,0 35 53 0 0,8-103-117 0 0,-6 93-340 0 0,0 0 1 0 0,1 1-1 0 0,0-1 0 0 0,0 1 1 0 0,1 0-1 0 0,0 0 1 0 0,9-13-1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1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1 417 1376 0 0,'2'2'133'0'0,"1"-1"0"0"0,-1 0-1 0 0,1 0 1 0 0,0 0-1 0 0,-1 0 1 0 0,1-1 0 0 0,0 1-1 0 0,0-1 1 0 0,0 1-1 0 0,0-1 1 0 0,5 0 0 0 0,38-5 3178 0 0,-31 4-2699 0 0,0-1 369 0 0,0 1 1 0 0,-1-2-1 0 0,0 0 1 0 0,1-1-1 0 0,23-10 1 0 0,-32 12-656 0 0,0-1 1 0 0,-1 0 0 0 0,1-1-1 0 0,-1 0 1 0 0,0 1 0 0 0,0-2-1 0 0,0 1 1 0 0,-1 0 0 0 0,1-1-1 0 0,-1 0 1 0 0,0 0 0 0 0,-1 0-1 0 0,1-1 1 0 0,-1 1 0 0 0,5-12 0 0 0,-3 3 202 0 0,-1 0 1 0 0,0 0-1 0 0,-1 0 1 0 0,0-1 0 0 0,0-15-1 0 0,-2 24-462 0 0,-1 0 0 0 0,0 0 0 0 0,0 0 0 0 0,0 0 0 0 0,-1 0 0 0 0,0 0 0 0 0,0 0 0 0 0,0 0 0 0 0,-1 0 0 0 0,0 0 0 0 0,0 0 0 0 0,-1 1 0 0 0,0-1 0 0 0,-6-9 0 0 0,9 14-63 0 0,-1 0 1 0 0,0 1 0 0 0,0-1 0 0 0,0 0-1 0 0,0 0 1 0 0,0 1 0 0 0,0-1 0 0 0,0 0-1 0 0,0 1 1 0 0,0-1 0 0 0,0 1-1 0 0,0-1 1 0 0,0 1 0 0 0,0 0 0 0 0,0-1-1 0 0,0 1 1 0 0,0 0 0 0 0,-1 0 0 0 0,1 0-1 0 0,0 0 1 0 0,0 0 0 0 0,0 0-1 0 0,0 0 1 0 0,-2 1 0 0 0,0 0-8 0 0,0 0 0 0 0,0 0-1 0 0,0 0 1 0 0,0 1 0 0 0,0-1 0 0 0,0 1-1 0 0,0 0 1 0 0,-4 4 0 0 0,-2 2-92 0 0,0 1 0 0 0,0 1 0 0 0,-11 15 0 0 0,16-19 24 0 0,0 1 1 0 0,1-1-1 0 0,-1 1 0 0 0,1 0 1 0 0,0 0-1 0 0,1 0 0 0 0,-1 0 1 0 0,2 0-1 0 0,-1 0 1 0 0,1 1-1 0 0,0-1 0 0 0,0 0 1 0 0,1 1-1 0 0,0-1 0 0 0,0 1 1 0 0,1-1-1 0 0,0 1 0 0 0,0-1 1 0 0,1 0-1 0 0,0 1 0 0 0,0-1 1 0 0,1 0-1 0 0,0 0 0 0 0,0-1 1 0 0,0 1-1 0 0,1-1 0 0 0,0 1 1 0 0,0-1-1 0 0,1 0 1 0 0,0-1-1 0 0,0 1 0 0 0,0-1 1 0 0,1 0-1 0 0,-1 0 0 0 0,1-1 1 0 0,1 1-1 0 0,-1-1 0 0 0,0-1 1 0 0,1 1-1 0 0,0-1 0 0 0,0 0 1 0 0,10 2-1 0 0,-7-3 104 0 0,1 0 0 0 0,-1-1 0 0 0,0-1 0 0 0,1 0 0 0 0,-1 0 0 0 0,1-1 0 0 0,-1 0 0 0 0,0-1 0 0 0,1 0 0 0 0,-1-1 0 0 0,0 0 0 0 0,0 0 0 0 0,-1-1 0 0 0,1-1 0 0 0,-1 1 0 0 0,0-2 0 0 0,0 1 0 0 0,0-1 0 0 0,-1 0 0 0 0,0-1 0 0 0,0 0 0 0 0,-1 0 0 0 0,0-1 0 0 0,0 0 0 0 0,-1 0 0 0 0,0-1 0 0 0,0 1 0 0 0,-1-1 0 0 0,0-1 0 0 0,0 1 0 0 0,-1-1 0 0 0,-1 0 0 0 0,4-11 0 0 0,-5 9 100 0 0,1 0 1 0 0,1 0-1 0 0,0 1 0 0 0,1-1 1 0 0,9-16-1 0 0,-13 26-96 0 0,0 1 0 0 0,0-1 0 0 0,0 0 0 0 0,0 0 0 0 0,0 1 0 0 0,0-1 0 0 0,0 1 0 0 0,1-1 0 0 0,-1 1 0 0 0,1 0 0 0 0,-1-1 0 0 0,1 1 0 0 0,0 0 0 0 0,-1 0 0 0 0,1 0 0 0 0,0 0 0 0 0,0 0 0 0 0,0 0-1 0 0,-1 1 1 0 0,1-1 0 0 0,0 1 0 0 0,0-1 0 0 0,0 1 0 0 0,0 0 0 0 0,0 0 0 0 0,0 0 0 0 0,0 0 0 0 0,0 0 0 0 0,0 0 0 0 0,0 0 0 0 0,0 1 0 0 0,0-1 0 0 0,0 1 0 0 0,0-1 0 0 0,0 1 0 0 0,0 0 0 0 0,0 0 0 0 0,-1 0 0 0 0,1 0 0 0 0,0 0 0 0 0,-1 0-1 0 0,4 3 1 0 0,-1 0 24 0 0,0-1-1 0 0,-1 1 1 0 0,1 1-1 0 0,-1-1 0 0 0,0 0 1 0 0,0 1-1 0 0,0 0 1 0 0,0 0-1 0 0,-1-1 0 0 0,3 11 1 0 0,14 58 352 0 0,-11-39-321 0 0,-5-21-80 0 0,-2-8-11 0 0,0 0-1 0 0,0 0 0 0 0,0 0 1 0 0,0 0-1 0 0,1 0 0 0 0,0 0 0 0 0,0-1 1 0 0,0 1-1 0 0,1-1 0 0 0,0 1 0 0 0,0-1 1 0 0,6 7-1 0 0,-9-11 1 0 0,0 0-1 0 0,1 0 1 0 0,-1 0 0 0 0,0 0-1 0 0,0 0 1 0 0,1 0 0 0 0,-1 0-1 0 0,0 0 1 0 0,1 0 0 0 0,-1-1-1 0 0,0 1 1 0 0,0 0 0 0 0,1 0-1 0 0,-1 0 1 0 0,0 0-1 0 0,0-1 1 0 0,0 1 0 0 0,1 0-1 0 0,-1 0 1 0 0,0-1 0 0 0,0 1-1 0 0,0 0 1 0 0,0 0 0 0 0,0-1-1 0 0,1 1 1 0 0,-1 0 0 0 0,0 0-1 0 0,0-1 1 0 0,0 1 0 0 0,0 0-1 0 0,0-1 1 0 0,0 1 0 0 0,0 0-1 0 0,0 0 1 0 0,0-1 0 0 0,0 1-1 0 0,0 0 1 0 0,0-1-1 0 0,0 1 1 0 0,0 0 0 0 0,0 0-1 0 0,0-1 1 0 0,0 1 0 0 0,-1-1-1 0 0,1-15 46 0 0,-2-19 119 0 0,1 0 0 0 0,2 0 0 0 0,8-55 0 0 0,-6 75-424 0 0,1 1 1 0 0,0 0-1 0 0,1 0 0 0 0,10-21 0 0 0,-10 26-662 0 0,1-1-1 0 0,0 1 1 0 0,0 0 0 0 0,1 0 0 0 0,0 1-1 0 0,16-15 1 0 0,-2 7-6194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2.0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13 10594 0 0,'-1'-1'121'0'0,"0"-1"-1"0"0,0 1 1 0 0,0 0 0 0 0,0 0-1 0 0,0 0 1 0 0,0 0-1 0 0,-1 1 1 0 0,1-1 0 0 0,0 0-1 0 0,-1 0 1 0 0,1 1-1 0 0,0-1 1 0 0,-3 0 0 0 0,4 1-12 0 0,-1 0 1 0 0,1 0-1 0 0,0 0 1 0 0,-1 1-1 0 0,1-1 1 0 0,0 0-1 0 0,-2 2 768 0 0,2-2-768 0 0,-1 0 1 0 0,1 0 0 0 0,0 1-1 0 0,0-1 1 0 0,0 0-1 0 0,0 1 1 0 0,-1-1-1 0 0,1 0 1 0 0,0 0-1 0 0,0 1 1 0 0,0-1-1 0 0,0 0 1 0 0,0 1 0 0 0,0-1-1 0 0,0 0 1 0 0,0 1-1 0 0,0-1 1 0 0,0 0-1 0 0,0 1 1 0 0,0-1-1 0 0,1 5 466 0 0,-1 0 0 0 0,1-1 0 0 0,0 1 0 0 0,0-1 0 0 0,1 0 0 0 0,-1 1 0 0 0,4 6 0 0 0,30 54 876 0 0,-17-35-1159 0 0,-1 1 0 0 0,-2 1 0 0 0,-1 0-1 0 0,-1 1 1 0 0,10 44 0 0 0,-6 30-271 0 0,8 35-699 0 0,-18-114-979 0 0,13 34-1 0 0,-11-41-5659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2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11 147 920 0 0,'-10'-7'13702'0'0,"117"-33"-9270"0"0,53-25-2051 0 0,-107 43-2033 0 0,-24 10-654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3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3225 0 0,'11'4'20817'0'0,"-2"5"-23593"0"0,3 16 3201 0 0,0 1 1 0 0,-1 0-1 0 0,-2 0 0 0 0,-1 1 1 0 0,9 52-1 0 0,5 143-902 0 0,-17-150-275 0 0,-2-18-728 0 0,-2-29 719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14283 0 0,'4'-3'319'0'0,"0"1"0"0"0,1 0 0 0 0,-1 0 0 0 0,1 1 0 0 0,0-1 0 0 0,0 1 1 0 0,0 0-1 0 0,6-1 0 0 0,12-3 140 0 0,25-10-190 0 0,217-65 2277 0 0,-85 37-8656 0 0,-136 35-47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4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61 10594 0 0,'-1'2'142'0'0,"-1"-1"-1"0"0,1 1 1 0 0,0-1-1 0 0,-1 1 1 0 0,1 0 0 0 0,0-1-1 0 0,0 1 1 0 0,0 0-1 0 0,0 0 1 0 0,0 0-1 0 0,0 0 1 0 0,1 0-1 0 0,-1 0 1 0 0,1 0 0 0 0,-1 0-1 0 0,1 0 1 0 0,0 3-1 0 0,-2 37 736 0 0,2-34-714 0 0,1 1-1 0 0,1-1 1 0 0,0 0-1 0 0,0 0 1 0 0,0 0-1 0 0,1 0 1 0 0,0 0-1 0 0,1 0 1 0 0,0-1-1 0 0,0 1 1 0 0,1-1-1 0 0,-1 0 1 0 0,1 0-1 0 0,1-1 1 0 0,0 0-1 0 0,10 10 1 0 0,-12-13-39 0 0,-1 0 0 0 0,1 0-1 0 0,0-1 1 0 0,0 1 0 0 0,0-1 0 0 0,1 0-1 0 0,-1 0 1 0 0,0 0 0 0 0,1-1 0 0 0,-1 1 0 0 0,1-1-1 0 0,0 0 1 0 0,-1 0 0 0 0,1-1 0 0 0,0 0-1 0 0,-1 1 1 0 0,1-1 0 0 0,0-1 0 0 0,0 1 0 0 0,-1-1-1 0 0,1 0 1 0 0,0 0 0 0 0,-1 0 0 0 0,1-1-1 0 0,-1 1 1 0 0,0-1 0 0 0,1 0 0 0 0,-1-1 0 0 0,0 1-1 0 0,6-5 1 0 0,-6 4-39 0 0,-1 0 0 0 0,1 0 0 0 0,-1 0 0 0 0,1-1 0 0 0,-1 1 0 0 0,0-1 0 0 0,0 0 0 0 0,0 0 0 0 0,-1 0 1 0 0,1 0-1 0 0,-1 0 0 0 0,0 0 0 0 0,-1-1 0 0 0,1 1 0 0 0,-1-1 0 0 0,1 0 0 0 0,0-6 0 0 0,-2 5-35 0 0,0-1 1 0 0,0 1-1 0 0,-1 0 1 0 0,0 0-1 0 0,0 0 1 0 0,0 0-1 0 0,0 0 1 0 0,-1 0-1 0 0,0 0 0 0 0,-1 0 1 0 0,1 0-1 0 0,-5-5 1 0 0,2 2-66 0 0,-1 0-1 0 0,0 0 1 0 0,-1 1 0 0 0,0 0 0 0 0,0 0 0 0 0,-1 1 0 0 0,0 0 0 0 0,0 0-1 0 0,0 1 1 0 0,-1 0 0 0 0,0 0 0 0 0,0 1 0 0 0,-1 0 0 0 0,1 1 0 0 0,-17-5-1 0 0,-21 2-1232 0 0,15 9-4372 0 0,8 3-1137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5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38 4609 0 0,'12'-5'1255'0'0,"16"-7"3254"0"0,-27 12-4372 0 0,0 0 0 0 0,0-1-1 0 0,0 1 1 0 0,0-1 0 0 0,0 1-1 0 0,0-1 1 0 0,0 0 0 0 0,0 1-1 0 0,0-1 1 0 0,-1 0 0 0 0,1 1-1 0 0,0-1 1 0 0,0 0 0 0 0,-1 0-1 0 0,1 0 1 0 0,-1 0 0 0 0,1 0-1 0 0,-1 0 1 0 0,1-1 0 0 0,-3-3 2022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5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7370 0 0,'5'-24'12453'0'0,"1"34"-10417"0"0,4 16-1504 0 0,-1 1 0 0 0,-2 1 0 0 0,9 52 0 0 0,-1 88-196 0 0,-3 64-697 0 0,-9-133-3051 0 0,-3-75-4071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6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0 296 5985 0 0,'11'-6'4930'0'0,"26"-8"-2938"0"0,51-18 595 0 0,109-56 0 0 0,-18-18-5267 0 0,-148 87 2631 0 0,-21 14 712 0 0,-1-1-1 0 0,1-1 1 0 0,16-5 3992 0 0,-20 30-4108 0 0,-4-14-444 0 0,7 29 22 0 0,-2 1 0 0 0,-1-1 1 0 0,3 61-1 0 0,-7-59-123 0 0,2 1 0 0 0,1-1 0 0 0,10 36 0 0 0,-15-70-24 0 0,0 0-1 0 0,0 0 0 0 0,1 1 0 0 0,-1-1 0 0 0,0 0 1 0 0,1 0-1 0 0,-1 1 0 0 0,1-1 0 0 0,-1 0 1 0 0,1 0-1 0 0,0 0 0 0 0,0 0 0 0 0,-1 0 1 0 0,1 0-1 0 0,0 0 0 0 0,0 0 0 0 0,0 0 0 0 0,0 0 1 0 0,0 0-1 0 0,0 0 0 0 0,0-1 0 0 0,0 1 1 0 0,2 0-1 0 0,-2-1-1 0 0,0 0 0 0 0,0-1 0 0 0,0 1 1 0 0,0 0-1 0 0,0-1 0 0 0,0 1 0 0 0,0-1 0 0 0,0 1 0 0 0,0-1 1 0 0,0 1-1 0 0,0-1 0 0 0,-1 0 0 0 0,1 1 0 0 0,0-1 0 0 0,0 0 1 0 0,-1 0-1 0 0,1 0 0 0 0,0 1 0 0 0,-1-1 0 0 0,2-2 0 0 0,4-7-63 0 0,-1 0-1 0 0,0-1 0 0 0,6-18 1 0 0,3-19 123 0 0,-8 23 51 0 0,2 0 1 0 0,16-35-1 0 0,-21 54-31 0 0,0 0 0 0 0,0 0 0 0 0,1 0 0 0 0,-1 1-1 0 0,1-1 1 0 0,1 1 0 0 0,-1 0 0 0 0,1 1 0 0 0,0-1 0 0 0,0 1 0 0 0,0 0-1 0 0,1 0 1 0 0,-1 0 0 0 0,11-4 0 0 0,-14 7-43 0 0,1 0 0 0 0,-1 0 0 0 0,1 0-1 0 0,-1 0 1 0 0,1 0 0 0 0,0 1 0 0 0,-1-1 0 0 0,1 1 0 0 0,-1 0 0 0 0,1 0 0 0 0,0 0 0 0 0,-1 0-1 0 0,1 0 1 0 0,0 0 0 0 0,-1 1 0 0 0,1 0 0 0 0,-1-1 0 0 0,1 1 0 0 0,4 2 0 0 0,-4-1 19 0 0,0 0 1 0 0,-1 0 0 0 0,1 1 0 0 0,-1-1-1 0 0,0 1 1 0 0,0-1 0 0 0,1 1 0 0 0,-2 0-1 0 0,1 0 1 0 0,0 0 0 0 0,-1 0 0 0 0,1 0 0 0 0,1 5-1 0 0,2 9 107 0 0,-1 1 0 0 0,-1 0 0 0 0,-1-1 0 0 0,1 30 0 0 0,-3-40-134 0 0,1 7-64 0 0,0 10-1406 0 0,0-1 0 0 0,2 1-1 0 0,0 0 1 0 0,10 31 0 0 0,-5-33-5817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6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13 381 5065 0 0,'18'-9'1758'0'0,"0"0"0"0"0,-1-2 0 0 0,0 0 0 0 0,-1 0 0 0 0,0-2 0 0 0,24-23 0 0 0,-35 30-1550 0 0,0-1-1 0 0,0 1 0 0 0,-1 0 1 0 0,1-1-1 0 0,-2 0 1 0 0,1 0-1 0 0,-1 0 1 0 0,0-1-1 0 0,0 1 1 0 0,-1-1-1 0 0,0 0 1 0 0,0 1-1 0 0,-1-1 1 0 0,0 0-1 0 0,-1 0 1 0 0,1 0-1 0 0,-1 0 1 0 0,-1 0-1 0 0,-2-15 1 0 0,1 15-139 0 0,0 1-1 0 0,-1-1 1 0 0,0 1 0 0 0,0 0 0 0 0,-1 0 0 0 0,1 0 0 0 0,-2 1 0 0 0,1-1 0 0 0,-1 1 0 0 0,0 0 0 0 0,0 0-1 0 0,0 0 1 0 0,-11-7 0 0 0,14 11-64 0 0,0 0-1 0 0,-1 0 0 0 0,1 1 0 0 0,-1-1 0 0 0,0 1 0 0 0,1-1 1 0 0,-1 1-1 0 0,0 0 0 0 0,0 0 0 0 0,1 0 0 0 0,-1 1 1 0 0,0-1-1 0 0,0 1 0 0 0,0 0 0 0 0,0-1 0 0 0,0 1 1 0 0,0 0-1 0 0,0 1 0 0 0,0-1 0 0 0,0 1 0 0 0,0-1 1 0 0,0 1-1 0 0,0 0 0 0 0,0 0 0 0 0,1 0 0 0 0,-1 0 1 0 0,0 0-1 0 0,1 1 0 0 0,-1 0 0 0 0,1-1 0 0 0,-1 1 0 0 0,1 0 1 0 0,0 0-1 0 0,0 0 0 0 0,-1 0 0 0 0,2 0 0 0 0,-1 1 1 0 0,-2 2-1 0 0,0 1-11 0 0,0 0 1 0 0,1 0-1 0 0,0 0 0 0 0,0 0 1 0 0,0 1-1 0 0,1-1 0 0 0,0 1 1 0 0,0 0-1 0 0,1-1 0 0 0,-1 1 1 0 0,1 0-1 0 0,1 0 0 0 0,0 0 1 0 0,0 0-1 0 0,0 0 1 0 0,1 0-1 0 0,0 0 0 0 0,0 0 1 0 0,0 0-1 0 0,1-1 0 0 0,0 1 1 0 0,5 9-1 0 0,-3-6-114 0 0,1 0-1 0 0,0-1 1 0 0,0 1-1 0 0,1-1 1 0 0,1 0-1 0 0,-1-1 1 0 0,1 0-1 0 0,1 0 1 0 0,-1 0-1 0 0,2-1 1 0 0,-1 0-1 0 0,1-1 1 0 0,17 11-1 0 0,-16-12-521 0 0,0 0-1 0 0,1-1 0 0 0,-1 0 1 0 0,1-1-1 0 0,0 0 1 0 0,0-1-1 0 0,0 0 1 0 0,21 1-1 0 0,-10-5-4965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6.9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1 206 6913 0 0,'4'-6'3742'0'0,"-4"6"-3641"0"0,1 0 0 0 0,-1 0 0 0 0,0 0 0 0 0,1 0 0 0 0,12 5 4130 0 0,6 7-2130 0 0,-8-3-1238 0 0,0 0 0 0 0,-1 1-1 0 0,17 21 1 0 0,15 14 556 0 0,-36-39-1303 0 0,1-1-1 0 0,0 1 1 0 0,0-1-1 0 0,0-1 1 0 0,1 1 0 0 0,13 5-1 0 0,-19-9-82 0 0,0-1 1 0 0,1 1-1 0 0,-1-1 0 0 0,0 0 1 0 0,0 1-1 0 0,0-1 0 0 0,0 0 0 0 0,0-1 1 0 0,0 1-1 0 0,0 0 0 0 0,0 0 0 0 0,0-1 1 0 0,0 1-1 0 0,0-1 0 0 0,0 0 1 0 0,0 0-1 0 0,0 0 0 0 0,0 0 0 0 0,-1 0 1 0 0,1 0-1 0 0,0 0 0 0 0,0 0 0 0 0,-1-1 1 0 0,1 1-1 0 0,-1 0 0 0 0,0-1 1 0 0,1 0-1 0 0,-1 1 0 0 0,0-1 0 0 0,0 0 1 0 0,0 0-1 0 0,0 1 0 0 0,1-4 1 0 0,8-17 162 0 0,-1 0 1 0 0,-1-1 0 0 0,-1 1 0 0 0,5-28 0 0 0,-5 20-236 0 0,19-53-1 0 0,-20 70-442 0 0,0 0-1 0 0,13-20 1 0 0,-1 12-6173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7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0 256 3225 0 0,'15'24'1410'0'0,"1"-1"1"0"0,35 41-1 0 0,-49-62-1205 0 0,0 0 0 0 0,-1 0-1 0 0,1 0 1 0 0,0-1-1 0 0,0 1 1 0 0,0 0 0 0 0,0-1-1 0 0,1 0 1 0 0,-1 1 0 0 0,0-1-1 0 0,1 0 1 0 0,2 1 0 0 0,-4-2-61 0 0,0 0 0 0 0,0-1 0 0 0,0 1 1 0 0,0 0-1 0 0,0 0 0 0 0,0-1 0 0 0,0 1 1 0 0,0 0-1 0 0,0-1 0 0 0,0 1 1 0 0,-1-1-1 0 0,1 0 0 0 0,0 1 0 0 0,0-1 1 0 0,0 1-1 0 0,-1-1 0 0 0,1 0 1 0 0,0 0-1 0 0,-1 1 0 0 0,1-1 0 0 0,0 0 1 0 0,-1 0-1 0 0,1 0 0 0 0,-1 0 1 0 0,0 0-1 0 0,1 0 0 0 0,-1 0 0 0 0,0 0 1 0 0,1 0-1 0 0,-1 0 0 0 0,0 0 1 0 0,0-1-1 0 0,5-18 950 0 0,0 0-1 0 0,-2 0 1 0 0,0-1 0 0 0,-2 1-1 0 0,0-33 1 0 0,-17-103 62 0 0,13 134-1119 0 0,2 20-37 0 0,1 0 1 0 0,0-1-1 0 0,-1 1 1 0 0,1 0-1 0 0,-1 0 0 0 0,1-1 1 0 0,-1 1-1 0 0,0 0 1 0 0,0 0-1 0 0,0 0 1 0 0,-2-3-1 0 0,3 5-5 0 0,-1 0 0 0 0,1 0 0 0 0,0 0 0 0 0,0 0-1 0 0,0 0 1 0 0,-1 0 0 0 0,1 0 0 0 0,0-1 0 0 0,0 1 0 0 0,0 0 0 0 0,-1 0 0 0 0,1 0 0 0 0,0 0 0 0 0,0 0-1 0 0,0 0 1 0 0,-1 0 0 0 0,1 0 0 0 0,0 0 0 0 0,0 0 0 0 0,0 0 0 0 0,-1 0 0 0 0,1 0 0 0 0,0 1 0 0 0,0-1-1 0 0,0 0 1 0 0,0 0 0 0 0,-1 0 0 0 0,1 0 0 0 0,0 0 0 0 0,0 0 0 0 0,0 0 0 0 0,0 1 0 0 0,-1-1-1 0 0,1 0 1 0 0,0 0 0 0 0,0 0 0 0 0,0 0 0 0 0,0 0 0 0 0,0 1 0 0 0,-8 17-264 0 0,6-9 254 0 0,-1 0 1 0 0,2 1-1 0 0,0-1 0 0 0,0 0 1 0 0,0 1-1 0 0,1-1 1 0 0,1 1-1 0 0,0-1 0 0 0,0 1 1 0 0,1-1-1 0 0,0 0 1 0 0,0 0-1 0 0,1 1 0 0 0,0-2 1 0 0,1 1-1 0 0,0 0 1 0 0,0-1-1 0 0,1 0 0 0 0,0 0 1 0 0,0 0-1 0 0,1 0 1 0 0,0-1-1 0 0,1 0 1 0 0,-1 0-1 0 0,1-1 0 0 0,1 0 1 0 0,-1 0-1 0 0,1-1 1 0 0,0 0-1 0 0,0 0 0 0 0,1 0 1 0 0,-1-1-1 0 0,16 4 1 0 0,-17-6 33 0 0,0-1 1 0 0,0-1-1 0 0,0 1 1 0 0,0-1 0 0 0,0 0-1 0 0,1-1 1 0 0,-1 0-1 0 0,0 0 1 0 0,0 0 0 0 0,-1-1-1 0 0,1 0 1 0 0,0-1-1 0 0,0 1 1 0 0,-1-1 0 0 0,0 0-1 0 0,1-1 1 0 0,-1 1 0 0 0,-1-2-1 0 0,1 1 1 0 0,0 0-1 0 0,-1-1 1 0 0,5-5 0 0 0,2-2-31 0 0,-1-1 1 0 0,-1 0-1 0 0,0 0 1 0 0,0-1 0 0 0,-1 0-1 0 0,-1-1 1 0 0,-1 0-1 0 0,8-21 1 0 0,-14 33-10 0 0,2-4 27 0 0,-1 0-1 0 0,1 0 0 0 0,0 1 0 0 0,0-1 1 0 0,9-11-1 0 0,-12 16 16 0 0,1 1 1 0 0,0 0-1 0 0,1 0 1 0 0,-1 0-1 0 0,0 1 1 0 0,0-1-1 0 0,0 0 1 0 0,0 0-1 0 0,1 1 1 0 0,-1-1-1 0 0,0 0 1 0 0,1 1-1 0 0,-1-1 1 0 0,0 1 0 0 0,1 0-1 0 0,-1-1 1 0 0,1 1-1 0 0,-1 0 1 0 0,1 0-1 0 0,-1 0 1 0 0,0 0-1 0 0,1 0 1 0 0,-1 0-1 0 0,1 1 1 0 0,-1-1-1 0 0,1 0 1 0 0,-1 1-1 0 0,0-1 1 0 0,1 1-1 0 0,-1-1 1 0 0,0 1-1 0 0,0 0 1 0 0,1 0-1 0 0,-1-1 1 0 0,0 1-1 0 0,2 1 1 0 0,1 2 19 0 0,1 0 1 0 0,0-1 0 0 0,-1 1-1 0 0,0 1 1 0 0,1-1-1 0 0,-2 1 1 0 0,1-1-1 0 0,-1 1 1 0 0,1 0-1 0 0,2 7 1 0 0,1 3 7 0 0,-2 0-1 0 0,7 22 1 0 0,6 20-272 0 0,-17-56 218 0 0,-1-1 0 0 0,0 0 1 0 0,0 0-1 0 0,0 1 1 0 0,0-1-1 0 0,1 0 0 0 0,-1 1 1 0 0,0-1-1 0 0,0 0 1 0 0,1 0-1 0 0,-1 1 0 0 0,0-1 1 0 0,0 0-1 0 0,1 0 0 0 0,-1 0 1 0 0,0 0-1 0 0,1 1 1 0 0,-1-1-1 0 0,0 0 0 0 0,1 0 1 0 0,-1 0-1 0 0,0 0 1 0 0,1 0-1 0 0,-1 0 0 0 0,0 0 1 0 0,1 0-1 0 0,-1 0 1 0 0,0 0-1 0 0,1 0 0 0 0,-1 0 1 0 0,0 0-1 0 0,1 0 0 0 0,-1 0 1 0 0,1 0-1 0 0,15-9 26 0 0,10-16 16 0 0,-15 11-73 0 0,-1-1 0 0 0,0 0 1 0 0,7-17-1 0 0,-11 20 23 0 0,1-1 0 0 0,0 1-1 0 0,1 1 1 0 0,0 0 0 0 0,1 0 0 0 0,12-13 0 0 0,-19 23 42 0 0,0-1 1 0 0,0 0 0 0 0,0 1-1 0 0,0-1 1 0 0,0 1-1 0 0,1-1 1 0 0,-1 1-1 0 0,0 0 1 0 0,1 0-1 0 0,-1 0 1 0 0,0 0-1 0 0,1 1 1 0 0,-1-1-1 0 0,1 1 1 0 0,-1-1 0 0 0,1 1-1 0 0,0 0 1 0 0,-1 0-1 0 0,4 0 1 0 0,-4 1 9 0 0,0 0 0 0 0,0 0-1 0 0,0 0 1 0 0,0 0 0 0 0,0 0 0 0 0,0 1 0 0 0,0-1 0 0 0,0 0 0 0 0,-1 1 0 0 0,1 0-1 0 0,0-1 1 0 0,-1 1 0 0 0,1 0 0 0 0,-1 0 0 0 0,0 0 0 0 0,1 0 0 0 0,-1 0 0 0 0,0 0 0 0 0,0 0-1 0 0,0 0 1 0 0,0 2 0 0 0,7 17 61 0 0,-3-6-227 0 0,0-1-1 0 0,1 0 1 0 0,0-1 0 0 0,1 1 0 0 0,1-1-1 0 0,0 0 1 0 0,12 12 0 0 0,-9-14-541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7.8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14283 0 0,'24'18'5464'0'0,"-18"-12"-4915"0"0,-1 0 0 0 0,0 0 0 0 0,0 0 0 0 0,0 1 1 0 0,-1 0-1 0 0,6 12 0 0 0,-8-15-761 0 0,-1 0 0 0 0,0 0 1 0 0,1 0-1 0 0,-1 0 0 0 0,-1-1 0 0 0,1 2 1 0 0,-1-1-1 0 0,1 0 0 0 0,-1 0 0 0 0,0 0 1 0 0,-1 0-1 0 0,1 0 0 0 0,-1 0 0 0 0,0 0 1 0 0,-1 5-1 0 0,-2 0-819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8.1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11522 0 0,'-1'-5'513'0'0,"1"1"95"0"0,0 1-480 0 0,0 0-128 0 0,0 2 0 0 0,0 0 0 0 0,1-1 216 0 0,1 0 16 0 0,1-3 8 0 0,-1 1 0 0 0,2 0-528 0 0,-1 3-96 0 0,0 1-32 0 0,-2 1 0 0 0,1 6 336 0 0,-1 3 80 0 0,3 2 0 0 0,0 2 0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8.5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1376 0 0,'3'-2'643'0'0,"0"1"-1"0"0,0 0 0 0 0,-1 0 1 0 0,1 0-1 0 0,1 0 0 0 0,-1 1 1 0 0,0-1-1 0 0,0 1 1 0 0,0-1-1 0 0,0 1 0 0 0,0 0 1 0 0,0 1-1 0 0,1-1 0 0 0,-1 0 1 0 0,0 1-1 0 0,0 0 0 0 0,0 0 1 0 0,0 0-1 0 0,0 0 0 0 0,3 2 1 0 0,-3-2-280 0 0,-1 0 0 0 0,1 0 0 0 0,0 1 0 0 0,-1-1-1 0 0,1 1 1 0 0,-1 0 0 0 0,0-1 0 0 0,1 1 0 0 0,-1 0 0 0 0,0 1 0 0 0,0-1 0 0 0,0 0 0 0 0,0 1 0 0 0,-1-1 0 0 0,1 1 0 0 0,-1-1 0 0 0,1 1 0 0 0,-1 0 0 0 0,0 0 0 0 0,2 5-1 0 0,-5 36 130 0 0,0 6-653 0 0,3-47 115 0 0,-1-1 0 0 0,0 1 0 0 0,0 0 0 0 0,1-1 0 0 0,-1 1 0 0 0,1-1 0 0 0,0 1 0 0 0,0-1 0 0 0,0 1 0 0 0,0-1-1 0 0,0 0 1 0 0,1 1 0 0 0,-1-1 0 0 0,3 2 0 0 0,-4-3 16 0 0,1-1 1 0 0,0 1-1 0 0,0-1 0 0 0,0 1 0 0 0,0-1 0 0 0,0 1 0 0 0,-1-1 0 0 0,1 0 0 0 0,0 1 0 0 0,0-1 0 0 0,0 0 0 0 0,0 0 0 0 0,0 0 1 0 0,0 0-1 0 0,0 0 0 0 0,0 0 0 0 0,0 0 0 0 0,0 0 0 0 0,0 0 0 0 0,0-1 0 0 0,0 1 0 0 0,0 0 0 0 0,0-1 0 0 0,0 1 0 0 0,0 0 1 0 0,0-1-1 0 0,-1 1 0 0 0,1-1 0 0 0,0 1 0 0 0,0-1 0 0 0,0 0 0 0 0,-1 1 0 0 0,1-1 0 0 0,0 0 0 0 0,-1 0 0 0 0,1 1 0 0 0,-1-1 1 0 0,2-1-1 0 0,25-36-131 0 0,-24 33 13 0 0,6-8 60 0 0,0 0-1 0 0,1 0 0 0 0,0 1 1 0 0,16-13-1 0 0,-20 20 174 0 0,0 0-1 0 0,0 0 1 0 0,0 0 0 0 0,1 1-1 0 0,0 0 1 0 0,0 0 0 0 0,0 1-1 0 0,0 0 1 0 0,0 0 0 0 0,13-2 0 0 0,-18 5-44 0 0,0-1 0 0 0,0 1 0 0 0,0 0 0 0 0,0 0 0 0 0,0 0 0 0 0,0 1 0 0 0,0-1 0 0 0,0 0 0 0 0,0 1 0 0 0,0-1 0 0 0,-1 1 0 0 0,1 0 0 0 0,0 0 0 0 0,0-1 0 0 0,0 1 0 0 0,-1 0 0 0 0,1 1 0 0 0,0-1 0 0 0,-1 0 0 0 0,1 0 0 0 0,-1 1 0 0 0,1-1 0 0 0,-1 1 0 0 0,0-1 0 0 0,2 3 0 0 0,2 5 53 0 0,0 0-1 0 0,0 0 0 0 0,-1 0 1 0 0,3 12-1 0 0,9 16-456 0 0,14 8-3759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9.4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1 321 2304 0 0,'35'-11'10586'0'0,"8"-6"-5769"0"0,-18 5-4104 0 0,0-1 0 0 0,-2-1 1 0 0,43-32-1 0 0,-61 42-730 0 0,10-8 225 0 0,-1-1-1 0 0,0 0 1 0 0,14-19-1 0 0,-26 30-178 0 0,1-1 0 0 0,-1 1 0 0 0,0-1 0 0 0,0 0 0 0 0,-1 1 1 0 0,1-1-1 0 0,-1 0 0 0 0,1 0 0 0 0,-1 0 0 0 0,0-1 0 0 0,0 1 0 0 0,0 0 0 0 0,-1 0 0 0 0,1 0 0 0 0,-1-1 0 0 0,1 1 0 0 0,-1 0 0 0 0,0-1 0 0 0,-1 1 1 0 0,1 0-1 0 0,0-1 0 0 0,-1 1 0 0 0,0 0 0 0 0,0 0 0 0 0,0 0 0 0 0,-2-4 0 0 0,0 3-2 0 0,0 0 0 0 0,0 1-1 0 0,-1-1 1 0 0,1 1 0 0 0,-1 0 0 0 0,0 0-1 0 0,0 0 1 0 0,-1 0 0 0 0,1 1 0 0 0,0 0-1 0 0,-1 0 1 0 0,1 0 0 0 0,-9-2-1 0 0,10 3-8 0 0,-1 0-1 0 0,1 0 0 0 0,-1 0 1 0 0,1 0-1 0 0,-1 1 0 0 0,1-1 0 0 0,-1 1 1 0 0,0 0-1 0 0,1 0 0 0 0,-1 1 1 0 0,1-1-1 0 0,-1 1 0 0 0,0-1 0 0 0,1 1 1 0 0,-1 0-1 0 0,1 1 0 0 0,0-1 1 0 0,-7 4-1 0 0,8-3-19 0 0,0 1 1 0 0,0-1-1 0 0,0 1 1 0 0,0 0-1 0 0,1 0 0 0 0,-1 0 1 0 0,1 0-1 0 0,0 0 1 0 0,-1 0-1 0 0,1 1 0 0 0,1-1 1 0 0,-1 0-1 0 0,0 0 1 0 0,1 1-1 0 0,0-1 0 0 0,0 1 1 0 0,0-1-1 0 0,0 0 1 0 0,0 1-1 0 0,1-1 0 0 0,0 5 1 0 0,2 4-3 0 0,-1 0 1 0 0,1-1 0 0 0,1 1-1 0 0,9 18 1 0 0,-10-23 20 0 0,1 0 0 0 0,0-1 0 0 0,0 1 0 0 0,1-1 0 0 0,0 0 0 0 0,0-1 0 0 0,0 1 0 0 0,1-1 0 0 0,-1 0 1 0 0,1 0-1 0 0,1-1 0 0 0,-1 0 0 0 0,0 0 0 0 0,1 0 0 0 0,0-1 0 0 0,0 0 0 0 0,11 3 0 0 0,-1-2-477 0 0,0-1 0 0 0,0 0 0 0 0,0-2 0 0 0,1 0 0 0 0,-1-1 0 0 0,28-3 0 0 0,-5-1-6769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29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31 136 3225 0 0,'33'-10'626'0'0,"42"-20"1"0"0,-64 25 85 0 0,0-1 0 0 0,0 0-1 0 0,-1-1 1 0 0,0 0 0 0 0,0-1 0 0 0,-1 0 0 0 0,12-12 0 0 0,-20 19-473 0 0,0 0 0 0 0,0 0 1 0 0,0 0-1 0 0,0 0 0 0 0,0 0 1 0 0,0-1-1 0 0,-1 1 0 0 0,1 0 1 0 0,0 0-1 0 0,-1-1 0 0 0,1 1 1 0 0,-1 0-1 0 0,1-1 0 0 0,-1 1 1 0 0,1 0-1 0 0,-1-3 0 0 0,0 4-101 0 0,-1-1 0 0 0,1 1 0 0 0,0 0 0 0 0,0-1 0 0 0,-1 1 0 0 0,1 0-1 0 0,0-1 1 0 0,-1 1 0 0 0,1 0 0 0 0,-1-1 0 0 0,1 1 0 0 0,0 0 0 0 0,-1 0 0 0 0,1 0 0 0 0,-1-1 0 0 0,1 1-1 0 0,-1 0 1 0 0,1 0 0 0 0,-1 0 0 0 0,1 0 0 0 0,-1 0 0 0 0,1 0 0 0 0,-1 0 0 0 0,1 0 0 0 0,-1 0 0 0 0,1 0-1 0 0,0 0 1 0 0,-1 0 0 0 0,0 1 0 0 0,-5 0 299 0 0,0 0-1 0 0,1 0 0 0 0,-1 1 1 0 0,1 0-1 0 0,0 0 0 0 0,-8 5 1 0 0,-6 4-316 0 0,1 2 0 0 0,0 0 0 0 0,1 1 0 0 0,1 0 1 0 0,0 1-1 0 0,1 1 0 0 0,1 1 0 0 0,0 0 1 0 0,-12 22-1 0 0,16-8-137 0 0,8-14 5 0 0,2-17 11 0 0,0 1 0 0 0,0-1-1 0 0,0 0 1 0 0,0 1 0 0 0,0-1 0 0 0,0 0 0 0 0,1 0 0 0 0,-1 1 0 0 0,0-1-1 0 0,0 0 1 0 0,0 1 0 0 0,0-1 0 0 0,0 0 0 0 0,1 0 0 0 0,-1 1 0 0 0,0-1-1 0 0,0 0 1 0 0,0 0 0 0 0,1 1 0 0 0,-1-1 0 0 0,0 0 0 0 0,0 0 0 0 0,1 0-1 0 0,-1 1 1 0 0,0-1 0 0 0,0 0 0 0 0,1 0 0 0 0,-1 0 0 0 0,0 0 0 0 0,1 0-1 0 0,-1 0 1 0 0,0 0 0 0 0,1 0 0 0 0,-1 1 0 0 0,4-3-26 0 0,0 1 0 0 0,-1-1 0 0 0,1 1-1 0 0,-1-1 1 0 0,0 0 0 0 0,0 0 0 0 0,1 0 0 0 0,-1-1 0 0 0,0 1 0 0 0,4-6 0 0 0,6-3-87 0 0,42-37 117 0 0,-43 37 124 0 0,0 0-1 0 0,0 0 0 0 0,1 1 0 0 0,1 1 1 0 0,22-12-1 0 0,-35 20-114 0 0,0 0 0 0 0,0 1 0 0 0,1-1 0 0 0,-1 1 0 0 0,1 0 0 0 0,-1-1 0 0 0,0 1 0 0 0,1 0 0 0 0,-1 0 0 0 0,1 0 0 0 0,-1 0 0 0 0,0 0 0 0 0,1 0 0 0 0,-1 1 0 0 0,1-1 0 0 0,-1 0 0 0 0,0 1 0 0 0,1-1 0 0 0,-1 1 0 0 0,0-1 0 0 0,3 2 0 0 0,-2 0 0 0 0,0 0-1 0 0,0 0 1 0 0,0 0-1 0 0,0 0 0 0 0,0 0 1 0 0,0 0-1 0 0,-1 1 0 0 0,1-1 1 0 0,-1 1-1 0 0,2 3 0 0 0,2 8 1 0 0,0 0-1 0 0,-1 0 1 0 0,3 22 0 0 0,-5-23-6 0 0,3 13-7 0 0,2 8 0 0 0,12 40 0 0 0,-15-63 0 0 0,1 0 0 0 0,0 0 0 0 0,0 0 0 0 0,1-1 0 0 0,0 0 0 0 0,1 0 0 0 0,11 12 0 0 0,-11-13 61 0 0,1 1 0 0 0,0-2 0 0 0,1 1 0 0 0,0-1 0 0 0,0-1 0 0 0,1 0 0 0 0,-1 0 0 0 0,2-1 0 0 0,-1 0 0 0 0,14 5 0 0 0,-23-10-47 0 0,-1-1 1 0 0,1 0 0 0 0,0 0-1 0 0,0 0 1 0 0,-1 0-1 0 0,1-1 1 0 0,0 1-1 0 0,-1 0 1 0 0,1 0 0 0 0,0 0-1 0 0,0-1 1 0 0,-1 1-1 0 0,1 0 1 0 0,0 0 0 0 0,-1-1-1 0 0,1 1 1 0 0,-1-1-1 0 0,1 1 1 0 0,0-1-1 0 0,-1 1 1 0 0,1-1 0 0 0,-1 1-1 0 0,1-1 1 0 0,-1 1-1 0 0,0-1 1 0 0,1 0 0 0 0,-1 1-1 0 0,1-1 1 0 0,-1 0-1 0 0,0 1 1 0 0,0-1-1 0 0,1 0 1 0 0,-1 1 0 0 0,0-1-1 0 0,0 0 1 0 0,0 1-1 0 0,0-1 1 0 0,0 0 0 0 0,0 0-1 0 0,0 0 1 0 0,2-38 491 0 0,-2 34-441 0 0,2-60 395 0 0,16-107-1 0 0,14 18-3873 0 0,-25 123-4837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0.7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15203 0 0,'0'1'146'0'0,"-1"0"-1"0"0,1 0 1 0 0,-1 0-1 0 0,1 0 1 0 0,0 0-1 0 0,-1 0 1 0 0,1 0-1 0 0,0-1 1 0 0,0 1-1 0 0,0 0 1 0 0,0 0-1 0 0,0 0 1 0 0,0 0 0 0 0,0 0-1 0 0,0 0 1 0 0,0 0-1 0 0,0 0 1 0 0,0 0-1 0 0,1 0 1 0 0,-1 0-1 0 0,0 0 1 0 0,1 0-1 0 0,-1 0 1 0 0,1 0-1 0 0,-1-1 1 0 0,1 1-1 0 0,-1 0 1 0 0,1 0-1 0 0,-1-1 1 0 0,1 1-1 0 0,0 0 1 0 0,-1-1-1 0 0,1 1 1 0 0,1 0-1 0 0,-1 0-184 0 0,1 0-1 0 0,-1 0 0 0 0,1 0 0 0 0,-1 0 0 0 0,1 0 0 0 0,-1 0 0 0 0,1-1 0 0 0,0 1 1 0 0,-1 0-1 0 0,1-1 0 0 0,0 0 0 0 0,0 1 0 0 0,-1-1 0 0 0,1 0 0 0 0,0 0 0 0 0,0 0 0 0 0,-1 0 1 0 0,1 0-1 0 0,2-1 0 0 0,33-14-7259 0 0,-31 10 4909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1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1 10594 0 0,'-3'0'198'0'0,"0"1"0"0"0,-1-1 0 0 0,1 1-1 0 0,0 0 1 0 0,0 0 0 0 0,-1 0 0 0 0,1 1-1 0 0,0-1 1 0 0,0 1 0 0 0,1 0 0 0 0,-4 2-1 0 0,-31 26 421 0 0,32-25-543 0 0,-6 4 33 0 0,2 1-1 0 0,-1 0 1 0 0,1 0-1 0 0,1 1 1 0 0,0 0-1 0 0,0 0 1 0 0,1 1-1 0 0,1 0 1 0 0,0 1-1 0 0,0-1 1 0 0,1 1 0 0 0,-3 14-1 0 0,7-20 21 0 0,-1 1 0 0 0,1-1 0 0 0,1 1 0 0 0,-1-1 0 0 0,1 1 0 0 0,1 0 1 0 0,-1-1-1 0 0,1 0 0 0 0,1 1 0 0 0,-1-1 0 0 0,1 1 0 0 0,1-1 0 0 0,-1 0 0 0 0,1 0 0 0 0,0 0 0 0 0,1-1 0 0 0,0 1 0 0 0,0-1 0 0 0,0 0 1 0 0,1 0-1 0 0,0 0 0 0 0,0 0 0 0 0,10 7 0 0 0,-6-5-38 0 0,0 0 0 0 0,1-1-1 0 0,1-1 1 0 0,-1 1 0 0 0,1-2 0 0 0,0 1 0 0 0,19 5 0 0 0,-17-7-377 0 0,1-1 0 0 0,-1-1 0 0 0,1 0 1 0 0,0 0-1 0 0,0-2 0 0 0,0 0 0 0 0,-1 0 0 0 0,1-1 0 0 0,0-1 1 0 0,15-3-1 0 0,-10 0-242 0 0,-1-1-1 0 0,0 0 1 0 0,0-2 0 0 0,-1 1 0 0 0,0-2 0 0 0,0-1-1 0 0,-1 0 1 0 0,0-1 0 0 0,-1 0 0 0 0,0-2 0 0 0,-1 1 0 0 0,0-2-1 0 0,12-15 1 0 0,-16 16 503 0 0,-4 7 20 0 0,0-1 0 0 0,-1 1 0 0 0,0-1 0 0 0,0-1 0 0 0,0 1 0 0 0,-1-1 1 0 0,0 0-1 0 0,0 0 0 0 0,-1 0 0 0 0,0 0 0 0 0,2-12 0 0 0,-5 19-12 0 0,0 0 0 0 0,-1 0 0 0 0,1 0 1 0 0,0 0-1 0 0,-1 1 0 0 0,1-1 0 0 0,0 0 0 0 0,-1 0 0 0 0,1 0 1 0 0,-1 0-1 0 0,1 1 0 0 0,-1-1 0 0 0,0 0 0 0 0,1 0 1 0 0,-1 1-1 0 0,0-1 0 0 0,1 0 0 0 0,-1 1 0 0 0,0-1 1 0 0,0 1-1 0 0,1-1 0 0 0,-1 1 0 0 0,0-1 0 0 0,0 1 1 0 0,0 0-1 0 0,0-1 0 0 0,0 1 0 0 0,0 0 0 0 0,0 0 0 0 0,0 0 1 0 0,0 0-1 0 0,0 0 0 0 0,0 0 0 0 0,1 0 0 0 0,-1 0 1 0 0,0 0-1 0 0,0 0 0 0 0,0 0 0 0 0,0 1 0 0 0,0-1 1 0 0,0 0-1 0 0,-1 1 0 0 0,0 0 75 0 0,1-1-1 0 0,-1 1 1 0 0,1-1 0 0 0,-1 1-1 0 0,1 0 1 0 0,-1-1 0 0 0,1 1-1 0 0,0 0 1 0 0,-1 0 0 0 0,1 0-1 0 0,0 0 1 0 0,0 0 0 0 0,-2 2-1 0 0,3-2 158 0 0,-1 0 0 0 0,1 0 0 0 0,-1 0 0 0 0,1 0-1 0 0,-1 0 1 0 0,1 0 0 0 0,-1 0 0 0 0,1 0 0 0 0,0 0 0 0 0,0 0-1 0 0,0 0 1 0 0,0 0 0 0 0,0 0 0 0 0,0 0 0 0 0,0 0-1 0 0,0 0 1 0 0,0 0 0 0 0,0 0 0 0 0,0 1 0 0 0,1-1 0 0 0,0 2-1 0 0,26 46 7381 0 0,-22-41-7219 0 0,0 0-1 0 0,0 0 0 0 0,-1 0 0 0 0,0 1 1 0 0,4 13-1 0 0,-5-5-119 0 0,0 1-1 0 0,-1 0 1 0 0,-1 26 0 0 0,-1-26-583 0 0,0-1 0 0 0,2 0 0 0 0,5 30-1 0 0,-4-40-1600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1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10138 0 0,'-7'0'7369'0'0,"10"7"-5585"0"0,13-1-7180 0 0,-9-2 4637 0 0,8-4-1407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1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1 101 9674 0 0,'8'0'751'0'0,"1"0"1"0"0,0 1-1 0 0,-1 0 1 0 0,1 1-1 0 0,-1 0 1 0 0,1 1-1 0 0,-1-1 0 0 0,0 1 1 0 0,0 1-1 0 0,0 0 1 0 0,-1 0-1 0 0,8 5 0 0 0,-4 0-121 0 0,0 0-1 0 0,-1 0 0 0 0,0 1 1 0 0,0 0-1 0 0,-1 0 0 0 0,14 22 1 0 0,-26-38-578 0 0,1 0-1 0 0,-1 0 1 0 0,2 0 0 0 0,-1 0 0 0 0,1 0 0 0 0,-1 0 0 0 0,2 0 0 0 0,-1 0 0 0 0,1-9-1 0 0,2-64 296 0 0,-2 74-343 0 0,2-11-798 0 0,0 0 0 0 0,6-23-1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2.4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67 6913 0 0,'3'1'5283'0'0,"-10"-10"-3932"0"0,6 8-1257 0 0,-1 0 0 0 0,1 0 0 0 0,0 1 0 0 0,0-1 0 0 0,0 0-1 0 0,0 0 1 0 0,-1 1 0 0 0,1-1 0 0 0,0 1 0 0 0,0-1-1 0 0,-1 1 1 0 0,1-1 0 0 0,0 1 0 0 0,-1 0 0 0 0,1 0-1 0 0,-1-1 1 0 0,1 1 0 0 0,0 0 0 0 0,-1 0 0 0 0,1 1-1 0 0,-1-1 1 0 0,1 0 0 0 0,0 0 0 0 0,-3 1 0 0 0,-4 4 304 0 0,0-1-1 0 0,1 1 1 0 0,0 0 0 0 0,0 0 0 0 0,1 1 0 0 0,-1 0-1 0 0,-9 13 1 0 0,11-14-281 0 0,1 0 1 0 0,1 0-1 0 0,-1 1 0 0 0,1-1 1 0 0,0 1-1 0 0,0 0 0 0 0,1 0 1 0 0,0 0-1 0 0,0 0 0 0 0,0 0 1 0 0,-1 10-1 0 0,3-15-101 0 0,0 0 1 0 0,0 1-1 0 0,0-1 1 0 0,0 1-1 0 0,0-1 0 0 0,0 0 1 0 0,0 1-1 0 0,0-1 0 0 0,1 1 1 0 0,-1-1-1 0 0,1 0 1 0 0,-1 1-1 0 0,1-1 0 0 0,-1 0 1 0 0,1 0-1 0 0,0 1 1 0 0,0-1-1 0 0,-1 0 0 0 0,1 0 1 0 0,0 0-1 0 0,0 0 0 0 0,0 0 1 0 0,2 1-1 0 0,-1-1-9 0 0,0 0 1 0 0,0 0-1 0 0,0 0 0 0 0,1 0 0 0 0,-1 0 0 0 0,1-1 0 0 0,-1 1 1 0 0,0-1-1 0 0,1 0 0 0 0,-1 0 0 0 0,1 0 0 0 0,2 0 1 0 0,8-1-14 0 0,-1-1-1 0 0,0-1 1 0 0,24-7 0 0 0,-35 9 9 0 0,24-7-41 0 0,1-1-1 0 0,-1-2 0 0 0,-1 0 1 0 0,30-20-1 0 0,-46 26 134 0 0,0 0 0 0 0,-1-1 0 0 0,0 0 0 0 0,0-1 0 0 0,-1 1 0 0 0,0-1 0 0 0,0 0 0 0 0,-1-1 0 0 0,1 1 0 0 0,-2-1 0 0 0,1 0 0 0 0,-1 0 0 0 0,0-1 0 0 0,-1 1 0 0 0,0-1 0 0 0,3-11 0 0 0,22 88 1559 0 0,-23-50-1461 0 0,-4-13-244 0 0,0 0-1 0 0,1 0 0 0 0,-1 0 0 0 0,1 0 0 0 0,0 0 0 0 0,1-1 0 0 0,-1 1 0 0 0,4 4 0 0 0,-4-7 22 0 0,-1-1-1 0 0,0 0 0 0 0,1 0 0 0 0,-1-1 0 0 0,1 1 1 0 0,-1 0-1 0 0,1 0 0 0 0,0-1 0 0 0,-1 1 0 0 0,1-1 1 0 0,0 1-1 0 0,-1-1 0 0 0,1 0 0 0 0,0 0 0 0 0,-1 0 1 0 0,1 0-1 0 0,0 0 0 0 0,0 0 0 0 0,-1 0 0 0 0,1 0 1 0 0,0-1-1 0 0,-1 1 0 0 0,1 0 0 0 0,0-1 0 0 0,-1 0 1 0 0,1 1-1 0 0,-1-1 0 0 0,1 0 0 0 0,-1 0 0 0 0,3-1 1 0 0,7-5-88 0 0,0 0 1 0 0,0-1 0 0 0,12-10-1 0 0,-14 10 68 0 0,0 0-1 0 0,1 1 0 0 0,0 1 0 0 0,11-7 1 0 0,-18 13 89 0 0,0-1 0 0 0,0 0 1 0 0,0 1-1 0 0,0 0 0 0 0,0 0 1 0 0,0 0-1 0 0,0 0 0 0 0,0 0 1 0 0,0 0-1 0 0,0 1 0 0 0,-1 0 1 0 0,1-1-1 0 0,0 1 0 0 0,0 0 1 0 0,0 0-1 0 0,-1 1 1 0 0,1-1-1 0 0,-1 0 0 0 0,5 4 1 0 0,20 7-1501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2.9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13363 0 0,'2'2'446'0'0,"0"-1"0"0"0,0 1 0 0 0,-1 0 1 0 0,1 0-1 0 0,0 0 0 0 0,-1 0 0 0 0,0 0 0 0 0,1 0 0 0 0,-1 0 1 0 0,0 1-1 0 0,0-1 0 0 0,0 0 0 0 0,0 1 0 0 0,-1-1 1 0 0,2 5-1 0 0,6 40 1225 0 0,-8-47-1603 0 0,1 13-375 0 0,0-2 647 0 0,0 0 0 0 0,1 1 0 0 0,0-1-1 0 0,5 13 1 0 0,-6-21-467 0 0,0-1-1 0 0,0 0 0 0 0,1 1 1 0 0,-1-1-1 0 0,1 0 0 0 0,-1 1 0 0 0,1-1 1 0 0,-1 0-1 0 0,1 0 0 0 0,3 2 1 0 0,-4-3-212 0 0,0 0-1 0 0,1-1 1 0 0,0 1 0 0 0,-1 0 0 0 0,1 0 0 0 0,-1-1 0 0 0,1 1 0 0 0,0-1 0 0 0,-1 1 0 0 0,1-1 0 0 0,0 0-1 0 0,0 0 1 0 0,-1 1 0 0 0,1-1 0 0 0,0-1 0 0 0,0 1 0 0 0,1 0 0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3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10138 0 0,'12'-18'9820'0'0,"-14"28"-9155"0"0,-4 13-1249 0 0,5-19-210 0 0,1 1-1 0 0,-1-1 1 0 0,1 1-1 0 0,0-1 1 0 0,1 1-1 0 0,-1-1 1 0 0,1 1 0 0 0,0-1-1 0 0,2 7 1 0 0,1 0 13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3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 10594 0 0,'0'-1'109'0'0,"0"0"-1"0"0,1 0 0 0 0,-1 1 0 0 0,0-1 0 0 0,0 0 1 0 0,1 0-1 0 0,-1 1 0 0 0,0-1 0 0 0,1 1 1 0 0,-1-1-1 0 0,1 0 0 0 0,-1 1 0 0 0,1-1 1 0 0,-1 1-1 0 0,1-1 0 0 0,-1 1 0 0 0,1-1 1 0 0,0 1-1 0 0,-1-1 0 0 0,1 1 0 0 0,0 0 1 0 0,-1-1-1 0 0,1 1 0 0 0,0 0 0 0 0,0 0 1 0 0,-1-1-1 0 0,1 1 0 0 0,0 0 0 0 0,0 0 1 0 0,1 0 224 0 0,0 0 0 0 0,0 1 0 0 0,0-1 0 0 0,-1 1 0 0 0,1 0 0 0 0,0-1 0 0 0,-1 1 0 0 0,1 0 0 0 0,-1 0-1 0 0,1 0 1 0 0,-1 0 0 0 0,2 1 0 0 0,2 2 208 0 0,-1-1-1 0 0,0 1 1 0 0,0 0-1 0 0,0 1 1 0 0,-1-1-1 0 0,1 1 1 0 0,3 7-1 0 0,0 10-139 0 0,0 0 0 0 0,-2 0-1 0 0,-1 1 1 0 0,3 40 0 0 0,-5-37-462 0 0,2-1 0 0 0,0 1 0 0 0,12 39 1 0 0,-4-35-837 0 0,1-1 0 0 0,22 38 1 0 0,-20-41-1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3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11058 0 0,'0'-1'209'0'0,"1"0"0"0"0,0 1 0 0 0,0-1 0 0 0,-1 0 0 0 0,1 0 0 0 0,0 1 0 0 0,0-1 0 0 0,0 0 0 0 0,0 1 0 0 0,0-1 0 0 0,0 1 0 0 0,-1-1 0 0 0,1 1 0 0 0,0 0 0 0 0,1-1 0 0 0,-1 1 0 0 0,0 0 0 0 0,0 0 0 0 0,0 0 0 0 0,2 0 0 0 0,30-7 1469 0 0,-30 6-1538 0 0,154-23 2916 0 0,3 10-8705 0 0,-128 13 3740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4.5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80 11979 0 0,'-2'-10'368'0'0,"-12"-39"3499"0"0,14 48-3714 0 0,0 0-1 0 0,-1 0 1 0 0,1 0 0 0 0,-1 0-1 0 0,1 0 1 0 0,-1 0 0 0 0,1 0 0 0 0,-1 0-1 0 0,1 0 1 0 0,-1 0 0 0 0,0 0 0 0 0,0 1-1 0 0,1-1 1 0 0,-1 0 0 0 0,0 0-1 0 0,0 1 1 0 0,0-1 0 0 0,0 0 0 0 0,0 1-1 0 0,0-1 1 0 0,0 1 0 0 0,0 0 0 0 0,0-1-1 0 0,0 1 1 0 0,0 0 0 0 0,0-1-1 0 0,0 1 1 0 0,0 0 0 0 0,0 0 0 0 0,-1 0-1 0 0,1 0 1 0 0,0 0 0 0 0,0 0-1 0 0,0 0 1 0 0,0 0 0 0 0,-2 1 0 0 0,3 0-137 0 0,-1-1-1 0 0,1 1 1 0 0,-1-1 0 0 0,0 1 0 0 0,1-1 0 0 0,-1 1 0 0 0,1 0 0 0 0,0-1-1 0 0,-1 1 1 0 0,1 0 0 0 0,-1-1 0 0 0,1 1 0 0 0,0 0 0 0 0,-1 0 0 0 0,1-1 0 0 0,0 1-1 0 0,0 0 1 0 0,0 0 0 0 0,0 0 0 0 0,0-1 0 0 0,0 1 0 0 0,0 0 0 0 0,0 0 0 0 0,0 0-1 0 0,0-1 1 0 0,0 1 0 0 0,0 0 0 0 0,1 0 0 0 0,-1 0 0 0 0,1 1 0 0 0,11 31 531 0 0,-8-23-462 0 0,4 15-41 0 0,-1 2 0 0 0,-2-1 0 0 0,0 1 0 0 0,-2 0 0 0 0,0 31 0 0 0,-12 138 474 0 0,3-123-329 0 0,4 75 0 0 0,9-82-116 0 0,3 1-1 0 0,3-1 1 0 0,3-1-1 0 0,29 80 1 0 0,-19-55-73 0 0,-5 2 0 0 0,10 102 0 0 0,13 61 684 0 0,-39-236-624 0 0,1-1-1 0 0,1-1 1 0 0,1 1-1 0 0,12 20 1 0 0,3 9-71 0 0,-22-46 2 0 0,0 1 1 0 0,0 0 0 0 0,0 0-1 0 0,0-1 1 0 0,-1 1-1 0 0,1 0 1 0 0,-1 0 0 0 0,0 0-1 0 0,1 0 1 0 0,-1 0-1 0 0,0 0 1 0 0,0 0 0 0 0,0 0-1 0 0,0 0 1 0 0,-1 0-1 0 0,1 0 1 0 0,0 0 0 0 0,-1 0-1 0 0,1 0 1 0 0,-1-1-1 0 0,0 1 1 0 0,-1 2 0 0 0,-1 0-91 0 0,0 0 0 0 0,0-1 0 0 0,-1 1 0 0 0,1-1 0 0 0,-1 0 0 0 0,0 0 0 0 0,-8 4 1 0 0,3 0-372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5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349 39 6913 0 0,'-36'0'1198'0'0,"0"3"0"0"0,-71 13 0 0 0,61-4 2618 0 0,-78 32 2899 0 0,124-43-6659 0 0,15 0 775 0 0,15-1-641 0 0,517-75 881 0 0,-504 68-980 0 0,120-11 40 0 0,181 2 1 0 0,-41 21-3088 0 0,-287-4 829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6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78 4145 0 0,'-20'8'7401'0'0,"20"-8"-7336"0"0,3 2 382 0 0,0-1 0 0 0,0 0-1 0 0,0 1 1 0 0,0-1 0 0 0,0 0-1 0 0,1-1 1 0 0,4 2 0 0 0,63 2 1614 0 0,0-4-1 0 0,130-14 1 0 0,-87 3-1349 0 0,1294-58 1870 0 0,-1322 66-2687 0 0,388 1-1872 0 0,-458 3-3564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7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6 206 7370 0 0,'-1'-1'357'0'0,"0"-1"1"0"0,1 0-1 0 0,-1 0 1 0 0,0 0-1 0 0,1 0 1 0 0,0 0-1 0 0,-1 1 1 0 0,1-1-1 0 0,0 0 1 0 0,0 0-1 0 0,0 0 1 0 0,0 0-1 0 0,0 0 1 0 0,0 0-1 0 0,1 0 1 0 0,-1 0-1 0 0,1 0 1 0 0,-1 0-1 0 0,1 0 1 0 0,0 1-1 0 0,0-1 1 0 0,2-3 0 0 0,-3 4-190 0 0,1 0 1 0 0,0 0 0 0 0,0 0 0 0 0,0 1 0 0 0,0-1 0 0 0,0 0 0 0 0,0 0 0 0 0,0 1 0 0 0,0-1 0 0 0,0 1 0 0 0,0-1 0 0 0,0 1 0 0 0,0-1 0 0 0,1 1 0 0 0,-1 0 0 0 0,0 0 0 0 0,0-1-1 0 0,0 1 1 0 0,1 0 0 0 0,-1 0 0 0 0,0 0 0 0 0,0 0 0 0 0,0 0 0 0 0,1 1 0 0 0,-1-1 0 0 0,0 0 0 0 0,0 1 0 0 0,0-1 0 0 0,0 0 0 0 0,1 1 0 0 0,-1-1 0 0 0,0 1 0 0 0,0 0-1 0 0,0-1 1 0 0,0 1 0 0 0,1 1 0 0 0,19 16 476 0 0,-19-15-621 0 0,1 0 1 0 0,0-1-1 0 0,0 1 0 0 0,0-1 1 0 0,0 0-1 0 0,0 0 0 0 0,1 0 1 0 0,4 2-1 0 0,-7-4-24 0 0,0 1-1 0 0,1-1 1 0 0,-1 0-1 0 0,1 0 1 0 0,-1 0-1 0 0,0 0 1 0 0,1-1-1 0 0,-1 1 1 0 0,0 0-1 0 0,1-1 1 0 0,-1 1-1 0 0,0-1 1 0 0,1 1-1 0 0,-1-1 1 0 0,0 1-1 0 0,0-1 1 0 0,0 0-1 0 0,1 0 1 0 0,-1 1-1 0 0,0-1 1 0 0,0 0-1 0 0,0 0 1 0 0,0 0-1 0 0,-1 0 1 0 0,1-1-1 0 0,0 1 1 0 0,0 0-1 0 0,0-2 1 0 0,10-14 51 0 0,-1-1 0 0 0,16-37 0 0 0,1-5 28 0 0,-26 58-77 0 0,0 0 0 0 0,0 0 0 0 0,0 0 1 0 0,1 1-1 0 0,-1-1 0 0 0,0 0 0 0 0,1 0 0 0 0,-1 1 0 0 0,1-1 1 0 0,-1 1-1 0 0,1-1 0 0 0,0 1 0 0 0,0 0 0 0 0,0 0 0 0 0,0 0 1 0 0,0 0-1 0 0,0 0 0 0 0,2-1 0 0 0,-2 2 3 0 0,-1 0 0 0 0,1 0 0 0 0,0 0 0 0 0,0 0 0 0 0,-1 0 0 0 0,1 0 0 0 0,0 0 0 0 0,-1 1 1 0 0,1-1-1 0 0,0 1 0 0 0,-1 0 0 0 0,1-1 0 0 0,0 1 0 0 0,-1 0 0 0 0,1 0 0 0 0,-1 0 0 0 0,3 2 0 0 0,2 2 8 0 0,-1 0 0 0 0,0 1 1 0 0,-1-1-1 0 0,1 1 0 0 0,-1 0 0 0 0,0 0 0 0 0,0 1 1 0 0,-1-1-1 0 0,4 11 0 0 0,20 61-13 0 0,-6-17 0 0 0,29 58 0 0 0,-50-118 0 0 0,1 0 0 0 0,-1 0 1 0 0,0-1-1 0 0,0 1 0 0 0,1 0 1 0 0,-1 0-1 0 0,0-1 0 0 0,1 1 0 0 0,-1 0 1 0 0,1-1-1 0 0,-1 1 0 0 0,1-1 0 0 0,-1 1 1 0 0,1-1-1 0 0,0 1 0 0 0,-1-1 1 0 0,1 1-1 0 0,0-1 0 0 0,-1 1 0 0 0,1-1 1 0 0,0 0-1 0 0,-1 1 0 0 0,1-1 0 0 0,0 0 1 0 0,0 0-1 0 0,-1 1 0 0 0,1-1 1 0 0,0 0-1 0 0,0 0 0 0 0,-1 0 0 0 0,2 0 1 0 0,0-1 0 0 0,-1 0 0 0 0,1 0 1 0 0,-1 0-1 0 0,0 0 1 0 0,1 0-1 0 0,-1 0 0 0 0,0 0 1 0 0,0 0-1 0 0,0 0 1 0 0,0-1-1 0 0,0 1 0 0 0,0 0 1 0 0,2-4-1 0 0,4-8 11 0 0,-1 0-1 0 0,7-22 1 0 0,-11 29-11 0 0,9-25 55 0 0,27-51 0 0 0,-32 72-40 0 0,0 0 0 0 0,0 0 0 0 0,1 1 0 0 0,0 0 1 0 0,0 0-1 0 0,1 1 0 0 0,1 0 0 0 0,14-11 0 0 0,-21 18-11 0 0,-1 0-1 0 0,1 0 0 0 0,0 0 1 0 0,-1 0-1 0 0,1 0 1 0 0,0 0-1 0 0,0 0 0 0 0,0 1 1 0 0,0-1-1 0 0,0 1 0 0 0,0-1 1 0 0,0 1-1 0 0,0 0 1 0 0,0 0-1 0 0,0 0 0 0 0,0 0 1 0 0,0 0-1 0 0,0 0 0 0 0,0 1 1 0 0,0-1-1 0 0,2 1 1 0 0,-1 1 8 0 0,0-1 0 0 0,-1 1 1 0 0,1 0-1 0 0,-1 0 1 0 0,1 0-1 0 0,-1 0 1 0 0,1 0-1 0 0,-1 0 1 0 0,0 1-1 0 0,0-1 1 0 0,0 1-1 0 0,1 3 1 0 0,5 8 43 0 0,-1 2 1 0 0,0-1-1 0 0,-2 1 1 0 0,5 17 0 0 0,-7-22-51 0 0,4 12-50 0 0,-4-11-16 0 0,0 0 0 0 0,1 0 1 0 0,0 0-1 0 0,1-1 0 0 0,11 20 0 0 0,-16-31 51 0 0,1 0 1 0 0,-1 0-1 0 0,1 0 0 0 0,0 0 0 0 0,-1 0 0 0 0,1 0 1 0 0,-1 0-1 0 0,1 0 0 0 0,0 0 0 0 0,-1 0 1 0 0,1 0-1 0 0,-1 0 0 0 0,1 0 0 0 0,0-1 0 0 0,-1 1 1 0 0,1 0-1 0 0,-1 0 0 0 0,1-1 0 0 0,-1 1 1 0 0,1-1-1 0 0,-1 1 0 0 0,1 0 0 0 0,-1-1 0 0 0,1 1 1 0 0,-1-1-1 0 0,0 1 0 0 0,1-1 0 0 0,-1 1 1 0 0,0-1-1 0 0,1 1 0 0 0,-1-1 0 0 0,0 1 0 0 0,1-2 1 0 0,16-23-79 0 0,-15 22 75 0 0,41-67 78 0 0,-18 27 54 0 0,46-57 0 0 0,-69 98-105 0 0,0-1 0 0 0,0 1 0 0 0,1 0 0 0 0,-1-1 0 0 0,1 1 0 0 0,0 0 0 0 0,0 0 0 0 0,0 1 0 0 0,0-1 0 0 0,0 1 0 0 0,0-1-1 0 0,5 0 1 0 0,-7 1-10 0 0,0 1 0 0 0,0 0 0 0 0,1 0 0 0 0,-1 0 0 0 0,0 0-1 0 0,0 0 1 0 0,0 0 0 0 0,1 1 0 0 0,-1-1 0 0 0,0 0 0 0 0,0 1-1 0 0,0-1 1 0 0,0 0 0 0 0,0 1 0 0 0,0-1 0 0 0,0 1 0 0 0,0 0-1 0 0,0-1 1 0 0,0 1 0 0 0,0 0 0 0 0,0 0 0 0 0,0 0 0 0 0,0-1-1 0 0,0 1 1 0 0,-1 0 0 0 0,1 0 0 0 0,0 0 0 0 0,-1 0-1 0 0,1 0 1 0 0,-1 0 0 0 0,1 1 0 0 0,-1-1 0 0 0,1 0 0 0 0,-1 0-1 0 0,0 0 1 0 0,0 0 0 0 0,0 0 0 0 0,1 2 0 0 0,4 25-18 0 0,-1-10-357 0 0,0 0 1 0 0,0 0-1 0 0,2 0 1 0 0,0-1-1 0 0,15 28 1 0 0,-9-27-885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8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7 360 3225 0 0,'-6'-9'6732'0'0,"6"8"-6582"0"0,14-11 1827 0 0,28-11-365 0 0,-41 23-1296 0 0,42-19 2051 0 0,49-13 0 0 0,121-23-57 0 0,-120 33-1473 0 0,367-64 687 0 0,-299 60-1176 0 0,-66 13-820 0 0,184-1 0 0 0,-275 16-860 0 0,1-1 1 0 0,-1 0-1 0 0,1 1 0 0 0,-1 0 0 0 0,0 0 1 0 0,0 1-1 0 0,0-1 0 0 0,0 1 1 0 0,16 16 8199 0 0,-13-9-2948 0 0,12 25-4350 0 0,-15-28 1623 0 0,-4-5-1156 0 0,1 0-1 0 0,0 0 0 0 0,1 0 1 0 0,-1 0-1 0 0,0 0 0 0 0,1 0 0 0 0,-1 0 1 0 0,1-1-1 0 0,-1 1 0 0 0,1 0 0 0 0,0-1 1 0 0,0 0-1 0 0,-1 1 0 0 0,1-1 0 0 0,0 0 1 0 0,0 0-1 0 0,1 0 0 0 0,-1 0 0 0 0,0 0 1 0 0,0-1-1 0 0,0 1 0 0 0,4 0 1 0 0,-2-1-27 0 0,0 0 1 0 0,-1-1 0 0 0,1 1 0 0 0,-1-1 0 0 0,0 1 0 0 0,1-1 0 0 0,-1 0 0 0 0,1-1 0 0 0,-1 1 0 0 0,0-1 0 0 0,0 1 0 0 0,0-1 0 0 0,5-3 0 0 0,-4 2-14 0 0,1-1 0 0 0,-1 1-1 0 0,0 0 1 0 0,0-1 0 0 0,-1 0 0 0 0,1 0 0 0 0,-1 0 0 0 0,0-1 0 0 0,0 1-1 0 0,0-1 1 0 0,-1 1 0 0 0,1-1 0 0 0,-1 0 0 0 0,0 0 0 0 0,-1 0 0 0 0,1 0 0 0 0,-1 0-1 0 0,0-1 1 0 0,0 1 0 0 0,0-6 0 0 0,-2 8 17 0 0,1-1-1 0 0,-1 1 1 0 0,0 0 0 0 0,0-1 0 0 0,0 1-1 0 0,0 0 1 0 0,-1 0 0 0 0,1 0-1 0 0,-1 0 1 0 0,0 0 0 0 0,0 0 0 0 0,0 0-1 0 0,-4-4 1 0 0,5 6-8 0 0,1 1 1 0 0,-1-1-1 0 0,0 1 0 0 0,1-1 0 0 0,-1 1 1 0 0,0-1-1 0 0,0 1 0 0 0,0 0 1 0 0,0-1-1 0 0,1 1 0 0 0,-1 0 0 0 0,0 0 1 0 0,0 0-1 0 0,0-1 0 0 0,0 1 1 0 0,0 0-1 0 0,0 0 0 0 0,0 0 0 0 0,0 0 1 0 0,-1 1-1 0 0,0 0-2 0 0,1-1 0 0 0,-1 1 0 0 0,1 0 0 0 0,-1 0 0 0 0,1 0 0 0 0,0 0 0 0 0,-1 0 0 0 0,1 0 0 0 0,0 0 0 0 0,-1 1 0 0 0,1-1 0 0 0,0 0 0 0 0,0 1 0 0 0,-1 2 0 0 0,-6 8-70 0 0,2 1 0 0 0,-1-1 0 0 0,2 1 0 0 0,0 1 1 0 0,-4 15-1 0 0,7-25 46 0 0,1 0 0 0 0,0 1 0 0 0,0-1 1 0 0,1 1-1 0 0,-1-1 0 0 0,1 1 0 0 0,0-1 0 0 0,0 1 1 0 0,1-1-1 0 0,-1 0 0 0 0,1 1 0 0 0,0-1 0 0 0,0 1 1 0 0,1-1-1 0 0,-1 0 0 0 0,1 0 0 0 0,0 0 1 0 0,0 0-1 0 0,0 0 0 0 0,4 5 0 0 0,-5-8 21 0 0,0 0 0 0 0,0 0 0 0 0,-1 0 0 0 0,1 0 0 0 0,0 0 0 0 0,0-1 0 0 0,0 1 0 0 0,0 0 0 0 0,1-1 0 0 0,-1 1 0 0 0,0 0 0 0 0,0-1 0 0 0,0 1 0 0 0,0-1 0 0 0,1 0 0 0 0,-1 1 0 0 0,0-1 0 0 0,0 0 0 0 0,1 0 0 0 0,-1 0 0 0 0,0 0 0 0 0,0 0 0 0 0,1 0 0 0 0,-1 0 0 0 0,0 0 0 0 0,2-1 0 0 0,0 0 13 0 0,-1 0 1 0 0,1-1-1 0 0,-1 1 1 0 0,0-1-1 0 0,0 1 1 0 0,1-1 0 0 0,-1 0-1 0 0,0 0 1 0 0,-1 0-1 0 0,1 0 1 0 0,3-4-1 0 0,0-2-24 0 0,-1 0-1 0 0,1 1 1 0 0,-1-2 0 0 0,-1 1-1 0 0,0 0 1 0 0,5-17-1 0 0,-7-6-1953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3.3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80 6449 0 0,'0'-4'363'0'0,"1"1"0"0"0,-1-1 0 0 0,0 1 0 0 0,0 0-1 0 0,0-1 1 0 0,-1 1 0 0 0,1-1 0 0 0,-1 1 0 0 0,-1-5-1 0 0,1 4 144 0 0,0 1-1 0 0,0-1 1 0 0,1 0 0 0 0,-1 1-1 0 0,1-1 1 0 0,0 0-1 0 0,0-5 1 0 0,0 9-452 0 0,0-1 1 0 0,0 1 0 0 0,0 0 0 0 0,0 0 0 0 0,0-1-1 0 0,0 1 1 0 0,0 0 0 0 0,1 0 0 0 0,-1 0-1 0 0,0 0 1 0 0,0-1 0 0 0,0 1 0 0 0,0 0 0 0 0,0 0-1 0 0,0 0 1 0 0,0-1 0 0 0,0 1 0 0 0,1 0-1 0 0,-1 0 1 0 0,0 0 0 0 0,0 0 0 0 0,0 0 0 0 0,0 0-1 0 0,1-1 1 0 0,-1 1 0 0 0,0 0 0 0 0,0 0-1 0 0,0 0 1 0 0,1 0 0 0 0,-1 0 0 0 0,0 0-1 0 0,0 0 1 0 0,0 0 0 0 0,1 0 0 0 0,-1 0 0 0 0,0 0-1 0 0,0 0 1 0 0,0 0 0 0 0,1 0 0 0 0,-1 0-1 0 0,0 0 1 0 0,0 0 0 0 0,0 0 0 0 0,1 0 0 0 0,-1 0-1 0 0,12 8 1051 0 0,7 14-170 0 0,-13-6-745 0 0,-1 0 0 0 0,0 0 0 0 0,-2 0 0 0 0,1 0 0 0 0,-2 1 1 0 0,-1-1-1 0 0,0 1 0 0 0,-1-1 0 0 0,-2 21 0 0 0,2-6-189 0 0,3 40 0 0 0,-2-61-56 0 0,0-1 1 0 0,1 1-1 0 0,1-1 0 0 0,0 1 1 0 0,0-1-1 0 0,0 0 1 0 0,1 0-1 0 0,7 11 0 0 0,-8-16-68 0 0,0 0-1 0 0,0-1 1 0 0,0 1-1 0 0,0 0 1 0 0,1-1-1 0 0,-1 0 1 0 0,5 3-1 0 0,8 5-768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3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29030 0 0,'42'-27'-915'0'0,"-25"19"-2224"0"0,-1 0 1 0 0,23-6-1 0 0,38-5-3161 0 0,-28 11 10925 0 0,-47 7-4590 0 0,-1 1 1 0 0,0 0 0 0 0,1-1-1 0 0,-1 1 1 0 0,1 0 0 0 0,-1 0-1 0 0,1 0 1 0 0,-1 0 0 0 0,1 0-1 0 0,-1 0 1 0 0,1 0 0 0 0,-1 1-1 0 0,1-1 1 0 0,-1 0 0 0 0,0 1 0 0 0,1-1-1 0 0,-1 1 1 0 0,1 0 0 0 0,-1-1-1 0 0,0 1 1 0 0,0 0 0 0 0,1 0-1 0 0,-1 0 1 0 0,1 1 0 0 0,-1 0-13 0 0,0-1 1 0 0,-1 1-1 0 0,0-1 1 0 0,1 1-1 0 0,-1 0 1 0 0,0-1-1 0 0,0 1 1 0 0,0 0-1 0 0,0-1 1 0 0,0 1-1 0 0,0 0 1 0 0,0-1-1 0 0,0 1 1 0 0,-1 0-1 0 0,1-1 1 0 0,-1 1-1 0 0,0 2 1 0 0,-4 7-14 0 0,0-1 1 0 0,-1 1-1 0 0,0-1 0 0 0,-14 17 1 0 0,-42 41-259 0 0,45-51 85 0 0,0 1 1 0 0,0 0-1 0 0,2 2 1 0 0,1 0-1 0 0,-13 22 1 0 0,26-41 173 0 0,0 0 1 0 0,1 0-1 0 0,-1 0 1 0 0,0 0-1 0 0,1 1 0 0 0,0-1 1 0 0,-1 0-1 0 0,1 0 1 0 0,-1 0-1 0 0,1 0 1 0 0,0 1-1 0 0,0-1 1 0 0,0 0-1 0 0,0 0 1 0 0,0 1-1 0 0,0-1 1 0 0,0 0-1 0 0,0 0 1 0 0,0 1-1 0 0,1-1 1 0 0,-1 0-1 0 0,0 0 0 0 0,1 0 1 0 0,-1 1-1 0 0,1-1 1 0 0,-1 0-1 0 0,1 0 1 0 0,0 0-1 0 0,0 0 1 0 0,-1 0-1 0 0,1 0 1 0 0,0 0-1 0 0,0 0 1 0 0,0-1-1 0 0,0 1 1 0 0,0 0-1 0 0,0 0 1 0 0,0-1-1 0 0,0 1 0 0 0,0-1 1 0 0,0 1-1 0 0,0-1 1 0 0,1 1-1 0 0,-1-1 1 0 0,0 1-1 0 0,0-1 1 0 0,0 0-1 0 0,1 0 1 0 0,-1 0-1 0 0,1 0 1 0 0,11 2 132 0 0,0-1 0 0 0,0-1 0 0 0,25-2 0 0 0,-26 2 8 0 0,69-6 475 0 0,50-1 49 0 0,-43 10-3672 0 0,-62 0-3150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4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0,'2'0'307'0'0,"-1"1"0"0"0,1 0 0 0 0,-1-1 1 0 0,0 1-1 0 0,0 0 0 0 0,1 0 0 0 0,-1-1 1 0 0,0 1-1 0 0,0 0 0 0 0,0 0 0 0 0,0 0 1 0 0,0 1-1 0 0,0-1 0 0 0,0 0 0 0 0,0 0 1 0 0,-1 0-1 0 0,1 1 0 0 0,0-1 0 0 0,0 2 1 0 0,11 26 2260 0 0,22 88 1657 0 0,-23-73-3087 0 0,18 48-1 0 0,-17-64-1789 0 0,1-1 0 0 0,19 32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4.6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1 243 4145 0 0,'19'1'6526'0'0,"11"-6"-4263"0"0,26-12-739 0 0,-30 9-997 0 0,-2-2 0 0 0,0 0 0 0 0,0-2 0 0 0,33-21 0 0 0,-44 24-279 0 0,-1 0 1 0 0,0-1 0 0 0,0-1 0 0 0,-1 0-1 0 0,-1 0 1 0 0,1-1 0 0 0,-2 0 0 0 0,0-1-1 0 0,8-14 1 0 0,-16 25-140 0 0,0 0-1 0 0,0 1 1 0 0,0-1-1 0 0,0 0 1 0 0,1 0-1 0 0,-1 0 1 0 0,1 1 0 0 0,-1-1-1 0 0,1 1 1 0 0,0-1-1 0 0,1 0 1 0 0,-2 1-58 0 0,0 1 0 0 0,0 0 0 0 0,-1-1 0 0 0,1 1 0 0 0,0 0 1 0 0,0 0-1 0 0,0-1 0 0 0,-1 1 0 0 0,1 0 0 0 0,0 0 0 0 0,0 0 0 0 0,0 0 1 0 0,0 0-1 0 0,0 0 0 0 0,-1 1 0 0 0,1-1 0 0 0,0 0 0 0 0,0 0 0 0 0,0 0 1 0 0,1 1-1 0 0,0 1-32 0 0,0 0 0 0 0,1 0 0 0 0,-1 0 0 0 0,0 0 1 0 0,0 0-1 0 0,0 1 0 0 0,0-1 0 0 0,0 1 1 0 0,-1-1-1 0 0,1 1 0 0 0,-1-1 0 0 0,0 1 0 0 0,1 0 1 0 0,0 4-1 0 0,1 3 14 0 0,-1-1 0 0 0,-1 1 1 0 0,1 0-1 0 0,-2 0 0 0 0,1 13 1 0 0,-1-13-32 0 0,0-1 1 0 0,1 1 0 0 0,0-1-1 0 0,0 1 1 0 0,5 13 0 0 0,-6-22-9 0 0,1 1 0 0 0,-1-1 0 0 0,1 0 0 0 0,-1 0 0 0 0,1 0 0 0 0,-1 0 0 0 0,1 0 0 0 0,0 0 0 0 0,0 0 0 0 0,0 0 0 0 0,-1 0 0 0 0,1 0 0 0 0,0 0 0 0 0,0-1 0 0 0,0 1 0 0 0,0 0 0 0 0,0-1-1 0 0,1 1 1 0 0,-1 0 0 0 0,0-1 0 0 0,0 0 0 0 0,0 1 0 0 0,0-1 0 0 0,2 1 0 0 0,0-1-36 0 0,1 0-1 0 0,-1 0 0 0 0,0 0 0 0 0,0-1 0 0 0,0 1 1 0 0,0-1-1 0 0,0 0 0 0 0,0 1 0 0 0,5-4 1 0 0,2 0-195 0 0,0-1 1 0 0,-1-1-1 0 0,1 0 1 0 0,13-12-1 0 0,10-19 981 0 0,-27 29-546 0 0,1-1-1 0 0,0 1 1 0 0,1 0-1 0 0,0 0 1 0 0,0 1 0 0 0,10-7-1 0 0,-16 13-150 0 0,0 0-1 0 0,1 0 0 0 0,-1 0 0 0 0,0 0 1 0 0,0 0-1 0 0,0 1 0 0 0,1-1 1 0 0,-1 1-1 0 0,0 0 0 0 0,0 0 1 0 0,1 0-1 0 0,-1 0 0 0 0,0 0 0 0 0,1 0 1 0 0,-1 0-1 0 0,0 1 0 0 0,1-1 1 0 0,-1 1-1 0 0,0 0 0 0 0,0-1 1 0 0,0 1-1 0 0,0 0 0 0 0,0 0 1 0 0,0 1-1 0 0,0-1 0 0 0,0 0 0 0 0,0 1 1 0 0,0-1-1 0 0,0 1 0 0 0,-1-1 1 0 0,1 1-1 0 0,-1 0 0 0 0,1 0 1 0 0,0 2-1 0 0,1 1-46 0 0,0-1 0 0 0,-1 1 0 0 0,0 0 0 0 0,0 0 0 0 0,0 0 0 0 0,0 0 0 0 0,-1 0 0 0 0,0 0 0 0 0,0 0 0 0 0,-1 1 0 0 0,1-1 1 0 0,-1 0-1 0 0,0 1 0 0 0,-1 7 0 0 0,3 36-3071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4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71 190 2160 0 0,'21'11'6052'0'0,"-18"-11"-5712"0"0,-1-1 0 0 0,1 1-1 0 0,-1-1 1 0 0,0 0 0 0 0,1 0 0 0 0,-1 0-1 0 0,1 0 1 0 0,-1-1 0 0 0,0 1-1 0 0,0-1 1 0 0,0 1 0 0 0,0-1-1 0 0,0 0 1 0 0,0 1 0 0 0,0-1-1 0 0,-1 0 1 0 0,1 0 0 0 0,-1 0-1 0 0,1-1 1 0 0,-1 1 0 0 0,0 0 0 0 0,0 0-1 0 0,0-1 1 0 0,0 1 0 0 0,0-1-1 0 0,1-4 1 0 0,0-2 55 0 0,1 0 0 0 0,-1 1 0 0 0,-1-1 0 0 0,0 0-1 0 0,0 0 1 0 0,-1-15 0 0 0,-1 20-316 0 0,1 0 0 0 0,-1-1-1 0 0,0 1 1 0 0,0 0 0 0 0,-1 0-1 0 0,1 0 1 0 0,-1 0 0 0 0,0 0-1 0 0,0 0 1 0 0,0 0 0 0 0,0 1 0 0 0,-1-1-1 0 0,1 1 1 0 0,-7-7 0 0 0,8 9-52 0 0,-1 0 1 0 0,0 0 0 0 0,1 0 0 0 0,-1 0-1 0 0,0 0 1 0 0,0 0 0 0 0,0 1 0 0 0,1-1 0 0 0,-1 1-1 0 0,0-1 1 0 0,0 1 0 0 0,0 0 0 0 0,0-1-1 0 0,0 1 1 0 0,0 0 0 0 0,0 0 0 0 0,0 1 0 0 0,0-1-1 0 0,0 0 1 0 0,0 1 0 0 0,0-1 0 0 0,0 1-1 0 0,0-1 1 0 0,0 1 0 0 0,1 0 0 0 0,-1 0 0 0 0,0 0-1 0 0,0 0 1 0 0,1 0 0 0 0,-1 0 0 0 0,1 1-1 0 0,-1-1 1 0 0,1 0 0 0 0,-3 4 0 0 0,-1 0-32 0 0,-1 0 1 0 0,1 1 0 0 0,1 0-1 0 0,-1 0 1 0 0,1 0-1 0 0,0 1 1 0 0,0 0-1 0 0,1-1 1 0 0,0 1 0 0 0,0 1-1 0 0,0-1 1 0 0,-2 14-1 0 0,4-17 2 0 0,1 0 0 0 0,0-1 0 0 0,0 1-1 0 0,0 0 1 0 0,0 0 0 0 0,0-1-1 0 0,1 1 1 0 0,0-1 0 0 0,0 1 0 0 0,0 0-1 0 0,0-1 1 0 0,0 1 0 0 0,1-1-1 0 0,-1 0 1 0 0,1 0 0 0 0,0 1 0 0 0,0-1-1 0 0,0 0 1 0 0,1-1 0 0 0,-1 1-1 0 0,1 0 1 0 0,-1-1 0 0 0,1 1 0 0 0,0-1-1 0 0,0 0 1 0 0,0 0 0 0 0,0 0-1 0 0,7 3 1 0 0,-4-2-59 0 0,0-1 0 0 0,0 0 0 0 0,0 0 0 0 0,1 0 0 0 0,-1-1 0 0 0,1 0 0 0 0,-1 0 0 0 0,1-1 0 0 0,8 0 0 0 0,35-5-3078 0 0,-28 2-3620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5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6 119 2761 0 0,'-6'-6'11574'0'0,"10"7"-10727"0"0,3-1-481 0 0,0 0 0 0 0,-1 1-1 0 0,1 0 1 0 0,0 0 0 0 0,-1 1 0 0 0,1 0 0 0 0,-1 0-1 0 0,1 0 1 0 0,-1 1 0 0 0,0 0 0 0 0,0 0 0 0 0,0 1-1 0 0,-1-1 1 0 0,1 1 0 0 0,-1 1 0 0 0,0-1 0 0 0,0 1 0 0 0,0 0-1 0 0,5 7 1 0 0,-3-4-242 0 0,0-1 0 0 0,1 0-1 0 0,0 0 1 0 0,0-1 0 0 0,0 0-1 0 0,19 9 1 0 0,-24-13-110 0 0,0-1 1 0 0,0 0-1 0 0,0 0 0 0 0,0 0 1 0 0,0 0-1 0 0,1 0 0 0 0,-1-1 1 0 0,0 1-1 0 0,1-1 1 0 0,-1 0-1 0 0,5 0 0 0 0,-6-1 0 0 0,0 1 1 0 0,-1 0-1 0 0,1-1 0 0 0,0 0 0 0 0,-1 1 1 0 0,1-1-1 0 0,-1 0 0 0 0,1 0 0 0 0,-1 0 1 0 0,1 0-1 0 0,-1 0 0 0 0,0-1 0 0 0,1 1 1 0 0,-1 0-1 0 0,0 0 0 0 0,0-1 0 0 0,0 1 1 0 0,0-1-1 0 0,0 1 0 0 0,0-1 0 0 0,0 1 1 0 0,0-4-1 0 0,1 1 26 0 0,-1 0 1 0 0,0 1-1 0 0,0-1 0 0 0,0 0 1 0 0,-1 0-1 0 0,0 1 1 0 0,1-1-1 0 0,-1 0 0 0 0,0 0 1 0 0,-1 0-1 0 0,1 0 1 0 0,-1 1-1 0 0,0-1 0 0 0,0 0 1 0 0,-1-4-1 0 0,-3-3 9 0 0,-1-1-1 0 0,1 1 1 0 0,-11-14 0 0 0,9 16-204 0 0,2 0 1 0 0,-1 0 0 0 0,1-1-1 0 0,-6-16 1 0 0,11 25 87 0 0,0 0 0 0 0,-1 0 0 0 0,1 0 0 0 0,0 0-1 0 0,0 0 1 0 0,0-1 0 0 0,0 1 0 0 0,0 0 0 0 0,0 0 0 0 0,1 0 0 0 0,-1 0 0 0 0,0 0-1 0 0,0 0 1 0 0,1-2 0 0 0,3-5-718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60 10594 0 0,'-2'-6'3061'0'0,"2"6"-3005"0"0,11-8 1863 0 0,22-9 253 0 0,-23 12-1183 0 0,-9 5-933 0 0,40-19-564 0 0,-38 18 228 0 0,-1 0 0 0 0,1 1 1 0 0,0-1-1 0 0,-1 1 1 0 0,1-1-1 0 0,0 1 1 0 0,0 0-1 0 0,-1 0 1 0 0,1 0-1 0 0,0 0 1 0 0,0 1-1 0 0,-1-1 1 0 0,1 1-1 0 0,3 1 1 0 0,2 0 240 0 0,0-1 39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6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3225 0 0,'4'1'288'0'0,"2"-1"-288"0"0,-2 0 0 0 0,-1 0 0 0 0,-1-1 288 0 0,2 1 8 0 0,3-2 0 0 0,5 1 0 0 0,3 0-296 0 0,2-2 0 0 0,-2 0 0 0 0,-1 0 0 0 0,-3 2 0 0 0,-2 0 0 0 0,-1 1 0 0 0,-1-3-64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6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62 3681 0 0,'20'-11'2541'0'0,"1"1"1"0"0,0 1 0 0 0,1 1-1 0 0,0 1 1 0 0,44-8 0 0 0,-65 14-2458 0 0,-1 1 0 0 0,1 0 0 0 0,0 0 0 0 0,0-1 0 0 0,0 1 0 0 0,0 0 0 0 0,0 0 0 0 0,0 0 0 0 0,0 0 0 0 0,0 0 1 0 0,0 0-1 0 0,0 0 0 0 0,0 1 0 0 0,0-1 0 0 0,0 0 0 0 0,-1 0 0 0 0,1 1 0 0 0,0-1 0 0 0,0 1 0 0 0,0-1 0 0 0,0 1 0 0 0,-1-1 0 0 0,1 1 0 0 0,0-1 1 0 0,0 1-1 0 0,-1 0 0 0 0,1-1 0 0 0,0 1 0 0 0,-1 0 0 0 0,1-1 0 0 0,-1 1 0 0 0,1 0 0 0 0,-1 0 0 0 0,1 0 0 0 0,-1 0 0 0 0,0-1 0 0 0,1 1 1 0 0,-1 0-1 0 0,0 0 0 0 0,0 0 0 0 0,0 0 0 0 0,1 0 0 0 0,-1 0 0 0 0,0 0 0 0 0,-1 1 0 0 0,1 7-194 0 0,-1 0 0 0 0,0-1 0 0 0,-1 1-1 0 0,-3 11 1 0 0,-1 7 545 0 0,5-12-468 0 0,0 1 0 0 0,2-1 0 0 0,0 1-1 0 0,1-1 1 0 0,0 1 0 0 0,1-1 0 0 0,1 0-1 0 0,0 0 1 0 0,1 0 0 0 0,9 17 0 0 0,-1-17-1488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6.4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4609 0 0,'7'6'200'0'0,"-3"-3"48"0"0,0-1-248 0 0,-1 0 0 0 0,-2-1 0 0 0,0-1 0 0 0,1 0 256 0 0,0 1 0 0 0,3 2 0 0 0,0 0 0 0 0,0-3-256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5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10594 0 0,'9'2'396'0'0,"0"-1"-1"0"0,-1-1 0 0 0,1 1 1 0 0,0-2-1 0 0,0 1 1 0 0,-1-1-1 0 0,1 0 0 0 0,15-5 1 0 0,-6 3 201 0 0,77-22 1972 0 0,-4 1-2967 0 0,-78 21-912 0 0,0 1 0 0 0,0 1 0 0 0,0 0-1 0 0,24 1 1 0 0,-12 5 750 0 0,-24-6 560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35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5065 0 0,'0'3'376'0'0,"0"0"0"0"0,1 0 0 0 0,0-1 0 0 0,0 1 0 0 0,0 0 0 0 0,0-1 1 0 0,0 1-1 0 0,0-1 0 0 0,1 1 0 0 0,-1-1 0 0 0,1 1 0 0 0,2 2 0 0 0,28 30 4136 0 0,-16-19-2000 0 0,-8-7-1794 0 0,0 1 0 0 0,-1 0-1 0 0,0 0 1 0 0,-1 0-1 0 0,0 1 1 0 0,8 20 0 0 0,-7-9-296 0 0,-1 0 1 0 0,5 40-1 0 0,38 372 110 0 0,-9-53-240 0 0,5-128 97 0 0,3 32-176 0 0,-28-132-3399 0 0,-18-135-4600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0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98 546 4609 0 0,'-29'-3'1198'0'0,"23"2"-403"0"0,0 0 1 0 0,1 1-1 0 0,-1 0 1 0 0,0-1-1 0 0,1 2 0 0 0,-1-1 1 0 0,1 1-1 0 0,-1 0 1 0 0,0 0-1 0 0,-6 2 0 0 0,13-2-479 0 0,0 0 0 0 0,0 0 0 0 0,0-1-1 0 0,0 1 1 0 0,0 0 0 0 0,1-1-1 0 0,-1 1 1 0 0,0-1 0 0 0,0 1 0 0 0,0-1-1 0 0,1 0 1 0 0,-1 0 0 0 0,0 1-1 0 0,0-1 1 0 0,1 0 0 0 0,-1 0 0 0 0,0 0-1 0 0,3 0 1 0 0,58-11 643 0 0,81-9-348 0 0,446 9-611 0 0,317 9 704 0 0,580-76 124 0 0,14-53-752 0 0,-981 46-380 0 0,-387 57 98 0 0,65-12-172 0 0,-179 37 126 0 0,-35 2 2072 0 0,26-17-1716 0 0,-9 17-103 0 0,0-1 0 0 0,0 1 0 0 0,0-1 0 0 0,-1 0 0 0 0,1 1 0 0 0,0-1 0 0 0,-1 0 0 0 0,1 1-1 0 0,-1-1 1 0 0,1 1 0 0 0,-1-1 0 0 0,0 1 0 0 0,1-1 0 0 0,-1 1 0 0 0,0 0 0 0 0,0-1 0 0 0,0 1 0 0 0,0 0 0 0 0,0 0-1 0 0,-3-2 1 0 0,2 1 20 0 0,1 0-1 0 0,-1 0 1 0 0,0 0-1 0 0,0 1 0 0 0,0-1 1 0 0,0 1-1 0 0,-1-1 1 0 0,1 1-1 0 0,0 0 0 0 0,-1 0 1 0 0,-2-1-1 0 0,2 3-72 0 0,0 1 1 0 0,1 0-1 0 0,-1 0 0 0 0,1 0 0 0 0,-1 0 0 0 0,1 0 1 0 0,0 0-1 0 0,0 1 0 0 0,0-1 0 0 0,0 1 0 0 0,0-1 0 0 0,1 1 1 0 0,-1 0-1 0 0,1 0 0 0 0,0 0 0 0 0,0 0 0 0 0,0 0 1 0 0,0 0-1 0 0,0 0 0 0 0,0 4 0 0 0,1-6 38 0 0,1 1 0 0 0,0-1 0 0 0,-1 1 0 0 0,1-1 0 0 0,0 1 0 0 0,0-1 0 0 0,0 0-1 0 0,0 1 1 0 0,0-1 0 0 0,0 0 0 0 0,0 0 0 0 0,0 0 0 0 0,0 0 0 0 0,1 0 0 0 0,-1 0 0 0 0,1 0 0 0 0,-1 0 0 0 0,0 0 0 0 0,1-1-1 0 0,-1 1 1 0 0,1 0 0 0 0,-1-1 0 0 0,1 0 0 0 0,0 1 0 0 0,-1-1 0 0 0,1 0 0 0 0,0 0 0 0 0,-1 0 0 0 0,1 0 0 0 0,-1 0 0 0 0,1 0 0 0 0,0 0-1 0 0,2-1 1 0 0,-2 1 26 0 0,1-1 0 0 0,-1 1 0 0 0,0-1 0 0 0,1 1-1 0 0,-1-1 1 0 0,0 0 0 0 0,0 0 0 0 0,0 0 0 0 0,0 0 0 0 0,0 0-1 0 0,0-1 1 0 0,0 1 0 0 0,0-1 0 0 0,0 1 0 0 0,0-1 0 0 0,-1 1-1 0 0,1-1 1 0 0,-1 0 0 0 0,1 0 0 0 0,-1 0 0 0 0,0 0 0 0 0,2-4-1 0 0,-1-3 63 0 0,-1 0-1 0 0,0 0 0 0 0,-1 0 1 0 0,0-1-1 0 0,-1 1 0 0 0,0 0 1 0 0,0 0-1 0 0,-1 0 0 0 0,0 1 1 0 0,-5-14-1 0 0,7 21-71 0 0,0 0 0 0 0,0 1 0 0 0,0-1 0 0 0,0 1 0 0 0,0-1 0 0 0,-1 1 0 0 0,1-1 0 0 0,0 1 0 0 0,0-1 0 0 0,-1 1 0 0 0,1-1 0 0 0,0 1 0 0 0,-1-1 0 0 0,1 1 0 0 0,-1 0 0 0 0,1-1 0 0 0,0 1 0 0 0,-1 0 0 0 0,1-1 0 0 0,-1 1 0 0 0,1 0 0 0 0,-1-1 0 0 0,1 1 0 0 0,-1 0 0 0 0,1 0 0 0 0,-1 0 0 0 0,0-1 0 0 0,1 1 0 0 0,-1 0 0 0 0,-9 12 9 0 0,8-7-14 0 0,1-1 0 0 0,-1 1 0 0 0,1 0-1 0 0,0 0 1 0 0,0 9 0 0 0,1-9-5 0 0,1 1 0 0 0,0-1-1 0 0,0 0 1 0 0,1 1 0 0 0,-1-1-1 0 0,1 0 1 0 0,1 0 0 0 0,4 9-1 0 0,-6-12 6 0 0,1 1 0 0 0,0-1 0 0 0,-1 0 0 0 0,1 1 0 0 0,0-1 0 0 0,0 0 0 0 0,0 0 0 0 0,0 0 0 0 0,1-1 0 0 0,-1 1 0 0 0,0 0 0 0 0,1-1 0 0 0,-1 1 0 0 0,1-1 0 0 0,0 0 0 0 0,-1 0 0 0 0,1 0 0 0 0,5 1 0 0 0,-8-2-7 0 0,1 0 0 0 0,-1 0 0 0 0,0 0 0 0 0,1 0-1 0 0,-1 0 1 0 0,1 0 0 0 0,-1 0 0 0 0,1 0 0 0 0,-1 0 0 0 0,0-1-1 0 0,1 1 1 0 0,-1 0 0 0 0,1 0 0 0 0,-1 0 0 0 0,0 0 0 0 0,1-1-1 0 0,-1 1 1 0 0,0 0 0 0 0,1 0 0 0 0,-1-1 0 0 0,0 1 0 0 0,1 0-1 0 0,-1 0 1 0 0,0-1 0 0 0,1 1 0 0 0,-1 0 0 0 0,0-1 0 0 0,0 1-1 0 0,1-1 1 0 0,-1 1 0 0 0,0 0 0 0 0,0-1 0 0 0,1-18-1047 0 0,-11-19-3527 0 0,9 36 3907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0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69 238 6913 0 0,'-34'-31'4743'0'0,"0"1"3125"0"0,51 33-4435 0 0,13 2-3361 0 0,-25-3-30 0 0,1 1 0 0 0,0 0 0 0 0,-1 1 0 0 0,0-1-1 0 0,0 1 1 0 0,0 0 0 0 0,0 1 0 0 0,0-1 0 0 0,-1 1 0 0 0,0 0 0 0 0,4 5 0 0 0,5 10-6 0 0,18 37 0 0 0,-24-40-105 0 0,2-1 0 0 0,0 0 1 0 0,16 20-1 0 0,-18-28 52 0 0,0 0 0 0 0,0 0 0 0 0,1-1 1 0 0,0 0-1 0 0,1-1 0 0 0,0 1 0 0 0,0-2 0 0 0,14 8 0 0 0,-20-12 45 0 0,0 1 0 0 0,0-1 0 0 0,0 0 0 0 0,0-1 0 0 0,0 1 0 0 0,0 0 0 0 0,0-1-1 0 0,0 0 1 0 0,0 1 0 0 0,0-1 0 0 0,0-1 0 0 0,0 1 0 0 0,0 0 0 0 0,0-1 0 0 0,0 1-1 0 0,0-1 1 0 0,0 0 0 0 0,0 0 0 0 0,0 0 0 0 0,0-1 0 0 0,-1 1 0 0 0,1 0 0 0 0,0-1-1 0 0,-1 0 1 0 0,1 0 0 0 0,-1 0 0 0 0,0 0 0 0 0,1 0 0 0 0,-1 0 0 0 0,0-1 0 0 0,0 1-1 0 0,-1 0 1 0 0,3-5 0 0 0,9-18 94 0 0,0-1-1 0 0,-2 0 1 0 0,-1-1-1 0 0,-1-1 1 0 0,-2 1-1 0 0,5-30 1 0 0,14-48 123 0 0,13-11-2022 0 0,-30 150-7293 0 0,-10-18 8416 0 0,-2-1 585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1.1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 15667 0 0,'0'-2'196'0'0,"1"-1"0"0"0,-1 1-1 0 0,1 0 1 0 0,0 0 0 0 0,-1 0 0 0 0,1 0-1 0 0,0 0 1 0 0,0 0 0 0 0,1 1-1 0 0,-1-1 1 0 0,0 0 0 0 0,1 0 0 0 0,-1 1-1 0 0,1-1 1 0 0,-1 1 0 0 0,4-3-1 0 0,-4 4-106 0 0,0-1 0 0 0,0 1 0 0 0,0 0 0 0 0,0-1 0 0 0,0 1 0 0 0,0 0-1 0 0,0-1 1 0 0,0 1 0 0 0,0 0 0 0 0,0 0 0 0 0,0 0 0 0 0,0 0-1 0 0,0 0 1 0 0,0 0 0 0 0,0 0 0 0 0,0 1 0 0 0,1-1 0 0 0,-1 0-1 0 0,0 0 1 0 0,0 1 0 0 0,0-1 0 0 0,0 1 0 0 0,0-1 0 0 0,-1 1-1 0 0,1-1 1 0 0,0 1 0 0 0,0 0 0 0 0,0 0 0 0 0,0-1 0 0 0,-1 1 0 0 0,1 0-1 0 0,0 0 1 0 0,0 0 0 0 0,-1 0 0 0 0,2 1 0 0 0,4 9 28 0 0,0 1 1 0 0,-1 0-1 0 0,0 0 1 0 0,-1 0-1 0 0,0 0 1 0 0,-1 1-1 0 0,2 15 1 0 0,5 17 65 0 0,0-13-66 0 0,2 0 1 0 0,20 37-1 0 0,5 14-5353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1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1 201 6913 0 0,'0'-1'45'0'0,"0"0"0"0"0,0 1-1 0 0,0-1 1 0 0,0 0 0 0 0,0 1-1 0 0,0-1 1 0 0,0 0 0 0 0,0 1-1 0 0,0-1 1 0 0,0 0 0 0 0,0 1-1 0 0,0-1 1 0 0,1 0 0 0 0,-1 1-1 0 0,0-1 1 0 0,0 1 0 0 0,1-1-1 0 0,-1 0 1 0 0,0 1 0 0 0,1-1-1 0 0,-1 1 1 0 0,0-1 0 0 0,1 1-1 0 0,-1-1 1 0 0,1 1 0 0 0,-1-1-1 0 0,1 1 1 0 0,-1 0 0 0 0,1-1-1 0 0,0 1 1 0 0,-1 0 0 0 0,1-1-1 0 0,-1 1 1 0 0,1 0 0 0 0,0-1-1 0 0,-1 1 1 0 0,1 0 0 0 0,0 0-1 0 0,-1 0 1 0 0,2 0 0 0 0,38-9 1878 0 0,-25 6-856 0 0,54-17 2356 0 0,-43 10-3735 0 0,-1 0-1 0 0,0-2 1 0 0,-1-1 0 0 0,-1-1 0 0 0,27-20 0 0 0,14-22 2512 0 0,-64 56-2122 0 0,0 0 0 0 0,1 0 0 0 0,-1 0 0 0 0,0 0 0 0 0,1 1 0 0 0,-1-1 0 0 0,0 0 0 0 0,1 0 0 0 0,-1 0 0 0 0,0 0 0 0 0,1 0 0 0 0,-1 0 1 0 0,0 1-1 0 0,0-1 0 0 0,1 0 0 0 0,-1 0 0 0 0,0 0 0 0 0,0 1 0 0 0,1-1 0 0 0,-1 0 0 0 0,0 0 0 0 0,0 1 0 0 0,0-1 0 0 0,0 0 0 0 0,1 0 0 0 0,-1 1 0 0 0,0-1 0 0 0,0 0 1 0 0,0 1-1 0 0,0-1 0 0 0,0 0 0 0 0,0 1 0 0 0,0-1 0 0 0,0 0 0 0 0,0 1 0 0 0,0-1 0 0 0,0 0 0 0 0,0 1 0 0 0,0-1 0 0 0,0 0 0 0 0,0 0 0 0 0,0 1 1 0 0,4 23 17 0 0,-4-20 186 0 0,5 22-38 0 0,1 0-1 0 0,1-1 1 0 0,1 0-1 0 0,1 0 1 0 0,2-1-1 0 0,14 26 0 0 0,-25-50-258 0 0,1 1-1 0 0,-1-1 1 0 0,0 1-1 0 0,1-1 1 0 0,-1 1-1 0 0,0-1 1 0 0,1 1-1 0 0,-1-1 0 0 0,1 1 1 0 0,-1-1-1 0 0,1 0 1 0 0,-1 1-1 0 0,1-1 1 0 0,-1 0-1 0 0,1 1 1 0 0,-1-1-1 0 0,1 0 0 0 0,0 0 1 0 0,-1 1-1 0 0,1-1 1 0 0,-1 0-1 0 0,1 0 1 0 0,0 0-1 0 0,-1 0 0 0 0,1 0 1 0 0,-1 0-1 0 0,1 0 1 0 0,0 0-1 0 0,1 0 1 0 0,16-14 333 0 0,9-26 568 0 0,-27 39-887 0 0,8-14 209 0 0,3-6-46 0 0,1 1 1 0 0,21-28-1 0 0,-30 44-140 0 0,0 0 0 0 0,0 0-1 0 0,1 1 1 0 0,-1-1 0 0 0,1 1 0 0 0,0 0-1 0 0,-1 0 1 0 0,2 0 0 0 0,-1 1-1 0 0,0-1 1 0 0,0 1 0 0 0,1 0 0 0 0,-1 1-1 0 0,1-1 1 0 0,0 1 0 0 0,-1-1-1 0 0,1 1 1 0 0,6 0 0 0 0,-7 1 17 0 0,1 1 0 0 0,-1 0 0 0 0,0 0-1 0 0,1 0 1 0 0,-1 0 0 0 0,0 1 0 0 0,0-1 0 0 0,0 1 0 0 0,0 0 0 0 0,-1 0 0 0 0,1 1 0 0 0,0-1-1 0 0,-1 1 1 0 0,0 0 0 0 0,1 0 0 0 0,-1 0 0 0 0,0 0 0 0 0,0 0 0 0 0,-1 1 0 0 0,1-1 0 0 0,-1 1-1 0 0,4 7 1 0 0,0 1 26 0 0,0 1-1 0 0,-1 0 0 0 0,0 0 1 0 0,-1 1-1 0 0,4 24 0 0 0,-4-5-609 0 0,6 27-2548 0 0,-3-41-4315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1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47 208 6913 0 0,'0'0'32'0'0,"0"0"0"0"0,0 1-1 0 0,0-1 1 0 0,0 0-1 0 0,0 0 1 0 0,0 0-1 0 0,0 0 1 0 0,0 0-1 0 0,0 1 1 0 0,0-1 0 0 0,0 0-1 0 0,0 0 1 0 0,0 0-1 0 0,0 0 1 0 0,0 0-1 0 0,0 1 1 0 0,0-1-1 0 0,-1 0 1 0 0,1 0-1 0 0,0 0 1 0 0,0 0 0 0 0,0 0-1 0 0,0 0 1 0 0,0 1-1 0 0,0-1 1 0 0,0 0-1 0 0,0 0 1 0 0,-1 0-1 0 0,1 0 1 0 0,0 0-1 0 0,0 0 1 0 0,0 0 0 0 0,0 0-1 0 0,0 0 1 0 0,0 0-1 0 0,-1 0 1 0 0,1 1-1 0 0,0-1 1 0 0,0 0-1 0 0,0 0 1 0 0,0 0 0 0 0,0 0-1 0 0,-1 0 1 0 0,1 0-1 0 0,0 0 1 0 0,0 0-1 0 0,0 0 1 0 0,0 0-1 0 0,0-1 1 0 0,-1 1-1 0 0,1 0 1 0 0,0 0 0 0 0,0 0-1 0 0,0 0 1 0 0,0 0-1 0 0,0 0 1 0 0,-1 0-1 0 0,17 10 5366 0 0,-11-9-5062 0 0,0 0-1 0 0,0 0 1 0 0,1 0-1 0 0,-1-1 1 0 0,0 0-1 0 0,1 0 0 0 0,-1 0 1 0 0,0-1-1 0 0,1 1 1 0 0,-1-1-1 0 0,6-2 1 0 0,-9 2-286 0 0,1 0 1 0 0,-1 0-1 0 0,1-1 0 0 0,-1 1 1 0 0,1-1-1 0 0,-1 1 1 0 0,0-1-1 0 0,0 0 1 0 0,0 0-1 0 0,0 0 0 0 0,0 0 1 0 0,0 0-1 0 0,0 0 1 0 0,-1-1-1 0 0,1 1 1 0 0,-1-1-1 0 0,0 1 0 0 0,0-1 1 0 0,0 1-1 0 0,0-1 1 0 0,0 0-1 0 0,0 1 1 0 0,-1-1-1 0 0,1-5 0 0 0,1-5 355 0 0,-1 0 0 0 0,-1 0 0 0 0,0-1 0 0 0,-1 1 0 0 0,-4-22-1 0 0,4 31-339 0 0,0 0 0 0 0,0-1 0 0 0,-1 1 0 0 0,1 0 0 0 0,-1 1 0 0 0,0-1 0 0 0,0 0 0 0 0,0 0 0 0 0,-6-5 0 0 0,7 7-54 0 0,-1 1 1 0 0,0-1-1 0 0,0 1 1 0 0,0-1-1 0 0,0 1 1 0 0,0 0-1 0 0,0 0 0 0 0,0 0 1 0 0,0 0-1 0 0,0 0 1 0 0,0 0-1 0 0,-1 0 1 0 0,1 1-1 0 0,0 0 1 0 0,-1-1-1 0 0,1 1 1 0 0,0 0-1 0 0,-1 0 0 0 0,-1 0 1 0 0,-1 1-37 0 0,1 0 1 0 0,0 0-1 0 0,-1 1 1 0 0,1-1-1 0 0,0 1 0 0 0,0 0 1 0 0,0 0-1 0 0,1 0 1 0 0,-1 1-1 0 0,0 0 0 0 0,1-1 1 0 0,-1 1-1 0 0,1 0 1 0 0,0 0-1 0 0,0 1 0 0 0,0-1 1 0 0,1 1-1 0 0,-3 4 1 0 0,1-3-26 0 0,1 0 1 0 0,0 0 0 0 0,0 1-1 0 0,1-1 1 0 0,-1 1 0 0 0,1 0-1 0 0,0 0 1 0 0,1 0 0 0 0,-1 0 0 0 0,1 0-1 0 0,0 0 1 0 0,1 9 0 0 0,0-9 18 0 0,1-1 0 0 0,0 1 0 0 0,0-1 0 0 0,1 1 0 0 0,-1-1 1 0 0,1 1-1 0 0,0-1 0 0 0,1 0 0 0 0,-1 0 0 0 0,1 0 0 0 0,0 0 1 0 0,1 0-1 0 0,-1-1 0 0 0,1 1 0 0 0,0-1 0 0 0,0 0 0 0 0,0 0 1 0 0,0-1-1 0 0,1 1 0 0 0,-1-1 0 0 0,1 0 0 0 0,0 0 0 0 0,7 3 1 0 0,-2-2-463 0 0,0-1 1 0 0,0 0-1 0 0,0 0 1 0 0,0-1-1 0 0,0 0 1 0 0,0-1-1 0 0,0 0 1 0 0,1-1 0 0 0,-1 0-1 0 0,0-1 1 0 0,21-3-1 0 0,-4-1-5027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2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47 240 21661 0 0,'-12'-7'3380'0'0,"-7"-9"-6781"0"0,17 15 3042 0 0,1 0 0 0 0,0-1 0 0 0,0 1 0 0 0,0 0 0 0 0,0 0 0 0 0,0-1 0 0 0,0 1 0 0 0,0 0 0 0 0,0-1 0 0 0,0 1 0 0 0,0-1 0 0 0,1 1 0 0 0,-1-1-1 0 0,1 1 1 0 0,-1-1 0 0 0,1 0 0 0 0,0 1 0 0 0,0-1 0 0 0,-1 0 0 0 0,1-3 0 0 0,1 5 489 0 0,-1 0-1 0 0,1 0 0 0 0,-1-1 1 0 0,1 1-1 0 0,-1 0 0 0 0,1 0 1 0 0,-1 0-1 0 0,1-1 0 0 0,-1 1 0 0 0,1 0 1 0 0,-1 0-1 0 0,1 0 0 0 0,-1 0 1 0 0,1 0-1 0 0,-1 0 0 0 0,1 0 1 0 0,-1 0-1 0 0,1 0 0 0 0,0 0 1 0 0,-1 0-1 0 0,1 1 0 0 0,-1-1 0 0 0,1 0 1 0 0,-1 0-1 0 0,0 0 0 0 0,1 1 1 0 0,-1-1-1 0 0,1 0 0 0 0,-1 1 1 0 0,1-1-1 0 0,-1 0 0 0 0,0 1 1 0 0,1-1-1 0 0,17 12 659 0 0,-4 0 611 0 0,25 29-1 0 0,-30-30-1138 0 0,1-1 0 0 0,0 0 0 0 0,0 0 0 0 0,1-1-1 0 0,24 16 1 0 0,-31-23-215 0 0,-1-1-1 0 0,1 1 0 0 0,0-1 0 0 0,0 0 1 0 0,-1 0-1 0 0,1 0 0 0 0,0-1 1 0 0,0 1-1 0 0,0-1 0 0 0,0 0 1 0 0,0 0-1 0 0,0 0 0 0 0,0-1 0 0 0,0 1 1 0 0,0-1-1 0 0,0 0 0 0 0,0 0 1 0 0,0 0-1 0 0,-1-1 0 0 0,1 1 1 0 0,0-1-1 0 0,-1 0 0 0 0,1 0 0 0 0,-1 0 1 0 0,0-1-1 0 0,4-2 0 0 0,0-1 86 0 0,-1 0 0 0 0,1 0 0 0 0,-1 0 0 0 0,0-1 0 0 0,-1 1 0 0 0,1-2 0 0 0,-1 1 0 0 0,-1 0 0 0 0,0-1 0 0 0,7-16 0 0 0,-4 1-2 0 0,0 1 0 0 0,5-40 0 0 0,-8 32-671 0 0,13-37-1 0 0,-11 51-1611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55 12899 0 0,'47'-15'4161'0'0,"25"-4"-2368"0"0,-17 5-1822 0 0,-20 7-1511 0 0,-29 7 448 0 0,1 0-1 0 0,0 0 1 0 0,0 1-1 0 0,-1 0 1 0 0,11 2-1 0 0,-7 0 414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3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 8290 0 0,'1'0'368'0'0,"1"0"80"0"0,0 0-360 0 0,1 0-88 0 0,0 0 0 0 0,-1-1 0 0 0,3 1 312 0 0,1-2 40 0 0,7 0 16 0 0,3-1 0 0 0,2-1-576 0 0,1-2-112 0 0,-1 1-32 0 0,-2-1 0 0 0,1 1 352 0 0,-4-2 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10138 0 0,'53'-8'5402'0'0,"-44"5"-4422"0"0,0 1 0 0 0,1 1-1 0 0,-1-1 1 0 0,13 1 0 0 0,-18 2-882 0 0,1-1 1 0 0,-1 0-1 0 0,0 1 0 0 0,0 0 1 0 0,0 0-1 0 0,0 0 0 0 0,0 1 1 0 0,0-1-1 0 0,0 1 0 0 0,0 0 0 0 0,0 0 1 0 0,-1 0-1 0 0,1 1 0 0 0,-1-1 1 0 0,0 1-1 0 0,1 0 0 0 0,-1 0 1 0 0,-1 0-1 0 0,1 0 0 0 0,0 0 1 0 0,-1 1-1 0 0,1-1 0 0 0,-1 1 1 0 0,0 0-1 0 0,0-1 0 0 0,-1 1 0 0 0,3 7 1 0 0,1 9-173 0 0,0 0 0 0 0,-1 1 0 0 0,-2-1 0 0 0,1 34 0 0 0,2 2 169 0 0,18 99-55 0 0,-7-89-6632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2:47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0,'0'4'448'0'0,"0"0"-352"0"0,5 5 2345 0 0,-1-3-1073 0 0,1 2 8 0 0,3 3 233 0 0,2-3 55 0 0,2-1 0 0 0,0-3 9 0 0,2-4-1673 0 0,-2-4-352 0 0,1-4-64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5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11 246 1840 0 0,'-2'-2'349'0'0,"1"0"0"0"0,0-1 0 0 0,0 1 0 0 0,0-1 0 0 0,0 1 0 0 0,0-1 0 0 0,0 1 0 0 0,1-1 0 0 0,-1 1 0 0 0,1-1 0 0 0,0 0 0 0 0,-1-4 0 0 0,2-35 3450 0 0,-1 39-3419 0 0,1-5 585 0 0,0-1 0 0 0,0 1 0 0 0,1 0 0 0 0,-1-1 0 0 0,2 1 0 0 0,-1 0 0 0 0,7-12 0 0 0,-9 19-913 0 0,1-1 0 0 0,0 1 0 0 0,0-1 0 0 0,0 1 0 0 0,0 0 0 0 0,0 0 0 0 0,0-1 0 0 0,0 1 0 0 0,1 0 0 0 0,-1 0 0 0 0,0 0 0 0 0,1 0 0 0 0,-1 0 0 0 0,1 0 0 0 0,-1 0 0 0 0,1 1 0 0 0,-1-1 0 0 0,1 1 0 0 0,-1-1 0 0 0,1 1 0 0 0,0-1 0 0 0,-1 1 0 0 0,1 0 0 0 0,0 0 0 0 0,-1 0 0 0 0,1 0 0 0 0,0 0 0 0 0,-1 0 0 0 0,1 0 0 0 0,0 0 0 0 0,-1 1 0 0 0,1-1 0 0 0,-1 1 0 0 0,1-1 0 0 0,0 1 0 0 0,-1 0 0 0 0,1-1 0 0 0,-1 1 0 0 0,0 0 0 0 0,1 0 0 0 0,-1 0 0 0 0,0 0 0 0 0,3 3 0 0 0,4 2 47 0 0,0 2 0 0 0,-1-1 0 0 0,11 14 0 0 0,-14-16-61 0 0,-1 0 0 0 0,1 0 1 0 0,1-1-1 0 0,-1 1 1 0 0,0-1-1 0 0,1 0 1 0 0,0 0-1 0 0,0-1 1 0 0,0 1-1 0 0,0-1 1 0 0,1 0-1 0 0,0-1 0 0 0,10 5 1 0 0,-12-7-9 0 0,-1 0 0 0 0,0 0 0 0 0,1-1 0 0 0,-1 1 0 0 0,0-1 0 0 0,0 0 0 0 0,1 0 0 0 0,-1 0 0 0 0,0 0 0 0 0,0 0 0 0 0,0-1 0 0 0,0 1 0 0 0,0-1 1 0 0,0 0-1 0 0,-1 0 0 0 0,1 0 0 0 0,3-4 0 0 0,42-45 584 0 0,-44 46-562 0 0,10-14 131 0 0,21-36 1 0 0,-22 32-68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5.9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1 208 2761 0 0,'5'-10'1062'0'0,"0"0"0"0"0,0-1 0 0 0,-1 0 0 0 0,-1 0 0 0 0,1 0 0 0 0,1-12 0 0 0,-4 13-142 0 0,1 1 0 0 0,0 0 1 0 0,1 0-1 0 0,0 0 0 0 0,1 0 0 0 0,0 0 1 0 0,0 1-1 0 0,0-1 0 0 0,10-11 0 0 0,-13 18-875 0 0,0 1 0 0 0,1-1-1 0 0,-1 1 1 0 0,1-1 0 0 0,-1 1-1 0 0,1 0 1 0 0,-1 0-1 0 0,1 0 1 0 0,0 0 0 0 0,-1 0-1 0 0,1 0 1 0 0,0 0-1 0 0,0 1 1 0 0,0-1 0 0 0,-1 0-1 0 0,1 1 1 0 0,0 0-1 0 0,0-1 1 0 0,0 1 0 0 0,0 0-1 0 0,0 0 1 0 0,0 0-1 0 0,0 0 1 0 0,0 0 0 0 0,0 1-1 0 0,0-1 1 0 0,0 1 0 0 0,0-1-1 0 0,0 1 1 0 0,-1 0-1 0 0,1-1 1 0 0,0 1 0 0 0,0 0-1 0 0,-1 0 1 0 0,1 0-1 0 0,-1 1 1 0 0,1-1 0 0 0,-1 0-1 0 0,1 0 1 0 0,-1 1-1 0 0,3 2 1 0 0,5 8-47 0 0,1 0 0 0 0,-1 0 0 0 0,-1 1 1 0 0,9 20-1 0 0,-7-16 117 0 0,-3-4-143 0 0,1 0 0 0 0,0-1 0 0 0,1-1 0 0 0,0 1 0 0 0,1-1 0 0 0,17 15 0 0 0,-24-24 35 0 0,-1 0-1 0 0,1-1 1 0 0,-1 1-1 0 0,1 0 1 0 0,0-1-1 0 0,0 0 1 0 0,0 0-1 0 0,0 1 1 0 0,0-2-1 0 0,0 1 1 0 0,0 0-1 0 0,0-1 1 0 0,0 1-1 0 0,0-1 1 0 0,5 0-1 0 0,-5-1 28 0 0,0 0-1 0 0,0 0 1 0 0,0 0-1 0 0,0 0 1 0 0,0 0 0 0 0,-1-1-1 0 0,1 1 1 0 0,0-1-1 0 0,-1 0 1 0 0,1 0 0 0 0,-1 0-1 0 0,0 0 1 0 0,1 0-1 0 0,-1 0 1 0 0,0-1 0 0 0,0 1-1 0 0,-1-1 1 0 0,4-4-1 0 0,3-9-48 0 0,0 1 1 0 0,6-18-1 0 0,7-15-2989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6.6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76 229 3225 0 0,'-3'0'357'0'0,"0"-1"1"0"0,-1 1 0 0 0,1-1 0 0 0,0 1-1 0 0,0-1 1 0 0,0 0 0 0 0,0 0-1 0 0,0-1 1 0 0,0 1 0 0 0,0 0-1 0 0,0-1 1 0 0,0 0 0 0 0,1 0 0 0 0,-1 0-1 0 0,1 0 1 0 0,-1 0 0 0 0,1 0-1 0 0,0-1 1 0 0,0 1 0 0 0,0-1-1 0 0,0 1 1 0 0,0-1 0 0 0,1 0 0 0 0,-1 0-1 0 0,1 0 1 0 0,-2-4 0 0 0,1 3 229 0 0,1 0 1 0 0,0-1-1 0 0,0 1 1 0 0,0 0-1 0 0,1-1 1 0 0,-1 1-1 0 0,1 0 0 0 0,0-1 1 0 0,0 1-1 0 0,2-7 1 0 0,-2 7-414 0 0,1 1-1 0 0,0 0 1 0 0,0 0 0 0 0,1 0 0 0 0,-1 0-1 0 0,0 0 1 0 0,1 0 0 0 0,3-5-1 0 0,4-1-27 0 0,1 0-1 0 0,0 0 1 0 0,0 1-1 0 0,1 1 0 0 0,0-1 1 0 0,1 2-1 0 0,0 0 0 0 0,0 0 1 0 0,0 1-1 0 0,0 0 0 0 0,24-5 1 0 0,-35 10-143 0 0,0-1 0 0 0,0 1 0 0 0,1 0-1 0 0,-1 0 1 0 0,0-1 0 0 0,1 1 0 0 0,-1 0 0 0 0,0 0 0 0 0,1 0 0 0 0,-1 0 0 0 0,0 1 0 0 0,0-1 0 0 0,1 0 0 0 0,-1 0-1 0 0,0 1 1 0 0,1-1 0 0 0,-1 1 0 0 0,0-1 0 0 0,0 1 0 0 0,0 0 0 0 0,0-1 0 0 0,1 1 0 0 0,0 1 0 0 0,-1 0-2 0 0,0 0 0 0 0,0-1 0 0 0,0 1 1 0 0,0 0-1 0 0,-1-1 0 0 0,1 1 1 0 0,-1 0-1 0 0,1 0 0 0 0,-1 0 0 0 0,0 0 1 0 0,1-1-1 0 0,-1 1 0 0 0,0 0 0 0 0,-1 4 1 0 0,-1 8-8 0 0,0-1 0 0 0,-1 1 1 0 0,-9 22-1 0 0,8-23 4 0 0,-6 18 192 0 0,3-12-862 0 0,1 0 1 0 0,0 0-1 0 0,2 0 0 0 0,-4 37 0 0 0,8-51 524 0 0,0 0 0 0 0,0-1-1 0 0,1 1 1 0 0,-1 0 0 0 0,1-1 0 0 0,0 1 0 0 0,0-1 0 0 0,1 1-1 0 0,-1-1 1 0 0,1 1 0 0 0,0-1 0 0 0,0 0 0 0 0,0 0 0 0 0,1 0-1 0 0,-1 0 1 0 0,1 0 0 0 0,0-1 0 0 0,0 1 0 0 0,1-1-1 0 0,-1 0 1 0 0,1 0 0 0 0,-1 0 0 0 0,1 0 0 0 0,0-1 0 0 0,8 5-1 0 0,-5-4 522 0 0,1 0-1 0 0,0 0 1 0 0,0 0-1 0 0,0-1 1 0 0,0-1-1 0 0,0 1 1 0 0,1-1-1 0 0,15 0 1 0 0,-18-1-195 0 0,0-1 1 0 0,-1 1 0 0 0,1-1 0 0 0,-1 0 0 0 0,1 0 0 0 0,0-1-1 0 0,-1 0 1 0 0,0 0 0 0 0,1 0 0 0 0,-1-1 0 0 0,0 1 0 0 0,0-1-1 0 0,8-7 1 0 0,-12 9-135 0 0,0-1-1 0 0,0 0 1 0 0,0 0-1 0 0,0 1 1 0 0,0-1-1 0 0,0 0 1 0 0,-1 0 0 0 0,1 0-1 0 0,-1 0 1 0 0,1 0-1 0 0,-1 0 1 0 0,0 0-1 0 0,0 0 1 0 0,0 0-1 0 0,0 0 1 0 0,0 0-1 0 0,0 0 1 0 0,0 0-1 0 0,-1-1 1 0 0,1 1-1 0 0,-1 1 1 0 0,1-1 0 0 0,-1 0-1 0 0,0 0 1 0 0,0 0-1 0 0,0 0 1 0 0,0 0-1 0 0,-2-2 1 0 0,-1-3 27 0 0,0 1 0 0 0,0-1 0 0 0,-1 1 0 0 0,1 0 0 0 0,-2 0 1 0 0,-7-7-1 0 0,5 8-24 0 0,0-1 0 0 0,0 2 0 0 0,0-1 0 0 0,-1 1 1 0 0,1 0-1 0 0,-1 1 0 0 0,-11-3 0 0 0,-69-11 13 0 0,4 1-5574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7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8 249 7834 0 0,'-7'-21'12738'0'0,"18"27"-11372"0"0,-2 0-1089 0 0,-2 0 0 0 0,1 1 0 0 0,-1-1 0 0 0,12 15 0 0 0,-15-15-241 0 0,1 0-1 0 0,0-1 1 0 0,0 0 0 0 0,1 0-1 0 0,-1 0 1 0 0,1 0-1 0 0,0-1 1 0 0,1 0-1 0 0,-1 0 1 0 0,14 5-1 0 0,-15-7 7 0 0,1 0-1 0 0,0-1 1 0 0,0 1-1 0 0,0-1 1 0 0,0 0-1 0 0,0 0 0 0 0,1-1 1 0 0,-1 0-1 0 0,0 0 1 0 0,0-1-1 0 0,0 1 1 0 0,0-1-1 0 0,9-3 1 0 0,-14 3-12 0 0,-1 1 0 0 0,0 0 1 0 0,0-1-1 0 0,1 1 1 0 0,-1 0-1 0 0,0-1 1 0 0,0 1-1 0 0,1-1 1 0 0,-1 1-1 0 0,0-1 1 0 0,0 1-1 0 0,0-1 1 0 0,0 1-1 0 0,0 0 1 0 0,0-1-1 0 0,0 1 0 0 0,0-1 1 0 0,0 1-1 0 0,0-1 1 0 0,0 1-1 0 0,0-1 1 0 0,0 1-1 0 0,0-1 1 0 0,0 1-1 0 0,0-1 1 0 0,0 1-1 0 0,0-1 1 0 0,-1 1-1 0 0,1 0 1 0 0,0-1-1 0 0,-1 0 0 0 0,-10-21 533 0 0,3 4-140 0 0,5-4-260 0 0,2-1-1 0 0,1 0 1 0 0,5-38-1 0 0,-1-4-316 0 0,-4 47-575 0 0,1 1 0 0 0,1-1 1 0 0,5-21-1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8.5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 5529 0 0,'0'-3'410'0'0,"0"1"0"0"0,1-1 0 0 0,-1 0 0 0 0,1 1 0 0 0,-1-1 0 0 0,1 0 0 0 0,0 1 0 0 0,0-1 0 0 0,0 1 0 0 0,0-1 0 0 0,0 1 0 0 0,1 0 0 0 0,-1-1 0 0 0,1 1 0 0 0,0 0 0 0 0,0 0 0 0 0,-1 0 0 0 0,1 0 0 0 0,0 1 0 0 0,1-1 0 0 0,-1 0 0 0 0,0 1 0 0 0,0-1 0 0 0,1 1 0 0 0,-1 0 0 0 0,1 0 0 0 0,-1 0 0 0 0,1 0 0 0 0,-1 0 0 0 0,6 0 0 0 0,-4 0-250 0 0,0 0 0 0 0,0 1-1 0 0,1-1 1 0 0,-1 1 0 0 0,0 0 0 0 0,0 1 0 0 0,0-1-1 0 0,0 1 1 0 0,0-1 0 0 0,0 1 0 0 0,0 0 0 0 0,0 1 0 0 0,0-1-1 0 0,0 1 1 0 0,0-1 0 0 0,-1 1 0 0 0,1 0 0 0 0,-1 1-1 0 0,6 3 1 0 0,18 29 41 0 0,-24-30-213 0 0,1 0 0 0 0,-1 0 0 0 0,1 0 0 0 0,0 0 0 0 0,1-1 0 0 0,6 6 0 0 0,-8-8 33 0 0,-1-1-1 0 0,1 0 0 0 0,0 0 0 0 0,-1 0 1 0 0,1 0-1 0 0,0 0 0 0 0,0 0 1 0 0,-1-1-1 0 0,1 1 0 0 0,0-1 1 0 0,0 0-1 0 0,0 0 0 0 0,0 0 1 0 0,-1 0-1 0 0,1-1 0 0 0,0 1 0 0 0,0-1 1 0 0,4-1-1 0 0,1-1 83 0 0,0 0 0 0 0,0 0 1 0 0,-1-1-1 0 0,1 0 0 0 0,-1-1 0 0 0,0 0 0 0 0,0 0 1 0 0,-1-1-1 0 0,1 1 0 0 0,-1-1 0 0 0,-1-1 0 0 0,9-10 1 0 0,15-14 21 0 0,-29 31-162 0 0,0 0 0 0 0,0 0 1 0 0,0 0-1 0 0,0 0 0 0 0,0 0 0 0 0,0 0 0 0 0,0 1 0 0 0,0-1 1 0 0,0 0-1 0 0,0 0 0 0 0,0 0 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8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60 2304 0 0,'38'-37'10153'0'0,"-36"35"-9747"0"0,0 0 0 0 0,0 0 0 0 0,1 0 0 0 0,-1 0 0 0 0,1 0 0 0 0,-1 0 0 0 0,1 1 0 0 0,0 0 0 0 0,0-1 0 0 0,0 1 1 0 0,0 0-1 0 0,0 0 0 0 0,0 1 0 0 0,0-1 0 0 0,6 0 0 0 0,-5 2-262 0 0,0-1 0 0 0,1 1 0 0 0,-1 0 1 0 0,0 1-1 0 0,0-1 0 0 0,0 1 0 0 0,0 0 1 0 0,0 0-1 0 0,0 0 0 0 0,6 4 0 0 0,7 6-101 0 0,1-1-1 0 0,0-1 0 0 0,1-1 0 0 0,0 0 1 0 0,28 7-1 0 0,-42-14 7 0 0,1-1 1 0 0,0 0-1 0 0,0 0 0 0 0,0 0 1 0 0,-1-1-1 0 0,1 0 1 0 0,0 0-1 0 0,0 0 0 0 0,0-1 1 0 0,0 0-1 0 0,0 0 1 0 0,-1 0-1 0 0,1-1 0 0 0,-1 0 1 0 0,1 0-1 0 0,-1-1 1 0 0,1 1-1 0 0,-1-1 0 0 0,0 0 1 0 0,0-1-1 0 0,-1 1 1 0 0,1-1-1 0 0,-1 0 0 0 0,5-5 1 0 0,-6 6-64 0 0,-1 0 0 0 0,1 0 1 0 0,-1 0-1 0 0,0-1 0 0 0,0 1 1 0 0,3-8-1 0 0,-2-4-6154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9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88 2761 0 0,'-1'0'266'0'0,"-1"-1"1"0"0,1 0 0 0 0,0 1-1 0 0,0-1 1 0 0,0 0 0 0 0,-1 0 0 0 0,1 0-1 0 0,0 0 1 0 0,0 0 0 0 0,0 0-1 0 0,0 0 1 0 0,1-1 0 0 0,-1 1 0 0 0,0 0-1 0 0,0 0 1 0 0,1-1 0 0 0,-1 1-1 0 0,1 0 1 0 0,-1-1 0 0 0,1 1 0 0 0,0-1-1 0 0,-1 1 1 0 0,1 0 0 0 0,0-1 0 0 0,0 1-1 0 0,0-1 1 0 0,0 1 0 0 0,0-1-1 0 0,0 1 1 0 0,1-1 0 0 0,-1 1 0 0 0,0 0-1 0 0,1-1 1 0 0,-1 1 0 0 0,1-1-1 0 0,-1 1 1 0 0,1 0 0 0 0,0 0 0 0 0,-1-1-1 0 0,1 1 1 0 0,0 0 0 0 0,0 0-1 0 0,0 0 1 0 0,0 0 0 0 0,0 0 0 0 0,0 0-1 0 0,0 0 1 0 0,1 0 0 0 0,-1 0-1 0 0,0 1 1 0 0,2-2 0 0 0,3-2 184 0 0,0 1-1 0 0,0 0 1 0 0,0 0 0 0 0,0 0 0 0 0,1 1 0 0 0,-1 0-1 0 0,1 0 1 0 0,-1 1 0 0 0,1 0 0 0 0,8-1 0 0 0,-13 2-435 0 0,0 0 0 0 0,1 0 0 0 0,-1 0-1 0 0,0 1 1 0 0,0-1 0 0 0,1 1 0 0 0,-1 0 0 0 0,0-1 0 0 0,0 1 0 0 0,0 0 0 0 0,0 0 0 0 0,0 0 0 0 0,0 0 0 0 0,0 1 0 0 0,0-1 0 0 0,0 1 0 0 0,-1-1 0 0 0,1 1 0 0 0,0-1 0 0 0,-1 1 0 0 0,0 0 0 0 0,1 0 0 0 0,-1 0 0 0 0,0 0 0 0 0,0 0 0 0 0,0 0 0 0 0,0 0 0 0 0,1 3 0 0 0,1 7 95 0 0,0 0 1 0 0,0 0 0 0 0,-1 0 0 0 0,0 17 0 0 0,6 25 74 0 0,-2-26-80 0 0,10 29 358 0 0,-15-54-442 0 0,0 0 0 0 0,0 0 1 0 0,0 0-1 0 0,1 0 0 0 0,0 0 0 0 0,-1-1 1 0 0,1 1-1 0 0,0-1 0 0 0,0 1 1 0 0,0-1-1 0 0,1 0 0 0 0,-1 0 0 0 0,0 0 1 0 0,5 3-1 0 0,-4-4-5 0 0,0 0-1 0 0,0 0 1 0 0,0-1-1 0 0,0 1 1 0 0,0-1-1 0 0,0 0 1 0 0,0 1-1 0 0,0-1 1 0 0,0-1-1 0 0,0 1 1 0 0,0 0-1 0 0,0-1 1 0 0,0 0 0 0 0,0 1-1 0 0,5-3 1 0 0,50-24-588 0 0,-30 12-204 0 0,51-25-4304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19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16 368 4609 0 0,'-6'-25'1120'0'0,"-4"-20"14550"0"0,25 50-14143 0 0,18 8-1425 0 0,-3 10 187 0 0,-22-15-271 0 0,2 0 0 0 0,-1-1 0 0 0,1 0 0 0 0,0 0 0 0 0,12 5-1 0 0,-19-11-9 0 0,-1 0 0 0 0,1-1-1 0 0,-1 1 1 0 0,0 0 0 0 0,1-1-1 0 0,-1 1 1 0 0,1-1-1 0 0,0 0 1 0 0,-1 0 0 0 0,1 0-1 0 0,-1 0 1 0 0,1 0-1 0 0,-1 0 1 0 0,1-1 0 0 0,-1 0-1 0 0,1 1 1 0 0,-1-1 0 0 0,0 0-1 0 0,1 0 1 0 0,-1 0-1 0 0,0 0 1 0 0,1-1 0 0 0,-1 1-1 0 0,0 0 1 0 0,0-1 0 0 0,0 0-1 0 0,0 1 1 0 0,-1-1-1 0 0,3-3 1 0 0,-3 4 38 0 0,1-1 0 0 0,-1 0 0 0 0,0 0 0 0 0,0 0 0 0 0,0 0 0 0 0,0-1 0 0 0,-1 1 0 0 0,1 0 0 0 0,0 0 1 0 0,-1 0-1 0 0,0 0 0 0 0,1-1 0 0 0,-1 1 0 0 0,0 0 0 0 0,0-1 0 0 0,0 1 0 0 0,-1-3 0 0 0,-11-45 977 0 0,9 42-865 0 0,1 1 1 0 0,0-2 0 0 0,0 1 0 0 0,0-10 0 0 0,3 0-89 0 0,0 0 1 0 0,2-1-1 0 0,0 1 1 0 0,1 0-1 0 0,12-33 1 0 0,-8 30-1059 0 0,1 0 1 0 0,15-23 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0.1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48 189 2304 0 0,'-1'1'212'0'0,"0"0"-1"0"0,0-1 1 0 0,0 0-1 0 0,0 1 1 0 0,0-1-1 0 0,0 1 1 0 0,0-1-1 0 0,0 0 1 0 0,0 0-1 0 0,-1 0 0 0 0,1 0 1 0 0,0 0-1 0 0,0 0 1 0 0,0 0-1 0 0,0 0 1 0 0,0 0-1 0 0,0 0 1 0 0,0 0-1 0 0,0-1 0 0 0,0 1 1 0 0,0 0-1 0 0,0-1 1 0 0,0 1-1 0 0,-2-2 1 0 0,2 1 135 0 0,-1-1 1 0 0,1 1-1 0 0,-1-1 1 0 0,1 1-1 0 0,0-1 1 0 0,0 0-1 0 0,0 1 1 0 0,0-1-1 0 0,0 0 1 0 0,0 0-1 0 0,0 0 1 0 0,0-3-1 0 0,-1 0 302 0 0,1-1 0 0 0,1 1-1 0 0,-1 0 1 0 0,0 0-1 0 0,1-1 1 0 0,0 1-1 0 0,1-1 1 0 0,-1 1 0 0 0,1 0-1 0 0,1-7 1 0 0,1 7-416 0 0,0 0 1 0 0,0 0-1 0 0,0 0 1 0 0,1 0-1 0 0,0 1 1 0 0,0-1-1 0 0,0 1 1 0 0,0 0-1 0 0,1 0 1 0 0,-1 1-1 0 0,1-1 1 0 0,0 1-1 0 0,9-5 1 0 0,-1 2-182 0 0,-1 0 0 0 0,1 1 0 0 0,0 0 1 0 0,24-5-1 0 0,-34 9-50 0 0,1 0 0 0 0,-1 1 0 0 0,0 0 0 0 0,1-1 1 0 0,-1 1-1 0 0,0 0 0 0 0,1 1 0 0 0,-1-1 0 0 0,0 1 0 0 0,0-1 1 0 0,1 1-1 0 0,-1 0 0 0 0,0 0 0 0 0,0 0 0 0 0,0 1 0 0 0,0-1 1 0 0,0 1-1 0 0,3 2 0 0 0,-2-1-2 0 0,-1 0 0 0 0,0 0-1 0 0,-1 0 1 0 0,1 1 0 0 0,0-1 0 0 0,-1 1 0 0 0,0 0 0 0 0,0-1 0 0 0,0 1-1 0 0,0 0 1 0 0,-1 0 0 0 0,2 6 0 0 0,0 6-77 0 0,0-1 1 0 0,-1 1 0 0 0,-1 0-1 0 0,-1-1 1 0 0,0 1-1 0 0,-4 23 1 0 0,-2-2-642 0 0,-3 0 0 0 0,-19 53 1 0 0,17-58 341 0 0,1 1 1 0 0,2 0 0 0 0,-7 46 0 0 0,15-76 492 0 0,0-1-1 0 0,0 1 1 0 0,0-1 0 0 0,0 1 0 0 0,1-1 0 0 0,-1 0 0 0 0,1 1 0 0 0,-1-1 0 0 0,1 1 0 0 0,0-1-1 0 0,0 0 1 0 0,0 0 0 0 0,0 1 0 0 0,0-1 0 0 0,0 0 0 0 0,1 0 0 0 0,-1 0 0 0 0,1 0-1 0 0,0-1 1 0 0,-1 1 0 0 0,1 0 0 0 0,0-1 0 0 0,0 1 0 0 0,0-1 0 0 0,0 1 0 0 0,0-1 0 0 0,0 0-1 0 0,1 0 1 0 0,-1 0 0 0 0,0 0 0 0 0,0 0 0 0 0,4 0 0 0 0,8 2 61 0 0,0 0 1 0 0,1-1 0 0 0,-1 0-1 0 0,20-1 1 0 0,-15-1-28 0 0,131-4 636 0 0,-86-2-5291 0 0,-45 4 1605 0 0,2 1-4375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0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624 211 5065 0 0,'-15'-50'1795'0'0,"12"36"-1132"0"0,0 1 0 0 0,-1-1-1 0 0,-1 1 1 0 0,0 0 0 0 0,0 1 0 0 0,-2-1 0 0 0,1 1 0 0 0,-2 1-1 0 0,-10-15 1 0 0,16 24-434 0 0,-1 0 0 0 0,0 0 0 0 0,0 0 0 0 0,0 0 0 0 0,-1 1 0 0 0,1-1-1 0 0,0 1 1 0 0,0 0 0 0 0,-1 0 0 0 0,1 0 0 0 0,-1 0 0 0 0,1 1 0 0 0,-1-1 0 0 0,1 1 0 0 0,-1 0-1 0 0,0 0 1 0 0,1 0 0 0 0,-1 0 0 0 0,1 1 0 0 0,-1 0 0 0 0,1-1 0 0 0,-1 1 0 0 0,1 1 0 0 0,0-1-1 0 0,-6 3 1 0 0,-7 3 256 0 0,1 1 0 0 0,0 0 0 0 0,-28 21 0 0 0,16-7-403 0 0,1 2 0 0 0,0 1-1 0 0,2 1 1 0 0,2 2 0 0 0,0 0 0 0 0,2 1-1 0 0,0 1 1 0 0,3 0 0 0 0,-15 34 0 0 0,6 2-114 0 0,3 1-1 0 0,3 1 1 0 0,3 0 0 0 0,2 1 0 0 0,4 1 0 0 0,-2 84-1 0 0,11-122-14 0 0,2 0-1 0 0,1 0 0 0 0,1 0 1 0 0,2 0-1 0 0,10 35 0 0 0,-10-51 24 0 0,1 1-1 0 0,1-1 1 0 0,1-1 0 0 0,0 1-1 0 0,1-1 1 0 0,0-1 0 0 0,2 1-1 0 0,-1-1 1 0 0,2-1-1 0 0,0 0 1 0 0,16 15 0 0 0,-2-7 78 0 0,0 0 0 0 0,2-2 0 0 0,0-1 1 0 0,1-2-1 0 0,1 0 0 0 0,0-2 1 0 0,1-1-1 0 0,0-1 0 0 0,1-2 1 0 0,1-1-1 0 0,-1-2 0 0 0,1-1 1 0 0,1-1-1 0 0,-1-2 0 0 0,0-1 1 0 0,1-1-1 0 0,60-8 0 0 0,-58 2 94 0 0,-2-1 0 0 0,1-2 0 0 0,-1-1 0 0 0,0-2 0 0 0,-1-1 0 0 0,0-1 0 0 0,-1-2 0 0 0,-1-1 0 0 0,51-36 0 0 0,-62 37-121 0 0,1 0 0 0 0,-2-2 1 0 0,0 0-1 0 0,-1-1 0 0 0,-1 0 0 0 0,-1-2 1 0 0,0 1-1 0 0,-2-2 0 0 0,0 0 0 0 0,-1-1 1 0 0,-2 0-1 0 0,0 0 0 0 0,-1-1 0 0 0,8-35 1 0 0,-13 32-21 0 0,0 0 0 0 0,-3-1 0 0 0,0 1 0 0 0,-1 0 0 0 0,-2 0 0 0 0,0 0 1 0 0,-2 0-1 0 0,-1 0 0 0 0,-1 0 0 0 0,-18-47 0 0 0,-6-1 93 0 0,-4 1 0 0 0,-54-85 0 0 0,63 116-38 0 0,-2 1 0 0 0,-1 1-1 0 0,-2 2 1 0 0,-2 1 0 0 0,-37-33-1 0 0,52 55-97 0 0,-1 1 0 0 0,0 1 0 0 0,-1 0-1 0 0,0 2 1 0 0,-33-15 0 0 0,38 21-72 0 0,1 0 1 0 0,-1 1-1 0 0,-1 0 1 0 0,1 1-1 0 0,0 1 1 0 0,-1 0-1 0 0,1 1 0 0 0,-1 0 1 0 0,-21 3-1 0 0,-7 7-1896 0 0,5 8-5855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1.3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51 21661 0 0,'-1'-2'-7'0'0,"1"-1"1"0"0,-1 0 0 0 0,0 1 0 0 0,0-1 0 0 0,-1 0 0 0 0,1 1-1 0 0,0 0 1 0 0,-1-1 0 0 0,0 1 0 0 0,0 0 0 0 0,1 0-1 0 0,-1 0 1 0 0,0 0 0 0 0,-1 0 0 0 0,1 0 0 0 0,0 0 0 0 0,0 1-1 0 0,-1-1 1 0 0,1 1 0 0 0,-1 0 0 0 0,1-1 0 0 0,-1 1-1 0 0,0 0 1 0 0,1 1 0 0 0,-1-1 0 0 0,0 0 0 0 0,0 1 0 0 0,0 0-1 0 0,1-1 1 0 0,-1 1 0 0 0,0 0 0 0 0,0 1 0 0 0,0-1-1 0 0,0 0 1 0 0,1 1 0 0 0,-1 0 0 0 0,-3 1 0 0 0,-21 15 2056 0 0,21-11-2050 0 0,0 1 0 0 0,1 0 1 0 0,0 0-1 0 0,0 0 1 0 0,1 1-1 0 0,0-1 1 0 0,0 1-1 0 0,1 0 0 0 0,0 0 1 0 0,1 1-1 0 0,-1-1 1 0 0,1 0-1 0 0,-1 13 0 0 0,0 9 4 0 0,1 0 0 0 0,2 45 0 0 0,2-28-69 0 0,3 1 1 0 0,18 82-1 0 0,-20-113 42 0 0,2-1 1 0 0,0 0-1 0 0,1-1 1 0 0,1 1-1 0 0,0-1 1 0 0,1-1-1 0 0,1 1 1 0 0,0-1-1 0 0,1-1 1 0 0,1 0-1 0 0,17 17 1 0 0,-22-24-21 0 0,1-1 0 0 0,0 0-1 0 0,1 0 1 0 0,-1 0 0 0 0,1-1 0 0 0,0-1 0 0 0,0 1 0 0 0,0-1 0 0 0,1-1-1 0 0,-1 1 1 0 0,1-2 0 0 0,-1 1 0 0 0,1-1 0 0 0,0 0 0 0 0,-1-1 0 0 0,1 0-1 0 0,0 0 1 0 0,0-1 0 0 0,-1 0 0 0 0,1-1 0 0 0,-1 1 0 0 0,14-6 0 0 0,-15 4 44 0 0,0 1 0 0 0,0-2 0 0 0,0 1 1 0 0,-1-1-1 0 0,1 0 0 0 0,-1 0 1 0 0,0-1-1 0 0,0 0 0 0 0,-1 0 0 0 0,1 0 1 0 0,-1-1-1 0 0,0 1 0 0 0,-1-1 1 0 0,1-1-1 0 0,-1 1 0 0 0,-1-1 0 0 0,1 1 1 0 0,-1-1-1 0 0,0 0 0 0 0,0 0 1 0 0,-1 0-1 0 0,0-1 0 0 0,0 1 1 0 0,-1-1-1 0 0,0 1 0 0 0,0-9 0 0 0,-1-1 107 0 0,0 0 0 0 0,-1 0 0 0 0,-1 1 0 0 0,-1-1 1 0 0,0 1-1 0 0,-2 0 0 0 0,1-1 0 0 0,-9-16 0 0 0,29 91 221 0 0,-9-44-328 0 0,1 0 1 0 0,0 0-1 0 0,0-1 0 0 0,1 0 0 0 0,1-1 1 0 0,0 0-1 0 0,1-1 0 0 0,1 0 0 0 0,-1 0 1 0 0,1-1-1 0 0,1-1 0 0 0,23 14 0 0 0,-28-19 42 0 0,-1 0 0 0 0,1-1 1 0 0,0 1-1 0 0,0-2 0 0 0,0 1 0 0 0,0-1 0 0 0,0 0 0 0 0,0-1 0 0 0,1 0 0 0 0,-1 0 0 0 0,1-1 0 0 0,-1 0 0 0 0,0 0 0 0 0,1-1 0 0 0,-1 0 0 0 0,1-1 1 0 0,-1 0-1 0 0,0 0 0 0 0,0-1 0 0 0,0 0 0 0 0,0 0 0 0 0,-1-1 0 0 0,1 0 0 0 0,-1 0 0 0 0,9-7 0 0 0,-8 4 41 0 0,0-1 0 0 0,-1 1 0 0 0,0-2 1 0 0,0 1-1 0 0,-1-1 0 0 0,0 0 0 0 0,-1 0 0 0 0,0-1 0 0 0,0 0 0 0 0,-1 0 0 0 0,0 0 0 0 0,-1 0 0 0 0,0-1 0 0 0,0 1 0 0 0,-1-1 1 0 0,-1 0-1 0 0,0 1 0 0 0,0-1 0 0 0,-1 0 0 0 0,0 0 0 0 0,-1 0 0 0 0,-3-11 0 0 0,2 10-146 0 0,0-1 0 0 0,-1 1 0 0 0,-1 1 0 0 0,0-1-1 0 0,0 1 1 0 0,-1-1 0 0 0,-1 1 0 0 0,-11-17 0 0 0,12 21-239 0 0,-1 0 0 0 0,1 0 0 0 0,-1 1 0 0 0,-1-1 0 0 0,1 2-1 0 0,-1-1 1 0 0,0 1 0 0 0,-1 0 0 0 0,1 0 0 0 0,-1 1 0 0 0,0 0 0 0 0,-13-5 0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1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0 6913 0 0,'-4'13'9854'0'0,"5"-12"-9586"0"0,7 11 1078 0 0,22 54 2627 0 0,3 38-2974 0 0,-3-8-976 0 0,-30-96-34 0 0,0 0 0 0 0,0 0 0 0 0,0-1 0 0 0,0 1 1 0 0,0 0-1 0 0,0 0 0 0 0,0 0 0 0 0,0 0 1 0 0,0 0-1 0 0,1-1 0 0 0,-1 1 0 0 0,0 0 0 0 0,0 0 1 0 0,0 0-1 0 0,0 0 0 0 0,0 0 0 0 0,0 0 0 0 0,0 0 1 0 0,0-1-1 0 0,1 1 0 0 0,-1 0 0 0 0,0 0 0 0 0,0 0 1 0 0,0 0-1 0 0,0 0 0 0 0,0 0 0 0 0,0 0 0 0 0,1 0 1 0 0,-1 0-1 0 0,0 0 0 0 0,0 0 0 0 0,0 0 0 0 0,0 0 1 0 0,1 0-1 0 0,-1 0 0 0 0,0 0 0 0 0,0 0 1 0 0,0 0-1 0 0,0 0 0 0 0,0 0 0 0 0,1 0 0 0 0,-1 0 1 0 0,0 0-1 0 0,0 0 0 0 0,0 0 0 0 0,0 0 0 0 0,0 0 1 0 0,1 0-1 0 0,-1 0 0 0 0,0 0 0 0 0,0 1 0 0 0,0-1 1 0 0,0 0-1 0 0,0 0 0 0 0,0 0 0 0 0,0 0 0 0 0,0 0 1 0 0,1 0-1 0 0,-1 1 0 0 0,0-1 0 0 0,0 0 1 0 0,0 0-1 0 0,0 0 0 0 0,0 0 0 0 0,0 0 0 0 0,0 1 1 0 0,0-1-1 0 0,0 0 0 0 0,0 0 0 0 0,8-20-375 0 0,5-27 237 0 0,-11 38 140 0 0,18-67 326 0 0,-18 71-249 0 0,-1 0 1 0 0,1 1 0 0 0,0-1 0 0 0,1 1 0 0 0,-1 0-1 0 0,1 0 1 0 0,0 0 0 0 0,0 0 0 0 0,0 0 0 0 0,0 1-1 0 0,1-1 1 0 0,-1 1 0 0 0,6-4 0 0 0,-6 6-38 0 0,-1 0 0 0 0,1-1-1 0 0,0 1 1 0 0,0 1 0 0 0,0-1 0 0 0,0 0 0 0 0,-1 1 0 0 0,1-1 0 0 0,0 1 0 0 0,0 0 0 0 0,0 0 0 0 0,0 0 0 0 0,0 1 0 0 0,0-1 0 0 0,0 1 0 0 0,0-1 0 0 0,0 1 0 0 0,0 0-1 0 0,-1 0 1 0 0,1 0 0 0 0,0 1 0 0 0,-1-1 0 0 0,1 1 0 0 0,-1-1 0 0 0,1 1 0 0 0,-1 0 0 0 0,0 0 0 0 0,2 2 0 0 0,3 2 19 0 0,-1 0 1 0 0,0 1-1 0 0,0 0 0 0 0,-1 0 1 0 0,0 0-1 0 0,0 1 1 0 0,-1 0-1 0 0,4 8 1 0 0,9 34 522 0 0,17 70-1 0 0,-17-52-2531 0 0,3-1-4380 0 0,-13-47-1205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1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176 134 11747 0 0,'7'-63'2445'0'0,"-6"59"-2010"0"0,-1 0 0 0 0,-1-1 0 0 0,1 1 0 0 0,0 0-1 0 0,-1-1 1 0 0,0 1 0 0 0,0 0 0 0 0,0 0 0 0 0,-1-1 0 0 0,1 1 0 0 0,-1 0 0 0 0,-3-4 0 0 0,4 7-361 0 0,0 0 1 0 0,0 0-1 0 0,1 0 1 0 0,-1 0 0 0 0,-1 0-1 0 0,1 1 1 0 0,0-1-1 0 0,0 0 1 0 0,0 1 0 0 0,0-1-1 0 0,0 1 1 0 0,-1-1-1 0 0,1 1 1 0 0,0-1 0 0 0,0 1-1 0 0,-1 0 1 0 0,1 0-1 0 0,0-1 1 0 0,-1 1 0 0 0,1 0-1 0 0,0 0 1 0 0,0 0-1 0 0,-1 1 1 0 0,1-1 0 0 0,0 0-1 0 0,-1 0 1 0 0,1 1-1 0 0,0-1 1 0 0,0 1 0 0 0,-1-1-1 0 0,1 1 1 0 0,0 0-1 0 0,0-1 1 0 0,0 1 0 0 0,0 0-1 0 0,0 0 1 0 0,0-1-1 0 0,0 1 1 0 0,0 0 0 0 0,-1 1-1 0 0,-6 6 12 0 0,0-1 1 0 0,1 1-1 0 0,-10 14 0 0 0,15-19-27 0 0,-2 2-39 0 0,-46 67 143 0 0,47-66-183 0 0,0 0 0 0 0,0 0 0 0 0,0 1 0 0 0,0-1 0 0 0,1 1 0 0 0,0-1 0 0 0,0 1 0 0 0,1 0-1 0 0,0 0 1 0 0,0 10 0 0 0,1-16-2 0 0,-1 1 0 0 0,1-1-1 0 0,0 0 1 0 0,0 1 0 0 0,0-1-1 0 0,0 1 1 0 0,1-1 0 0 0,-1 1-1 0 0,0-1 1 0 0,0 0 0 0 0,1 1 0 0 0,-1-1-1 0 0,1 0 1 0 0,0 1 0 0 0,-1-1-1 0 0,1 0 1 0 0,0 0 0 0 0,-1 1-1 0 0,1-1 1 0 0,0 0 0 0 0,0 0-1 0 0,0 0 1 0 0,0 0 0 0 0,0 0-1 0 0,1 0 1 0 0,-1 0 0 0 0,0-1-1 0 0,0 1 1 0 0,0 0 0 0 0,1-1 0 0 0,-1 1-1 0 0,0-1 1 0 0,1 1 0 0 0,-1-1-1 0 0,1 1 1 0 0,-1-1 0 0 0,0 0-1 0 0,1 0 1 0 0,-1 0 0 0 0,1 0-1 0 0,-1 0 1 0 0,3 0 0 0 0,0-1-159 0 0,1 0 0 0 0,-1-1 1 0 0,0 1-1 0 0,0-1 0 0 0,1 0 1 0 0,-1 0-1 0 0,0 0 0 0 0,-1-1 0 0 0,1 0 1 0 0,0 1-1 0 0,-1-1 0 0 0,5-4 1 0 0,0-4-3 0 0,1 0 1 0 0,-1-1 0 0 0,-1 0 0 0 0,0 0-1 0 0,-1 0 1 0 0,0-1 0 0 0,5-18 0 0 0,14-29 2420 0 0,-25 59-2179 0 0,0 1 1 0 0,1-1 0 0 0,-1 1-1 0 0,0-1 1 0 0,1 1 0 0 0,-1-1-1 0 0,0 1 1 0 0,1-1 0 0 0,-1 1-1 0 0,0 0 1 0 0,1-1 0 0 0,-1 1-1 0 0,1-1 1 0 0,-1 1 0 0 0,0 0-1 0 0,1 0 1 0 0,-1-1 0 0 0,1 1-1 0 0,-1 0 1 0 0,1 0 0 0 0,0 0-1 0 0,-1-1 1 0 0,1 1 0 0 0,-1 0-1 0 0,1 0 1 0 0,-1 0-1 0 0,1 0 1 0 0,-1 0 0 0 0,1 0-1 0 0,-1 0 1 0 0,2 0 0 0 0,17 12 642 0 0,10 24-289 0 0,-21-24-326 0 0,34 43 155 0 0,-38-51-325 0 0,0 0 0 0 0,0 0 0 0 0,0-1 0 0 0,0 0 0 0 0,1 0 0 0 0,0 0-1 0 0,0 0 1 0 0,-1-1 0 0 0,1 1 0 0 0,9 1 0 0 0,5 1-573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3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18 9674 0 0,'-10'-16'7304'0'0,"8"15"-6939"0"0,2 1-206 0 0,-1 0 0 0 0,1 1 0 0 0,-1-1 0 0 0,1 0 0 0 0,-1 0 0 0 0,1 1 0 0 0,-1-1 0 0 0,1 0 1 0 0,-1 1-1 0 0,1-1 0 0 0,-1 0 0 0 0,1 1 0 0 0,0-1 0 0 0,-1 1 0 0 0,1-1 0 0 0,0 1 0 0 0,-1-1 0 0 0,1 1 0 0 0,0-1 0 0 0,0 1 0 0 0,-1-1 0 0 0,1 1 0 0 0,0 0 0 0 0,-11 42 1609 0 0,10-19-1469 0 0,0 1 0 0 0,2-1 0 0 0,0 1 0 0 0,9 37 1 0 0,29 97 527 0 0,-28-117-609 0 0,1 3-186 0 0,31 100 892 0 0,-36-125-1432 0 0,1 0-1 0 0,2 0 1 0 0,0-1-1 0 0,25 35 0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62 168 8754 0 0,'-22'-5'585'0'0,"-2"0"-21"0"0,9 3 2729 0 0,38-2 5199 0 0,15-9-7376 0 0,-19 6-415 0 0,131-59 224 0 0,-48 18-1405 0 0,-57 30 127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21661 0 0,'8'17'2145'0'0,"10"9"-3210"0"0,2 3-335 0 0,-15-20 1528 0 0,0 0 0 0 0,-1 1 0 0 0,0 0 0 0 0,-1 0 0 0 0,0 0 0 0 0,-1 0 0 0 0,2 15 0 0 0,-4-16-906 0 0,0-1 0 0 0,0 1 1 0 0,0-1-1 0 0,-1 1 0 0 0,-4 14 0 0 0,0 0-5632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0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23 19812 0 0,'-4'-9'880'0'0,"1"3"177"0"0,2 1-841 0 0,1 2-88 0 0,1 6-128 0 0,-1 2 0 0 0,-1 4-136 0 0,2 3 16 0 0,-1 1 8 0 0,1 4-1665 0 0,5 1-335 0 0,5 2-65 0 0,1-3-7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8 5529 0 0,'-3'-8'5467'0'0,"-3"24"-3579"0"0,-2-2-493 0 0,4-8-928 0 0,0-1 0 0 0,1 1-1 0 0,-1 0 1 0 0,2 0 0 0 0,-1 0 0 0 0,1 0-1 0 0,0 1 1 0 0,0-1 0 0 0,0 1 0 0 0,1-1-1 0 0,-1 8 1 0 0,3-12-406 0 0,-1-1 0 0 0,0 0 0 0 0,1 1 0 0 0,-1-1 1 0 0,1 0-1 0 0,-1 0 0 0 0,1 1 0 0 0,0-1 0 0 0,0 0 0 0 0,-1 0 0 0 0,1 0 0 0 0,0 0 0 0 0,0 0 0 0 0,0 0 0 0 0,0 0 0 0 0,0 0 0 0 0,0 0 0 0 0,0-1 0 0 0,0 1 0 0 0,1 0 1 0 0,-1 0-1 0 0,0-1 0 0 0,2 1 0 0 0,37 11 569 0 0,-13-5-407 0 0,-23-5-213 0 0,0 0 0 0 0,0 0-1 0 0,1 1 1 0 0,-1-1 0 0 0,-1 1-1 0 0,1 0 1 0 0,0 0-1 0 0,-1 0 1 0 0,1 0 0 0 0,-1 1-1 0 0,0 0 1 0 0,0-1-1 0 0,-1 1 1 0 0,1 0 0 0 0,-1 0-1 0 0,0 0 1 0 0,0 1 0 0 0,0-1-1 0 0,2 9 1 0 0,-2-5-35 0 0,-2-1 0 0 0,1 1 1 0 0,-1-1-1 0 0,0 1 0 0 0,0-1 1 0 0,-1 1-1 0 0,0-1 0 0 0,-1 0 0 0 0,1 1 1 0 0,-1-1-1 0 0,-6 14 0 0 0,3-8 14 0 0,-1-1-1 0 0,0 1 1 0 0,-13 16-1 0 0,18-26 5 0 0,-1-1 1 0 0,1 1-1 0 0,-1-1 0 0 0,0 0 1 0 0,0 0-1 0 0,0 0 0 0 0,0 0 1 0 0,-1 0-1 0 0,1 0 0 0 0,0 0 0 0 0,-1-1 1 0 0,1 1-1 0 0,-1-1 0 0 0,0 0 1 0 0,1 0-1 0 0,-1 0 0 0 0,0 0 1 0 0,0 0-1 0 0,0 0 0 0 0,0-1 1 0 0,0 0-1 0 0,0 1 0 0 0,-4-1 1 0 0,-7-4-94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8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17508 0 0,'1'5'510'0'0,"1"0"0"0"0,-1-1 0 0 0,1 1 0 0 0,0 0 0 0 0,1-1 1 0 0,4 9-1 0 0,1 0-84 0 0,14 33 343 0 0,-2 1 1 0 0,22 82 0 0 0,12 104-179 0 0,-23-92-515 0 0,-29-133-231 0 0,8 50-205 0 0,-9-54 151 0 0,-1-1 1 0 0,0 1-1 0 0,0 0 1 0 0,-1-1-1 0 0,1 1 1 0 0,-1 0-1 0 0,0-1 0 0 0,1 1 1 0 0,-2-1-1 0 0,1 1 1 0 0,0-1-1 0 0,-1 1 0 0 0,-2 3 1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4.1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22 191 1376 0 0,'-7'-14'942'0'0,"4"9"-1145"0"0,1-1-1 0 0,-1 1 1 0 0,1 0 0 0 0,1-1 0 0 0,-3-8 0 0 0,10-12 11543 0 0,0 17-10262 0 0,0 1 0 0 0,0 0 0 0 0,1 0 0 0 0,1 1 0 0 0,-1-1 0 0 0,15-10 0 0 0,-13 13-661 0 0,0-1 1 0 0,-1 1-1 0 0,2 0 0 0 0,-1 1 1 0 0,0 0-1 0 0,20-4 1 0 0,-22 6-367 0 0,0 0 1 0 0,1 1-1 0 0,-1 1 1 0 0,0-1 0 0 0,1 1-1 0 0,-1 0 1 0 0,1 1-1 0 0,-1 0 1 0 0,0 0 0 0 0,1 0-1 0 0,-1 1 1 0 0,0 0-1 0 0,0 0 1 0 0,0 1-1 0 0,0 0 1 0 0,0 1 0 0 0,-1-1-1 0 0,0 1 1 0 0,1 0-1 0 0,-1 1 1 0 0,-1-1 0 0 0,10 10-1 0 0,-12-11-66 0 0,-1 0 0 0 0,0 1 0 0 0,0-1-1 0 0,0 0 1 0 0,0 1 0 0 0,0 0 0 0 0,-1-1-1 0 0,1 1 1 0 0,-1 0 0 0 0,0 0 0 0 0,0-1 0 0 0,-1 1-1 0 0,1 0 1 0 0,-1 0 0 0 0,0 0 0 0 0,0 0 0 0 0,0 0-1 0 0,0 0 1 0 0,-1 0 0 0 0,0 0 0 0 0,1 0-1 0 0,-2 0 1 0 0,1-1 0 0 0,0 1 0 0 0,-1 0 0 0 0,1-1-1 0 0,-5 8 1 0 0,-5 8-187 0 0,-1-1-1 0 0,-1 0 1 0 0,-27 29-1 0 0,32-37 147 0 0,-56 57-503 0 0,40-44 584 0 0,2 1-1 0 0,0 1 1 0 0,2 1-1 0 0,-19 31 1 0 0,38-56-7 0 0,0-1 1 0 0,1 1-1 0 0,-1 0 1 0 0,1 0-1 0 0,-1 0 1 0 0,0 0-1 0 0,1 0 0 0 0,0 0 1 0 0,-1 0-1 0 0,1 0 1 0 0,-1 0-1 0 0,1 0 1 0 0,0 0-1 0 0,0 0 1 0 0,0 0-1 0 0,0 0 1 0 0,0 0-1 0 0,0 0 1 0 0,0 0-1 0 0,0 0 0 0 0,0 1 1 0 0,0-1-1 0 0,0 0 1 0 0,1 0-1 0 0,-1 0 1 0 0,0 0-1 0 0,1 0 1 0 0,-1 0-1 0 0,1 0 1 0 0,-1 0-1 0 0,1 0 1 0 0,0-1-1 0 0,-1 1 0 0 0,1 0 1 0 0,0 0-1 0 0,-1 0 1 0 0,1-1-1 0 0,0 1 1 0 0,1 0-1 0 0,3 1 39 0 0,0 0 0 0 0,0 0-1 0 0,0-1 1 0 0,0 0 0 0 0,0 0 0 0 0,0-1-1 0 0,6 1 1 0 0,32 1-594 0 0,-1-2 0 0 0,73-10 0 0 0,-84 6-7342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4.6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 11979 0 0,'-18'8'13182'0'0,"24"4"-14962"0"0,18 36 2617 0 0,3 6-1062 0 0,22 59 0 0 0,-3 55 760 0 0,-30-95-3291 0 0,-4-16-3238 0 0,-9-40 3380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1 328 8754 0 0,'10'-5'217'0'0,"1"-1"0"0"0,1 1-1 0 0,-1 1 1 0 0,20-5 0 0 0,6-3 826 0 0,42-19 1648 0 0,82-45 1 0 0,-122 54-3263 0 0,-2-1-1 0 0,0-2 1 0 0,64-57 0 0 0,-82 55 5312 0 0,-28 39-2475 0 0,5-5-2148 0 0,0 1 0 0 0,1-1 0 0 0,0 1 0 0 0,0 0 1 0 0,1 0-1 0 0,0 0 0 0 0,0 0 0 0 0,1 0 0 0 0,0 0 0 0 0,1 0 1 0 0,-1 1-1 0 0,2-1 0 0 0,-1 0 0 0 0,1 0 0 0 0,0 1 0 0 0,4 13 1 0 0,2 1-41 0 0,1 0 1 0 0,1-1 0 0 0,1 0 0 0 0,19 33 0 0 0,-28-54-75 0 0,0 1 0 0 0,0 0 0 0 0,0-1 0 0 0,0 1 0 0 0,0-1 0 0 0,0 1 0 0 0,1-1 0 0 0,-1 1-1 0 0,0-1 1 0 0,1 0 0 0 0,-1 0 0 0 0,1 0 0 0 0,-1 0 0 0 0,1 0 0 0 0,0 0 0 0 0,-1 0 0 0 0,1 0 0 0 0,2 0 0 0 0,-3-1-36 0 0,1 0 0 0 0,-1 0 1 0 0,0 0-1 0 0,1 0 0 0 0,-1 0 1 0 0,0-1-1 0 0,1 1 0 0 0,-1 0 1 0 0,0-1-1 0 0,1 0 0 0 0,-1 1 0 0 0,0-1 1 0 0,0 1-1 0 0,0-1 0 0 0,0 0 1 0 0,0 0-1 0 0,0 0 0 0 0,0 0 0 0 0,2-1 1 0 0,4-8-287 0 0,0 1 0 0 0,-1-1 0 0 0,0 0 0 0 0,9-20 1 0 0,-5 9 186 0 0,4-6 204 0 0,-9 15 186 0 0,0 1 0 0 0,1 0 0 0 0,1 0 0 0 0,-1 1 0 0 0,2 0 0 0 0,0 0 0 0 0,0 0 0 0 0,12-10 0 0 0,-19 20-220 0 0,0-1 0 0 0,0 1-1 0 0,0-1 1 0 0,0 1 0 0 0,0 0-1 0 0,0-1 1 0 0,1 1 0 0 0,-1 0-1 0 0,0 0 1 0 0,0 0 0 0 0,0 0-1 0 0,1 0 1 0 0,-1 0 0 0 0,0 0-1 0 0,0 0 1 0 0,0 0 0 0 0,1 0 0 0 0,-1 1-1 0 0,0-1 1 0 0,0 1 0 0 0,0-1-1 0 0,0 1 1 0 0,0-1 0 0 0,0 1-1 0 0,0 0 1 0 0,0-1 0 0 0,0 1-1 0 0,0 0 1 0 0,0 0 0 0 0,0-1-1 0 0,0 1 1 0 0,-1 0 0 0 0,1 0-1 0 0,0 1 1 0 0,28 40 735 0 0,-25-35-939 0 0,10 18-55 0 0,-7-11-136 0 0,1-1 0 0 0,0 1 1 0 0,1-2-1 0 0,0 1 0 0 0,1-1 1 0 0,0-1-1 0 0,22 19 0 0 0,-12-17-418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4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48 294 11058 0 0,'31'-15'2590'0'0,"-17"9"-1296"0"0,0 0 1 0 0,-1-1 0 0 0,0-1 0 0 0,20-15 0 0 0,-30 20-1140 0 0,1 0-1 0 0,-1-1 1 0 0,1 0 0 0 0,-1 0-1 0 0,-1 0 1 0 0,1 0 0 0 0,0 0-1 0 0,-1 0 1 0 0,0-1 0 0 0,0 1-1 0 0,0-1 1 0 0,-1 0 0 0 0,1 1 0 0 0,-1-1-1 0 0,0 0 1 0 0,-1 0 0 0 0,1 0-1 0 0,-1-7 1 0 0,0 1-104 0 0,-1 1 1 0 0,0-1-1 0 0,-1 1 0 0 0,0-1 1 0 0,0 1-1 0 0,-1 0 1 0 0,-1 0-1 0 0,-6-15 0 0 0,9 23-43 0 0,-1-1 0 0 0,1 1 0 0 0,0 0 0 0 0,-1 0 0 0 0,0 0 0 0 0,1 0-1 0 0,-1 0 1 0 0,0 0 0 0 0,0 0 0 0 0,0 1 0 0 0,0-1 0 0 0,0 1 0 0 0,-1-1 0 0 0,1 1-1 0 0,0 0 1 0 0,-4-1 0 0 0,4 1 3 0 0,-1 1 0 0 0,0 0 0 0 0,1 0 0 0 0,-1 0-1 0 0,0 0 1 0 0,1 1 0 0 0,-1-1 0 0 0,1 1 0 0 0,-1-1 0 0 0,0 1 0 0 0,1 0 0 0 0,-1 0-1 0 0,1 0 1 0 0,0 0 0 0 0,-1 0 0 0 0,1 1 0 0 0,0-1 0 0 0,0 1 0 0 0,-3 2-1 0 0,-3 3 5 0 0,0 0 0 0 0,0 0-1 0 0,1 0 1 0 0,0 1 0 0 0,0 0-1 0 0,1 1 1 0 0,0 0-1 0 0,1-1 1 0 0,0 2 0 0 0,0-1-1 0 0,1 0 1 0 0,0 1 0 0 0,-4 16-1 0 0,6-18-18 0 0,1-1 0 0 0,0 1 1 0 0,1 0-1 0 0,-1-1 0 0 0,1 1 0 0 0,1 0 0 0 0,0 0 0 0 0,0-1 0 0 0,0 1 0 0 0,1 0 0 0 0,0-1 0 0 0,0 0 1 0 0,1 1-1 0 0,0-1 0 0 0,1 0 0 0 0,-1 0 0 0 0,1-1 0 0 0,9 13 0 0 0,-4-8 5 0 0,1 0 0 0 0,-1-1 0 0 0,2 0 0 0 0,0 0 0 0 0,0-1 0 0 0,0-1 0 0 0,1 0 0 0 0,1 0 0 0 0,-1-1 0 0 0,1-1 0 0 0,0 0-1 0 0,1 0 1 0 0,-1-2 0 0 0,1 0 0 0 0,0 0 0 0 0,0-1 0 0 0,0-1 0 0 0,1 0 0 0 0,-1-1 0 0 0,0-1 0 0 0,1 0 0 0 0,-1-1 0 0 0,23-4 0 0 0,-1-2-416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26 347 9674 0 0,'-1'0'309'0'0,"0"0"0"0"0,0 0 0 0 0,0 0 0 0 0,0 0 0 0 0,0 0 0 0 0,0 0 0 0 0,0 0 0 0 0,0 0 0 0 0,0 0 0 0 0,0 0 0 0 0,0 0-1 0 0,0 1 1 0 0,0-1 0 0 0,0 0 0 0 0,0 1 0 0 0,0-1 0 0 0,0 1 0 0 0,0-1 0 0 0,1 1 0 0 0,-3 0 0 0 0,3 0-219 0 0,0-1 1 0 0,-1 0-1 0 0,1 1 0 0 0,0-1 0 0 0,-1 1 1 0 0,1-1-1 0 0,0 0 0 0 0,0 1 0 0 0,-1-1 1 0 0,1 1-1 0 0,0-1 0 0 0,0 0 0 0 0,0 1 1 0 0,0-1-1 0 0,-1 1 0 0 0,1-1 0 0 0,0 1 1 0 0,0-1-1 0 0,0 1 0 0 0,0-1 1 0 0,0 1-1 0 0,0-1 0 0 0,0 1 0 0 0,0-1 1 0 0,0 1-1 0 0,1-1 0 0 0,-1 0 0 0 0,0 1 1 0 0,0-1-1 0 0,0 1 0 0 0,0-1 0 0 0,1 1 1 0 0,-1-1-1 0 0,0 0 0 0 0,0 1 0 0 0,1-1 1 0 0,-1 1-1 0 0,0-1 0 0 0,1 0 0 0 0,-1 1 1 0 0,1-1-1 0 0,-1 0 0 0 0,0 0 1 0 0,1 1-1 0 0,-1-1 0 0 0,1 0 0 0 0,-1 0 1 0 0,0 0-1 0 0,1 1 0 0 0,-1-1 0 0 0,1 0 1 0 0,0 0-1 0 0,26 15 1425 0 0,51 30 605 0 0,-78-45-2094 0 0,1 1 0 0 0,0-1 0 0 0,-1 1 1 0 0,1-1-1 0 0,0 1 0 0 0,0-1 0 0 0,0 0 0 0 0,-1 1 0 0 0,1-1 0 0 0,0 0 0 0 0,0 0 0 0 0,0 0 0 0 0,0 0 0 0 0,-1 1 0 0 0,1-1 1 0 0,0 0-1 0 0,0 0 0 0 0,0-1 0 0 0,0 1 0 0 0,0 0 0 0 0,-1 0 0 0 0,1 0 0 0 0,0-1 0 0 0,0 1 0 0 0,0 0 0 0 0,1-1 0 0 0,0-1 39 0 0,0 0 0 0 0,0 1 0 0 0,0-1-1 0 0,-1 0 1 0 0,1 0 0 0 0,-1 0 0 0 0,1 0-1 0 0,-1 0 1 0 0,2-3 0 0 0,3-6 217 0 0,-2-1 1 0 0,7-21-1 0 0,-10 31-256 0 0,24-111 426 0 0,-21 86-1005 0 0,1 1 1 0 0,1 0-1 0 0,1 1 0 0 0,2-1 0 0 0,0 1 1 0 0,19-34-1 0 0,-11 32-7929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 17508 0 0,'4'1'260'0'0,"1"-1"0"0"0,0 1 1 0 0,0-1-1 0 0,-1 0 0 0 0,1-1 1 0 0,0 1-1 0 0,0-1 0 0 0,-1 0 0 0 0,1 0 1 0 0,-1-1-1 0 0,1 1 0 0 0,6-4 1 0 0,4 0-173 0 0,6-3-23 0 0,-17 6-380 0 0,0 0 1 0 0,0 0 0 0 0,1 1-1 0 0,-1-1 1 0 0,1 1 0 0 0,-1 0-1 0 0,1 0 1 0 0,0 0 0 0 0,-1 1-1 0 0,1-1 1 0 0,0 1 0 0 0,5 1-1 0 0,-5 8 225 0 0,-5-4 90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47 5529 0 0,'11'19'6578'0'0,"-4"-19"-4410"0"0,4 0-664 0 0,4 0-127 0 0,3-3-25 0 0,0-1-8 0 0,-1-1-1344 0 0,1-3-224 0 0,0-2-72 0 0,0-1-16 0 0,-1 0 224 0 0,-2-2 88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 7834 0 0,'7'-4'1009'0'0,"-1"1"-1"0"0,1 0 1 0 0,0 0 0 0 0,0 1 0 0 0,0 0 0 0 0,0 0 0 0 0,1 1 0 0 0,-1 0-1 0 0,9-1 1 0 0,-10 2-569 0 0,0-1-1 0 0,1 1 1 0 0,-1 1 0 0 0,0-1-1 0 0,1 1 1 0 0,-1 0 0 0 0,0 1-1 0 0,0-1 1 0 0,0 1 0 0 0,12 5-1 0 0,-10-2-275 0 0,-1 0-1 0 0,0 1 0 0 0,0-1 1 0 0,0 2-1 0 0,0-1 1 0 0,-1 1-1 0 0,0 0 1 0 0,-1 0-1 0 0,1 0 0 0 0,-1 1 1 0 0,-1 0-1 0 0,1 0 1 0 0,-2 0-1 0 0,1 0 1 0 0,2 11-1 0 0,2 10 110 0 0,-1 2-1 0 0,-2-1 1 0 0,1 38-1 0 0,-5-44-526 0 0,2 1 0 0 0,0-1 0 0 0,2 0 0 0 0,0 0 0 0 0,14 36 0 0 0,7-13-2470 0 0,-12-23-5336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7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17052 0 0,'3'7'4313'0'0,"-1"-7"-3433"0"0,2-3-592 0 0,3-1-112 0 0,4-3-24 0 0,-3-8-8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59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258 46 10138 0 0,'0'-2'180'0'0,"-1"-1"1"0"0,1 1-1 0 0,-1 0 0 0 0,1 0 0 0 0,-1 0 1 0 0,0 0-1 0 0,1 0 0 0 0,-1-1 0 0 0,0 1 1 0 0,0 1-1 0 0,-1-1 0 0 0,1 0 0 0 0,0 0 1 0 0,-1 0-1 0 0,1 1 0 0 0,-1-1 0 0 0,1 0 0 0 0,-1 1 1 0 0,0 0-1 0 0,0-1 0 0 0,0 1 0 0 0,-2-1 1 0 0,1 1-28 0 0,1 1 0 0 0,-1-1 0 0 0,0 1 0 0 0,1 0 0 0 0,-1 0 0 0 0,0 0 0 0 0,1 0 0 0 0,-1 0 1 0 0,0 1-1 0 0,1-1 0 0 0,-1 1 0 0 0,0 0 0 0 0,1 0 0 0 0,-1 0 0 0 0,-3 2 0 0 0,-6 4 130 0 0,0 0 1 0 0,1 0-1 0 0,0 2 0 0 0,1-1 0 0 0,-1 1 1 0 0,-8 11-1 0 0,5-5-34 0 0,1 1 1 0 0,0-1-1 0 0,1 2 1 0 0,1 0-1 0 0,-9 18 0 0 0,18-31-203 0 0,0 0 0 0 0,0 0 1 0 0,0 1-1 0 0,1-1 0 0 0,0 0 0 0 0,-1 0 0 0 0,2 1 0 0 0,-1-1 0 0 0,0 1 0 0 0,1-1 0 0 0,0 1 0 0 0,0-1 0 0 0,1 1 0 0 0,-1-1 0 0 0,1 1 1 0 0,0-1-1 0 0,0 0 0 0 0,0 1 0 0 0,0-1 0 0 0,1 0 0 0 0,0 0 0 0 0,0 0 0 0 0,0 0 0 0 0,0 0 0 0 0,1 0 0 0 0,-1-1 0 0 0,1 1 1 0 0,6 5-1 0 0,3 2-172 0 0,1-1 1 0 0,0 0 0 0 0,1-1-1 0 0,0 0 1 0 0,20 9 0 0 0,78 26-1231 0 0,0-1 747 0 0,-111-42 654 0 0,0-1-1 0 0,0 0 0 0 0,0 1 1 0 0,0-1-1 0 0,0 1 1 0 0,0-1-1 0 0,0 1 1 0 0,0 0-1 0 0,0-1 1 0 0,0 1-1 0 0,0 0 1 0 0,0 0-1 0 0,-1-1 1 0 0,1 1-1 0 0,0 0 1 0 0,0 0-1 0 0,-1 0 1 0 0,1 0-1 0 0,-1 0 1 0 0,1 0-1 0 0,-1 0 1 0 0,1 0-1 0 0,-1 0 1 0 0,0 1-1 0 0,1-1 0 0 0,-1 0 1 0 0,0 0-1 0 0,0 0 1 0 0,0 0-1 0 0,0 0 1 0 0,0 1-1 0 0,0-1 1 0 0,0 0-1 0 0,0 0 1 0 0,-1 0-1 0 0,1 0 1 0 0,0 0-1 0 0,-1 0 1 0 0,1 0-1 0 0,-1 1 1 0 0,1-1-1 0 0,-1 0 1 0 0,1-1-1 0 0,-1 1 1 0 0,0 0-1 0 0,1 0 1 0 0,-1 0-1 0 0,0 0 1 0 0,0 0-1 0 0,0-1 0 0 0,-2 2 1 0 0,-6 8 235 0 0,-2-2 0 0 0,0 1 0 0 0,-19 10 0 0 0,15-9-190 0 0,-45 31 115 0 0,6-4-949 0 0,-57 50-1 0 0,88-62-2266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59.9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38 15667 0 0,'0'0'10'0'0,"28"-31"2523"0"0,-28 31-2463 0 0,1-1 1 0 0,-1 1 0 0 0,1-1-1 0 0,-1 1 1 0 0,1-1 0 0 0,-1 1 0 0 0,1-1-1 0 0,0 1 1 0 0,-1 0 0 0 0,1-1-1 0 0,-1 1 1 0 0,1 0 0 0 0,0 0 0 0 0,-1-1-1 0 0,1 1 1 0 0,0 0 0 0 0,0 0 0 0 0,-1 0-1 0 0,1 0 1 0 0,0 0 0 0 0,-1 0-1 0 0,1 0 1 0 0,0 0 0 0 0,0 0 0 0 0,-1 0-1 0 0,1 1 1 0 0,0-1 0 0 0,-1 0 0 0 0,1 0-1 0 0,0 1 1 0 0,-1-1 0 0 0,1 0-1 0 0,-1 1 1 0 0,1-1 0 0 0,0 0 0 0 0,-1 1-1 0 0,1-1 1 0 0,-1 1 0 0 0,1-1 0 0 0,-1 1-1 0 0,1-1 1 0 0,-1 1 0 0 0,0 0-1 0 0,1-1 1 0 0,-1 1 0 0 0,0 0 0 0 0,1-1-1 0 0,-1 1 1 0 0,0 0 0 0 0,0-1 0 0 0,0 1-1 0 0,1 0 1 0 0,-1 0 0 0 0,9 36 856 0 0,9 73 1 0 0,-4-17-532 0 0,16 147 524 0 0,-18-124-727 0 0,-11-107-272 0 0,-1-4-20 0 0,0 1 1 0 0,1-1-1 0 0,0 1 1 0 0,0 0-1 0 0,0-1 1 0 0,1 1-1 0 0,-1-1 1 0 0,1 0-1 0 0,0 0 1 0 0,1 0-1 0 0,0 0 1 0 0,5 9-1 0 0,-2-11-1971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1 169 16588 0 0,'0'-2'110'0'0,"0"1"1"0"0,1-1 0 0 0,-1 1 0 0 0,0-1-1 0 0,1 1 1 0 0,0-1 0 0 0,-1 1 0 0 0,1 0-1 0 0,0-1 1 0 0,0 1 0 0 0,0 0 0 0 0,0 0 0 0 0,0-1-1 0 0,0 1 1 0 0,0 0 0 0 0,0 0 0 0 0,0 0-1 0 0,0 0 1 0 0,2-1 0 0 0,30-17 401 0 0,-22 14-141 0 0,31-17 400 0 0,1 1 0 0 0,63-20 1 0 0,-79 33-1144 0 0,0 1 1 0 0,0 0-1 0 0,1 3 1 0 0,0 0-1 0 0,42 0 1 0 0,-55 5 110 0 0,0 1 0 0 0,1 0 1 0 0,28 8-1 0 0,-17-1 201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0 314 10138 0 0,'16'-17'3898'0'0,"4"-8"-1326"0"0,-1 0 0 0 0,25-45 1 0 0,-38 60-2497 0 0,-1 1 0 0 0,0-1 1 0 0,-1-1-1 0 0,-1 1 0 0 0,1-1 1 0 0,-2 1-1 0 0,1-1 0 0 0,-1 0 1 0 0,-1 0-1 0 0,0 0 0 0 0,-1-13 1 0 0,0 22-77 0 0,0 0 1 0 0,0 0-1 0 0,0 0 1 0 0,-1 0-1 0 0,1 0 1 0 0,-1 0-1 0 0,0 0 1 0 0,1 1 0 0 0,-1-1-1 0 0,0 0 1 0 0,0 1-1 0 0,0-1 1 0 0,0 0-1 0 0,0 1 1 0 0,-3-3-1 0 0,3 3-1 0 0,0 0 0 0 0,0 0 0 0 0,0 1 0 0 0,0-1 0 0 0,0 1 0 0 0,-1-1-1 0 0,1 1 1 0 0,0 0 0 0 0,0-1 0 0 0,0 1 0 0 0,-1 0 0 0 0,1 0 0 0 0,0 0 0 0 0,-1 0 0 0 0,1 0 0 0 0,0 0 0 0 0,0 0-1 0 0,-2 0 1 0 0,-1 2-3 0 0,0-1 0 0 0,0 0 0 0 0,1 1-1 0 0,-1 0 1 0 0,1-1 0 0 0,-1 1 0 0 0,1 1-1 0 0,0-1 1 0 0,-1 0 0 0 0,1 1 0 0 0,1 0-1 0 0,-1 0 1 0 0,-4 5 0 0 0,3-2 12 0 0,0 0 1 0 0,0 0-1 0 0,0 0 1 0 0,1 0-1 0 0,0 1 1 0 0,1-1-1 0 0,-1 1 1 0 0,1 0-1 0 0,0 0 1 0 0,1 0-1 0 0,0 0 1 0 0,-1 8-1 0 0,2-11 9 0 0,0 0-1 0 0,1 0 1 0 0,-1-1-1 0 0,1 1 0 0 0,0 0 1 0 0,0 0-1 0 0,0 0 1 0 0,1 0-1 0 0,-1-1 0 0 0,1 1 1 0 0,0 0-1 0 0,0-1 1 0 0,0 0-1 0 0,0 1 0 0 0,1-1 1 0 0,-1 0-1 0 0,1 0 1 0 0,0-1-1 0 0,0 1 0 0 0,0 0 1 0 0,0-1-1 0 0,1 0 1 0 0,3 3-1 0 0,4 1-177 0 0,0-1 0 0 0,1 0 0 0 0,0 0 1 0 0,0-1-1 0 0,0-1 0 0 0,1 0 0 0 0,-1-1 0 0 0,1 0 0 0 0,-1-1 1 0 0,1 0-1 0 0,0-1 0 0 0,-1 0 0 0 0,1-1 0 0 0,24-5 0 0 0,-29 5 60 0 0,0-1-1 0 0,0-1 1 0 0,0 1-1 0 0,-1-1 1 0 0,1-1-1 0 0,-1 1 1 0 0,1-1-1 0 0,-1 0 1 0 0,0-1-1 0 0,-1 0 1 0 0,1 0-1 0 0,-1-1 1 0 0,0 1-1 0 0,0-1 1 0 0,-1 0-1 0 0,0-1 1 0 0,0 1-1 0 0,0-1 1 0 0,-1 0-1 0 0,0-1 0 0 0,0 1 1 0 0,-1-1-1 0 0,5-12 1 0 0,5-25 3184 0 0,-3 93 115 0 0,26 230-1136 0 0,-23-137-3398 0 0,-12-122-1273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12 273 4921 0 0,'-3'-31'-158'0'0,"-5"-82"2674"0"0,8 103-1578 0 0,0-1 1 0 0,1 1-1 0 0,0 0 1 0 0,1-1-1 0 0,0 1 0 0 0,0 0 1 0 0,1 0-1 0 0,6-12 1 0 0,-9 20-717 0 0,1 1 1 0 0,0-1-1 0 0,0 1 1 0 0,0-1-1 0 0,0 1 1 0 0,0 0-1 0 0,1-1 1 0 0,-1 1-1 0 0,0 0 1 0 0,1 0-1 0 0,-1 0 1 0 0,1 0-1 0 0,-1 0 1 0 0,1 0-1 0 0,-1 0 1 0 0,1 0-1 0 0,0 1 1 0 0,-1-1-1 0 0,4 0 1 0 0,-1 0-1 0 0,0 1 0 0 0,0 0 0 0 0,0 0 0 0 0,0 0 0 0 0,-1 1 0 0 0,1-1 0 0 0,0 1 0 0 0,7 2 0 0 0,4 2 86 0 0,0 2 0 0 0,0 0 1 0 0,19 12-1 0 0,-30-17-181 0 0,-1 0-78 0 0,0-1 0 0 0,0 1 0 0 0,0 0 0 0 0,-1 0 0 0 0,1 0 0 0 0,0 1-1 0 0,-1-1 1 0 0,0 1 0 0 0,1-1 0 0 0,-1 1 0 0 0,0 0 0 0 0,0 0 0 0 0,-1-1 0 0 0,1 2 0 0 0,0-1 0 0 0,-1 0 0 0 0,0 0-1 0 0,0 0 1 0 0,0 1 0 0 0,0-1 0 0 0,0 0 0 0 0,-1 5 0 0 0,0-4-19 0 0,0 0 0 0 0,-1-1 1 0 0,0 1-1 0 0,0 0 0 0 0,0 0 0 0 0,0 0 0 0 0,-1-1 0 0 0,0 1 1 0 0,1-1-1 0 0,-1 1 0 0 0,-1-1 0 0 0,1 0 0 0 0,0 1 0 0 0,-1-1 1 0 0,1-1-1 0 0,-1 1 0 0 0,0 0 0 0 0,0 0 0 0 0,-5 2 0 0 0,2-1-85 0 0,0 0-1 0 0,0 0 0 0 0,-1 0 0 0 0,0-1 0 0 0,1 0 1 0 0,-11 3-1 0 0,-9-2-6790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2.2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33 8290 0 0,'-6'-17'623'0'0,"6"16"-371"0"0,0 0 1 0 0,-1 1-1 0 0,1-1 1 0 0,0 0 0 0 0,0 0-1 0 0,0 1 1 0 0,0-1-1 0 0,0 0 1 0 0,0 0-1 0 0,0 1 1 0 0,1-1-1 0 0,-1 0 1 0 0,0 1 0 0 0,0-1-1 0 0,0 0 1 0 0,1 1-1 0 0,-1-1 1 0 0,0 0-1 0 0,11 0 4151 0 0,-11 1-4259 0 0,14 17 649 0 0,-5-1-385 0 0,-2 1-1 0 0,0 0 1 0 0,-1 0 0 0 0,0 1 0 0 0,-2 0-1 0 0,0 0 1 0 0,2 25 0 0 0,1 131-1739 0 0,-7-162 1019 0 0,-1 10-1154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2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378 249 1840 0 0,'-16'-31'707'0'0,"6"11"568"0"0,-1 0 0 0 0,-15-20-1 0 0,23 37-855 0 0,0-1-1 0 0,0 0 1 0 0,0 1-1 0 0,0-1 1 0 0,-1 1-1 0 0,1 0 1 0 0,-1 0-1 0 0,0 0 1 0 0,0 1-1 0 0,0-1 0 0 0,0 1 1 0 0,0 0-1 0 0,-1 0 1 0 0,1 1-1 0 0,-9-3 1 0 0,9 4-154 0 0,0 0 1 0 0,0 1 0 0 0,0-1-1 0 0,1 1 1 0 0,-1 0 0 0 0,0 0-1 0 0,0 0 1 0 0,1 0-1 0 0,-1 1 1 0 0,0-1 0 0 0,1 1-1 0 0,0 0 1 0 0,-1 0 0 0 0,1 1-1 0 0,0-1 1 0 0,0 0 0 0 0,0 1-1 0 0,0 0 1 0 0,1 0-1 0 0,-5 6 1 0 0,-6 7 379 0 0,2 1 0 0 0,-16 29 0 0 0,23-39-542 0 0,-15 31-73 0 0,1 0 1 0 0,2 1-1 0 0,2 1 0 0 0,2 1 0 0 0,1-1 1 0 0,2 2-1 0 0,2 0 0 0 0,2 0 0 0 0,2 0 1 0 0,1 0-1 0 0,2 0 0 0 0,8 56 1 0 0,-5-81-172 0 0,1 1 1 0 0,0-2 0 0 0,1 1-1 0 0,1-1 1 0 0,0 1 0 0 0,2-2-1 0 0,-1 1 1 0 0,2-1 0 0 0,0 0 0 0 0,1-1-1 0 0,15 18 1 0 0,-9-16-64 0 0,-1-1 0 0 0,2-1 0 0 0,0 0 0 0 0,1-1 0 0 0,0-1 0 0 0,1-1 0 0 0,0 0 0 0 0,33 12 0 0 0,-29-14 183 0 0,0-1-1 0 0,0-1 1 0 0,1-1-1 0 0,0-1 1 0 0,0-1-1 0 0,0-1 1 0 0,1-1-1 0 0,39-2 1 0 0,-50-1 91 0 0,1-1 1 0 0,-1-1 0 0 0,0 0-1 0 0,0-1 1 0 0,-1 0-1 0 0,1-1 1 0 0,-1-1 0 0 0,0 0-1 0 0,0 0 1 0 0,-1-2-1 0 0,0 1 1 0 0,0-2 0 0 0,0 0-1 0 0,-2 0 1 0 0,1-1-1 0 0,10-11 1 0 0,-7 4 97 0 0,-1 0 1 0 0,-1-1-1 0 0,0-1 0 0 0,-1 0 1 0 0,-1-1-1 0 0,-1 1 0 0 0,0-2 1 0 0,-2 1-1 0 0,6-26 0 0 0,-7 18 60 0 0,-2-1 0 0 0,0 1 0 0 0,-2-1 0 0 0,-2 1 1 0 0,0-1-1 0 0,-7-42 0 0 0,0 30-112 0 0,-2-1 1 0 0,-1 2 0 0 0,-3-1-1 0 0,-1 2 1 0 0,-2 0 0 0 0,-2 0-1 0 0,-1 2 1 0 0,-2 0 0 0 0,-42-54-1 0 0,50 73-113 0 0,-1 2-1 0 0,-1 0 1 0 0,0 1-1 0 0,-1 0 1 0 0,-1 1-1 0 0,0 1 1 0 0,-37-21-1 0 0,46 30-57 0 0,0 0 0 0 0,0 0 1 0 0,0 1-1 0 0,-1 1 0 0 0,1-1 0 0 0,-1 1 0 0 0,1 1 0 0 0,-1-1 0 0 0,0 2 1 0 0,0-1-1 0 0,1 1 0 0 0,-1 0 0 0 0,0 1 0 0 0,0 0 0 0 0,1 0 1 0 0,-1 1-1 0 0,1 0 0 0 0,-1 1 0 0 0,1 0 0 0 0,0 0 0 0 0,0 1 0 0 0,-9 5 1 0 0,-18 16-791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8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0 166 456 0 0,'10'-22'16698'0'0,"-8"21"-16321"0"0,0-1 0 0 0,1 1 0 0 0,-1 0-1 0 0,1 0 1 0 0,-1 1 0 0 0,1-1 0 0 0,-1 0 0 0 0,1 1 0 0 0,-1-1-1 0 0,6 1 1 0 0,-3 2-287 0 0,-1-1 0 0 0,1 1 0 0 0,0 0 0 0 0,-1 1 0 0 0,0-1 0 0 0,1 1 0 0 0,-1 0 0 0 0,0 0 0 0 0,0 0 0 0 0,0 0 0 0 0,-1 1 0 0 0,1 0 0 0 0,-1-1 1 0 0,0 1-1 0 0,0 0 0 0 0,0 1 0 0 0,1 4 0 0 0,9 13-75 0 0,-2 0 0 0 0,9 26 0 0 0,-16-38 52 0 0,58 151 66 0 0,-78-186 947 0 0,11 9-978 0 0,2-1 1 0 0,0 0-1 0 0,0 0 0 0 0,2 0 0 0 0,0 0 1 0 0,1 0-1 0 0,1 0 0 0 0,4-27 0 0 0,-1 20-139 0 0,2 0-1 0 0,0 0 1 0 0,1 1-1 0 0,2 0 1 0 0,14-31-1 0 0,-17 44-80 0 0,-1 1 0 0 0,1 0 1 0 0,0 1-1 0 0,1-1 0 0 0,13-12 0 0 0,-3 6-398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9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1 459 14283 0 0,'0'0'57'0'0,"0"1"1"0"0,0-1-1 0 0,0 0 1 0 0,0 1-1 0 0,0-1 0 0 0,0 0 1 0 0,0 1-1 0 0,0-1 1 0 0,0 0-1 0 0,0 1 0 0 0,0-1 1 0 0,0 0-1 0 0,0 1 1 0 0,1-1-1 0 0,-1 0 0 0 0,0 0 1 0 0,0 1-1 0 0,0-1 1 0 0,0 0-1 0 0,1 1 0 0 0,-1-1 1 0 0,0 0-1 0 0,0 0 1 0 0,1 0-1 0 0,-1 1 0 0 0,0-1 1 0 0,0 0-1 0 0,1 0 1 0 0,-1 0-1 0 0,0 0 1 0 0,1 1-1 0 0,-1-1 0 0 0,0 0 1 0 0,0 0-1 0 0,1 0 1 0 0,-1 0-1 0 0,0 0 0 0 0,1 0 1 0 0,-1 0-1 0 0,0 0 1 0 0,1 0-1 0 0,18-7 1207 0 0,17-19 526 0 0,-22 13-1491 0 0,-1-1 0 0 0,0 0-1 0 0,-1-2 1 0 0,0 1 0 0 0,-2-1-1 0 0,13-24 1 0 0,-17 27-211 0 0,0 0-1 0 0,-1 0 1 0 0,0 0-1 0 0,-1-1 1 0 0,-1 1-1 0 0,0-1 1 0 0,-1 0-1 0 0,0 0 1 0 0,-1-21-1 0 0,-1 31-82 0 0,0 1 0 0 0,0 0-1 0 0,-1-1 1 0 0,0 1-1 0 0,0 0 1 0 0,0 0 0 0 0,0 0-1 0 0,0-1 1 0 0,-1 1 0 0 0,1 0-1 0 0,-1 0 1 0 0,0 1 0 0 0,0-1-1 0 0,0 0 1 0 0,0 1 0 0 0,-1-1-1 0 0,-4-3 1 0 0,6 5-8 0 0,0 0 0 0 0,0 1 0 0 0,0-1 0 0 0,0 1 0 0 0,0-1 0 0 0,0 1 0 0 0,0-1 0 0 0,-1 1 0 0 0,1 0 0 0 0,0 0 0 0 0,0-1 0 0 0,-1 1 0 0 0,1 0 0 0 0,0 0 0 0 0,0 0 0 0 0,-1 0 0 0 0,1 0 0 0 0,0 1 0 0 0,-2-1 0 0 0,1 1 0 0 0,0 0 0 0 0,0 0 0 0 0,0 1 0 0 0,1-1-1 0 0,-1 0 1 0 0,0 0 0 0 0,1 1 0 0 0,-1-1 0 0 0,1 1 0 0 0,-1 0-1 0 0,1-1 1 0 0,0 1 0 0 0,0 0 0 0 0,0 0 0 0 0,-1 2 0 0 0,-3 5 4 0 0,1 0 0 0 0,0 0 0 0 0,1 1 0 0 0,0 0 1 0 0,0-1-1 0 0,1 1 0 0 0,1 0 0 0 0,0 0 0 0 0,0 0 0 0 0,1 0 1 0 0,0 0-1 0 0,0 0 0 0 0,4 15 0 0 0,-3-19-3 0 0,0 0 1 0 0,1 0-1 0 0,0 0 0 0 0,0 0 0 0 0,1 0 0 0 0,0-1 0 0 0,0 1 0 0 0,0-1 0 0 0,1 0 0 0 0,-1 0 1 0 0,1 0-1 0 0,0-1 0 0 0,1 1 0 0 0,-1-1 0 0 0,1 0 0 0 0,0 0 0 0 0,0 0 0 0 0,0-1 0 0 0,0 0 1 0 0,1 0-1 0 0,-1 0 0 0 0,11 3 0 0 0,-7-4-4 0 0,-1 0 1 0 0,1 0 0 0 0,0-1-1 0 0,0 0 1 0 0,0-1 0 0 0,-1 0-1 0 0,1 0 1 0 0,0-1-1 0 0,0 0 1 0 0,0 0 0 0 0,-1-1-1 0 0,1 0 1 0 0,-1-1 0 0 0,1 0-1 0 0,-1 0 1 0 0,0-1 0 0 0,0 0-1 0 0,0-1 1 0 0,-1 1-1 0 0,1-1 1 0 0,6-7 0 0 0,15-13-994 0 0,-1-1 1 0 0,-1-2-1 0 0,36-47 1 0 0,-41 49-299 0 0,-19 22 1342 0 0,10-11-1508 0 0,-1-1 0 0 0,16-27 0 0 0,-25 38 1452 0 0,-1-1 0 0 0,1 1 0 0 0,-1-1 0 0 0,0 0 0 0 0,1-9 0 0 0,-2 12 481 0 0,-1 0 0 0 0,0 0 0 0 0,-7-19 8904 0 0,4 69-8612 0 0,6 18-335 0 0,4-1 0 0 0,2 0 0 0 0,22 74 0 0 0,-17-80-453 0 0,-2 0-1 0 0,-2 1 0 0 0,-3 0 1 0 0,-1 65-1 0 0,-6-110 81 0 0,-1 11-2605 0 0,7-50 1114 0 0,-3 3 1437 0 0,0-5 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9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5 131 8290 0 0,'-2'-7'492'0'0,"1"0"0"0"0,0 0 0 0 0,0 0 0 0 0,1 0 0 0 0,0 0 0 0 0,0 0 0 0 0,1 0 0 0 0,0 0 0 0 0,0 0 0 0 0,3-7 0 0 0,-3 12-212 0 0,0-1 0 0 0,0 0 0 0 0,0 1 0 0 0,0-1 1 0 0,1 1-1 0 0,-1-1 0 0 0,1 1 0 0 0,0 0 0 0 0,0 0 1 0 0,0-1-1 0 0,0 1 0 0 0,0 1 0 0 0,0-1 0 0 0,1 0 1 0 0,-1 0-1 0 0,0 1 0 0 0,1 0 0 0 0,0-1 0 0 0,-1 1 1 0 0,1 0-1 0 0,0 0 0 0 0,-1 0 0 0 0,1 1 0 0 0,0-1 1 0 0,0 1-1 0 0,0-1 0 0 0,4 1 0 0 0,-2 0-184 0 0,1 0 0 0 0,0 0 0 0 0,0 1-1 0 0,-1 0 1 0 0,1 0 0 0 0,0 0 0 0 0,-1 1-1 0 0,1 0 1 0 0,-1 0 0 0 0,0 0 0 0 0,0 1-1 0 0,0 0 1 0 0,0 0 0 0 0,0 0 0 0 0,0 0-1 0 0,-1 1 1 0 0,1-1 0 0 0,-1 1 0 0 0,0 1-1 0 0,0-1 1 0 0,-1 0 0 0 0,1 1 0 0 0,-1 0 0 0 0,0 0-1 0 0,3 7 1 0 0,-3-5-86 0 0,1 1-1 0 0,-1 0 1 0 0,-1 0-1 0 0,0 0 1 0 0,0 0-1 0 0,0 0 1 0 0,-1 0 0 0 0,-1 0-1 0 0,1 0 1 0 0,-1 1-1 0 0,-1-1 1 0 0,1 0-1 0 0,-1 0 1 0 0,-1 0-1 0 0,1 0 1 0 0,-1 0 0 0 0,-5 10-1 0 0,1-4-81 0 0,-1 0 0 0 0,-1 0 0 0 0,0-1-1 0 0,-1 0 1 0 0,0-1 0 0 0,-1 0 0 0 0,-14 13 0 0 0,6-8-355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3 15667 0 0,'-10'-3'2162'0'0,"10"11"-50"0"0,1 2-1653 0 0,25 258 2961 0 0,-14-195-4614 0 0,36 117 1 0 0,-36-152-6517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5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234 45 5529 0 0,'-24'-21'1941'0'0,"21"18"-1156"0"0,0 0 0 0 0,1 1 1 0 0,-1-1-1 0 0,0 1 0 0 0,-1 0 0 0 0,1 0 0 0 0,-6-3 0 0 0,7 4-572 0 0,1 1-1 0 0,-1 0 0 0 0,0-1 0 0 0,1 1 1 0 0,-1 0-1 0 0,0 0 0 0 0,0 0 0 0 0,1 0 1 0 0,-1 1-1 0 0,0-1 0 0 0,1 0 0 0 0,-1 1 1 0 0,0-1-1 0 0,1 1 0 0 0,-1-1 1 0 0,1 1-1 0 0,-1 0 0 0 0,0 0 0 0 0,1 0 1 0 0,0 0-1 0 0,-1 0 0 0 0,0 1 0 0 0,-9 7 289 0 0,1 1-1 0 0,0 0 1 0 0,0 0-1 0 0,1 1 1 0 0,1 1 0 0 0,0-1-1 0 0,-9 19 1 0 0,2-2-362 0 0,2 2 0 0 0,-12 33 1 0 0,24-59-154 0 0,0-1 1 0 0,0 0 0 0 0,0 0 0 0 0,1 1 0 0 0,-1-1 0 0 0,1 0 0 0 0,0 1-1 0 0,0-1 1 0 0,0 1 0 0 0,0-1 0 0 0,0 0 0 0 0,1 1 0 0 0,1 2 0 0 0,-2-5 2 0 0,0 0 0 0 0,1 0 0 0 0,-1-1 0 0 0,0 1 0 0 0,1 0 0 0 0,-1-1 0 0 0,1 1 0 0 0,-1-1 0 0 0,1 1 1 0 0,-1 0-1 0 0,1-1 0 0 0,0 1 0 0 0,-1-1 0 0 0,1 0 0 0 0,0 1 0 0 0,-1-1 0 0 0,1 1 0 0 0,0-1 0 0 0,0 0 1 0 0,-1 0-1 0 0,3 1 0 0 0,-1-1 14 0 0,0 0 0 0 0,0 0 0 0 0,0 0 0 0 0,0 0 1 0 0,0-1-1 0 0,0 1 0 0 0,0-1 0 0 0,0 1 0 0 0,0-1 0 0 0,0 0 1 0 0,0 1-1 0 0,2-3 0 0 0,3-1-81 0 0,1-1 0 0 0,-1 0 0 0 0,0 0 0 0 0,0-1 0 0 0,-1 0 0 0 0,0 0 0 0 0,0-1 0 0 0,0 1 0 0 0,7-13 0 0 0,4-9-209 0 0,17-36 1 0 0,-15 27 516 0 0,-8 23 294 0 0,-11 14-506 0 0,0 0-1 0 0,1 0 1 0 0,-1-1-1 0 0,0 1 1 0 0,0 0-1 0 0,1 0 1 0 0,-1 0 0 0 0,0 0-1 0 0,0 0 1 0 0,1 0-1 0 0,-1 0 1 0 0,0 0-1 0 0,0 0 1 0 0,1 0-1 0 0,-1 0 1 0 0,0 0 0 0 0,0 0-1 0 0,1 0 1 0 0,-1 0-1 0 0,0 0 1 0 0,0 1-1 0 0,1-1 1 0 0,-1 0 0 0 0,0 0-1 0 0,0 0 1 0 0,0 0-1 0 0,1 0 1 0 0,-1 0-1 0 0,0 1 1 0 0,0-1 0 0 0,0 0-1 0 0,1 1 1 0 0,10 27 785 0 0,-8-17-791 0 0,10 33 470 0 0,-6-20-360 0 0,0 0 1 0 0,14 27 0 0 0,-17-43-223 0 0,0 0-1 0 0,0-1 1 0 0,1 0-1 0 0,0 0 0 0 0,1-1 1 0 0,-1 1-1 0 0,1-1 1 0 0,1 0-1 0 0,-1 0 1 0 0,11 6-1 0 0,6 1-419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8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257 39 5985 0 0,'-1'-2'525'0'0,"-1"-1"0"0"0,0 0 0 0 0,0 1-1 0 0,0-1 1 0 0,0 1 0 0 0,0-1 0 0 0,-1 1-1 0 0,1 0 1 0 0,-1 0 0 0 0,1 0 0 0 0,-1 1 0 0 0,0-1-1 0 0,0 1 1 0 0,1-1 0 0 0,-1 1 0 0 0,0 0-1 0 0,0 0 1 0 0,0 0 0 0 0,-1 0 0 0 0,1 1-1 0 0,0-1 1 0 0,0 1 0 0 0,-6 0 0 0 0,4 1-254 0 0,0 0 1 0 0,0 0-1 0 0,0 1 1 0 0,0 0-1 0 0,0 0 1 0 0,1 0-1 0 0,-1 0 1 0 0,0 1-1 0 0,1 0 1 0 0,0 0-1 0 0,-1 0 1 0 0,1 0-1 0 0,-6 8 1 0 0,-6 5 70 0 0,1 1 1 0 0,0 0-1 0 0,-21 36 1 0 0,31-45-253 0 0,0 1 0 0 0,1 0 0 0 0,0 0 0 0 0,0 0 0 0 0,1 1 0 0 0,0-1 0 0 0,1 1 1 0 0,0 0-1 0 0,1 0 0 0 0,0 0 0 0 0,0 11 0 0 0,1-17-119 0 0,1-1-1 0 0,-1 1 1 0 0,1-1-1 0 0,0 0 1 0 0,0 0-1 0 0,0 1 1 0 0,1-1-1 0 0,-1 0 1 0 0,1 0-1 0 0,0 0 1 0 0,0 0-1 0 0,0-1 1 0 0,0 1-1 0 0,0 0 1 0 0,4 2 0 0 0,14 10-6730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1.1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0 407 11522 0 0,'9'-5'611'0'0,"-1"1"0"0"0,0-1-1 0 0,0-1 1 0 0,0 1 0 0 0,10-11-1 0 0,-2 3 145 0 0,-11 8-335 0 0,16-10 705 0 0,-1-2 0 0 0,0 0-1 0 0,-2-1 1 0 0,30-37-1 0 0,-44 50-1092 0 0,-1 0 0 0 0,0 0-1 0 0,0-1 1 0 0,0 1 0 0 0,0-1-1 0 0,-1 1 1 0 0,0-1 0 0 0,0 0-1 0 0,-1 1 1 0 0,0-1 0 0 0,0 0-1 0 0,0 0 1 0 0,-1 0 0 0 0,1 0-1 0 0,-1 0 1 0 0,-1 0 0 0 0,1 0-1 0 0,-1 0 1 0 0,0 0 0 0 0,-1 0-1 0 0,1 0 1 0 0,-1 0 0 0 0,0 1-1 0 0,-1-1 1 0 0,1 1 0 0 0,-7-9 0 0 0,5 6-24 0 0,-1 0 0 0 0,-1 1 0 0 0,1 0 0 0 0,-1 0 0 0 0,-12-10 1 0 0,17 16-6 0 0,0 0 1 0 0,0 1-1 0 0,0-1 1 0 0,0 0 0 0 0,0 0-1 0 0,-1 1 1 0 0,1-1-1 0 0,0 0 1 0 0,0 1 0 0 0,-1-1-1 0 0,1 1 1 0 0,0 0-1 0 0,0-1 1 0 0,-1 1-1 0 0,1 0 1 0 0,0 0 0 0 0,-1 0-1 0 0,1 0 1 0 0,0 0-1 0 0,-1 0 1 0 0,1 0 0 0 0,0 1-1 0 0,-1-1 1 0 0,1 0-1 0 0,0 1 1 0 0,-1-1 0 0 0,1 1-1 0 0,0-1 1 0 0,0 1-1 0 0,0 0 1 0 0,-1-1-1 0 0,1 1 1 0 0,0 0 0 0 0,0 0-1 0 0,0 0 1 0 0,0 0-1 0 0,0 0 1 0 0,1 0 0 0 0,-1 0-1 0 0,0 0 1 0 0,0 0-1 0 0,1 0 1 0 0,-1 1 0 0 0,1-1-1 0 0,-1 0 1 0 0,1 0-1 0 0,-1 3 1 0 0,-6 12 93 0 0,0 1 0 0 0,2 0 0 0 0,0 0 1 0 0,1 0-1 0 0,-2 25 0 0 0,4-32-52 0 0,1 0 0 0 0,1 0 1 0 0,0 0-1 0 0,0 0 0 0 0,1 0 0 0 0,1 0 0 0 0,-1 0 1 0 0,2 0-1 0 0,-1 0 0 0 0,8 17 0 0 0,-8-23-16 0 0,1-1 0 0 0,-1 1 0 0 0,0-1 0 0 0,1 0 0 0 0,0 0 0 0 0,0 0-1 0 0,0 0 1 0 0,0 0 0 0 0,0-1 0 0 0,0 0 0 0 0,1 1 0 0 0,-1-1 0 0 0,1 0 0 0 0,0-1 0 0 0,0 1-1 0 0,0-1 1 0 0,-1 1 0 0 0,1-1 0 0 0,0 0 0 0 0,0-1 0 0 0,1 1 0 0 0,-1-1 0 0 0,0 1 0 0 0,0-1 0 0 0,4-1-1 0 0,4 1-359 0 0,-1-2 0 0 0,1 1-1 0 0,11-4 1 0 0,30-11-6199 0 0,-18 4-801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136 1 8754 0 0,'-10'5'776'0'0,"1"0"1"0"0,0 1-1 0 0,0 0 1 0 0,0 1 0 0 0,1 0-1 0 0,0 0 1 0 0,0 1-1 0 0,1 0 1 0 0,0 0-1 0 0,-9 13 1 0 0,12-14-492 0 0,0-1 0 0 0,0 1 0 0 0,1 0 0 0 0,0 0 0 0 0,0 0 0 0 0,0 0 0 0 0,1 0 0 0 0,0 1 0 0 0,1-1 0 0 0,-1 1 0 0 0,1-1 0 0 0,1 12 0 0 0,0-12-248 0 0,1 1 0 0 0,0-1 0 0 0,0 1 0 0 0,1-1 0 0 0,0 0 0 0 0,0 1 0 0 0,1-1 0 0 0,0 0 0 0 0,0 0 0 0 0,1-1 0 0 0,0 1 0 0 0,0-1 0 0 0,1 0 1 0 0,-1 0-1 0 0,1 0 0 0 0,0 0 0 0 0,1-1 0 0 0,0 0 0 0 0,6 5 0 0 0,11 6-134 0 0,-11-8-164 0 0,0 1-1 0 0,0 0 1 0 0,-1 1 0 0 0,0 0-1 0 0,14 18 1 0 0,-23-25 259 0 0,0 0 0 0 0,0 1 0 0 0,0-1 0 0 0,0 0 0 0 0,-1 1 1 0 0,0-1-1 0 0,1 1 0 0 0,-1-1 0 0 0,-1 1 0 0 0,1-1 0 0 0,0 1 0 0 0,-1 0 0 0 0,0-1 1 0 0,0 1-1 0 0,0 0 0 0 0,0-1 0 0 0,-1 1 0 0 0,1 0 0 0 0,-1-1 0 0 0,0 1 0 0 0,0 0 1 0 0,0-1-1 0 0,0 0 0 0 0,-1 1 0 0 0,0-1 0 0 0,1 0 0 0 0,-5 6 0 0 0,-1 1 276 0 0,-1 0-1 0 0,0 0 1 0 0,0-1-1 0 0,-1 0 1 0 0,-19 15-1 0 0,22-19-201 0 0,0-1 0 0 0,1-1 0 0 0,-1 1 0 0 0,-1-1 0 0 0,1 0-1 0 0,0 0 1 0 0,-1-1 0 0 0,0 1 0 0 0,1-1 0 0 0,-1-1 0 0 0,0 0 0 0 0,-9 1-1 0 0,-7-8-757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5 11522 0 0,'-5'5'1036'0'0,"1"0"1"0"0,0 0-1 0 0,1 1 0 0 0,-1-1 0 0 0,1 1 0 0 0,0 0 0 0 0,0 0 0 0 0,-2 7 0 0 0,2-1-764 0 0,-1 0 1 0 0,2 0 0 0 0,0 0-1 0 0,0 0 1 0 0,1 1 0 0 0,1 13 0 0 0,1-15-257 0 0,0 0 1 0 0,1-1-1 0 0,1 1 1 0 0,-1-1-1 0 0,1 1 1 0 0,1-1 0 0 0,0 0-1 0 0,1 0 1 0 0,0 0-1 0 0,0-1 1 0 0,9 11 0 0 0,-12-17-16 0 0,0 0 1 0 0,0 0 0 0 0,0 0 0 0 0,1-1 0 0 0,-1 1 0 0 0,1-1-1 0 0,0 1 1 0 0,-1-1 0 0 0,1 0 0 0 0,0 0 0 0 0,0-1-1 0 0,1 1 1 0 0,-1-1 0 0 0,0 1 0 0 0,1-1 0 0 0,-1 0-1 0 0,0 0 1 0 0,1 0 0 0 0,-1-1 0 0 0,1 1 0 0 0,-1-1 0 0 0,1 0-1 0 0,0 0 1 0 0,-1 0 0 0 0,1-1 0 0 0,-1 1 0 0 0,1-1-1 0 0,-1 0 1 0 0,1 0 0 0 0,-1 0 0 0 0,0 0 0 0 0,0 0-1 0 0,1-1 1 0 0,-1 0 0 0 0,0 1 0 0 0,0-1 0 0 0,4-4 0 0 0,0 1 43 0 0,-1 0 1 0 0,0 0 0 0 0,0-1 0 0 0,0 0 0 0 0,-1 0 0 0 0,0 0 0 0 0,0-1 0 0 0,0 0 0 0 0,-1 0-1 0 0,0 0 1 0 0,0 0 0 0 0,-1-1 0 0 0,0 1 0 0 0,0-1 0 0 0,2-13 0 0 0,-4 15-28 0 0,0-1 0 0 0,-1 1-1 0 0,0-1 1 0 0,0 1 0 0 0,0-1 0 0 0,-1 1 0 0 0,0-1 0 0 0,0 1 0 0 0,0-1 0 0 0,-1 1-1 0 0,0 0 1 0 0,0 0 0 0 0,-1 0 0 0 0,0 0 0 0 0,0 0 0 0 0,0 1 0 0 0,-1-1 0 0 0,0 1-1 0 0,0 0 1 0 0,-5-5 0 0 0,1 2-19 0 0,0 1 0 0 0,0 0 0 0 0,-1 0 0 0 0,0 1 0 0 0,-14-7 1 0 0,19 11-59 0 0,0 0 1 0 0,0 0-1 0 0,0 0 1 0 0,0 1-1 0 0,0-1 0 0 0,0 1 1 0 0,0 0-1 0 0,0 1 1 0 0,-1-1-1 0 0,1 1 1 0 0,0 0-1 0 0,-1 0 1 0 0,1 0-1 0 0,0 0 1 0 0,0 1-1 0 0,-7 1 1 0 0,4 2-1736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 6449 0 0,'-2'8'15936'0'0,"-3"4"-17577"0"0,-4 12 2205 0 0,1 1 0 0 0,2 1 0 0 0,0-1 0 0 0,-2 29 0 0 0,7-41-529 0 0,0 1-1 0 0,1-1 1 0 0,0 0 0 0 0,1 1 0 0 0,1-1 0 0 0,0 0-1 0 0,1 0 1 0 0,0 0 0 0 0,10 23 0 0 0,-12-33-33 0 0,0 1 0 0 0,1-1 0 0 0,0 0 0 0 0,0 0 0 0 0,0 0 0 0 0,0 0 0 0 0,0 0 0 0 0,0 0 0 0 0,1-1 1 0 0,-1 1-1 0 0,1-1 0 0 0,0 0 0 0 0,-1 1 0 0 0,1-1 0 0 0,1-1 0 0 0,-1 1 0 0 0,0 0 0 0 0,0-1 0 0 0,0 1 0 0 0,1-1 0 0 0,-1 0 0 0 0,1 0 0 0 0,-1 0 1 0 0,1-1-1 0 0,-1 1 0 0 0,1-1 0 0 0,6 0 0 0 0,-3-1-3 0 0,0-1 1 0 0,0 1 0 0 0,0-1-1 0 0,-1 0 1 0 0,1-1 0 0 0,0 0-1 0 0,-1 0 1 0 0,1 0 0 0 0,-1-1-1 0 0,0 0 1 0 0,-1 0-1 0 0,11-10 1 0 0,-6 4 11 0 0,-1 0 0 0 0,0-2 0 0 0,-1 1 0 0 0,0-1 0 0 0,-1 0 0 0 0,0 0 0 0 0,9-26 0 0 0,-8 19 188 0 0,2 0 0 0 0,16-27 1 0 0,-25 44-174 0 0,-1 1 1 0 0,1 0 0 0 0,0-1 0 0 0,0 1 0 0 0,0 0 0 0 0,0 0 0 0 0,-1 0-1 0 0,1-1 1 0 0,1 1 0 0 0,-1 0 0 0 0,0 0 0 0 0,0 1 0 0 0,0-1 0 0 0,1 0-1 0 0,-1 0 1 0 0,0 0 0 0 0,1 1 0 0 0,-1-1 0 0 0,0 1 0 0 0,1-1 0 0 0,-1 1-1 0 0,1 0 1 0 0,-1-1 0 0 0,1 1 0 0 0,-1 0 0 0 0,1 0 0 0 0,1 0 0 0 0,0 2-15 0 0,0-1 0 0 0,-1 1 0 0 0,1-1 0 0 0,-1 1 0 0 0,0 0 0 0 0,1 0 0 0 0,-1 1 1 0 0,0-1-1 0 0,0 0 0 0 0,0 1 0 0 0,0-1 0 0 0,2 6 0 0 0,41 72 140 0 0,-29-51-1542 0 0,27 41 1 0 0,-28-50-6877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1 102 11058 0 0,'0'-1'309'0'0,"1"-1"0"0"0,0 1 0 0 0,0 0 0 0 0,-1 0 0 0 0,1-1 0 0 0,0 1-1 0 0,0 0 1 0 0,0 0 0 0 0,1 0 0 0 0,-1 0 0 0 0,0 0 0 0 0,0 0 0 0 0,0 0 0 0 0,1 1 0 0 0,-1-1-1 0 0,0 0 1 0 0,3 0 0 0 0,25-9 3245 0 0,-26 10-3413 0 0,0 0 0 0 0,0 1 0 0 0,0-1 1 0 0,0 1-1 0 0,0 0 0 0 0,0 0 0 0 0,-1 0 0 0 0,1 1 0 0 0,0-1 0 0 0,-1 0 0 0 0,1 1 0 0 0,-1 0 0 0 0,1-1 0 0 0,-1 1 0 0 0,0 0 0 0 0,0 0 0 0 0,0 1 0 0 0,0-1 0 0 0,3 4 0 0 0,3 6 9 0 0,-1-1 1 0 0,12 23-1 0 0,-2 1 1 0 0,0-2-80 0 0,-1 1 0 0 0,-2 0 0 0 0,12 43 1 0 0,-25-62 306 0 0,-5-18 299 0 0,-7-24-11 0 0,9 6-668 0 0,0-1 0 0 0,1 1 0 0 0,1-1 0 0 0,1 1-1 0 0,1-1 1 0 0,1 1 0 0 0,9-35 0 0 0,-6 37-594 0 0,0 1 0 0 0,1 0 0 0 0,1 0 0 0 0,1 0 1 0 0,12-16-1 0 0,-3 7-7394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6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189 10 14747 0 0,'-3'-2'300'0'0,"0"1"0"0"0,0-1 0 0 0,0 1 1 0 0,-1 0-1 0 0,1 1 0 0 0,0-1 0 0 0,0 0 0 0 0,0 1 0 0 0,-1 0 0 0 0,1-1 0 0 0,0 1 0 0 0,-1 1 1 0 0,1-1-1 0 0,0 0 0 0 0,0 1 0 0 0,-1 0 0 0 0,1-1 0 0 0,-5 3 0 0 0,3 0-102 0 0,0 0-1 0 0,0 0 0 0 0,0 0 1 0 0,0 1-1 0 0,0 0 1 0 0,1 0-1 0 0,0 0 0 0 0,-1 0 1 0 0,-5 9-1 0 0,0 1-141 0 0,1 1 0 0 0,0 1-1 0 0,1 0 1 0 0,1 0 0 0 0,1 0-1 0 0,-6 20 1 0 0,10-27-35 0 0,0-1 1 0 0,0 0-1 0 0,1 1 0 0 0,0-1 1 0 0,1 1-1 0 0,0-1 1 0 0,0 1-1 0 0,1-1 0 0 0,0 1 1 0 0,0-1-1 0 0,1 0 0 0 0,0 0 1 0 0,1 1-1 0 0,-1-1 0 0 0,6 9 1 0 0,-5-12-23 0 0,0-1 0 0 0,0 1 0 0 0,0-1 0 0 0,0 0 0 0 0,1 0 0 0 0,0 0 0 0 0,0 0 0 0 0,0-1 0 0 0,0 0 0 0 0,0 0 0 0 0,1 0 0 0 0,-1 0 0 0 0,1-1 0 0 0,0 1 0 0 0,0-1 0 0 0,0 0 0 0 0,0-1 0 0 0,0 1 0 0 0,0-1 0 0 0,1 0 0 0 0,-1-1 0 0 0,0 1 0 0 0,1-1 0 0 0,-1 0 0 0 0,8-1 0 0 0,9-2-263 0 0,1-3-68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60 329 7370 0 0,'1'2'309'0'0,"0"-1"0"0"0,0 1 0 0 0,0-1 0 0 0,0 0 0 0 0,0 0 0 0 0,0 1 0 0 0,1-1 0 0 0,-1 0 1 0 0,0 0-1 0 0,1 0 0 0 0,-1 0 0 0 0,1 0 0 0 0,-1 0 0 0 0,1-1 0 0 0,-1 1 0 0 0,1-1 0 0 0,0 1 1 0 0,-1-1-1 0 0,1 1 0 0 0,0-1 0 0 0,-1 0 0 0 0,1 0 0 0 0,0 1 0 0 0,-1-1 0 0 0,1-1 0 0 0,0 1 1 0 0,2 0-1 0 0,2-1 392 0 0,0 1 1 0 0,-1-1 0 0 0,1 0-1 0 0,0-1 1 0 0,-1 1 0 0 0,1-1-1 0 0,5-3 1 0 0,-3 0-614 0 0,-1-1 0 0 0,0 0 0 0 0,0 0 1 0 0,0 0-1 0 0,-1-1 0 0 0,0 0 0 0 0,0 0 0 0 0,-1-1 0 0 0,0 0 0 0 0,0 1 0 0 0,-1-2 1 0 0,0 1-1 0 0,0 0 0 0 0,-1-1 0 0 0,0 0 0 0 0,0 0 0 0 0,-1 0 0 0 0,-1 0 1 0 0,1 0-1 0 0,-1 0 0 0 0,-1 0 0 0 0,0-11 0 0 0,0 13-111 0 0,-1 0-1 0 0,0 0 0 0 0,0 0 1 0 0,0 0-1 0 0,-1 0 1 0 0,0 0-1 0 0,-1 0 1 0 0,1 0-1 0 0,-1 1 1 0 0,0-1-1 0 0,-1 1 1 0 0,-7-10-1 0 0,8 12 2 0 0,-1 0 1 0 0,0 0-1 0 0,0 0 0 0 0,-1 0 1 0 0,1 1-1 0 0,-1 0 0 0 0,0 0 1 0 0,0 0-1 0 0,0 0 0 0 0,0 1 1 0 0,0 0-1 0 0,-1 0 0 0 0,1 0 1 0 0,-1 1-1 0 0,1 0 0 0 0,-1 0 1 0 0,-9 0-1 0 0,11 0-14 0 0,-1 1 1 0 0,0 0-1 0 0,1 1 0 0 0,-1-1 1 0 0,1 1-1 0 0,-1 0 1 0 0,1 0-1 0 0,-1 0 0 0 0,1 0 1 0 0,-1 1-1 0 0,1 0 1 0 0,0 0-1 0 0,0 0 0 0 0,0 0 1 0 0,0 1-1 0 0,0 0 1 0 0,1 0-1 0 0,-1 0 0 0 0,1 0 1 0 0,0 0-1 0 0,-1 0 1 0 0,2 1-1 0 0,-1 0 0 0 0,0 0 1 0 0,1 0-1 0 0,0 0 1 0 0,-1 0-1 0 0,2 0 0 0 0,-1 0 1 0 0,0 1-1 0 0,1-1 1 0 0,0 0-1 0 0,0 1 0 0 0,0 0 1 0 0,0 5-1 0 0,0-2 92 0 0,0 0 0 0 0,1 0 0 0 0,0 0 0 0 0,0 0-1 0 0,1 0 1 0 0,0 0 0 0 0,0 0 0 0 0,1 0 0 0 0,0 0-1 0 0,1 0 1 0 0,-1-1 0 0 0,1 1 0 0 0,1-1 0 0 0,0 1-1 0 0,0-1 1 0 0,0 0 0 0 0,1-1 0 0 0,-1 1 0 0 0,10 8 0 0 0,-5-9-53 0 0,-1 0-1 0 0,1 0 1 0 0,1-1 0 0 0,-1 0 0 0 0,1 0 0 0 0,-1-1 0 0 0,1-1 0 0 0,1 0 0 0 0,-1 0 0 0 0,0-1 0 0 0,1 0 0 0 0,13 1 0 0 0,12-2-248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4.8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 12899 0 0,'-2'0'239'0'0,"0"-1"0"0"0,1 0 0 0 0,-1 1 0 0 0,0-1 0 0 0,1 1 0 0 0,-1-1 0 0 0,0 1 1 0 0,0 0-1 0 0,1 0 0 0 0,-1 0 0 0 0,0 0 0 0 0,0 0 0 0 0,1 0 0 0 0,-1 0 0 0 0,0 1 0 0 0,0-1 0 0 0,1 0 1 0 0,-1 1-1 0 0,0 0 0 0 0,1-1 0 0 0,-1 1 0 0 0,1 0 0 0 0,-1 0 0 0 0,-2 1 0 0 0,-3 3 178 0 0,-1-1 0 0 0,1 1 0 0 0,-13 11 0 0 0,15-12-329 0 0,0 2 0 0 0,1-1 0 0 0,0 0 0 0 0,0 1 0 0 0,0-1 0 0 0,0 1 0 0 0,1 1 0 0 0,0-1 0 0 0,0 0 0 0 0,0 1 1 0 0,1-1-1 0 0,0 1 0 0 0,1-1 0 0 0,-1 1 0 0 0,0 13 0 0 0,2-16-81 0 0,0-1 1 0 0,1 1 0 0 0,-1 0 0 0 0,1 0 0 0 0,0-1 0 0 0,0 1 0 0 0,0 0 0 0 0,0-1-1 0 0,1 1 1 0 0,-1-1 0 0 0,1 0 0 0 0,0 1 0 0 0,0-1 0 0 0,0 0 0 0 0,1 0 0 0 0,-1 0-1 0 0,1 0 1 0 0,-1-1 0 0 0,1 1 0 0 0,0-1 0 0 0,0 0 0 0 0,0 1 0 0 0,0-1 0 0 0,1-1-1 0 0,-1 1 1 0 0,1 0 0 0 0,-1-1 0 0 0,1 0 0 0 0,-1 1 0 0 0,6 0 0 0 0,-2-1-61 0 0,0 1 0 0 0,1-1-1 0 0,-1-1 1 0 0,0 1 0 0 0,1-1 0 0 0,-1 0 0 0 0,0-1 0 0 0,1 0 0 0 0,-1 0 0 0 0,0 0-1 0 0,0-1 1 0 0,0 0 0 0 0,0-1 0 0 0,0 1 0 0 0,0-1 0 0 0,-1-1 0 0 0,1 1 0 0 0,-1-1-1 0 0,0 0 1 0 0,0-1 0 0 0,0 1 0 0 0,-1-1 0 0 0,0 0 0 0 0,1-1 0 0 0,-2 1 0 0 0,1-1-1 0 0,-1 0 1 0 0,0 0 0 0 0,4-7 0 0 0,4-5 362 0 0,-1 17-62 0 0,-9 2-218 0 0,1 1 0 0 0,-1 0 0 0 0,0-1 1 0 0,0 1-1 0 0,0 0 0 0 0,-1 0 0 0 0,1 1 1 0 0,0-1-1 0 0,1 4 0 0 0,6 6 7 0 0,1 0 68 0 0,0 0-1 0 0,0-1 0 0 0,1-1 0 0 0,1 0 1 0 0,0 0-1 0 0,26 16 0 0 0,-33-23-59 0 0,0 0-1 0 0,0-1 0 0 0,0 1 1 0 0,1-1-1 0 0,-1 0 0 0 0,1 0 1 0 0,-1-1-1 0 0,1 1 0 0 0,0-1 1 0 0,0-1-1 0 0,-1 1 0 0 0,1-1 1 0 0,0 0-1 0 0,0 0 0 0 0,0-1 1 0 0,0 0-1 0 0,-1 0 0 0 0,1 0 1 0 0,0 0-1 0 0,-1-1 0 0 0,8-3 1 0 0,-11 4-24 0 0,0 0 0 0 0,-1 0 0 0 0,1 0 1 0 0,-1 0-1 0 0,1 0 0 0 0,-1 0 1 0 0,1-1-1 0 0,-1 1 0 0 0,0 0 1 0 0,0-1-1 0 0,1 1 0 0 0,-1-1 0 0 0,0 1 1 0 0,0-1-1 0 0,-1 0 0 0 0,1 1 1 0 0,0-1-1 0 0,0 0 0 0 0,-1 0 0 0 0,1 1 1 0 0,-1-1-1 0 0,0 0 0 0 0,1 0 1 0 0,-1 0-1 0 0,0 0 0 0 0,0 1 1 0 0,0-1-1 0 0,-1-4 0 0 0,-1-3-28 0 0,-1 1-1 0 0,0-1 1 0 0,0 0 0 0 0,-9-15-1 0 0,9 17-242 0 0,-1 0 0 0 0,1 0 0 0 0,0-1-1 0 0,-3-13 1 0 0,6 11-686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0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0,'17'4'9055'0'0,"-4"6"-3528"0"0,-10-6-5007 0 0,0-1 1 0 0,-1 1 0 0 0,0 0-1 0 0,1-1 1 0 0,-1 1-1 0 0,2 8 1 0 0,1 3-566 0 0,-1 0 0 0 0,4 29 0 0 0,-3 9 109 0 0,6 38 77 0 0,-10-83-322 0 0,1 0 0 0 0,0-1 0 0 0,1 1 0 0 0,0-1 0 0 0,0 1 0 0 0,0-1 0 0 0,1 0 0 0 0,8 11 0 0 0,-7-13-1836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2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5 17508 0 0,'-6'-3'776'0'0,"4"2"160"0"0,-1 1-744 0 0,2 0-192 0 0,-1 0 0 0 0,2 1 320 0 0,0 1 32 0 0,-2 2 8 0 0,2 1 0 0 0,1 2-432 0 0,2 0-88 0 0,1 1-24 0 0,3 0 0 0 0,1 3-2040 0 0,3-3-409 0 0,1-1-87 0 0,0-1-9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54 6449 0 0,'2'-14'752'0'0,"-7"-26"13911"0"0,-6 67-13525 0 0,5 4-790 0 0,1 0 0 0 0,1 0-1 0 0,2 0 1 0 0,2 0 0 0 0,5 59-1 0 0,0-61-569 0 0,0 0 0 0 0,2 0 0 0 0,2 0 0 0 0,0-1 0 0 0,2 0 0 0 0,18 33 0 0 0,13 25-6010 0 0,-38-71 5614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9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0 136 9218 0 0,'40'-3'1151'0'0,"-1"-1"1"0"0,0-2-1 0 0,0-2 0 0 0,0-1 1 0 0,-1-2-1 0 0,0-2 0 0 0,-1-1 1 0 0,46-26-1 0 0,-69 31-1104 0 0,-11 7-12 0 0,1-1 0 0 0,-1 1 0 0 0,1 0-1 0 0,-1 0 1 0 0,1 0 0 0 0,0 0 0 0 0,0 1-1 0 0,4-1 1 0 0,-3 37 3013 0 0,-4-29-2996 0 0,1 18 133 0 0,10 40 1 0 0,-11-58-196 0 0,0-1 0 0 0,1 0 0 0 0,-1-1 0 0 0,1 1 1 0 0,0 0-1 0 0,1 0 0 0 0,-1-1 0 0 0,1 1 0 0 0,0-1 1 0 0,0 0-1 0 0,1 0 0 0 0,-1 0 0 0 0,1 0 0 0 0,4 3 1 0 0,-6-6-23 0 0,-1-1 1 0 0,1 1 0 0 0,-1-1-1 0 0,1 0 1 0 0,-1 1 0 0 0,1-1 0 0 0,-1 0-1 0 0,1 0 1 0 0,-1 0 0 0 0,1 0-1 0 0,-1 0 1 0 0,1 0 0 0 0,-1-1 0 0 0,1 1-1 0 0,-1 0 1 0 0,1-1 0 0 0,-1 1-1 0 0,1-1 1 0 0,-1 0 0 0 0,0 1-1 0 0,1-1 1 0 0,-1 0 0 0 0,0 0 0 0 0,0 0-1 0 0,1 0 1 0 0,-1 0 0 0 0,0 0-1 0 0,0 0 1 0 0,0 0 0 0 0,0 0-1 0 0,0-1 1 0 0,0 0 0 0 0,8-9 47 0 0,-1 0 0 0 0,10-19 0 0 0,-12 21 190 0 0,34-49 410 0 0,-37 55-541 0 0,-1-1-1 0 0,1 1 0 0 0,0 0 1 0 0,1 0-1 0 0,-1 0 0 0 0,0 0 0 0 0,1 1 1 0 0,0-1-1 0 0,0 1 0 0 0,0 0 0 0 0,0 0 1 0 0,0 0-1 0 0,6-2 0 0 0,-9 4-29 0 0,0 0-1 0 0,1 0 1 0 0,-1 1 0 0 0,0-1-1 0 0,0 0 1 0 0,0 0 0 0 0,1 1-1 0 0,-1-1 1 0 0,0 0 0 0 0,0 1-1 0 0,0 0 1 0 0,0-1-1 0 0,0 1 1 0 0,0-1 0 0 0,0 1-1 0 0,0 0 1 0 0,0 0 0 0 0,0 0-1 0 0,0-1 1 0 0,0 1 0 0 0,0 0-1 0 0,-1 0 1 0 0,1 0-1 0 0,0 0 1 0 0,-1 1 0 0 0,1-1-1 0 0,-1 0 1 0 0,1 0 0 0 0,0 2-1 0 0,12 46 528 0 0,-6-20-733 0 0,-4-23-121 0 0,0 0 0 0 0,0 1 1 0 0,1-1-1 0 0,0 0 0 0 0,0-1 1 0 0,0 1-1 0 0,1-1 0 0 0,-1 0 0 0 0,1 0 1 0 0,0 0-1 0 0,11 6 0 0 0,5 3-7865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8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6 456 0 0,'-11'-5'7113'0'0,"10"5"-6803"0"0,-17 5 3767 0 0,-18 19-1016 0 0,24-15-1684 0 0,11-9-1368 0 0,-23 16 1490 0 0,-32 26 0 0 0,51-38-1325 0 0,0 0 0 0 0,1 0 0 0 0,-1 0 1 0 0,1 1-1 0 0,0 0 0 0 0,1 0 0 0 0,-1 0 0 0 0,1 0 0 0 0,0 0 1 0 0,0 1-1 0 0,1-1 0 0 0,-1 1 0 0 0,-2 11 0 0 0,5-15-156 0 0,0 0 0 0 0,0 0-1 0 0,1 1 1 0 0,-1-1 0 0 0,1 0 0 0 0,-1 0-1 0 0,1 0 1 0 0,-1 0 0 0 0,1 1 0 0 0,0-1-1 0 0,0 0 1 0 0,0 0 0 0 0,1 0-1 0 0,-1-1 1 0 0,0 1 0 0 0,1 0 0 0 0,-1 0-1 0 0,1-1 1 0 0,-1 1 0 0 0,1-1-1 0 0,0 1 1 0 0,2 0 0 0 0,6 6-40 0 0,1-1 0 0 0,21 9-1 0 0,-10-5 42 0 0,13 9-190 0 0,-17-11-165 0 0,32 22 1 0 0,-50-30 333 0 0,1-1 1 0 0,-1 1-1 0 0,1-1 1 0 0,-1 1-1 0 0,0-1 1 0 0,1 1-1 0 0,-1-1 1 0 0,1 1-1 0 0,-1-1 1 0 0,0 1-1 0 0,0-1 1 0 0,1 1-1 0 0,-1 0 1 0 0,0-1-1 0 0,0 1 1 0 0,0-1-1 0 0,0 1 1 0 0,0 0 0 0 0,0-1-1 0 0,0 1 1 0 0,0 0-1 0 0,0-1 1 0 0,0 1-1 0 0,0 0 1 0 0,0-1-1 0 0,0 1 1 0 0,0-1-1 0 0,0 1 1 0 0,-1 0-1 0 0,1-1 1 0 0,0 1-1 0 0,0-1 1 0 0,-1 1-1 0 0,1-1 1 0 0,-1 1-1 0 0,1-1 1 0 0,0 1 0 0 0,-1-1-1 0 0,1 1 1 0 0,-1-1-1 0 0,1 1 1 0 0,-1-1-1 0 0,1 0 1 0 0,-1 1-1 0 0,1-1 1 0 0,-2 1-1 0 0,-30 18 457 0 0,27-17-352 0 0,-128 55 909 0 0,84-38-1459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60 8290 0 0,'4'-31'3957'0'0,"-1"3"4826"0"0,-8 178-5153 0 0,2 78-3658 0 0,3-220 22 0 0,6 61-63 0 0,-5-63-38 0 0,1 1 1 0 0,-1-1-1 0 0,1 0 0 0 0,0 0 1 0 0,0 0-1 0 0,1 0 0 0 0,0 0 1 0 0,5 8-1 0 0,-8-14 93 0 0,0 0 0 0 0,0 0 0 0 0,0 1-1 0 0,1-1 1 0 0,-1 0 0 0 0,0 0 0 0 0,0 0 0 0 0,0 0 0 0 0,0 1-1 0 0,0-1 1 0 0,1 0 0 0 0,-1 0 0 0 0,0 0 0 0 0,0 0 0 0 0,0 0-1 0 0,0 0 1 0 0,1 0 0 0 0,-1 0 0 0 0,0 0 0 0 0,0 1 0 0 0,0-1-1 0 0,1 0 1 0 0,-1 0 0 0 0,0 0 0 0 0,0 0 0 0 0,0 0 0 0 0,1 0-1 0 0,-1 0 1 0 0,0 0 0 0 0,0 0 0 0 0,0 0 0 0 0,0-1 0 0 0,1 1-1 0 0,-1 0 1 0 0,0 0 0 0 0,0 0 0 0 0,0 0 0 0 0,1 0 0 0 0,-1 0-1 0 0,0 0 1 0 0,0 0 0 0 0,0-1 0 0 0,7-10-198 0 0,3-22 259 0 0,-8 27-81 0 0,5-16 73 0 0,1 0-1 0 0,1 0 1 0 0,1 1 0 0 0,21-32 0 0 0,-24 42 35 0 0,0 0 1 0 0,1 1 0 0 0,0 1 0 0 0,1-1 0 0 0,0 1-1 0 0,1 1 1 0 0,-1 0 0 0 0,2 0 0 0 0,-1 1-1 0 0,13-7 1 0 0,-20 12-26 0 0,0 1-1 0 0,0-1 1 0 0,0 1-1 0 0,0 0 1 0 0,0 0-1 0 0,0 0 1 0 0,0 1-1 0 0,0-1 1 0 0,1 1 0 0 0,-1-1-1 0 0,0 1 1 0 0,0 0-1 0 0,1 0 1 0 0,-1 1-1 0 0,0-1 1 0 0,0 1-1 0 0,7 1 1 0 0,-8 0-3 0 0,1-1-1 0 0,0 1 1 0 0,-1 0 0 0 0,1 0-1 0 0,-1 0 1 0 0,1 0 0 0 0,-1 0-1 0 0,0 1 1 0 0,0-1 0 0 0,0 1-1 0 0,0-1 1 0 0,0 1 0 0 0,-1 0-1 0 0,1-1 1 0 0,0 5 0 0 0,4 9 31 0 0,-1 0 0 0 0,-1 1 1 0 0,-1 0-1 0 0,0 0 0 0 0,0 22 1 0 0,-3-32-116 0 0,1 0-74 0 0,0 0-1 0 0,0-1 0 0 0,1 1 0 0 0,0 0 1 0 0,0-1-1 0 0,0 1 0 0 0,5 7 1 0 0,8 8-7153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3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158 41 15203 0 0,'5'-10'-220'0'0,"2"-18"5003"0"0,-7 28-4735 0 0,0 0 1 0 0,0-1 0 0 0,0 1 0 0 0,-1 0-1 0 0,1 0 1 0 0,0 0 0 0 0,0 0-1 0 0,0 0 1 0 0,0 0 0 0 0,0 0-1 0 0,0 0 1 0 0,-1 0 0 0 0,1 0 0 0 0,0 0-1 0 0,0 0 1 0 0,0 0 0 0 0,-2 1 730 0 0,2-1-730 0 0,-17 13 1205 0 0,-3 5-1023 0 0,2 1 1 0 0,-1 1-1 0 0,-24 37 1 0 0,36-48-241 0 0,2 0 0 0 0,-1 0-1 0 0,1 1 1 0 0,0-1 0 0 0,1 1 0 0 0,1 1 0 0 0,-1-1-1 0 0,1 0 1 0 0,1 1 0 0 0,0 0 0 0 0,-1 21 0 0 0,3-29-6 0 0,0 1 1 0 0,0 0-1 0 0,1 0 1 0 0,-1 0-1 0 0,1 0 1 0 0,0-1-1 0 0,0 1 0 0 0,0 0 1 0 0,1-1-1 0 0,-1 1 1 0 0,1-1-1 0 0,0 1 1 0 0,0-1-1 0 0,0 0 1 0 0,0 0-1 0 0,0 1 1 0 0,1-2-1 0 0,0 1 1 0 0,-1 0-1 0 0,1 0 1 0 0,0-1-1 0 0,0 0 1 0 0,0 0-1 0 0,1 0 1 0 0,-1 0-1 0 0,1 0 0 0 0,-1 0 1 0 0,1-1-1 0 0,-1 0 1 0 0,1 0-1 0 0,0 0 1 0 0,-1 0-1 0 0,1 0 1 0 0,0-1-1 0 0,6 1 1 0 0,0-1 13 0 0,0 0 1 0 0,0-1 0 0 0,0 0 0 0 0,0-1-1 0 0,-1 0 1 0 0,1 0 0 0 0,0-1-1 0 0,-1 0 1 0 0,0-1 0 0 0,0 0-1 0 0,0 0 1 0 0,15-11 0 0 0,-18 11 21 0 0,0-1 0 0 0,-1 1 0 0 0,0-1 0 0 0,0 0 0 0 0,0-1 0 0 0,0 1 0 0 0,-1-1 0 0 0,0 0 0 0 0,0 0 0 0 0,-1 0 0 0 0,1 0 0 0 0,-1-1 0 0 0,-1 0 0 0 0,4-9 0 0 0,-5 10-11 0 0,0 0 1 0 0,-1 0-1 0 0,0 0 1 0 0,1 0-1 0 0,-2 0 1 0 0,1 0-1 0 0,-1 0 1 0 0,0 0-1 0 0,0 0 1 0 0,-1 0-1 0 0,1 1 1 0 0,-1-1-1 0 0,-1 0 1 0 0,1 1-1 0 0,-1-1 1 0 0,0 1 0 0 0,-5-7-1 0 0,-7-8-123 0 0,0 2 0 0 0,-30-30-1 0 0,9 16-6513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6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68 11026 0 0,'28'9'989'0'0,"-22"-8"-546"0"0,-1 0-1 0 0,1 0 0 0 0,-1 1 1 0 0,0 0-1 0 0,0 0 1 0 0,0 0-1 0 0,0 1 1 0 0,0 0-1 0 0,0 0 0 0 0,-1 0 1 0 0,1 0-1 0 0,-1 1 1 0 0,0 0-1 0 0,0 0 1 0 0,0 0-1 0 0,-1 0 1 0 0,5 7-1 0 0,9 19 353 0 0,-1 1-1 0 0,19 55 1 0 0,-20-48-305 0 0,-24-60 287 0 0,0 3-510 0 0,1-1-1 0 0,-5-23 0 0 0,5 10-238 0 0,-5-63-1 0 0,12 83-684 0 0,1-1-1 0 0,1 1 1 0 0,0 0 0 0 0,4-20 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13363 0 0,'0'-1'136'0'0,"1"1"0"0"0,-1-1-1 0 0,0 1 1 0 0,1-1 0 0 0,-1 1 0 0 0,1-1 0 0 0,-1 1 0 0 0,0-1-1 0 0,1 1 1 0 0,0 0 0 0 0,-1-1 0 0 0,1 1 0 0 0,-1 0 0 0 0,1-1-1 0 0,-1 1 1 0 0,1 0 0 0 0,0 0 0 0 0,-1-1 0 0 0,1 1-1 0 0,-1 0 1 0 0,1 0 0 0 0,0 0 0 0 0,-1 0 0 0 0,1 0 0 0 0,0 0-1 0 0,-1 0 1 0 0,1 0 0 0 0,0 0 0 0 0,-1 0 0 0 0,1 0 0 0 0,-1 1-1 0 0,1-1 1 0 0,0 0 0 0 0,-1 0 0 0 0,1 1 0 0 0,-1-1 0 0 0,1 0-1 0 0,0 1 1 0 0,-1-1 0 0 0,1 0 0 0 0,-1 1 0 0 0,1-1 0 0 0,-1 1-1 0 0,0-1 1 0 0,1 1 0 0 0,-1-1 0 0 0,1 1 0 0 0,-1-1 0 0 0,0 1-1 0 0,0-1 1 0 0,1 1 0 0 0,-1 0 0 0 0,0-1 0 0 0,0 1 0 0 0,1 1-1 0 0,0 2 141 0 0,0 0 0 0 0,0 0 0 0 0,0 0 0 0 0,0 0-1 0 0,-1 0 1 0 0,1 1 0 0 0,-1 4 0 0 0,-4 46-186 0 0,4 0 0 0 0,2 0-1 0 0,2 0 1 0 0,2-1 0 0 0,3 1 0 0 0,2-2 0 0 0,3 1 0 0 0,37 94 0 0 0,-26-84-2508 0 0,-19-46-5354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0.1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1 138 10570 0 0,'0'-1'38'0'0,"-1"0"-1"0"0,1 0 0 0 0,0 0 1 0 0,0 0-1 0 0,0 0 0 0 0,0 0 1 0 0,0 0-1 0 0,0 0 0 0 0,1 0 1 0 0,-1 0-1 0 0,0 0 1 0 0,0 0-1 0 0,1 0 0 0 0,-1 0 1 0 0,0 0-1 0 0,1 0 0 0 0,-1 0 1 0 0,1 1-1 0 0,-1-1 0 0 0,1 0 1 0 0,0 0-1 0 0,-1 1 0 0 0,1-1 1 0 0,0 0-1 0 0,-1 1 1 0 0,1-1-1 0 0,0 0 0 0 0,0 1 1 0 0,0-1-1 0 0,-1 1 0 0 0,1-1 1 0 0,0 1-1 0 0,0 0 0 0 0,2-1 1 0 0,40-11 2052 0 0,-30 9-668 0 0,119-27 4330 0 0,83-23-5659 0 0,-183 42-7661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1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198 37 920 0 0,'0'-1'124'0'0,"1"0"-1"0"0,0 0 0 0 0,0 1 0 0 0,-1-1 1 0 0,1 0-1 0 0,-1 0 0 0 0,1 0 1 0 0,-1 0-1 0 0,1-1 0 0 0,-1 1 1 0 0,0 0-1 0 0,0 0 0 0 0,1 0 1 0 0,-1 0-1 0 0,0 0 0 0 0,0 0 1 0 0,0 0-1 0 0,0-1 0 0 0,0 1 1 0 0,0 0-1 0 0,-1 0 0 0 0,1 0 1 0 0,0 0-1 0 0,0 0 0 0 0,-1 0 1 0 0,1 0-1 0 0,-1 0 0 0 0,1 0 1 0 0,-1 0-1 0 0,-1-2 0 0 0,1 3 281 0 0,-1-1-1 0 0,0 1 0 0 0,0-1 1 0 0,0 1-1 0 0,0 0 0 0 0,0 0 1 0 0,1-1-1 0 0,-1 2 1 0 0,0-1-1 0 0,0 0 0 0 0,0 0 1 0 0,0 0-1 0 0,0 1 0 0 0,0-1 1 0 0,1 1-1 0 0,-1 0 1 0 0,-2 1-1 0 0,-2 0 401 0 0,0 1 1 0 0,1 0-1 0 0,0 0 1 0 0,0 0-1 0 0,0 0 1 0 0,0 1-1 0 0,-7 7 0 0 0,4-2-222 0 0,0-1-1 0 0,1 2 0 0 0,-9 14 0 0 0,0 5-72 0 0,-21 55 1 0 0,34-76-248 0 0,1-4-238 0 0,-1 4 25 0 0,0 0 0 0 0,0 0 0 0 0,1 0 0 0 0,0 0 0 0 0,-2 14 0 0 0,4-21-44 0 0,0 1-1 0 0,0-1 0 0 0,0 0 0 0 0,0 0 0 0 0,0 1 1 0 0,1-1-1 0 0,-1 0 0 0 0,0 0 0 0 0,1 0 0 0 0,-1 0 1 0 0,0 1-1 0 0,1-1 0 0 0,0 0 0 0 0,-1 0 1 0 0,1 0-1 0 0,0 0 0 0 0,-1 0 0 0 0,3 1 0 0 0,-2-1-5 0 0,1 0 0 0 0,-1 0 0 0 0,1 0 0 0 0,0-1 0 0 0,0 1 0 0 0,-1-1 0 0 0,1 1 0 0 0,0-1 0 0 0,0 0 0 0 0,-1 1 0 0 0,1-1 0 0 0,0 0 0 0 0,0 0 0 0 0,0 0 0 0 0,-1 0 0 0 0,4-1 0 0 0,58-12-266 0 0,-42 8 222 0 0,0 1-1 0 0,0 0 1 0 0,0 2 0 0 0,23 0 0 0 0,-39 2 41 0 0,0 0 0 0 0,1 1 0 0 0,-1-1 0 0 0,0 1 0 0 0,0 1 0 0 0,0-1 1 0 0,0 1-1 0 0,0 0 0 0 0,0 0 0 0 0,0 0 0 0 0,0 1 0 0 0,-1-1 0 0 0,1 1 0 0 0,-1 0 0 0 0,0 1 1 0 0,0-1-1 0 0,0 1 0 0 0,0 0 0 0 0,-1 0 0 0 0,1 0 0 0 0,2 5 0 0 0,-3-4 2 0 0,-1 1-1 0 0,0-1 0 0 0,0 1 1 0 0,0 0-1 0 0,-1 0 0 0 0,1-1 1 0 0,-1 1-1 0 0,-1 0 0 0 0,1 0 1 0 0,-1 0-1 0 0,0 0 0 0 0,-1 0 1 0 0,1 0-1 0 0,-1 0 0 0 0,0 0 1 0 0,-1 0-1 0 0,0 0 0 0 0,1-1 1 0 0,-4 7-1 0 0,-5 10-4 0 0,0 1-1 0 0,-2-2 1 0 0,-16 25 0 0 0,15-26-211 0 0,0-1 0 0 0,-1-1 1 0 0,-23 24-1 0 0,27-35-376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52 11058 0 0,'2'-5'523'0'0,"0"0"0"0"0,1 1 0 0 0,0-1-1 0 0,0 0 1 0 0,0 1 0 0 0,0-1-1 0 0,7-5 1 0 0,-9 9-371 0 0,0 0 1 0 0,0 0-1 0 0,0 1 1 0 0,0-1-1 0 0,0 0 1 0 0,0 1-1 0 0,1-1 0 0 0,-1 1 1 0 0,0-1-1 0 0,0 1 1 0 0,0-1-1 0 0,1 1 0 0 0,-1 0 1 0 0,0 0-1 0 0,1 0 1 0 0,-1 0-1 0 0,0 0 0 0 0,0 0 1 0 0,1 0-1 0 0,-1 0 1 0 0,0 0-1 0 0,0 0 1 0 0,1 1-1 0 0,-1-1 0 0 0,0 1 1 0 0,0-1-1 0 0,0 1 1 0 0,1-1-1 0 0,-1 1 0 0 0,0 0 1 0 0,0-1-1 0 0,0 1 1 0 0,0 0-1 0 0,0 0 0 0 0,0 0 1 0 0,0 0-1 0 0,-1 0 1 0 0,1 0-1 0 0,1 1 1 0 0,6 9 111 0 0,0 0 1 0 0,-1 1 0 0 0,0-1-1 0 0,0 1 1 0 0,-2 1 0 0 0,9 23-1 0 0,17 84 219 0 0,-27-102-391 0 0,17 100 112 0 0,-16-80-273 0 0,2 1-1 0 0,1-1 1 0 0,2 0-1 0 0,19 45 1 0 0,-26-76-53 0 0,1 0-1 0 0,-1 0 1 0 0,1-1-1 0 0,1 1 1 0 0,7 8-1 0 0,-10-13-208 0 0,0 0-1 0 0,1 0 1 0 0,-1 0-1 0 0,1 0 1 0 0,-1 0-1 0 0,1-1 1 0 0,0 1-1 0 0,0-1 0 0 0,5 3 1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52 14283 0 0,'27'-12'3748'0'0,"-24"12"-3547"0"0,68-23 2513 0 0,-55 19-2747 0 0,1 0 0 0 0,-1 1 1 0 0,1 0-1 0 0,27 0 0 0 0,-12 5-41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0 324 5065 0 0,'11'-6'862'0'0,"88"-48"6071"0"0,-90 48-6153 0 0,0 0 0 0 0,-1-1 1 0 0,1 0-1 0 0,-1 0 0 0 0,0-1 1 0 0,-1 0-1 0 0,0-1 1 0 0,6-9-1 0 0,-10 11-621 0 0,0 1 0 0 0,-1-1-1 0 0,0 0 1 0 0,0 0 0 0 0,-1 0 0 0 0,0 0 0 0 0,0 0-1 0 0,0-1 1 0 0,-1 1 0 0 0,0 0 0 0 0,-1 0 0 0 0,1 0-1 0 0,-2-1 1 0 0,1 1 0 0 0,-1 0 0 0 0,0 0 0 0 0,0 1-1 0 0,-1-1 1 0 0,1 0 0 0 0,-2 1 0 0 0,1-1 0 0 0,-1 1-1 0 0,0 0 1 0 0,-6-7 0 0 0,9 12-154 0 0,0 0 0 0 0,1 0 0 0 0,-1 1 0 0 0,0-1 0 0 0,0 0 0 0 0,0 0 0 0 0,0 1 0 0 0,-1-1 0 0 0,1 1 0 0 0,0-1 0 0 0,0 1 0 0 0,0-1 0 0 0,0 1 0 0 0,0 0-1 0 0,-1 0 1 0 0,1-1 0 0 0,0 1 0 0 0,0 0 0 0 0,-1 0 0 0 0,1 0 0 0 0,0 0 0 0 0,0 0 0 0 0,0 1 0 0 0,-1-1 0 0 0,1 0 0 0 0,-1 1 0 0 0,0 0 3 0 0,-1 1 0 0 0,1-1 0 0 0,0 1 0 0 0,0-1 0 0 0,0 1 1 0 0,1 0-1 0 0,-1 0 0 0 0,0-1 0 0 0,0 1 0 0 0,1 1 0 0 0,-3 3 0 0 0,-1 4-8 0 0,0 0-1 0 0,1 0 0 0 0,0 1 1 0 0,-4 18-1 0 0,6-20-23 0 0,1-1 0 0 0,0 1 1 0 0,0 0-1 0 0,1 0 0 0 0,0-1 0 0 0,0 1 0 0 0,1 0 0 0 0,2 12 1 0 0,-1-17 4 0 0,-1 1 1 0 0,1-1 0 0 0,-1 0 0 0 0,1 0 0 0 0,0 1 0 0 0,1-1 0 0 0,-1 0 0 0 0,1-1 0 0 0,0 1 0 0 0,0 0 0 0 0,0-1 0 0 0,0 0-1 0 0,1 0 1 0 0,-1 0 0 0 0,1 0 0 0 0,0 0 0 0 0,5 3 0 0 0,-2-3-27 0 0,-1 0-1 0 0,0-1 1 0 0,1 1 0 0 0,0-1 0 0 0,0 0-1 0 0,-1-1 1 0 0,1 0 0 0 0,0 0-1 0 0,0 0 1 0 0,0-1 0 0 0,0 0 0 0 0,0-1-1 0 0,0 1 1 0 0,0-1 0 0 0,0 0-1 0 0,7-3 1 0 0,9-4-1168 0 0,-1 0-1 0 0,0-2 0 0 0,29-17 1 0 0,-28 14-949 0 0,-2 3 466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 7834 0 0,'0'0'269'0'0,"-1"0"1"0"0,0 0 0 0 0,0-1 0 0 0,0 1 0 0 0,0 0 0 0 0,0 0-1 0 0,0 0 1 0 0,1 0 0 0 0,-1 1 0 0 0,0-1 0 0 0,0 0-1 0 0,0 0 1 0 0,0 0 0 0 0,0 1 0 0 0,1-1 0 0 0,-1 1-1 0 0,0-1 1 0 0,0 0 0 0 0,1 1 0 0 0,-1-1 0 0 0,0 1-1 0 0,0-1 1 0 0,1 1 0 0 0,-1 0 0 0 0,1-1 0 0 0,-1 1-1 0 0,1 0 1 0 0,-1 0 0 0 0,1-1 0 0 0,-1 1 0 0 0,1 0 0 0 0,-1 0-1 0 0,1-1 1 0 0,0 1 0 0 0,-1 0 0 0 0,1 0 0 0 0,0 0-1 0 0,0 0 1 0 0,0 0 0 0 0,0-1 0 0 0,0 1 0 0 0,0 0-1 0 0,0 0 1 0 0,0 2 0 0 0,2 4 195 0 0,0-1 0 0 0,0 1 0 0 0,0 0 0 0 0,1-1 0 0 0,4 7 0 0 0,3 10-393 0 0,5 21 31 0 0,-2 0 0 0 0,-1 1 0 0 0,-3 0 1 0 0,-2 1-1 0 0,-2 0 0 0 0,-1 0 0 0 0,-5 65 0 0 0,-6-61-329 0 0,6-47-118 0 0,1 1 0 0 0,-1-1 1 0 0,-1 1-1 0 0,1-1 0 0 0,-1 1 0 0 0,1-1 1 0 0,-1 0-1 0 0,0 0 0 0 0,0 0 0 0 0,0 0 1 0 0,-4 4-1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5 290 3225 0 0,'-5'-68'399'0'0,"5"54"948"0"0,1 0-1 0 0,0 1 0 0 0,0-1 1 0 0,1 0-1 0 0,7-20 1 0 0,-7 25-653 0 0,2 0 0 0 0,-1 0 0 0 0,1 0 1 0 0,0 0-1 0 0,1 1 0 0 0,0 0 1 0 0,0 0-1 0 0,1 0 0 0 0,8-8 1 0 0,-11 13-551 0 0,0 0 1 0 0,0 1 0 0 0,0 0 0 0 0,1 0-1 0 0,-1 0 1 0 0,1 0 0 0 0,-1 0 0 0 0,1 0-1 0 0,0 1 1 0 0,-1 0 0 0 0,1 0 0 0 0,0 0-1 0 0,0 0 1 0 0,0 1 0 0 0,0-1-1 0 0,0 1 1 0 0,0 0 0 0 0,0 0 0 0 0,0 1-1 0 0,-1-1 1 0 0,1 1 0 0 0,0 0 0 0 0,0 0-1 0 0,0 0 1 0 0,4 2 0 0 0,-4-2-101 0 0,-1 0 0 0 0,1 1 0 0 0,-1-1 0 0 0,0 1 1 0 0,0 0-1 0 0,1 0 0 0 0,-1 0 0 0 0,0 0 0 0 0,-1 0 0 0 0,1 1 1 0 0,0-1-1 0 0,-1 1 0 0 0,1-1 0 0 0,-1 1 0 0 0,0 0 0 0 0,0 0 1 0 0,0 1-1 0 0,0-1 0 0 0,-1 0 0 0 0,1 0 0 0 0,1 7 0 0 0,-3-6-18 0 0,1 1-1 0 0,-1 0 0 0 0,0-1 0 0 0,0 1 0 0 0,-1 0 0 0 0,1-1 0 0 0,-1 1 1 0 0,0 0-1 0 0,0-1 0 0 0,-1 0 0 0 0,1 1 0 0 0,-1-1 0 0 0,0 0 0 0 0,0 1 0 0 0,0-1 1 0 0,-5 6-1 0 0,2-2-246 0 0,-1 0-1 0 0,1 0 1 0 0,-1 0 0 0 0,-1-1 0 0 0,1 0 0 0 0,-1 0 0 0 0,0-1 0 0 0,-1 0 0 0 0,0 0-1 0 0,-9 5 1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58 11058 0 0,'2'-3'280'0'0,"0"0"-1"0"0,0 0 1 0 0,1 0-1 0 0,0 1 0 0 0,-1-1 1 0 0,1 1-1 0 0,0 0 1 0 0,4-3-1 0 0,-5 4-65 0 0,3-3 48 0 0,0 0 1 0 0,0 1-1 0 0,0 0 1 0 0,1 0-1 0 0,0 0 1 0 0,-1 0-1 0 0,1 1 1 0 0,0 0-1 0 0,6-1 1 0 0,-10 3-198 0 0,0 0 0 0 0,-1 0 1 0 0,1 0-1 0 0,0 0 0 0 0,0 0 1 0 0,0 0-1 0 0,-1 0 0 0 0,1 0 1 0 0,0 1-1 0 0,0-1 0 0 0,-1 1 1 0 0,1 0-1 0 0,0-1 0 0 0,-1 1 1 0 0,1 0-1 0 0,0 0 0 0 0,-1 0 1 0 0,1 0-1 0 0,-1 0 0 0 0,0 0 1 0 0,1 0-1 0 0,-1 1 1 0 0,0-1-1 0 0,0 1 0 0 0,0-1 1 0 0,0 1-1 0 0,0-1 0 0 0,0 1 1 0 0,0-1-1 0 0,0 1 0 0 0,-1 0 1 0 0,1-1-1 0 0,0 1 0 0 0,-1 0 1 0 0,1 2-1 0 0,1 5-79 0 0,0 1 1 0 0,-1 0-1 0 0,0-1 0 0 0,-1 1 0 0 0,1 0 1 0 0,-2-1-1 0 0,0 1 0 0 0,0 0 1 0 0,-3 12-1 0 0,-5 10-90 0 0,-17 44-1 0 0,14-47 113 0 0,-9 42-1 0 0,20-70 46 0 0,1 0-1 0 0,0 1 0 0 0,-1-1 0 0 0,1 0 1 0 0,0 1-1 0 0,0-1 0 0 0,-1 0 0 0 0,1 1 1 0 0,0-1-1 0 0,1 1 0 0 0,-1-1 1 0 0,0 0-1 0 0,0 1 0 0 0,0-1 0 0 0,1 0 1 0 0,-1 0-1 0 0,1 1 0 0 0,-1-1 1 0 0,1 0-1 0 0,-1 0 0 0 0,2 2 0 0 0,-1-2-3 0 0,0-1 1 0 0,0 0-1 0 0,0 1 0 0 0,0-1 0 0 0,0 1 0 0 0,0-1 0 0 0,0 0 0 0 0,0 0 0 0 0,0 0 0 0 0,0 1 0 0 0,0-1 0 0 0,0 0 0 0 0,0 0 1 0 0,0-1-1 0 0,0 1 0 0 0,0 0 0 0 0,0 0 0 0 0,0 0 0 0 0,0-1 0 0 0,2 0 0 0 0,7-3 232 0 0,0-1 1 0 0,0 0-1 0 0,17-12 0 0 0,-23 15-271 0 0,75-51-140 0 0,-46 30-5615 0 0,-8 6-1079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646 100 8754 0 0,'-54'-38'2772'0'0,"40"27"-469"0"0,-2 1 1 0 0,-19-12 0 0 0,27 19-1990 0 0,0 0 0 0 0,1 0 0 0 0,-1 0 0 0 0,-14-2 0 0 0,9 4-111 0 0,-1 0 0 0 0,1 1 0 0 0,-1 1 0 0 0,1 0 0 0 0,-1 0 0 0 0,1 1 1 0 0,0 1-1 0 0,0 1 0 0 0,0 0 0 0 0,0 0 0 0 0,0 1 0 0 0,-18 11 0 0 0,12-6-111 0 0,1 1 0 0 0,0 1-1 0 0,0 1 1 0 0,1 0 0 0 0,1 2 0 0 0,0 0-1 0 0,-15 19 1 0 0,17-15-15 0 0,1 0 0 0 0,1 1-1 0 0,1 1 1 0 0,0 0 0 0 0,-14 44 0 0 0,13-25-99 0 0,2 1 0 0 0,-8 60 0 0 0,16-87-42 0 0,1 1 0 0 0,0-1 0 0 0,1 1 0 0 0,1-1 1 0 0,0 1-1 0 0,1-1 0 0 0,1 0 0 0 0,0 0 0 0 0,1 1 0 0 0,0-2 1 0 0,8 18-1 0 0,-4-17-24 0 0,0 0 0 0 0,0-1 1 0 0,2 0-1 0 0,0 0 0 0 0,0-1 0 0 0,1 0 1 0 0,0 0-1 0 0,1-2 0 0 0,1 1 0 0 0,13 8 1 0 0,0-2-66 0 0,0-2 1 0 0,1 0 0 0 0,1-2 0 0 0,0-1 0 0 0,1-2-1 0 0,0 0 1 0 0,57 10 0 0 0,-50-14 286 0 0,0-2 0 0 0,1-2 0 0 0,-1-1 0 0 0,0-2 0 0 0,1-1 0 0 0,48-10 0 0 0,-74 10-39 0 0,1 0 1 0 0,-1-1-1 0 0,0-1 0 0 0,0 1 1 0 0,0-2-1 0 0,0 0 1 0 0,-1 0-1 0 0,0-1 1 0 0,0 0-1 0 0,0 0 1 0 0,-1-1-1 0 0,0-1 1 0 0,0 1-1 0 0,-1-1 0 0 0,0-1 1 0 0,-1 0-1 0 0,1 0 1 0 0,-2 0-1 0 0,1-1 1 0 0,-1 0-1 0 0,-1 0 1 0 0,0-1-1 0 0,0 0 1 0 0,-1 1-1 0 0,3-15 1 0 0,-1 3 62 0 0,-2-1 1 0 0,-1 0-1 0 0,-1 0 1 0 0,-1 0-1 0 0,-1 0 1 0 0,-1-1-1 0 0,-1 1 1 0 0,-6-30-1 0 0,-2 4 20 0 0,-3 1 0 0 0,-34-85 0 0 0,37 109-179 0 0,-1 0-1 0 0,-1 1 1 0 0,-1 0 0 0 0,-1 1-1 0 0,-1 0 1 0 0,-24-26 0 0 0,33 41-51 0 0,-1 1 0 0 0,0-1 0 0 0,0 1 0 0 0,0 0 0 0 0,-1 1 1 0 0,0 0-1 0 0,0 0 0 0 0,0 0 0 0 0,-1 1 0 0 0,1 0 0 0 0,-1 1 1 0 0,0 0-1 0 0,0 1 0 0 0,0-1 0 0 0,0 2 0 0 0,-1-1 1 0 0,1 1-1 0 0,0 1 0 0 0,-1 0 0 0 0,1 0 0 0 0,-11 2 0 0 0,14-1-65 0 0,-1 1 0 0 0,1-1 0 0 0,0 1-1 0 0,0 1 1 0 0,1-1 0 0 0,-1 1 0 0 0,0 0 0 0 0,1 0-1 0 0,-10 8 1 0 0,-13 17-483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4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305 2 5529 0 0,'0'0'423'0'0,"-21"-2"6269"0"0,11 3-5969 0 0,0 1 1 0 0,0 0-1 0 0,0 0 1 0 0,0 1-1 0 0,0 0 0 0 0,1 1 1 0 0,-1 0-1 0 0,1 0 1 0 0,0 1-1 0 0,0 0 1 0 0,-10 9-1 0 0,7-5-470 0 0,1 2 0 0 0,0-1 0 0 0,1 1 0 0 0,0 1 0 0 0,1 0 0 0 0,0 0 0 0 0,-8 16 0 0 0,6-7-252 0 0,0 0 0 0 0,2 1-1 0 0,1 0 1 0 0,1 1 0 0 0,0 0 0 0 0,2 0 0 0 0,1 0-1 0 0,1 1 1 0 0,-1 42 0 0 0,4-56 21 0 0,1 0-1 0 0,0-1 1 0 0,0 1 0 0 0,1-1 0 0 0,0 1-1 0 0,1-1 1 0 0,0 0 0 0 0,0 0 0 0 0,1 0-1 0 0,9 15 1 0 0,-10-20-26 0 0,0 1 0 0 0,1-1 0 0 0,-1 0 0 0 0,1 0-1 0 0,0-1 1 0 0,0 1 0 0 0,0-1 0 0 0,0 0 0 0 0,1 0 0 0 0,-1 0 0 0 0,1 0-1 0 0,0-1 1 0 0,0 0 0 0 0,0 0 0 0 0,0 0 0 0 0,0-1 0 0 0,0 1-1 0 0,0-1 1 0 0,1-1 0 0 0,9 1 0 0 0,-1-1-200 0 0,0-1-1 0 0,0-1 1 0 0,-1 0-1 0 0,1 0 1 0 0,-1-2-1 0 0,0 0 1 0 0,17-7-1 0 0,88-48-1021 0 0,-58 27 1565 0 0,39-16-594 0 0,167-58 0 0 0,-258 104 186 0 0,20-7-418 0 0,37-17-1 0 0,-58 23 271 0 0,0-1 1 0 0,0 1 0 0 0,-1-2-1 0 0,0 1 1 0 0,1 0 0 0 0,-1-1-1 0 0,-1-1 1 0 0,1 1-1 0 0,-1-1 1 0 0,8-9 0 0 0,-13 14 266 0 0,0 1 1 0 0,0-1-1 0 0,1 1 0 0 0,-1-1 1 0 0,0 0-1 0 0,0 1 1 0 0,0-1-1 0 0,1 1 1 0 0,-1-1-1 0 0,0 1 1 0 0,0-1-1 0 0,0 0 0 0 0,0 1 1 0 0,0-1-1 0 0,0 1 1 0 0,0-1-1 0 0,-1 0 1 0 0,1 1-1 0 0,0-1 1 0 0,0 1-1 0 0,0-1 0 0 0,-1 1 1 0 0,1-1-1 0 0,0 0 1 0 0,0 1-1 0 0,-1-1 1 0 0,1 1-1 0 0,-1-1 1 0 0,-17-13 4688 0 0,-25-2 1900 0 0,33 15-6581 0 0,0 1-1 0 0,0 0 0 0 0,0 0 1 0 0,0 1-1 0 0,0 0 1 0 0,0 1-1 0 0,0 0 1 0 0,0 1-1 0 0,1 0 1 0 0,-1 0-1 0 0,1 1 0 0 0,0 0 1 0 0,0 1-1 0 0,0 0 1 0 0,0 0-1 0 0,1 1 1 0 0,0 0-1 0 0,0 0 1 0 0,-11 13-1 0 0,10-10-192 0 0,0 1 0 0 0,1 0 0 0 0,0 0 0 0 0,1 1 0 0 0,0 0-1 0 0,0 1 1 0 0,1-1 0 0 0,1 1 0 0 0,0 0 0 0 0,0 1 0 0 0,1-1 0 0 0,1 1 0 0 0,0 0 0 0 0,-1 21 0 0 0,3-30 61 0 0,1-1 0 0 0,0 0 0 0 0,0 1 0 0 0,1-1 0 0 0,-1 1 0 0 0,1-1 0 0 0,-1 1 0 0 0,1-1 0 0 0,0 0 1 0 0,0 0-1 0 0,1 1 0 0 0,-1-1 0 0 0,1 0 0 0 0,0 0 0 0 0,-1 0 0 0 0,1 0 0 0 0,0-1 0 0 0,1 1 1 0 0,-1 0-1 0 0,0-1 0 0 0,1 0 0 0 0,0 1 0 0 0,3 2 0 0 0,-2-4-48 0 0,-1 1 1 0 0,1-1-1 0 0,-1 0 1 0 0,1 0-1 0 0,0 0 0 0 0,-1 0 1 0 0,1-1-1 0 0,0 1 1 0 0,0-1-1 0 0,-1 0 0 0 0,1 0 1 0 0,0 0-1 0 0,0-1 0 0 0,-1 1 1 0 0,1-1-1 0 0,0 0 1 0 0,-1 0-1 0 0,1-1 0 0 0,-1 1 1 0 0,1 0-1 0 0,3-3 1 0 0,1-1 30 0 0,0 1 0 0 0,0-1 0 0 0,0 0 0 0 0,-1-1 0 0 0,0 0 0 0 0,0 0 0 0 0,-1 0 0 0 0,0-1 0 0 0,0 0 0 0 0,0 0 0 0 0,-1-1 0 0 0,0 1 0 0 0,0-1 0 0 0,-1 0 0 0 0,0-1 0 0 0,5-13 0 0 0,-9 21 134 0 0,0 0 1 0 0,1-1 0 0 0,-1 1 0 0 0,1-1 0 0 0,-1 1 0 0 0,1 0 0 0 0,0 0 0 0 0,0-1 0 0 0,0 1 0 0 0,-1 0-1 0 0,1 0 1 0 0,0 0 0 0 0,0 0 0 0 0,0 0 0 0 0,1 0 0 0 0,-1 0 0 0 0,0 0 0 0 0,0 1 0 0 0,0-1 0 0 0,1 0 0 0 0,-1 1-1 0 0,0-1 1 0 0,1 1 0 0 0,-1-1 0 0 0,1 1 0 0 0,-1 0 0 0 0,0-1 0 0 0,1 1 0 0 0,-1 0 0 0 0,1 0 0 0 0,-1 0-1 0 0,1 0 1 0 0,-1 0 0 0 0,1 1 0 0 0,-1-1 0 0 0,0 0 0 0 0,1 1 0 0 0,-1-1 0 0 0,1 0 0 0 0,-1 1 0 0 0,0 0-1 0 0,0-1 1 0 0,3 3 0 0 0,2 0 18 0 0,0 0 0 0 0,-1 1 0 0 0,1-1 0 0 0,-1 1 0 0 0,0 1 0 0 0,0-1 0 0 0,0 1 0 0 0,6 7 0 0 0,-2 1-152 0 0,36 47 225 0 0,-11-23-3082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1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123 30 14283 0 0,'-6'-4'356'0'0,"0"0"1"0"0,-1 0-1 0 0,0 0 0 0 0,0 1 0 0 0,0 0 0 0 0,-10-3 1 0 0,15 6-241 0 0,0-1 0 0 0,1 1 1 0 0,-1 0-1 0 0,0 0 1 0 0,0 0-1 0 0,0 0 0 0 0,1 0 1 0 0,-1 0-1 0 0,0 0 1 0 0,0 1-1 0 0,1-1 0 0 0,-1 0 1 0 0,0 1-1 0 0,1 0 0 0 0,-1-1 1 0 0,0 1-1 0 0,1 0 1 0 0,-1 0-1 0 0,1 0 0 0 0,-1 0 1 0 0,1 0-1 0 0,0 0 1 0 0,-1 0-1 0 0,1 0 0 0 0,0 1 1 0 0,0-1-1 0 0,0 1 0 0 0,0-1 1 0 0,0 1-1 0 0,0-1 1 0 0,0 1-1 0 0,0-1 0 0 0,-1 4 1 0 0,-1 5 113 0 0,0 0 0 0 0,0 1 0 0 0,1-1 0 0 0,0 1 0 0 0,1 0 0 0 0,0 0 1 0 0,1 12-1 0 0,9 81 663 0 0,-4-64-508 0 0,3 59 114 0 0,-5-38-490 0 0,20 99-1 0 0,-20-149-219 0 0,0 1 1 0 0,1-1-1 0 0,0-1 0 0 0,0 1 1 0 0,1-1-1 0 0,1 0 0 0 0,12 18 1 0 0,0-6-373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224 14 11522 0 0,'-2'-2'310'0'0,"1"1"0"0"0,-1 0 0 0 0,1 0 0 0 0,-1 0 0 0 0,0 0 0 0 0,0 0 0 0 0,1 0 0 0 0,-1 0 0 0 0,0 0 0 0 0,0 1 0 0 0,0-1 0 0 0,0 1 0 0 0,0-1 0 0 0,0 1 0 0 0,0 0 0 0 0,0 0 0 0 0,0 0 0 0 0,0 0 0 0 0,0 0 0 0 0,0 0 0 0 0,0 1 0 0 0,0-1 0 0 0,-2 1 0 0 0,-6 1 171 0 0,1 0 1 0 0,1 0 0 0 0,-1 0-1 0 0,-10 5 1 0 0,11-2-394 0 0,-1 1 0 0 0,1-1-1 0 0,0 2 1 0 0,0-1 0 0 0,1 1 0 0 0,0 0 0 0 0,0 0 0 0 0,0 1 0 0 0,1 0-1 0 0,0 0 1 0 0,1 1 0 0 0,0-1 0 0 0,0 1 0 0 0,1 0 0 0 0,-5 15 0 0 0,6-17-40 0 0,1-1 1 0 0,0 1 0 0 0,1 0 0 0 0,-1 0 0 0 0,1 0 0 0 0,0 0 0 0 0,1 0 0 0 0,0 0 0 0 0,0 0 0 0 0,1 0-1 0 0,-1 0 1 0 0,1-1 0 0 0,1 1 0 0 0,-1 0 0 0 0,1 0 0 0 0,1-1 0 0 0,-1 1 0 0 0,1-1 0 0 0,0 1 0 0 0,1-1-1 0 0,-1 0 1 0 0,1-1 0 0 0,6 8 0 0 0,-5-9-218 0 0,0 0 0 0 0,1-1 0 0 0,-1 1 0 0 0,1-1 0 0 0,0 0 0 0 0,0-1 0 0 0,0 1 0 0 0,0-1-1 0 0,1-1 1 0 0,-1 1 0 0 0,0-1 0 0 0,1 0 0 0 0,-1 0 0 0 0,1-1 0 0 0,0 0 0 0 0,-1 0 0 0 0,10-2 0 0 0,19 0-7414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0 179 920 0 0,'16'-17'1325'0'0,"0"-1"-1"0"0,-1 0 1 0 0,-1-1 0 0 0,-1-1-1 0 0,-1 0 1 0 0,-1 0 0 0 0,17-26 8644 0 0,-22 62-7136 0 0,3 23-2263 0 0,-8 20-477 0 0,-2-36 40 0 0,5 42-1 0 0,-4-60-121 0 0,1 0 0 0 0,0 0 0 0 0,1 0 0 0 0,-1 0 0 0 0,1 0 0 0 0,0 0 0 0 0,0 0 0 0 0,0-1 0 0 0,1 1 0 0 0,0-1 0 0 0,0 1 0 0 0,0-1 0 0 0,5 5 0 0 0,-6-7-18 0 0,-1-1 0 0 0,1 1-1 0 0,0-1 1 0 0,0 0 0 0 0,0 0 0 0 0,0 0-1 0 0,0 0 1 0 0,0 0 0 0 0,0 0 0 0 0,1 0 0 0 0,-1-1-1 0 0,0 1 1 0 0,0-1 0 0 0,1 1 0 0 0,-1-1-1 0 0,0 0 1 0 0,0 0 0 0 0,4-1 0 0 0,-1 0-27 0 0,0 0 0 0 0,0 0 1 0 0,-1 0-1 0 0,1-1 1 0 0,0 0-1 0 0,-1 0 0 0 0,0 0 1 0 0,6-5-1 0 0,1 0-39 0 0,-1-1-1 0 0,0-1 1 0 0,-1 1 0 0 0,0-2-1 0 0,15-19 1 0 0,-8 3 84 0 0,-13 20 74 0 0,0 0 0 0 0,0 0 1 0 0,1 0-1 0 0,0 0 0 0 0,0 1 0 0 0,1 0 0 0 0,0-1 0 0 0,6-4 0 0 0,-11 10-42 0 0,1 0-1 0 0,0 0 0 0 0,0 0 0 0 0,0 0 1 0 0,-1 0-1 0 0,1 0 0 0 0,0 0 0 0 0,0 0 1 0 0,-1 0-1 0 0,1 0 0 0 0,0 1 1 0 0,0-1-1 0 0,-1 0 0 0 0,1 1 0 0 0,0-1 1 0 0,0 0-1 0 0,-1 1 0 0 0,1-1 0 0 0,0 1 1 0 0,-1-1-1 0 0,1 1 0 0 0,-1-1 0 0 0,1 1 1 0 0,-1-1-1 0 0,1 1 0 0 0,-1 0 0 0 0,1-1 1 0 0,-1 1-1 0 0,1 0 0 0 0,-1-1 0 0 0,0 1 1 0 0,1 0-1 0 0,-1 0 0 0 0,0-1 0 0 0,0 2 1 0 0,14 34 154 0 0,-12-31-197 0 0,0 1-276 0 0,0 0-1 0 0,1-1 0 0 0,0 0 1 0 0,-1 1-1 0 0,2-1 0 0 0,-1 0 0 0 0,1 0 1 0 0,-1-1-1 0 0,1 1 0 0 0,1-1 1 0 0,7 7-1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6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62 2304 0 0,'-10'-16'1809'0'0,"8"13"-775"0"0,0-1 1 0 0,0 1-1 0 0,0-1 0 0 0,0 1 0 0 0,-1 0 0 0 0,1 0 0 0 0,-1 0 0 0 0,0 0 1 0 0,1 0-1 0 0,-1 1 0 0 0,-1-1 0 0 0,1 1 0 0 0,0 0 0 0 0,-4-2 1 0 0,6 4-942 0 0,0 0 0 0 0,0 0 0 0 0,0 1 0 0 0,1-1 0 0 0,-1 0 1 0 0,0 1-1 0 0,1-1 0 0 0,-1 1 0 0 0,0-1 0 0 0,1 1 0 0 0,-1-1 1 0 0,0 1-1 0 0,1-1 0 0 0,-1 1 0 0 0,1 0 0 0 0,-1-1 1 0 0,1 1-1 0 0,-1 0 0 0 0,1 0 0 0 0,0-1 0 0 0,-1 1 0 0 0,1 0 1 0 0,0 0-1 0 0,0-1 0 0 0,-1 1 0 0 0,1 0 0 0 0,0 0 0 0 0,0 0 1 0 0,0 0-1 0 0,-4 30 555 0 0,3-27-496 0 0,-1 24 61 0 0,1 0 0 0 0,1-1-1 0 0,2 1 1 0 0,0 0 0 0 0,2-1 0 0 0,1 1 0 0 0,1-1 0 0 0,1-1-1 0 0,2 1 1 0 0,1-1 0 0 0,21 41 0 0 0,2-10-995 0 0,-18-31-6549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6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 9 4145 0 0,'-9'2'80'0'0,"6"-1"-50"0"0,0 0 0 0 0,-1 0 0 0 0,1-1-1 0 0,-1 1 1 0 0,1-1 0 0 0,-1 1 0 0 0,0-1 0 0 0,1 0-1 0 0,-1-1 1 0 0,-4 0 0 0 0,-5-7-1163 0 0,3 3-211 0 0,21 14 5928 0 0,-10-9-4456 0 0,-1 0-126 0 0,18-5 10 0 0,-18 5-18 0 0,1 0 0 0 0,-1 0 0 0 0,0 0 0 0 0,1 0 0 0 0,-1-1 0 0 0,0 1 0 0 0,1 0 0 0 0,-1 0 0 0 0,0 0 0 0 0,1 0 1 0 0,-1 0-1 0 0,0 0 0 0 0,1 0 0 0 0,-1 0 0 0 0,0 0 0 0 0,1 0 0 0 0,-1 0 0 0 0,0 1 0 0 0,0-1 0 0 0,1 0 0 0 0,-1 0 1 0 0,0 0-1 0 0,1 0 0 0 0,-1 0 0 0 0,0 1 0 0 0,0-1 0 0 0,1 0 0 0 0,-1 0 0 0 0,0 0 0 0 0,0 1 0 0 0,1-1 0 0 0,-1 0 1 0 0,0 0-1 0 0,0 1 0 0 0,0-1 0 0 0,0 0 0 0 0,1 1 0 0 0,-1-1 0 0 0,0 0 0 0 0,0 0 0 0 0,0 1 0 0 0,0-1 0 0 0,0 0 1 0 0,0 1-1 0 0,0-1 0 0 0,0 0 0 0 0,0 1 0 0 0,0-1 0 0 0,0 0 0 0 0,0 1 0 0 0,0-1 0 0 0,0 0 0 0 0,0 1 0 0 0,0-1 0 0 0,0 0 1 0 0,0 1-1 0 0,0-1 0 0 0,-1 0 0 0 0,1 0 0 0 0,0 1 0 0 0,0-1 0 0 0,0 0 0 0 0,0 0 0 0 0,-1 1 0 0 0,-2 2-267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255 58 5985 0 0,'0'-2'290'0'0,"0"-1"0"0"0,0 1-1 0 0,0 0 1 0 0,-1-1-1 0 0,1 1 1 0 0,-1 0 0 0 0,1 0-1 0 0,-1 0 1 0 0,0-1 0 0 0,0 1-1 0 0,0 0 1 0 0,0 0 0 0 0,0 0-1 0 0,0 0 1 0 0,0 0 0 0 0,-1 0-1 0 0,1 1 1 0 0,-1-1-1 0 0,1 0 1 0 0,-1 1 0 0 0,0-1-1 0 0,0 1 1 0 0,1 0 0 0 0,-1-1-1 0 0,0 1 1 0 0,0 0 0 0 0,0 0-1 0 0,-1 0 1 0 0,1 0-1 0 0,0 1 1 0 0,0-1 0 0 0,-4 0-1 0 0,1 0 57 0 0,1 1 0 0 0,-1 0 0 0 0,0 0 0 0 0,1 0-1 0 0,-1 0 1 0 0,0 1 0 0 0,1-1 0 0 0,-1 1 0 0 0,1 1 0 0 0,-1-1-1 0 0,1 0 1 0 0,-1 1 0 0 0,1 0 0 0 0,0 0 0 0 0,-5 4 0 0 0,-4 5-211 0 0,0 1 0 0 0,1 0 1 0 0,1 1-1 0 0,0 0 0 0 0,1 1 1 0 0,0 0-1 0 0,1 1 0 0 0,0 0 1 0 0,2 0-1 0 0,-1 1 0 0 0,-6 23 1 0 0,13-35-159 0 0,0 0 1 0 0,0 0-1 0 0,0 0 1 0 0,1 0-1 0 0,0 0 1 0 0,0 0 0 0 0,0 0-1 0 0,0 0 1 0 0,0 0-1 0 0,1 0 1 0 0,0-1-1 0 0,0 1 1 0 0,0 0-1 0 0,0 0 1 0 0,0 0-1 0 0,4 5 1 0 0,-4-8 6 0 0,0 1 1 0 0,0-1-1 0 0,0 0 1 0 0,0 1 0 0 0,1-1-1 0 0,-1 0 1 0 0,1 0-1 0 0,-1 0 1 0 0,1 0 0 0 0,-1 0-1 0 0,1 0 1 0 0,-1 0-1 0 0,1-1 1 0 0,0 1-1 0 0,-1-1 1 0 0,1 1 0 0 0,0-1-1 0 0,0 1 1 0 0,0-1-1 0 0,-1 0 1 0 0,1 0-1 0 0,0 0 1 0 0,0 0 0 0 0,0 0-1 0 0,-1 0 1 0 0,1-1-1 0 0,0 1 1 0 0,0-1-1 0 0,-1 1 1 0 0,1-1 0 0 0,0 1-1 0 0,-1-1 1 0 0,1 0-1 0 0,0 0 1 0 0,-1 0-1 0 0,1 0 1 0 0,1-2 0 0 0,9-6-301 0 0,0 0 1 0 0,-1-1 0 0 0,0 0-1 0 0,-1-1 1 0 0,0 0-1 0 0,0-1 1 0 0,-2 0 0 0 0,1 0-1 0 0,10-23 1 0 0,21-27 2894 0 0,-40 61-2552 0 0,1 0-1 0 0,-1 0 1 0 0,1 1 0 0 0,-1-1 0 0 0,1 0-1 0 0,-1 1 1 0 0,1-1 0 0 0,-1 0 0 0 0,1 1 0 0 0,0-1-1 0 0,0 1 1 0 0,-1-1 0 0 0,1 1 0 0 0,0-1-1 0 0,0 1 1 0 0,-1-1 0 0 0,1 1 0 0 0,0 0-1 0 0,0 0 1 0 0,0-1 0 0 0,-1 1 0 0 0,1 0-1 0 0,0 0 1 0 0,0 0 0 0 0,0 0 0 0 0,0 0 0 0 0,0 0-1 0 0,0 0 1 0 0,-1 0 0 0 0,1 0 0 0 0,0 0-1 0 0,0 1 1 0 0,0-1 0 0 0,0 0 0 0 0,-1 1-1 0 0,1-1 1 0 0,0 0 0 0 0,0 1 0 0 0,0-1 0 0 0,-1 1-1 0 0,1-1 1 0 0,0 1 0 0 0,-1-1 0 0 0,1 1-1 0 0,-1 0 1 0 0,1-1 0 0 0,0 1 0 0 0,-1 0-1 0 0,1 1 1 0 0,5 6 423 0 0,-1 0 0 0 0,0 1 0 0 0,8 17 0 0 0,-1-3-5 0 0,-7-17-732 0 0,1 1-1 0 0,-1-2 0 0 0,1 1 1 0 0,1-1-1 0 0,-1 0 1 0 0,1 0-1 0 0,0-1 0 0 0,0 0 1 0 0,0 0-1 0 0,0-1 1 0 0,1 1-1 0 0,0-2 0 0 0,-1 1 1 0 0,17 2-1 0 0,-6-3-7144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 12443 0 0,'1'14'7294'0'0,"-4"23"-4949"0"0,0 1-1587 0 0,4 17-224 0 0,2 0 0 0 0,2 0 0 0 0,17 69 0 0 0,-13-86-764 0 0,3 0-1 0 0,1-1 1 0 0,1 0 0 0 0,2-1 0 0 0,28 46-1 0 0,-37-71-1897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7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13 107 9218 0 0,'-13'-6'8768'0'0,"29"-7"-5837"0"0,29-12-2746 0 0,-14 13-998 0 0,43-13-1 0 0,-2 7-5718 0 0,-39 11 935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8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1 170 17508 0 0,'0'1'88'0'0,"1"1"0"0"0,0-1 0 0 0,-1 1 0 0 0,1-1 0 0 0,0 1 0 0 0,0-1 0 0 0,0 1 0 0 0,0-1 0 0 0,0 0-1 0 0,0 1 1 0 0,1-1 0 0 0,-1 0 0 0 0,0 0 0 0 0,1 0 0 0 0,-1 0 0 0 0,1 0 0 0 0,-1 0 0 0 0,1 0 0 0 0,-1-1 0 0 0,1 1 0 0 0,0 0 0 0 0,-1-1 0 0 0,1 0 0 0 0,0 1 0 0 0,-1-1 0 0 0,1 0 0 0 0,0 0 0 0 0,-1 0 0 0 0,1 0 0 0 0,0 0 0 0 0,0 0 0 0 0,-1 0 0 0 0,1 0 0 0 0,0-1 0 0 0,2 0 0 0 0,-1 0 8 0 0,0 0-1 0 0,0 0 1 0 0,0 0 0 0 0,-1-1-1 0 0,1 1 1 0 0,0-1 0 0 0,-1 1 0 0 0,1-1-1 0 0,-1 0 1 0 0,0 0 0 0 0,1 0-1 0 0,-1 0 1 0 0,0 0 0 0 0,0-1 0 0 0,0 1-1 0 0,-1-1 1 0 0,1 1 0 0 0,-1-1-1 0 0,1 0 1 0 0,1-4 0 0 0,-1-2-33 0 0,0 0 0 0 0,-1-1-1 0 0,0 1 1 0 0,0-1 0 0 0,-1 1 0 0 0,0-1 0 0 0,-1 0 0 0 0,0 1 0 0 0,0-1 0 0 0,-1 1-1 0 0,-1 0 1 0 0,1 0 0 0 0,-6-11 0 0 0,8 19-60 0 0,0 1 0 0 0,0-1 0 0 0,0 1 0 0 0,-1 0 0 0 0,1-1 1 0 0,0 1-1 0 0,0 0 0 0 0,0-1 0 0 0,-1 1 0 0 0,1 0 0 0 0,0-1 0 0 0,-1 1 0 0 0,1 0 0 0 0,0 0 0 0 0,-1-1 0 0 0,1 1 0 0 0,0 0 0 0 0,-1 0 1 0 0,1 0-1 0 0,0-1 0 0 0,-1 1 0 0 0,1 0 0 0 0,-1 0 0 0 0,1 0 0 0 0,0 0 0 0 0,-1 0 0 0 0,1 0 0 0 0,-1 0 0 0 0,1 0 0 0 0,0 0 0 0 0,-1 0 1 0 0,1 0-1 0 0,-1 0 0 0 0,-10 11 93 0 0,-5 20 97 0 0,15-30-179 0 0,-2 10 48 0 0,-1 1 0 0 0,2-1 1 0 0,-1 1-1 0 0,2 0 0 0 0,-1-1 0 0 0,2 1 0 0 0,-1 0 1 0 0,2 0-1 0 0,-1 0 0 0 0,2-1 0 0 0,0 1 0 0 0,0 0 0 0 0,1-1 1 0 0,5 15-1 0 0,-7-22-64 0 0,1 1 0 0 0,0 0 1 0 0,0-1-1 0 0,0 0 0 0 0,1 1 1 0 0,-1-1-1 0 0,1 0 0 0 0,0 0 0 0 0,0-1 1 0 0,1 1-1 0 0,-1-1 0 0 0,1 1 1 0 0,0-1-1 0 0,-1 0 0 0 0,1 0 0 0 0,1-1 1 0 0,-1 1-1 0 0,0-1 0 0 0,1 0 1 0 0,-1 0-1 0 0,1 0 0 0 0,-1-1 1 0 0,1 0-1 0 0,0 0 0 0 0,0 0 0 0 0,0 0 1 0 0,0-1-1 0 0,-1 1 0 0 0,1-1 1 0 0,0-1-1 0 0,0 1 0 0 0,0-1 0 0 0,0 0 1 0 0,0 0-1 0 0,-1 0 0 0 0,8-3 1 0 0,18-8-1566 0 0,0-4-3916 0 0,4-5-2164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9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67 10594 0 0,'-15'-49'2327'0'0,"14"47"-2171"0"0,1 1 0 0 0,-1 0 0 0 0,0 0 0 0 0,1 0 0 0 0,-1 0 0 0 0,0 0 0 0 0,0 0 0 0 0,1 0 0 0 0,-1 0 0 0 0,0 0 0 0 0,0 0 0 0 0,0 0 0 0 0,0 0 0 0 0,0 1 0 0 0,-2-2 0 0 0,2 2-43 0 0,0 0-1 0 0,0 0 0 0 0,0 0 1 0 0,1 0-1 0 0,-1 0 0 0 0,0 1 1 0 0,0-1-1 0 0,0 0 0 0 0,1 0 1 0 0,-1 1-1 0 0,0-1 0 0 0,0 0 1 0 0,1 1-1 0 0,-1-1 0 0 0,0 1 0 0 0,0-1 1 0 0,1 1-1 0 0,-1-1 0 0 0,1 1 1 0 0,-1 0-1 0 0,1-1 0 0 0,-1 1 1 0 0,1 0-1 0 0,-1-1 0 0 0,1 1 1 0 0,-1 0-1 0 0,1-1 0 0 0,-1 2 1 0 0,0 1 52 0 0,0 0-1 0 0,0 0 1 0 0,0 1 0 0 0,0-1 0 0 0,0 0 0 0 0,0 0 0 0 0,1 1 0 0 0,0-1 0 0 0,-1 1-1 0 0,1-1 1 0 0,1 0 0 0 0,0 7 0 0 0,11 46 501 0 0,-6-31-372 0 0,19 103 191 0 0,-6 1 1 0 0,5 233-1 0 0,-22-285-400 0 0,-2 42-2822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9.5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48 215 4609 0 0,'-2'-9'800'0'0,"1"0"-1"0"0,1 0 1 0 0,0-1 0 0 0,0 1-1 0 0,0 0 1 0 0,1 0 0 0 0,1-1-1 0 0,-1 1 1 0 0,2 0 0 0 0,-1 1-1 0 0,1-1 1 0 0,0 0 0 0 0,1 1-1 0 0,0-1 1 0 0,10-14 0 0 0,-11 19-644 0 0,0 0 0 0 0,0 0 0 0 0,1 0 0 0 0,-1 0 0 0 0,1 0 1 0 0,0 1-1 0 0,0-1 0 0 0,1 1 0 0 0,-1 0 0 0 0,1 0 0 0 0,-1 1 0 0 0,1-1 0 0 0,0 1 1 0 0,0 0-1 0 0,0 1 0 0 0,0-1 0 0 0,0 1 0 0 0,1 0 0 0 0,-1 0 0 0 0,0 0 0 0 0,0 1 1 0 0,1 0-1 0 0,-1 0 0 0 0,0 0 0 0 0,1 1 0 0 0,-1 0 0 0 0,0 0 0 0 0,10 3 0 0 0,-13-4-117 0 0,1 1-1 0 0,-1 0 0 0 0,1 0 1 0 0,-1 0-1 0 0,0 1 1 0 0,1-1-1 0 0,-1 0 0 0 0,0 1 1 0 0,0 0-1 0 0,0-1 1 0 0,0 1-1 0 0,0 0 0 0 0,0 0 1 0 0,-1 0-1 0 0,1 0 0 0 0,-1 0 1 0 0,1 1-1 0 0,-1-1 1 0 0,1 3-1 0 0,0-1-12 0 0,-1 1 1 0 0,0-1-1 0 0,0 0 0 0 0,-1 1 1 0 0,1-1-1 0 0,-1 1 0 0 0,0-1 1 0 0,0 0-1 0 0,-1 1 0 0 0,-1 6 1 0 0,-2 7-2 0 0,-1-1-1 0 0,-1 1 1 0 0,-1-1 0 0 0,-12 22 0 0 0,-115 178 43 0 0,40-73 60 0 0,95-144-88 0 0,0 0-1 0 0,0 1 1 0 0,0-1-1 0 0,0 0 1 0 0,0 0-1 0 0,0 1 1 0 0,0-1-1 0 0,0 0 1 0 0,0 0-1 0 0,0 0 1 0 0,0 0-1 0 0,0 0 1 0 0,0 0-1 0 0,-1-1 1 0 0,1 1-1 0 0,0 0 1 0 0,0 0-1 0 0,0-1 1 0 0,1 0-1 0 0,28-5 161 0 0,9-4-213 0 0,0 3 0 0 0,0 1 1 0 0,1 1-1 0 0,0 3 1 0 0,0 1-1 0 0,78 9 1 0 0,-19 5-2762 0 0,-67-9-4980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30.4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23 331 10138 0 0,'-10'-1'11863'0'0,"22"-11"-11445"0"0,-1 0 1 0 0,0-1 0 0 0,0 0-1 0 0,-2 0 1 0 0,1-1 0 0 0,-2-1-1 0 0,12-26 1 0 0,-14 28-355 0 0,-1 1 0 0 0,-1-1 1 0 0,0 0-1 0 0,-1 0 0 0 0,-1 0 0 0 0,0-1 0 0 0,0 1 1 0 0,-1-1-1 0 0,-1 1 0 0 0,-2-15 0 0 0,3 27-63 0 0,-1-1 0 0 0,0 1-1 0 0,0-1 1 0 0,-1 1 0 0 0,1-1 0 0 0,0 1-1 0 0,0-1 1 0 0,-1 1 0 0 0,1-1-1 0 0,-1 1 1 0 0,1 0 0 0 0,-1-1 0 0 0,0 1-1 0 0,1 0 1 0 0,-1-1 0 0 0,0 1 0 0 0,0 0-1 0 0,0 0 1 0 0,0 0 0 0 0,0 0-1 0 0,0 0 1 0 0,0 0 0 0 0,0 0 0 0 0,-1 0-1 0 0,1 0 1 0 0,0 1 0 0 0,0-1-1 0 0,-1 0 1 0 0,1 1 0 0 0,0-1 0 0 0,-1 1-1 0 0,1-1 1 0 0,-2 1 0 0 0,0 0-17 0 0,0 1 0 0 0,0-1 0 0 0,0 1 1 0 0,0 0-1 0 0,1 0 0 0 0,-1 0 0 0 0,0 1 0 0 0,1-1 1 0 0,-1 1-1 0 0,1-1 0 0 0,0 1 0 0 0,-1 0 0 0 0,1 0 1 0 0,0 0-1 0 0,0 0 0 0 0,-2 3 0 0 0,-3 3-21 0 0,1 1 1 0 0,0-1-1 0 0,0 1 0 0 0,1 1 1 0 0,0-1-1 0 0,1 1 0 0 0,0 0 0 0 0,0 0 1 0 0,1 0-1 0 0,0 0 0 0 0,1 1 0 0 0,1-1 1 0 0,-1 1-1 0 0,1-1 0 0 0,1 1 1 0 0,0 0-1 0 0,3 17 0 0 0,-2-21-24 0 0,0 0 0 0 0,1-1 0 0 0,-1 1 0 0 0,1-1 0 0 0,1 1 0 0 0,-1-1 0 0 0,1 0-1 0 0,1 0 1 0 0,-1 0 0 0 0,1 0 0 0 0,0 0 0 0 0,0-1 0 0 0,0 0 0 0 0,1 0 0 0 0,0 0 0 0 0,0 0 0 0 0,0-1 0 0 0,0 0 0 0 0,1 0-1 0 0,0 0 1 0 0,0-1 0 0 0,0 0 0 0 0,0 0 0 0 0,0 0 0 0 0,1-1 0 0 0,-1 0 0 0 0,1 0 0 0 0,8 1 0 0 0,-2-2-337 0 0,1 0 1 0 0,-1-1-1 0 0,0-1 1 0 0,1 0-1 0 0,-1 0 1 0 0,0-1-1 0 0,0-1 0 0 0,0-1 1 0 0,0 1-1 0 0,17-9 1 0 0,15-9-1272 0 0,62-37-1 0 0,-73 37 1664 0 0,38-17 91 0 0,-37 21 1518 0 0,-1-2 0 0 0,55-41 0 0 0,-87 58-1466 0 0,0 1-1 0 0,0-1 0 0 0,0 0 1 0 0,-1 1-1 0 0,1-1 0 0 0,-1 0 1 0 0,1 0-1 0 0,-1 0 0 0 0,0 0 0 0 0,1 0 1 0 0,-1 0-1 0 0,0 0 0 0 0,1-4 1 0 0,-2 6-108 0 0,0-1 1 0 0,0 1-1 0 0,0 0 0 0 0,0-1 1 0 0,0 1-1 0 0,0-1 1 0 0,0 1-1 0 0,-1 0 1 0 0,1-1-1 0 0,0 1 0 0 0,0 0 1 0 0,0 0-1 0 0,0-1 1 0 0,0 1-1 0 0,-1 0 1 0 0,1-1-1 0 0,0 1 1 0 0,0 0-1 0 0,0-1 0 0 0,-1 1 1 0 0,1 0-1 0 0,0 0 1 0 0,0 0-1 0 0,-1-1 1 0 0,1 1-1 0 0,0 0 0 0 0,-1 0 1 0 0,1 0-1 0 0,0-1 1 0 0,-1 1-1 0 0,-21 1 502 0 0,10 2-426 0 0,0 1-1 0 0,0 0 1 0 0,0 1 0 0 0,1 1 0 0 0,0 0 0 0 0,0 0 0 0 0,0 1-1 0 0,1 0 1 0 0,0 1 0 0 0,1 0 0 0 0,-1 1 0 0 0,-8 10-1 0 0,10-10-106 0 0,1 0-1 0 0,-1 1 0 0 0,2-1 0 0 0,-1 2 0 0 0,1-1 0 0 0,1 1 0 0 0,0 0 0 0 0,0 0 0 0 0,1 0 0 0 0,1 0 0 0 0,0 1 0 0 0,-3 21 0 0 0,6-31-19 0 0,-1 0 0 0 0,1 0 0 0 0,0 0 1 0 0,1 1-1 0 0,-1-1 0 0 0,0 0 0 0 0,0 0 0 0 0,1-1 0 0 0,-1 1 0 0 0,1 0 0 0 0,1 3 1 0 0,-2-5 10 0 0,1 1 0 0 0,-1 0 0 0 0,1-1 1 0 0,-1 1-1 0 0,1-1 0 0 0,-1 1 0 0 0,1-1 0 0 0,-1 1 1 0 0,1-1-1 0 0,-1 1 0 0 0,1-1 0 0 0,0 0 1 0 0,-1 1-1 0 0,1-1 0 0 0,0 0 0 0 0,-1 1 1 0 0,1-1-1 0 0,0 0 0 0 0,0 0 0 0 0,-1 0 1 0 0,2 0-1 0 0,1 0-4 0 0,0 0 0 0 0,-1-1 0 0 0,1 1 0 0 0,0-1 0 0 0,-1 0 0 0 0,1 0 0 0 0,-1 0 1 0 0,1 0-1 0 0,-1 0 0 0 0,1-1 0 0 0,-1 1 0 0 0,0-1 0 0 0,1 0 0 0 0,1-2 0 0 0,53-55 119 0 0,-48 47 36 0 0,1 0-1 0 0,0 1 0 0 0,1 1 0 0 0,1-1 1 0 0,-1 2-1 0 0,18-11 0 0 0,-27 19-128 0 0,-1 0 1 0 0,1 0-1 0 0,0 0 0 0 0,-1 1 1 0 0,1-1-1 0 0,0 1 0 0 0,0-1 1 0 0,-1 1-1 0 0,1 0 0 0 0,0 0 1 0 0,0 0-1 0 0,0 0 0 0 0,0 0 1 0 0,-1 0-1 0 0,1 0 0 0 0,0 1 1 0 0,0-1-1 0 0,0 0 0 0 0,-1 1 0 0 0,1 0 1 0 0,0-1-1 0 0,-1 1 0 0 0,1 0 1 0 0,0 0-1 0 0,-1 0 0 0 0,1 0 1 0 0,-1 0-1 0 0,1 0 0 0 0,-1 1 1 0 0,0-1-1 0 0,0 0 0 0 0,1 1 1 0 0,-1-1-1 0 0,1 3 0 0 0,5 7 4 0 0,-1-1 0 0 0,0 1-1 0 0,-1 1 1 0 0,5 14 0 0 0,2 4-3 0 0,18 32-96 0 0,64 116-353 0 0,-103-351 2774 0 0,10 147-2407 0 0,2 0 1 0 0,0 1-1 0 0,2-1 0 0 0,0 1 0 0 0,11-27 1 0 0,-11 36-229 0 0,1 1 1 0 0,1 0 0 0 0,1 0-1 0 0,0 1 1 0 0,1-1 0 0 0,0 2 0 0 0,1-1-1 0 0,0 1 1 0 0,13-11 0 0 0,-5 8-369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30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 17052 0 0,'-7'6'1512'0'0,"2"-2"-1208"0"0,-1 1-240 0 0,-3-3 3129 0 0,6-2-4041 0 0,-1 0-337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3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227 234 3505 0 0,'-5'-6'51'0'0,"-1"-1"0"0"0,2 0 0 0 0,-1 0 1 0 0,1 0-1 0 0,0-1 0 0 0,0 1 0 0 0,-3-13 1 0 0,3 10-63 0 0,0 1-1 0 0,0 0 1 0 0,-11-17 0 0 0,13 22 12 0 0,-1 1 0 0 0,0 0 0 0 0,0 0-1 0 0,0 0 1 0 0,0 1 0 0 0,-1-1 0 0 0,1 1-1 0 0,-1-1 1 0 0,1 1 0 0 0,-1 0 0 0 0,0 1-1 0 0,0-1 1 0 0,-6-1 0 0 0,2 0-1 0 0,-1 0 0 0 0,1 0 0 0 0,0-1 0 0 0,0 0 0 0 0,0-1 0 0 0,0 0 0 0 0,1 0 0 0 0,0 0 0 0 0,0-1 0 0 0,0 0 0 0 0,-6-7 0 0 0,3 1 0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4.0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96 80 2304 0 0,'-19'-27'1399'0'0,"5"-2"3671"0"0,4 6 808 0 0,9 34-1999 0 0,-4 18-2762 0 0,2-16-444 0 0,-37 314 853 0 0,37-260-1087 0 0,3 1 1 0 0,16 126 0 0 0,13-9-147 0 0,32 225 754 0 0,-57-381-951 0 0,1 3 246 0 0,-5-20-3386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4.6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77 355 4297 0 0,'-30'-24'482'0'0,"0"-1"2278"0"0,27 23-2066 0 0,1-1-1 0 0,0 0 1 0 0,0 0 0 0 0,0 0 0 0 0,0 0-1 0 0,1 0 1 0 0,-1 0 0 0 0,1 0 0 0 0,4-18 6720 0 0,-2 20-7145 0 0,19-9 1585 0 0,29-4-2681 0 0,-43 12 1320 0 0,179-40-389 0 0,-88 22-2 0 0,118-41-1 0 0,-163 42-63 0 0,132-43 462 0 0,-153 54-423 0 0,0 1 0 0 0,1 2 0 0 0,-1 1 0 0 0,37 0 0 0 0,50 8-155 0 0,-142 29-3533 0 0,16-23 2359 0 0,-1 1-11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5.0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10 1368 0 0,'-5'0'234'0'0,"1"0"-1"0"0,-1 1 1 0 0,1 0-1 0 0,-1 0 1 0 0,1 1-1 0 0,-35 27 15705 0 0,65-27-14286 0 0,-3-5-739 0 0,1-1 0 0 0,38-12 1 0 0,-39 9-1026 0 0,-1 2 1 0 0,41-6 0 0 0,-48 13-1211 0 0,-9 0 27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5.4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3 2761 0 0,'-1'-1'374'0'0,"0"1"0"0"0,-1 0 0 0 0,1-1 0 0 0,0 1 0 0 0,-1 0 0 0 0,1 0 0 0 0,0 0 0 0 0,-1 0 0 0 0,1 0 0 0 0,0 0 1 0 0,-1 0-1 0 0,1 0 0 0 0,0 0 0 0 0,-1 1 0 0 0,1-1 0 0 0,0 1 0 0 0,0-1 0 0 0,-1 1 0 0 0,1-1 0 0 0,0 1 0 0 0,0 0 1 0 0,0-1-1 0 0,0 1 0 0 0,0 0 0 0 0,0 0 0 0 0,0 0 0 0 0,0 0 0 0 0,0 0 0 0 0,0 0 0 0 0,0 0 0 0 0,1 0 0 0 0,-1 0 1 0 0,0 0-1 0 0,1 1 0 0 0,-1-1 0 0 0,1 0 0 0 0,-1 0 0 0 0,1 1 0 0 0,0-1 0 0 0,-1 0 0 0 0,1 2 0 0 0,-2 9 799 0 0,0 0 0 0 0,0 0 0 0 0,1 22-1 0 0,1-14-1665 0 0,-2 84 835 0 0,13 134-1 0 0,1 36-553 0 0,5-4-39 0 0,-2-86 134 0 0,-18-67-709 0 0,0-1-334 0 0,4-103 505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6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23 227 4145 0 0,'-1'-4'711'0'0,"0"0"0"0"0,1-1 1 0 0,-1 1-1 0 0,-1 0 0 0 0,1 0 1 0 0,-1 0-1 0 0,-12-12 6137 0 0,14 17-6802 0 0,0-1 0 0 0,0 1-1 0 0,0-1 1 0 0,0 1 0 0 0,0-1 0 0 0,0 0 0 0 0,0 1-1 0 0,0-1 1 0 0,0 1 0 0 0,0-1 0 0 0,0 0 0 0 0,0 1-1 0 0,1-1 1 0 0,-1 1 0 0 0,0-1 0 0 0,0 0 0 0 0,0 1-1 0 0,0-1 1 0 0,1 1 0 0 0,-1-1 0 0 0,0 0 0 0 0,1 1-1 0 0,-1-1 1 0 0,0 0 0 0 0,0 0 0 0 0,1 1-1 0 0,-1-1 1 0 0,1 0 0 0 0,-1 0 0 0 0,0 1 0 0 0,1-1-1 0 0,-1 0 1 0 0,0 0 0 0 0,1 0 0 0 0,-1 0 0 0 0,1 0-1 0 0,-1 0 1 0 0,1 1 0 0 0,0-1 0 0 0,10 0 239 0 0,0-1 0 0 0,0 0 1 0 0,0 0-1 0 0,0-1 0 0 0,0 0 1 0 0,0-1-1 0 0,16-6 0 0 0,26-6 117 0 0,209-21 160 0 0,46-10 97 0 0,-199 25-590 0 0,2 3 0 0 0,148-3 1 0 0,589 3 1274 0 0,-761 20-1228 0 0,106 18 0 0 0,-109-10-196 0 0,-52-8 211 0 0,0-1 0 0 0,50-7 1 0 0,13 1 74 0 0,-94 5-210 0 0,-1 0-1 0 0,0 0 1 0 0,1 0-1 0 0,-1 0 1 0 0,0 0-1 0 0,1 0 1 0 0,-1 0-1 0 0,1 0 1 0 0,-1 0 0 0 0,0 0-1 0 0,1 0 1 0 0,-1 0-1 0 0,0 0 1 0 0,1 0-1 0 0,-1 0 1 0 0,0 0-1 0 0,1 0 1 0 0,-1 1-1 0 0,0-1 1 0 0,0 0-1 0 0,1 0 1 0 0,-1 0 0 0 0,0 1-1 0 0,1-1 1 0 0,-1 0-1 0 0,0 0 1 0 0,0 1-1 0 0,0-1 1 0 0,1 0-1 0 0,-1 1 1 0 0,0-1-1 0 0,0 0 1 0 0,0 1-1 0 0,0-1 1 0 0,1 0 0 0 0,-1 1-1 0 0,0-1 1 0 0,0 0-1 0 0,0 1 1 0 0,-5 16-696 0 0,4-16 559 0 0,1 0 0 0 0,-1 0 1 0 0,0 0-1 0 0,1 0 0 0 0,-1 0 0 0 0,1 1 0 0 0,0-1 0 0 0,-1 0 0 0 0,1 0 0 0 0,0 1 1 0 0,0-1-1 0 0,0 0 0 0 0,0 1 0 0 0,0-1 0 0 0,0 0 0 0 0,0 0 0 0 0,0 1 0 0 0,1-1 1 0 0,0 3-1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6.7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21 1376 0 0,'-33'-20'20383'0'0,"36"42"-19498"0"0,4 27-511 0 0,-2 1 0 0 0,-2 91 1 0 0,-3-30-585 0 0,1-81-1220 0 0,9 45-1 0 0,-7-62 59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7.3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1 5985 0 0,'-30'26'2621'0'0,"2"1"-1"0"0,1 2 0 0 0,-28 37 0 0 0,54-65-2563 0 0,1 0-1 0 0,-1 0 1 0 0,0 0-1 0 0,0 0 1 0 0,0 0 0 0 0,1 0-1 0 0,-1 0 1 0 0,1 1-1 0 0,-1-1 1 0 0,1 0-1 0 0,-1 1 1 0 0,1-1 0 0 0,0 0-1 0 0,-1 1 1 0 0,1-1-1 0 0,0 0 1 0 0,0 1-1 0 0,0-1 1 0 0,0 0 0 0 0,0 1-1 0 0,1-1 1 0 0,-1 0-1 0 0,0 1 1 0 0,1 1-1 0 0,0-2 11 0 0,0 1-1 0 0,0-1 0 0 0,1 1 0 0 0,-1-1 0 0 0,0 1 0 0 0,1-1 0 0 0,-1 0 1 0 0,1 0-1 0 0,0 0 0 0 0,-1 0 0 0 0,1 0 0 0 0,0 0 0 0 0,-1 0 0 0 0,5 1 0 0 0,1 0 51 0 0,-1 0 0 0 0,1 0 0 0 0,0-1-1 0 0,0 0 1 0 0,0 0 0 0 0,1-1-1 0 0,-1 0 1 0 0,10-1 0 0 0,48-19 118 0 0,-45 12-330 0 0,35-8-1 0 0,-50 15 86 0 0,0 0-1 0 0,0 1 1 0 0,0-1-1 0 0,1 1 1 0 0,-1 0 0 0 0,0 0-1 0 0,0 1 1 0 0,0 0 0 0 0,0 0-1 0 0,0 0 1 0 0,0 0 0 0 0,5 3-1 0 0,-9-4 0 0 0,1 1-1 0 0,-1-1 1 0 0,0 1 0 0 0,0 0-1 0 0,0-1 1 0 0,0 1-1 0 0,0 0 1 0 0,0 0 0 0 0,0 0-1 0 0,0 0 1 0 0,-1 0-1 0 0,1 0 1 0 0,0 0 0 0 0,0 0-1 0 0,-1 0 1 0 0,1 0-1 0 0,-1 0 1 0 0,1 0 0 0 0,-1 0-1 0 0,1 1 1 0 0,-1-1-1 0 0,0 3 1 0 0,1-1-71 0 0,-1 0 0 0 0,-1 0 0 0 0,1 0 0 0 0,0 0 0 0 0,-1 0 0 0 0,0 0 0 0 0,1 0 0 0 0,-1 0 0 0 0,-2 4 0 0 0,-3 5-313 0 0,0-1 0 0 0,0 0 0 0 0,-12 16 0 0 0,-23 21 153 0 0,29-35 184 0 0,1-1 0 0 0,0 1 0 0 0,1 1 0 0 0,1 0 0 0 0,-9 17 0 0 0,18-30 58 0 0,0-1 1 0 0,0 0-1 0 0,0 0 1 0 0,0 1-1 0 0,-1-1 1 0 0,1 0-1 0 0,0 0 1 0 0,0 1-1 0 0,0-1 1 0 0,0 0-1 0 0,0 1 1 0 0,0-1-1 0 0,0 0 1 0 0,0 0-1 0 0,0 1 1 0 0,0-1-1 0 0,0 0 1 0 0,0 1-1 0 0,1-1 1 0 0,-1 0-1 0 0,0 0 1 0 0,0 1-1 0 0,0-1 1 0 0,0 0-1 0 0,0 0 1 0 0,0 1-1 0 0,1-1 1 0 0,-1 0-1 0 0,0 0 1 0 0,0 0-1 0 0,0 1 1 0 0,1-1-1 0 0,-1 0 1 0 0,0 0-1 0 0,0 0 1 0 0,1 0-1 0 0,-1 1 1 0 0,0-1-1 0 0,0 0 1 0 0,1 0-1 0 0,-1 0 1 0 0,18 2 46 0 0,17-7 21 0 0,-16 1-71 0 0,25-6 69 0 0,-41 10-18 0 0,-1-1-1 0 0,1 1 1 0 0,-1 0-1 0 0,1 0 0 0 0,0 0 1 0 0,-1 0-1 0 0,1 1 1 0 0,-1-1-1 0 0,1 1 1 0 0,-1 0-1 0 0,1-1 1 0 0,-1 1-1 0 0,4 2 1 0 0,-5-2-8 0 0,0 0 0 0 0,-1 0 0 0 0,1 0 0 0 0,-1-1 1 0 0,1 1-1 0 0,-1 0 0 0 0,1 0 0 0 0,-1 0 0 0 0,0 0 0 0 0,1 0 0 0 0,-1 0 1 0 0,0 0-1 0 0,0 0 0 0 0,0 0 0 0 0,0 0 0 0 0,0 1 0 0 0,0-1 1 0 0,0 0-1 0 0,0 0 0 0 0,0 0 0 0 0,0 0 0 0 0,-1 0 0 0 0,1 0 1 0 0,0 0-1 0 0,-1 0 0 0 0,1 0 0 0 0,-1 0 0 0 0,1-1 0 0 0,-1 1 0 0 0,0 1 1 0 0,-20 32 726 0 0,18-30-669 0 0,-11 15 157 0 0,-10 14-383 0 0,2 0 1 0 0,-32 65 0 0 0,50-77-1423 0 0,5-16 485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7.7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3225 0 0,'10'18'10624'0'0,"-10"-17"-10329"0"0,-5 28 4865 0 0,4-26-5301 0 0,-3 28 1126 0 0,1 0 0 0 0,1 1 0 0 0,3 46 0 0 0,1-19-811 0 0,13 363-46 0 0,-13-318-89 0 0,1 6 50 0 0,0-99-2201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9.5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2503 1 5529 0 0,'-4'0'396'0'0,"0"1"1"0"0,0 0-1 0 0,0 0 0 0 0,1 0 0 0 0,-1 1 1 0 0,0-1-1 0 0,1 1 0 0 0,-1 0 0 0 0,1 0 1 0 0,0 0-1 0 0,-5 3 0 0 0,-36 33 4539 0 0,36-31-4061 0 0,7-5-711 0 0,-1-1 1 0 0,1 0 0 0 0,-1 0-1 0 0,1 1 1 0 0,0-1 0 0 0,0 0-1 0 0,0 1 1 0 0,-1 0-1 0 0,1-1 1 0 0,1 1 0 0 0,-1 0-1 0 0,0-1 1 0 0,0 1 0 0 0,1 0-1 0 0,-1 0 1 0 0,1-1 0 0 0,-1 1-1 0 0,1 0 1 0 0,-1 2-1 0 0,2-3-86 0 0,-1 1 0 0 0,1-1-1 0 0,0 0 1 0 0,-1 0 0 0 0,1 0 0 0 0,0 0-1 0 0,0 0 1 0 0,0 0 0 0 0,0 0-1 0 0,0 0 1 0 0,0 0 0 0 0,0 0-1 0 0,0 0 1 0 0,0-1 0 0 0,0 1-1 0 0,0 0 1 0 0,0-1 0 0 0,1 1-1 0 0,-1-1 1 0 0,0 1 0 0 0,0-1-1 0 0,1 0 1 0 0,-1 0 0 0 0,0 1 0 0 0,0-1-1 0 0,1 0 1 0 0,2 0 0 0 0,48 2 506 0 0,-40-2-619 0 0,-1 0-1 0 0,1 1 1 0 0,-1 0 0 0 0,1 1-1 0 0,21 5 1 0 0,-32-6 31 0 0,-1-1-1 0 0,1 0 1 0 0,0 0-1 0 0,0 1 1 0 0,-1-1-1 0 0,1 1 1 0 0,0-1-1 0 0,-1 1 1 0 0,1-1 0 0 0,0 1-1 0 0,-1-1 1 0 0,1 1-1 0 0,-1-1 1 0 0,1 1-1 0 0,-1 0 1 0 0,1-1 0 0 0,-1 1-1 0 0,0 0 1 0 0,1-1-1 0 0,-1 1 1 0 0,0 0-1 0 0,1 0 1 0 0,-1-1-1 0 0,0 1 1 0 0,0 1 0 0 0,0 0-15 0 0,0 0 1 0 0,0 0 0 0 0,0-1 0 0 0,-1 1-1 0 0,1 0 1 0 0,-1 0 0 0 0,1-1 0 0 0,-1 1 0 0 0,0-1-1 0 0,0 1 1 0 0,-1 2 0 0 0,-5 5-80 0 0,1 0 0 0 0,-2-1 0 0 0,-8 9-1 0 0,9-10 76 0 0,-20 19-646 0 0,-25 29-2447 0 0,48-51 2904 0 0,1 1 1 0 0,-1 0-1 0 0,1 0 0 0 0,0 0 1 0 0,1 0-1 0 0,-1 1 0 0 0,1-1 1 0 0,0 1-1 0 0,-2 10 0 0 0,3-15 203 0 0,1-1 0 0 0,0 1-1 0 0,1-1 1 0 0,-1 1 0 0 0,0 0-1 0 0,0-1 1 0 0,0 1-1 0 0,0-1 1 0 0,0 1 0 0 0,0-1-1 0 0,1 0 1 0 0,-1 1 0 0 0,0-1-1 0 0,0 1 1 0 0,1-1 0 0 0,-1 1-1 0 0,0-1 1 0 0,1 0 0 0 0,-1 1-1 0 0,0-1 1 0 0,1 1 0 0 0,-1-1-1 0 0,0 0 1 0 0,1 0 0 0 0,-1 1-1 0 0,1-1 1 0 0,-1 0 0 0 0,1 0-1 0 0,-1 1 1 0 0,1-1 0 0 0,-1 0-1 0 0,1 0 1 0 0,-1 0 0 0 0,1 0-1 0 0,-1 0 1 0 0,1 0-1 0 0,-1 0 1 0 0,1 0 0 0 0,-1 0-1 0 0,1 0 1 0 0,-1 0 0 0 0,1 0-1 0 0,-1 0 1 0 0,1 0 0 0 0,-1 0-1 0 0,2-1 1 0 0,32-7 262 0 0,-23 5 14 0 0,-8 2-158 0 0,0 0-1 0 0,0 1 0 0 0,0 0 1 0 0,1 0-1 0 0,-1 0 0 0 0,0 0 1 0 0,0 0-1 0 0,0 1 0 0 0,0-1 1 0 0,0 1-1 0 0,0 0 0 0 0,0 0 1 0 0,0 0-1 0 0,0 0 0 0 0,5 3 1 0 0,-7-3-65 0 0,0 1 1 0 0,1-1 0 0 0,-1 0 0 0 0,0 1-1 0 0,-1-1 1 0 0,1 0 0 0 0,0 1 0 0 0,0 0-1 0 0,0-1 1 0 0,-1 1 0 0 0,1-1 0 0 0,-1 1-1 0 0,1 0 1 0 0,-1-1 0 0 0,0 1 0 0 0,0 0-1 0 0,0-1 1 0 0,0 1 0 0 0,0 0 0 0 0,0 0-1 0 0,0-1 1 0 0,0 1 0 0 0,-1 0 0 0 0,1-1 0 0 0,-1 1-1 0 0,1 0 1 0 0,-1-1 0 0 0,1 1 0 0 0,-3 2-1 0 0,-2 7-106 0 0,-1-1-1 0 0,0 1 1 0 0,-1-1-1 0 0,0-1 1 0 0,-11 12-1 0 0,10-13-16 0 0,2 0-1 0 0,-1 0 1 0 0,1 1 0 0 0,0 0-1 0 0,1 0 1 0 0,-9 19-1 0 0,14-28 85 0 0,0 0 0 0 0,0 1-1 0 0,0-1 1 0 0,-1 0 0 0 0,1 1 0 0 0,0-1 0 0 0,0 0-1 0 0,0 1 1 0 0,0-1 0 0 0,0 0 0 0 0,0 1 0 0 0,0-1-1 0 0,0 1 1 0 0,0-1 0 0 0,0 0 0 0 0,0 1 0 0 0,0-1 0 0 0,0 0-1 0 0,1 1 1 0 0,-1-1 0 0 0,0 0 0 0 0,0 1 0 0 0,0-1-1 0 0,0 0 1 0 0,1 1 0 0 0,-1-1 0 0 0,0 0 0 0 0,0 0-1 0 0,0 1 1 0 0,1-1 0 0 0,-1 0 0 0 0,1 1 0 0 0,13 0-150 0 0,23-9-2490 0 0,-29 5 190 0 0,-6 3 2157 0 0,1-1 0 0 0,-1 0 1 0 0,0 1-1 0 0,1 0 0 0 0,-1-1 1 0 0,1 1-1 0 0,-1 0 0 0 0,0 0 1 0 0,1 1-1 0 0,-1-1 0 0 0,5 2 1 0 0,-6-2 412 0 0,0 1 0 0 0,-1 0 0 0 0,1 0 0 0 0,0 0 1 0 0,-1 0-1 0 0,1 0 0 0 0,0 0 0 0 0,-1 0 0 0 0,0 0 1 0 0,1 0-1 0 0,-1 0 0 0 0,1 0 0 0 0,-1 0 0 0 0,0 0 1 0 0,0 0-1 0 0,0 0 0 0 0,0 1 0 0 0,0-1 0 0 0,0 0 1 0 0,0 0-1 0 0,0 0 0 0 0,0 0 0 0 0,0 0 0 0 0,0 0 1 0 0,-1 1-1 0 0,0 0 0 0 0,-1 16 686 0 0,0 0 1 0 0,0 0-1 0 0,2 0 1 0 0,0 0-1 0 0,2 0 1 0 0,0 0-1 0 0,0 0 0 0 0,2 0 1 0 0,6 18-1 0 0,5 21-436 0 0,9 76-1 0 0,-10-50 55 0 0,-9-28-130 0 0,-5-47-242 0 0,0 1 0 0 0,1-1 0 0 0,0 1 0 0 0,0-1 0 0 0,1 1 0 0 0,0-1 0 0 0,1 0 0 0 0,-1 0 0 0 0,6 10 0 0 0,-1-5 77 0 0,-1 0 1 0 0,0 1 0 0 0,0 0-1 0 0,-1 0 1 0 0,-1 0 0 0 0,-1 0-1 0 0,0 1 1 0 0,2 24 0 0 0,-6-36-142 0 0,0 0 0 0 0,0-1-1 0 0,0 1 1 0 0,-1-1 0 0 0,1 1 0 0 0,-1-1 0 0 0,0 1 0 0 0,1-1 0 0 0,-1 0 0 0 0,0 0 0 0 0,0 0 0 0 0,0 0 0 0 0,-1 0 0 0 0,1 0 0 0 0,0-1 0 0 0,-1 1-1 0 0,1-1 1 0 0,-6 2 0 0 0,1 2-20 0 0,-1-2 0 0 0,1 1 0 0 0,-1-1-1 0 0,0 0 1 0 0,-14 2 0 0 0,15-3 0 0 0,-1-1 0 0 0,1-1-1 0 0,-1 0 1 0 0,1 0 0 0 0,-1 0 0 0 0,1-1 0 0 0,-1 0-1 0 0,1 0 1 0 0,-1-1 0 0 0,1 0 0 0 0,0 0 0 0 0,0-1-1 0 0,-13-6 1 0 0,11 4 28 0 0,0 2 0 0 0,0-1 0 0 0,-1 1 0 0 0,1 0 0 0 0,-1 1 0 0 0,1 0-1 0 0,-1 1 1 0 0,0 0 0 0 0,-18 1 0 0 0,3 2 7 0 0,-1 2 0 0 0,-32 8-1 0 0,34-6-2 0 0,0-1 0 0 0,-1-2 0 0 0,-29 2 0 0 0,20-7-7 0 0,0-1 1 0 0,-43-10-1 0 0,43 6 0 0 0,1 2 1 0 0,-46-2-1 0 0,-61 17-23 0 0,101-5 14 0 0,-1-2 1 0 0,0-1-1 0 0,-46-5 1 0 0,-172-6-435 0 0,181 10 169 0 0,-143-16 0 0 0,194 12 287 0 0,0 1 0 0 0,0 2 1 0 0,-38 4-1 0 0,-40-1-46 0 0,77-6-185 0 0,-33-7 0 0 0,4 0 234 0 0,-7 11-13 0 0,50-2 0 0 0,0 0 0 0 0,0 1 0 0 0,0 0 0 0 0,-24 4 0 0 0,-31 0 0 0 0,51-5-90 0 0,0 0 1 0 0,-31 4-1 0 0,41-1 43 0 0,-1-1 0 0 0,1 1-1 0 0,0 1 1 0 0,0-1-1 0 0,0 1 1 0 0,0 0 0 0 0,1 1-1 0 0,-12 7 1 0 0,14-7 44 0 0,-1-1 0 0 0,1 0 0 0 0,-1 0 0 0 0,0 0 1 0 0,0-1-1 0 0,0 0 0 0 0,0 0 0 0 0,0 0 0 0 0,0-1 1 0 0,0 1-1 0 0,-1-1 0 0 0,1 0 0 0 0,-1-1 0 0 0,1 0 0 0 0,0 1 1 0 0,-1-2-1 0 0,1 1 0 0 0,-1 0 0 0 0,1-1 0 0 0,0 0 0 0 0,-1-1 1 0 0,1 1-1 0 0,0-1 0 0 0,0 0 0 0 0,-9-5 0 0 0,12 6-397 0 0,-4-2-233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0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122 117 4369 0 0,'-12'-32'394'0'0,"10"26"-383"0"0,0 0-1 0 0,0 0 1 0 0,0 1-1 0 0,-1-1 1 0 0,-4-5-1 0 0,6 9-32 0 0,0 0 1 0 0,-1 1-1 0 0,0-1 0 0 0,1 1 0 0 0,-1-1 1 0 0,0 1-1 0 0,0-1 0 0 0,0 1 0 0 0,0 0 0 0 0,0 0 1 0 0,0 0-1 0 0,0 0 0 0 0,0 0 0 0 0,0 1 1 0 0,-1-1-1 0 0,1 0 0 0 0,-4 1 0 0 0,3-1 6 0 0,1 0 0 0 0,-1 0 0 0 0,0 0 0 0 0,1 0 0 0 0,0-1 0 0 0,-1 1-1 0 0,1 0 1 0 0,-4-4 0 0 0,-13-5 6013 0 0,19 11-5772 0 0,-1-1 0 0 0,0 1-1 0 0,1-1 1 0 0,-1 1 0 0 0,1-1-1 0 0,-1 1 1 0 0,1 0-1 0 0,-1-1 1 0 0,1 1 0 0 0,-1 0-1 0 0,1 0 1 0 0,0-1 0 0 0,-1 1-1 0 0,1 0 1 0 0,0 0 0 0 0,-1-1-1 0 0,1 1 1 0 0,0 0 0 0 0,0 0-1 0 0,0 0 1 0 0,0-1-1 0 0,0 1 1 0 0,0 0 0 0 0,0 0-1 0 0,0 0 1 0 0,0 0 0 0 0,0-1-1 0 0,1 2 1 0 0,9 120 4846 0 0,1 0-4757 0 0,-12-103-465 0 0,0-11-38 0 0,1 0 0 0 0,0-1 0 0 0,0 1 0 0 0,1 0 1 0 0,-1-1-1 0 0,2 1 0 0 0,-1-1 0 0 0,1 1 0 0 0,0-1 0 0 0,4 8 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0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 6681 0 0,'-1'4'144'0'0,"-1"-2"32"0"0,1 1 9 0 0,-1 0 7 0 0,1-2-192 0 0,1 1 0 0 0,-1 0 0 0 0,-1 2 0 0 0,-2 3 1568 0 0,0 3 272 0 0,0-2 57 0 0,-1-1 15 0 0,2-2-1224 0 0,2-3-240 0 0,2-4-56 0 0,4-7-7 0 0,8-6-321 0 0,-1-8-64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1.3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139 3 5985 0 0,'-59'27'2215'0'0,"48"-20"-321"0"0,-1-1 0 0 0,0-1 0 0 0,-24 9 1 0 0,36-14-1833 0 0,-1 0-1 0 0,1 0 1 0 0,0 0 0 0 0,-1 0 0 0 0,1 0 0 0 0,-1 1-1 0 0,1-1 1 0 0,0 0 0 0 0,-1 0 0 0 0,1 1 0 0 0,-1-1-1 0 0,1 0 1 0 0,0 1 0 0 0,0-1 0 0 0,-1 0 0 0 0,1 1-1 0 0,0-1 1 0 0,-1 0 0 0 0,1 1 0 0 0,0-1 0 0 0,0 0 0 0 0,0 1-1 0 0,0-1 1 0 0,-1 1 0 0 0,1-1 0 0 0,0 1 0 0 0,0-1-1 0 0,0 1 1 0 0,0-1 0 0 0,0 0 0 0 0,0 1 0 0 0,0-1-1 0 0,0 1 1 0 0,0-1 0 0 0,0 1 0 0 0,0-1 0 0 0,0 0 0 0 0,1 1-1 0 0,-1-1 1 0 0,0 1 0 0 0,0-1 0 0 0,0 1 0 0 0,0-1-1 0 0,1 0 1 0 0,-1 1 0 0 0,0-1 0 0 0,1 0 0 0 0,-1 1-1 0 0,0-1 1 0 0,0 0 0 0 0,1 1 0 0 0,0 0-8 0 0,0 1 1 0 0,0-1-1 0 0,0 0 0 0 0,0 0 1 0 0,0 0-1 0 0,1 0 1 0 0,-1 0-1 0 0,0 0 0 0 0,1 0 1 0 0,-1 0-1 0 0,0 0 1 0 0,1-1-1 0 0,-1 1 0 0 0,3 0 1 0 0,16 0 140 0 0,1-2-1 0 0,0 0 1 0 0,35-7-1 0 0,6 0 217 0 0,151-16 93 0 0,-84 8-232 0 0,204 1 1 0 0,343-4 908 0 0,-649 17-1082 0 0,1 1 1 0 0,-1 1-1 0 0,0 1 0 0 0,1 1 0 0 0,42 10 0 0 0,-69-11-114 0 0,1-1 0 0 0,-1 0 0 0 0,1 1 1 0 0,-1-1-1 0 0,0 1 0 0 0,1 0 0 0 0,-1-1 0 0 0,0 1 0 0 0,1 0 0 0 0,-1 0 0 0 0,0 0 0 0 0,0 0 1 0 0,0 0-1 0 0,0 0 0 0 0,1 0 0 0 0,0 2 0 0 0,-2-2-11 0 0,0 0 0 0 0,1 0-1 0 0,-1-1 1 0 0,0 1 0 0 0,0 0 0 0 0,0 0-1 0 0,0 0 1 0 0,1 0 0 0 0,-1-1 0 0 0,0 1-1 0 0,-1 0 1 0 0,1 0 0 0 0,0 0 0 0 0,0 0 0 0 0,0-1-1 0 0,0 1 1 0 0,-1 0 0 0 0,1 0 0 0 0,0 0-1 0 0,-1-1 1 0 0,0 2 0 0 0,0 0-35 0 0,-1 1 0 0 0,0-1 0 0 0,0 0 1 0 0,0 0-1 0 0,0 0 0 0 0,0-1 0 0 0,0 1 0 0 0,0 0 0 0 0,0-1 1 0 0,-1 0-1 0 0,1 1 0 0 0,-1-1 0 0 0,1 0 0 0 0,-1 0 0 0 0,0 0 1 0 0,-4 0-1 0 0,1 0-313 0 0,0-1 0 0 0,0 0 0 0 0,-1 0 0 0 0,1-1 1 0 0,0 0-1 0 0,-10-2 0 0 0,-23-3-62 0 0,37 6 516 0 0,0 0-1 0 0,0 0 1 0 0,1 0 0 0 0,-1 1-1 0 0,0-1 1 0 0,0 0-1 0 0,1 1 1 0 0,-1-1 0 0 0,0 1-1 0 0,1 0 1 0 0,-1 0-1 0 0,1-1 1 0 0,-1 1 0 0 0,1 0-1 0 0,-1 0 1 0 0,1 0 0 0 0,-1 1-1 0 0,1-1 1 0 0,0 0-1 0 0,0 0 1 0 0,0 1 0 0 0,0-1-1 0 0,0 1 1 0 0,0-1 0 0 0,0 1-1 0 0,0-1 1 0 0,0 1-1 0 0,1-1 1 0 0,-1 1 0 0 0,0 0-1 0 0,1-1 1 0 0,-1 4 0 0 0,1-1-12 0 0,-1 0 0 0 0,1-1 0 0 0,0 1 0 0 0,0 0 0 0 0,0 0-1 0 0,1 0 1 0 0,-1 0 0 0 0,1 0 0 0 0,0 0 0 0 0,0 0 0 0 0,0-1 0 0 0,1 1 0 0 0,2 4 0 0 0,-2-3-42 0 0,1 0-1 0 0,1-1 0 0 0,-1 1 0 0 0,1-1 0 0 0,-1 0 0 0 0,1 0 0 0 0,0 0 0 0 0,1-1 0 0 0,-1 0 0 0 0,1 1 0 0 0,-1-1 0 0 0,1-1 0 0 0,0 1 0 0 0,0-1 0 0 0,0 0 0 0 0,1 0 0 0 0,-1 0 0 0 0,6 1 0 0 0,-7-3-9 0 0,0 1-1 0 0,1-1 0 0 0,-1 0 0 0 0,0 0 0 0 0,0 0 0 0 0,0-1 1 0 0,0 0-1 0 0,0 1 0 0 0,0-1 0 0 0,0-1 0 0 0,0 1 0 0 0,0-1 0 0 0,0 1 1 0 0,0-1-1 0 0,-1 0 0 0 0,1 0 0 0 0,-1-1 0 0 0,1 1 0 0 0,-1-1 1 0 0,0 0-1 0 0,0 0 0 0 0,0 0 0 0 0,0 0 0 0 0,4-6 0 0 0,-6 6 4 0 0,0 0-1 0 0,0 0 1 0 0,-1 1 0 0 0,1-1-1 0 0,-1 0 1 0 0,1 0-1 0 0,-1 0 1 0 0,0 0-1 0 0,0 0 1 0 0,0 1-1 0 0,0-1 1 0 0,-1 0-1 0 0,1 0 1 0 0,-1 0-1 0 0,0 0 1 0 0,0 1 0 0 0,0-1-1 0 0,0 0 1 0 0,0 1-1 0 0,-1-1 1 0 0,-1-2-1 0 0,-3-7 36 0 0,-2 0-1 0 0,1 1 0 0 0,-10-12 1 0 0,16 22-30 0 0,0 0 0 0 0,0 0 1 0 0,1 0-1 0 0,-1 0 0 0 0,0 0 1 0 0,-1 0-1 0 0,1 0 0 0 0,0 0 0 0 0,0 0 1 0 0,0 1-1 0 0,0-1 0 0 0,-1 0 1 0 0,1 1-1 0 0,0-1 0 0 0,-1 1 0 0 0,1-1 1 0 0,0 1-1 0 0,-1 0 0 0 0,1 0 1 0 0,-3-1-1 0 0,-9 7-1258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2.2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60 155 6913 0 0,'-60'39'5819'0'0,"63"-37"-5236"0"0,0-1 0 0 0,0 1-1 0 0,0-1 1 0 0,0 0 0 0 0,0 0 0 0 0,0-1 0 0 0,7 2-1 0 0,5-2 79 0 0,0 0-1 0 0,-1-1 0 0 0,1-1 1 0 0,0 0-1 0 0,28-8 1 0 0,15-3-400 0 0,92-10-251 0 0,-8-1-93 0 0,240-8-1 0 0,180 2 908 0 0,-366 23-543 0 0,-64 4 3 0 0,-96-3-201 0 0,-37 6-205 0 0,1 0-1 0 0,0 0 1 0 0,-1 0 0 0 0,1 0 0 0 0,0 0-1 0 0,-1 0 1 0 0,1 0 0 0 0,0 0 0 0 0,-1 0-1 0 0,1 0 1 0 0,0 0 0 0 0,-1 0 0 0 0,1-1-1 0 0,0 1 1 0 0,-1 0 0 0 0,1 0-1 0 0,0 0 1 0 0,-1 0 0 0 0,1-1 0 0 0,-2-1-1101 0 0,2 1 1101 0 0,0 1 0 0 0,-1 0-1 0 0,1-1 1 0 0,0 1 0 0 0,0-1 0 0 0,0 1-1 0 0,0 0 1 0 0,0-1 0 0 0,0 1 0 0 0,0-1-1 0 0,-2-22-9063 0 0,0 9 4654 0 0,0 9 2675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2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1 456 0 0,'-3'0'591'0'0,"-1"0"-1"0"0,1 0 1 0 0,-1 1-1 0 0,1-1 1 0 0,-1 1 0 0 0,1 0-1 0 0,-1 0 1 0 0,1 0-1 0 0,0 1 1 0 0,-1-1 0 0 0,1 1-1 0 0,0 0 1 0 0,0 0-1 0 0,0 0 1 0 0,1 0-1 0 0,-5 3 1 0 0,4-1-92 0 0,0-1-1 0 0,1 0 1 0 0,-1 1-1 0 0,1 0 1 0 0,-1 0-1 0 0,1 0 1 0 0,0 0 0 0 0,1 0-1 0 0,-1 0 1 0 0,1 0-1 0 0,0 0 1 0 0,-1 5-1 0 0,1-5-319 0 0,0 0 0 0 0,1 1 0 0 0,-1-1 0 0 0,1 0 0 0 0,0 0 0 0 0,1 0 0 0 0,-1 1 0 0 0,1-1 0 0 0,-1 0 0 0 0,1 0 0 0 0,1 0-1 0 0,-1 0 1 0 0,0 0 0 0 0,1 0 0 0 0,0-1 0 0 0,0 1 0 0 0,0 0 0 0 0,0-1 0 0 0,1 1 0 0 0,-1-1 0 0 0,1 0 0 0 0,0 0 0 0 0,0 0 0 0 0,0 0-1 0 0,0 0 1 0 0,1-1 0 0 0,-1 0 0 0 0,6 3 0 0 0,-8-4-147 0 0,1 0 1 0 0,-1-1-1 0 0,1 1 0 0 0,-1 0 1 0 0,1-1-1 0 0,-1 0 0 0 0,1 1 1 0 0,0-1-1 0 0,-1 0 0 0 0,1 0 1 0 0,0 0-1 0 0,-1 0 0 0 0,1 0 1 0 0,0 0-1 0 0,-1 0 0 0 0,1-1 1 0 0,0 1-1 0 0,-1 0 0 0 0,1-1 1 0 0,-1 0-1 0 0,1 1 0 0 0,2-2 1 0 0,-2 0-1 0 0,0 0 0 0 0,-1 1 0 0 0,1-1-1 0 0,0 0 1 0 0,-1 0 0 0 0,1 0 0 0 0,-1-1 0 0 0,1 1 0 0 0,-1 0 0 0 0,0 0 0 0 0,0-1 0 0 0,0 1-1 0 0,1-4 1 0 0,-1 0-4 0 0,0 1-1 0 0,0 0 1 0 0,0 0-1 0 0,0-1 1 0 0,-1 1-1 0 0,0-1 1 0 0,0 1-1 0 0,-1 0 1 0 0,1-1-1 0 0,-1 1 1 0 0,0 0-1 0 0,-1-1 1 0 0,-3-8-1 0 0,3 11-102 0 0,1 0-1 0 0,-1 1 1 0 0,0-1 0 0 0,0 1-1 0 0,-1-1 1 0 0,1 1 0 0 0,-1 0-1 0 0,1 0 1 0 0,-1 0 0 0 0,1 0-1 0 0,-1 0 1 0 0,0 1 0 0 0,0-1-1 0 0,0 1 1 0 0,0 0 0 0 0,0-1 0 0 0,0 1-1 0 0,-1 1 1 0 0,1-1 0 0 0,0 0-1 0 0,0 1 1 0 0,-1 0 0 0 0,1 0-1 0 0,0 0 1 0 0,-1 0 0 0 0,1 0-1 0 0,0 1 1 0 0,0-1 0 0 0,-1 1-1 0 0,-4 2 1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3 2761 0 0,'-4'-1'248'0'0,"1"-1"-248"0"0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3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38 7834 0 0,'0'-9'933'0'0,"5"-19"9955"0"0,-6 45-8821 0 0,-21 131-258 0 0,-5 47-1823 0 0,27-195 5 0 0,-1 22-102 0 0,0-22 73 0 0,1 1-1 0 0,0-1 1 0 0,0 1-1 0 0,0-1 1 0 0,0 1 0 0 0,0-1-1 0 0,0 1 1 0 0,0-1-1 0 0,0 1 1 0 0,0-1-1 0 0,0 1 1 0 0,0-1 0 0 0,0 1-1 0 0,0-1 1 0 0,0 1-1 0 0,1-1 1 0 0,-1 1 0 0 0,0-1-1 0 0,0 1 1 0 0,0-1-1 0 0,1 1 1 0 0,-1-1-1 0 0,0 1 1 0 0,1-1 0 0 0,-1 1-1 0 0,0-1 1 0 0,1 0-1 0 0,-1 1 1 0 0,1-1 0 0 0,0 1-1 0 0,0-3-610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22 105 6913 0 0,'-5'-54'1613'0'0,"3"46"152"0"0,0 0-1 0 0,0 0 1 0 0,-1 0-1 0 0,-4-10 1 0 0,18 25 2099 0 0,28 19-2486 0 0,28 30-877 0 0,-2 2 0 0 0,63 74-1 0 0,-116-121-753 0 0,-10-9-50 0 0,1 0 0 0 0,0 0 0 0 0,-1 1 0 0 0,1-1 0 0 0,-1 1 0 0 0,0 0 0 0 0,0-1 0 0 0,0 1 0 0 0,2 5 0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64 5985 0 0,'-25'7'429'0'0,"-8"-2"11028"0"0,51-21-9797 0 0,-9 9-1011 0 0,-1 1-383 0 0,3-3-486 0 0,2 0 1 0 0,-1 0 0 0 0,24-11-1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4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5065 0 0,'3'12'7522'0'0,"12"19"-3208"0"0,-11-22-2878 0 0,28 53 1995 0 0,-21-41-3326 0 0,0-1 0 0 0,-1 2-1 0 0,-2 0 1 0 0,0 0 0 0 0,-1 0-1 0 0,4 27 1 0 0,-3 13-3957 0 0,-8-57 2279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4.7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4 110 6913 0 0,'0'0'22'0'0,"0"0"-1"0"0,-1 0 0 0 0,1 0 1 0 0,0 0-1 0 0,0 0 0 0 0,0 0 0 0 0,0 0 1 0 0,-1 0-1 0 0,1 0 0 0 0,0 0 1 0 0,0 0-1 0 0,0 0 0 0 0,0 0 0 0 0,0-1 1 0 0,-1 1-1 0 0,1 0 0 0 0,0 0 1 0 0,0 0-1 0 0,0 0 0 0 0,0 0 0 0 0,0-1 1 0 0,0 1-1 0 0,0 0 0 0 0,0 0 0 0 0,-1 0 1 0 0,1 0-1 0 0,0 0 0 0 0,0-1 1 0 0,0 1-1 0 0,0 0 0 0 0,0 0 0 0 0,0 0 1 0 0,0-1-1 0 0,0 1 0 0 0,0 0 1 0 0,0 0-1 0 0,0 0 0 0 0,0 0 0 0 0,0-1 1 0 0,0 1-1 0 0,1 0 0 0 0,-1 0 1 0 0,0 0-1 0 0,0 0 0 0 0,0-1 0 0 0,0 1 1 0 0,0 0-1 0 0,0 0 0 0 0,0 0 0 0 0,8-16 625 0 0,13-12 592 0 0,-21 28-1173 0 0,4-6 513 0 0,1 0 1 0 0,1 0-1 0 0,-1 1 0 0 0,1 0 0 0 0,0 0 0 0 0,0 0 1 0 0,0 0-1 0 0,1 1 0 0 0,9-5 0 0 0,-14 9-453 0 0,0-1-1 0 0,0 0 0 0 0,0 1 1 0 0,0-1-1 0 0,0 1 1 0 0,1-1-1 0 0,-1 1 0 0 0,0 0 1 0 0,0 0-1 0 0,0 0 1 0 0,0 0-1 0 0,1 1 0 0 0,-1-1 1 0 0,0 0-1 0 0,0 1 0 0 0,0 0 1 0 0,0-1-1 0 0,0 1 1 0 0,0 0-1 0 0,0 0 0 0 0,0 0 1 0 0,0 0-1 0 0,-1 0 1 0 0,1 1-1 0 0,0-1 0 0 0,-1 1 1 0 0,1-1-1 0 0,-1 1 1 0 0,1-1-1 0 0,-1 1 0 0 0,0 0 1 0 0,0 0-1 0 0,1 0 0 0 0,-1-1 1 0 0,-1 1-1 0 0,1 0 1 0 0,1 4-1 0 0,2 4-574 0 0,-1 0 1 0 0,0 0-1 0 0,-1 0 0 0 0,2 15 1 0 0,7 27-2144 0 0,-10-51 2605 0 0,-1-1 1 0 0,1 1-1 0 0,-1-1 0 0 0,0 1 1 0 0,1-1-1 0 0,-1 0 1 0 0,1 1-1 0 0,-1-1 0 0 0,1 0 1 0 0,-1 1-1 0 0,1-1 0 0 0,-1 0 1 0 0,1 1-1 0 0,-1-1 0 0 0,1 0 1 0 0,0 0-1 0 0,-1 0 0 0 0,1 0 1 0 0,-1 0-1 0 0,1 1 1 0 0,0-1-1 0 0,-1 0 0 0 0,1 0 1 0 0,-1 0-1 0 0,2-1 0 0 0,22-1 648 0 0,-2 1-337 0 0,-18 1-314 0 0,0 1 0 0 0,0 0 0 0 0,0 0-1 0 0,1 0 1 0 0,-1 1 0 0 0,0-1 0 0 0,-1 1-1 0 0,1 0 1 0 0,0 0 0 0 0,0 0 0 0 0,-1 0-1 0 0,1 1 1 0 0,-1 0 0 0 0,0-1 0 0 0,0 1-1 0 0,0 1 1 0 0,0-1 0 0 0,4 5 0 0 0,-5-3 159 0 0,1 1 1 0 0,-1-1-1 0 0,0 0 1 0 0,0 1-1 0 0,0-1 1 0 0,-1 1-1 0 0,0 0 1 0 0,0 0-1 0 0,0-1 1 0 0,-1 1-1 0 0,0 0 1 0 0,0 8-1 0 0,-1-4 101 0 0,-1 0 0 0 0,1 1-1 0 0,-2-1 1 0 0,1 0 0 0 0,-2 0 0 0 0,1 0-1 0 0,-1 0 1 0 0,-1-1 0 0 0,0 1 0 0 0,0-1-1 0 0,-1 0 1 0 0,0-1 0 0 0,0 0 0 0 0,-13 14-1 0 0,17-21-280 0 0,0 1-1 0 0,0-1 0 0 0,0 1 1 0 0,0-1-1 0 0,0 0 0 0 0,0 0 1 0 0,0 0-1 0 0,-1 0 0 0 0,1 0 1 0 0,0 0-1 0 0,0-1 0 0 0,-1 1 1 0 0,1-1-1 0 0,-1 1 0 0 0,1-1 1 0 0,0 0-1 0 0,-5-1 0 0 0,-2-2-392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7 6449 0 0,'-3'-7'14339'0'0,"9"17"-13951"0"0,0 0-1 0 0,-1 0 1 0 0,0 0-1 0 0,-1 1 0 0 0,0-1 1 0 0,-1 1-1 0 0,4 17 1 0 0,6 83-35 0 0,-8-61-41 0 0,-1 7-360 0 0,-2-26 225 0 0,6 38-1 0 0,-6-61-355 0 0,0 0-1 0 0,0 0 0 0 0,0 0 0 0 0,1 0 0 0 0,1 0 0 0 0,-1-1 0 0 0,1 1 0 0 0,0-1 0 0 0,8 9 1 0 0,-1-3-452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 3209 0 0,'-3'18'13346'0'0,"5"10"-9118"0"0,0-11-3789 0 0,-1 9-364 0 0,1-1-1 0 0,0 0 1 0 0,2 0 0 0 0,1 0 0 0 0,1-1 0 0 0,2 1-1 0 0,0-2 1 0 0,1 1 0 0 0,1-1 0 0 0,25 40 0 0 0,-11-30-3812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0 10594 0 0,'-6'5'6634'0'0,"-6"3"-4543"0"0,7-5-1950 0 0,-2 3-24 0 0,-1 1-1 0 0,1 0 1 0 0,1 0-1 0 0,-1 0 1 0 0,1 1-1 0 0,0 0 1 0 0,1 0-1 0 0,-7 13 1 0 0,2 0-119 0 0,1 1 0 0 0,-9 29 0 0 0,17-47 28 0 0,0 0 1 0 0,-1 0-1 0 0,2 0 0 0 0,-1 1 0 0 0,1-1 0 0 0,-1 0 1 0 0,1 0-1 0 0,0 1 0 0 0,0-1 0 0 0,1 0 1 0 0,0 0-1 0 0,-1 1 0 0 0,3 3 0 0 0,-2-6 32 0 0,0 0-1 0 0,0 0 1 0 0,0 0-1 0 0,0 0 0 0 0,1 0 1 0 0,-1-1-1 0 0,1 1 1 0 0,-1 0-1 0 0,1-1 1 0 0,0 1-1 0 0,-1-1 0 0 0,1 0 1 0 0,0 0-1 0 0,0 1 1 0 0,0-1-1 0 0,0 0 0 0 0,0 0 1 0 0,0-1-1 0 0,0 1 1 0 0,1 0-1 0 0,-1-1 1 0 0,0 0-1 0 0,0 1 0 0 0,0-1 1 0 0,1 0-1 0 0,1 0 1 0 0,8 0 69 0 0,-1 0-1 0 0,1-1 1 0 0,0-1 0 0 0,-1 0 0 0 0,0 0 0 0 0,20-8 0 0 0,65-32-199 0 0,-22 9-1655 0 0,-62 28 653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8.4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28 178 7834 0 0,'-22'-7'14914'0'0,"19"9"-14609"0"0,0 6-978 0 0,3-8 660 0 0,0 0 0 0 0,0 0 0 0 0,0 0 0 0 0,0-1 1 0 0,1 1-1 0 0,-1 0 0 0 0,0 0 0 0 0,0 0 0 0 0,0 0 0 0 0,0 0 0 0 0,0 0 0 0 0,0 0 0 0 0,0 0 0 0 0,0 0 0 0 0,0 0 1 0 0,0 0-1 0 0,0 0 0 0 0,0 0 0 0 0,0 0 0 0 0,1 0 0 0 0,-1 0 0 0 0,0 0 0 0 0,0 0 0 0 0,0 0 0 0 0,0 0 0 0 0,0 0 1 0 0,0 0-1 0 0,0 0 0 0 0,0 0 0 0 0,0 0 0 0 0,0 0 0 0 0,0 0 0 0 0,1 0 0 0 0,-1 0 0 0 0,0 0 0 0 0,0 0 0 0 0,0 0 1 0 0,0 0-1 0 0,0 0 0 0 0,0 0 0 0 0,0 0 0 0 0,0 0 0 0 0,0 0 0 0 0,0 0 0 0 0,0 0 0 0 0,0 0 0 0 0,0 0 0 0 0,1 0 1 0 0,-1 1-1 0 0,0-1 0 0 0,0 0 0 0 0,0 0 0 0 0,0 0 0 0 0,0 0 0 0 0,0 0 0 0 0,0 0 0 0 0,0 0 0 0 0,6-8 0 0 0,-1 2-97 0 0,0-1-1 0 0,-1 0 1 0 0,0 1-1 0 0,7-15 1 0 0,-10 18-56 0 0,0 0 1 0 0,0 0 0 0 0,1 1-1 0 0,-1-1 1 0 0,1 1-1 0 0,0 0 1 0 0,0-1-1 0 0,0 1 1 0 0,2-2 0 0 0,-2 3 260 0 0,0-1 0 0 0,-1 1 0 0 0,1-1 0 0 0,-1 0 1 0 0,1 0-1 0 0,-1 0 0 0 0,0 1 0 0 0,0-1 0 0 0,0 0 1 0 0,0-1-1 0 0,0 1 0 0 0,0 0 0 0 0,0 0 1 0 0,-1 0-1 0 0,1 0 0 0 0,-1-1 0 0 0,0 1 0 0 0,1-3 1 0 0,-1 4-65 0 0,0 0 0 0 0,1 0 0 0 0,-1 0 0 0 0,1 0 0 0 0,-1 0 0 0 0,1 0 0 0 0,0 0 1 0 0,-1 0-1 0 0,1 0 0 0 0,0 0 0 0 0,0 0 0 0 0,0 0 0 0 0,0 1 0 0 0,0-1 1 0 0,-1 0-1 0 0,1 0 0 0 0,0 1 0 0 0,1-1 0 0 0,-1 1 0 0 0,0-1 0 0 0,0 1 0 0 0,0 0 1 0 0,0-1-1 0 0,0 1 0 0 0,2 0 183 0 0,0-3-138 0 0,0 0-68 0 0,1-1 66 0 0,0 1 0 0 0,0-1 0 0 0,0 0 0 0 0,-1 0-1 0 0,0 0 1 0 0,4-7 0 0 0,-11 22 60 0 0,0 0 0 0 0,1 0-1 0 0,0 1 1 0 0,1-1 0 0 0,0 1-1 0 0,0 13 1 0 0,-1 81 12 0 0,3-91-12 0 0,0 11-422 0 0,1 49 555 0 0,0-68-214 0 0,0-1 0 0 0,0 1 0 0 0,0 0 1 0 0,1-1-1 0 0,0 1 0 0 0,0-1 0 0 0,1 0 1 0 0,4 9-1 0 0,-5-13-49 0 0,-1 0 0 0 0,1 0 0 0 0,0 0 0 0 0,0 0 0 0 0,0 0 0 0 0,0-1 0 0 0,0 1 0 0 0,0-1 0 0 0,1 1 0 0 0,-1-1 0 0 0,0 0 0 0 0,1 0 0 0 0,-1 0 0 0 0,1 0 0 0 0,-1-1 0 0 0,1 1 1 0 0,-1-1-1 0 0,1 1 0 0 0,0-1 0 0 0,-1 0 0 0 0,1 0 0 0 0,-1 0 0 0 0,1 0 0 0 0,0-1 0 0 0,-1 1 0 0 0,1-1 0 0 0,-1 0 0 0 0,5-1 0 0 0,9-3-33 0 0,0-2-1 0 0,0 1 1 0 0,20-13 0 0 0,-16 8-164 0 0,90-38-1961 0 0,-34 17-2531 0 0,-19-2 78 0 0,-44 25 3440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8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0 2304 0 0,'-5'2'276'0'0,"-2"1"1088"0"0,0-1 1 0 0,0 1-1 0 0,0 1 0 0 0,0-1 0 0 0,1 1 0 0 0,-7 6 0 0 0,11-9-959 0 0,1 1 1 0 0,-1 0-1 0 0,1 0 0 0 0,-1 0 0 0 0,1 0 0 0 0,0 0 0 0 0,0 0 0 0 0,0 0 0 0 0,0 0 0 0 0,0 1 0 0 0,0-1 0 0 0,1 0 0 0 0,-1 1 1 0 0,1-1-1 0 0,-1 0 0 0 0,1 1 0 0 0,0-1 0 0 0,0 1 0 0 0,0-1 0 0 0,0 0 0 0 0,1 1 0 0 0,-1-1 0 0 0,1 3 0 0 0,55 265 2973 0 0,-53-255-3587 0 0,8 38 62 0 0,-10-49-112 0 0,0-1 0 0 0,0 1 0 0 0,1-1 0 0 0,0 0 0 0 0,0 1 1 0 0,0-1-1 0 0,0 0 0 0 0,0 0 0 0 0,0 0 0 0 0,1 0 0 0 0,4 4 0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9.0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6913 0 0,'2'17'11384'0'0,"-1"-16"-10947"0"0,14 27 1815 0 0,-15-28-2255 0 0,11 23 887 0 0,-1 1-1 0 0,-1 1 1 0 0,11 45-1 0 0,11 35-1125 0 0,-26-94-673 0 0,-1-1 1 0 0,1 0-1 0 0,1 0 0 0 0,0 0 0 0 0,0-1 0 0 0,1 0 1 0 0,10 12-1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9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201 24 9218 0 0,'0'-1'215'0'0,"0"0"0"0"0,0 0 0 0 0,1 0 0 0 0,-1 0 1 0 0,0 0-1 0 0,0 0 0 0 0,0 0 0 0 0,-1 0 0 0 0,1 0 0 0 0,0 0 0 0 0,0 0 0 0 0,0 0 1 0 0,-1 0-1 0 0,1 0 0 0 0,0 0 0 0 0,-1 0 0 0 0,1 1 0 0 0,-1-1 0 0 0,1 0 0 0 0,-1 0 1 0 0,0 0-1 0 0,1 1 0 0 0,-2-2 0 0 0,1 2-60 0 0,0 0-1 0 0,1 0 1 0 0,-1 0 0 0 0,0 1-1 0 0,0-1 1 0 0,0 0 0 0 0,0 0 0 0 0,1 1-1 0 0,-1-1 1 0 0,0 1 0 0 0,0-1-1 0 0,1 1 1 0 0,-1-1 0 0 0,0 1-1 0 0,1-1 1 0 0,-1 1 0 0 0,1-1-1 0 0,-1 1 1 0 0,1 0 0 0 0,-2 0-1 0 0,-27 43 1397 0 0,-113 195 1122 0 0,141-238-2672 0 0,1-1 0 0 0,-1 1 0 0 0,1 0 0 0 0,-1 0 0 0 0,0 0 0 0 0,1 0 0 0 0,0 0 0 0 0,-1 0 0 0 0,1-1 0 0 0,0 1 0 0 0,-1 0 0 0 0,1 0 0 0 0,0 0 0 0 0,0 0 0 0 0,0 0 1 0 0,0 0-1 0 0,0 0 0 0 0,0 0 0 0 0,0 2 0 0 0,0-3 6 0 0,1 1 1 0 0,-1-1 0 0 0,1 0 0 0 0,-1 1-1 0 0,1-1 1 0 0,-1 0 0 0 0,1 0-1 0 0,-1 1 1 0 0,1-1 0 0 0,-1 0-1 0 0,1 0 1 0 0,-1 0 0 0 0,1 1 0 0 0,-1-1-1 0 0,1 0 1 0 0,-1 0 0 0 0,1 0-1 0 0,0 0 1 0 0,-1 0 0 0 0,1 0-1 0 0,-1 0 1 0 0,1 0 0 0 0,-1-1 0 0 0,2 1-1 0 0,46-16 561 0 0,-34 11-392 0 0,0 1-64 0 0,1 1-1 0 0,0 1 1 0 0,0 0 0 0 0,0 1-1 0 0,0 1 1 0 0,18 1 0 0 0,39-1 32 0 0,4-1-2179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1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76 1376 0 0,'11'-49'19290'0'0,"-6"51"-18703"0"0,4-1-410 0 0,1 0 1 0 0,0 0 0 0 0,-1 0-1 0 0,1-2 1 0 0,0 1 0 0 0,-1-1-1 0 0,1 0 1 0 0,0-1 0 0 0,-1 0 0 0 0,18-7-1 0 0,-17 6-118 0 0,0-1-1 0 0,1 2 1 0 0,-1-1-1 0 0,1 1 1 0 0,0 1-1 0 0,0 0 1 0 0,0 1-1 0 0,0 0 1 0 0,-1 0-1 0 0,19 4 0 0 0,-26-3-70 0 0,-1 1 0 0 0,1 0 0 0 0,-1-1 0 0 0,1 1 0 0 0,-1 0 0 0 0,0 0 0 0 0,1 0 0 0 0,-1 0 0 0 0,0 0 0 0 0,-1 1 0 0 0,1-1 0 0 0,0 1 0 0 0,-1-1 0 0 0,1 1 0 0 0,-1 0 0 0 0,0-1 0 0 0,1 1 0 0 0,0 5 0 0 0,7 12-2851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1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23 968 0 0,'19'-9'5132'0'0,"3"-3"3070"0"0,-13 11-6365 0 0,0 1 1 0 0,0 0 0 0 0,15 2 0 0 0,54 13-206 0 0,-71-13-1709 0 0,-1 0 1 0 0,0 1-1 0 0,0 0 1 0 0,0 0-1 0 0,0 1 1 0 0,8 6-1 0 0,17 9-4621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2.3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51 1376 0 0,'-4'-1'196'0'0,"1"1"0"0"0,-1-1 0 0 0,0 0 0 0 0,1 1-1 0 0,-1-2 1 0 0,1 1 0 0 0,0 0 0 0 0,-1-1 0 0 0,1 1-1 0 0,0-1 1 0 0,0 0 0 0 0,0 0 0 0 0,0-1 0 0 0,0 1 0 0 0,-2-3-1 0 0,1 1 862 0 0,0 1 0 0 0,-1 0 0 0 0,1 0-1 0 0,-1 0 1 0 0,1 0 0 0 0,-9-3 0 0 0,11 6-726 0 0,1 0 0 0 0,-1 0 1 0 0,1 0-1 0 0,-1 1 1 0 0,1-1-1 0 0,-1 0 1 0 0,1 1-1 0 0,-1-1 0 0 0,1 1 1 0 0,-1-1-1 0 0,1 1 1 0 0,0 0-1 0 0,-1-1 1 0 0,1 1-1 0 0,0 0 0 0 0,0 0 1 0 0,-1 0-1 0 0,1 0 1 0 0,0 0-1 0 0,0 0 1 0 0,0 0-1 0 0,0 1 0 0 0,1-1 1 0 0,-1 0-1 0 0,0 1 1 0 0,0 0-1 0 0,-6 7 1627 0 0,7-9-1879 0 0,-3 3-18 0 0,-9 6 201 0 0,-1-1 0 0 0,-21 11-1 0 0,60-2 131 0 0,-10-6-360 0 0,-1 0 0 0 0,18 17 0 0 0,7 6 11 0 0,-14-18-43 0 0,0-1 0 0 0,1 0 0 0 0,0-3 0 0 0,57 20 0 0 0,-23-10-14 0 0,-47-16-26 0 0,-1 1 1 0 0,0 1-1 0 0,0 0 1 0 0,0 1 0 0 0,-1 0-1 0 0,0 1 1 0 0,19 21 0 0 0,-19-21-48 0 0,4 4 534 0 0,-16-14-449 0 0,1 1-1 0 0,-1 0 1 0 0,0 0-1 0 0,0 0 1 0 0,0-1 0 0 0,0 1-1 0 0,0 0 1 0 0,-1 0-1 0 0,1-1 1 0 0,0 1 0 0 0,0 0-1 0 0,0 0 1 0 0,-1 0-1 0 0,1-1 1 0 0,0 1 0 0 0,-1 0-1 0 0,1-1 1 0 0,-1 1-1 0 0,1 0 1 0 0,-1-1-1 0 0,1 1 1 0 0,-1-1 0 0 0,1 1-1 0 0,-1-1 1 0 0,0 1-1 0 0,1-1 1 0 0,-1 1 0 0 0,0-1-1 0 0,0 1 1 0 0,-142 127 586 0 0,41-33-207 0 0,68-62-254 0 0,1 1 0 0 0,-34 47 0 0 0,64-78-121 0 0,-3 4 46 0 0,7-10 207 0 0,0-3-2576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21.952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156 161 5057 0 0,'-1'-7'85'0'0,"1"0"1"0"0,1 0-1 0 0,-1 0 0 0 0,1 0 1 0 0,0 0-1 0 0,4-12 0 0 0,-4 15-88 0 0,1-1-1 0 0,-1 1 1 0 0,0-1-1 0 0,0 0 1 0 0,0 0-1 0 0,-1 1 0 0 0,0-1 1 0 0,0 0-1 0 0,0 0 1 0 0,0 0-1 0 0,-1 1 1 0 0,0-1-1 0 0,0 0 1 0 0,-2-7-1 0 0,2 11 1 0 0,1 0 0 0 0,-1 1 0 0 0,1-1 0 0 0,-1 0 0 0 0,1 1 0 0 0,-1-1 0 0 0,1 0 0 0 0,-1 1 0 0 0,1-1 0 0 0,-1 1 0 0 0,0-1 0 0 0,0 1 0 0 0,1-1 0 0 0,-1 1 0 0 0,0 0 0 0 0,0-1 0 0 0,1 1 0 0 0,-1 0 0 0 0,0 0-1 0 0,0-1 1 0 0,0 1 0 0 0,0 0 0 0 0,1 0 0 0 0,-1 0 0 0 0,0 0 0 0 0,0 0 0 0 0,0 0 0 0 0,0 0 0 0 0,1 0 0 0 0,-1 0 0 0 0,0 1 0 0 0,0-1 0 0 0,0 0 0 0 0,-1 1 0 0 0,1 0 58 0 0,0-1 0 0 0,0 0-1 0 0,-1 1 1 0 0,1-1 0 0 0,0 0 0 0 0,0 0 0 0 0,0 0 0 0 0,-1 0-1 0 0,1 0 1 0 0,0 0 0 0 0,0 0 0 0 0,0-1 0 0 0,0 1 0 0 0,-2-1-1 0 0,-1-11-584 0 0,-58 31 8931 0 0,62-17-8245 0 0,-1-1 0 0 0,1 0-1 0 0,-1 2 1 0 0,-1 5 878 0 0,0 0 1 0 0,-1 0-1 0 0,-1 0 0 0 0,-6 12 0 0 0,7-15-870 0 0,0 1 0 0 0,0 0 0 0 0,1 0 0 0 0,-1 0-1 0 0,1 0 1 0 0,0 0 0 0 0,1 0 0 0 0,0 0 0 0 0,-1 11 0 0 0,-2 61 499 0 0,2-46-375 0 0,2 53 1 0 0,2-72-276 0 0,1 0-1 0 0,0-1 1 0 0,1 1 0 0 0,7 14 0 0 0,7 28 62 0 0,-15-46-57 0 0,-1 2 0 0 0,0-1 0 0 0,-1 0 1 0 0,0 0-1 0 0,0 1 0 0 0,-1-1 1 0 0,-1 0-1 0 0,1 1 0 0 0,-2-1 0 0 0,1 0 1 0 0,-2 0-1 0 0,1 0 0 0 0,-7 15 1 0 0,3-8 43 0 0,1 1 0 0 0,0 0 0 0 0,1 1 0 0 0,-2 30 1 0 0,2 76-72 0 0,4-107 16 0 0,8 121-7 0 0,0-72 0 0 0,-6-54 0 0 0,0-1 0 0 0,-1 1 0 0 0,0-1 0 0 0,-1 1 0 0 0,-1 18 0 0 0,-6 34 16 0 0,4-1 1 0 0,6 92-1 0 0,1-25-1 0 0,-3-115-15 0 0,0 0 0 0 0,7 26 0 0 0,-5-30 0 0 0,-1 0 0 0 0,0 0 0 0 0,-1 0 0 0 0,0 0 0 0 0,-1 1 0 0 0,-1 13 0 0 0,-1-13 0 0 0,2 0 0 0 0,0 0 0 0 0,0 0 0 0 0,1 0 0 0 0,1-1 0 0 0,3 18 0 0 0,-1 28 0 0 0,-4-48 0 0 0,0 0 0 0 0,1 0 0 0 0,0 1 0 0 0,4 18 0 0 0,-3-20 65 0 0,-1-1 0 0 0,0 1 0 0 0,0-1 0 0 0,-1 1 0 0 0,0 0 0 0 0,0-1 0 0 0,-3 12 0 0 0,2-11 17 0 0,0 1-1 0 0,1-1 1 0 0,0 1 0 0 0,2 18-1 0 0,-2-28-86 0 0,0 1 0 0 0,0-1-1 0 0,0 0 1 0 0,0 0 0 0 0,0 0-1 0 0,0 0 1 0 0,0 0 0 0 0,0 1-1 0 0,0-1 1 0 0,0 0 0 0 0,0 0-1 0 0,0 0 1 0 0,1 0 0 0 0,-1 0-1 0 0,0 1 1 0 0,0-1 0 0 0,0 0-1 0 0,0 0 1 0 0,0 0-1 0 0,0 0 1 0 0,0 0 0 0 0,1 0-1 0 0,-1 0 1 0 0,0 0 0 0 0,0 1-1 0 0,0-1 1 0 0,0 0 0 0 0,0 0-1 0 0,1 0 1 0 0,-1 0 0 0 0,0 0-1 0 0,0 0 1 0 0,0 0 0 0 0,0 0-1 0 0,0 0 1 0 0,1 0 0 0 0,-1 0-1 0 0,0 0 1 0 0,0 0 0 0 0,0 0-1 0 0,0 0 1 0 0,1 0 0 0 0,-1 0-1 0 0,0 0 1 0 0,0 0 0 0 0,10-7-570 0 0,6-12-588 0 0,-15 18 1104 0 0,27-27-3512 0 0,-22 23 3004 0 0,-1 0 1 0 0,0 1-1 0 0,0-1 1 0 0,0-1 0 0 0,-1 1-1 0 0,0-1 1 0 0,6-9-1 0 0,-8 1 550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24.750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585 469 6913 0 0,'-51'13'532'0'0,"0"-2"-1"0"0,-60 4 0 0 0,87-17 1104 0 0,41-1-1148 0 0,609-68 4080 0 0,308-61-3090 0 0,-430 34-1316 0 0,-81 13-141 0 0,107 5 84 0 0,8 44-80 0 0,-459 35 0 0 0,-1 4-1 0 0,1 3 1 0 0,-1 4-1 0 0,137 34 1 0 0,-209-42-24 0 0,-3-1 0 0 0,1-1 0 0 0,-1 1 0 0 0,0 0 0 0 0,0 0 0 0 0,1 1 0 0 0,-1-1 0 0 0,0 1 0 0 0,0 0 0 0 0,-1-1 0 0 0,1 1 0 0 0,0 0 0 0 0,2 3 0 0 0,-5-4 2 0 0,0-1 0 0 0,0 0 0 0 0,0 1 0 0 0,0-1 1 0 0,0 1-1 0 0,0-1 0 0 0,0 1 0 0 0,0-1 0 0 0,0 0 0 0 0,0 1 1 0 0,-1-1-1 0 0,1 1 0 0 0,0-1 0 0 0,0 0 0 0 0,0 1 0 0 0,-1-1 1 0 0,1 0-1 0 0,0 1 0 0 0,0-1 0 0 0,-1 0 0 0 0,1 1 1 0 0,0-1-1 0 0,-1 0 0 0 0,1 1 0 0 0,0-1 0 0 0,-1 0 0 0 0,1 0 1 0 0,-1 0-1 0 0,1 1 0 0 0,0-1 0 0 0,-1 0 0 0 0,0 0 1 0 0,-17 8 72 0 0,15-7-45 0 0,-43 12 258 0 0,-1-1-1 0 0,0-3 1 0 0,-85 7-1 0 0,40-6-265 0 0,-259 36-733 0 0,-683 73-1 0 0,599-93 966 0 0,-154 14 35 0 0,-227 105-929 0 0,511-82 371 0 0,136-32 205 0 0,-175 41 288 0 0,336-70-176 0 0,-25 9 242 0 0,32-11-285 0 0,0 0 0 0 0,0 1 1 0 0,0-1-1 0 0,0 1 0 0 0,0-1 1 0 0,0 1-1 0 0,0-1 1 0 0,0 1-1 0 0,0 0 0 0 0,0 0 1 0 0,0-1-1 0 0,0 1 0 0 0,0 0 1 0 0,1 0-1 0 0,-1 0 0 0 0,0 0 1 0 0,1 0-1 0 0,-1 0 1 0 0,1 0-1 0 0,-1 0 0 0 0,1 0 1 0 0,-1 0-1 0 0,1 2 0 0 0,0-2-15 0 0,0-1-1 0 0,1 1 0 0 0,-1 0 1 0 0,0 0-1 0 0,1 0 0 0 0,-1-1 0 0 0,1 1 1 0 0,-1 0-1 0 0,1-1 0 0 0,-1 1 1 0 0,1 0-1 0 0,0-1 0 0 0,-1 1 1 0 0,1-1-1 0 0,0 1 0 0 0,0-1 0 0 0,-1 1 1 0 0,1-1-1 0 0,0 1 0 0 0,0-1 1 0 0,1 1-1 0 0,22 7-413 0 0,-20-7 345 0 0,59 14-440 0 0,-1-3 0 0 0,127 7 0 0 0,-134-15 435 0 0,785 26 1211 0 0,3-46 471 0 0,-584 9-1425 0 0,950-69 810 0 0,-977 57-679 0 0,305 13 0 0 0,-535 7-303 0 0,2-1 16 0 0,-1 0-1 0 0,1 0 1 0 0,-1 0-1 0 0,1 1 1 0 0,0 0-1 0 0,-1 0 1 0 0,1 0-1 0 0,5 3 1 0 0,-10-2 83 0 0,-8 0-53 0 0,-12-1-24 0 0,-138-25 869 0 0,11 2-780 0 0,-94 6 23 0 0,-398 24 0 0 0,-241 78 392 0 0,718-67-319 0 0,-457 67-30 0 0,487-62-129 0 0,-295 66-126 0 0,391-80 33 0 0,-237 73-741 0 0,219-63 418 0 0,1 2 0 0 0,-96 56 1 0 0,134-68 325 0 0,-35 23-68 0 0,47-30 106 0 0,1 0 1 0 0,0 0 0 0 0,0 0-1 0 0,0 0 1 0 0,0 0-1 0 0,0 1 1 0 0,1-1 0 0 0,-1 1-1 0 0,1-1 1 0 0,0 1-1 0 0,-2 5 1 0 0,4-7 14 0 0,-1-1-1 0 0,1 1 1 0 0,0-1-1 0 0,-1 1 1 0 0,1-1 0 0 0,0 1-1 0 0,0 0 1 0 0,0-1 0 0 0,0 1-1 0 0,1-1 1 0 0,-1 1-1 0 0,0-1 1 0 0,1 1 0 0 0,-1-1-1 0 0,1 1 1 0 0,-1-1-1 0 0,1 1 1 0 0,0-1 0 0 0,-1 0-1 0 0,1 1 1 0 0,1 1 0 0 0,1 0 15 0 0,0 0 0 0 0,0-1 1 0 0,0 1-1 0 0,0 0 0 0 0,0-1 0 0 0,1 0 1 0 0,-1 0-1 0 0,5 2 0 0 0,6 2 67 0 0,1 0 0 0 0,-1-1-1 0 0,21 4 1 0 0,30 1-82 0 0,111 5 0 0 0,-93-10-11 0 0,600-4-1 0 0,1-55 0 0 0,-401 28 0 0 0,1423-62 0 0 0,-1610 86 214 0 0,0 4-1 0 0,170 27 1 0 0,-257-27-108 0 0,-9 1-48 0 0,-15 2-29 0 0,-28 2 80 0 0,-306 10 125 0 0,227-16-202 0 0,-17 2-21 0 0,-616 8 307 0 0,1-45-39 0 0,-133-26-31 0 0,382 59-266 0 0,1 37 236 0 0,458-29-115 0 0,21-3-32 0 0,0-1-1 0 0,-1 0 1 0 0,1-2-1 0 0,-27-2 1 0 0,68 6 276 0 0,-1 0-384 0 0,-1 0 1 0 0,26 4-1 0 0,30-10-1728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9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116 91 1376 0 0,'-5'-23'423'0'0,"-15"-45"20510"0"0,19 84-20664 0 0,-1 0 0 0 0,-1 1 0 0 0,-7 24 0 0 0,4-20-128 0 0,1-1 1 0 0,-2 27-1 0 0,-3 228 142 0 0,-5 51-59 0 0,6-180 237 0 0,9 149 0 0 0,-1-273-317 0 0,0 1 0 0 0,-9 40-1 0 0,7-45-415 0 0,0 0 0 0 0,1 0-1 0 0,0 0 1 0 0,2 0 0 0 0,1 23 0 0 0,0-31-222 0 0,0-2-66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0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10 3225 0 0,'-51'-1'3845'0'0,"43"0"-2694"0"0,-1 0 1 0 0,0 0-1 0 0,0 2 0 0 0,-10 0 1 0 0,15 0-736 0 0,1 0 0 0 0,0 0 0 0 0,0 0 0 0 0,0 0 0 0 0,-1 0 0 0 0,1 1 0 0 0,1-1 0 0 0,-1 1 0 0 0,0 0 1 0 0,0 0-1 0 0,1 0 0 0 0,-1 0 0 0 0,1 0 0 0 0,-1 1 0 0 0,-2 3 0 0 0,5-6-323 0 0,0 0-1 0 0,0 1 1 0 0,-1-1 0 0 0,1 0-1 0 0,0 1 1 0 0,0-1-1 0 0,-1 0 1 0 0,1 1 0 0 0,0-1-1 0 0,0 1 1 0 0,0-1-1 0 0,0 1 1 0 0,-1-1 0 0 0,1 0-1 0 0,0 1 1 0 0,0-1 0 0 0,0 1-1 0 0,0-1 1 0 0,0 1-1 0 0,0-1 1 0 0,0 1 0 0 0,0-1-1 0 0,1 1 1 0 0,-1-1-1 0 0,0 0 1 0 0,0 1 0 0 0,0-1-1 0 0,0 1 1 0 0,1-1-1 0 0,-1 1 1 0 0,14 9 831 0 0,27 2-1055 0 0,-34-11 388 0 0,44 9-149 0 0,1-4-1 0 0,0-1 1 0 0,88-4 0 0 0,-58-1 21 0 0,-75 0-120 0 0,522-4 870 0 0,-469-3-617 0 0,1-2 0 0 0,-1-3 0 0 0,95-31 0 0 0,-147 40-244 0 0,10-2 35 0 0,1 1 0 0 0,35-4 0 0 0,-46 7-56 0 0,1 1 0 0 0,-1 0 0 0 0,1 0 0 0 0,-1 1 0 0 0,1 0 0 0 0,-1 1 0 0 0,0 0 0 0 0,15 5 0 0 0,-23-7-23 0 0,1 0 0 0 0,-1 1 0 0 0,1-1-1 0 0,-1 0 1 0 0,1 1 0 0 0,-1-1 0 0 0,0 0 0 0 0,1 1 0 0 0,-1-1 0 0 0,1 1-1 0 0,-1-1 1 0 0,0 0 0 0 0,0 1 0 0 0,1-1 0 0 0,-1 1 0 0 0,0-1 0 0 0,0 1 0 0 0,1-1-1 0 0,-1 1 1 0 0,0-1 0 0 0,0 1 0 0 0,0 0 0 0 0,0-1 0 0 0,0 1 0 0 0,0-1 0 0 0,0 1-1 0 0,0-1 1 0 0,0 1 0 0 0,0-1 0 0 0,0 1 0 0 0,0-1 0 0 0,0 1 0 0 0,0-1 0 0 0,-1 1-1 0 0,1 0 1 0 0,0-1 0 0 0,-1 1 0 0 0,-12 20-2061 0 0,11-18 1205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0.7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98 5873 0 0,'-18'-7'13341'0'0,"28"0"-12487"0"0,75-32 2824 0 0,-55 27-3597 0 0,2 2-1 0 0,42-9 1 0 0,-73 19-115 0 0,2-1-172 0 0,0 0 0 0 0,0 0 0 0 0,1 1-1 0 0,-1 0 1 0 0,0-1 0 0 0,0 1 0 0 0,1 0 0 0 0,-1 0 0 0 0,0 1 0 0 0,0-1-1 0 0,0 1 1 0 0,1 0 0 0 0,-1-1 0 0 0,5 4 0 0 0,-2 0-1268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1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0 4977 0 0,'-19'7'9474'0'0,"17"-5"-8975"0"0,1-1-80 0 0,0 1 0 0 0,0-1 0 0 0,1 1 0 0 0,-1-1 0 0 0,1 1 0 0 0,-1-1 0 0 0,1 1 0 0 0,-1-1 1 0 0,1 1-1 0 0,0-1 0 0 0,0 1 0 0 0,0 2 0 0 0,1 6 333 0 0,0 0 1 0 0,1 0 0 0 0,5 19-1 0 0,0-3-236 0 0,12 146-220 0 0,19 108-319 0 0,-20-188 23 0 0,5 99 0 0 0,-8 96 0 0 0,-11-188 0 0 0,8 348 64 0 0,-11-437-204 0 0,-2 31 392 0 0,1-40-358 0 0,-1 1 1 0 0,1-1 0 0 0,0 1 0 0 0,0-1 0 0 0,-1 1 0 0 0,1-1 0 0 0,-1 1 0 0 0,1-1-1 0 0,-1 1 1 0 0,1-1 0 0 0,-1 1 0 0 0,0-1 0 0 0,0 0 0 0 0,0 1 0 0 0,0-1 0 0 0,0 0-1 0 0,0 0 1 0 0,0 0 0 0 0,-2 2 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1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25 200 5985 0 0,'-2'0'480'0'0,"0"-1"0"0"0,-1 0-1 0 0,1 0 1 0 0,0 0 0 0 0,0 0 0 0 0,0 0-1 0 0,0 0 1 0 0,0 0 0 0 0,0-1 0 0 0,0 1-1 0 0,0-8 2572 0 0,2 9-2985 0 0,1 0 0 0 0,-1 0 0 0 0,0 0 0 0 0,0 0 0 0 0,0-1 0 0 0,19 1 1758 0 0,139 6 3487 0 0,81-13-4622 0 0,474-21-471 0 0,-49 3-159 0 0,72-68 620 0 0,-692 85-672 0 0,10-2-4 0 0,65-3 0 0 0,-103 13-3 0 0,1 0 0 0 0,-1 0 0 0 0,0 2-1 0 0,1 0 1 0 0,-1 1 0 0 0,0 0 0 0 0,-1 2 0 0 0,24 8 0 0 0,-39-13-12 0 0,1 0 0 0 0,-1 0 0 0 0,1 0 0 0 0,-1 1-1 0 0,0-1 1 0 0,1 0 0 0 0,-1 0 0 0 0,0 0 0 0 0,1 0 0 0 0,-1 0 0 0 0,0 1 0 0 0,1-1 0 0 0,-1 0-1 0 0,0 0 1 0 0,1 0 0 0 0,-1 1 0 0 0,0-1 0 0 0,1 0 0 0 0,-1 1 0 0 0,0-1 0 0 0,0 0 0 0 0,1 0 0 0 0,-1 1-1 0 0,0-1 1 0 0,0 0 0 0 0,0 1 0 0 0,0-1 0 0 0,1 1 0 0 0,-1-1 0 0 0,0 0 0 0 0,0 1 0 0 0,0-1-1 0 0,0 0 1 0 0,0 1 0 0 0,0-1 0 0 0,0 1 0 0 0,0-1 0 0 0,0 0 0 0 0,0 1 0 0 0,0-1 0 0 0,0 1-1 0 0,0-1 1 0 0,-1 0 0 0 0,1 1 0 0 0,0-1 0 0 0,0 0 0 0 0,0 1 0 0 0,0-1 0 0 0,-1 0 0 0 0,1 1-1 0 0,0-1 1 0 0,0 0 0 0 0,-1 1 0 0 0,1-1 0 0 0,0 0 0 0 0,0 0 0 0 0,-1 1 0 0 0,1-1 0 0 0,0 0-1 0 0,-1 0 1 0 0,-23 13-3415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2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34 6625 0 0,'-24'-34'16136'0'0,"22"35"-15848"0"0,2 2-116 0 0,0 0 0 0 0,1 0 0 0 0,-1 0 0 0 0,1 0 0 0 0,-1 0-1 0 0,1 0 1 0 0,0-1 0 0 0,0 1 0 0 0,3 5 0 0 0,1 6 201 0 0,-1 12-13 0 0,-1-1 0 0 0,-1 1 0 0 0,-2 50 0 0 0,-1-47-293 0 0,1 0 0 0 0,7 52 0 0 0,7-14-92 0 0,-7-38-27 0 0,-1 1 0 0 0,3 40 0 0 0,-9-59-129 0 0,0 0 0 0 0,0 0 0 0 0,-1-1 0 0 0,-1 1 0 0 0,0 0 1 0 0,-1 0-1 0 0,1-1 0 0 0,-2 0 0 0 0,0 1 0 0 0,-6 11 0 0 0,-4 3-664 0 0,-14 26-1335 0 0,21-18-5100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2.9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6 1840 0 0,'-2'-3'11748'0'0,"-8"1"-8613"0"0,4 2-3923 0 0,0 1 1143 0 0,0 0 0 0 0,0 1 0 0 0,0 0 0 0 0,0 0 0 0 0,1 0-1 0 0,-1 1 1 0 0,1 0 0 0 0,-1 0 0 0 0,-7 6 0 0 0,4-2-52 0 0,0 0 1 0 0,1 0 0 0 0,0 1-1 0 0,-9 10 1 0 0,17-17-298 0 0,-1 0 0 0 0,0-1 1 0 0,1 1-1 0 0,0-1 0 0 0,-1 1 0 0 0,1 0 1 0 0,-1 0-1 0 0,1-1 0 0 0,0 1 0 0 0,-1 0 1 0 0,1 0-1 0 0,0-1 0 0 0,0 1 1 0 0,0 0-1 0 0,0 0 0 0 0,-1-1 0 0 0,1 1 1 0 0,0 0-1 0 0,0 0 0 0 0,1 0 0 0 0,-1-1 1 0 0,0 1-1 0 0,0 0 0 0 0,0 0 0 0 0,0 0 1 0 0,1-1-1 0 0,-1 1 0 0 0,0 0 1 0 0,1 0-1 0 0,-1-1 0 0 0,1 1 0 0 0,-1 0 1 0 0,0-1-1 0 0,1 1 0 0 0,0-1 0 0 0,-1 1 1 0 0,1 0-1 0 0,-1-1 0 0 0,1 1 0 0 0,0-1 1 0 0,-1 0-1 0 0,1 1 0 0 0,0-1 1 0 0,-1 1-1 0 0,1-1 0 0 0,0 0 0 0 0,1 1 1 0 0,7 2 84 0 0,0 0 1 0 0,0 0-1 0 0,15 3 1 0 0,-1-1-12 0 0,16 6-424 0 0,-30-10 198 0 0,0 1 0 0 0,-1 1 0 0 0,1-1 0 0 0,-1 1 0 0 0,0 1-1 0 0,0-1 1 0 0,14 10 0 0 0,-21-12 139 0 0,-1 0 0 0 0,0 0 0 0 0,1 0 0 0 0,-1 0-1 0 0,0 0 1 0 0,1 0 0 0 0,-1 0 0 0 0,0 1 0 0 0,0-1-1 0 0,0 0 1 0 0,0 0 0 0 0,0 0 0 0 0,0 0 0 0 0,0 1-1 0 0,0-1 1 0 0,-1 0 0 0 0,1 0 0 0 0,0 0 0 0 0,-1 0-1 0 0,1 0 1 0 0,-1 0 0 0 0,1 0 0 0 0,-1 0 0 0 0,1 0-1 0 0,-1 0 1 0 0,0 0 0 0 0,1 0 0 0 0,-1 0 0 0 0,0 0-1 0 0,-1 0 1 0 0,-26 31 103 0 0,27-31-99 0 0,-63 53-164 0 0,50-45 96 0 0,0 2 0 0 0,1-1 1 0 0,0 2-1 0 0,1 0 0 0 0,1 0 1 0 0,-13 19-1 0 0,23-31 80 0 0,1 0 0 0 0,0 1 0 0 0,-1-1-1 0 0,1 1 1 0 0,0-1 0 0 0,-1 1 0 0 0,1-1 0 0 0,0 1 0 0 0,0-1-1 0 0,-1 1 1 0 0,1-1 0 0 0,0 1 0 0 0,0-1 0 0 0,0 1-1 0 0,0-1 1 0 0,0 1 0 0 0,0-1 0 0 0,0 1 0 0 0,0 0 0 0 0,0-1-1 0 0,0 1 1 0 0,0-1 0 0 0,0 1 0 0 0,0-1 0 0 0,1 1-1 0 0,-1-1 1 0 0,0 1 0 0 0,0-1 0 0 0,0 1 0 0 0,1-1 0 0 0,-1 1-1 0 0,0-1 1 0 0,1 1 0 0 0,-1-1 0 0 0,0 0 0 0 0,1 1 0 0 0,-1-1-1 0 0,1 1 1 0 0,0-1 0 0 0,1 1 48 0 0,1 1 1 0 0,-1-2-1 0 0,1 1 0 0 0,0 0 0 0 0,-1-1 1 0 0,1 1-1 0 0,0-1 0 0 0,-1 0 1 0 0,4 0-1 0 0,57-5 786 0 0,-45 2-658 0 0,37-5-20 0 0,-51 7-165 0 0,1 1 0 0 0,-1 0 0 0 0,0 0 1 0 0,0 0-1 0 0,0 1 0 0 0,0 0 0 0 0,0-1 0 0 0,0 1 0 0 0,0 1 0 0 0,6 1 1 0 0,-10-2-8 0 0,1 0 0 0 0,0-1-1 0 0,0 1 1 0 0,-1-1 0 0 0,1 1 0 0 0,0 0 0 0 0,-1 0 0 0 0,1-1 0 0 0,-1 1 0 0 0,1 0 0 0 0,-1 0 0 0 0,1 0 0 0 0,-1 0 0 0 0,0 0 0 0 0,1 0 0 0 0,-1-1 0 0 0,0 1 0 0 0,0 0 0 0 0,1 0 0 0 0,-1 0 0 0 0,0 0 0 0 0,0 0-1 0 0,0 0 1 0 0,0 0 0 0 0,0 0 0 0 0,-1 0 0 0 0,1 0 0 0 0,0 0 0 0 0,0 0 0 0 0,-1 0 0 0 0,1 0 0 0 0,0 0 0 0 0,-1-1 0 0 0,1 1 0 0 0,-1 0 0 0 0,1 0 0 0 0,-1 0 0 0 0,-1 1 0 0 0,-29 36-746 0 0,22-27 468 0 0,8-10 154 0 0,-21 29-412 0 0,21-29 355 0 0,1 1 0 0 0,-1-1 0 0 0,0 1-1 0 0,0 0 1 0 0,1-1 0 0 0,-1 1 0 0 0,1-1 0 0 0,-1 1 0 0 0,1 0 0 0 0,-1 0-1 0 0,1-1 1 0 0,0 1 0 0 0,0 0 0 0 0,0-1 0 0 0,0 1 0 0 0,0 0 0 0 0,1 3-1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3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5529 0 0,'-2'31'10479'0'0,"13"24"-6222"0"0,-5-25-3088 0 0,-4-21-1147 0 0,25 186 1844 0 0,-25-162-1471 0 0,-2 0 0 0 0,0 0-1 0 0,-11 65 1 0 0,6-61-631 0 0,2-1 0 0 0,1 1 0 0 0,2-1 0 0 0,1 1 0 0 0,9 51 0 0 0,-6-80-840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4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5 1840 0 0,'-1'0'183'0'0,"0"-1"-1"0"0,0 1 0 0 0,0-1 0 0 0,0 1 1 0 0,0-1-1 0 0,0 1 0 0 0,0-1 0 0 0,-1 1 1 0 0,1 0-1 0 0,0 0 0 0 0,0 0 0 0 0,0 0 1 0 0,0 0-1 0 0,-1 0 0 0 0,1 0 0 0 0,0 0 1 0 0,0 0-1 0 0,0 0 0 0 0,0 1 1 0 0,0-1-1 0 0,0 0 0 0 0,-1 1 0 0 0,1-1 1 0 0,0 1-1 0 0,0-1 0 0 0,0 1 0 0 0,-1 1 1 0 0,-26 19 2670 0 0,26-20-2615 0 0,-10 9 1239 0 0,7-7-742 0 0,0 1 0 0 0,0 0 0 0 0,0 0 0 0 0,1 0 0 0 0,-1 1 0 0 0,1-1 0 0 0,0 1 0 0 0,0 0 0 0 0,1 0 0 0 0,-6 11 1 0 0,9-15-635 0 0,0 0 0 0 0,1 0 0 0 0,-1 0 1 0 0,0 0-1 0 0,1 0 0 0 0,-1 0 0 0 0,1 0 1 0 0,-1 0-1 0 0,1 0 0 0 0,-1 0 0 0 0,1-1 1 0 0,0 1-1 0 0,0 0 0 0 0,-1 0 0 0 0,1-1 1 0 0,0 1-1 0 0,0 0 0 0 0,0-1 1 0 0,-1 1-1 0 0,1-1 0 0 0,0 1 0 0 0,0-1 1 0 0,0 1-1 0 0,0-1 0 0 0,0 0 0 0 0,0 1 1 0 0,0-1-1 0 0,2 0 0 0 0,36 9 71 0 0,-35-8-20 0 0,30 3 53 0 0,-26-4-178 0 0,-1 1 0 0 0,1 0 1 0 0,-1 0-1 0 0,0 0 1 0 0,1 1-1 0 0,-1 0 0 0 0,0 0 1 0 0,11 6-1 0 0,-18-7-35 0 0,1 0 0 0 0,-1-1 0 0 0,1 1-1 0 0,-1 0 1 0 0,1 0 0 0 0,-1 0 0 0 0,1-1 0 0 0,-1 1 0 0 0,0 0-1 0 0,0 0 1 0 0,1 0 0 0 0,-1 0 0 0 0,0 0 0 0 0,0 0 0 0 0,0 0-1 0 0,0 0 1 0 0,0-1 0 0 0,0 1 0 0 0,0 0 0 0 0,0 0 0 0 0,0 0 0 0 0,-1 0-1 0 0,1 0 1 0 0,0 0 0 0 0,-1 0 0 0 0,1-1 0 0 0,0 1 0 0 0,-1 0-1 0 0,1 0 1 0 0,-1 0 0 0 0,1-1 0 0 0,-1 1 0 0 0,-1 1 0 0 0,-23 30-242 0 0,21-27 197 0 0,-18 20-66 0 0,-30 38-448 0 0,47-56 516 0 0,0 1 0 0 0,1-1 0 0 0,-1 1-1 0 0,2 0 1 0 0,-1 0 0 0 0,-4 15 0 0 0,8-22 55 0 0,-1 0 1 0 0,1 0 0 0 0,0 0-1 0 0,0 0 1 0 0,0 0 0 0 0,0 0-1 0 0,0-1 1 0 0,0 1 0 0 0,0 0-1 0 0,0 0 1 0 0,0 0-1 0 0,0 0 1 0 0,0 0 0 0 0,1 0-1 0 0,-1 0 1 0 0,0 0 0 0 0,1 0-1 0 0,-1 0 1 0 0,1-1 0 0 0,-1 1-1 0 0,1 0 1 0 0,-1 0 0 0 0,1 0-1 0 0,-1-1 1 0 0,2 2 0 0 0,0-1 18 0 0,-1 0 0 0 0,1 0 1 0 0,0 0-1 0 0,0-1 1 0 0,0 1-1 0 0,0 0 0 0 0,0-1 1 0 0,-1 1-1 0 0,1-1 1 0 0,0 0-1 0 0,4 1 0 0 0,7-2 115 0 0,0 1 0 0 0,0-2 0 0 0,15-3-1 0 0,-15 3-89 0 0,-11 2-49 0 0,-1-1 0 0 0,1 1 1 0 0,0-1-1 0 0,0 1 0 0 0,0 0 0 0 0,-1 0 1 0 0,1 0-1 0 0,0 0 0 0 0,0 0 0 0 0,0 1 0 0 0,-1-1 1 0 0,1 1-1 0 0,0-1 0 0 0,0 1 0 0 0,-1-1 1 0 0,1 1-1 0 0,0 0 0 0 0,-1 0 0 0 0,1 0 1 0 0,-1 0-1 0 0,1 0 0 0 0,-1 0 0 0 0,3 2 1 0 0,-3-1 8 0 0,0 0 1 0 0,0 0-1 0 0,0 0 1 0 0,-1 1 0 0 0,1-1-1 0 0,-1 0 1 0 0,1 0 0 0 0,-1 0-1 0 0,0 1 1 0 0,0-1-1 0 0,0 0 1 0 0,0 0 0 0 0,0 0-1 0 0,0 1 1 0 0,-1-1 0 0 0,0 3-1 0 0,-2 6-2 0 0,-1-1 0 0 0,0 1 0 0 0,0-1 0 0 0,-1 0 0 0 0,0 0 0 0 0,-12 15 1 0 0,13-20-44 0 0,0 0 1 0 0,0 1 0 0 0,0-1-1 0 0,1 1 1 0 0,0 0-1 0 0,-4 11 1 0 0,7-16-134 0 0,0 0 1 0 0,-1 1-1 0 0,1-1 0 0 0,0 0 0 0 0,0 1 0 0 0,0-1 1 0 0,0 1-1 0 0,0-1 0 0 0,0 0 0 0 0,0 1 0 0 0,1-1 1 0 0,-1 0-1 0 0,0 1 0 0 0,1-1 0 0 0,0 2 1 0 0,0-1-429 0 0,0-1 1 0 0,1 1-1 0 0,-1-1 1 0 0,0 1-1 0 0,1-1 1 0 0,-1 0-1 0 0,1 0 1 0 0,-1 1-1 0 0,1-1 1 0 0,-1 0-1 0 0,1 0 1 0 0,0 0-1 0 0,0-1 1 0 0,1 2-1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4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7354 0 0,'0'-1'0'0'0,"0"0"0"0"0,0 0 0 0 0,0-1 0 0 0,1 1 0 0 0,-1 0 0 0 0,0 0 0 0 0,1 0 0 0 0,-1 0 0 0 0,1 0 0 0 0,-1 1 0 0 0,1-1 0 0 0,0 0 0 0 0,-1 0 0 0 0,1 0 0 0 0,0 0 0 0 0,0 1 0 0 0,0-1 0 0 0,-1 0 0 0 0,1 1 0 0 0,0-1 0 0 0,0 0 0 0 0,0 1 0 0 0,0-1 0 0 0,0 1 0 0 0,0 0 0 0 0,0-1 0 0 0,0 1 0 0 0,2-1 0 0 0,0 1 0 0 0,4-3 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5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5985 0 0,'7'17'11771'0'0,"7"22"-10379"0"0,-2 0-1 0 0,-1 1 1 0 0,8 64 0 0 0,3 130-1212 0 0,-21-226-86 0 0,1 26-19 0 0,4 31 253 0 0,-3 1 1 0 0,-8 80-1 0 0,3-132-822 0 0,-2 11 1862 0 0,4-17-3979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5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3526 68 6449 0 0,'-7'7'10472'0'0,"-10"-3"-8265"0"0,16-4-2142 0 0,-63 19 1268 0 0,46-13-1119 0 0,0 0-1 0 0,0-1 0 0 0,-1-1 1 0 0,1-1-1 0 0,-1 0 0 0 0,0-2 0 0 0,-19 0 1 0 0,-209-37 96 0 0,30 1-1746 0 0,-233 23-1435 0 0,285 14 4370 0 0,-200-25 0 0 0,257 12-1769 0 0,-190 5 1 0 0,-109 33-888 0 0,171-8 2601 0 0,-63-6-400 0 0,229-14-667 0 0,0-3 0 0 0,-117-22 0 0 0,137 21-527 0 0,39 5 27 0 0,-1-1 1 0 0,0 0-1 0 0,1-1 1 0 0,0 0-1 0 0,-18-7 0 0 0,28 9 30 0 0,0 0 0 0 0,0-1 0 0 0,0 1 0 0 0,1 0 0 0 0,-1-1 0 0 0,0 1 0 0 0,0-1 0 0 0,1 1 0 0 0,-1-1 0 0 0,0 0 0 0 0,1 1 0 0 0,-1-1 0 0 0,0 0 0 0 0,1 1 0 0 0,-1-1 0 0 0,1 0 0 0 0,-1 0 0 0 0,1 0 0 0 0,0 1 0 0 0,-1-2 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6.9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255 76 3681 0 0,'-37'10'2371'0'0,"-95"20"1694"0"0,110-27 519 0 0,-42 2-1 0 0,266-9-1390 0 0,38-1-2892 0 0,113-3 53 0 0,-80-1-113 0 0,260-19 447 0 0,-473 24-676 0 0,219-30-56 0 0,-42 3-224 0 0,-229 31 22 0 0,-8 3-35 0 0,-10 3-134 0 0,6-3 400 0 0,3-3-88 0 0,-3 2-601 0 0,0-1 324 0 0,-1 1 1 0 0,0-1-1 0 0,0 0 1 0 0,1-1-1 0 0,-1 1 1 0 0,0-1-1 0 0,0 0 1 0 0,0 0 0 0 0,0 0-1 0 0,0-1 1 0 0,0 1-1 0 0,-8-4 1 0 0,12 4 507 0 0,-1 0 0 0 0,1-1 0 0 0,0 1 1 0 0,0 0-1 0 0,0 0 0 0 0,0 0 0 0 0,0 0 1 0 0,0 0-1 0 0,-1 1 0 0 0,1-1 0 0 0,0 0 1 0 0,0 0-1 0 0,0 1 0 0 0,0-1 0 0 0,0 1 1 0 0,0-1-1 0 0,0 1 0 0 0,0-1 0 0 0,0 1 1 0 0,0 0-1 0 0,0-1 0 0 0,0 1 0 0 0,1 0 1 0 0,-1 0-1 0 0,0 0 0 0 0,0-1 0 0 0,1 1 1 0 0,-1 0-1 0 0,0 0 0 0 0,1 0 0 0 0,-1 0 1 0 0,1 0-1 0 0,0 0 0 0 0,-1 1 0 0 0,1-1 1 0 0,0 0-1 0 0,-1 0 0 0 0,1 0 0 0 0,0 0 0 0 0,0 0 1 0 0,0 2-1 0 0,0 1-52 0 0,-1 0 0 0 0,1-1 1 0 0,0 1-1 0 0,0-1 0 0 0,1 1 0 0 0,-1 0 1 0 0,1-1-1 0 0,0 1 0 0 0,0-1 0 0 0,0 1 1 0 0,0-1-1 0 0,3 5 0 0 0,1-1-50 0 0,1-1 1 0 0,0 1-1 0 0,0-1 1 0 0,0 0-1 0 0,1 0 0 0 0,0-1 1 0 0,0 0-1 0 0,1 0 1 0 0,-1-1-1 0 0,1 0 0 0 0,0 0 1 0 0,9 2-1 0 0,-12-4-13 0 0,0 0 1 0 0,0 0-1 0 0,0-1 0 0 0,0 0 1 0 0,0 0-1 0 0,1-1 0 0 0,-1 1 1 0 0,0-1-1 0 0,0 0 0 0 0,0 0 1 0 0,1-1-1 0 0,-1 1 0 0 0,0-1 1 0 0,0 0-1 0 0,0-1 0 0 0,0 1 1 0 0,0-1-1 0 0,0 0 0 0 0,0-1 1 0 0,-1 1-1 0 0,6-4 0 0 0,-8 4-11 0 0,-1 0-1 0 0,0 1 0 0 0,1-1 1 0 0,-1 0-1 0 0,0 0 0 0 0,0 0 1 0 0,0 0-1 0 0,0 0 0 0 0,-1 0 1 0 0,1 0-1 0 0,0 0 1 0 0,-1 0-1 0 0,0 0 0 0 0,1 0 1 0 0,-1 0-1 0 0,0 0 0 0 0,0-1 1 0 0,0 1-1 0 0,0 0 0 0 0,-1 0 1 0 0,1 0-1 0 0,-1 0 1 0 0,1 0-1 0 0,-1 0 0 0 0,0 0 1 0 0,1 0-1 0 0,-1 0 0 0 0,0 0 1 0 0,0 0-1 0 0,-3-3 0 0 0,-1-5 4 0 0,-1 1-1 0 0,0 0 0 0 0,-1 0 0 0 0,-12-12 0 0 0,16 18-34 0 0,0 0-1 0 0,-1 0 1 0 0,1 1 0 0 0,-1-1-1 0 0,1 0 1 0 0,-1 1 0 0 0,0 0-1 0 0,0 0 1 0 0,0 0 0 0 0,0 1-1 0 0,-1-1 1 0 0,-3 0 0 0 0,6 2 22 0 0,0 0 1 0 0,1 0 0 0 0,-1 0 0 0 0,1 0-1 0 0,-1 0 1 0 0,1 1 0 0 0,-1-1 0 0 0,0 0-1 0 0,1 1 1 0 0,-1-1 0 0 0,1 1 0 0 0,0-1-1 0 0,-1 1 1 0 0,1 0 0 0 0,-1 0 0 0 0,1 0-1 0 0,0 0 1 0 0,0 0 0 0 0,-1 0-1 0 0,1 0 1 0 0,0 0 0 0 0,0 0 0 0 0,0 0-1 0 0,0 1 1 0 0,0-1 0 0 0,1 0 0 0 0,-1 1-1 0 0,0-1 1 0 0,1 1 0 0 0,-1-1 0 0 0,1 1-1 0 0,-1-1 1 0 0,1 1 0 0 0,-1-1 0 0 0,1 1-1 0 0,0 2 1 0 0,-1 2 9 0 0,0-1 1 0 0,1 1-1 0 0,0 0 1 0 0,0 0-1 0 0,0 0 1 0 0,1-1-1 0 0,0 1 1 0 0,0 0-1 0 0,0 0 1 0 0,1-1-1 0 0,3 10 1 0 0,-4-13 10 0 0,0 0 0 0 0,0 1 0 0 0,0-1 0 0 0,0 0 0 0 0,1 0 0 0 0,-1 0 0 0 0,0-1-1 0 0,1 1 1 0 0,0 0 0 0 0,-1 0 0 0 0,1-1 0 0 0,0 1 0 0 0,0-1 0 0 0,0 0 0 0 0,0 1 0 0 0,0-1 0 0 0,0 0 0 0 0,0 0 0 0 0,0 0 0 0 0,0 0 0 0 0,1-1 0 0 0,-1 1 0 0 0,0-1 0 0 0,1 1 0 0 0,-1-1 0 0 0,0 0 0 0 0,1 0 0 0 0,-1 0 0 0 0,0 0 0 0 0,1 0 0 0 0,3-1 0 0 0,-5 0-23 0 0,1 1-1 0 0,-1 0 0 0 0,0-1 0 0 0,0 1 0 0 0,0-1 0 0 0,0 0 0 0 0,0 1 0 0 0,1-1 0 0 0,-1 0 0 0 0,-1 0 0 0 0,1 1 0 0 0,0-1 0 0 0,0 0 1 0 0,0 0-1 0 0,0 0 0 0 0,-1 0 0 0 0,1 0 0 0 0,0 0 0 0 0,-1 0 0 0 0,1-1 0 0 0,-1 1 0 0 0,1 0 0 0 0,-1 0 0 0 0,1 0 0 0 0,-1-1 1 0 0,0 1-1 0 0,0-2 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8.0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369 165 6833 0 0,'-8'-2'52'0'0,"0"0"0"0"0,0 1-1 0 0,0 0 1 0 0,0 1 0 0 0,0 0-1 0 0,0 0 1 0 0,0 0-1 0 0,0 1 1 0 0,-12 3 0 0 0,-73 22 160 0 0,70-20 1088 0 0,0 2 0 0 0,0 1 0 0 0,1 1 1 0 0,0 1-1 0 0,-39 26 0 0 0,60-36-1121 0 0,0-1 1 0 0,0 1-1 0 0,1-1 0 0 0,-1 1 0 0 0,1 0 0 0 0,-1 0 0 0 0,0-1 0 0 0,1 1 0 0 0,-1 0 1 0 0,1 0-1 0 0,-1-1 0 0 0,1 1 0 0 0,0 0 0 0 0,-1 0 0 0 0,1 0 0 0 0,0 0 0 0 0,0 0 1 0 0,0 0-1 0 0,-1 0 0 0 0,1-1 0 0 0,0 1 0 0 0,0 0 0 0 0,0 0 0 0 0,0 0 0 0 0,1 1 1 0 0,-1 0-26 0 0,1 0 1 0 0,0 0 0 0 0,0 0 0 0 0,0-1 0 0 0,0 1 0 0 0,0 0 0 0 0,0-1 0 0 0,1 1-1 0 0,-1 0 1 0 0,0-1 0 0 0,3 2 0 0 0,2 2 33 0 0,0 0 0 0 0,0-1 0 0 0,1 0-1 0 0,13 7 1 0 0,6-2-21 0 0,1 0-1 0 0,-1-2 1 0 0,52 8-1 0 0,87 0-331 0 0,-92-10-13 0 0,14-1 76 0 0,0-3 1 0 0,0-4-1 0 0,0-4 0 0 0,0-3 1 0 0,-1-5-1 0 0,-1-3 0 0 0,129-45 0 0 0,348-109 377 0 0,-150 70-200 0 0,-382 95-4 0 0,1 2 0 0 0,0 2-1 0 0,0 0 1 0 0,41 3 0 0 0,-69 0-62 0 0,-49 28-151 0 0,3-11 180 0 0,-4 1 57 0 0,45-17-92 0 0,1 0 0 0 0,-1 0-1 0 0,0 0 1 0 0,1 0 0 0 0,-1 0-1 0 0,0 0 1 0 0,1 1 0 0 0,0-1-1 0 0,-1 1 1 0 0,1-1 0 0 0,0 1 0 0 0,0-1-1 0 0,-1 1 1 0 0,1 0 0 0 0,1 0-1 0 0,-1-1 1 0 0,0 1 0 0 0,0 0-1 0 0,0 3 1 0 0,1-4 3 0 0,0 1-1 0 0,0 0 1 0 0,0-1 0 0 0,1 1 0 0 0,-1 0 0 0 0,0-1-1 0 0,1 1 1 0 0,-1 0 0 0 0,1-1 0 0 0,0 1-1 0 0,0 0 1 0 0,-1-1 0 0 0,1 0 0 0 0,0 1-1 0 0,0-1 1 0 0,0 1 0 0 0,1-1 0 0 0,-1 0-1 0 0,0 0 1 0 0,0 0 0 0 0,1 1 0 0 0,-1-1 0 0 0,1 0-1 0 0,-1-1 1 0 0,1 1 0 0 0,-1 0 0 0 0,1 0-1 0 0,-1-1 1 0 0,1 1 0 0 0,0-1 0 0 0,-1 1-1 0 0,1-1 1 0 0,1 0 0 0 0,0 1 1 0 0,-1 0 1 0 0,0-1-1 0 0,0 1 0 0 0,0-1 0 0 0,0 0 1 0 0,1 0-1 0 0,-1 0 0 0 0,0 0 0 0 0,0 0 1 0 0,0 0-1 0 0,0-1 0 0 0,1 1 0 0 0,-1-1 1 0 0,0 1-1 0 0,0-1 0 0 0,0 0 0 0 0,0 0 1 0 0,0 0-1 0 0,0 0 0 0 0,0 0 0 0 0,0 0 1 0 0,-1-1-1 0 0,1 1 0 0 0,0-1 0 0 0,-1 1 1 0 0,3-4-1 0 0,-3 2-15 0 0,1-1 1 0 0,-1 0-1 0 0,0 1 0 0 0,0-1 1 0 0,0 0-1 0 0,-1 0 0 0 0,1 0 1 0 0,-1 0-1 0 0,0 0 1 0 0,0 0-1 0 0,0 1 0 0 0,-1-1 1 0 0,0 0-1 0 0,0-5 0 0 0,0 7 4 0 0,0-1-1 0 0,1 0 0 0 0,-1 1 0 0 0,0-1 1 0 0,0 0-1 0 0,-1 1 0 0 0,1-1 1 0 0,-1 1-1 0 0,1 0 0 0 0,-1-1 1 0 0,1 1-1 0 0,-1 0 0 0 0,0 0 1 0 0,0 0-1 0 0,0 0 0 0 0,-1 0 0 0 0,1 1 1 0 0,0-1-1 0 0,-1 1 0 0 0,-3-3 1 0 0,6 4 9 0 0,-1 0 1 0 0,1 0 0 0 0,0 0 0 0 0,0 0-1 0 0,0 0 1 0 0,0 0 0 0 0,0 0 0 0 0,0-1-1 0 0,-1 1 1 0 0,1 0 0 0 0,0 0 0 0 0,0 0-1 0 0,0 0 1 0 0,0 0 0 0 0,-1 0 0 0 0,1 0 0 0 0,0 0-1 0 0,0 0 1 0 0,0 0 0 0 0,0 0 0 0 0,0 0-1 0 0,-1 0 1 0 0,1 0 0 0 0,0 0 0 0 0,0 0-1 0 0,0 1 1 0 0,0-1 0 0 0,0 0 0 0 0,-1 0-1 0 0,1 0 1 0 0,0 0 0 0 0,0 0 0 0 0,0 0-1 0 0,0 0 1 0 0,0 0 0 0 0,0 0 0 0 0,0 1-1 0 0,-1-1 1 0 0,1 0 0 0 0,0 0 0 0 0,0 0-1 0 0,0 0 1 0 0,0 0 0 0 0,0 0 0 0 0,0 1-1 0 0,0-1 1 0 0,0 0 0 0 0,3 10 221 0 0,10 8 83 0 0,-12-17-291 0 0,0 0-1 0 0,0-1 1 0 0,1 1-1 0 0,-1 0 1 0 0,0-1-1 0 0,1 1 1 0 0,-1 0 0 0 0,0-1-1 0 0,1 0 1 0 0,-1 1-1 0 0,1-1 1 0 0,-1 0-1 0 0,1 0 1 0 0,2 0-1 0 0,-4 0-25 0 0,1 0-1 0 0,-1 0 0 0 0,1 0 0 0 0,0-1 0 0 0,-1 1 1 0 0,1 0-1 0 0,-1-1 0 0 0,1 1 0 0 0,-1 0 0 0 0,1-1 0 0 0,-1 1 1 0 0,1 0-1 0 0,-1-1 0 0 0,0 1 0 0 0,1-1 0 0 0,-1 1 1 0 0,1-1-1 0 0,-1 1 0 0 0,0-1 0 0 0,0 0 0 0 0,1 1 1 0 0,-1-1-1 0 0,0 1 0 0 0,0-1 0 0 0,0 1 0 0 0,0-1 1 0 0,1 0-1 0 0,-1 1 0 0 0,0-1 0 0 0,0 0 0 0 0,0 1 0 0 0,0-1 1 0 0,0 1-1 0 0,-1-1 0 0 0,1 0 0 0 0,0 0 0 0 0,-2-7-333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1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3697 0 0,'4'-2'0'0'0,"1"1"0"0"0,-2 0 0 0 0,-3-1 0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2.8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3225 0 0,'-2'1'440'0'0,"-1"1"0"0"0,1 0 1 0 0,-1 0-1 0 0,1 1 1 0 0,0-1-1 0 0,0 0 0 0 0,0 1 1 0 0,0-1-1 0 0,1 1 1 0 0,-1 0-1 0 0,0-1 0 0 0,1 1 1 0 0,0 0-1 0 0,0 0 1 0 0,0 0-1 0 0,0 0 0 0 0,0 0 1 0 0,0 5-1 0 0,-1 8 1678 0 0,0-1-1 0 0,1 21 1 0 0,1-36-2092 0 0,-8 106 2317 0 0,5-78-3801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0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5065 0 0,'-10'25'1150'0'0,"0"1"0"0"0,2 0 0 0 0,-9 47 0 0 0,15-39-1374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3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3481 0 0,'7'47'523'0'0,"1"33"-757"0"0,-13-25 3626 0 0,2-41-2481 0 0,2-9-904 0 0,-1 0-1 0 0,1 0 1 0 0,0 1-1 0 0,0-1 1 0 0,0 1-1 0 0,1-1 0 0 0,0 0 1 0 0,0 1-1 0 0,1-1 1 0 0,-1 1-1 0 0,1-1 0 0 0,0 0 1 0 0,0 1-1 0 0,4 6 1 0 0,-3-8-7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5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 6913 0 0,'-14'57'2821'0'0,"-3"18"-444"0"0,17-74-2563 0 0,0-1 0 0 0,0 1 1 0 0,0 0-1 0 0,0 0 1 0 0,1-1-1 0 0,-1 1 1 0 0,0 0-1 0 0,0 0 1 0 0,0-1-1 0 0,1 1 1 0 0,-1 0-1 0 0,0-1 0 0 0,1 1 1 0 0,-1-1-1 0 0,1 1 1 0 0,-1 0-1 0 0,1-1 1 0 0,-1 1-1 0 0,1-1 1 0 0,-1 1-1 0 0,1-1 1 0 0,0 1-1 0 0,5 3-343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7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 6449 0 0,'-22'116'3530'0'0,"18"-92"-3640"0"0,2 0 1 0 0,2 47-1 0 0,0-70 79 0 0,0 1 1 0 0,1 0-1 0 0,-1 0 1 0 0,1-1-1 0 0,-1 1 1 0 0,1 0-1 0 0,-1-1 0 0 0,1 1 1 0 0,0-1-1 0 0,0 1 1 0 0,0-1-1 0 0,0 1 0 0 0,0-1 1 0 0,2 2-1 0 0,2 2-22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4.2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50 1840 0 0,'0'-1'168'0'0,"-4"-35"7228"0"0,5 36-7237 0 0,-1-1 1 0 0,0 1 0 0 0,0-1-1 0 0,-1 1 1 0 0,1-1-1 0 0,0 1 1 0 0,0-1 0 0 0,0 1-1 0 0,0-1 1 0 0,0 1-1 0 0,0-1 1 0 0,-1 1-1 0 0,1-1 1 0 0,0 1 0 0 0,0 0-1 0 0,-1-1 1 0 0,1 1-1 0 0,0-1 1 0 0,-1 1 159 0 0,1-1-159 0 0,-1 1-1 0 0,1 0 1 0 0,-1-1-1 0 0,1 1 1 0 0,-1 0 0 0 0,1 0-1 0 0,-1-1 1 0 0,1 1-1 0 0,0 0 1 0 0,-1 0-1 0 0,1 0 1 0 0,-1 0 0 0 0,1-1-1 0 0,-1 1 1 0 0,0 0-1 0 0,1 0 1 0 0,-1 0 0 0 0,1 0-1 0 0,-1 0 1 0 0,1 1-1 0 0,-1-1 1 0 0,1 0-1 0 0,-1 0 1 0 0,1 0 0 0 0,-1 0-1 0 0,1 0 1 0 0,0 1-1 0 0,-1-1 1 0 0,1 0 0 0 0,-1 0-1 0 0,1 1 1 0 0,-1-1-1 0 0,1 0 1 0 0,-1 1 159 0 0,1-1-159 0 0,0 1-1 0 0,-1-1 1 0 0,1 1-1 0 0,0-1 1 0 0,-1 1-1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7.3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0 3953 0 0,'-17'5'620'0'0,"0"0"1"0"0,-25 11 0 0 0,34-13 279 0 0,0 1 0 0 0,0 1 0 0 0,0-1 0 0 0,1 1 1 0 0,-1 0-1 0 0,-12 13 0 0 0,18-15-493 0 0,0 0 0 0 0,0 1 1 0 0,0-1-1 0 0,0 0 0 0 0,1 1 1 0 0,0-1-1 0 0,-1 1 0 0 0,1 0 0 0 0,0 0 1 0 0,1-1-1 0 0,-1 8 0 0 0,0-9-286 0 0,1-1 0 0 0,0 1 0 0 0,0 0 1 0 0,0-1-1 0 0,0 1 0 0 0,0 0 0 0 0,0-1 0 0 0,0 1 0 0 0,1-1 0 0 0,-1 1 0 0 0,1 0 0 0 0,-1-1 0 0 0,1 1 1 0 0,0-1-1 0 0,-1 1 0 0 0,1-1 0 0 0,0 1 0 0 0,0-1 0 0 0,0 0 0 0 0,0 1 0 0 0,0-1 0 0 0,0 0 0 0 0,0 0 1 0 0,1 0-1 0 0,-1 0 0 0 0,0 0 0 0 0,1 0 0 0 0,2 2 0 0 0,-46-25-185 0 0,37 18 40 0 0,-1 0-1 0 0,1 0 0 0 0,-1 1 0 0 0,0 0 1 0 0,-1 0-1 0 0,1 1 0 0 0,0 0 1 0 0,-1 0-1 0 0,-9-2 0 0 0,15 4 24 0 0,1 0 0 0 0,-1 0-1 0 0,0 0 1 0 0,0 0 0 0 0,1 0-1 0 0,-1 0 1 0 0,0 1 0 0 0,0-1 0 0 0,1 0-1 0 0,-1 0 1 0 0,0 0 0 0 0,1 1-1 0 0,-1-1 1 0 0,0 0 0 0 0,1 1-1 0 0,-1-1 1 0 0,0 1 0 0 0,1-1-1 0 0,-1 0 1 0 0,1 1 0 0 0,-1-1 0 0 0,1 1-1 0 0,-1 0 1 0 0,1-1 0 0 0,-1 1-1 0 0,1-1 1 0 0,0 1 0 0 0,-1 0-1 0 0,1-1 1 0 0,0 1 0 0 0,-1 0-1 0 0,1-1 1 0 0,0 1 0 0 0,0 0 0 0 0,0 0-1 0 0,0-1 1 0 0,0 1 0 0 0,0 0-1 0 0,0-1 1 0 0,0 1 0 0 0,0 0-1 0 0,0 0 1 0 0,0-1 0 0 0,0 1-1 0 0,0 0 1 0 0,0 0 0 0 0,1-1 0 0 0,-1 1-1 0 0,0 0 1 0 0,1-1 0 0 0,0 2-1 0 0,0 1-4 0 0,0 0 0 0 0,0 0 0 0 0,1 0 0 0 0,0-1-1 0 0,-1 1 1 0 0,1 0 0 0 0,0-1 0 0 0,0 1 0 0 0,0-1-1 0 0,5 4 1 0 0,-3-4 81 0 0,0 0 0 0 0,-1-1 0 0 0,1 0 0 0 0,0 0 0 0 0,0 0 0 0 0,0 0 0 0 0,0 0 0 0 0,0-1 0 0 0,0 0 0 0 0,1 0 0 0 0,-1 0 0 0 0,0 0 0 0 0,0-1 0 0 0,0 0 0 0 0,6-1 0 0 0,-8 1-43 0 0,0 1 1 0 0,0-1-1 0 0,0 1 0 0 0,-1-1 1 0 0,1 1-1 0 0,0-1 0 0 0,-1 0 0 0 0,1 0 1 0 0,0 0-1 0 0,-1 0 0 0 0,1 0 1 0 0,-1 0-1 0 0,0 0 0 0 0,1-1 1 0 0,-1 1-1 0 0,0 0 0 0 0,0-1 1 0 0,1 1-1 0 0,-1-1 0 0 0,-1 1 0 0 0,1-1 1 0 0,0 0-1 0 0,0 1 0 0 0,0-1 1 0 0,-1 0-1 0 0,1 0 0 0 0,-1 1 1 0 0,0-1-1 0 0,1 0 0 0 0,-1 0 1 0 0,0 0-1 0 0,0 0 0 0 0,0 1 1 0 0,0-1-1 0 0,0 0 0 0 0,-1-2 0 0 0,0 3-31 0 0,1-1 0 0 0,-1 1-1 0 0,0-1 1 0 0,1 1-1 0 0,-1-1 1 0 0,0 1-1 0 0,0 0 1 0 0,0 0-1 0 0,0-1 1 0 0,0 1-1 0 0,-1 0 1 0 0,1 0-1 0 0,0 0 1 0 0,0 0 0 0 0,-1 0-1 0 0,1 0 1 0 0,0 1-1 0 0,-1-1 1 0 0,1 0-1 0 0,-1 1 1 0 0,1-1-1 0 0,-1 1 1 0 0,0-1-1 0 0,1 1 1 0 0,-1 0-1 0 0,1 0 1 0 0,-1 0 0 0 0,0 0-1 0 0,1 0 1 0 0,-3 0-1 0 0,3 0-1 0 0,-1 0 1 0 0,1 0-1 0 0,0 0 0 0 0,-1 1 0 0 0,1-1 0 0 0,-1 0 0 0 0,1 1 1 0 0,0-1-1 0 0,-1 1 0 0 0,1-1 0 0 0,0 1 0 0 0,-1 0 1 0 0,1 0-1 0 0,0-1 0 0 0,0 1 0 0 0,0 0 0 0 0,0 0 1 0 0,0 0-1 0 0,0 0 0 0 0,0 0 0 0 0,0 0 0 0 0,0 1 1 0 0,0-1-1 0 0,0 0 0 0 0,1 0 0 0 0,-1 1 0 0 0,1-1 1 0 0,-1 0-1 0 0,1 1 0 0 0,-1-1 0 0 0,1 0 0 0 0,0 1 1 0 0,-1 2-1 0 0,2-4-71 0 0,0 1 0 0 0,-1-1 0 0 0,1 0 0 0 0,0 1 0 0 0,-1-1 0 0 0,1 0 0 0 0,0 0 0 0 0,-1 0 0 0 0,1 1 0 0 0,0-1 0 0 0,0 0 0 0 0,-1 0 0 0 0,1 0 0 0 0,0 0 0 0 0,-1 0 0 0 0,1 0 0 0 0,0 0 0 0 0,0-1 1 0 0,-1 1-1 0 0,1 0 0 0 0,0 0 0 0 0,-1 0 0 0 0,1-1 0 0 0,0 1 0 0 0,-1 0 0 0 0,1-1 0 0 0,0 1 0 0 0,-1-1 0 0 0,1 1 0 0 0,-1-1 0 0 0,2 0 0 0 0,7-8-1539 0 0,-9 9 1592 0 0,0 0 0 0 0,0-1-1 0 0,0 1 1 0 0,0 0 0 0 0,0-1 0 0 0,0 1-1 0 0,0 0 1 0 0,0 0 0 0 0,0-1-1 0 0,0 1 1 0 0,0 0 0 0 0,0-1 0 0 0,0 1-1 0 0,0 0 1 0 0,-1 0 0 0 0,1-1 0 0 0,0 1-1 0 0,0 0 1 0 0,0 0 0 0 0,0 0 0 0 0,-1-1-1 0 0,1 1 1 0 0,0 0 0 0 0,0 0-1 0 0,-1 0 1 0 0,1-1 0 0 0,0 1 0 0 0,0 0-1 0 0,-1 0 1 0 0,1 0 0 0 0,0 0 0 0 0,0 0-1 0 0,-1 0 1 0 0,1 0 0 0 0,0 0-1 0 0,-1 0 1 0 0,1 0 0 0 0,0 0 0 0 0,0 0-1 0 0,-1 0 1 0 0,-4-2 275 0 0,1 1-1 0 0,-1 1 0 0 0,1-1 1 0 0,-1 1-1 0 0,0-1 1 0 0,1 1-1 0 0,-7 1 0 0 0,10-1-180 0 0,-1 1-1 0 0,1-1 0 0 0,-1 0 0 0 0,1 1 0 0 0,-1-1 0 0 0,1 1 0 0 0,0 0 1 0 0,-1-1-1 0 0,1 1 0 0 0,0 0 0 0 0,0 0 0 0 0,0 0 0 0 0,-1 0 1 0 0,1 0-1 0 0,0 0 0 0 0,0 0 0 0 0,0 0 0 0 0,1 0 0 0 0,-1 1 0 0 0,0-1 1 0 0,0 0-1 0 0,1 1 0 0 0,-1-1 0 0 0,0 0 0 0 0,1 1 0 0 0,0-1 1 0 0,-1 4-1 0 0,1-5-67 0 0,-1 0 0 0 0,1 0-1 0 0,0 1 1 0 0,0-1 0 0 0,0 0 0 0 0,0 1 0 0 0,0-1 0 0 0,0 0 0 0 0,0 1 0 0 0,0-1 0 0 0,0 0 0 0 0,0 1 0 0 0,0-1 0 0 0,0 0 0 0 0,1 1-1 0 0,-1-1 1 0 0,0 0 0 0 0,0 1 0 0 0,0-1 0 0 0,0 0 0 0 0,0 0 0 0 0,1 1 0 0 0,-1-1 0 0 0,0 0 0 0 0,0 0 0 0 0,0 1 0 0 0,1-1 0 0 0,-1 0 0 0 0,0 0-1 0 0,0 0 1 0 0,1 1 0 0 0,-1-1 0 0 0,0 0 0 0 0,1 0 0 0 0,-1 0 0 0 0,0 0 0 0 0,0 0 0 0 0,1 0 0 0 0,-1 1 0 0 0,0-1 0 0 0,1 0 0 0 0,-1 0-1 0 0,0 0 1 0 0,1 0 0 0 0,-1 0 0 0 0,0 0 0 0 0,1 0 0 0 0,-1 0 0 0 0,0-1 0 0 0,1 1 0 0 0,-1 0 0 0 0,0 0 0 0 0,0 0 0 0 0,1 0 0 0 0,-1 0 0 0 0,0 0-1 0 0,1-1 1 0 0,-1 1 0 0 0,0 0 0 0 0,0 0 0 0 0,1 0 0 0 0,-1-1 0 0 0,0 1 0 0 0,0 0 0 0 0,0 0 0 0 0,1-1 0 0 0,18-13 393 0 0,-13-5-256 0 0,-6 16-66 0 0,-4 18-44 0 0,3 18-142 0 0,5-18 34 0 0,-3-15 73 0 0,-1 0-1 0 0,1 0 1 0 0,0 0 0 0 0,-1 0 0 0 0,1 0 0 0 0,-1 0 0 0 0,1 0 0 0 0,-1-1 0 0 0,1 1 0 0 0,-1 0 0 0 0,1 0 0 0 0,-1 0-1 0 0,1 0 1 0 0,-1-1 0 0 0,1 1 0 0 0,-1 0 0 0 0,1-1 0 0 0,-1 1 0 0 0,1 0 0 0 0,-1-1 0 0 0,0 1 0 0 0,1 0 0 0 0,-1-1 0 0 0,0 1-1 0 0,1-1 1 0 0,-1 1 0 0 0,0-1 0 0 0,1 1 0 0 0,-1-1 0 0 0,0 0 0 0 0,1 0-8 0 0,0 1 1 0 0,0-1-1 0 0,0 0 1 0 0,0 0 0 0 0,-1 0-1 0 0,1 0 1 0 0,0 0-1 0 0,-1 0 1 0 0,1-1-1 0 0,-1 1 1 0 0,1 0-1 0 0,-1 0 1 0 0,0 0-1 0 0,1 0 1 0 0,-1-1-1 0 0,0 1 1 0 0,0 0-1 0 0,0 0 1 0 0,0 0-1 0 0,0-1 1 0 0,0 1-1 0 0,0 0 1 0 0,0 0-1 0 0,-1 0 1 0 0,1-1 0 0 0,0 1-1 0 0,-1 0 1 0 0,1 0-1 0 0,-1 0 1 0 0,1 0-1 0 0,-1 0 1 0 0,1 0-1 0 0,-1 0 1 0 0,0 0-1 0 0,-1-2 1 0 0,0 2-14 0 0,0-1 1 0 0,0 0-1 0 0,-1 1 1 0 0,1 0-1 0 0,-1-1 1 0 0,1 1-1 0 0,-1 0 0 0 0,1 0 1 0 0,-1 1-1 0 0,0-1 1 0 0,1 0-1 0 0,-1 1 1 0 0,0 0-1 0 0,-4-1 1 0 0,14-3 19 0 0,5-3 47 0 0,-1 1 0 0 0,1 0 0 0 0,0 1-1 0 0,1 0 1 0 0,-1 1 0 0 0,1 1-1 0 0,0 0 1 0 0,0 0 0 0 0,0 1 0 0 0,0 1-1 0 0,0 0 1 0 0,22 2 0 0 0,-20 0-6 0 0,0 0 0 0 0,28-4 0 0 0,-30 2-10 0 0,0 0 1 0 0,0 1-1 0 0,0 0 0 0 0,21 3 1 0 0,-28-2-32 0 0,1-1 0 0 0,-1 0-1 0 0,1 0 1 0 0,-1 0 0 0 0,1-1 0 0 0,-1 0 0 0 0,1 0-1 0 0,-1-1 1 0 0,0 0 0 0 0,7-3 0 0 0,-15 7 40 0 0,-1-1-1 0 0,0 1 1 0 0,1 0 0 0 0,-1 0-1 0 0,1 0 1 0 0,0 0 0 0 0,0 0-1 0 0,0 0 1 0 0,0 1 0 0 0,0-1 0 0 0,0 1-1 0 0,1-1 1 0 0,-1 1 0 0 0,1 0-1 0 0,-1-1 1 0 0,1 1 0 0 0,0 0-1 0 0,-1 4 1 0 0,0 2 105 0 0,-1 0 1 0 0,1 0-1 0 0,1 1 0 0 0,-1 17 0 0 0,-1 33-37 0 0,-14 79-1 0 0,-2 35 68 0 0,10 294-173 0 0,5-400 30 0 0,1-37 22 0 0,2 0 0 0 0,3 40 0 0 0,-1-60-42 0 0,1 1-1 0 0,0-1 0 0 0,1-1 0 0 0,0 1 1 0 0,1 0-1 0 0,0-1 0 0 0,0 0 1 0 0,1 0-1 0 0,1 0 0 0 0,7 11 0 0 0,-2-6 3 0 0,0 0-1 0 0,-2 1 0 0 0,1 0 0 0 0,-2 1 1 0 0,0 0-1 0 0,-1 0 0 0 0,-1 1 1 0 0,-1-1-1 0 0,0 2 0 0 0,-2-1 0 0 0,0 0 1 0 0,1 25-1 0 0,0-5-17 0 0,11 52-1 0 0,-9-64 25 0 0,-1 1 0 0 0,-2 0 0 0 0,0 0 0 0 0,-2 42 0 0 0,-4-3-115 0 0,4 1 0 0 0,11 82-1 0 0,-3-44 14 0 0,-3 133-84 0 0,-7-211 168 0 0,3 1 2 0 0,-2-27-3 0 0,0 0 0 0 0,0 0 0 0 0,0 0 0 0 0,0 0 0 0 0,0 0 0 0 0,0 0 0 0 0,1 0 0 0 0,-1 0 0 0 0,0 0 0 0 0,0 0 0 0 0,1 0 0 0 0,-1 0 0 0 0,1 0 0 0 0,-1-1 0 0 0,1 1 0 0 0,-1 0 0 0 0,1 0 0 0 0,-1 0 0 0 0,1-1 0 0 0,0 1 0 0 0,0 0 0 0 0,-1 0 0 0 0,3 0 0 0 0,-36-19-905 0 0,-11 7 885 0 0,28 8 7 0 0,0-1-1 0 0,-21-8 1 0 0,25 8 52 0 0,0 1 1 0 0,0 1-1 0 0,0 0 0 0 0,-1 1 0 0 0,1 0 1 0 0,0 1-1 0 0,-1 0 0 0 0,1 1 0 0 0,-23 4 0 0 0,-36 1 92 0 0,88 1-213 0 0,-13-5 56 0 0,1 0 1 0 0,-1 0-1 0 0,0 0 0 0 0,1-1 1 0 0,-1 0-1 0 0,1 0 1 0 0,4 1-1 0 0,17-6-461 0 0,-25 3 477 0 0,0 1 1 0 0,0-1-1 0 0,-1 1 0 0 0,1 0 1 0 0,0-1-1 0 0,-1 1 0 0 0,1-1 1 0 0,0 0-1 0 0,-1 1 0 0 0,1-1 1 0 0,-1 1-1 0 0,1-1 0 0 0,-1 0 1 0 0,1 0-1 0 0,-1 1 0 0 0,1-1 1 0 0,-1 0-1 0 0,0 0 0 0 0,0 1 1 0 0,1-1-1 0 0,-1 0 0 0 0,0 0 1 0 0,0 0-1 0 0,0 0 0 0 0,0 1 1 0 0,0-3-1 0 0,6-19 19 0 0,-11 24-10 0 0,1 0 1 0 0,-1-1-1 0 0,1 2 0 0 0,0-1 1 0 0,-1 0-1 0 0,1 1 0 0 0,0 0 1 0 0,0 0-1 0 0,1 0 0 0 0,-1 0 0 0 0,-5 7 1 0 0,8-8 2 0 0,-1 0-1 0 0,0 0 1 0 0,1 0 0 0 0,0 1 0 0 0,-1-1-1 0 0,1 0 1 0 0,0 1 0 0 0,0-1 0 0 0,0 1 0 0 0,1-1-1 0 0,-1 1 1 0 0,0-1 0 0 0,1 1 0 0 0,0 0-1 0 0,0-1 1 0 0,0 1 0 0 0,0 0 0 0 0,0-1 0 0 0,0 1-1 0 0,1-1 1 0 0,-1 1 0 0 0,1 0 0 0 0,-1-1-1 0 0,1 1 1 0 0,2 2 0 0 0,-3-4-1 0 0,1 0 0 0 0,-1 0 0 0 0,1 0 0 0 0,-1-1 0 0 0,1 1 0 0 0,0 0 0 0 0,-1-1 0 0 0,1 1 0 0 0,0 0 0 0 0,0-1 0 0 0,-1 1 0 0 0,1-1 0 0 0,0 1 0 0 0,0-1 0 0 0,0 1 0 0 0,0-1 0 0 0,0 0 0 0 0,0 1 0 0 0,-1-1 0 0 0,1 0 0 0 0,0 0 0 0 0,0 0 0 0 0,0 0 0 0 0,0 0 0 0 0,0 0 0 0 0,0 0 0 0 0,0 0 0 0 0,0 0 0 0 0,0 0 0 0 0,0 0 0 0 0,0-1 0 0 0,0 1 0 0 0,0 0 0 0 0,0-1 0 0 0,-1 1 0 0 0,1 0 0 0 0,0-1 0 0 0,0 1 0 0 0,0-1 0 0 0,-1 0 0 0 0,1 1 0 0 0,1-2 0 0 0,-1 2 0 0 0,0-1 0 0 0,0 0 0 0 0,0 0 0 0 0,1 0 0 0 0,-1-1 0 0 0,0 1 0 0 0,0 0 0 0 0,-1 0 0 0 0,1-1 0 0 0,0 1 0 0 0,0 0 0 0 0,-1-1 0 0 0,1 1 0 0 0,0-1 0 0 0,-1 1 0 0 0,1-1 0 0 0,-1 1 0 0 0,0-1 0 0 0,0 1 0 0 0,1-1 0 0 0,-1 1 0 0 0,0-1 0 0 0,0 1 0 0 0,-1-1 0 0 0,1 1 0 0 0,0-1 0 0 0,-1-2 0 0 0,0 1 26 0 0,0 1-1 0 0,0 0 1 0 0,0 0-1 0 0,0 0 1 0 0,0 0 0 0 0,0 0-1 0 0,-1 0 1 0 0,1 1 0 0 0,-1-1-1 0 0,1 0 1 0 0,-1 1-1 0 0,0-1 1 0 0,1 1 0 0 0,-1-1-1 0 0,0 1 1 0 0,0 0 0 0 0,0 0-1 0 0,0 0 1 0 0,0 0-1 0 0,-3-1 1 0 0,3 2-9 0 0,1 0 0 0 0,-1 0 0 0 0,1 0 0 0 0,-1 0 0 0 0,1 1 0 0 0,-1-1 0 0 0,1 1 0 0 0,-1-1 0 0 0,1 1 0 0 0,0-1 0 0 0,-1 1 0 0 0,1 0 0 0 0,0-1 0 0 0,-1 1 0 0 0,1 0 0 0 0,0 0 0 0 0,0 0 0 0 0,0 0 0 0 0,0 0 0 0 0,0 0 0 0 0,0 1 0 0 0,0-1 0 0 0,0 0 0 0 0,0 0 0 0 0,0 1 0 0 0,1-1 0 0 0,-1 1 0 0 0,1-1 1 0 0,-1 0-1 0 0,0 3 0 0 0,1-3-51 0 0,-10 32 364 0 0,10-32-370 0 0,0-1-1 0 0,0 1 1 0 0,0-1 0 0 0,0 1 0 0 0,-1-1 0 0 0,1 1 0 0 0,0-1 0 0 0,0 1 0 0 0,0 0 0 0 0,1-1 0 0 0,-1 1 0 0 0,0-1 0 0 0,0 1 0 0 0,0-1 0 0 0,0 1 0 0 0,0 0 0 0 0,1-1 0 0 0,-1 1-1 0 0,0-1 1 0 0,0 1 0 0 0,1-1 0 0 0,-1 1 0 0 0,0-1 0 0 0,1 0 0 0 0,-1 1 0 0 0,1-1 0 0 0,-1 1 0 0 0,1-1 0 0 0,-1 0 0 0 0,0 1 0 0 0,1-1 0 0 0,-1 0 0 0 0,1 1 0 0 0,-1-1 0 0 0,1 0 0 0 0,0 0-1 0 0,-1 0 1 0 0,1 1 0 0 0,-1-1 0 0 0,1 0 0 0 0,-1 0 0 0 0,1 0 0 0 0,0 0 0 0 0,-1 0 0 0 0,1 0 0 0 0,-1 0 0 0 0,1 0 0 0 0,-1 0 0 0 0,1-1 0 0 0,0 1 0 0 0,-1 0 0 0 0,1 0 0 0 0,-1 0-1 0 0,2-1 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9.7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9218 0 0,'2'0'395'0'0,"-1"0"0"0"0,1 0-1 0 0,-1 0 1 0 0,1 1 0 0 0,-1-1 0 0 0,0 1 0 0 0,1-1-1 0 0,-1 1 1 0 0,0-1 0 0 0,1 1 0 0 0,-1 0 0 0 0,0-1-1 0 0,0 1 1 0 0,1 0 0 0 0,0 2 0 0 0,16 21 2629 0 0,6 41-1555 0 0,-17-41-574 0 0,16 44-62 0 0,-3 1 0 0 0,21 139 0 0 0,-36-176-1317 0 0,5 50 1421 0 0,-5-26-7807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0.1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25 5985 0 0,'-1'-1'223'0'0,"1"0"0"0"0,0 0 0 0 0,0 1 0 0 0,0-1 0 0 0,0 0 0 0 0,0 0 0 0 0,0 0-1 0 0,0 0 1 0 0,0 1 0 0 0,0-1 0 0 0,1 0 0 0 0,-1 0 0 0 0,0 0 0 0 0,0 1 0 0 0,1-1 0 0 0,-1 0 0 0 0,0 0-1 0 0,1 1 1 0 0,-1-1 0 0 0,1 0 0 0 0,-1 1 0 0 0,1-1 0 0 0,-1 0 0 0 0,1 1 0 0 0,0-1 0 0 0,-1 1 0 0 0,1-1-1 0 0,0 1 1 0 0,-1-1 0 0 0,1 1 0 0 0,0 0 0 0 0,0-1 0 0 0,-1 1 0 0 0,1 0 0 0 0,0 0 0 0 0,0-1 0 0 0,0 1-1 0 0,-1 0 1 0 0,1 0 0 0 0,0 0 0 0 0,0 0 0 0 0,0 0 0 0 0,0 0 0 0 0,-1 0 0 0 0,1 0 0 0 0,0 0 0 0 0,0 1-1 0 0,0-1 1 0 0,-1 0 0 0 0,1 0 0 0 0,0 1 0 0 0,0-1 0 0 0,-1 0 0 0 0,1 1 0 0 0,0-1 0 0 0,-1 1-1 0 0,2 0 1 0 0,5 10 150 0 0,-1-1 0 0 0,-1 1 0 0 0,0 0-1 0 0,0 0 1 0 0,-1 0 0 0 0,0 1-1 0 0,-1 0 1 0 0,2 13 0 0 0,6 20 45 0 0,39 91 227 0 0,-12-39-443 0 0,-28-66-2956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0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163 20 4609 0 0,'0'-1'300'0'0,"0"0"0"0"0,0 1 0 0 0,0-1 1 0 0,0 0-1 0 0,0 0 0 0 0,-6-11 5103 0 0,4 10-5103 0 0,1 2-78 0 0,0 0 1 0 0,0 0-1 0 0,0 0 1 0 0,0 0-1 0 0,0 0 1 0 0,0 0-1 0 0,0 0 1 0 0,1 0-1 0 0,-1 0 1 0 0,0 0-1 0 0,0 0 1 0 0,0 0-1 0 0,0 1 1 0 0,0-1-1 0 0,0 0 1 0 0,0 1-1 0 0,-1 0 1 0 0,-2 2 95 0 0,-1-1 1 0 0,1 2-1 0 0,-1-1 0 0 0,1 0 1 0 0,0 1-1 0 0,-4 4 1 0 0,-6 11-96 0 0,1 0 1 0 0,1 0 0 0 0,0 1 0 0 0,2 0 0 0 0,0 1 0 0 0,1 1 0 0 0,-10 38 0 0 0,19-58-160 0 0,-1-1 1 0 0,1 1 0 0 0,-1-1 0 0 0,1 1-1 0 0,-1 0 1 0 0,1-1 0 0 0,0 1 0 0 0,0-1-1 0 0,0 1 1 0 0,0 0 0 0 0,0-1-1 0 0,0 1 1 0 0,0 0 0 0 0,1-1 0 0 0,-1 1-1 0 0,0-1 1 0 0,1 1 0 0 0,-1-1 0 0 0,1 1-1 0 0,0-1 1 0 0,0 1 0 0 0,-1-1 0 0 0,1 1-1 0 0,0-1 1 0 0,0 0 0 0 0,0 0 0 0 0,3 3-1 0 0,-2-3 1 0 0,1 0-1 0 0,0-1 0 0 0,-1 1 1 0 0,1-1-1 0 0,0 0 1 0 0,0 1-1 0 0,0-1 0 0 0,-1 0 1 0 0,1-1-1 0 0,0 1 1 0 0,0 0-1 0 0,-1-1 0 0 0,1 1 1 0 0,0-1-1 0 0,-1 0 1 0 0,4-1-1 0 0,75-34 737 0 0,-59 24-664 0 0,1 2 1 0 0,26-9-1 0 0,-40 17-1254 0 0,-1 0 1 0 0,1 0 0 0 0,0 1-1 0 0,0 0 1 0 0,14 1 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0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 8290 0 0,'4'-14'8863'0'0,"2"35"-6975"0"0,-1 11-259 0 0,4 62-1 0 0,1 8-1198 0 0,-2-46-185 0 0,-5-31-111 0 0,1 0 0 0 0,1-1 0 0 0,0 0 0 0 0,18 43-1 0 0,-22-63-135 0 0,1 0-1 0 0,0-1 0 0 0,0 1 0 0 0,1-1 0 0 0,-1 0 0 0 0,1 0 0 0 0,-1 1 0 0 0,1-2 1 0 0,0 1-1 0 0,0 0 0 0 0,1-1 0 0 0,-1 1 0 0 0,0-1 0 0 0,1 0 0 0 0,-1 0 0 0 0,1 0 1 0 0,4 1-1 0 0,-2-1 43 0 0,-1-1 0 0 0,1 0 0 0 0,-1-1 0 0 0,1 1 0 0 0,-1-1 0 0 0,1 0 0 0 0,-1 0 1 0 0,1-1-1 0 0,-1 0 0 0 0,1 0 0 0 0,7-2 0 0 0,-2-1-293 0 0,0 0 0 0 0,0 0-1 0 0,0-1 1 0 0,19-13 0 0 0,-19 11-1071 0 0,-1-1 1 0 0,0 0-1 0 0,17-19 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2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3225 0 0,'12'-43'18179'0'0,"1"55"-16454"0"0,-8-6-1509 0 0,-1 1-1 0 0,0 0 1 0 0,0 0 0 0 0,-1 0-1 0 0,1 0 1 0 0,-2 1 0 0 0,1 0-1 0 0,-1-1 1 0 0,0 1 0 0 0,-1 0 0 0 0,1 9-1 0 0,1 16 247 0 0,-3 41 0 0 0,0-74-457 0 0,-14 161 913 0 0,1-39-4422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6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3 2761 0 0,'-20'-2'704'0'0,"-10"7"5615"0"0,29-4-5958 0 0,0-1 0 0 0,-1 1-1 0 0,1 0 1 0 0,0-1 0 0 0,-1 1 0 0 0,1 0 0 0 0,0 0 0 0 0,0 0 0 0 0,0 0 0 0 0,0 0-1 0 0,0 0 1 0 0,0 0 0 0 0,0 1 0 0 0,0-1 0 0 0,0 0 0 0 0,1 0 0 0 0,-1 1 0 0 0,0-1 0 0 0,1 0-1 0 0,-1 1 1 0 0,1-1 0 0 0,0 1 0 0 0,-1-1 0 0 0,1 1 0 0 0,0-1 0 0 0,0 0 0 0 0,0 1 0 0 0,0-1-1 0 0,0 1 1 0 0,0 2 0 0 0,23 118 2338 0 0,-13-80-2693 0 0,-2 0 1 0 0,-2 1-1 0 0,1 81 1 0 0,-9-111-554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1 7370 0 0,'-4'2'451'0'0,"0"1"1"0"0,0 0-1 0 0,0-1 1 0 0,0 2 0 0 0,1-1-1 0 0,-1 0 1 0 0,1 1 0 0 0,0-1-1 0 0,0 1 1 0 0,0 0 0 0 0,1 0-1 0 0,-1 0 1 0 0,1 0-1 0 0,0 1 1 0 0,0-1 0 0 0,1 1-1 0 0,-1-1 1 0 0,1 1 0 0 0,0 0-1 0 0,-1 6 1 0 0,-1 9 901 0 0,0 1 1 0 0,2-1-1 0 0,1 30 0 0 0,0-41-1147 0 0,1 0-1 0 0,0 0 0 0 0,1-1 0 0 0,0 1 0 0 0,0 0 0 0 0,1-1 0 0 0,0 1 0 0 0,0-1 0 0 0,9 14 1 0 0,-11-20-148 0 0,1 0 0 0 0,-1 1 0 0 0,1-1 0 0 0,0 0 1 0 0,0 0-1 0 0,0 0 0 0 0,0 0 0 0 0,0 0 0 0 0,0 0 1 0 0,1 0-1 0 0,-1-1 0 0 0,1 1 0 0 0,-1-1 0 0 0,1 0 1 0 0,0 0-1 0 0,-1 0 0 0 0,1 0 0 0 0,0 0 0 0 0,0-1 1 0 0,-1 1-1 0 0,1-1 0 0 0,0 0 0 0 0,0 1 1 0 0,0-1-1 0 0,0-1 0 0 0,0 1 0 0 0,0 0 0 0 0,-1-1 1 0 0,1 1-1 0 0,0-1 0 0 0,0 0 0 0 0,-1 0 0 0 0,4-2 1 0 0,8-4-113 0 0,-1 0 1 0 0,0-1-1 0 0,19-15 1 0 0,-27 19-57 0 0,22-16-363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5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46 5985 0 0,'11'-45'14273'0'0,"-11"45"-14176"0"0,7 22 2505 0 0,-2 18-2499 0 0,-1 1 0 0 0,-3-1 0 0 0,-1 1 0 0 0,-5 44 0 0 0,1-34 84 0 0,5 99-1 0 0,6-59-125 0 0,-6 105-1 0 0,-20 92 120 0 0,10-165-153 0 0,-27 281-27 0 0,9 246 43 0 0,22-581-13 0 0,-2 232 161 0 0,2 11-150 0 0,-2-98-18 0 0,20 151 188 0 0,-6-303-23 0 0,22 89 1 0 0,-17-96-6 0 0,-1 50-260 0 0,-10-104-233 0 0,-1-3-74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6.6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160 116 1840 0 0,'-13'7'331'0'0,"-12"5"669"0"0,-36 24-1 0 0,52-29 472 0 0,-24 16 2349 0 0,14-16 1778 0 0,60-14-293 0 0,25-16-4344 0 0,-12 3-595 0 0,2 7-207 0 0,0 3-1 0 0,0 2 0 0 0,1 3 1 0 0,62 1-1 0 0,-39 3-106 0 0,90-15-1 0 0,-76 0-66 0 0,76-12 229 0 0,198-8 1 0 0,-189 34 124 0 0,167-10-261 0 0,-228 5 518 0 0,-118 7-640 0 0,0 1 0 0 0,1-1 0 0 0,-1 0 0 0 0,0 1 0 0 0,0-1 0 0 0,0 0 0 0 0,0 0 0 0 0,0 1 0 0 0,0-1 0 0 0,0 0 0 0 0,0 1 0 0 0,0-1 0 0 0,0 0 0 0 0,0 1 0 0 0,0-1 0 0 0,0 0 0 0 0,0 1-1 0 0,0-1 1 0 0,0 0 0 0 0,0 0 0 0 0,0 1 0 0 0,0-1 0 0 0,0 0 0 0 0,0 1 0 0 0,0-1 0 0 0,-1 0 0 0 0,1 0 0 0 0,0 1 0 0 0,0-1 0 0 0,0 0 0 0 0,-1 0 0 0 0,1 1 0 0 0,-3 8-2598 0 0,-1 9-4601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7.0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9 2240 0 0,'-15'-9'17879'0'0,"14"13"-17255"0"0,-3 8-340 0 0,1 1-1 0 0,1-1 1 0 0,0 1-1 0 0,1 0 1 0 0,0-1 0 0 0,1 1-1 0 0,2 22 1 0 0,-1 5-200 0 0,1-7-60 0 0,1 0 1 0 0,2-1 0 0 0,1 0 0 0 0,2 0 0 0 0,21 59 0 0 0,-23-74-12 0 0,-1 1 0 0 0,-1 1 0 0 0,3 30 0 0 0,-5-4-3052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7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8 456 0 0,'2'-7'13733'0'0,"-21"14"-10218"0"0,-27 18-2396 0 0,29-12-749 0 0,1 0 1 0 0,0 1 0 0 0,1 1 0 0 0,1 1-1 0 0,-14 18 1 0 0,27-33-373 0 0,1-1 0 0 0,0 0-1 0 0,-1 1 1 0 0,1-1 0 0 0,0 0-1 0 0,-1 1 1 0 0,1-1 0 0 0,0 1-1 0 0,0-1 1 0 0,0 0 0 0 0,-1 1-1 0 0,1-1 1 0 0,0 1 0 0 0,0-1-1 0 0,0 1 1 0 0,0-1 0 0 0,0 1-1 0 0,0-1 1 0 0,0 1 0 0 0,0-1-1 0 0,0 1 1 0 0,0-1 0 0 0,0 1-1 0 0,0-1 1 0 0,0 1 0 0 0,0-1-1 0 0,0 1 1 0 0,1-1 0 0 0,-1 0-1 0 0,0 1 1 0 0,0 0 0 0 0,16 2-189 0 0,27-11-179 0 0,-37 7 346 0 0,6-2 74 0 0,1 2 0 0 0,-1 0-1 0 0,1 0 1 0 0,-1 1 0 0 0,1 1-1 0 0,-1 0 1 0 0,16 3-1 0 0,-20-2-17 0 0,0 0 0 0 0,0 0 0 0 0,-1 0 0 0 0,1 1 0 0 0,-1 0 0 0 0,0 1 0 0 0,1 0 0 0 0,-2 0 0 0 0,1 0 0 0 0,0 1 0 0 0,-1 0 0 0 0,8 8 0 0 0,-13-12-26 0 0,0 1 0 0 0,0-1 1 0 0,0 1-1 0 0,0-1 1 0 0,0 1-1 0 0,-1 0 0 0 0,1-1 1 0 0,0 1-1 0 0,-1 0 1 0 0,1 0-1 0 0,-1-1 0 0 0,0 1 1 0 0,0 0-1 0 0,1 0 1 0 0,-1 0-1 0 0,-1-1 0 0 0,1 1 1 0 0,0 0-1 0 0,0 0 1 0 0,-1 0-1 0 0,1-1 0 0 0,0 1 1 0 0,-1 0-1 0 0,0-1 1 0 0,1 1-1 0 0,-1 0 0 0 0,0-1 1 0 0,0 1-1 0 0,0-1 1 0 0,0 1-1 0 0,0-1 0 0 0,0 0 1 0 0,-3 3-1 0 0,-6 6 72 0 0,0 0 0 0 0,-1 0 0 0 0,-17 11 0 0 0,5-2-19 0 0,21-18-59 0 0,-26 28 76 0 0,27-28-73 0 0,0 0 0 0 0,0 0-1 0 0,1 0 1 0 0,-1 0-1 0 0,0 0 1 0 0,0 0 0 0 0,1 0-1 0 0,-1 0 1 0 0,0 1-1 0 0,1-1 1 0 0,-1 0-1 0 0,1 0 1 0 0,0 1 0 0 0,-1-1-1 0 0,1 0 1 0 0,0 1-1 0 0,0-1 1 0 0,0 0 0 0 0,0 1-1 0 0,0-1 1 0 0,0 0-1 0 0,0 1 1 0 0,0-1 0 0 0,1 0-1 0 0,-1 2 1 0 0,3-2-8 0 0,0 0 0 0 0,-1 0 0 0 0,1-1 0 0 0,0 1 0 0 0,0 0 0 0 0,-1-1 0 0 0,1 0 0 0 0,0 0 0 0 0,0 0 0 0 0,0 0 0 0 0,0 0 0 0 0,-1 0 0 0 0,1-1 0 0 0,0 1 0 0 0,3-2 0 0 0,5 0 14 0 0,-1 2 51 0 0,0 0-1 0 0,0 1 1 0 0,1 0-1 0 0,-2 0 1 0 0,20 6-1 0 0,-25-6-63 0 0,0 0-1 0 0,0 0 1 0 0,-1 1-1 0 0,1-1 1 0 0,0 1 0 0 0,0 0-1 0 0,-1 0 1 0 0,1 1-1 0 0,-1-1 1 0 0,0 1-1 0 0,0-1 1 0 0,1 1-1 0 0,-2 0 1 0 0,1 0-1 0 0,0 1 1 0 0,4 6-1 0 0,-7-8-8 0 0,1 0 0 0 0,-1 1-1 0 0,0-1 1 0 0,1 0-1 0 0,-1 1 1 0 0,0-1 0 0 0,0 0-1 0 0,0 1 1 0 0,-1-1-1 0 0,1 0 1 0 0,0 0-1 0 0,-1 1 1 0 0,0-1 0 0 0,1 0-1 0 0,-1 0 1 0 0,0 0-1 0 0,0 0 1 0 0,-3 4 0 0 0,-28 40-225 0 0,20-30 160 0 0,-1-1 24 0 0,10-12-29 0 0,-1 0 0 0 0,1 1 1 0 0,0 0-1 0 0,1-1 1 0 0,-1 1-1 0 0,0 0 0 0 0,1 0 1 0 0,0 0-1 0 0,-2 7 0 0 0,33-12-11014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8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1 3569 0 0,'-13'21'13674'0'0,"8"-11"-10387"0"0,1-3-4293 0 0,-39 56 3882 0 0,30-44-2722 0 0,0 1 0 0 0,-27 29 0 0 0,42-48-79 0 0,0 1-1 0 0,0-1 0 0 0,0 1 0 0 0,0-1 1 0 0,0 1-1 0 0,0-1 0 0 0,0 1 1 0 0,0 0-1 0 0,0 0 0 0 0,-1 0 0 0 0,1 0 1 0 0,-1 0-1 0 0,0 1 0 0 0,1-1 1 0 0,-1 0-1 0 0,1 4 0 0 0,3 21 129 0 0,-1 0 0 0 0,1 39 0 0 0,2 23-220 0 0,-3-52 4 0 0,-1 0 0 0 0,-5 54 1 0 0,0-50 79 0 0,7 68 0 0 0,-5-106-93 0 0,0 2-19 0 0,1 0 1 0 0,0 0-1 0 0,0-1 1 0 0,0 1-1 0 0,0 0 1 0 0,0-1-1 0 0,5 9 1 0 0,-3-17-1182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9.0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26 6449 0 0,'-2'0'415'0'0,"1"0"0"0"0,-1 0 0 0 0,0 0 0 0 0,0 1 0 0 0,1-1 0 0 0,-1 0 0 0 0,0 1 0 0 0,1-1 0 0 0,-1 1 0 0 0,1 0 0 0 0,-1 0 0 0 0,1-1 0 0 0,-1 1 0 0 0,1 0 0 0 0,-1 0 0 0 0,1 0 0 0 0,0 0 0 0 0,-3 3 0 0 0,3-2-254 0 0,0 0 1 0 0,0-1 0 0 0,-1 1 0 0 0,1 0 0 0 0,1 0 0 0 0,-1 1 0 0 0,0-1 0 0 0,0 0 0 0 0,1 0 0 0 0,-1 0 0 0 0,1 0 0 0 0,0 1 0 0 0,0 1 0 0 0,-1-1-100 0 0,1-1-1 0 0,0 1 1 0 0,1 0-1 0 0,-1-1 1 0 0,0 1 0 0 0,1-1-1 0 0,0 1 1 0 0,-1-1-1 0 0,1 0 1 0 0,0 1-1 0 0,0-1 1 0 0,0 0-1 0 0,1 1 1 0 0,-1-1-1 0 0,0 0 1 0 0,1 0-1 0 0,-1 0 1 0 0,1 0-1 0 0,0 0 1 0 0,0-1 0 0 0,0 1-1 0 0,0 0 1 0 0,0-1-1 0 0,0 0 1 0 0,4 3-1 0 0,-5-4 56 0 0,1 1 0 0 0,0 0 0 0 0,0-1 1 0 0,0 0-1 0 0,0 1 0 0 0,0-1 0 0 0,0 0 0 0 0,0 0 0 0 0,0 0 0 0 0,0 0 0 0 0,0 0 0 0 0,0 0 0 0 0,-1-1 0 0 0,1 1 0 0 0,0 0 1 0 0,0-1-1 0 0,0 0 0 0 0,0 0 0 0 0,0 1 0 0 0,-1-1 0 0 0,1 0 0 0 0,0 0 0 0 0,-1 0 0 0 0,1-1 0 0 0,-1 1 0 0 0,1 0 0 0 0,1-2 0 0 0,-1 0-45 0 0,0-1 0 0 0,0 1 0 0 0,0 0 0 0 0,0 0 0 0 0,0-1 0 0 0,-1 1 0 0 0,0-1-1 0 0,1 0 1 0 0,-1 1 0 0 0,-1-1 0 0 0,1 0 0 0 0,0 0 0 0 0,-1-5 0 0 0,0 6-77 0 0,1 1 0 0 0,-1-1 0 0 0,-1 0 0 0 0,1 0 0 0 0,0 0 0 0 0,-1 0 0 0 0,0 0 0 0 0,1 0 1 0 0,-1 0-1 0 0,0 1 0 0 0,-1-1 0 0 0,1 0 0 0 0,0 1 0 0 0,-1-1 0 0 0,1 1 0 0 0,-4-5 0 0 0,3 6 6 0 0,0 0-1 0 0,1 0 0 0 0,-1 0 1 0 0,0 0-1 0 0,0 0 0 0 0,0 0 1 0 0,0 0-1 0 0,0 1 0 0 0,0-1 1 0 0,0 1-1 0 0,0-1 0 0 0,0 1 1 0 0,0 0-1 0 0,0 0 0 0 0,0 0 1 0 0,0 0-1 0 0,0 0 0 0 0,0 0 1 0 0,-1 1-1 0 0,1-1 0 0 0,0 1 0 0 0,0-1 1 0 0,0 1-1 0 0,1 0 0 0 0,-1-1 1 0 0,0 1-1 0 0,-2 2 0 0 0,-2 0-124 0 0,1 0 0 0 0,0 1-1 0 0,-1-1 1 0 0,2 1 0 0 0,-1 0-1 0 0,-5 7 1 0 0,8-10 101 0 0,1 0-1 0 0,0 0 1 0 0,0 0-1 0 0,0 0 1 0 0,0 0-1 0 0,0 0 0 0 0,0 0 1 0 0,1 1-1 0 0,-1-1 1 0 0,0 0-1 0 0,1 1 1 0 0,-1-1-1 0 0,0 1 1 0 0,1-1-1 0 0,0 1 1 0 0,-1-1-1 0 0,1 1 1 0 0,0-1-1 0 0,0 1 1 0 0,0-1-1 0 0,0 1 1 0 0,0-1-1 0 0,0 1 1 0 0,0-1-1 0 0,1 1 1 0 0,-1-1-1 0 0,0 1 1 0 0,1-1-1 0 0,-1 0 1 0 0,1 1-1 0 0,1 1 0 0 0,0-2 62 0 0,0 1 0 0 0,0-1-1 0 0,1 0 1 0 0,-1 0 0 0 0,0 0-1 0 0,1 0 1 0 0,-1 0 0 0 0,1-1-1 0 0,-1 1 1 0 0,1-1-1 0 0,0 1 1 0 0,-1-1 0 0 0,1 0-1 0 0,0 0 1 0 0,-1 0 0 0 0,1-1-1 0 0,-1 1 1 0 0,4-1 0 0 0,-5 1-16 0 0,1 0 0 0 0,0 0 1 0 0,-1 0-1 0 0,1-1 1 0 0,0 1-1 0 0,-1-1 1 0 0,1 1-1 0 0,0-1 1 0 0,-1 1-1 0 0,1-1 1 0 0,-1 0-1 0 0,1 1 1 0 0,-1-1-1 0 0,1 0 1 0 0,-1 0-1 0 0,0 0 1 0 0,0 0-1 0 0,1-1 1 0 0,-1 1-1 0 0,0 0 1 0 0,0 0-1 0 0,0-1 1 0 0,0 1-1 0 0,0-1 1 0 0,0 1-1 0 0,-1-1 0 0 0,1 1 1 0 0,0-3-1 0 0,-1 4-105 0 0,0-1 0 0 0,0 1 0 0 0,0 0 0 0 0,-1-1 0 0 0,1 1 0 0 0,0-1 0 0 0,0 1-1 0 0,-1 0 1 0 0,1-1 0 0 0,0 1 0 0 0,-1 0 0 0 0,1 0 0 0 0,0-1 0 0 0,-1 1-1 0 0,1 0 1 0 0,0 0 0 0 0,-1-1 0 0 0,1 1 0 0 0,-1 0 0 0 0,1 0 0 0 0,0 0 0 0 0,-1 0-1 0 0,1 0 1 0 0,-1 0 0 0 0,1 0 0 0 0,-1 0 0 0 0,-3-1-1296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0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80 2304 0 0,'-27'14'20597'0'0,"43"-10"-20508"0"0,-1 0 1 0 0,1 0-1 0 0,-1-1 0 0 0,1-1 1 0 0,19 0-1 0 0,480-2 127 0 0,-115-15-216 0 0,-244 5 0 0 0,-37 2 0 0 0,-49 1 0 0 0,2 4 0 0 0,117 9 0 0 0,-132 4 211 0 0,-68-17-557 0 0,9 5 269 0 0,1 1 0 0 0,-1 0 0 0 0,1 0 0 0 0,-1 0 0 0 0,1 0 0 0 0,-1 0-1 0 0,0 0 1 0 0,1 0 0 0 0,-1 0 0 0 0,0 1 0 0 0,-3-2 0 0 0,-18-2-9 0 0,22 3 95 0 0,-1 0-1 0 0,0 0 1 0 0,0 1-1 0 0,0-1 1 0 0,0 1-1 0 0,0 0 1 0 0,0-1-1 0 0,0 1 0 0 0,0 0 1 0 0,0 0-1 0 0,1 0 1 0 0,-1 1-1 0 0,0-1 1 0 0,0 0-1 0 0,0 1 1 0 0,0-1-1 0 0,-3 2 1 0 0,4-2 3 0 0,-1 1 1 0 0,1-1-1 0 0,0 1 1 0 0,0-1-1 0 0,0 1 1 0 0,0 0-1 0 0,-1-1 1 0 0,1 1 0 0 0,0 0-1 0 0,0 0 1 0 0,0 0-1 0 0,1 0 1 0 0,-1 0-1 0 0,0 0 1 0 0,0 0-1 0 0,0 0 1 0 0,1 0 0 0 0,-1 0-1 0 0,1 0 1 0 0,-1 0-1 0 0,1 1 1 0 0,-1-1-1 0 0,1 0 1 0 0,0 0-1 0 0,-1 1 1 0 0,1-1 0 0 0,0 0-1 0 0,0 0 1 0 0,0 1-1 0 0,0-1 1 0 0,0 0-1 0 0,0 1 1 0 0,0-1-1 0 0,1 0 1 0 0,-1 0 0 0 0,0 1-1 0 0,1-1 1 0 0,-1 0-1 0 0,1 0 1 0 0,-1 1-1 0 0,1-1 1 0 0,0 0-1 0 0,-1 0 1 0 0,1 0 0 0 0,0 0-1 0 0,0 0 1 0 0,0 0-1 0 0,0 0 1 0 0,1 1-1 0 0,2 2 39 0 0,0-1-1 0 0,0 1 1 0 0,0-1-1 0 0,0 0 1 0 0,1 0-1 0 0,-1-1 1 0 0,1 1-1 0 0,0-1 1 0 0,-1 0-1 0 0,1 0 1 0 0,9 1-1 0 0,-11-2-50 0 0,0-1 0 0 0,0 0 0 0 0,0-1 0 0 0,1 1 0 0 0,-1 0 0 0 0,0-1 0 0 0,0 0 0 0 0,0 0 0 0 0,0 0 0 0 0,0 0 0 0 0,0 0 0 0 0,0-1 0 0 0,0 1 0 0 0,-1-1 0 0 0,1 1 0 0 0,0-1 0 0 0,-1 0 0 0 0,1 0 0 0 0,-1-1 0 0 0,0 1 0 0 0,0 0 0 0 0,0-1 0 0 0,0 1 0 0 0,0-1 0 0 0,0 0 0 0 0,-1 0 0 0 0,1 0 0 0 0,-1 1 0 0 0,0-1 0 0 0,0 0 0 0 0,0-1 0 0 0,0 1 0 0 0,-1 0 0 0 0,1 0 0 0 0,-1 0 0 0 0,0 0 0 0 0,0-1 0 0 0,0 1 0 0 0,0 0 0 0 0,0 0 0 0 0,-1 0 0 0 0,1 0 0 0 0,-1-1 0 0 0,0 1 0 0 0,0 0 0 0 0,0 0 0 0 0,0 0 0 0 0,-1 1 0 0 0,1-1 0 0 0,-1 0 0 0 0,0 0 0 0 0,0 1 0 0 0,-4-5 0 0 0,5 5 5 0 0,-1 0-1 0 0,0 0 1 0 0,-1 0-1 0 0,1 0 0 0 0,0 0 1 0 0,0 1-1 0 0,-1-1 1 0 0,1 1-1 0 0,-1 0 1 0 0,0 0-1 0 0,1 0 1 0 0,-1 0-1 0 0,0 0 1 0 0,0 0-1 0 0,1 1 1 0 0,-5-1-1 0 0,6 1-1 0 0,-1 0 0 0 0,0 1-1 0 0,1-1 1 0 0,-1 1 0 0 0,0 0-1 0 0,1-1 1 0 0,-1 1 0 0 0,1 0 0 0 0,-1 0-1 0 0,1 0 1 0 0,0 0 0 0 0,-1 0-1 0 0,1 0 1 0 0,0 0 0 0 0,0 1 0 0 0,0-1-1 0 0,0 0 1 0 0,0 1 0 0 0,0-1-1 0 0,0 1 1 0 0,0-1 0 0 0,0 1 0 0 0,1-1-1 0 0,-1 1 1 0 0,1 0 0 0 0,-1-1-1 0 0,0 4 1 0 0,0 2-37 0 0,-1 0 0 0 0,1-1 0 0 0,0 1 0 0 0,1 0 0 0 0,-1 0 0 0 0,1 0 0 0 0,1-1 0 0 0,-1 1 0 0 0,4 12 0 0 0,-4-16 31 0 0,1 1 0 0 0,0-1-1 0 0,1 1 1 0 0,-1-1 0 0 0,1 0 0 0 0,-1 1-1 0 0,1-1 1 0 0,0 0 0 0 0,0 0 0 0 0,0 0-1 0 0,1 0 1 0 0,-1-1 0 0 0,1 1 0 0 0,-1-1-1 0 0,1 1 1 0 0,0-1 0 0 0,0 0 0 0 0,0 0 0 0 0,0 0-1 0 0,4 1 1 0 0,-5-2 13 0 0,-1-1 0 0 0,0 1 0 0 0,1-1 0 0 0,0 0 0 0 0,-1 1 0 0 0,1-1 0 0 0,-1 0 0 0 0,1 0 0 0 0,-1 0 0 0 0,1 0 0 0 0,-1 0 0 0 0,1-1 0 0 0,-1 1 0 0 0,1 0 0 0 0,-1-1 0 0 0,1 1 1 0 0,-1-1-1 0 0,1 0 0 0 0,-1 1 0 0 0,1-1 0 0 0,-1 0 0 0 0,0 0 0 0 0,0 0 0 0 0,1 0 0 0 0,-1 0 0 0 0,0 0 0 0 0,0 0 0 0 0,0 0 0 0 0,0 0 0 0 0,0-1 0 0 0,0 1 0 0 0,0 0 0 0 0,-1-1 0 0 0,1 1 0 0 0,0-3 0 0 0,1 1 17 0 0,-1 0 0 0 0,0 0-1 0 0,0 0 1 0 0,0 0 0 0 0,0-1 0 0 0,0 1 0 0 0,-1 0-1 0 0,0-1 1 0 0,0 1 0 0 0,0 0 0 0 0,0-1-1 0 0,0 1 1 0 0,0 0 0 0 0,-1-1 0 0 0,-1-5 0 0 0,-2 2 17 0 0,1 0 0 0 0,-1 0 0 0 0,-1 0 0 0 0,1 1 0 0 0,-1-1 0 0 0,-6-6 0 0 0,9 12-85 0 0,1-1 1 0 0,-1 1-1 0 0,1-1 0 0 0,-1 1 0 0 0,0-1 1 0 0,1 1-1 0 0,-1 0 0 0 0,0 0 1 0 0,0 0-1 0 0,0 0 0 0 0,0 0 0 0 0,0 0 1 0 0,0 1-1 0 0,0-1 0 0 0,0 1 0 0 0,0-1 1 0 0,0 1-1 0 0,0 0 0 0 0,0-1 0 0 0,0 1 1 0 0,0 0-1 0 0,-1 1 0 0 0,1-1 0 0 0,0 0 1 0 0,0 1-1 0 0,0-1 0 0 0,-3 2 0 0 0,-2 3-1924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0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22 4145 0 0,'-11'-22'19691'0'0,"12"34"-20893"0"0,-3 182 2475 0 0,-1-132-1254 0 0,3-1 1 0 0,12 101-1 0 0,1-112-1118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0.8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12 213 2304 0 0,'-4'-20'502'0'0,"1"1"-1"0"0,0 0 0 0 0,1-30 0 0 0,2 44 54 0 0,0-1 1 0 0,1 0 0 0 0,-1 0 0 0 0,1 1 0 0 0,1-1 0 0 0,-1 1-1 0 0,1-1 1 0 0,0 1 0 0 0,0 0 0 0 0,0-1 0 0 0,1 1 0 0 0,0 0-1 0 0,0 0 1 0 0,0 1 0 0 0,1-1 0 0 0,5-5 0 0 0,-8 9-225 0 0,0 0 0 0 0,1 0 1 0 0,-1 0-1 0 0,0 0 1 0 0,1 0-1 0 0,-1 0 1 0 0,1 1-1 0 0,0-1 0 0 0,-1 0 1 0 0,1 1-1 0 0,0-1 1 0 0,-1 1-1 0 0,1 0 0 0 0,0 0 1 0 0,-1 0-1 0 0,1 0 1 0 0,3 0-1 0 0,-1 0 4 0 0,0 1 0 0 0,0 0 0 0 0,0 0 0 0 0,-1 1 0 0 0,1-1 0 0 0,0 1 0 0 0,5 3 0 0 0,5 4 3 0 0,-1 1-1 0 0,24 22 0 0 0,-27-24-46 0 0,116 122 614 0 0,-88-87-867 0 0,1-3 0 0 0,60 48 0 0 0,-47-58-2673 0 0,-46-27 1260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1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0 139 2761 0 0,'29'-17'8458'0'0,"-11"6"-6119"0"0,63-34 3683 0 0,25-12-7354 0 0,-87 49-5282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2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5985 0 0,'-7'11'4161'0'0,"3"14"-2032"0"0,4-24-1889 0 0,-2 28 1775 0 0,1 48 0 0 0,18 86-356 0 0,-9-100-866 0 0,0 27-1791 0 0,-7-69-237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3.2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11 6449 0 0,'-1'-1'270'0'0,"-1"0"-1"0"0,0 0 0 0 0,1-1 0 0 0,-1 2 0 0 0,0-1 0 0 0,0 0 1 0 0,0 0-1 0 0,0 0 0 0 0,0 1 0 0 0,0-1 0 0 0,0 1 0 0 0,0 0 1 0 0,0 0-1 0 0,0-1 0 0 0,0 1 0 0 0,0 0 0 0 0,0 1 0 0 0,0-1 1 0 0,0 0-1 0 0,0 1 0 0 0,0-1 0 0 0,1 1 0 0 0,-1-1 1 0 0,0 1-1 0 0,0 0 0 0 0,0 0 0 0 0,0 0 0 0 0,1 0 0 0 0,-1 0 1 0 0,-2 2-1 0 0,2-1-76 0 0,0-1 0 0 0,0 0 1 0 0,0 1-1 0 0,0-1 1 0 0,0 1-1 0 0,1 0 0 0 0,-1 0 1 0 0,1 0-1 0 0,-1 0 1 0 0,1 0-1 0 0,0 0 0 0 0,-1 0 1 0 0,1 0-1 0 0,0 0 0 0 0,0 0 1 0 0,1 1-1 0 0,-1-1 1 0 0,0 0-1 0 0,1 1 0 0 0,0-1 1 0 0,-1 1-1 0 0,1-1 0 0 0,0 0 1 0 0,0 1-1 0 0,1 2 1 0 0,0-3-158 0 0,-1-1 0 0 0,1 0 1 0 0,0 0-1 0 0,0 1 1 0 0,0-1-1 0 0,0 0 0 0 0,0 0 1 0 0,0 0-1 0 0,1 0 1 0 0,-1 0-1 0 0,0-1 0 0 0,0 1 1 0 0,1 0-1 0 0,-1 0 1 0 0,1-1-1 0 0,-1 1 0 0 0,0-1 1 0 0,1 1-1 0 0,-1-1 1 0 0,1 0-1 0 0,-1 0 1 0 0,3 1-1 0 0,40 2 8 0 0,-33-3 44 0 0,12 0-42 0 0,35 3 118 0 0,-55-2-192 0 0,0-1 0 0 0,0 1 0 0 0,0-1 1 0 0,0 1-1 0 0,0 0 0 0 0,-1 0 0 0 0,1 1 1 0 0,0-1-1 0 0,-1 0 0 0 0,1 1 0 0 0,-1 0 1 0 0,1-1-1 0 0,-1 1 0 0 0,0 0 0 0 0,3 3 0 0 0,-5-4 18 0 0,0 0 0 0 0,1 0 0 0 0,-1 0 0 0 0,-1 0-1 0 0,1-1 1 0 0,0 1 0 0 0,0 0 0 0 0,0 0 0 0 0,0 0-1 0 0,-1 0 1 0 0,1-1 0 0 0,0 1 0 0 0,-1 0 0 0 0,1 0-1 0 0,0-1 1 0 0,-1 1 0 0 0,1 0 0 0 0,-1 0 0 0 0,0-1-1 0 0,1 1 1 0 0,-1-1 0 0 0,1 1 0 0 0,-1 0-1 0 0,0-1 1 0 0,1 1 0 0 0,-1-1 0 0 0,0 0 0 0 0,0 1-1 0 0,1-1 1 0 0,-1 1 0 0 0,-1-1 0 0 0,-26 15-385 0 0,-26 13-242 0 0,51-26 631 0 0,1-1 0 0 0,-1 1 0 0 0,0 0 0 0 0,1 0 0 0 0,-1 0 0 0 0,1 1-1 0 0,0-1 1 0 0,0 1 0 0 0,0-1 0 0 0,0 1 0 0 0,0 0 0 0 0,1 0 0 0 0,-1-1 0 0 0,1 1 0 0 0,0 0 0 0 0,-2 5 0 0 0,3-8 4 0 0,0 1 1 0 0,0 0-1 0 0,0-1 0 0 0,1 1 1 0 0,-1 0-1 0 0,0-1 1 0 0,0 1-1 0 0,0 0 0 0 0,1-1 1 0 0,-1 1-1 0 0,0 0 0 0 0,1-1 1 0 0,-1 1-1 0 0,1-1 1 0 0,-1 1-1 0 0,1-1 0 0 0,-1 1 1 0 0,1-1-1 0 0,-1 1 1 0 0,1-1-1 0 0,-1 1 0 0 0,1-1 1 0 0,-1 0-1 0 0,1 1 1 0 0,0-1-1 0 0,-1 0 0 0 0,1 1 1 0 0,0-1-1 0 0,-1 0 1 0 0,1 0-1 0 0,0 0 0 0 0,-1 0 1 0 0,1 0-1 0 0,0 0 1 0 0,0 0-1 0 0,32 3 29 0 0,-25-3 6 0 0,2 0 67 0 0,37 5 395 0 0,-46-5-467 0 0,1 1 0 0 0,0-1 0 0 0,0 0 0 0 0,-1 1 0 0 0,1-1 0 0 0,0 1 0 0 0,-1 0 0 0 0,1 0 0 0 0,-1-1 0 0 0,1 1 0 0 0,-1 0 0 0 0,1 0 0 0 0,-1 1 0 0 0,0-1 0 0 0,1 0 0 0 0,-1 0 0 0 0,0 1 0 0 0,0-1 0 0 0,0 0 0 0 0,0 1 0 0 0,1 1 0 0 0,-2-1 1 0 0,0 0 1 0 0,0-1-1 0 0,0 1 0 0 0,0 0 0 0 0,0 0 0 0 0,-1 0 0 0 0,1-1 0 0 0,-1 1 1 0 0,1 0-1 0 0,-1 0 0 0 0,1-1 0 0 0,-1 1 0 0 0,0-1 0 0 0,0 1 0 0 0,0-1 1 0 0,-1 3-1 0 0,-22 26 253 0 0,19-24-198 0 0,-20 23-307 0 0,16-20-82 0 0,0 2 0 0 0,0-1 0 0 0,1 1-1 0 0,0 1 1 0 0,-9 19 0 0 0,16-30 198 0 0,1-1 1 0 0,0 1-1 0 0,-1-1 0 0 0,1 1 0 0 0,0 0 1 0 0,-1-1-1 0 0,1 1 0 0 0,0 0 0 0 0,0-1 1 0 0,0 1-1 0 0,0 0 0 0 0,-1 0 0 0 0,1-1 1 0 0,0 1-1 0 0,0 0 0 0 0,0-1 0 0 0,1 1 1 0 0,-1 0-1 0 0,0-1 0 0 0,0 1 0 0 0,0 0 1 0 0,0 0-1 0 0,1-1 0 0 0,-1 1 1 0 0,0-1-1 0 0,1 1 0 0 0,-1 0 0 0 0,0-1 1 0 0,1 1-1 0 0,-1-1 0 0 0,1 1 0 0 0,-1-1 1 0 0,1 1-1 0 0,-1-1 0 0 0,1 1 0 0 0,-1-1 1 0 0,1 1-1 0 0,0-1 0 0 0,-1 0 0 0 0,1 1 1 0 0,0-1-1 0 0,-1 0 0 0 0,1 0 0 0 0,0 1 1 0 0,-1-1-1 0 0,1 0 0 0 0,0 0 0 0 0,-1 0 1 0 0,1 0-1 0 0,0 0 0 0 0,0 0 0 0 0,-1 0 1 0 0,1 0-1 0 0,0 0 0 0 0,-1 0 0 0 0,1 0 1 0 0,0-1-1 0 0,-1 1 0 0 0,2-1 1 0 0,5 0-588 0 0,-1 0 1 0 0,1-1-1 0 0,-1 0 1 0 0,13-5 0 0 0,-15 5 58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3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2304 0 0,'-22'28'18594'0'0,"28"-12"-18271"0"0,-1 1 0 0 0,-1 0 0 0 0,0 0 0 0 0,2 24 1 0 0,3 17 151 0 0,6 20-438 0 0,15 66 35 0 0,-28-135-84 0 0,1 7 8 0 0,-3-16 4 0 0,0 0 0 0 0,0 1 0 0 0,0-1 0 0 0,0 0 0 0 0,0 0 0 0 0,0 1 1 0 0,1-1-1 0 0,-1 0 0 0 0,0 0 0 0 0,0 1 0 0 0,0-1 0 0 0,0 0 0 0 0,0 0 0 0 0,1 0 0 0 0,-1 1 0 0 0,0-1 0 0 0,0 0 0 0 0,0 0 0 0 0,1 0 0 0 0,-1 0 0 0 0,0 1 1 0 0,0-1-1 0 0,1 0 0 0 0,-1 0 0 0 0,0 0 0 0 0,0 0 0 0 0,1 0 0 0 0,-1 0 0 0 0,0 0 0 0 0,0 0 0 0 0,1 0 0 0 0,-1 0 0 0 0,0 0 0 0 0,1 0 0 0 0,-1 0 0 0 0,0 0 1 0 0,0 0-1 0 0,1 0 0 0 0,-1 0 0 0 0,0 0 0 0 0,0 0 0 0 0,1 0 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4.0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11 4497 0 0,'1'-10'16908'0'0,"-4"11"-16822"0"0,0 0 0 0 0,0 1 0 0 0,0-1 0 0 0,0 1 0 0 0,0 0 0 0 0,0-1 0 0 0,1 2 0 0 0,-1-1 0 0 0,0 0 0 0 0,1 0 0 0 0,0 1 0 0 0,-1-1 0 0 0,1 1 0 0 0,0 0 0 0 0,1 0 0 0 0,-1-1 0 0 0,0 1 0 0 0,1 0 0 0 0,-2 5 0 0 0,0-2-6 0 0,0 1 0 0 0,0 0-1 0 0,1 0 1 0 0,-2 9 0 0 0,3-14-79 0 0,1-1 0 0 0,0 0 0 0 0,0 0 0 0 0,0 0 0 0 0,0 0-1 0 0,0 1 1 0 0,0-1 0 0 0,0 0 0 0 0,0 0 0 0 0,0 0 0 0 0,1 0 0 0 0,-1 1 0 0 0,0-1 0 0 0,1 0 0 0 0,0 1 0 0 0,-1-2-8 0 0,1 1 1 0 0,-1-1-1 0 0,1 1 1 0 0,0-1-1 0 0,-1 0 1 0 0,1 1-1 0 0,-1-1 1 0 0,1 0-1 0 0,0 0 1 0 0,-1 0-1 0 0,1 1 1 0 0,0-1-1 0 0,-1 0 1 0 0,1 0-1 0 0,0 0 1 0 0,-1 0-1 0 0,1 0 1 0 0,0 0-1 0 0,-1 0 1 0 0,1 0-1 0 0,0-1 1 0 0,-1 1-1 0 0,1 0 1 0 0,0 0-1 0 0,-1 0 1 0 0,1-1-1 0 0,-1 1 1 0 0,1 0-1 0 0,0-1 1 0 0,1 0 5 0 0,0 0 1 0 0,-1 0 0 0 0,1 0-1 0 0,-1 0 1 0 0,1 0 0 0 0,-1 0 0 0 0,0 0-1 0 0,1-1 1 0 0,-1 1 0 0 0,0 0-1 0 0,0-1 1 0 0,0 1 0 0 0,0-1-1 0 0,0 1 1 0 0,0-1 0 0 0,-1 0-1 0 0,1 1 1 0 0,0-1 0 0 0,-1 0-1 0 0,1 1 1 0 0,-1-1 0 0 0,0 0 0 0 0,1 0-1 0 0,-1 0 1 0 0,0 1 0 0 0,0-1-1 0 0,0 0 1 0 0,0 0 0 0 0,-1 0-1 0 0,1 1 1 0 0,0-1 0 0 0,-1 0-1 0 0,1 0 1 0 0,-1 1 0 0 0,0-1-1 0 0,1 0 1 0 0,-1 1 0 0 0,0-1 0 0 0,0 1-1 0 0,0-1 1 0 0,0 1 0 0 0,0-1-1 0 0,-1 1 1 0 0,1 0 0 0 0,0 0-1 0 0,-1 0 1 0 0,1-1 0 0 0,-1 1-1 0 0,1 0 1 0 0,-1 1 0 0 0,1-1 0 0 0,-1 0-1 0 0,0 0 1 0 0,1 1 0 0 0,-1-1-1 0 0,0 1 1 0 0,0-1 0 0 0,1 1-1 0 0,-4 0 1 0 0,2-1 37 0 0,1 1 0 0 0,-1-1 0 0 0,0 1 0 0 0,0 0 0 0 0,0 1 0 0 0,0-1 0 0 0,0 0 0 0 0,1 1 0 0 0,-6 1-1 0 0,-4 7-1411 0 0,6 7-5083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4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2441 1 504 0 0,'24'1'1040'0'0,"-21"-1"-429"0"0,0 0 0 0 0,-1-1 0 0 0,1 1 1 0 0,0 0-1 0 0,0 1 0 0 0,0-1 0 0 0,-1 0 1 0 0,1 1-1 0 0,0 0 0 0 0,-1 0 0 0 0,1-1 0 0 0,0 2 1 0 0,-4 14 6424 0 0,0-16-6822 0 0,1 1 0 0 0,-1-1 1 0 0,1 0-1 0 0,-1 0 0 0 0,1 0 0 0 0,-1 0 0 0 0,0 1 1 0 0,-21 8 2464 0 0,-151 18-1801 0 0,82-13-617 0 0,-1-4 0 0 0,-95-1-1 0 0,78-1-505 0 0,1 4 0 0 0,-151 38-1 0 0,191-39-299 0 0,-115 5-1 0 0,11-3 77 0 0,155-10 384 0 0,0-1 0 0 0,0-1 1 0 0,0-1-1 0 0,1-1 0 0 0,-1 0 0 0 0,0-1 0 0 0,0 0 0 0 0,1-2 1 0 0,-1 0-1 0 0,1-1 0 0 0,0 0 0 0 0,0-1 0 0 0,1-1 1 0 0,-23-13-1 0 0,32 16 118 0 0,-1 0 0 0 0,0 1 0 0 0,0 0 1 0 0,0 0-1 0 0,-1 1 0 0 0,1 0 0 0 0,-1 1 0 0 0,1-1 1 0 0,-1 1-1 0 0,0 1 0 0 0,-7-1 0 0 0,-6 3-233 0 0,0 0 0 0 0,-33 8 0 0 0,34-5-115 0 0,-1-1 0 0 0,-41 2 0 0 0,53-7 451 0 0,0-1-1 0 0,1 0 1 0 0,-1 0 0 0 0,1-1-1 0 0,-1 0 1 0 0,1-1 0 0 0,0 1-1 0 0,-9-7 1 0 0,-27-11 446 0 0,33 18-540 0 0,0 0 0 0 0,-1 0 0 0 0,1 1 0 0 0,-1 0 0 0 0,1 1 0 0 0,-1 1 0 0 0,0 0 0 0 0,1 0 0 0 0,-17 4 0 0 0,-8 3 786 0 0,-56 18-1 0 0,90-24-796 0 0,-37 8 588 0 0,37-8-678 0 0,-1-1 1 0 0,1 1-1 0 0,0-1 0 0 0,0 0 1 0 0,0 0-1 0 0,0 0 1 0 0,0 0-1 0 0,0 0 0 0 0,0-1 1 0 0,0 1-1 0 0,0 0 0 0 0,0-1 1 0 0,0 0-1 0 0,0 1 0 0 0,0-1 1 0 0,-3-2-1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5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3681 0 0,'-5'17'5960'0'0,"33"-16"-3574"0"0,24-1-79 0 0,-1 2 0 0 0,62 11 0 0 0,-9-1-1123 0 0,204 40 298 0 0,-130-18-1238 0 0,-136-27-74 0 0,1-2 0 0 0,0-2 0 0 0,-1-2 0 0 0,1-1 0 0 0,0-3-1 0 0,0-1 1 0 0,-1-3 0 0 0,0-1 0 0 0,52-17 0 0 0,-49 8 41 0 0,-26 9-157 0 0,1 2 0 0 0,-1-1 0 0 0,23-3 0 0 0,-42 10-73 0 0,0 0 1 0 0,0 0-1 0 0,0 0 1 0 0,0 0 0 0 0,1 1-1 0 0,-1-1 1 0 0,0 0-1 0 0,0 0 1 0 0,0 0-1 0 0,0 0 1 0 0,0 0 0 0 0,1 0-1 0 0,-1 0 1 0 0,0 0-1 0 0,0 0 1 0 0,0 0-1 0 0,0 0 1 0 0,0 0-1 0 0,1 1 1 0 0,-1-1 0 0 0,0 0-1 0 0,0 0 1 0 0,0 0-1 0 0,0 0 1 0 0,0 0-1 0 0,0 0 1 0 0,0 1 0 0 0,0-1-1 0 0,0 0 1 0 0,0 0-1 0 0,0 0 1 0 0,1 0-1 0 0,-1 0 1 0 0,0 1 0 0 0,0-1-1 0 0,0 0 1 0 0,0 0-1 0 0,0 0 1 0 0,0 0-1 0 0,0 1 1 0 0,0-1-1 0 0,0 0 1 0 0,0 0 0 0 0,-1 0-1 0 0,1 0 1 0 0,0 0-1 0 0,0 1 1 0 0,0-1-1 0 0,0 0 1 0 0,0 0 0 0 0,0 0-1 0 0,0 0 1 0 0,0 0-1 0 0,0 1 1 0 0,0-1-1 0 0,-1 0 1 0 0,1 0-1 0 0,0 0 1 0 0,0 0 0 0 0,0 0-1 0 0,0 0 1 0 0,0 0-1 0 0,0 0 1 0 0,-1 1-1 0 0,1-1 1 0 0,0 0 0 0 0,0 0-1 0 0,0 0 1 0 0,-1 0-1 0 0,-12 16-2028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6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78 3225 0 0,'-7'5'16667'0'0,"8"-2"-16552"0"0,-1 1-1 0 0,1 0 0 0 0,-1 0 0 0 0,1 0 1 0 0,1 0-1 0 0,-1 0 0 0 0,0-1 0 0 0,1 1 1 0 0,0-1-1 0 0,0 1 0 0 0,0-1 1 0 0,0 1-1 0 0,0-1 0 0 0,1 0 0 0 0,3 3 1 0 0,-4-4-87 0 0,0 0-1 0 0,0 0 1 0 0,1 0 0 0 0,-1 0 0 0 0,1 0 0 0 0,-1-1-1 0 0,1 1 1 0 0,0-1 0 0 0,0 1 0 0 0,0-1 0 0 0,0 0 0 0 0,0 0-1 0 0,0-1 1 0 0,0 1 0 0 0,0-1 0 0 0,0 1 0 0 0,0-1 0 0 0,0 0-1 0 0,0 0 1 0 0,0 0 0 0 0,5-1 0 0 0,-7 0-24 0 0,0 1 0 0 0,0 0 0 0 0,0 0 0 0 0,0-1 0 0 0,0 1 0 0 0,0 0 0 0 0,0-1 0 0 0,0 1 0 0 0,0-1 0 0 0,0 1 0 0 0,0-1 0 0 0,-1 1 0 0 0,1-1 0 0 0,0 0 0 0 0,0 1 1 0 0,-1-1-1 0 0,1 0 0 0 0,0 0 0 0 0,-1 0 0 0 0,1 1 0 0 0,-1-1 0 0 0,1 0 0 0 0,-1 0 0 0 0,1 0 0 0 0,-1 0 0 0 0,0 0 0 0 0,1-1 0 0 0,-1-1-21 0 0,0 1-1 0 0,0-1 1 0 0,0 1-1 0 0,0 0 1 0 0,-1-1 0 0 0,1 1-1 0 0,-1-1 1 0 0,0 1-1 0 0,1 0 1 0 0,-1-1 0 0 0,-1-1-1 0 0,-2-4-174 0 0,0 1 0 0 0,-1-1-1 0 0,1 1 1 0 0,-1 1 0 0 0,-11-12-1 0 0,-18-8-613 0 0,33 25 801 0 0,0 0-1 0 0,-1 0 1 0 0,1 0 0 0 0,0 0-1 0 0,0 1 1 0 0,-1-1 0 0 0,1 1-1 0 0,0-1 1 0 0,-1 1 0 0 0,1-1-1 0 0,0 1 1 0 0,-1 0-1 0 0,1-1 1 0 0,-1 1 0 0 0,1 0-1 0 0,-1 0 1 0 0,1 0 0 0 0,0 0-1 0 0,-1 0 1 0 0,1 1 0 0 0,-1-1-1 0 0,1 0 1 0 0,0 1-1 0 0,-1-1 1 0 0,1 1 0 0 0,0-1-1 0 0,-2 2 1 0 0,2-1 1 0 0,1 1 0 0 0,-1-1 0 0 0,1 0 0 0 0,0 1 0 0 0,-1-1 0 0 0,1 1-1 0 0,0-1 1 0 0,0 1 0 0 0,0-1 0 0 0,0 1 0 0 0,0-1 0 0 0,0 1 0 0 0,1-1 0 0 0,-1 0 0 0 0,0 1 0 0 0,1-1 0 0 0,-1 1 0 0 0,2 1 0 0 0,10 26-90 0 0,-11-27 130 0 0,0 0 0 0 0,1 0 0 0 0,-1 0 0 0 0,0 0 0 0 0,1 0 0 0 0,-1-1 0 0 0,1 1 0 0 0,0-1 0 0 0,-1 1 0 0 0,1-1 0 0 0,0 1 0 0 0,0-1 0 0 0,0 0 0 0 0,0 0 0 0 0,0 0 0 0 0,0 0 0 0 0,0 0 0 0 0,0-1 0 0 0,0 1 0 0 0,1-1 0 0 0,-1 1 0 0 0,0-1 0 0 0,0 0 0 0 0,1 1 0 0 0,-1-1 0 0 0,0-1 0 0 0,1 1 1 0 0,-1 0-1 0 0,0 0 0 0 0,0-1 0 0 0,0 1 0 0 0,1-1 0 0 0,-1 0 0 0 0,0 0 0 0 0,0 0 0 0 0,0 0 0 0 0,0 0 0 0 0,0 0 0 0 0,0 0 0 0 0,0-1 0 0 0,-1 1 0 0 0,1-1 0 0 0,0 1 0 0 0,1-4 0 0 0,-1 4-1 0 0,0-1 0 0 0,-1 1 0 0 0,1-1 1 0 0,0 1-1 0 0,-1-1 0 0 0,0 0 0 0 0,0 0 0 0 0,1 0 1 0 0,-1 0-1 0 0,0 0 0 0 0,0 0 0 0 0,-1 0 1 0 0,1 0-1 0 0,0 0 0 0 0,-1 0 0 0 0,1-1 0 0 0,-1 1 1 0 0,0 0-1 0 0,0 0 0 0 0,0 0 0 0 0,0-1 1 0 0,0 1-1 0 0,0 0 0 0 0,0 0 0 0 0,-1-1 0 0 0,1 1 1 0 0,-1 0-1 0 0,0 0 0 0 0,1 0 0 0 0,-1 0 1 0 0,0 0-1 0 0,0 0 0 0 0,-1 0 0 0 0,1 0 1 0 0,0 0-1 0 0,-1 1 0 0 0,1-1 0 0 0,-1 0 0 0 0,1 1 1 0 0,-1-1-1 0 0,0 1 0 0 0,0 0 0 0 0,1-1 1 0 0,-1 1-1 0 0,-4-2 0 0 0,4 2-53 0 0,-1 0 1 0 0,1-1-1 0 0,-1 1 0 0 0,0 0 1 0 0,1 0-1 0 0,-1 1 0 0 0,0-1 1 0 0,0 0-1 0 0,0 1 0 0 0,1 0 1 0 0,-1 0-1 0 0,0 0 0 0 0,0 0 1 0 0,0 0-1 0 0,0 0 0 0 0,1 1 1 0 0,-1-1-1 0 0,0 1 0 0 0,0 0 1 0 0,1 0-1 0 0,-1 0 0 0 0,1 0 1 0 0,-5 3-1 0 0,-17 19-6606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6.9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8290 0 0,'-4'5'6984'0'0,"3"8"-4147"0"0,6 14-1952 0 0,-5-23-390 0 0,92 480 3131 0 0,-91-476-3655 0 0,2 11-740 0 0,2-1 1 0 0,6 22-1 0 0,-9-36 469 0 0,-1 0 1 0 0,1 0 0 0 0,-1-1 0 0 0,1 1 0 0 0,0 0-1 0 0,0-1 1 0 0,1 0 0 0 0,-1 1 0 0 0,1-1 0 0 0,-1 0-1 0 0,1 0 1 0 0,0-1 0 0 0,0 1 0 0 0,1 0 0 0 0,-1-1 0 0 0,6 3-1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7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16 149 1376 0 0,'-1'1'498'0'0,"1"-1"-332"0"0,-1 0 0 0 0,1 0 0 0 0,-1 0 0 0 0,1 1 0 0 0,-1-1 0 0 0,1 0 0 0 0,-11-5 4649 0 0,11 5-4649 0 0,-1-1 0 0 0,9-18 3522 0 0,25-20-33 0 0,-21 29-2913 0 0,0 0 0 0 0,0 0 0 0 0,1 1 0 0 0,1 1 0 0 0,0 0 0 0 0,0 1 0 0 0,0 0 0 0 0,1 2 0 0 0,19-6 0 0 0,-33 10-740 0 0,1 1 0 0 0,-1 0-1 0 0,1 0 1 0 0,-1 0 0 0 0,1 0-1 0 0,-1 0 1 0 0,0 0 0 0 0,1 1-1 0 0,-1-1 1 0 0,1 0-1 0 0,-1 1 1 0 0,1-1 0 0 0,-1 1-1 0 0,0-1 1 0 0,1 1 0 0 0,-1 0-1 0 0,0-1 1 0 0,0 1 0 0 0,1 0-1 0 0,-1 0 1 0 0,2 2 0 0 0,-1-1 3 0 0,-1 1 1 0 0,1-1 0 0 0,0 1-1 0 0,-1 0 1 0 0,0 0 0 0 0,0-1 0 0 0,1 1-1 0 0,-2 0 1 0 0,1 0 0 0 0,1 3-1 0 0,0 9 21 0 0,-1 0-1 0 0,-1 0 0 0 0,-1 21 0 0 0,1-27-22 0 0,-8 43-218 0 0,6-41 132 0 0,0 0-1 0 0,1 1 0 0 0,0-1 0 0 0,0 16 0 0 0,2-26 65 0 0,-1 0 0 0 0,0 0-1 0 0,0 0 1 0 0,1 0-1 0 0,-1 0 1 0 0,1 0-1 0 0,-1 0 1 0 0,1-1 0 0 0,-1 1-1 0 0,1 0 1 0 0,0 0-1 0 0,-1 0 1 0 0,1-1-1 0 0,0 1 1 0 0,-1 0 0 0 0,1-1-1 0 0,0 1 1 0 0,0-1-1 0 0,0 1 1 0 0,0-1-1 0 0,-1 1 1 0 0,1-1 0 0 0,0 0-1 0 0,0 1 1 0 0,0-1-1 0 0,0 0 1 0 0,0 0-1 0 0,0 1 1 0 0,0-1 0 0 0,0 0-1 0 0,0 0 1 0 0,0 0-1 0 0,0 0 1 0 0,2-1-1 0 0,41-6-52 0 0,-32 5 36 0 0,-3-1 79 0 0,1 2-1 0 0,0 0 1 0 0,-1 0-1 0 0,1 0 0 0 0,0 2 1 0 0,-1-1-1 0 0,16 3 1 0 0,-22-2-22 0 0,0 0 0 0 0,1 0 1 0 0,-1 1-1 0 0,0-1 0 0 0,0 1 1 0 0,0 0-1 0 0,-1-1 0 0 0,1 1 1 0 0,0 1-1 0 0,-1-1 0 0 0,1 0 0 0 0,-1 1 1 0 0,0-1-1 0 0,1 1 0 0 0,-1-1 1 0 0,-1 1-1 0 0,1 0 0 0 0,0 0 1 0 0,-1 0-1 0 0,1 0 0 0 0,-1 0 1 0 0,0 1-1 0 0,0-1 0 0 0,0 0 1 0 0,0 5-1 0 0,0 0 24 0 0,0 1 1 0 0,-1 0-1 0 0,0-1 1 0 0,-1 1 0 0 0,0 0-1 0 0,0-1 1 0 0,-1 1-1 0 0,0-1 1 0 0,0 1-1 0 0,-1-1 1 0 0,0 0-1 0 0,0 0 1 0 0,-8 12-1 0 0,0-1 11 0 0,-1 0-1 0 0,-1 0 0 0 0,0-2 0 0 0,-18 19 0 0 0,29-34-39 0 0,-1 1-1 0 0,0 0 1 0 0,0-1-1 0 0,0 1 1 0 0,0-1-1 0 0,0 0 1 0 0,-1 0-1 0 0,1-1 1 0 0,-6 3-1 0 0,8-3-90 0 0,-1-1 1 0 0,1 0-1 0 0,0 0 0 0 0,0 0 0 0 0,0 1 0 0 0,0-1 0 0 0,-1 0 0 0 0,1-1 0 0 0,0 1 1 0 0,0 0-1 0 0,0 0 0 0 0,-1 0 0 0 0,1-1 0 0 0,0 1 0 0 0,0 0 0 0 0,0-1 0 0 0,0 1 0 0 0,0-1 1 0 0,0 0-1 0 0,0 1 0 0 0,0-1 0 0 0,0 0 0 0 0,0 0 0 0 0,0 1 0 0 0,0-1 0 0 0,1 0 1 0 0,-1 0-1 0 0,0 0 0 0 0,1 0 0 0 0,-1 0 0 0 0,0 0 0 0 0,1 0 0 0 0,-1 0 0 0 0,1-2 1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8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4145 0 0,'-17'19'13934'0'0,"17"-16"-13418"0"0,1-2-468 0 0,-1 0 0 0 0,1 1 1 0 0,-1-1-1 0 0,1 0 0 0 0,-1 0 0 0 0,1 1 0 0 0,0-1 0 0 0,0 0 0 0 0,0 0 1 0 0,-1 0-1 0 0,1 0 0 0 0,0 0 0 0 0,0 0 0 0 0,1 0 0 0 0,0 0 0 0 0,0 1 60 0 0,-1-1-1 0 0,1 1 0 0 0,-1 0 0 0 0,0-1 0 0 0,0 1 1 0 0,0 0-1 0 0,0 0 0 0 0,0 0 0 0 0,0 0 0 0 0,0 0 1 0 0,-1-1-1 0 0,1 1 0 0 0,-1 1 0 0 0,1-1 0 0 0,-1 2 1 0 0,0-2-53 0 0,1 1 1 0 0,-1-1 0 0 0,1 1 0 0 0,-1-1-1 0 0,1 0 1 0 0,0 1 0 0 0,0-1 0 0 0,0 0-1 0 0,0 0 1 0 0,1 1 0 0 0,-1-1 0 0 0,0 0-1 0 0,1 0 1 0 0,0-1 0 0 0,1 3 0 0 0,8 6 83 0 0,0-1 1 0 0,-1 2 0 0 0,0-1-1 0 0,-1 2 1 0 0,-1-1-1 0 0,11 17 1 0 0,36 81 236 0 0,-38-73-232 0 0,-10-21-79 0 0,-1 1 0 0 0,0-1-1 0 0,-1 1 1 0 0,-1 0 0 0 0,3 19 0 0 0,-3 16-2339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9.5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 6913 0 0,'-1'-4'12127'0'0,"10"6"-9673"0"0,-6-1-2416 0 0,-1 0 1 0 0,0 0 0 0 0,0 1 0 0 0,1-1 0 0 0,-1 0 0 0 0,0 1 0 0 0,0-1 0 0 0,0 1 0 0 0,-1 0 0 0 0,4 3 0 0 0,-1 3 63 0 0,0 0 0 0 0,0 0 0 0 0,-1 0 0 0 0,0 1 0 0 0,-1-1 0 0 0,0 1 0 0 0,0 0 0 0 0,1 13 0 0 0,-1 79-136 0 0,-2-55 81 0 0,0-24-51 0 0,4 59-40 0 0,-3-75 41 0 0,0 0 0 0 0,0 0 0 0 0,0 0 0 0 0,1 0 0 0 0,0-1 0 0 0,0 1 1 0 0,1 0-1 0 0,-1-1 0 0 0,1 0 0 0 0,6 8 0 0 0,-8-11 8 0 0,1-1 0 0 0,-1 1 0 0 0,1-1 0 0 0,-1 0-1 0 0,1 0 1 0 0,0 0 0 0 0,-1 0 0 0 0,1 0 0 0 0,0 0 0 0 0,0 0 0 0 0,0 0 0 0 0,0-1 0 0 0,0 1 0 0 0,-1-1 0 0 0,1 1 0 0 0,0-1 0 0 0,0 0-1 0 0,0 0 1 0 0,0 0 0 0 0,0 0 0 0 0,0 0 0 0 0,0 0 0 0 0,0-1 0 0 0,0 1 0 0 0,0-1 0 0 0,0 1 0 0 0,0-1 0 0 0,0 0 0 0 0,0 1 0 0 0,-1-1-1 0 0,4-2 1 0 0,6-4 52 0 0,0 0-1 0 0,-1-1 0 0 0,19-16 0 0 0,-13 9-30 0 0,92-72-2735 0 0,-90 73-4696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9.7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11979 0 0,'-1'1'262'0'0,"0"1"0"0"0,0-1 1 0 0,0 1-1 0 0,0-1 0 0 0,1 1 1 0 0,-1 0-1 0 0,1-1 0 0 0,-1 1 0 0 0,1 0 1 0 0,-1-1-1 0 0,1 1 0 0 0,0 0 1 0 0,0 0-1 0 0,0-1 0 0 0,0 1 1 0 0,0 0-1 0 0,1 0 0 0 0,-1-1 1 0 0,0 1-1 0 0,1 0 0 0 0,-1-1 1 0 0,1 1-1 0 0,0-1 0 0 0,-1 1 1 0 0,3 2-1 0 0,3 6 581 0 0,0 0-1 0 0,1-1 0 0 0,9 10 1 0 0,7 10-152 0 0,5 21-465 0 0,-2 2 0 0 0,21 60 1 0 0,-15-34-7297 0 0,-23-59-21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0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3681 0 0,'-6'0'14255'0'0,"16"6"-10650"0"0,26 20-2888 0 0,-21-6-399 0 0,0 1 1 0 0,-2 1-1 0 0,0 1 0 0 0,-2-1 1 0 0,-1 2-1 0 0,13 40 0 0 0,-9-25-848 0 0,25 49 0 0 0,-12-43-2738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0.3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0 1376 0 0,'-3'1'35'0'0,"0"0"-1"0"0,-1 0 1 0 0,1 0 0 0 0,1 0-1 0 0,-1 0 1 0 0,0 1-1 0 0,0-1 1 0 0,0 1-1 0 0,1 0 1 0 0,-1 0 0 0 0,-2 2-1 0 0,-28 25 174 0 0,31-26-167 0 0,-10 8 365 0 0,2 1-1 0 0,0 0 1 0 0,0 0-1 0 0,1 1 1 0 0,-8 15-1 0 0,15-25 14 0 0,0 0 0 0 0,0 1 1 0 0,0-1-1 0 0,0 1 0 0 0,1-1 0 0 0,0 1 0 0 0,0 0 0 0 0,0 0 1 0 0,0 0-1 0 0,0-1 0 0 0,1 1 0 0 0,0 0 0 0 0,0 0 0 0 0,0 0 1 0 0,0 0-1 0 0,0 0 0 0 0,1 0 0 0 0,0 0 0 0 0,0-1 0 0 0,0 1 0 0 0,0 0 1 0 0,0 0-1 0 0,1-1 0 0 0,0 1 0 0 0,3 5 0 0 0,-2-7-147 0 0,0 1 1 0 0,0-1-1 0 0,0 0 0 0 0,0 0 0 0 0,0 0 0 0 0,1 0 0 0 0,-1 0 1 0 0,1-1-1 0 0,-1 0 0 0 0,1 1 0 0 0,-1-1 0 0 0,1-1 0 0 0,0 1 1 0 0,0 0-1 0 0,-1-1 0 0 0,1 0 0 0 0,0 0 0 0 0,0 0 0 0 0,0 0 1 0 0,-1-1-1 0 0,7-1 0 0 0,10-2-643 0 0,0-1 1 0 0,32-12-1 0 0,-45 15 39 0 0,17-8-6804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2.1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30 5065 0 0,'0'-1'153'0'0,"0"0"-1"0"0,-1 0 1 0 0,1 0 0 0 0,0 0-1 0 0,0 0 1 0 0,0 0 0 0 0,0 1-1 0 0,0-1 1 0 0,4-20 8913 0 0,-2 34-5025 0 0,4 1-2135 0 0,2 4-1467 0 0,-7 3-247 0 0,-2-20-183 0 0,1 0 0 0 0,0-1 0 0 0,-1 1 0 0 0,1 0 0 0 0,0 0 0 0 0,0 0-1 0 0,0 0 1 0 0,0 0 0 0 0,0 0 0 0 0,0-1 0 0 0,0 1 0 0 0,0 0 0 0 0,1 0 0 0 0,-1 0-1 0 0,0 0 1 0 0,0 0 0 0 0,1 0 0 0 0,-1-1 0 0 0,0 1 0 0 0,1 0 0 0 0,-1 0 0 0 0,1-1-1 0 0,-1 1 1 0 0,1 0 0 0 0,0-1 0 0 0,-1 1 0 0 0,1 0 0 0 0,1 0 0 0 0,-1 1-11 0 0,0-1 0 0 0,0 1 1 0 0,0-1-1 0 0,0 1 1 0 0,-1 0-1 0 0,1 0 0 0 0,0-1 1 0 0,-1 1-1 0 0,1 0 0 0 0,-1 0 1 0 0,1 0-1 0 0,-1 0 0 0 0,0 0 1 0 0,0-1-1 0 0,0 1 0 0 0,0 0 1 0 0,0 0-1 0 0,-1 0 1 0 0,1 0-1 0 0,0 0 0 0 0,-2 2 1 0 0,2-1-2 0 0,-1-1 1 0 0,1 1 0 0 0,0 0 0 0 0,-1-1 0 0 0,1 1 0 0 0,1 0 0 0 0,-1 0-1 0 0,0-1 1 0 0,0 1 0 0 0,1-1 0 0 0,0 1 0 0 0,1 3 0 0 0,-2-5-158 0 0,1 0 1 0 0,-1 0-1 0 0,0 0 1 0 0,0-1-1 0 0,1 1 1 0 0,-1 0-1 0 0,0 0 1 0 0,0 0-1 0 0,0 0 1 0 0,0 0-1 0 0,0 0 1 0 0,0-1-1 0 0,0 1 1 0 0,0 0-1 0 0,-1 0 1 0 0,1 0-1 0 0,0 0 1 0 0,0-1-1 0 0,-1 1 1 0 0,0 1-1 0 0,1-1-24 0 0,0 0 0 0 0,-1-1-1 0 0,1 1 1 0 0,0-1-1 0 0,-1 1 1 0 0,1 0 0 0 0,0-1-1 0 0,0 1 1 0 0,0 0 0 0 0,0-1-1 0 0,0 1 1 0 0,-1 0 0 0 0,1-1-1 0 0,0 1 1 0 0,1 0-1 0 0,-1-1 1 0 0,0 1 0 0 0,0 0-1 0 0,0-1 1 0 0,0 1 0 0 0,0 0-1 0 0,1-1 1 0 0,-1 1 0 0 0,0 0-1 0 0,1-1 1 0 0,-1 1 0 0 0,0-1-1 0 0,1 1 1 0 0,-1 0-1 0 0,1-1 1 0 0,-1 1 0 0 0,1-1-1 0 0,-1 0 1 0 0,2 2 0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2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4369 0 0,'4'16'19455'0'0,"2"3"-17810"0"0,6 15-4568 0 0,-2-6 3699 0 0,14 42-743 0 0,0 5 20 0 0,4 0-1 0 0,47 91 1 0 0,-40-106-1259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3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1 10594 0 0,'-7'9'492'0'0,"1"-1"0"0"0,0 2 0 0 0,0-1 0 0 0,0 1 0 0 0,-5 14-1 0 0,-4 7 120 0 0,-51 85 2625 0 0,-49 94-304 0 0,114-208-2861 0 0,-1 0 0 0 0,1 1 0 0 0,0-1 1 0 0,0 1-1 0 0,1-1 0 0 0,-1 1 0 0 0,0-1 0 0 0,1 1 0 0 0,-1-1 0 0 0,1 1 0 0 0,0-1 0 0 0,0 1 0 0 0,0 0 0 0 0,0-1 0 0 0,1 3 0 0 0,-1-4-31 0 0,1-1 0 0 0,-1 1-1 0 0,0 0 1 0 0,1-1 0 0 0,-1 1 0 0 0,0-1-1 0 0,1 1 1 0 0,-1-1 0 0 0,1 0 0 0 0,-1 1-1 0 0,0-1 1 0 0,1 1 0 0 0,0-1 0 0 0,-1 0-1 0 0,1 1 1 0 0,-1-1 0 0 0,1 0 0 0 0,-1 0-1 0 0,1 0 1 0 0,-1 1 0 0 0,1-1 0 0 0,0 0-1 0 0,0 0 1 0 0,24-4 307 0 0,113-62 61 0 0,-62 27-365 0 0,-6 3-122 0 0,28-12-22 0 0,-31 21-3487 0 0,-48 22-3534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4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50 100 4145 0 0,'-49'-11'14769'0'0,"66"10"-14407"0"0,137-13 1648 0 0,123-16-755 0 0,-146 14-839 0 0,139 0 0 0 0,-172 10-247 0 0,-64 3-31 0 0,0 1-1 0 0,0 1 1 0 0,41 5 0 0 0,-74-4-131 0 0,0 0 0 0 0,-1 0 0 0 0,1 0 0 0 0,0 0 0 0 0,0 0 0 0 0,0 0 0 0 0,0 0 0 0 0,0 0 0 0 0,0 1 0 0 0,-1-1 1 0 0,1 0-1 0 0,0 0 0 0 0,0 1 0 0 0,0-1 0 0 0,-1 1 0 0 0,1-1 0 0 0,0 0 0 0 0,0 1 0 0 0,-1-1 0 0 0,1 1 0 0 0,0 0 0 0 0,-1-1 0 0 0,1 1 0 0 0,-1 0 0 0 0,1-1 0 0 0,-1 1 0 0 0,1 0 0 0 0,-1 0 0 0 0,1-1 0 0 0,0 3 0 0 0,-2-1 59 0 0,1 0 0 0 0,-1 0 0 0 0,0 0 0 0 0,0 0 0 0 0,1 0 0 0 0,-1-1 0 0 0,-1 1 0 0 0,1 0 0 0 0,0 0 0 0 0,-2 2 0 0 0,-11 20-1152 0 0,13-23 879 0 0,1 0 0 0 0,0 0-1 0 0,-1 0 1 0 0,1 0 0 0 0,0 1-1 0 0,0-1 1 0 0,0 0 0 0 0,0 0 0 0 0,0 0-1 0 0,0 0 1 0 0,0 0 0 0 0,0 1-1 0 0,0-1 1 0 0,0 0 0 0 0,1 0 0 0 0,-1 0-1 0 0,1 0 1 0 0,-1 0 0 0 0,1 0-1 0 0,-1 0 1 0 0,2 2 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5.1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0 339 3777 0 0,'2'-4'56'0'0,"-1"1"0"0"0,1-1 0 0 0,0 1 0 0 0,0-1 0 0 0,0 1 0 0 0,0 0 0 0 0,1-1 0 0 0,-1 1 1 0 0,1 1-1 0 0,5-6 0 0 0,3-4 546 0 0,-1-2 816 0 0,0 0 0 0 0,-1-1 0 0 0,-1 0 0 0 0,0 0 1 0 0,-1-1-1 0 0,-1 0 0 0 0,0 0 0 0 0,-1 0 0 0 0,4-26 0 0 0,-8 39-1267 0 0,-1-1 0 0 0,1 1-1 0 0,0 0 1 0 0,0 0-1 0 0,1-1 1 0 0,-1 1 0 0 0,1 0-1 0 0,-1 0 1 0 0,1 0-1 0 0,0 0 1 0 0,0 0 0 0 0,0 1-1 0 0,1-1 1 0 0,-1 1-1 0 0,1-1 1 0 0,3-2 0 0 0,-4 4-130 0 0,-1 1 0 0 0,1-1-1 0 0,0 0 1 0 0,0 1 0 0 0,0 0 0 0 0,-1-1 0 0 0,1 1 0 0 0,0 0 0 0 0,0 0 0 0 0,0 0 0 0 0,0 0 0 0 0,-1 0 0 0 0,1 0 0 0 0,0 1 0 0 0,0-1 0 0 0,0 1 0 0 0,-1-1 0 0 0,1 1 0 0 0,0-1 0 0 0,0 1-1 0 0,-1 0 1 0 0,1 0 0 0 0,-1 0 0 0 0,1 0 0 0 0,-1 0 0 0 0,1 0 0 0 0,-1 1 0 0 0,0-1 0 0 0,1 0 0 0 0,-1 1 0 0 0,0-1 0 0 0,1 3 0 0 0,9 11 7 0 0,-1 1 1 0 0,-1 0-1 0 0,0 0 0 0 0,-1 1 1 0 0,-1 0-1 0 0,-1 1 1 0 0,5 19-1 0 0,19 46 49 0 0,-19-56-87 0 0,-8-18 4 0 0,0-1-1 0 0,0 0 1 0 0,1 0 0 0 0,0 0 0 0 0,0 0 0 0 0,1 0-1 0 0,0-1 1 0 0,0 0 0 0 0,11 11 0 0 0,-15-17 5 0 0,0-1 1 0 0,-1 0 0 0 0,1 1-1 0 0,-1-1 1 0 0,1 0-1 0 0,0 1 1 0 0,-1-1-1 0 0,1 0 1 0 0,0 0 0 0 0,0 0-1 0 0,-1 0 1 0 0,1 0-1 0 0,0 1 1 0 0,-1-1-1 0 0,1 0 1 0 0,0-1 0 0 0,0 1-1 0 0,-1 0 1 0 0,1 0-1 0 0,0 0 1 0 0,-1 0-1 0 0,1-1 1 0 0,0 1 0 0 0,-1 0-1 0 0,2-1 1 0 0,16-16 44 0 0,6-28 132 0 0,-24 43-161 0 0,43-102 307 0 0,-27 59-181 0 0,2 2-1 0 0,38-66 1 0 0,-53 105-113 0 0,0-1 0 0 0,0 1 0 0 0,0 0 0 0 0,0 0 0 0 0,1 0 0 0 0,0 0 0 0 0,0 1 0 0 0,0-1 0 0 0,0 1 0 0 0,0 0 0 0 0,1 0 0 0 0,-1 0 0 0 0,1 1 0 0 0,0 0 0 0 0,5-2 0 0 0,-6 3-11 0 0,-1 1 1 0 0,1-1-1 0 0,-1 1 1 0 0,1 0-1 0 0,-1 0 0 0 0,1 1 1 0 0,-1-1-1 0 0,1 1 0 0 0,-1 0 1 0 0,0 0-1 0 0,1 0 0 0 0,-1 0 1 0 0,0 0-1 0 0,0 1 0 0 0,1-1 1 0 0,-1 1-1 0 0,-1 0 0 0 0,1 0 1 0 0,0 0-1 0 0,0 0 0 0 0,-1 1 1 0 0,1-1-1 0 0,3 5 0 0 0,8 11 7 0 0,0 1-1 0 0,-2 1 1 0 0,0 0-1 0 0,0 1 1 0 0,-2 0 0 0 0,12 36-1 0 0,-9-23 19 0 0,27 48-1 0 0,-40-82-40 0 0,0 1 1 0 0,0 0-1 0 0,0-1 0 0 0,1 1 0 0 0,-1 0 0 0 0,1-1 0 0 0,-1 1 0 0 0,0 0 1 0 0,1-1-1 0 0,-1 1 0 0 0,1-1 0 0 0,-1 1 0 0 0,1-1 0 0 0,-1 1 0 0 0,1-1 1 0 0,0 1-1 0 0,-1-1 0 0 0,1 1 0 0 0,0-1 0 0 0,-1 0 0 0 0,1 0 0 0 0,0 1 1 0 0,-1-1-1 0 0,1 0 0 0 0,0 0 0 0 0,0 0 0 0 0,-1 0 0 0 0,1 1 0 0 0,0-1 1 0 0,-1 0-1 0 0,1 0 0 0 0,0-1 0 0 0,0 1 0 0 0,0 0 0 0 0,1-1 6 0 0,0 0 0 0 0,-1-1 0 0 0,1 1 0 0 0,-1 0 0 0 0,1-1 0 0 0,-1 1 0 0 0,0-1 0 0 0,0 0 0 0 0,1 1 0 0 0,-1-1 0 0 0,0 0 0 0 0,1-2 1 0 0,4-11 46 0 0,0 0 1 0 0,4-20 0 0 0,-10 34-55 0 0,6-22 48 0 0,20-65 113 0 0,-22 79-141 0 0,-1 0 0 0 0,1 1-1 0 0,0-1 1 0 0,1 1-1 0 0,0 1 1 0 0,0-1-1 0 0,10-10 1 0 0,-14 17-18 0 0,0-1 1 0 0,-1 1-1 0 0,1 0 1 0 0,1 0-1 0 0,-1 0 1 0 0,0 0-1 0 0,0 0 1 0 0,0 0-1 0 0,1 0 1 0 0,-1 0-1 0 0,0 0 1 0 0,1 1-1 0 0,-1-1 1 0 0,0 1-1 0 0,1-1 1 0 0,-1 1-1 0 0,1-1 1 0 0,-1 1-1 0 0,1 0 1 0 0,-1 0-1 0 0,1 0 1 0 0,-1 0-1 0 0,1 0 1 0 0,0 0-1 0 0,-1 0 1 0 0,1 0-1 0 0,-1 0 0 0 0,1 1 1 0 0,-1-1-1 0 0,1 1 1 0 0,-1-1-1 0 0,0 1 1 0 0,1 0-1 0 0,-1-1 1 0 0,0 1-1 0 0,1 0 1 0 0,-1 0-1 0 0,0 0 1 0 0,0 0-1 0 0,0 0 1 0 0,1 0-1 0 0,-1 0 1 0 0,1 3-1 0 0,5 5 26 0 0,-1 1 1 0 0,0 1-1 0 0,-1 0 0 0 0,8 21 0 0 0,-1-3-4 0 0,2-6-593 0 0,1-1-1 0 0,0 0 0 0 0,31 32 0 0 0,3 4-2130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99 1376 0 0,'-76'29'5260'0'0,"25"-11"1642"0"0,91-29 973 0 0,65-8-6111 0 0,-24 12-1281 0 0,164 6-1 0 0,-51 3-245 0 0,-87-4-163 0 0,367-23 94 0 0,-352 15-107 0 0,-57 6 20 0 0,0-3 0 0 0,0-2 0 0 0,100-28-1 0 0,-135 22-3272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6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73 3825 0 0,'-44'-8'16402'0'0,"42"9"-15707"0"0,1 0-609 0 0,0 0 0 0 0,0 0 0 0 0,1 0 0 0 0,-1 0 0 0 0,0 0 0 0 0,1 0 0 0 0,-1 0 0 0 0,1 1-1 0 0,-1-1 1 0 0,1 0 0 0 0,-1 0 0 0 0,1 0 0 0 0,0 1 0 0 0,-1 1 0 0 0,1 1-27 0 0,0-1 0 0 0,0 1 0 0 0,0 0 0 0 0,0-1-1 0 0,0 1 1 0 0,1 0 0 0 0,0-1 0 0 0,0 1 0 0 0,0-1-1 0 0,0 1 1 0 0,0-1 0 0 0,1 0 0 0 0,-1 1 0 0 0,1-1 0 0 0,4 5-1 0 0,-5-6-47 0 0,0-1 0 0 0,0 1 0 0 0,0-1 0 0 0,0 0 0 0 0,1 0 0 0 0,-1 1 0 0 0,0-1 0 0 0,1 0 0 0 0,-1 0 0 0 0,1 0 0 0 0,-1 0 0 0 0,1-1 0 0 0,0 1 0 0 0,-1 0 0 0 0,1-1 0 0 0,0 1 0 0 0,0-1 0 0 0,-1 1-1 0 0,1-1 1 0 0,0 0 0 0 0,0 0 0 0 0,0 0 0 0 0,-1 0 0 0 0,1 0 0 0 0,0 0 0 0 0,0 0 0 0 0,0-1 0 0 0,-1 1 0 0 0,1-1 0 0 0,0 1 0 0 0,-1-1 0 0 0,1 0 0 0 0,0 1 0 0 0,1-2 0 0 0,-1 0-10 0 0,-1 0 0 0 0,1 1 1 0 0,0-1-1 0 0,-1 0 0 0 0,0 0 1 0 0,1 1-1 0 0,-1-1 0 0 0,0 0 1 0 0,0-1-1 0 0,0 1 0 0 0,0 0 1 0 0,0 0-1 0 0,-1 0 0 0 0,1 0 1 0 0,-1-1-1 0 0,1 1 0 0 0,-1 0 1 0 0,0-1-1 0 0,0 1 0 0 0,0 0 1 0 0,0-1-1 0 0,0 1 0 0 0,-1 0 1 0 0,1 0-1 0 0,-1-3 0 0 0,-1-5 3 0 0,0 1 0 0 0,-1 0 0 0 0,0-1-1 0 0,-7-14 1 0 0,8 20 0 0 0,0-1 0 0 0,0 1 0 0 0,-1 1 0 0 0,0-1 0 0 0,1 0 0 0 0,-1 1 0 0 0,-5-5 0 0 0,7 7-3 0 0,0 1-1 0 0,1-1 1 0 0,-1 1 0 0 0,0-1-1 0 0,0 1 1 0 0,1 0 0 0 0,-1-1 0 0 0,0 1-1 0 0,0 0 1 0 0,0 0 0 0 0,1-1-1 0 0,-1 1 1 0 0,0 0 0 0 0,0 0-1 0 0,0 0 1 0 0,0 0 0 0 0,0 0-1 0 0,1 0 1 0 0,-1 0 0 0 0,0 1-1 0 0,0-1 1 0 0,0 0 0 0 0,1 0-1 0 0,-1 1 1 0 0,0-1 0 0 0,0 0-1 0 0,0 1 1 0 0,1-1 0 0 0,-1 1-1 0 0,0-1 1 0 0,1 1 0 0 0,-1-1 0 0 0,0 1-1 0 0,1-1 1 0 0,-1 1 0 0 0,1 0-1 0 0,-1-1 1 0 0,1 1 0 0 0,-1 0-1 0 0,1 0 1 0 0,0-1 0 0 0,-1 1-1 0 0,1 0 1 0 0,0 0 0 0 0,-1-1-1 0 0,1 3 1 0 0,-4 7 3 0 0,0 0 1 0 0,0 0-1 0 0,1 0 0 0 0,1 1 1 0 0,0-1-1 0 0,0 1 0 0 0,0 14 1 0 0,2-22-4 0 0,0 1 1 0 0,0 0 0 0 0,0-1-1 0 0,1 1 1 0 0,0-1-1 0 0,-1 1 1 0 0,1-1 0 0 0,1 1-1 0 0,-1-1 1 0 0,0 0-1 0 0,3 5 1 0 0,-2-6-2 0 0,-1 0 0 0 0,0-1 0 0 0,1 1 0 0 0,-1-1 0 0 0,1 0 0 0 0,-1 1 0 0 0,1-1 0 0 0,0 0 0 0 0,0 0 0 0 0,-1 0 0 0 0,1 0 0 0 0,0 0 0 0 0,0-1 0 0 0,0 1 0 0 0,0 0 0 0 0,0-1 0 0 0,0 0 0 0 0,0 1-1 0 0,0-1 1 0 0,0 0 0 0 0,3 0 0 0 0,-3 0 4 0 0,0 0 0 0 0,-1 0 0 0 0,1 0 0 0 0,-1 0 0 0 0,1-1 0 0 0,-1 1 0 0 0,1 0 0 0 0,-1-1 0 0 0,1 1 0 0 0,-1-1 0 0 0,1 0 0 0 0,-1 1 0 0 0,1-1-1 0 0,-1 0 1 0 0,0 0 0 0 0,1 0 0 0 0,-1 0 0 0 0,0 0 0 0 0,0 0 0 0 0,0 0 0 0 0,0-1 0 0 0,0 1 0 0 0,1-2 0 0 0,0 0 27 0 0,-1 1 0 0 0,0-1 0 0 0,-1 0 0 0 0,1 1 0 0 0,0-1 0 0 0,-1 0 0 0 0,1 0 0 0 0,-1 1-1 0 0,0-1 1 0 0,0 0 0 0 0,0 0 0 0 0,-1-5 0 0 0,1 5-16 0 0,-1 0 0 0 0,1 0 0 0 0,-1 0-1 0 0,0 0 1 0 0,0 1 0 0 0,0-1-1 0 0,0 0 1 0 0,0 0 0 0 0,0 1 0 0 0,-1-1-1 0 0,1 1 1 0 0,-1-1 0 0 0,0 1 0 0 0,0 0-1 0 0,0-1 1 0 0,0 1 0 0 0,0 0 0 0 0,0 0-1 0 0,-1 1 1 0 0,1-1 0 0 0,-1 0-1 0 0,1 1 1 0 0,-1-1 0 0 0,1 1 0 0 0,-1 0-1 0 0,0 0 1 0 0,-3-1 0 0 0,1 2-64 0 0,1 1 1 0 0,0 0-1 0 0,0 0 1 0 0,-1 0-1 0 0,1 0 1 0 0,0 0-1 0 0,-7 5 1 0 0,10-6-25 0 0,0 0 0 0 0,0 1 0 0 0,0-1 1 0 0,0 1-1 0 0,0 0 0 0 0,1-1 0 0 0,-1 1 0 0 0,0 0 0 0 0,0-1 1 0 0,1 1-1 0 0,-1 0 0 0 0,1 0 0 0 0,-1 0 0 0 0,0 0 1 0 0,0 1-1 0 0,1-1-48 0 0,0 0 0 0 0,0-1 1 0 0,0 1-1 0 0,0 0 0 0 0,0-1 1 0 0,1 1-1 0 0,-1-1 0 0 0,0 1 1 0 0,0 0-1 0 0,1-1 0 0 0,-1 1 0 0 0,0-1 1 0 0,1 1-1 0 0,-1 0 0 0 0,0-1 1 0 0,1 1-1 0 0,-1-1 0 0 0,1 1 1 0 0,-1-1-1 0 0,1 0 0 0 0,-1 1 1 0 0,1-1-1 0 0,-1 1 0 0 0,1-1 1 0 0,-1 0-1 0 0,1 0 0 0 0,0 1 1 0 0,0-1-1 0 0,12 6-1726 0 0,3 1-10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7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86 302 456 0 0,'-23'-4'993'0'0,"-39"-4"13775"0"0,110 1-9259 0 0,-34 4-5421 0 0,1 0 1 0 0,21 0-1 0 0,203 22 782 0 0,-71-3-462 0 0,369-18-8 0 0,-534 2-392 0 0,107-4 55 0 0,-94 4-26 0 0,0 1-1 0 0,1 1 0 0 0,-1 0 0 0 0,27 9 0 0 0,-44-11-36 0 0,1-1-1 0 0,0 1 1 0 0,0 0-1 0 0,0 0 1 0 0,0 0 0 0 0,0 0-1 0 0,0 0 1 0 0,0 0-1 0 0,0 0 1 0 0,0 0 0 0 0,-1 0-1 0 0,1 0 1 0 0,0 0-1 0 0,0 0 1 0 0,0 0 0 0 0,0 0-1 0 0,0 0 1 0 0,0 0-1 0 0,0 0 1 0 0,-1 0 0 0 0,1 0-1 0 0,0 0 1 0 0,0 0-1 0 0,0 0 1 0 0,0 0 0 0 0,0 0-1 0 0,0 0 1 0 0,0 0-1 0 0,-1 0 1 0 0,1 0 0 0 0,0 0-1 0 0,0 0 1 0 0,0 0-1 0 0,0 0 1 0 0,0 1-1 0 0,0-1 1 0 0,0 0 0 0 0,0 0-1 0 0,0 0 1 0 0,0 0-1 0 0,-1 0 1 0 0,1 0 0 0 0,0 0-1 0 0,0 0 1 0 0,0 0-1 0 0,0 1 1 0 0,0-1 0 0 0,0 0-1 0 0,0 0 1 0 0,0 0-1 0 0,0 0 1 0 0,0 0 0 0 0,0 0-1 0 0,0 0 1 0 0,0 1-1 0 0,0-1 1 0 0,0 0 0 0 0,0 0-1 0 0,0 0 1 0 0,0 0-1 0 0,0 0 1 0 0,0 0 0 0 0,0 0-1 0 0,0 1 1 0 0,0-1-1 0 0,0 0 1 0 0,1 0-1 0 0,-1 0 1 0 0,12-38-96 0 0,-2 0 0 0 0,7-52 0 0 0,-16 89 101 0 0,14-71-66 0 0,-13 67 80 0 0,-1 1 1 0 0,1-1-1 0 0,0 1 0 0 0,0-1 1 0 0,0 1-1 0 0,0 0 0 0 0,1 0 0 0 0,0 0 1 0 0,-1 0-1 0 0,2 0 0 0 0,-1 1 0 0 0,6-6 1 0 0,-8 9-3 0 0,0 0 0 0 0,0 0 0 0 0,0 0 0 0 0,0 0 0 0 0,0 1 0 0 0,0-1 0 0 0,-1 0 0 0 0,1 1 0 0 0,0-1-1 0 0,0 0 1 0 0,0 1 0 0 0,-1-1 0 0 0,1 1 0 0 0,0-1 0 0 0,-1 1 0 0 0,1 0 0 0 0,0-1 0 0 0,-1 1 0 0 0,1 0 0 0 0,-1-1 0 0 0,1 1 0 0 0,0 1 0 0 0,17 21 119 0 0,-16-20-97 0 0,44 70 23 0 0,-35-52-46 0 0,2-1 1 0 0,0 0 0 0 0,28 30-1 0 0,-41-50-15 0 0,0 0 0 0 0,0 0-1 0 0,0 1 1 0 0,0-1 0 0 0,1 0 0 0 0,-1 0-1 0 0,0 0 1 0 0,0 1 0 0 0,0-1 0 0 0,1 0-1 0 0,-1 0 1 0 0,0 0 0 0 0,0 0 0 0 0,1 0-1 0 0,-1 0 1 0 0,0 0 0 0 0,0 1 0 0 0,1-1-1 0 0,-1 0 1 0 0,0 0 0 0 0,0 0 0 0 0,1 0-1 0 0,-1 0 1 0 0,0 0 0 0 0,0 0 0 0 0,1 0-1 0 0,-1 0 1 0 0,0 0 0 0 0,1-1 0 0 0,-1 1-1 0 0,0 0 1 0 0,0 0 0 0 0,0 0 0 0 0,1 0-1 0 0,5-11 64 0 0,1-28 87 0 0,-3 17-104 0 0,1 1-40 0 0,1 2-1 0 0,2-1 0 0 0,10-22 1 0 0,-15 36 15 0 0,-1 1 0 0 0,1 0 0 0 0,0 1 0 0 0,0-1 1 0 0,0 0-1 0 0,1 1 0 0 0,0 0 0 0 0,0 0 0 0 0,0 0 0 0 0,0 0 0 0 0,0 1 1 0 0,1-1-1 0 0,0 1 0 0 0,-1 0 0 0 0,1 1 0 0 0,1-1 0 0 0,5-1 0 0 0,-8 3 14 0 0,-1 1 0 0 0,1 0 0 0 0,0 0 0 0 0,-1 1 0 0 0,1-1 0 0 0,0 0 0 0 0,-1 1 0 0 0,1 0 0 0 0,0-1 0 0 0,-1 1 0 0 0,1 0 0 0 0,-1 0 0 0 0,0 1 0 0 0,1-1 0 0 0,-1 0 0 0 0,0 1 0 0 0,0-1 0 0 0,1 1 0 0 0,-1 0 0 0 0,3 4 0 0 0,6 5-7 0 0,-1 2 0 0 0,13 18 0 0 0,-9-11-15 0 0,32 43 55 0 0,21 26-74 0 0,-67-88 5 0 0,1-1 0 0 0,-1 1 0 0 0,1-1 0 0 0,-1 1 0 0 0,1-1 0 0 0,-1 1 0 0 0,1-1 0 0 0,-1 1 0 0 0,1-1 0 0 0,0 0 0 0 0,-1 1 0 0 0,1-1 0 0 0,0 0 0 0 0,-1 0 0 0 0,1 1 0 0 0,0-1 0 0 0,0 0 0 0 0,-1 0 0 0 0,1 0 0 0 0,0 0 0 0 0,-1 0 0 0 0,1 0 0 0 0,0 0 0 0 0,0 0 0 0 0,-1 0 0 0 0,1 0 0 0 0,0-1 0 0 0,-1 1 0 0 0,1 0 0 0 0,0 0 0 0 0,-1-1 0 0 0,1 1 0 0 0,0 0 0 0 0,-1-1 0 0 0,1 1 0 0 0,-1-1 0 0 0,1 1 0 0 0,0-1 0 0 0,-1 1 0 0 0,1-1 0 0 0,-1 1 0 0 0,0-1 0 0 0,1 1 0 0 0,-1-1 0 0 0,1 0 0 0 0,-1 1 0 0 0,0-1 0 0 0,1 1 0 0 0,-1-1 0 0 0,0-1 0 0 0,18-40-7 0 0,-16 37 2 0 0,16-56-23 0 0,-15 45 23 0 0,1 1-1 0 0,1 0 1 0 0,0 0-1 0 0,1 0 1 0 0,12-21 0 0 0,-18 36 6 0 0,0-1 0 0 0,1 0 0 0 0,-1 1 1 0 0,0-1-1 0 0,1 1 0 0 0,-1-1 0 0 0,1 1 1 0 0,-1-1-1 0 0,1 1 0 0 0,-1-1 1 0 0,1 1-1 0 0,-1 0 0 0 0,1-1 0 0 0,0 1 1 0 0,-1 0-1 0 0,1-1 0 0 0,0 1 0 0 0,-1 0 1 0 0,1 0-1 0 0,-1 0 0 0 0,1-1 0 0 0,0 1 1 0 0,0 0-1 0 0,-1 0 0 0 0,1 0 1 0 0,0 0-1 0 0,-1 0 0 0 0,1 0 0 0 0,1 1 1 0 0,0-1 5 0 0,-1 1 1 0 0,1 0 0 0 0,0 0 0 0 0,-1 0 0 0 0,1 0-1 0 0,-1 1 1 0 0,1-1 0 0 0,-1 0 0 0 0,1 0 0 0 0,1 3 0 0 0,23 39 140 0 0,-3 15 30 0 0,-16-39-560 0 0,0-1 0 0 0,1 0 0 0 0,1 0 0 0 0,0-1 0 0 0,22 30 0 0 0,-22-38-1607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7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106 145 3225 0 0,'-40'5'2643'0'0,"34"-4"-997"0"0,-1 0 0 0 0,0 0-1 0 0,0 0 1 0 0,0-1 0 0 0,0 0 0 0 0,0 0 0 0 0,-10-6 2958 0 0,17 5-4553 0 0,9-6 837 0 0,13-2-599 0 0,1 4-102 0 0,0 1 0 0 0,0 2 1 0 0,1 0-1 0 0,-1 1 0 0 0,0 2 0 0 0,41 5 1 0 0,6-1 52 0 0,186-4 60 0 0,1-1-47 0 0,370 8-317 0 0,-425-16 34 0 0,44-1-12 0 0,-239 9 43 0 0,-3 0-3 0 0,0 0 0 0 0,0 0 0 0 0,0 0 0 0 0,1 0 0 0 0,-1-1 0 0 0,0 0 0 0 0,5-1-1 0 0,6-19-1581 0 0,-16 25 1614 0 0,1-1-1 0 0,0 1 1 0 0,0 0-1 0 0,0-1 1 0 0,0 1-1 0 0,1-1 1 0 0,0 1-1 0 0,-1 0 1 0 0,1-1-1 0 0,0 0 1 0 0,1 1-1 0 0,-1-1 1 0 0,4 7-1 0 0,-4-9-16 0 0,-1 1 0 0 0,1 0-1 0 0,0-1 1 0 0,0 1-1 0 0,0 0 1 0 0,0-1 0 0 0,0 1-1 0 0,0-1 1 0 0,0 0-1 0 0,1 1 1 0 0,-1-1 0 0 0,0 0-1 0 0,1 0 1 0 0,-1 0-1 0 0,1 1 1 0 0,0-2 0 0 0,-1 1-1 0 0,1 0 1 0 0,0 0-1 0 0,-1-1 1 0 0,1 1 0 0 0,0 0-1 0 0,0-1 1 0 0,0 0-1 0 0,0 1 1 0 0,-1-1 0 0 0,1 0-1 0 0,0 0 1 0 0,0 0-1 0 0,0 0 1 0 0,0-1 0 0 0,0 1-1 0 0,-1 0 1 0 0,1-1-1 0 0,2 0 1 0 0,-3 0 2 0 0,0 0-1 0 0,1 0 1 0 0,-1 0 0 0 0,0 0 0 0 0,0 0-1 0 0,0 0 1 0 0,0-1 0 0 0,0 1 0 0 0,0 0-1 0 0,0-1 1 0 0,0 1 0 0 0,0-1 0 0 0,-1 1-1 0 0,1-1 1 0 0,-1 1 0 0 0,1-1 0 0 0,-1 1-1 0 0,1-1 1 0 0,-1 1 0 0 0,0-1-1 0 0,0 0 1 0 0,0 1 0 0 0,0-1 0 0 0,0 1-1 0 0,0-1 1 0 0,0 0 0 0 0,-1 1 0 0 0,1-1-1 0 0,-1-2 1 0 0,-17-50 321 0 0,17 51-302 0 0,-1-3-22 0 0,-1 1-1 0 0,1-1 1 0 0,-1 1-1 0 0,0 0 1 0 0,0 0-1 0 0,0 0 1 0 0,-1 0 0 0 0,0 1-1 0 0,0-1 1 0 0,0 1-1 0 0,-1 0 1 0 0,1 0-1 0 0,-1 1 1 0 0,-9-6-1 0 0,13 9-9 0 0,-1 0-1 0 0,1 0 0 0 0,-1 0 0 0 0,0 0 1 0 0,1 0-1 0 0,-1 1 0 0 0,1-1 0 0 0,-1 0 0 0 0,1 1 1 0 0,-1-1-1 0 0,1 1 0 0 0,-1 0 0 0 0,1 0 1 0 0,-1-1-1 0 0,1 1 0 0 0,0 0 0 0 0,-1 0 1 0 0,1 0-1 0 0,0 0 0 0 0,0 1 0 0 0,0-1 0 0 0,0 0 1 0 0,0 0-1 0 0,0 1 0 0 0,0-1 0 0 0,1 0 1 0 0,-2 4-1 0 0,0-2-3 0 0,0 0 0 0 0,0 0 0 0 0,1 1-1 0 0,-1-1 1 0 0,1 0 0 0 0,0 1 0 0 0,0-1 0 0 0,0 1 0 0 0,1 0 0 0 0,-1-1 0 0 0,1 7 0 0 0,0-8-1 0 0,1 1 0 0 0,0 0 0 0 0,0 0 0 0 0,0-1-1 0 0,1 1 1 0 0,-1 0 0 0 0,1-1 0 0 0,-1 1 0 0 0,1-1 0 0 0,0 0 0 0 0,0 1 0 0 0,0-1 0 0 0,0 0 0 0 0,0 0 0 0 0,0-1 0 0 0,1 1 0 0 0,-1 0 0 0 0,1-1 0 0 0,-1 1 0 0 0,1-1 0 0 0,-1 0 0 0 0,1 0-1 0 0,3 1 1 0 0,-2-5-334 0 0,-4-1-10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1.0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4609 0 0,'-24'7'1132'0'0,"1"2"0"0"0,0 0 1 0 0,1 2-1 0 0,0 0 0 0 0,-31 22 0 0 0,52-33-1066 0 0,1 0-1 0 0,0 1 1 0 0,-1-1-1 0 0,1 0 1 0 0,-1 0-1 0 0,1 0 1 0 0,0 1-1 0 0,0-1 1 0 0,-1 0-1 0 0,1 1 1 0 0,0-1-1 0 0,-1 0 1 0 0,1 1-1 0 0,0-1 1 0 0,0 0-1 0 0,-1 1 1 0 0,1-1-1 0 0,0 0 1 0 0,0 1-1 0 0,0-1 1 0 0,0 0-1 0 0,0 1 1 0 0,-1-1-1 0 0,1 1 1 0 0,0-1-1 0 0,0 1 1 0 0,0-1-1 0 0,0 0 1 0 0,0 1-1 0 0,0-1 1 0 0,0 1-1 0 0,0-1 1 0 0,1 0-1 0 0,-1 1 1 0 0,0-1-1 0 0,0 1 1 0 0,0 0-1 0 0,18 6 869 0 0,31-2-734 0 0,-45-4-47 0 0,77-1 1433 0 0,143-17 1 0 0,45 0 833 0 0,-231 17-2416 0 0,-18-1-223 0 0,0 1 0 0 0,-1 1-1 0 0,1 0 1 0 0,-1 2 0 0 0,1 0-1 0 0,21 7 1 0 0,-37-35-1133 0 0,-3 41 4140 0 0,2 29-2307 0 0,2 0 0 0 0,2 0-1 0 0,18 63 1 0 0,-5-26-326 0 0,8 33-119 0 0,-10-50 26 0 0,11 88 0 0 0,-27-132-53 0 0,0 0-1 0 0,-2 0 0 0 0,0 0 0 0 0,-2 0 1 0 0,0 0-1 0 0,-1 0 0 0 0,-1 0 1 0 0,-10 29-1 0 0,12-46 20 0 0,0 1 0 0 0,0-1 0 0 0,0 0 0 0 0,-1 0 0 0 0,0 0 0 0 0,0-1 0 0 0,0 1 0 0 0,0-1 0 0 0,0 0 0 0 0,-1 0 0 0 0,1 0 0 0 0,-1 0 0 0 0,0 0 0 0 0,0-1 0 0 0,0 1 0 0 0,-7 1 0 0 0,-8 4 216 0 0,0-1 0 0 0,-32 6 0 0 0,12-2-108 0 0,-272 96-1191 0 0,143-47 331 0 0,51-27-3977 0 0,79-25-1942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1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 1840 0 0,'6'-3'10263'0'0,"-5"4"-9883"0"0,2 2-95 0 0,-1-1 1 0 0,0 1-1 0 0,0 0 0 0 0,0 0 1 0 0,0 0-1 0 0,0 0 1 0 0,-1 0-1 0 0,1 0 1 0 0,-1 0-1 0 0,0 1 1 0 0,0-1-1 0 0,0 1 0 0 0,0-1 1 0 0,-1 0-1 0 0,1 1 1 0 0,-1 6-1 0 0,0 12 917 0 0,-3 36 0 0 0,0-16-677 0 0,1 70-246 0 0,5-1 0 0 0,19 111 0 0 0,-9-61 1185 0 0,-9-84-960 0 0,1-51-493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1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12899 0 0,'-3'3'1152'0'0,"0"-1"-928"0"0,3 1-224 0 0,2-1 0 0 0,0 0 0 0 0,0 0-104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3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38 920 0 0,'-16'-38'15339'0'0,"6"64"-14614"0"0,-1 0 0 0 0,-1-1-1 0 0,-26 42 1 0 0,19-36-188 0 0,-26 59 0 0 0,44-89-491 0 0,1 1-1 0 0,-1-1 0 0 0,1 0 0 0 0,-1 0 1 0 0,1 0-1 0 0,0 1 0 0 0,0-1 1 0 0,-1 0-1 0 0,1 0 0 0 0,0 1 0 0 0,0-1 1 0 0,0 0-1 0 0,0 0 0 0 0,0 1 1 0 0,1-1-1 0 0,-1 0 0 0 0,0 0 0 0 0,0 1 1 0 0,2 1-1 0 0,-1-2-13 0 0,-1 0 0 0 0,1-1 0 0 0,0 1 0 0 0,0 0 0 0 0,0-1 1 0 0,-1 1-1 0 0,1-1 0 0 0,0 1 0 0 0,0-1 0 0 0,0 1 0 0 0,0-1 0 0 0,0 0 0 0 0,0 1 0 0 0,0-1 1 0 0,0 0-1 0 0,0 0 0 0 0,0 0 0 0 0,0 0 0 0 0,2 0 0 0 0,6 0 93 0 0,1-1-1 0 0,-1 0 1 0 0,1-1 0 0 0,12-4 0 0 0,-8 3-79 0 0,66-11 61 0 0,-71 14-97 0 0,-1-1 0 0 0,1 1 0 0 0,-1 1 0 0 0,1-1 0 0 0,-1 1 0 0 0,1 1 0 0 0,12 3 0 0 0,-19-4-9 0 0,-1-1-1 0 0,1 1 1 0 0,0 0 0 0 0,-1-1-1 0 0,1 1 1 0 0,0 0 0 0 0,-1 0-1 0 0,1 0 1 0 0,-1 0 0 0 0,1 1-1 0 0,-1-1 1 0 0,0 0 0 0 0,0 1 0 0 0,1-1-1 0 0,-1 0 1 0 0,0 1 0 0 0,0 0-1 0 0,0-1 1 0 0,-1 1 0 0 0,1-1-1 0 0,0 1 1 0 0,-1 0 0 0 0,1 1-1 0 0,0 1 3 0 0,-1-1 0 0 0,0 0 0 0 0,0 0 0 0 0,0 1 0 0 0,-1-1 0 0 0,1 0 0 0 0,-1 0 0 0 0,0 0 0 0 0,0 0 0 0 0,0 0 0 0 0,0 0 0 0 0,-2 3 0 0 0,-3 5 8 0 0,-1 0 1 0 0,0 0 0 0 0,-1-1 0 0 0,0 0-1 0 0,-14 13 1 0 0,2-6-219 0 0,-18 18 148 0 0,36-33-388 0 0,1 0 0 0 0,-1 0 1 0 0,1 1-1 0 0,0-1 0 0 0,0 0 1 0 0,0 0-1 0 0,0 1 0 0 0,0-1 1 0 0,0 0-1 0 0,0 5 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4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93 6449 0 0,'-8'-46'3952'0'0,"6"17"2856"0"0,3 28-6537 0 0,-1 0 1 0 0,1 0-1 0 0,0-1 1 0 0,0 1-1 0 0,0 0 0 0 0,0 0 1 0 0,0 0-1 0 0,0 0 1 0 0,0 0-1 0 0,0 0 0 0 0,1 0 1 0 0,-1 1-1 0 0,0-1 1 0 0,0 0-1 0 0,1 1 0 0 0,-1-1 1 0 0,0 1-1 0 0,1-1 0 0 0,1 0 1 0 0,-2 2-261 0 0,0 0-5 0 0,0 1 0 0 0,0-1 0 0 0,0 0 0 0 0,0 0 0 0 0,1 0 0 0 0,-1 0 0 0 0,0 0 0 0 0,1-1 0 0 0,-1 1 0 0 0,1 0 0 0 0,-1-1 0 0 0,1 1 1 0 0,-1-1-1 0 0,1 1 0 0 0,2-1 0 0 0,5 4 1174 0 0,33 243-1219 0 0,-24-158 46 0 0,-18-87-24 0 0,0 1-1 0 0,1 0 1 0 0,-1-1 0 0 0,1 1-1 0 0,0-1 1 0 0,0 1 0 0 0,0-1-1 0 0,0 0 1 0 0,0 1 0 0 0,1-1-1 0 0,1 3 1 0 0,-2-5 12 0 0,-1 1 0 0 0,0-1-1 0 0,1 0 1 0 0,-1 0 0 0 0,0 0 0 0 0,0 0-1 0 0,1 1 1 0 0,-1-1 0 0 0,1 0 0 0 0,-1 0-1 0 0,0 0 1 0 0,1 0 0 0 0,-1 0 0 0 0,0 0-1 0 0,1 0 1 0 0,-1 0 0 0 0,0 0 0 0 0,1 0-1 0 0,-1 0 1 0 0,0 0 0 0 0,1 0 0 0 0,-1 0-1 0 0,0 0 1 0 0,1 0 0 0 0,-1-1 0 0 0,0 1-1 0 0,1 0 1 0 0,-1 0 0 0 0,13-15-83 0 0,27-59-13 0 0,-29 50 52 0 0,1 1 1 0 0,2 0-1 0 0,31-40 0 0 0,-44 61 58 0 0,1 0 1 0 0,-1 0 0 0 0,1 0-1 0 0,-1 0 1 0 0,1 1-1 0 0,0-1 1 0 0,0 1-1 0 0,0-1 1 0 0,0 1-1 0 0,0 0 1 0 0,0 0 0 0 0,0 0-1 0 0,0 0 1 0 0,0 0-1 0 0,0 0 1 0 0,1 0-1 0 0,-1 1 1 0 0,0-1-1 0 0,0 1 1 0 0,1 0 0 0 0,-1 0-1 0 0,0-1 1 0 0,1 1-1 0 0,-1 1 1 0 0,0-1-1 0 0,1 0 1 0 0,-1 1-1 0 0,0-1 1 0 0,1 1-1 0 0,3 1 1 0 0,-2 1 10 0 0,-1-1 0 0 0,0 1 1 0 0,0 0-1 0 0,0 0 0 0 0,0 0 0 0 0,0 0 1 0 0,0 0-1 0 0,-1 1 0 0 0,0-1 0 0 0,1 1 1 0 0,-1 0-1 0 0,-1-1 0 0 0,1 1 0 0 0,-1 0 1 0 0,1 0-1 0 0,0 7 0 0 0,9 55-87 0 0,-9-46-899 0 0,0 0 0 0 0,7 19 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4.9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241 40 9218 0 0,'-2'-3'270'0'0,"1"0"1"0"0,0 1 0 0 0,-1 0-1 0 0,1-1 1 0 0,-1 1-1 0 0,0 0 1 0 0,1 0-1 0 0,-1 0 1 0 0,0 0-1 0 0,0 0 1 0 0,-1 0-1 0 0,1 1 1 0 0,0-1-1 0 0,-1 1 1 0 0,1-1-1 0 0,-1 1 1 0 0,1 0-1 0 0,-1 0 1 0 0,-3-1-1 0 0,3 2 51 0 0,-1-1 0 0 0,0 1 0 0 0,0 0 0 0 0,0 0 1 0 0,0 0-1 0 0,1 1 0 0 0,-1-1 0 0 0,0 1 0 0 0,0 0 0 0 0,1 0 0 0 0,-1 1 0 0 0,-5 1 0 0 0,0 2-22 0 0,0 0 0 0 0,0 1 1 0 0,0 0-1 0 0,1 0 0 0 0,0 1 0 0 0,0 0 0 0 0,1 0 1 0 0,-1 1-1 0 0,-8 12 0 0 0,8-7-242 0 0,0 0 0 0 0,1 1 0 0 0,0 0 0 0 0,-6 21 0 0 0,11-30-45 0 0,0-1 0 0 0,1 1-1 0 0,0 0 1 0 0,0 0-1 0 0,0 1 1 0 0,1-1 0 0 0,-1 0-1 0 0,1 0 1 0 0,0 0-1 0 0,1 0 1 0 0,-1 0 0 0 0,1 1-1 0 0,0-1 1 0 0,0 0 0 0 0,1 0-1 0 0,3 8 1 0 0,-4-12-20 0 0,-1 0 0 0 0,1 0 0 0 0,0 0 0 0 0,-1 0 0 0 0,1-1 0 0 0,0 1 0 0 0,-1 0 0 0 0,1 0 0 0 0,0-1 0 0 0,0 1 1 0 0,0-1-1 0 0,0 1 0 0 0,-1-1 0 0 0,1 1 0 0 0,0-1 0 0 0,0 1 0 0 0,0-1 0 0 0,0 0 0 0 0,0 0 0 0 0,0 1 0 0 0,0-1 0 0 0,0 0 0 0 0,0 0 0 0 0,2 0 0 0 0,-1 0-36 0 0,1-1 0 0 0,0 1-1 0 0,-1-1 1 0 0,1 0 0 0 0,-1 0-1 0 0,1 0 1 0 0,-1 0-1 0 0,1 0 1 0 0,2-3 0 0 0,3-1-100 0 0,0-1 0 0 0,0-1 1 0 0,-1 1-1 0 0,8-10 0 0 0,38-57-321 0 0,-40 53 863 0 0,0 1 0 0 0,27-30 0 0 0,-39 48-346 0 0,0 0 1 0 0,0-1-1 0 0,1 1 1 0 0,-1 0-1 0 0,0 0 1 0 0,1-1-1 0 0,-1 1 1 0 0,1 0-1 0 0,-1 0 1 0 0,1 1-1 0 0,-1-1 1 0 0,1 0-1 0 0,0 0 1 0 0,-1 1-1 0 0,1-1 1 0 0,0 1-1 0 0,0 0 1 0 0,0-1-1 0 0,-1 1 1 0 0,1 0 0 0 0,0 0-1 0 0,0 0 1 0 0,0 0-1 0 0,2 1 1 0 0,-1 0-17 0 0,-1 0-1 0 0,0 1 1 0 0,0-1 0 0 0,0 1 0 0 0,0 0 0 0 0,0-1 0 0 0,0 1 0 0 0,0 0 0 0 0,-1 0 0 0 0,1 0 0 0 0,0 0 0 0 0,-1 0-1 0 0,0 0 1 0 0,3 5 0 0 0,2 8-3 0 0,0 1 0 0 0,-1-1 0 0 0,-1 1 0 0 0,3 16 0 0 0,-3-9-750 0 0,1 1 0 0 0,13 34 0 0 0,-8-38-7006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5.3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5 107 2304 0 0,'-1'-1'312'0'0,"1"0"-1"0"0,-1 0 0 0 0,1 0 1 0 0,-1 0-1 0 0,1 0 0 0 0,0 0 0 0 0,-1-1 1 0 0,1 1-1 0 0,0 0 0 0 0,0 0 1 0 0,0 0-1 0 0,0 0 0 0 0,0-1 0 0 0,0 1 1 0 0,0 0-1 0 0,1 0 0 0 0,-1 0 0 0 0,0-1 1 0 0,1 1-1 0 0,-1 0 0 0 0,0 0 1 0 0,1 0-1 0 0,-1 0 0 0 0,1 0 0 0 0,0 0 1 0 0,-1 0-1 0 0,1 0 0 0 0,0 0 0 0 0,0 0 1 0 0,0 0-1 0 0,0 1 0 0 0,-1-1 1 0 0,1 0-1 0 0,0 0 0 0 0,0 1 0 0 0,0-1 1 0 0,0 1-1 0 0,1-1 0 0 0,-1 1 1 0 0,0-1-1 0 0,0 1 0 0 0,0 0 0 0 0,3-1 1 0 0,25 1 4759 0 0,-3 9-3804 0 0,-13-1-1150 0 0,-1 0 0 0 0,0 1-1 0 0,0 1 1 0 0,-1 0 0 0 0,-1 0-1 0 0,1 1 1 0 0,14 22-1 0 0,-6-9 4 0 0,-47-67 1253 0 0,26 39-1339 0 0,0 0-1 0 0,1 0 0 0 0,-1 0 0 0 0,1 0 1 0 0,0 0-1 0 0,0 0 0 0 0,0 0 0 0 0,0-1 1 0 0,1 1-1 0 0,-1 0 0 0 0,1-1 1 0 0,1 1-1 0 0,-1 0 0 0 0,0-1 0 0 0,1 1 1 0 0,0 0-1 0 0,1-5 0 0 0,1 3-192 0 0,0 0-1 0 0,1 1 0 0 0,-1 0 1 0 0,1 0-1 0 0,0 0 1 0 0,0 0-1 0 0,0 0 0 0 0,1 1 1 0 0,0 0-1 0 0,0 0 1 0 0,6-4-1 0 0,7-4-804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5.8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 8754 0 0,'-5'-1'12671'0'0,"6"10"-13152"0"0,-3 88 2696 0 0,0-62-3795 0 0,1 1-4012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6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5 112 5065 0 0,'-4'-44'658'0'0,"4"33"1758"0"0,0 0 0 0 0,0 0 0 0 0,1 0 0 0 0,2-12-1 0 0,3 35-980 0 0,-1 13-1812 0 0,13 52 273 0 0,-11-50 104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6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66 6913 0 0,'1'-1'126'0'0,"-1"1"-1"0"0,0-1 0 0 0,0 0 0 0 0,1 0 1 0 0,-1 0-1 0 0,0 1 0 0 0,1-1 0 0 0,-1 0 1 0 0,1 0-1 0 0,-1 1 0 0 0,1-1 0 0 0,-1 0 1 0 0,1 1-1 0 0,0-1 0 0 0,-1 1 0 0 0,1-1 1 0 0,0 1-1 0 0,-1-1 0 0 0,1 1 0 0 0,0-1 1 0 0,0 1-1 0 0,0-1 0 0 0,-1 1 0 0 0,1 0 0 0 0,0 0 1 0 0,1-1-1 0 0,0 1 195 0 0,0 0-1 0 0,-1 1 1 0 0,1-1 0 0 0,0 0-1 0 0,-1 1 1 0 0,1-1 0 0 0,0 1-1 0 0,-1-1 1 0 0,1 1 0 0 0,-1 0-1 0 0,1 0 1 0 0,2 2 0 0 0,0 0 321 0 0,0 0 1 0 0,0 0 0 0 0,0 1-1 0 0,0 0 1 0 0,-1 0 0 0 0,1 0-1 0 0,-1 0 1 0 0,4 7 0 0 0,0 9-67 0 0,0 0 0 0 0,-1 0 0 0 0,-1 1 0 0 0,4 37 0 0 0,4-87-956 0 0,1 0 0 0 0,28-43 0 0 0,-38 66 339 0 0,33-40-99 0 0,-36 44 158 0 0,1 1 0 0 0,-1-1 0 0 0,1 0 0 0 0,0 1 0 0 0,-1-1 0 0 0,1 1 0 0 0,0 0 0 0 0,0-1 0 0 0,0 1 0 0 0,0 0 0 0 0,1 0 0 0 0,-1 0 0 0 0,0 1 0 0 0,0-1 1 0 0,0 1-1 0 0,1-1 0 0 0,-1 1 0 0 0,0-1 0 0 0,1 1 0 0 0,3 0 0 0 0,-5 1-10 0 0,0 0 1 0 0,1-1 0 0 0,-1 1-1 0 0,0 0 1 0 0,0 0 0 0 0,0 0-1 0 0,0 0 1 0 0,1 0-1 0 0,-2 0 1 0 0,1 0 0 0 0,0 0-1 0 0,0 0 1 0 0,0 1 0 0 0,0-1-1 0 0,-1 0 1 0 0,1 0-1 0 0,0 1 1 0 0,-1-1 0 0 0,1 3-1 0 0,8 32 177 0 0,-5-20-144 0 0,-1-6-443 0 0,1-1 1 0 0,0 0-1 0 0,0-1 1 0 0,1 1-1 0 0,0-1 1 0 0,0 0-1 0 0,1 0 0 0 0,0 0 1 0 0,0-1-1 0 0,1 0 1 0 0,0 0-1 0 0,9 6 1 0 0,-12-10 151 0 0,1 1 1 0 0,0-1 0 0 0,0 0-1 0 0,0 0 1 0 0,0 0 0 0 0,1-1-1 0 0,-1 0 1 0 0,1 0 0 0 0,0 0-1 0 0,-1 0 1 0 0,1-1 0 0 0,0 0-1 0 0,0-1 1 0 0,0 1 0 0 0,0-1-1 0 0,0 0 1 0 0,0-1 0 0 0,0 1-1 0 0,-1-1 1 0 0,13-3 0 0 0,-14 2 223 0 0,0 0 0 0 0,0 0 0 0 0,0 0 0 0 0,0 0 0 0 0,0-1 0 0 0,0 0 0 0 0,0 0 0 0 0,-1 0 1 0 0,0 0-1 0 0,1 0 0 0 0,-1-1 0 0 0,0 1 0 0 0,-1-1 0 0 0,1 0 0 0 0,-1 0 0 0 0,1 0 1 0 0,-1 0-1 0 0,3-9 0 0 0,0-4 843 0 0,0-1 1 0 0,-2 0-1 0 0,4-29 1 0 0,2-14 4791 0 0,-6 42-2381 0 0,-7 26-1376 0 0,-12 36-649 0 0,13-33-1088 0 0,-8 17-51 0 0,-15 42-148 0 0,25-63-29 0 0,-1 0-1 0 0,1 0 1 0 0,0 0 0 0 0,0 1 0 0 0,1-1 0 0 0,0 0 0 0 0,0 0-1 0 0,0 1 1 0 0,2 6 0 0 0,-2-12 37 0 0,1 1 0 0 0,-1-1 0 0 0,1 0 1 0 0,-1 1-1 0 0,1-1 0 0 0,0 0 0 0 0,-1 1 0 0 0,1-1 0 0 0,0 0 0 0 0,0 0 0 0 0,0 0 1 0 0,0 0-1 0 0,0 1 0 0 0,0-1 0 0 0,0-1 0 0 0,1 1 0 0 0,-1 0 0 0 0,0 0 0 0 0,0 0 1 0 0,1-1-1 0 0,-1 1 0 0 0,0 0 0 0 0,1-1 0 0 0,-1 1 0 0 0,1-1 0 0 0,-1 0 0 0 0,1 0 1 0 0,-1 1-1 0 0,1-1 0 0 0,-1 0 0 0 0,1 0 0 0 0,-1 0 0 0 0,1 0 0 0 0,-1-1 0 0 0,0 1 1 0 0,1 0-1 0 0,-1-1 0 0 0,1 1 0 0 0,-1-1 0 0 0,3-1 0 0 0,9-2-144 0 0,-1-1 0 0 0,0-1-1 0 0,19-11 1 0 0,-18 9 276 0 0,-3 3 38 0 0,-1 0 0 0 0,1 1 0 0 0,0 1 0 0 0,0-1 0 0 0,0 1 0 0 0,0 1 0 0 0,16-2 0 0 0,-24 4-75 0 0,1-1-1 0 0,-1 1 0 0 0,1 0 1 0 0,-1 0-1 0 0,1 1 1 0 0,-1-1-1 0 0,0 0 0 0 0,1 1 1 0 0,-1-1-1 0 0,0 1 1 0 0,1 0-1 0 0,-1 0 0 0 0,0 0 1 0 0,0 0-1 0 0,0 0 1 0 0,1 1-1 0 0,-1-1 0 0 0,-1 1 1 0 0,1-1-1 0 0,0 1 1 0 0,0-1-1 0 0,0 1 0 0 0,-1 0 1 0 0,1 0-1 0 0,-1 0 1 0 0,0 0-1 0 0,1 0 0 0 0,-1 0 1 0 0,0 1-1 0 0,0-1 1 0 0,-1 0-1 0 0,1 0 1 0 0,0 1-1 0 0,-1-1 0 0 0,1 1 1 0 0,-1-1-1 0 0,0 0 1 0 0,0 5-1 0 0,0 1 19 0 0,0-1 0 0 0,0 1 0 0 0,-1-1 0 0 0,-1 1 1 0 0,1-1-1 0 0,-1 0 0 0 0,-1 1 0 0 0,1-1 0 0 0,-1 0 0 0 0,0 0 0 0 0,-1-1 0 0 0,-5 9 0 0 0,-1 1-524 0 0,-2 0-1 0 0,0-1 0 0 0,-23 22 0 0 0,15-19-7243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7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75 123 2304 0 0,'-17'-22'3113'0'0,"16"19"-2568"0"0,0 0 0 0 0,0 1 0 0 0,-1-1 0 0 0,1 1 0 0 0,-1 0-1 0 0,1-1 1 0 0,-1 1 0 0 0,0 0 0 0 0,0 0 0 0 0,0 0 0 0 0,0 0-1 0 0,-1 0 1 0 0,1 1 0 0 0,0-1 0 0 0,-1 1 0 0 0,1-1 0 0 0,-1 1-1 0 0,0 0 1 0 0,-3-1 0 0 0,5 2-369 0 0,0 1-1 0 0,0-1 0 0 0,0 1 1 0 0,0 0-1 0 0,0-1 0 0 0,0 1 1 0 0,1 0-1 0 0,-1 0 0 0 0,0-1 1 0 0,0 1-1 0 0,1 0 0 0 0,-1 0 1 0 0,1 0-1 0 0,-1 0 0 0 0,1 0 1 0 0,-1 0-1 0 0,1 0 0 0 0,0 0 1 0 0,-1 0-1 0 0,1 0 1 0 0,0 0-1 0 0,0 0 0 0 0,0 0 1 0 0,-1 0-1 0 0,1 0 0 0 0,0 0 1 0 0,1 2-1 0 0,-1 32 516 0 0,2-29-667 0 0,-1 1-1 0 0,1-1 1 0 0,0 1 0 0 0,1-1-1 0 0,0 1 1 0 0,0-1-1 0 0,0 0 1 0 0,1 0-1 0 0,-1-1 1 0 0,1 1-1 0 0,1-1 1 0 0,-1 0 0 0 0,1 0-1 0 0,0 0 1 0 0,0 0-1 0 0,0-1 1 0 0,9 5-1 0 0,-9-6-17 0 0,0 0 0 0 0,0 0 0 0 0,1-1 0 0 0,-1 0-1 0 0,1 0 1 0 0,-1 0 0 0 0,1 0 0 0 0,0-1-1 0 0,0 0 1 0 0,-1 0 0 0 0,1-1 0 0 0,0 0 0 0 0,0 0-1 0 0,0 0 1 0 0,0-1 0 0 0,0 0 0 0 0,-1 0-1 0 0,1 0 1 0 0,0-1 0 0 0,8-3 0 0 0,-12 4 3 0 0,0 0 1 0 0,0 0 0 0 0,0 0 0 0 0,-1 0-1 0 0,1 0 1 0 0,0 0 0 0 0,-1-1-1 0 0,1 1 1 0 0,-1-1 0 0 0,1 1-1 0 0,-1-1 1 0 0,0 0 0 0 0,1 0-1 0 0,-1 1 1 0 0,0-1 0 0 0,0 0-1 0 0,0 0 1 0 0,-1 0 0 0 0,2-4-1 0 0,-1 1 16 0 0,-1 1-1 0 0,1-1 1 0 0,-1 1-1 0 0,0-1 1 0 0,0 0-1 0 0,-1 1 1 0 0,1-1-1 0 0,-3-8 0 0 0,-1 1 41 0 0,0 0 0 0 0,-1-1-1 0 0,0 2 1 0 0,-1-1 0 0 0,-13-19-1 0 0,15 25-13 0 0,-1 0-1 0 0,0 0 0 0 0,-1 0 1 0 0,1 0-1 0 0,-1 1 1 0 0,0 0-1 0 0,-12-8 0 0 0,15 12-205 0 0,-1-1 0 0 0,1 1 0 0 0,0-1-1 0 0,-1 1 1 0 0,1 0 0 0 0,0 1 0 0 0,-1-1 0 0 0,-4 0-1 0 0,5 1-379 0 0,0 0 0 0 0,0 0 0 0 0,0 0 0 0 0,0 1-1 0 0,0-1 1 0 0,0 1 0 0 0,0 0 0 0 0,1 0 0 0 0,-1 0-1 0 0,0 0 1 0 0,-3 2 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7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0,'2'-1'252'0'0,"1"1"-1"0"0,-1 0 0 0 0,0 0 0 0 0,1 0 1 0 0,-1 0-1 0 0,1 1 0 0 0,-1-1 0 0 0,1 1 1 0 0,-1-1-1 0 0,0 1 0 0 0,1 0 0 0 0,-1 0 1 0 0,0 0-1 0 0,0 0 0 0 0,1 0 0 0 0,-1 0 1 0 0,0 1-1 0 0,0-1 0 0 0,-1 1 0 0 0,1 0 1 0 0,0-1-1 0 0,0 1 0 0 0,1 2 0 0 0,2 2 289 0 0,1 0-1 0 0,-2 0 0 0 0,1 1 0 0 0,-1-1 1 0 0,0 1-1 0 0,3 8 0 0 0,6 35 373 0 0,-11-40-881 0 0,0-1 1 0 0,1 1-1 0 0,0 0 1 0 0,5 10 0 0 0,-8-24-23 0 0,1 0 1 0 0,0 0 0 0 0,0 0-1 0 0,1 0 1 0 0,-1 0-1 0 0,1 0 1 0 0,0 0 0 0 0,3-4-1 0 0,-1-1 33 0 0,4-7 27 0 0,0 0 0 0 0,16-23 1 0 0,-22 35-59 0 0,1 0 0 0 0,-1 1 0 0 0,1-1 0 0 0,0 1 0 0 0,1-1 0 0 0,-1 1 0 0 0,1 0 0 0 0,-1 1 0 0 0,1-1 0 0 0,0 1 0 0 0,0-1 0 0 0,0 1 0 0 0,0 0 0 0 0,0 0 0 0 0,8-1 0 0 0,-11 3-3 0 0,0 0-1 0 0,0 0 1 0 0,1 0 0 0 0,-1 0-1 0 0,0 0 1 0 0,0 1 0 0 0,1-1 0 0 0,-1 0-1 0 0,0 1 1 0 0,0-1 0 0 0,0 1 0 0 0,0 0-1 0 0,0-1 1 0 0,0 1 0 0 0,0 0 0 0 0,0-1-1 0 0,0 1 1 0 0,0 0 0 0 0,0 0-1 0 0,0 0 1 0 0,0 0 0 0 0,-1 0 0 0 0,1 0-1 0 0,0 0 1 0 0,-1 0 0 0 0,1 0 0 0 0,0 2-1 0 0,15 40 360 0 0,-10-23-254 0 0,-4-13-195 0 0,1-1 0 0 0,0 0 0 0 0,0 0 0 0 0,1 0 0 0 0,0 0 0 0 0,0 0 0 0 0,0-1 0 0 0,1 1 0 0 0,0-1 0 0 0,0-1 0 0 0,9 8 0 0 0,0-3-854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7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1 325 5529 0 0,'35'-23'3234'0'0,"48"-44"-1"0"0,-70 55-2275 0 0,0-1 0 0 0,-1 0 0 0 0,-1 0 0 0 0,0-1 0 0 0,-1-1-1 0 0,11-20 1 0 0,-19 29-786 0 0,0 1-1 0 0,0 0 0 0 0,-1 0 0 0 0,0-1 0 0 0,0 1 1 0 0,-1 0-1 0 0,1-1 0 0 0,-1 1 0 0 0,0-1 0 0 0,-1 1 0 0 0,1-1 1 0 0,-1 1-1 0 0,-3-11 0 0 0,4 15-131 0 0,-1-1 0 0 0,1 0 0 0 0,-1 1 0 0 0,1-1 0 0 0,-1 0 0 0 0,0 1 0 0 0,0-1 0 0 0,1 1 0 0 0,-1-1 0 0 0,0 1 0 0 0,0-1 0 0 0,-1 1 0 0 0,1 0 0 0 0,0 0 0 0 0,0-1 0 0 0,-1 1 0 0 0,1 0 0 0 0,-1 0 0 0 0,1 0 0 0 0,-1 0 0 0 0,1 1 0 0 0,-1-1-1 0 0,1 0 1 0 0,-1 1 0 0 0,0-1 0 0 0,0 1 0 0 0,1-1 0 0 0,-1 1 0 0 0,0 0 0 0 0,1 0 0 0 0,-1 0 0 0 0,0 0 0 0 0,0 0 0 0 0,0 0 0 0 0,1 0 0 0 0,-1 1 0 0 0,0-1 0 0 0,1 0 0 0 0,-1 1 0 0 0,0 0 0 0 0,1-1 0 0 0,-1 1 0 0 0,1 0 0 0 0,-1 0 0 0 0,-1 1 0 0 0,-4 3 4 0 0,0-1 1 0 0,1 2-1 0 0,-1-1 0 0 0,1 1 1 0 0,1 0-1 0 0,-1 0 0 0 0,1 1 1 0 0,0 0-1 0 0,0 0 0 0 0,1 0 1 0 0,0 0-1 0 0,0 1 0 0 0,-3 8 1 0 0,5-10-29 0 0,-1 0 0 0 0,1 0 1 0 0,0 0-1 0 0,1 0 1 0 0,0 0-1 0 0,0 0 1 0 0,0 1-1 0 0,0-1 0 0 0,1 0 1 0 0,0 1-1 0 0,0-1 1 0 0,1 0-1 0 0,0 1 0 0 0,0-1 1 0 0,1 0-1 0 0,-1 0 1 0 0,5 10-1 0 0,-3-12-47 0 0,0 0-1 0 0,0 0 1 0 0,1 0-1 0 0,-1-1 1 0 0,1 1 0 0 0,0-1-1 0 0,0 0 1 0 0,0 0-1 0 0,0 0 1 0 0,0 0-1 0 0,1-1 1 0 0,-1 0 0 0 0,1 0-1 0 0,0 0 1 0 0,8 2-1 0 0,15 2-417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8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10138 0 0,'1'-2'525'0'0,"1"1"0"0"0,-1 0 0 0 0,0-1 0 0 0,1 1 0 0 0,0 0 1 0 0,-1 0-1 0 0,1 0 0 0 0,0 0 0 0 0,-1 0 0 0 0,1 0 0 0 0,0 0 0 0 0,0 1 0 0 0,0-1 0 0 0,0 1 0 0 0,-1-1 0 0 0,1 1 0 0 0,0 0 0 0 0,4-1 0 0 0,-4 2-322 0 0,-1-1 0 0 0,1 1-1 0 0,0-1 1 0 0,0 1-1 0 0,0 0 1 0 0,-1 0 0 0 0,1-1-1 0 0,-1 1 1 0 0,1 0-1 0 0,0 0 1 0 0,-1 1 0 0 0,0-1-1 0 0,1 0 1 0 0,-1 0-1 0 0,0 1 1 0 0,2 1 0 0 0,0 2-157 0 0,1 0 1 0 0,-1 0-1 0 0,-1 1 1 0 0,1-1-1 0 0,-1 1 1 0 0,0-1-1 0 0,0 1 1 0 0,-1 0 0 0 0,1 0-1 0 0,-1-1 1 0 0,0 8-1 0 0,-4 67-78 0 0,1-59-93 0 0,1 1 1 0 0,1-1 0 0 0,5 43 0 0 0,-5-63 118 0 0,0-1 1 0 0,0 1-1 0 0,0-1 1 0 0,0 1-1 0 0,0-1 1 0 0,0 1-1 0 0,0 0 1 0 0,0-1-1 0 0,0 1 1 0 0,1-1-1 0 0,-1 1 1 0 0,0-1-1 0 0,0 1 1 0 0,0-1-1 0 0,1 1 1 0 0,-1-1-1 0 0,0 1 1 0 0,1-1-1 0 0,-1 0 1 0 0,0 1 0 0 0,1-1-1 0 0,-1 1 1 0 0,1-1-1 0 0,-1 0 1 0 0,0 1-1 0 0,1-1 1 0 0,0 1-1 0 0,7-13-68 0 0,3-26 54 0 0,-11 37 21 0 0,6-26-90 0 0,2 0 0 0 0,1 1 0 0 0,12-26 0 0 0,-16 41 140 0 0,0 1-1 0 0,1 0 1 0 0,0 0-1 0 0,1 1 1 0 0,0 0-1 0 0,0 0 1 0 0,1 0-1 0 0,0 1 1 0 0,0 0 0 0 0,12-7-1 0 0,-19 14-20 0 0,0 0-1 0 0,0 0 1 0 0,0 1 0 0 0,1-1-1 0 0,-1 1 1 0 0,0-1 0 0 0,1 1-1 0 0,-1-1 1 0 0,0 1 0 0 0,1 0-1 0 0,-1 0 1 0 0,0-1 0 0 0,1 1-1 0 0,-1 0 1 0 0,0 0 0 0 0,1 1-1 0 0,-1-1 1 0 0,0 0 0 0 0,1 0-1 0 0,-1 1 1 0 0,0-1 0 0 0,1 0 0 0 0,-1 1-1 0 0,0 0 1 0 0,0-1 0 0 0,1 1-1 0 0,-1 0 1 0 0,0-1 0 0 0,0 1-1 0 0,0 0 1 0 0,0 0 0 0 0,0 0-1 0 0,0 0 1 0 0,0 0 0 0 0,0 0-1 0 0,0 0 1 0 0,-1 0 0 0 0,1 1-1 0 0,0-1 1 0 0,-1 0 0 0 0,2 3-1 0 0,3 7-55 0 0,0 1 0 0 0,0 0 0 0 0,4 22 0 0 0,-3-14-116 0 0,53 121-1682 0 0,-59-141 1819 0 0,0 0 1 0 0,0 0 0 0 0,0 0-1 0 0,0 0 1 0 0,0 0 0 0 0,0 0-1 0 0,0-1 1 0 0,0 1-1 0 0,0 0 1 0 0,1 0 0 0 0,-1 0-1 0 0,0 0 1 0 0,0 0 0 0 0,0 0-1 0 0,0 0 1 0 0,0 0-1 0 0,0 0 1 0 0,0 0 0 0 0,0 0-1 0 0,0 0 1 0 0,0 0 0 0 0,0 0-1 0 0,0 0 1 0 0,0 0-1 0 0,1 0 1 0 0,-1 0 0 0 0,0 0-1 0 0,0 0 1 0 0,0 0 0 0 0,0 0-1 0 0,0 0 1 0 0,0 0-1 0 0,0 0 1 0 0,0 0 0 0 0,0 0-1 0 0,0 0 1 0 0,0 0 0 0 0,0 0-1 0 0,1 0 1 0 0,-1 0-1 0 0,0 0 1 0 0,0 0 0 0 0,0 0-1 0 0,0 1 1 0 0,0-1 0 0 0,0 0-1 0 0,0 0 1 0 0,0 0-1 0 0,0 0 1 0 0,0 0 0 0 0,0 0-1 0 0,0 0 1 0 0,0 0 0 0 0,0 0-1 0 0,0 0 1 0 0,0 0-1 0 0,0 0 1 0 0,0 0 0 0 0,0 1-1 0 0,1-9-3135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8.7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45 9674 0 0,'-2'-20'9603'0'0,"0"28"-7366"0"0,-1 1-2090 0 0,1 0 0 0 0,1 0 0 0 0,0 0 0 0 0,0 0 0 0 0,1 0 0 0 0,0 0 0 0 0,0 1 0 0 0,1-1 0 0 0,1 0 0 0 0,-1 0 0 0 0,1-1 0 0 0,1 1 0 0 0,3 9 0 0 0,-4-14-145 0 0,0 0 1 0 0,0-1-1 0 0,0 1 1 0 0,0-1-1 0 0,0 1 1 0 0,1-1-1 0 0,0 0 1 0 0,0 0-1 0 0,-1 0 0 0 0,2-1 1 0 0,-1 1-1 0 0,0-1 1 0 0,0 1-1 0 0,1-1 1 0 0,-1 0-1 0 0,1 0 1 0 0,0-1-1 0 0,0 1 1 0 0,-1-1-1 0 0,1 0 0 0 0,0 0 1 0 0,0 0-1 0 0,0 0 1 0 0,0-1-1 0 0,1 0 1 0 0,-1 0-1 0 0,0 0 1 0 0,0 0-1 0 0,0 0 1 0 0,0-1-1 0 0,6-1 0 0 0,-4 0 15 0 0,-1 1 0 0 0,0-1 0 0 0,0 0 0 0 0,0-1 0 0 0,0 1 0 0 0,0-1 0 0 0,-1 0 0 0 0,1 0 0 0 0,-1 0 0 0 0,0-1-1 0 0,0 1 1 0 0,0-1 0 0 0,0 0 0 0 0,-1 0 0 0 0,1-1 0 0 0,-1 1 0 0 0,0-1 0 0 0,0 0 0 0 0,-1 1 0 0 0,0-1 0 0 0,1 0 0 0 0,-2-1-1 0 0,4-9 1 0 0,-4 11-21 0 0,0-1 0 0 0,-1 1 0 0 0,1 0-1 0 0,-1-1 1 0 0,0 1 0 0 0,0 0 0 0 0,0-1 0 0 0,0 1-1 0 0,-1 0 1 0 0,0-1 0 0 0,0 1 0 0 0,0 0-1 0 0,0 0 1 0 0,-1 0 0 0 0,1-1 0 0 0,-1 2-1 0 0,0-1 1 0 0,-1 0 0 0 0,1 0 0 0 0,0 1-1 0 0,-1-1 1 0 0,0 1 0 0 0,0 0 0 0 0,0 0 0 0 0,0 0-1 0 0,-1 0 1 0 0,1 0 0 0 0,-1 1 0 0 0,0-1-1 0 0,-5-1 1 0 0,6 2-175 0 0,-1 1 1 0 0,1 0-1 0 0,-1 0 0 0 0,1 0 1 0 0,-1 0-1 0 0,0 1 0 0 0,1 0 0 0 0,-1 0 1 0 0,0 0-1 0 0,0 0 0 0 0,1 0 1 0 0,-1 1-1 0 0,0-1 0 0 0,1 1 1 0 0,-1 0-1 0 0,0 0 0 0 0,1 0 0 0 0,-5 3 1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9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88 387 10138 0 0,'3'-2'48'0'0,"36"-20"1460"0"0,-37 21-1315 0 0,-1 0 1 0 0,0 0-1 0 0,1 0 0 0 0,-1 0 1 0 0,0-1-1 0 0,0 1 1 0 0,0 0-1 0 0,0 0 0 0 0,0-1 1 0 0,0 1-1 0 0,0-1 1 0 0,0 1-1 0 0,-1-1 0 0 0,1 0 1 0 0,0 1-1 0 0,-1-1 1 0 0,0 1-1 0 0,1-1 0 0 0,-1 0 1 0 0,0 1-1 0 0,0-1 1 0 0,0 0-1 0 0,0-2 0 0 0,0 3-110 0 0,0 0 0 0 0,0 1 0 0 0,0-1 0 0 0,-1 1-1 0 0,1-1 1 0 0,0 0 0 0 0,0 1 0 0 0,-1-1 0 0 0,1 1-1 0 0,0-1 1 0 0,-1 1 0 0 0,1-1 0 0 0,0 1 0 0 0,-1-1-1 0 0,1 1 1 0 0,-1-1 0 0 0,1 1 0 0 0,-1 0 0 0 0,1-1-1 0 0,-1 1 1 0 0,1 0 0 0 0,-1-1 0 0 0,1 1 0 0 0,-1 0-1 0 0,0 0 1 0 0,1 0 0 0 0,-2-1 0 0 0,-19 3 1058 0 0,-19 15-148 0 0,35-13-893 0 0,-1 0 0 0 0,0 0 0 0 0,1 0 0 0 0,-1 1 0 0 0,1-1 0 0 0,1 1 0 0 0,-1 1-1 0 0,1-1 1 0 0,0 1 0 0 0,0-1 0 0 0,0 1 0 0 0,1 1 0 0 0,-5 11 0 0 0,6-15-111 0 0,1 0 1 0 0,1 0-1 0 0,-1 0 1 0 0,0 0-1 0 0,1 1 1 0 0,0-1-1 0 0,0 0 1 0 0,0 0-1 0 0,0 1 1 0 0,0-1-1 0 0,1 0 1 0 0,-1 0-1 0 0,1 0 1 0 0,0 0-1 0 0,0 0 1 0 0,0 1-1 0 0,0-2 1 0 0,1 1-1 0 0,-1 0 1 0 0,1 0 0 0 0,-1 0-1 0 0,1-1 1 0 0,0 1-1 0 0,0-1 1 0 0,1 1-1 0 0,-1-1 1 0 0,0 0-1 0 0,1 0 1 0 0,-1 0-1 0 0,1 0 1 0 0,0 0-1 0 0,3 1 1 0 0,-3-1-160 0 0,0 0 0 0 0,0-1 0 0 0,1 1 0 0 0,-1-1 0 0 0,0 0 0 0 0,1 0 1 0 0,-1 0-1 0 0,1 0 0 0 0,0-1 0 0 0,-1 0 0 0 0,1 1 0 0 0,-1-1 0 0 0,1 0 1 0 0,0-1-1 0 0,-1 1 0 0 0,1-1 0 0 0,-1 1 0 0 0,1-1 0 0 0,-1 0 0 0 0,1 0 0 0 0,-1-1 1 0 0,0 1-1 0 0,1-1 0 0 0,-1 0 0 0 0,0 1 0 0 0,0-1 0 0 0,0-1 0 0 0,0 1 0 0 0,-1 0 1 0 0,1-1-1 0 0,0 1 0 0 0,-1-1 0 0 0,0 0 0 0 0,4-5 0 0 0,0-1-73 0 0,0 0 0 0 0,-1-1-1 0 0,0 1 1 0 0,0-1 0 0 0,-1 0-1 0 0,0 0 1 0 0,-1-1 0 0 0,0 1-1 0 0,-1-1 1 0 0,2-16 0 0 0,-3-38 2385 0 0,-9-69 1 0 0,3 51 85 0 0,4 64-1732 0 0,2 13-228 0 0,-1 1-1 0 0,0-1 1 0 0,0 0 0 0 0,-1 1 0 0 0,0-1 0 0 0,0 1-1 0 0,-3-8 1 0 0,4 13-238 0 0,0 0-1 0 0,-1 0 1 0 0,1 0 0 0 0,0 0 0 0 0,-1 0-1 0 0,1 0 1 0 0,0 0 0 0 0,0 0-1 0 0,-1 0 1 0 0,1 0 0 0 0,0 0-1 0 0,-1 1 1 0 0,1-1 0 0 0,0 0 0 0 0,0 0-1 0 0,-1 0 1 0 0,1 0 0 0 0,0 1-1 0 0,0-1 1 0 0,0 0 0 0 0,-1 0-1 0 0,1 1 1 0 0,0-1 0 0 0,0 0 0 0 0,0 0-1 0 0,0 1 1 0 0,-1-1 0 0 0,1 0-1 0 0,0 1 1 0 0,0-1 0 0 0,0 0-1 0 0,0 0 1 0 0,0 1 0 0 0,0-1-1 0 0,0 0 1 0 0,0 1 0 0 0,0-1 0 0 0,0 0-1 0 0,0 1 1 0 0,0-1 0 0 0,0 1-1 0 0,-5 15 303 0 0,2 6-70 0 0,0 0 0 0 0,2 0 1 0 0,0 0-1 0 0,2 1 0 0 0,0-1 0 0 0,2 0 0 0 0,0-1 0 0 0,8 29 0 0 0,-3-23-552 0 0,1 0-1 0 0,14 29 1 0 0,-12-34-2085 0 0,2 1 1 0 0,20 28-1 0 0,-15-28-5504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9.5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87 217 10138 0 0,'-31'-3'4739'0'0,"26"3"-4144"0"0,1 0 0 0 0,-1 0 0 0 0,1 0 0 0 0,-1-1 0 0 0,1 0 0 0 0,0 0 0 0 0,-1 0 0 0 0,1 0 0 0 0,0-1 0 0 0,-8-3 0 0 0,15 2-358 0 0,1 0 1 0 0,-1 0 0 0 0,0 0-1 0 0,1 1 1 0 0,0 0-1 0 0,6-4 1 0 0,2 0-176 0 0,-1-1 1 0 0,1 0-1 0 0,-2-1 1 0 0,1 0-1 0 0,17-19 1 0 0,-25 24-63 0 0,0-1 0 0 0,0 1 0 0 0,0-1 0 0 0,-1 1 0 0 0,1-1 0 0 0,-1 0 0 0 0,0 0 0 0 0,0 0 0 0 0,0 0 0 0 0,-1 0 0 0 0,0 0 0 0 0,1-1 1 0 0,-1 1-1 0 0,-1 0 0 0 0,1-1 0 0 0,-1 1 0 0 0,1-1 0 0 0,-1 1 0 0 0,-1-1 0 0 0,1 1 0 0 0,-2-7 0 0 0,2 10 0 0 0,0 0 0 0 0,-1 0 0 0 0,1 0 0 0 0,0 0 0 0 0,0 0 0 0 0,-1 0 0 0 0,1 0 0 0 0,-1 0 0 0 0,1 0 0 0 0,-1 0 0 0 0,1 1 0 0 0,-1-1 0 0 0,1 0 0 0 0,-1 0 0 0 0,0 1 0 0 0,1-1 0 0 0,-1 0 0 0 0,0 1 0 0 0,0-1 0 0 0,0 1 0 0 0,1-1 0 0 0,-1 1 0 0 0,0-1 0 0 0,0 1 0 0 0,0 0 0 0 0,0-1 0 0 0,0 1 0 0 0,0 0 0 0 0,0 0 0 0 0,0-1 0 0 0,0 1 0 0 0,0 0 0 0 0,0 0 0 0 0,0 0 0 0 0,0 0 0 0 0,0 0 0 0 0,0 1 0 0 0,0-1 0 0 0,1 0 0 0 0,-1 0 0 0 0,0 1 0 0 0,0-1 0 0 0,0 0 0 0 0,0 1 0 0 0,0-1 0 0 0,0 1 0 0 0,0-1 0 0 0,1 1 0 0 0,-1 0 0 0 0,-1 0 0 0 0,-3 3 0 0 0,0 0 0 0 0,0 0 0 0 0,1 0 0 0 0,-1 1 0 0 0,1 0 0 0 0,-6 8 0 0 0,5-6 1 0 0,1 0-1 0 0,0 0 1 0 0,1 1-1 0 0,-1 0 1 0 0,1 0-1 0 0,1 0 1 0 0,0 0 0 0 0,0 0-1 0 0,0 0 1 0 0,1 0-1 0 0,0 1 1 0 0,1-1-1 0 0,0 0 1 0 0,1 14 0 0 0,0-17-25 0 0,0 0 0 0 0,1-1 0 0 0,-1 1 0 0 0,1 0 0 0 0,0 0 0 0 0,0-1 1 0 0,0 1-1 0 0,1-1 0 0 0,-1 0 0 0 0,1 1 0 0 0,0-1 0 0 0,1 0 0 0 0,-1-1 0 0 0,1 1 1 0 0,-1-1-1 0 0,1 1 0 0 0,0-1 0 0 0,0 0 0 0 0,1-1 0 0 0,-1 1 0 0 0,1-1 0 0 0,-1 0 1 0 0,1 0-1 0 0,0 0 0 0 0,5 1 0 0 0,0 0-601 0 0,1-1 1 0 0,-1-1 0 0 0,1 0-1 0 0,19 0 1 0 0,-3-3-6556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0.1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25 3225 0 0,'-57'-5'2263'0'0,"37"5"1398"0"0,0 0 1 0 0,-24 4 0 0 0,71-2 820 0 0,9 0-4002 0 0,139-5 377 0 0,191 7 1216 0 0,-340-1-2100 0 0,4 0-138 0 0,0 0 0 0 0,0-2 0 0 0,0-1 0 0 0,0-2 0 0 0,41-7 0 0 0,-68 8-37 0 0,0 1-1 0 0,0-1 1 0 0,-1-1 0 0 0,1 1 0 0 0,0 0 0 0 0,-1-1 0 0 0,1 1 0 0 0,-1-1 0 0 0,0 0-1 0 0,1 1 1 0 0,-1-1 0 0 0,0 0 0 0 0,0-1 0 0 0,0 1 0 0 0,1-3 0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0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15 6881 0 0,'-6'-3'378'0'0,"-1"1"-1"0"0,1-1 0 0 0,-1 1 0 0 0,0 1 0 0 0,-9-2 0 0 0,12 3 496 0 0,0-1 0 0 0,0 1 0 0 0,0 1 0 0 0,0-1-1 0 0,0 0 1 0 0,1 1 0 0 0,-1 0 0 0 0,-12 10 5353 0 0,42 1-5342 0 0,-12-6-738 0 0,0 1 0 0 0,0 1 0 0 0,-1 0 0 0 0,0 0 1 0 0,0 1-1 0 0,-1 1 0 0 0,0 0 0 0 0,19 22 0 0 0,5 11-38 0 0,34 53 0 0 0,-37-49-127 0 0,-27-39 19 0 0,0 1 0 0 0,0 0 0 0 0,-1 1-1 0 0,0-1 1 0 0,7 20 0 0 0,-11-26 1 0 0,0 0-1 0 0,-1 0 1 0 0,1 0-1 0 0,-1 0 1 0 0,0 0 0 0 0,0 0-1 0 0,0 0 1 0 0,0 0 0 0 0,0-1-1 0 0,0 1 1 0 0,-1 0 0 0 0,0 0-1 0 0,1 0 1 0 0,-1 0 0 0 0,0 0-1 0 0,0-1 1 0 0,-1 1-1 0 0,1 0 1 0 0,-1-1 0 0 0,1 1-1 0 0,-1-1 1 0 0,0 0 0 0 0,0 1-1 0 0,0-1 1 0 0,0 0 0 0 0,-3 2-1 0 0,-9 6 53 0 0,-1 0 0 0 0,0-1 1 0 0,-1 0-1 0 0,-28 11 0 0 0,-4 1-2659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0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251 89 1840 0 0,'0'-27'-204'0'0,"0"23"864"0"0,-1 0 1 0 0,1 0 0 0 0,-1 0 0 0 0,0 0 0 0 0,0 0 0 0 0,-1 0 0 0 0,-2-5 0 0 0,3 7-337 0 0,0 1-1 0 0,0-1 0 0 0,0 0 0 0 0,0 1 0 0 0,0-1 1 0 0,-1 1-1 0 0,1 0 0 0 0,-1-1 0 0 0,1 1 0 0 0,-1 0 1 0 0,1 0-1 0 0,-1 0 0 0 0,0 0 0 0 0,1 0 1 0 0,-1 0-1 0 0,0 0 0 0 0,0 1 0 0 0,0-1 0 0 0,0 1 1 0 0,1-1-1 0 0,-1 1 0 0 0,0 0 0 0 0,0 0 1 0 0,0-1-1 0 0,0 1 0 0 0,0 1 0 0 0,0-1 0 0 0,0 0 1 0 0,0 0-1 0 0,0 1 0 0 0,-2 0 0 0 0,-7 2 239 0 0,-1 1-1 0 0,1 1 0 0 0,0 0 0 0 0,0 0 0 0 0,1 1 0 0 0,0 1 0 0 0,0 0 1 0 0,-15 13-1 0 0,17-14-535 0 0,1 1 0 0 0,0 0 0 0 0,0 1 1 0 0,1-1-1 0 0,0 1 0 0 0,0 1 0 0 0,1-1 0 0 0,0 1 0 0 0,0 0 1 0 0,-6 17-1 0 0,11-22-26 0 0,-1-1-1 0 0,1 1 1 0 0,-1-1 0 0 0,1 1-1 0 0,0-1 1 0 0,0 0 0 0 0,1 1-1 0 0,-1-1 1 0 0,1 1 0 0 0,-1-1-1 0 0,1 0 1 0 0,0 1 0 0 0,0-1 0 0 0,1 0-1 0 0,-1 0 1 0 0,1 0 0 0 0,0 0-1 0 0,-1 0 1 0 0,1 0 0 0 0,0 0-1 0 0,1-1 1 0 0,-1 1 0 0 0,0-1 0 0 0,1 1-1 0 0,0-1 1 0 0,-1 0 0 0 0,1 0-1 0 0,0 0 1 0 0,3 1 0 0 0,13 7-17 0 0,-1 0 1 0 0,1-2 0 0 0,36 12 0 0 0,-21-8 7 0 0,-6-2-1 0 0,-5-2-5 0 0,39 20 1 0 0,-57-26 13 0 0,0 1 0 0 0,0 0 0 0 0,0 1 0 0 0,0-1-1 0 0,-1 1 1 0 0,1 0 0 0 0,-1 0 0 0 0,0 0 0 0 0,0 1 0 0 0,-1 0 0 0 0,1-1 0 0 0,4 11 0 0 0,-7-12 2 0 0,0-1 1 0 0,0 0 0 0 0,0 1-1 0 0,0-1 1 0 0,-1 1-1 0 0,0-1 1 0 0,1 1 0 0 0,-1-1-1 0 0,0 1 1 0 0,0-1-1 0 0,0 1 1 0 0,-1-1-1 0 0,1 1 1 0 0,0-1 0 0 0,-1 1-1 0 0,0-1 1 0 0,0 1-1 0 0,0-1 1 0 0,-1 3 0 0 0,0-1 5 0 0,-1 0 0 0 0,0 0 0 0 0,0 0 0 0 0,0 0 1 0 0,-1 0-1 0 0,1-1 0 0 0,-1 0 0 0 0,0 0 1 0 0,-6 4-1 0 0,-2 0 14 0 0,0 0 1 0 0,-1-1-1 0 0,0 0 0 0 0,0-1 1 0 0,-27 7-1 0 0,29-10-247 0 0,1 0 0 0 0,0 0 1 0 0,-1-2-1 0 0,1 1 0 0 0,-1-1 0 0 0,1 0 0 0 0,-1-1 1 0 0,1 0-1 0 0,-12-4 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1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1 262 5529 0 0,'6'-2'388'0'0,"0"0"-1"0"0,0 0 1 0 0,1 0 0 0 0,-2-1-1 0 0,1 0 1 0 0,0 0-1 0 0,9-6 1 0 0,-1 0 705 0 0,5-1 842 0 0,-1-2 0 0 0,0 0 0 0 0,20-19 0 0 0,-31 24-1516 0 0,0 1 0 0 0,-1-1 1 0 0,1 0-1 0 0,-1-1 0 0 0,-1 0 0 0 0,0 0 1 0 0,0 0-1 0 0,0 0 0 0 0,6-17 0 0 0,-11 23-375 0 0,1 0 0 0 0,-1 0 0 0 0,0-1 0 0 0,1 1-1 0 0,-1 0 1 0 0,0-1 0 0 0,0 1 0 0 0,0 0 0 0 0,-1-1-1 0 0,1 1 1 0 0,0 0 0 0 0,-1-1 0 0 0,0 1 0 0 0,1 0-1 0 0,-1 0 1 0 0,0 0 0 0 0,0 0 0 0 0,0-1 0 0 0,-1 1-1 0 0,1 1 1 0 0,0-1 0 0 0,-1 0 0 0 0,1 0 0 0 0,-1 0-1 0 0,0 1 1 0 0,0-1 0 0 0,1 1 0 0 0,-1-1 0 0 0,0 1-1 0 0,0 0 1 0 0,0 0 0 0 0,0 0 0 0 0,-1 0 0 0 0,1 0-1 0 0,0 0 1 0 0,0 1 0 0 0,-1-1 0 0 0,1 1 0 0 0,0-1 0 0 0,0 1-1 0 0,-1 0 1 0 0,1 0 0 0 0,-1 0 0 0 0,1 0 0 0 0,0 0-1 0 0,0 1 1 0 0,-1-1 0 0 0,1 1 0 0 0,0 0 0 0 0,-1-1-1 0 0,1 1 1 0 0,0 0 0 0 0,0 0 0 0 0,0 0 0 0 0,0 1-1 0 0,0-1 1 0 0,0 0 0 0 0,-2 3 0 0 0,-3 2-60 0 0,0 1 0 0 0,0 0 1 0 0,1 0-1 0 0,0 1 0 0 0,0 0 0 0 0,0 0 1 0 0,1 0-1 0 0,1 1 0 0 0,-1-1 0 0 0,1 1 1 0 0,1 0-1 0 0,0 0 0 0 0,0 1 0 0 0,1-1 1 0 0,0 1-1 0 0,-1 13 0 0 0,3-18 17 0 0,0 0 0 0 0,0 0 0 0 0,0 0 0 0 0,0 0-1 0 0,1 0 1 0 0,0 0 0 0 0,0 0 0 0 0,1 0 0 0 0,-1 0 0 0 0,1-1 0 0 0,0 1 0 0 0,0 0 0 0 0,1-1-1 0 0,-1 0 1 0 0,1 1 0 0 0,0-1 0 0 0,0 0 0 0 0,0 0 0 0 0,1-1 0 0 0,0 1 0 0 0,-1-1-1 0 0,1 0 1 0 0,0 0 0 0 0,1 0 0 0 0,-1 0 0 0 0,0-1 0 0 0,1 1 0 0 0,-1-1 0 0 0,1 0-1 0 0,0-1 1 0 0,0 1 0 0 0,7 1 0 0 0,7-1-324 0 0,-1 0-1 0 0,1 0 1 0 0,-1-2 0 0 0,1 0-1 0 0,-1-2 1 0 0,1 0-1 0 0,-1-1 1 0 0,0 0 0 0 0,18-7-1 0 0,-7 2-7208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1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0 103 3209 0 0,'7'-27'19500'0'0,"3"36"-20190"0"0,-4-4 970 0 0,16 15 409 0 0,32 36 0 0 0,-49-50-689 0 0,0 0 1 0 0,-1 0 0 0 0,0 1-1 0 0,0 0 1 0 0,0 0-1 0 0,-1 0 1 0 0,0 0-1 0 0,0 0 1 0 0,0 0 0 0 0,-1 1-1 0 0,1 11 1 0 0,-2-19 0 0 0,-1 1 0 0 0,0-1 0 0 0,0 1 0 0 0,0-1 0 0 0,0 1 0 0 0,0 0 0 0 0,0-1 0 0 0,0 1 0 0 0,0-1 0 0 0,0 1 0 0 0,0-1 0 0 0,0 1 0 0 0,0 0 0 0 0,0-1 0 0 0,0 1 0 0 0,0-1 0 0 0,-1 1 0 0 0,1-1 0 0 0,0 1 0 0 0,0-1 0 0 0,-1 1 0 0 0,1-1 0 0 0,0 1 0 0 0,-1-1 0 0 0,1 1 0 0 0,0-1 0 0 0,-1 0 0 0 0,1 1 1 0 0,-1-1-1 0 0,1 1 0 0 0,-1-1 0 0 0,0 0 16 0 0,0 0-1 0 0,-1 0 1 0 0,1 0 0 0 0,0 0 0 0 0,0 0 0 0 0,0-1 0 0 0,0 1 0 0 0,0 0 0 0 0,0-1-1 0 0,0 1 1 0 0,0-1 0 0 0,0 1 0 0 0,0-1 0 0 0,-1-1 0 0 0,-29-27 338 0 0,27 22-343 0 0,0 1 0 0 0,1-1 0 0 0,-1 1 0 0 0,1-1-1 0 0,1 0 1 0 0,0 0 0 0 0,0-1 0 0 0,0 1 0 0 0,1 0 0 0 0,-1-1 0 0 0,2 1-1 0 0,-1 0 1 0 0,2-12 0 0 0,0 10-398 0 0,0-1-1 0 0,1 1 1 0 0,5-18-1 0 0,18-27-5997 0 0,-12 32-743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1.8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13363 0 0,'-2'3'760'0'0,"0"0"1"0"0,1 0-1 0 0,-1 1 1 0 0,1-1-1 0 0,-1 0 1 0 0,1 1-1 0 0,0-1 1 0 0,-1 7 0 0 0,1-5-293 0 0,-4 15 491 0 0,0-1 0 0 0,-2 36-1 0 0,6-45-1475 0 0,1 0-1 0 0,0 0 1 0 0,1 0-1 0 0,2 12 0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2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13827 0 0,'0'0'1344'0'0,"1"0"-1192"0"0,-1 2-152 0 0,2-1 0 0 0,-2 0 0 0 0,1 2 160 0 0,0 1 8 0 0,4 4 0 0 0,-3 3 0 0 0,4 3-744 0 0,-2 1-144 0 0,3 4-32 0 0,1-1-8 0 0,4 0 584 0 0,0-3 176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2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1 226 8034 0 0,'35'-21'2238'0'0,"-11"9"-58"0"0,-19 8-1937 0 0,0 1-1 0 0,0-1 1 0 0,0-1 0 0 0,0 1 0 0 0,-1-1-1 0 0,1 1 1 0 0,-1-1 0 0 0,-1 0-1 0 0,1-1 1 0 0,-1 1 0 0 0,1-1 0 0 0,-1 1-1 0 0,-1-1 1 0 0,1 0 0 0 0,-1 0-1 0 0,0 0 1 0 0,-1-1 0 0 0,0 1 0 0 0,0 0-1 0 0,0-1 1 0 0,0 1 0 0 0,-1 0 0 0 0,0-1-1 0 0,0 1 1 0 0,-1-1 0 0 0,0 1-1 0 0,0 0 1 0 0,-1-1 0 0 0,-4-11 0 0 0,6 18-186 0 0,0-1 1 0 0,0 0-1 0 0,0 1 0 0 0,-1-1 1 0 0,1 0-1 0 0,0 1 1 0 0,-1-1-1 0 0,1 1 1 0 0,0-1-1 0 0,-1 0 1 0 0,1 1-1 0 0,-1-1 1 0 0,1 1-1 0 0,-1-1 1 0 0,1 1-1 0 0,-1-1 1 0 0,1 1-1 0 0,-1 0 1 0 0,0-1-1 0 0,1 1 1 0 0,-1 0-1 0 0,0-1 0 0 0,1 1 1 0 0,-1 0-1 0 0,0 0 1 0 0,1 0-1 0 0,-1-1 1 0 0,0 1-1 0 0,1 0 1 0 0,-1 0-1 0 0,0 0 1 0 0,0 0-1 0 0,-1 1 10 0 0,0 0-1 0 0,1 0 0 0 0,-1-1 1 0 0,1 1-1 0 0,-1 0 1 0 0,1 1-1 0 0,0-1 0 0 0,-1 0 1 0 0,1 0-1 0 0,0 0 0 0 0,0 1 1 0 0,-2 2-1 0 0,-3 5 44 0 0,0 0-1 0 0,1 1 1 0 0,-5 11 0 0 0,7-12-98 0 0,-1 0 0 0 0,1 0 0 0 0,1 0 0 0 0,0 0 0 0 0,0 0 0 0 0,1 1 0 0 0,-1 16 0 0 0,2-23-12 0 0,1 0-1 0 0,-1 0 0 0 0,0 1 1 0 0,1-1-1 0 0,0 0 1 0 0,0 0-1 0 0,0 0 0 0 0,0 0 1 0 0,0 0-1 0 0,1 0 0 0 0,0 0 1 0 0,-1 0-1 0 0,1 0 0 0 0,0-1 1 0 0,0 1-1 0 0,0-1 0 0 0,1 1 1 0 0,-1-1-1 0 0,0 0 0 0 0,1 0 1 0 0,0 0-1 0 0,-1 0 1 0 0,1-1-1 0 0,0 1 0 0 0,6 2 1 0 0,7 1-367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3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28 4609 0 0,'-11'-27'10180'0'0,"11"27"-10044"0"0,-1-1 1 0 0,0 1 0 0 0,0 1 0 0 0,1-1 0 0 0,-1 0 0 0 0,0 0 0 0 0,1 0-1 0 0,-1 0 1 0 0,0 0 0 0 0,1 1 0 0 0,-1-1 0 0 0,1 0 0 0 0,-1 0 0 0 0,0 1-1 0 0,1-1 1 0 0,-1 1 0 0 0,1-1 0 0 0,-1 0 0 0 0,1 1 0 0 0,-1-1 0 0 0,1 1-1 0 0,-1-1 1 0 0,0 2 0 0 0,0-1 32 0 0,-13 10 354 0 0,1 0 0 0 0,1 1 1 0 0,0 1-1 0 0,1 0 1 0 0,0 0-1 0 0,1 1 0 0 0,-12 20 1 0 0,22-32-516 0 0,-1 0 0 0 0,1 0 0 0 0,-1 0-1 0 0,1 1 1 0 0,-1-1 0 0 0,1 0 0 0 0,0 0 0 0 0,0 0 0 0 0,0 0 0 0 0,0 1 0 0 0,1-1 0 0 0,-1 0 0 0 0,1 0 0 0 0,-1 0 0 0 0,1 0-1 0 0,-1 0 1 0 0,1 0 0 0 0,0 0 0 0 0,0 0 0 0 0,0 0 0 0 0,1 0 0 0 0,-1 0 0 0 0,0 0 0 0 0,1-1 0 0 0,-1 1 0 0 0,1-1 0 0 0,-1 1-1 0 0,1-1 1 0 0,2 3 0 0 0,7 3 56 0 0,1 1 0 0 0,0-1 0 0 0,22 9 0 0 0,-10-4-29 0 0,-6-3-35 0 0,-11-6 0 0 0,0 0 0 0 0,-1 0 0 0 0,1 0 0 0 0,-1 1 0 0 0,0 0 0 0 0,0 1 0 0 0,0-1 0 0 0,-1 1 0 0 0,1 0 0 0 0,-1 0 0 0 0,7 10 0 0 0,-12-13 2 0 0,1-1 0 0 0,-1 1-1 0 0,0 0 1 0 0,1 0 0 0 0,-1-1 0 0 0,0 1 0 0 0,0 0 0 0 0,0 0 0 0 0,-1-1-1 0 0,1 1 1 0 0,0 0 0 0 0,-1-1 0 0 0,1 1 0 0 0,-1 0 0 0 0,1-1 0 0 0,-1 1-1 0 0,0 0 1 0 0,0-1 0 0 0,1 1 0 0 0,-1-1 0 0 0,0 0 0 0 0,0 1 0 0 0,-1-1-1 0 0,1 0 1 0 0,0 1 0 0 0,0-1 0 0 0,-1 0 0 0 0,1 0 0 0 0,-1 0 0 0 0,1 0-1 0 0,-4 1 1 0 0,-3 3 14 0 0,0 0 0 0 0,-1-1 0 0 0,0 0 0 0 0,-12 4 0 0 0,0-3-447 0 0,-1-1 1 0 0,1 0-1 0 0,-29 0 1 0 0,18-3-7229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4.9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1 121 10138 0 0,'67'-4'8571'0'0,"57"-12"-6019"0"0,24-3-1551 0 0,25 4-287 0 0,413-46-317 0 0,-572 59-461 0 0,-8 1-333 0 0,0 0 1 0 0,-1 0 0 0 0,1 1 0 0 0,0 0-1 0 0,6 0 1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5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1 195 4609 0 0,'13'-3'13815'0'0,"-13"4"-13564"0"0,5 5 1996 0 0,4-1-3278 0 0,-6-3 1136 0 0,-1-1-1 0 0,0 0 1 0 0,1 0 0 0 0,-1 0-1 0 0,1 0 1 0 0,-1-1 0 0 0,1 1-1 0 0,0-1 1 0 0,-1 1 0 0 0,1-1-1 0 0,0 0 1 0 0,-1 0-1 0 0,1 0 1 0 0,0 0 0 0 0,-1-1-1 0 0,1 1 1 0 0,-1-1 0 0 0,1 1-1 0 0,0-1 1 0 0,-1 0 0 0 0,1 0-1 0 0,-1 0 1 0 0,0 0 0 0 0,4-3-1 0 0,0-2-75 0 0,-1 1 0 0 0,0-1-1 0 0,0 0 1 0 0,-1 0 0 0 0,0 0 0 0 0,0-1-1 0 0,3-7 1 0 0,-5 9-16 0 0,0 0 0 0 0,1 0 0 0 0,-1 0 0 0 0,1 1 0 0 0,0-1 0 0 0,1 1 0 0 0,-1-1 1 0 0,1 1-1 0 0,0 0 0 0 0,0 0 0 0 0,0 1 0 0 0,0-1 0 0 0,0 1 0 0 0,1 0 0 0 0,8-4 0 0 0,-12 7-3 0 0,1 0 0 0 0,0 0 0 0 0,-1 0-1 0 0,1 0 1 0 0,0 0 0 0 0,-1 0 0 0 0,1 0 0 0 0,-1 1 0 0 0,1-1-1 0 0,0 1 1 0 0,-1-1 0 0 0,1 1 0 0 0,-1-1 0 0 0,1 1-1 0 0,-1 0 1 0 0,0 0 0 0 0,1 0 0 0 0,-1 0 0 0 0,0 0-1 0 0,1 0 1 0 0,-1 0 0 0 0,0 0 0 0 0,0 1 0 0 0,0-1-1 0 0,0 0 1 0 0,0 1 0 0 0,0-1 0 0 0,-1 0 0 0 0,2 3-1 0 0,4 8 31 0 0,0 1-1 0 0,7 21 0 0 0,-5-15 19 0 0,1 3-21 0 0,-3-6 2 0 0,1-1 0 0 0,0 1 0 0 0,1-1 0 0 0,1-1-1 0 0,0 0 1 0 0,16 19 0 0 0,-24-33-39 0 0,-1 1 0 0 0,1-1 0 0 0,-1 0 0 0 0,1 1 0 0 0,0-1 0 0 0,-1 0 0 0 0,1 1 0 0 0,0-1 0 0 0,-1 0 0 0 0,1 0 0 0 0,0 0 0 0 0,0 0-1 0 0,-1 0 1 0 0,1 0 0 0 0,0 0 0 0 0,-1 0 0 0 0,1 0 0 0 0,0 0 0 0 0,0 0 0 0 0,-1 0 0 0 0,1 0 0 0 0,0-1 0 0 0,-1 1 0 0 0,1 0 0 0 0,0 0 0 0 0,-1-1 0 0 0,1 1 0 0 0,-1 0 0 0 0,1-1 0 0 0,0 1 0 0 0,-1-1 0 0 0,1 1 0 0 0,-1-1-1 0 0,1 1 1 0 0,-1-1 0 0 0,1 0 0 0 0,-1 1 0 0 0,0-1 0 0 0,1 1 0 0 0,-1-1 0 0 0,0 0 0 0 0,1 0 0 0 0,19-37 25 0 0,-16 30 5 0 0,21-45 4 0 0,29-54 92 0 0,-47 95-116 0 0,1 0 1 0 0,1 0 0 0 0,-1 1 0 0 0,2 0 0 0 0,0 0-1 0 0,11-9 1 0 0,-19 19-6 0 0,-1 0 1 0 0,0-1-1 0 0,1 1 1 0 0,-1 0-1 0 0,1-1 0 0 0,0 1 1 0 0,-1 0-1 0 0,1 0 0 0 0,0 0 1 0 0,0 1-1 0 0,0-1 0 0 0,-1 0 1 0 0,1 1-1 0 0,0-1 0 0 0,0 1 1 0 0,0 0-1 0 0,0-1 1 0 0,0 1-1 0 0,0 0 0 0 0,0 0 1 0 0,0 0-1 0 0,0 1 0 0 0,0-1 1 0 0,0 0-1 0 0,0 1 0 0 0,0-1 1 0 0,0 1-1 0 0,0 0 0 0 0,-1 0 1 0 0,1 0-1 0 0,0-1 0 0 0,0 2 1 0 0,-1-1-1 0 0,1 0 1 0 0,1 2-1 0 0,4 4 42 0 0,-1 1 1 0 0,0 0-1 0 0,0 1 0 0 0,-1-1 0 0 0,0 1 1 0 0,3 10-1 0 0,20 29 69 0 0,25 8-100 0 0,-49-52-34 0 0,1 0 1 0 0,0 0 0 0 0,0 0-1 0 0,0-1 1 0 0,1 0 0 0 0,-1 0 0 0 0,1-1-1 0 0,-1 1 1 0 0,1-1 0 0 0,8 2 0 0 0,-13-4 6 0 0,-1-1 1 0 0,1 1-1 0 0,0 0 1 0 0,-1-1 0 0 0,1 1-1 0 0,-1-1 1 0 0,1 1 0 0 0,0-1-1 0 0,-1 1 1 0 0,1-1 0 0 0,-1 1-1 0 0,1-1 1 0 0,-1 1 0 0 0,0-1-1 0 0,1 0 1 0 0,-1 1 0 0 0,0-1-1 0 0,1 0 1 0 0,-1 1-1 0 0,0-1 1 0 0,0 0 0 0 0,1 1-1 0 0,-1-1 1 0 0,0 0 0 0 0,0-1-1 0 0,7-28-84 0 0,-5 17 74 0 0,5-11-29 0 0,20-43 0 0 0,-25 61 42 0 0,1 0 1 0 0,0 1-1 0 0,0-1 0 0 0,1 1 1 0 0,-1 0-1 0 0,1 0 0 0 0,0 0 1 0 0,1 0-1 0 0,-1 1 0 0 0,1 0 0 0 0,0-1 1 0 0,11-5-1 0 0,-15 9 9 0 0,1 1 0 0 0,0-1-1 0 0,0 1 1 0 0,0-1 0 0 0,0 1 0 0 0,0 0 0 0 0,-1 0-1 0 0,1 0 1 0 0,0 0 0 0 0,0 0 0 0 0,0 0 0 0 0,0 1-1 0 0,0-1 1 0 0,0 1 0 0 0,0-1 0 0 0,-1 1 0 0 0,1 0-1 0 0,0 0 1 0 0,0-1 0 0 0,-1 1 0 0 0,1 0 0 0 0,-1 1-1 0 0,1-1 1 0 0,-1 0 0 0 0,3 3 0 0 0,5 5 7 0 0,-1 0 1 0 0,0 0-1 0 0,8 12 1 0 0,4 6 0 0 0,35 21-1984 0 0,-40-35-24 0 0,0 0 1 0 0,19 21 0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6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27 2673 0 0,'-50'10'1925'0'0,"14"-4"4414"0"0,71-8-410 0 0,-1 0-5009 0 0,72-8 1454 0 0,131 3 1 0 0,109 22-1110 0 0,-300-12-1116 0 0,521 6 259 0 0,-165-44-408 0 0,-338 29 0 0 0,10-1-208 0 0,-80 7-2168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6.6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89 3681 0 0,'-18'9'-31'0'0,"-9"5"1864"0"0,1 0 1 0 0,-31 31 3598 0 0,57-45-5376 0 0,19 0 1509 0 0,23-6-236 0 0,284-43 4462 0 0,169 18-4695 0 0,-363 33-1009 0 0,86-3-15 0 0,-182-1-70 0 0,-1-2 1 0 0,0-1-1 0 0,0-2 0 0 0,35-12 1 0 0,-66 17-2 0 0,1 1 0 0 0,-1-2 0 0 0,1 1 0 0 0,-1-1 0 0 0,0 1 0 0 0,6-6 1 0 0,-9 8-44 0 0,-1-1 1 0 0,1 1 0 0 0,-1-1 0 0 0,1 1 0 0 0,-1-1 0 0 0,1 0-1 0 0,-1 1 1 0 0,1-1 0 0 0,-1 0 0 0 0,0 1 0 0 0,1-1 0 0 0,-1 0 0 0 0,0 1-1 0 0,0-1 1 0 0,1 0 0 0 0,-1 1 0 0 0,0-1 0 0 0,0 0 0 0 0,0 0-1 0 0,0 0 1 0 0,0 0-74 0 0,-1 0 0 0 0,1 0 1 0 0,-1 1-1 0 0,1-1 0 0 0,-1 0 0 0 0,1 0 0 0 0,-1 1 0 0 0,1-1 0 0 0,-1 1 0 0 0,0-1 0 0 0,1 0 0 0 0,-1 1 1 0 0,0 0-1 0 0,0-1 0 0 0,1 1 0 0 0,-1-1 0 0 0,0 1 0 0 0,0 0 0 0 0,0-1 0 0 0,0 1 0 0 0,1 0 0 0 0,-2 0 0 0 0,-5-2-1562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7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1 170 5985 0 0,'0'0'246'0'0,"0"-1"0"0"0,-1 0 0 0 0,1 0 0 0 0,0 0 0 0 0,0 0 0 0 0,0 0 0 0 0,0 0 0 0 0,0 0 0 0 0,0 0 0 0 0,0 0 0 0 0,1 0 0 0 0,-1 0 0 0 0,0 1 0 0 0,0-1 0 0 0,1 0 0 0 0,-1 0 0 0 0,0 0 0 0 0,1 0 0 0 0,-1 1 0 0 0,1-1 0 0 0,-1 0 0 0 0,1 0 0 0 0,0 1 0 0 0,0-2 0 0 0,16-18 3113 0 0,26-9-856 0 0,-36 25-2150 0 0,0 0 0 0 0,0-1 0 0 0,0 0 0 0 0,0 0 0 0 0,-1-1 0 0 0,0 1-1 0 0,7-9 1 0 0,-13 13-325 0 0,1 0-1 0 0,-1 1 0 0 0,0-1 0 0 0,1 1 0 0 0,-1-1 0 0 0,1 1 1 0 0,-1-1-1 0 0,1 1 0 0 0,-1 0 0 0 0,1-1 0 0 0,-1 1 0 0 0,1-1 1 0 0,-1 1-1 0 0,1 0 0 0 0,-1-1 0 0 0,1 1 0 0 0,0 0 0 0 0,-1 0 1 0 0,1 0-1 0 0,0-1 0 0 0,-1 1 0 0 0,1 0 0 0 0,0 0 0 0 0,-1 0 1 0 0,1 0-1 0 0,0 0 0 0 0,-1 0 0 0 0,1 0 0 0 0,-1 1 0 0 0,1-1 1 0 0,0 0-1 0 0,-1 0 0 0 0,1 0 0 0 0,0 1 0 0 0,-1-1 0 0 0,1 0 1 0 0,-1 0-1 0 0,1 1 0 0 0,-1-1 0 0 0,1 1 0 0 0,0-1 0 0 0,-1 0 1 0 0,0 1-1 0 0,1-1 0 0 0,-1 1 0 0 0,1-1 0 0 0,-1 1 0 0 0,0 0 1 0 0,1-1-1 0 0,-1 1 0 0 0,0-1 0 0 0,1 1 0 0 0,-1 0 0 0 0,0-1 1 0 0,0 1-1 0 0,0 0 0 0 0,19 49 133 0 0,-14-35-78 0 0,15 32 24 0 0,-4-10-84 0 0,19 64 0 0 0,-14-134 117 0 0,18-64-234 0 0,-30 69 110 0 0,1 2 0 0 0,1 0 0 0 0,2 0 0 0 0,21-32 0 0 0,-34 57-7 0 0,0 0 1 0 0,1 1 0 0 0,-1-1 0 0 0,1 0 0 0 0,-1 1 0 0 0,1-1 0 0 0,-1 1 0 0 0,1-1 0 0 0,0 1 0 0 0,-1-1 0 0 0,1 1 0 0 0,0-1 0 0 0,-1 1 0 0 0,1 0 0 0 0,0-1 0 0 0,-1 1-1 0 0,1 0 1 0 0,0 0 0 0 0,0-1 0 0 0,-1 1 0 0 0,1 0 0 0 0,0 0 0 0 0,0 0 0 0 0,0 0 0 0 0,-1 0 0 0 0,1 0 0 0 0,0 0 0 0 0,0 0 0 0 0,0 0 0 0 0,0 1 0 0 0,1 0 11 0 0,0 0 0 0 0,0 0 0 0 0,0 0 0 0 0,0 1 0 0 0,0-1 1 0 0,0 1-1 0 0,-1-1 0 0 0,1 1 0 0 0,0 0 0 0 0,1 3 0 0 0,6 8 56 0 0,-1 0-1 0 0,9 22 0 0 0,-14-28-71 0 0,6 10 19 0 0,1 7-12 0 0,2-1 1 0 0,26 38-1 0 0,-35-56-11 0 0,1 0-1 0 0,-1-1 1 0 0,1 1 0 0 0,0-1 0 0 0,1 0 0 0 0,-1 0-1 0 0,1 0 1 0 0,-1-1 0 0 0,1 0 0 0 0,0 1-1 0 0,1-2 1 0 0,-1 1 0 0 0,0-1 0 0 0,1 0 0 0 0,0 0-1 0 0,-1 0 1 0 0,12 1 0 0 0,-14-3-12 0 0,1-1 0 0 0,-1 1 1 0 0,0-1-1 0 0,0 0 0 0 0,0 0 0 0 0,0 0 0 0 0,0-1 1 0 0,0 1-1 0 0,0-1 0 0 0,-1 0 0 0 0,1 1 0 0 0,0-1 1 0 0,-1-1-1 0 0,1 1 0 0 0,-1 0 0 0 0,0 0 0 0 0,0-1 1 0 0,0 1-1 0 0,3-6 0 0 0,6-8-152 0 0,16-33 0 0 0,-26 46 152 0 0,15-30-65 0 0,-12 22 81 0 0,0 0 0 0 0,2 0-1 0 0,-1 1 1 0 0,1 0-1 0 0,0 0 1 0 0,1 1 0 0 0,0-1-1 0 0,14-12 1 0 0,-20 21 5 0 0,0 1-1 0 0,0-1 1 0 0,0 1 0 0 0,0-1-1 0 0,0 1 1 0 0,0-1 0 0 0,0 1-1 0 0,0 0 1 0 0,0-1-1 0 0,1 1 1 0 0,-1 0 0 0 0,0 0-1 0 0,0 0 1 0 0,0 0 0 0 0,0 0-1 0 0,0 0 1 0 0,0 0 0 0 0,1 0-1 0 0,-1 1 1 0 0,0-1 0 0 0,0 0-1 0 0,0 1 1 0 0,0-1 0 0 0,0 1-1 0 0,0-1 1 0 0,0 1 0 0 0,0-1-1 0 0,1 2 1 0 0,31 27-204 0 0,-13-9-652 0 0,-7-11 199 0 0,20 16-5403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7.5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 4233 0 0,'0'-1'446'0'0,"-1"-1"1"0"0,1 1 0 0 0,0 0-1 0 0,0-1 1 0 0,0 1-1 0 0,0 0 1 0 0,0-1 0 0 0,0 1-1 0 0,1 0 1 0 0,-1 0-1 0 0,0-1 1 0 0,1 1 0 0 0,-1 0-1 0 0,1 0 1 0 0,-1-1-1 0 0,8-7 3574 0 0,-7 8-3574 0 0,0 1 1 0 0,0-1 0 0 0,2-1-1 0 0,0 2 109 0 0,0-1 0 0 0,1 1 0 0 0,-1 0 0 0 0,1 0 1 0 0,-1 0-1 0 0,0 0 0 0 0,1 1 0 0 0,5 1 0 0 0,14 1-824 0 0,420 17 1715 0 0,-200-11-918 0 0,374-21-539 0 0,-612 11-295 0 0,12 0 283 0 0,0-1 1 0 0,27-6-1 0 0,-13-4-7703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1 163 2304 0 0,'0'-7'126'0'0,"0"0"-1"0"0,0 1 1 0 0,1-1 0 0 0,0 0-1 0 0,0 1 1 0 0,0-1-1 0 0,1 1 1 0 0,0-1-1 0 0,0 1 1 0 0,6-10-1 0 0,-5 9 225 0 0,0 0-1 0 0,0-1 1 0 0,-1 1 0 0 0,0-1 0 0 0,0 1-1 0 0,-1-1 1 0 0,1-8 0 0 0,-2 15-217 0 0,0 1 0 0 0,0 0 0 0 0,0-1 0 0 0,1 1 0 0 0,-1 0 1 0 0,0-1-1 0 0,0 1 0 0 0,0 0 0 0 0,0-1 0 0 0,0 1 0 0 0,-4-7 3063 0 0,4 6-3063 0 0,-1 1 0 0 0,1 0 0 0 0,0 0 0 0 0,-1 0 0 0 0,1 0 0 0 0,0 0 1 0 0,-1-1-1 0 0,1 1 0 0 0,0 0 0 0 0,-1 0 0 0 0,1 0 0 0 0,0 0 0 0 0,-1 0 1 0 0,1 0-1 0 0,-1 0 0 0 0,1 0 0 0 0,0 0 0 0 0,-1 1 0 0 0,0-1 221 0 0,0 1 1 0 0,0 0-1 0 0,0-1 0 0 0,0 1 0 0 0,0 0 0 0 0,0 0 0 0 0,0 0 0 0 0,1 0 1 0 0,-1 0-1 0 0,0 0 0 0 0,1 0 0 0 0,-1 0 0 0 0,0 0 0 0 0,1 0 1 0 0,-1 2-1 0 0,-1 4 73 0 0,1 1 1 0 0,-1 0 0 0 0,2 0-1 0 0,-1-1 1 0 0,1 1 0 0 0,0 0-1 0 0,2 11 1 0 0,14 57 18 0 0,-8-38-128 0 0,37 258 443 0 0,-5-24-731 0 0,-33-241 116 0 0,1 1 1 0 0,2-1 0 0 0,0 0-1 0 0,3-1 1 0 0,18 34 0 0 0,-28-55-271 0 0,5 5 336 0 0,-8-14-280 0 0,0 0 0 0 0,0 1-1 0 0,1-1 1 0 0,-1 0 0 0 0,0 0 0 0 0,1 0-1 0 0,-1 0 1 0 0,0 0 0 0 0,1 0-1 0 0,-1 0 1 0 0,0 0 0 0 0,0 1 0 0 0,1-1-1 0 0,-1 0 1 0 0,0 0 0 0 0,1 0-1 0 0,-1 0 1 0 0,0-1 0 0 0,1 1-1 0 0,-1 0 1 0 0,0 0 0 0 0,1 0 0 0 0,-1 0-1 0 0,0 0 1 0 0,0 0 0 0 0,1 0-1 0 0,-1-1 1 0 0,0 1 0 0 0,0 0 0 0 0,1 0-1 0 0,-1 0 1 0 0,0 0 0 0 0,0-1-1 0 0,1 1 1 0 0,-1 0 0 0 0,0 0-1 0 0,0-1 1 0 0,0 1 0 0 0,0 0 0 0 0,1-1-1 0 0,-1 1 1 0 0,0 0 0 0 0,0 0-1 0 0,0-1 1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8.5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26 220 4145 0 0,'-1'0'326'0'0,"0"-1"-1"0"0,-1 1 1 0 0,1 0 0 0 0,0-1 0 0 0,0 1 0 0 0,-1-1-1 0 0,1 1 1 0 0,0-1 0 0 0,0 0 0 0 0,0 0 0 0 0,0 1-1 0 0,0-1 1 0 0,0 0 0 0 0,0 0 0 0 0,0 0 0 0 0,0 0-1 0 0,0 0 1 0 0,0 0 0 0 0,1-1 0 0 0,-1 1 0 0 0,0 0-1 0 0,1 0 1 0 0,-1 0 0 0 0,1-1 0 0 0,0 1-1 0 0,-1-2 1 0 0,1 2-225 0 0,1 0 0 0 0,-1 0 0 0 0,0 0 0 0 0,1 0 0 0 0,-1 0 0 0 0,1 0 0 0 0,0 0-1 0 0,-1 0 1 0 0,1 0 0 0 0,0 0 0 0 0,0 1 0 0 0,-1-1 0 0 0,1 0 0 0 0,0 0 0 0 0,0 1 0 0 0,0-1 0 0 0,0 1-1 0 0,0-1 1 0 0,0 0 0 0 0,0 1 0 0 0,0 0 0 0 0,0-1 0 0 0,0 1 0 0 0,0 0 0 0 0,0-1 0 0 0,0 1 0 0 0,1 0 0 0 0,-1 0-1 0 0,0 0 1 0 0,0 0 0 0 0,2 0 0 0 0,111-3 2891 0 0,11-1-1043 0 0,4-12-1199 0 0,160-15-153 0 0,-210 22-788 0 0,-1-3 0 0 0,-1-3-1 0 0,-1-4 1 0 0,87-33 0 0 0,-152 48-510 0 0,-6 2 96 0 0,-1 0-1 0 0,1 1 1 0 0,0-1-1 0 0,-1 1 1 0 0,1 0 0 0 0,0 0-1 0 0,0 1 1 0 0,5-1 0 0 0,-3 2-1241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9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40 920 0 0,'-4'0'938'0'0,"1"-1"0"0"0,0 0 0 0 0,0 1 0 0 0,-1-2 0 0 0,1 1 0 0 0,0 0 0 0 0,-5-4-1 0 0,-20-6 5826 0 0,26 11-6430 0 0,1 0 0 0 0,-1 0 0 0 0,0 0 0 0 0,1 0 1 0 0,-1 1-1 0 0,0-1 0 0 0,0 0 0 0 0,1 1 0 0 0,-1-1 0 0 0,0 1 0 0 0,1 0 0 0 0,-1-1 0 0 0,1 1 1 0 0,-1 0-1 0 0,1 0 0 0 0,-1 0 0 0 0,1 0 0 0 0,0 0 0 0 0,-1 1 0 0 0,1-1 0 0 0,0 0 1 0 0,-2 3-1 0 0,1-1-185 0 0,-1 1 0 0 0,1 0 0 0 0,0 0 1 0 0,0 0-1 0 0,1 0 0 0 0,-1 0 0 0 0,1 0 0 0 0,0 0 1 0 0,-2 7-1 0 0,3-7-229 0 0,-1-1 1 0 0,1 1 0 0 0,0-1 0 0 0,0 1-1 0 0,0-1 1 0 0,1 1 0 0 0,-1 0-1 0 0,1-1 1 0 0,0 1 0 0 0,0-1-1 0 0,2 6 1 0 0,-2-8 93 0 0,-1 1 0 0 0,1-1 0 0 0,0 1 0 0 0,0-1 0 0 0,0 0 0 0 0,0 1 0 0 0,1-1 0 0 0,-1 0 0 0 0,0 0 0 0 0,0 0 0 0 0,1 0 0 0 0,-1 0 0 0 0,0 0 0 0 0,1 0 0 0 0,-1-1 0 0 0,1 1 0 0 0,0 0 0 0 0,-1-1 0 0 0,1 1 0 0 0,-1-1-1 0 0,1 0 1 0 0,0 1 0 0 0,-1-1 0 0 0,4 0 0 0 0,-3 0-16 0 0,-1 0 0 0 0,0 0 0 0 0,1 0-1 0 0,-1 0 1 0 0,0 0 0 0 0,1 0 0 0 0,-1-1 0 0 0,0 1-1 0 0,0 0 1 0 0,1-1 0 0 0,-1 1 0 0 0,0-1-1 0 0,0 1 1 0 0,0-1 0 0 0,0 0 0 0 0,0 0 0 0 0,1 1-1 0 0,-1-1 1 0 0,0 0 0 0 0,-1 0 0 0 0,1 0-1 0 0,0 0 1 0 0,1-2 0 0 0,-1 1-8 0 0,0 0-1 0 0,-1 0 1 0 0,1 0-1 0 0,0 0 1 0 0,-1 0-1 0 0,0 0 1 0 0,1-1-1 0 0,-1 1 1 0 0,0 0-1 0 0,0 0 1 0 0,0-1-1 0 0,-1-2 1 0 0,-1-4-24 0 0,0 1-1 0 0,0-1 1 0 0,-1 1 0 0 0,0 0 0 0 0,-8-14 0 0 0,9 17 64 0 0,-1 1 1 0 0,0 0-1 0 0,0-1 1 0 0,-1 1-1 0 0,1 0 1 0 0,-1 0 0 0 0,-4-3-1 0 0,7 6-24 0 0,0 1 0 0 0,0-1 0 0 0,1 1 0 0 0,-1-1 0 0 0,0 1 0 0 0,0-1-1 0 0,0 1 1 0 0,0 0 0 0 0,0 0 0 0 0,0-1 0 0 0,0 1 0 0 0,0 0 0 0 0,1 0 0 0 0,-1 0 0 0 0,0 0 0 0 0,0 0 0 0 0,0 0 0 0 0,0 0-1 0 0,0 0 1 0 0,0 0 0 0 0,0 0 0 0 0,0 1 0 0 0,0-1 0 0 0,0 0 0 0 0,0 1 0 0 0,0-1 0 0 0,1 1 0 0 0,-1-1 0 0 0,0 1 0 0 0,0-1-1 0 0,0 1 1 0 0,1-1 0 0 0,-1 1 0 0 0,0 0 0 0 0,1-1 0 0 0,-1 1 0 0 0,0 0 0 0 0,1 0 0 0 0,-1 0 0 0 0,1-1 0 0 0,-1 1 0 0 0,1 0-1 0 0,0 0 1 0 0,-1 0 0 0 0,1 0 0 0 0,0 0 0 0 0,-1 1 0 0 0,0 2-11 0 0,0 0-1 0 0,1-1 1 0 0,-1 1 0 0 0,0 0 0 0 0,1 0-1 0 0,0 0 1 0 0,0 0 0 0 0,0 0-1 0 0,1 0 1 0 0,-1 0 0 0 0,1-1-1 0 0,0 1 1 0 0,0 0 0 0 0,0 0-1 0 0,1-1 1 0 0,-1 1 0 0 0,1-1 0 0 0,0 1-1 0 0,0-1 1 0 0,0 0 0 0 0,0 1-1 0 0,5 3 1 0 0,-2 0 27 0 0,0-2 0 0 0,0 1 1 0 0,1 0-1 0 0,0-1 0 0 0,0 0 0 0 0,0-1 0 0 0,0 1 1 0 0,1-1-1 0 0,0 0 0 0 0,10 3 0 0 0,-15-5 24 0 0,1-1 0 0 0,-1-1 0 0 0,1 1 0 0 0,0 0-1 0 0,-1-1 1 0 0,1 1 0 0 0,-1-1 0 0 0,1 0 0 0 0,0 0 0 0 0,-1 0 0 0 0,1 0 0 0 0,0 0 0 0 0,-1-1-1 0 0,1 1 1 0 0,0-1 0 0 0,-1 0 0 0 0,4-1 0 0 0,-5 1-27 0 0,1 0 0 0 0,-1-1 0 0 0,0 1-1 0 0,0 0 1 0 0,0-1 0 0 0,0 1 0 0 0,0-1 0 0 0,0 0 0 0 0,0 1 0 0 0,-1-1 0 0 0,1 0 0 0 0,-1 1 0 0 0,1-1-1 0 0,-1 0 1 0 0,1 0 0 0 0,-1 1 0 0 0,0-1 0 0 0,0 0 0 0 0,0 0 0 0 0,0 0 0 0 0,0 0 0 0 0,0 1-1 0 0,-1-1 1 0 0,1 0 0 0 0,-1 0 0 0 0,0-2 0 0 0,-1-4-120 0 0,1 1 0 0 0,-2-1 0 0 0,1 1 0 0 0,-1-1-1 0 0,0 1 1 0 0,-1 0 0 0 0,1 0 0 0 0,-1 1 0 0 0,-1-1 0 0 0,1 1 0 0 0,-11-12-1 0 0,2 7-362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9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12 4609 0 0,'-2'-1'427'0'0,"0"0"1"0"0,-1-1 0 0 0,1 1-1 0 0,0 0 1 0 0,0 0-1 0 0,0 0 1 0 0,-1 0-1 0 0,1 0 1 0 0,0 1-1 0 0,-1-1 1 0 0,1 1-1 0 0,-1 0 1 0 0,1-1-1 0 0,-1 1 1 0 0,1 0-1 0 0,-1 1 1 0 0,1-1-1 0 0,0 0 1 0 0,-5 2-1 0 0,6-2-208 0 0,-1 0-1 0 0,1 0 1 0 0,-1 1 0 0 0,1-1-1 0 0,0 1 1 0 0,-1-1 0 0 0,1 1-1 0 0,-1-1 1 0 0,1 1 0 0 0,0 0-1 0 0,-1 0 1 0 0,1 0 0 0 0,0 0-1 0 0,0 0 1 0 0,0 0 0 0 0,0 0-1 0 0,0 0 1 0 0,0 0 0 0 0,0 0-1 0 0,0 1 1 0 0,0-1 0 0 0,1 0-1 0 0,-1 1 1 0 0,0-1 0 0 0,1 1-1 0 0,-1-1 1 0 0,1 0 0 0 0,0 1-1 0 0,-1-1 1 0 0,1 1 0 0 0,0 2-1 0 0,4 26 383 0 0,1-1 0 0 0,2 0-1 0 0,11 29 1 0 0,4 18-379 0 0,78 479-30 0 0,-95-489-78 0 0,-3-1-1 0 0,-9 100 1 0 0,5-143-103 0 0,2 7 65 0 0,0-28-109 0 0,-1 0 0 0 0,1-1-1 0 0,0 1 1 0 0,0 0 0 0 0,0-1 0 0 0,0 1-1 0 0,0 0 1 0 0,0 0 0 0 0,0-1 0 0 0,0 1-1 0 0,0 0 1 0 0,0 0 0 0 0,0-1 0 0 0,1 1-1 0 0,-1 0 1 0 0,0-1 0 0 0,0 1 0 0 0,1 0-1 0 0,-1-1 1 0 0,1 1 0 0 0,-1 0 0 0 0,0-1-1 0 0,1 1 1 0 0,-1-1 0 0 0,1 1-1 0 0,-1-1 1 0 0,1 1 0 0 0,0-1 0 0 0,0 1-1 0 0,4-4-876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0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1013 10 5529 0 0,'6'-2'1625'0'0,"-1"0"0"0"0,1 0 0 0 0,0 1-1 0 0,0 0 1 0 0,11-1 0 0 0,-38 24 3045 0 0,10-13-4309 0 0,0-2-1 0 0,-1 1 0 0 0,-1-1 1 0 0,1-1-1 0 0,-24 8 1 0 0,-74 20 293 0 0,58-22-623 0 0,-2-1 1 0 0,0-3-1 0 0,-79 1 0 0 0,-165-21 47 0 0,240 5-70 0 0,-34-4-621 0 0,84 11 21 0 0,-1 0-1 0 0,0 0 0 0 0,1 1 1 0 0,-1 0-1 0 0,1 1 0 0 0,-1 0 0 0 0,1 0 1 0 0,-10 4-1 0 0,12-2-901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1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300 95 2905 0 0,'-22'-12'2010'0'0,"15"8"-603"0"0,0 0-1 0 0,0 0 1 0 0,-1 1-1 0 0,1 0 1 0 0,-9-2-1 0 0,12 5-1081 0 0,1-1 1 0 0,-1 1-1 0 0,0 0 1 0 0,1 0-1 0 0,-1 0 1 0 0,0 1-1 0 0,1-1 1 0 0,-1 1-1 0 0,0 0 1 0 0,1 0-1 0 0,-1 0 1 0 0,1 0-1 0 0,-1 1 0 0 0,-4 3 1 0 0,-17 8 447 0 0,2 2 1 0 0,-24 18-1 0 0,40-28-641 0 0,0 1 0 0 0,0 0-1 0 0,1 1 1 0 0,0 0 0 0 0,0 0-1 0 0,1 0 1 0 0,-1 0 0 0 0,2 1-1 0 0,-1 0 1 0 0,-4 11 0 0 0,9-18-124 0 0,-1 0-1 0 0,1-1 1 0 0,-1 1 0 0 0,1 0 0 0 0,0 0 0 0 0,0 0 0 0 0,-1 0-1 0 0,1 0 1 0 0,0 0 0 0 0,0-1 0 0 0,0 1 0 0 0,0 0-1 0 0,0 0 1 0 0,0 0 0 0 0,0 0 0 0 0,0 0 0 0 0,0 0 0 0 0,0 0-1 0 0,1 0 1 0 0,-1-1 0 0 0,0 1 0 0 0,1 0 0 0 0,-1 0 0 0 0,1 0-1 0 0,-1 0 1 0 0,1-1 0 0 0,-1 1 0 0 0,1 1 0 0 0,1-2-5 0 0,-1 1 0 0 0,1 0 0 0 0,-1-1 0 0 0,1 0 0 0 0,-1 1 0 0 0,0-1 0 0 0,1 0 1 0 0,0 1-1 0 0,-1-1 0 0 0,1 0 0 0 0,-1 0 0 0 0,1 0 0 0 0,-1-1 0 0 0,1 1 0 0 0,1-1 0 0 0,5 0-52 0 0,1-2 0 0 0,-1 1 1 0 0,0-1-1 0 0,14-8 0 0 0,-15 7 23 0 0,0-1 0 0 0,-1 0 0 0 0,0 0 0 0 0,0 0 0 0 0,0-1 0 0 0,-1 0 0 0 0,0 0 0 0 0,0-1 0 0 0,5-8 0 0 0,-9 13 20 0 0,0 1-1 0 0,1-1 1 0 0,-1-1 0 0 0,0 1 0 0 0,0 0 0 0 0,0 0 0 0 0,-1 0 0 0 0,1 0 0 0 0,0-1 0 0 0,-1 1-1 0 0,0 0 1 0 0,1 0 0 0 0,-1-1 0 0 0,0 1 0 0 0,0 0 0 0 0,0-1 0 0 0,-1 1 0 0 0,1 0-1 0 0,0-1 1 0 0,-1 1 0 0 0,1 0 0 0 0,-1 0 0 0 0,0 0 0 0 0,0-1 0 0 0,0 1 0 0 0,0 0 0 0 0,0 0-1 0 0,-1 0 1 0 0,1 0 0 0 0,0 1 0 0 0,-1-1 0 0 0,1 0 0 0 0,-1 1 0 0 0,0-1 0 0 0,-3-2 0 0 0,3 3 9 0 0,1 1 0 0 0,0-1 0 0 0,0 0 0 0 0,-1 1 1 0 0,1 0-1 0 0,-1-1 0 0 0,1 1 0 0 0,0 0 0 0 0,-1 0 1 0 0,1-1-1 0 0,-1 1 0 0 0,1 0 0 0 0,0 0 0 0 0,-1 1 1 0 0,1-1-1 0 0,-1 0 0 0 0,1 0 0 0 0,0 1 0 0 0,-1-1 1 0 0,1 1-1 0 0,0-1 0 0 0,-1 1 0 0 0,1-1 0 0 0,0 1 1 0 0,0 0-1 0 0,0 0 0 0 0,-1 0 0 0 0,1 0 0 0 0,0-1 1 0 0,0 1-1 0 0,0 1 0 0 0,0-1 0 0 0,1 0 0 0 0,-1 0 1 0 0,0 0-1 0 0,0 0 0 0 0,1 1 0 0 0,-1-1 0 0 0,0 3 1 0 0,0-3 0 0 0,0 1 1 0 0,0 0 0 0 0,0 0 0 0 0,0 0-1 0 0,0 1 1 0 0,1-1 0 0 0,-1 0 0 0 0,1 0-1 0 0,-1 0 1 0 0,1 0 0 0 0,0 0 0 0 0,0 1-1 0 0,0-1 1 0 0,0 0 0 0 0,1 0 0 0 0,-1 0-1 0 0,0 0 1 0 0,1 1 0 0 0,0-1-1 0 0,-1 0 1 0 0,1 0 0 0 0,0 0 0 0 0,0 0-1 0 0,0 0 1 0 0,0-1 0 0 0,3 4 0 0 0,-1-2 5 0 0,1 0 1 0 0,0-1-1 0 0,0 0 1 0 0,0 1 0 0 0,1-2-1 0 0,-1 1 1 0 0,0 0-1 0 0,8 1 1 0 0,-10-2-8 0 0,-1-1 1 0 0,0 0-1 0 0,1 1 1 0 0,-1-1-1 0 0,0 0 0 0 0,1 0 1 0 0,-1 0-1 0 0,1 0 1 0 0,-1 0-1 0 0,0 0 0 0 0,1 0 1 0 0,-1 0-1 0 0,0 0 1 0 0,1-1-1 0 0,-1 1 0 0 0,0 0 1 0 0,1-1-1 0 0,-1 0 0 0 0,0 1 1 0 0,0-1-1 0 0,0 0 1 0 0,1 1-1 0 0,-1-1 0 0 0,0 0 1 0 0,0 0-1 0 0,0 0 1 0 0,0 0-1 0 0,0 0 0 0 0,-1 0 1 0 0,1 0-1 0 0,0 0 1 0 0,0 0-1 0 0,0-2 0 0 0,0 1 3 0 0,-1 0-1 0 0,0 0 1 0 0,0 0-1 0 0,0 0 0 0 0,-1 0 1 0 0,1 0-1 0 0,0 0 1 0 0,-1 0-1 0 0,1 0 0 0 0,-1 0 1 0 0,0 0-1 0 0,0 1 0 0 0,1-1 1 0 0,-1 0-1 0 0,0 0 1 0 0,-1 1-1 0 0,-1-4 0 0 0,-27-30 112 0 0,20 25-101 0 0,6 5-16 0 0,-1 0 0 0 0,1 0 0 0 0,-1 1 0 0 0,-1 0 0 0 0,-5-4 0 0 0,10 7 0 0 0,0 1 0 0 0,1-1 0 0 0,-1 1 0 0 0,0 0 0 0 0,1-1 0 0 0,-1 1 0 0 0,0 0 0 0 0,0 0 0 0 0,1 0 0 0 0,-1-1 0 0 0,0 1 0 0 0,0 0 0 0 0,1 0 0 0 0,-1 0 0 0 0,0 0 0 0 0,0 0 0 0 0,1 0 0 0 0,-1 1 0 0 0,0-1 0 0 0,0 0 0 0 0,-1 1 0 0 0,2-1 0 0 0,-1 1 0 0 0,0 0 0 0 0,1 0 0 0 0,-1 0 0 0 0,0 0 0 0 0,1 0 0 0 0,-1 0 0 0 0,1 0 0 0 0,-1 0 0 0 0,1 0 0 0 0,0 0 0 0 0,0 0 0 0 0,-1 0 0 0 0,1 0 0 0 0,0 0 0 0 0,0 0 0 0 0,0 0 0 0 0,0 0 0 0 0,0 0 0 0 0,0 2 0 0 0,1 0 5 0 0,-1 0-1 0 0,1 0 1 0 0,-1 0 0 0 0,1 0 0 0 0,0 0-1 0 0,0-1 1 0 0,1 1 0 0 0,-1 0 0 0 0,0 0-1 0 0,1-1 1 0 0,0 1 0 0 0,-1-1 0 0 0,1 0-1 0 0,0 1 1 0 0,0-1 0 0 0,1 0 0 0 0,-1 0-1 0 0,0 0 1 0 0,1-1 0 0 0,-1 1 0 0 0,1 0-1 0 0,-1-1 1 0 0,1 0 0 0 0,0 1 0 0 0,0-1 0 0 0,0 0-1 0 0,-1-1 1 0 0,7 2 0 0 0,-7-1 0 0 0,0 0 0 0 0,1-1 0 0 0,-1 0 0 0 0,1 1 0 0 0,-1-1 0 0 0,1 0 0 0 0,-1 0 0 0 0,1 0 0 0 0,-1 0 0 0 0,1 0-1 0 0,-1-1 1 0 0,1 1 0 0 0,-1-1 0 0 0,1 0 0 0 0,-1 0 0 0 0,1 0 0 0 0,-1 0 0 0 0,0 0 0 0 0,0 0 0 0 0,0-1 0 0 0,0 1 0 0 0,0-1 0 0 0,0 1 0 0 0,0-1 0 0 0,0 0 0 0 0,0 0 0 0 0,-1 0 0 0 0,1 0 0 0 0,-1 0 0 0 0,1 0 0 0 0,-1 0 0 0 0,0 0 0 0 0,0 0 0 0 0,1-3 0 0 0,-1-2 35 0 0,0 1 0 0 0,-1-1-1 0 0,1 1 1 0 0,-2 0 0 0 0,1-1 0 0 0,-1 1 0 0 0,0-1 0 0 0,-3-10 0 0 0,4 14-26 0 0,-1 1-1 0 0,0 0 1 0 0,0 0 0 0 0,0 0 0 0 0,0 0 0 0 0,0 0 0 0 0,0 0 0 0 0,0 0 0 0 0,-1 0 0 0 0,1 0-1 0 0,-1 1 1 0 0,-2-3 0 0 0,3 3-7 0 0,0 1 0 0 0,0-1 0 0 0,0 1-1 0 0,0-1 1 0 0,0 1 0 0 0,0 0 0 0 0,0-1 0 0 0,-1 1-1 0 0,1 0 1 0 0,0 0 0 0 0,0 0 0 0 0,0 0 0 0 0,0 0-1 0 0,0 0 1 0 0,-1 0 0 0 0,1 0 0 0 0,0 0 0 0 0,0 1-1 0 0,0-1 1 0 0,0 0 0 0 0,0 1 0 0 0,0-1-1 0 0,0 1 1 0 0,0-1 0 0 0,0 1 0 0 0,-1 0 0 0 0,-2 2 2 0 0,0 0 1 0 0,0 1-1 0 0,1-1 1 0 0,0 1-1 0 0,-1 0 1 0 0,1 0-1 0 0,0 0 1 0 0,1 0-1 0 0,-1 0 1 0 0,1 1-1 0 0,0-1 1 0 0,-3 9-1 0 0,4-10-21 0 0,0 0 0 0 0,0 0 0 0 0,0 0 0 0 0,0 0 0 0 0,0 1 0 0 0,1-1 0 0 0,0 0 0 0 0,-1 0 0 0 0,1 0 0 0 0,1 0 0 0 0,-1 1 0 0 0,0-1 0 0 0,1 0 0 0 0,-1 0 0 0 0,1 0 0 0 0,0 0 0 0 0,0 0-1 0 0,0 0 1 0 0,0 0 0 0 0,1 0 0 0 0,1 2 0 0 0,-1-3 2 0 0,1-1 0 0 0,-1 1 0 0 0,1-1 0 0 0,-1 0 1 0 0,1 0-1 0 0,-1 0 0 0 0,1 0 0 0 0,0 0 0 0 0,-1-1 0 0 0,1 1 0 0 0,0-1 0 0 0,-1 1 0 0 0,1-1 0 0 0,0 0 0 0 0,0 0 0 0 0,0-1 0 0 0,-1 1 0 0 0,1 0 0 0 0,0-1 0 0 0,-1 0 0 0 0,1 1 0 0 0,0-1 0 0 0,3-2 1 0 0,-3 2 1 0 0,-1 0 1 0 0,0 1 0 0 0,1-1 0 0 0,-1 0 0 0 0,0 0 0 0 0,0 0 0 0 0,0-1 0 0 0,0 1 0 0 0,0 0 0 0 0,0-1-1 0 0,0 1 1 0 0,-1-1 0 0 0,1 0 0 0 0,0 0 0 0 0,-1 1 0 0 0,0-1 0 0 0,1 0 0 0 0,-1 0 0 0 0,0 0 0 0 0,0-1 0 0 0,0 1-1 0 0,0 0 1 0 0,0 0 0 0 0,0 0 0 0 0,-1-1 0 0 0,1 1 0 0 0,-1-4 0 0 0,0 5 11 0 0,0 0 1 0 0,0 0-1 0 0,0 0 1 0 0,0 1-1 0 0,0-1 0 0 0,0 0 1 0 0,-1 0-1 0 0,1 0 1 0 0,0 0-1 0 0,-1 1 0 0 0,1-1 1 0 0,0 0-1 0 0,-1 0 1 0 0,1 1-1 0 0,-1-1 1 0 0,1 0-1 0 0,-1 1 0 0 0,1-1 1 0 0,-1 0-1 0 0,0 1 1 0 0,1-1-1 0 0,-1 1 1 0 0,0-1-1 0 0,0 1 0 0 0,1-1 1 0 0,-1 1-1 0 0,-1-1 1 0 0,1 1 13 0 0,-1 0 0 0 0,1 0 0 0 0,-1 0 0 0 0,1 0 0 0 0,-1 1 1 0 0,1-1-1 0 0,-1 0 0 0 0,1 1 0 0 0,-1-1 0 0 0,1 1 0 0 0,0-1 0 0 0,-1 1 1 0 0,1 0-1 0 0,-2 0 0 0 0,-3 4 61 0 0,-1-1 0 0 0,1 1 1 0 0,0 0-1 0 0,-7 9 0 0 0,-2 5-101 0 0,14-13-85 0 0,12-13-92 0 0,-1 0 156 0 0,-1-2 0 0 0,0 1-1 0 0,-1-1 1 0 0,0-1 0 0 0,0 1 0 0 0,-1-1-1 0 0,0-1 1 0 0,-1 1 0 0 0,9-21 0 0 0,-15 31 43 0 0,0 0 0 0 0,0 0 0 0 0,1 0 0 0 0,-1 0 0 0 0,0 0 0 0 0,0 0 0 0 0,0 0 0 0 0,0 0 0 0 0,0-1 0 0 0,0 1 0 0 0,0 0 0 0 0,0 0 0 0 0,0 0 0 0 0,0 0 0 0 0,0 0 0 0 0,0 0 0 0 0,0 0 0 0 0,0-1 0 0 0,0 1 0 0 0,0 0 0 0 0,0 0 0 0 0,0 0 0 0 0,0 0 0 0 0,0 0 0 0 0,0 0 0 0 0,0 0 0 0 0,0-1 0 0 0,0 1 0 0 0,0 0 0 0 0,0 0 0 0 0,0 0 0 0 0,-1 0 0 0 0,1 0 0 0 0,0 0 0 0 0,0 0 0 0 0,0 0 0 0 0,0 0 0 0 0,0 0 0 0 0,0 0 0 0 0,0-1 0 0 0,0 1 0 0 0,0 0 0 0 0,0 0 0 0 0,-1 0 0 0 0,1 0 0 0 0,0 0 0 0 0,0 0 0 0 0,0 0 0 0 0,0 0 0 0 0,0 0 0 0 0,0 0 0 0 0,0 0 0 0 0,-1 0 0 0 0,1 0 0 0 0,0 0 0 0 0,0 0 0 0 0,0 0 0 0 0,0 0 0 0 0,0 0 0 0 0,0 0 0 0 0,-10 5 0 0 0,-9 9 0 0 0,-13 27-274 0 0,24-20-2506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2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92 3225 0 0,'-43'6'933'0'0,"37"-5"-254"0"0,-1-1 1 0 0,1 0-1 0 0,0 0 1 0 0,-1-1-1 0 0,1 0 1 0 0,0 0-1 0 0,0 0 0 0 0,-8-3 1 0 0,13 4-632 0 0,1 0 1 0 0,0-1-1 0 0,-1 1 1 0 0,1 0-1 0 0,0 0 0 0 0,-1 0 1 0 0,1-1-1 0 0,0 1 1 0 0,0 0-1 0 0,-1 0 1 0 0,1-1-1 0 0,0 1 0 0 0,0 0 1 0 0,0 0-1 0 0,-1-1 1 0 0,1 1-1 0 0,0 0 1 0 0,0-1-1 0 0,0 1 1 0 0,0 0-1 0 0,0-1 0 0 0,0 1 1 0 0,-1 0-1 0 0,1-1 1 0 0,0 1-1 0 0,0 0 1 0 0,0-1-1 0 0,0 1 0 0 0,0-1 1 0 0,0 1-1 0 0,0 0 1 0 0,1-1-1 0 0,-1 1 1 0 0,0 0-1 0 0,0-1 0 0 0,0 1 1 0 0,0 0-1 0 0,0-1 1 0 0,0 1-1 0 0,1 0 1 0 0,-1 0-1 0 0,0-1 0 0 0,0 1 1 0 0,1 0-1 0 0,-1-1 1 0 0,0 1-1 0 0,0 0 1 0 0,1 0-1 0 0,-1 0 1 0 0,0-1-1 0 0,0 1 0 0 0,1 0 1 0 0,-1 0-1 0 0,0 0 1 0 0,1 0-1 0 0,-1-1 1 0 0,0 1-1 0 0,1 0 0 0 0,-1 0 1 0 0,1 0-1 0 0,22-14 569 0 0,-21 14-590 0 0,15-9 151 0 0,0 1-1 0 0,1 1 1 0 0,0 0-1 0 0,0 2 1 0 0,1 0-1 0 0,0 1 1 0 0,0 0 0 0 0,0 2-1 0 0,0 1 1 0 0,0 0-1 0 0,0 1 1 0 0,35 5-1 0 0,2-1-226 0 0,1-3 0 0 0,0-2-1 0 0,89-13 1 0 0,-126 12 38 0 0,-19 2 23 0 0,0 0 0 0 0,0 0 0 0 0,-1 0 0 0 0,1 0 0 0 0,0 1 0 0 0,-1-1 0 0 0,1 0 0 0 0,0 0 0 0 0,-1 1 0 0 0,1-1 0 0 0,-1 0 0 0 0,1 1 0 0 0,0-1 0 0 0,-1 1 0 0 0,1-1 0 0 0,-1 1 0 0 0,1-1 0 0 0,-1 1 0 0 0,0-1 0 0 0,1 1 0 0 0,-1-1 0 0 0,1 1 0 0 0,-1-1 0 0 0,0 1 0 0 0,1 0 0 0 0,-1-1 0 0 0,0 1 0 0 0,0 0 0 0 0,0-1 0 0 0,1 1 0 0 0,-1 0 0 0 0,0-1 0 0 0,0 2 0 0 0,3 31 1370 0 0,-2-19-651 0 0,91 409-55 0 0,-86-400-620 0 0,-2 0 0 0 0,3 42 0 0 0,-6-56 49 0 0,-1 1 1 0 0,-1-1-1 0 0,1 0 0 0 0,-2 1 1 0 0,1-1-1 0 0,-1 0 1 0 0,0 0-1 0 0,-1 0 0 0 0,-7 17 1 0 0,6-21-68 0 0,1-1 0 0 0,-1 0 0 0 0,0 1 0 0 0,0-1 0 0 0,0 0 0 0 0,0-1 0 0 0,-1 1 0 0 0,1-1 0 0 0,-1 0 0 0 0,0 0 0 0 0,0 0 0 0 0,-7 2 1 0 0,-13 5 488 0 0,-32 8 0 0 0,39-12-389 0 0,-229 70-2875 0 0,216-65 1363 0 0,3-2-3820 0 0,7-2-320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2.6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35 5065 0 0,'-28'-19'1466'0'0,"25"17"-719"0"0,-1 0 0 0 0,1 0 0 0 0,-1 0 0 0 0,0 1 0 0 0,0-1-1 0 0,0 1 1 0 0,1 0 0 0 0,-1 0 0 0 0,0 0 0 0 0,-6 0 0 0 0,10 1-641 0 0,-1 1 0 0 0,1-1-1 0 0,0 0 1 0 0,-1 0 0 0 0,1 0 0 0 0,0 1-1 0 0,0-1 1 0 0,-1 0 0 0 0,1 0 0 0 0,0 1-1 0 0,0-1 1 0 0,0 0 0 0 0,-1 0 0 0 0,1 1-1 0 0,0-1 1 0 0,0 0 0 0 0,0 1 0 0 0,0-1-1 0 0,0 0 1 0 0,0 1 0 0 0,-1-1 0 0 0,1 0-1 0 0,0 1 1 0 0,0-1 0 0 0,0 0 0 0 0,0 1-1 0 0,0-1 1 0 0,0 0 0 0 0,0 1 0 0 0,0-1-1 0 0,1 0 1 0 0,-1 1 0 0 0,0-1 0 0 0,0 0-1 0 0,0 1 1 0 0,0-1 0 0 0,5 19 583 0 0,-3-14-255 0 0,96 413 2473 0 0,-90-383-3573 0 0,3-1-1 0 0,23 56 1 0 0,-16-57-6766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1 4609 0 0,'-13'0'1612'0'0,"1"0"0"0"0,-1 1-1 0 0,1 0 1 0 0,-24 7 0 0 0,113-11 2376 0 0,296 4-1509 0 0,-288 2-3562 0 0,-13 1-2259 0 0,-40-1-2166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3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763 0 11522 0 0,'-1'0'95'0'0,"1"0"-1"0"0,-1 1 0 0 0,1-1 0 0 0,-1 0 0 0 0,1 0 0 0 0,-1 0 0 0 0,1 1 0 0 0,-1-1 0 0 0,1 0 1 0 0,-1 0-1 0 0,1 1 0 0 0,-1-1 0 0 0,1 0 0 0 0,-1 1 0 0 0,1-1 0 0 0,0 1 0 0 0,-1-1 0 0 0,1 1 0 0 0,0-1 1 0 0,-1 0-1 0 0,1 1 0 0 0,0-1 0 0 0,0 1 0 0 0,-1 0 0 0 0,1-1 0 0 0,0 1 0 0 0,0-1 0 0 0,0 1 1 0 0,0-1-1 0 0,0 1 0 0 0,0-1 0 0 0,0 2 0 0 0,10 15 3727 0 0,-5-9-3290 0 0,7 10-224 0 0,-1 1 1 0 0,-1 1-1 0 0,-1 0 0 0 0,8 25 1 0 0,22 89 1624 0 0,-12-35-1296 0 0,-16-64-635 0 0,16 50 20 0 0,-3 1 0 0 0,16 117 0 0 0,-40-201-20 0 0,0 0 0 0 0,0 0-1 0 0,1 0 1 0 0,-2 0 0 0 0,1 0 0 0 0,0 1 0 0 0,0-1-1 0 0,-1 0 1 0 0,1 0 0 0 0,-1-1 0 0 0,1 1 0 0 0,-1 0-1 0 0,0 0 1 0 0,0 0 0 0 0,0 0 0 0 0,0-1 0 0 0,0 1-1 0 0,0 0 1 0 0,-1-1 0 0 0,1 1 0 0 0,0-1 0 0 0,-1 1-1 0 0,1-1 1 0 0,-1 0 0 0 0,0 1 0 0 0,1-1 0 0 0,-1 0-1 0 0,0 0 1 0 0,-3 1 0 0 0,-5 2 6 0 0,0-1 0 0 0,-1-1 0 0 0,1 0 0 0 0,-19 2 0 0 0,3 0-2 0 0,-64 11-101 0 0,-395 61 48 0 0,360-54-179 0 0,78-12-613 0 0,-64 6 0 0 0,110-16 829 0 0,-8 1-1418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4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 6913 0 0,'-2'-1'272'0'0,"0"0"0"0"0,0 0-1 0 0,-1 0 1 0 0,1 0 0 0 0,0 1-1 0 0,-1-1 1 0 0,1 1 0 0 0,0-1-1 0 0,-1 1 1 0 0,1 0 0 0 0,-1 0-1 0 0,1 0 1 0 0,-3 1 0 0 0,3 0-101 0 0,1-1 0 0 0,0 1 0 0 0,0 0 0 0 0,0 0 1 0 0,0-1-1 0 0,0 1 0 0 0,0 0 0 0 0,0 0 1 0 0,1 0-1 0 0,-1 0 0 0 0,0 0 0 0 0,0 0 0 0 0,1 1 1 0 0,-1-1-1 0 0,1 0 0 0 0,-1 0 0 0 0,1 0 0 0 0,-1 1 1 0 0,1-1-1 0 0,0 0 0 0 0,0 0 0 0 0,-1 1 0 0 0,1-1 1 0 0,0 0-1 0 0,0 0 0 0 0,1 3 0 0 0,-1 37 929 0 0,3-1 0 0 0,1 1-1 0 0,10 43 1 0 0,0 1-182 0 0,25 130 1282 0 0,-6-112-2679 0 0,-23-77-1442 0 0,2-2 0 0 0,14 24 0 0 0,-11-25-5211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5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45 7834 0 0,'-2'-5'1040'0'0,"-1"0"0"0"0,0 0 0 0 0,-1 0 1 0 0,1 0-1 0 0,-1 1 0 0 0,0 0 0 0 0,-7-8 0 0 0,12 21 2425 0 0,4 11-2443 0 0,76 221 1356 0 0,-18-56-2793 0 0,-52-143-972 0 0,-8-35 277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5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79 5985 0 0,'0'-2'208'0'0,"0"0"-1"0"0,0 0 1 0 0,1 0-1 0 0,-1 0 1 0 0,1 0-1 0 0,-1 0 0 0 0,1 0 1 0 0,0 0-1 0 0,-1 0 1 0 0,1 1-1 0 0,0-1 1 0 0,0 0-1 0 0,1 0 1 0 0,-1 1-1 0 0,0-1 1 0 0,0 1-1 0 0,3-3 0 0 0,0 1 254 0 0,0 0 0 0 0,1 0 0 0 0,-1 0 0 0 0,1 0 0 0 0,0 1 0 0 0,7-3 0 0 0,4 0 607 0 0,1 0 0 0 0,-1 1 0 0 0,23-2 0 0 0,-29 5-661 0 0,-1 1-1 0 0,1-1 0 0 0,-1 1 1 0 0,1 1-1 0 0,-1 0 0 0 0,1 0 1 0 0,-1 1-1 0 0,12 3 0 0 0,-18-4-362 0 0,-1 0 0 0 0,0 0-1 0 0,0 0 1 0 0,0 0 0 0 0,0 0 0 0 0,0 1-1 0 0,0-1 1 0 0,0 0 0 0 0,0 1 0 0 0,-1 0-1 0 0,1-1 1 0 0,-1 1 0 0 0,1 0 0 0 0,-1 0-1 0 0,1 0 1 0 0,-1 0 0 0 0,0 0 0 0 0,0 0-1 0 0,0 0 1 0 0,0 0 0 0 0,-1 0-1 0 0,1 1 1 0 0,0-1 0 0 0,-1 0 0 0 0,1 0-1 0 0,-1 1 1 0 0,0-1 0 0 0,0 0 0 0 0,0 1-1 0 0,0-1 1 0 0,0 0 0 0 0,-1 1 0 0 0,1-1-1 0 0,-1 0 1 0 0,1 0 0 0 0,-1 1 0 0 0,0-1-1 0 0,0 0 1 0 0,-1 3 0 0 0,-4 7-62 0 0,0 1 0 0 0,-1-1-1 0 0,-1 0 1 0 0,0-1 0 0 0,0 0 0 0 0,-1 0 0 0 0,0-1 0 0 0,-1 0-1 0 0,0 0 1 0 0,-19 13 0 0 0,8-7-127 0 0,-1-2 1 0 0,-1 0-1 0 0,0-2 1 0 0,-43 17-1 0 0,30-18-363 0 0,21-8-5540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5.9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194 20 11522 0 0,'6'-1'557'0'0,"-2"1"-236"0"0,0-1 0 0 0,-1 0 1 0 0,1 0-1 0 0,0 0 0 0 0,-1-1 0 0 0,1 1 1 0 0,-1-1-1 0 0,1 0 0 0 0,-1 0 0 0 0,6-4 1 0 0,-50 13 4523 0 0,27-1-4716 0 0,1 0 1 0 0,0 1-1 0 0,0 0 1 0 0,0 1 0 0 0,1 0-1 0 0,0 1 1 0 0,1 1-1 0 0,0 0 1 0 0,-14 16-1 0 0,18-18-59 0 0,0 0-1 0 0,1 1 1 0 0,-1-1 0 0 0,2 1-1 0 0,0 1 1 0 0,0-1-1 0 0,0 1 1 0 0,1-1-1 0 0,1 1 1 0 0,0 0 0 0 0,0 1-1 0 0,1-1 1 0 0,0 0-1 0 0,0 11 1 0 0,2-18-81 0 0,0 0 0 0 0,0-1-1 0 0,0 1 1 0 0,0-1 0 0 0,1 1 0 0 0,-1-1 0 0 0,1 1 0 0 0,-1-1-1 0 0,1 1 1 0 0,0-1 0 0 0,0 1 0 0 0,0-1 0 0 0,1 0 0 0 0,-1 0-1 0 0,2 3 1 0 0,-1-4-11 0 0,-1 1 0 0 0,0-1-1 0 0,1 0 1 0 0,-1 0 0 0 0,1-1-1 0 0,-1 1 1 0 0,1 0 0 0 0,-1 0 0 0 0,1-1-1 0 0,-1 1 1 0 0,1-1 0 0 0,0 1-1 0 0,-1-1 1 0 0,1 0 0 0 0,0 0-1 0 0,-1 1 1 0 0,4-2 0 0 0,2 1-39 0 0,-1-2 0 0 0,0 1 1 0 0,1-1-1 0 0,-1 0 0 0 0,0 0 0 0 0,0 0 1 0 0,0-1-1 0 0,0 0 0 0 0,-1 0 0 0 0,8-6 1 0 0,-1-1-43 0 0,0 0 1 0 0,20-23-1 0 0,-22 21 411 0 0,0 1 0 0 0,23-18 0 0 0,-32 28-282 0 0,1 0 0 0 0,-1 0 0 0 0,0 1 1 0 0,1-1-1 0 0,-1 0 0 0 0,0 0 0 0 0,1 1 0 0 0,-1-1 1 0 0,1 1-1 0 0,-1-1 0 0 0,1 1 0 0 0,-1 0 0 0 0,1 0 1 0 0,0-1-1 0 0,-1 1 0 0 0,1 0 0 0 0,-1 0 0 0 0,1 1 0 0 0,-1-1 1 0 0,1 0-1 0 0,0 0 0 0 0,-1 1 0 0 0,1-1 0 0 0,-1 1 1 0 0,0-1-1 0 0,1 1 0 0 0,-1 0 0 0 0,1 0 0 0 0,-1-1 1 0 0,0 1-1 0 0,0 0 0 0 0,1 0 0 0 0,-1 0 0 0 0,0 0 1 0 0,0 1-1 0 0,0-1 0 0 0,0 0 0 0 0,0 0 0 0 0,0 1 1 0 0,0-1-1 0 0,-1 0 0 0 0,1 1 0 0 0,0 2 0 0 0,5 8-7 0 0,-1 1-1 0 0,0-1 0 0 0,-2 1 1 0 0,4 14-1 0 0,-5-17-39 0 0,14 52-2238 0 0,-10-42-5347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92 2761 0 0,'-1'-4'304'0'0,"1"1"0"0"0,0-1-1 0 0,0 0 1 0 0,0 0 0 0 0,0 0 0 0 0,3-7 0 0 0,-3 10 69 0 0,0 0 0 0 0,1-1 0 0 0,-1 1-1 0 0,0 0 1 0 0,1-1 0 0 0,0 1 0 0 0,-1 0-1 0 0,1 0 1 0 0,0 0 0 0 0,0 0 0 0 0,-1 0-1 0 0,1 0 1 0 0,0 0 0 0 0,0 0 0 0 0,0 0-1 0 0,0 0 1 0 0,1 0 0 0 0,-1 0 0 0 0,0 1-1 0 0,0-1 1 0 0,0 0 0 0 0,3 0 0 0 0,-3 1-220 0 0,0 0 0 0 0,0 0 1 0 0,0 0-1 0 0,-1 1 0 0 0,1-1 1 0 0,0 0-1 0 0,0 1 1 0 0,0-1-1 0 0,0 0 0 0 0,-1 1 1 0 0,1-1-1 0 0,0 1 1 0 0,0-1-1 0 0,-1 1 0 0 0,1-1 1 0 0,0 1-1 0 0,-1 0 0 0 0,1-1 1 0 0,-1 1-1 0 0,1 0 1 0 0,-1 0-1 0 0,1-1 0 0 0,0 3 1 0 0,13 23 1409 0 0,-10-18-1106 0 0,4 9-64 0 0,1 0 1 0 0,1 0-1 0 0,1-1 1 0 0,0-1 0 0 0,1 0-1 0 0,1 0 1 0 0,0-1-1 0 0,20 16 1 0 0,-33-31-385 0 0,0 1 0 0 0,1-1 1 0 0,-1 1-1 0 0,0-1 0 0 0,0 1 1 0 0,1-1-1 0 0,-1 0 0 0 0,0 1 1 0 0,0-1-1 0 0,0 0 0 0 0,0 1 0 0 0,0-1 1 0 0,0 1-1 0 0,0-1 0 0 0,0 0 1 0 0,0 1-1 0 0,0-1 0 0 0,0 0 1 0 0,0 1-1 0 0,0-1 0 0 0,0 1 0 0 0,-1-1 1 0 0,1 0-1 0 0,0 1 0 0 0,0-1 1 0 0,-1 0-1 0 0,-7-41 435 0 0,1 4-199 0 0,4 22-331 0 0,1 6-358 0 0,1 0-1 0 0,-1 0 0 0 0,1 0 1 0 0,1 0-1 0 0,0 0 0 0 0,0 0 1 0 0,1 0-1 0 0,1 1 0 0 0,-1-1 1 0 0,5-14-1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147 0 11522 0 0,'-41'18'3785'0'0,"31"-9"-3484"0"0,0 0-1 0 0,1 1 0 0 0,0-1 0 0 0,1 2 0 0 0,0-1 1 0 0,1 1-1 0 0,0 0 0 0 0,1 1 0 0 0,0 0 1 0 0,1 0-1 0 0,0 0 0 0 0,1 0 0 0 0,0 1 1 0 0,-3 21-1 0 0,7-33-277 0 0,0 0-1 0 0,-1 1 1 0 0,1-1-1 0 0,0 0 1 0 0,0 0 0 0 0,1 0-1 0 0,-1 0 1 0 0,0 0 0 0 0,0 1-1 0 0,0-1 1 0 0,1 0-1 0 0,-1 0 1 0 0,0 0 0 0 0,1 0-1 0 0,-1 0 1 0 0,1 0-1 0 0,0 0 1 0 0,0 2 0 0 0,0-3-17 0 0,-1 0 0 0 0,1 0 0 0 0,0 1 0 0 0,-1-1 0 0 0,1 0 0 0 0,-1 0 0 0 0,1 1 0 0 0,0-1 0 0 0,-1 0 0 0 0,1 0 0 0 0,-1 0 0 0 0,1 0 0 0 0,0 0 1 0 0,-1 0-1 0 0,1 0 0 0 0,0 0 0 0 0,-1 0 0 0 0,1 0 0 0 0,0-1 0 0 0,-1 1 0 0 0,1 0 0 0 0,-1 0 0 0 0,2-1 0 0 0,1-1-25 0 0,0 1 1 0 0,-1-1-1 0 0,1 0 0 0 0,0 0 1 0 0,-1 0-1 0 0,1 0 0 0 0,-1-1 0 0 0,0 1 1 0 0,1-1-1 0 0,-1 1 0 0 0,2-5 1 0 0,3-8-203 0 0,-4 10 346 0 0,-1-1-1 0 0,1 1 1 0 0,0-1-1 0 0,1 1 1 0 0,-1 0 0 0 0,1 0-1 0 0,4-4 1 0 0,-7 8-82 0 0,1 0 0 0 0,-1 0 0 0 0,0 1 0 0 0,1-1 1 0 0,-1 0-1 0 0,1 1 0 0 0,-1-1 0 0 0,1 1 0 0 0,-1-1 0 0 0,1 1 0 0 0,-1 0 0 0 0,1 0 0 0 0,-1-1 0 0 0,1 1 1 0 0,-1 0-1 0 0,1 0 0 0 0,0 1 0 0 0,-1-1 0 0 0,1 0 0 0 0,-1 0 0 0 0,1 1 0 0 0,-1-1 0 0 0,1 1 0 0 0,-1 0 1 0 0,0-1-1 0 0,1 1 0 0 0,-1 0 0 0 0,1 0 0 0 0,-1-1 0 0 0,0 1 0 0 0,0 0 0 0 0,0 0 0 0 0,2 3 0 0 0,1 0-19 0 0,0 0 0 0 0,0 1-1 0 0,-1-1 1 0 0,0 1 0 0 0,1 0-1 0 0,-2 0 1 0 0,1 0 0 0 0,-1 0-1 0 0,0 1 1 0 0,2 5 0 0 0,8 18-7581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0,'11'0'6742'0'0,"0"21"-2882"0"0,-3 12-2627 0 0,-2 0 1 0 0,-1 1-1 0 0,0 49 0 0 0,-3-37-1166 0 0,9 48-1 0 0,-8-80-272 0 0,0 0-1 0 0,1 1 1 0 0,1-1 0 0 0,0 0-1 0 0,0-1 1 0 0,2 0 0 0 0,10 18-1 0 0,-7-18-1144 0 0,1-2-65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25 139 10594 0 0,'-8'-69'1497'0'0,"-1"0"3865"0"0,5 96-1017 0 0,0 22-3832 0 0,6-21-287 0 0,1 0 0 0 0,2-1 0 0 0,0 1 0 0 0,17 47 0 0 0,-3-23-289 0 0,39 72 1 0 0,-49-106-169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1 212 5065 0 0,'46'-37'9073'0'0,"-41"32"-8518"0"0,1-1-1 0 0,-2 0 1 0 0,1 1 0 0 0,-1-2 0 0 0,0 1 0 0 0,0 0-1 0 0,0-1 1 0 0,-1 0 0 0 0,0 0 0 0 0,3-12 0 0 0,-5 15-518 0 0,0 0 0 0 0,0 0 0 0 0,0 0 0 0 0,-1-1 0 0 0,1 1 0 0 0,-1 0 0 0 0,0-1 0 0 0,-1 1 0 0 0,1 0 0 0 0,-1 0 0 0 0,0 0 1 0 0,0-1-1 0 0,0 1 0 0 0,0 0 0 0 0,-1 0 0 0 0,0 0 0 0 0,1 1 0 0 0,-2-1 0 0 0,1 0 0 0 0,-3-3 0 0 0,5 6-26 0 0,0 1-1 0 0,0 0 1 0 0,0 0-1 0 0,0 0 1 0 0,-1-1-1 0 0,1 1 1 0 0,0 0-1 0 0,0 0 1 0 0,0-1-1 0 0,0 1 1 0 0,0 0-1 0 0,0 0 1 0 0,-1 0-1 0 0,1 0 1 0 0,0-1-1 0 0,0 1 1 0 0,0 0-1 0 0,-1 0 1 0 0,1 0-1 0 0,0 0 1 0 0,0 0-1 0 0,0 0 1 0 0,-1 0-1 0 0,1 0 1 0 0,0-1-1 0 0,0 1 1 0 0,0 0-1 0 0,-1 0 1 0 0,1 0-1 0 0,0 0 1 0 0,0 0-1 0 0,-1 0 1 0 0,1 0-1 0 0,0 0 1 0 0,0 0-1 0 0,-1 0 1 0 0,1 0-1 0 0,0 1 1 0 0,0-1-1 0 0,0 0 1 0 0,-1 0-1 0 0,1 0 1 0 0,0 0-1 0 0,0 0 1 0 0,0 0 0 0 0,-1 0-1 0 0,1 1 0 0 0,-3 13 260 0 0,6 19-162 0 0,-1-26-147 0 0,1 0 1 0 0,0 0-1 0 0,0-1 1 0 0,1 1-1 0 0,0-1 1 0 0,0 0-1 0 0,0 0 1 0 0,1-1 0 0 0,0 1-1 0 0,0-1 1 0 0,1 0-1 0 0,-1 0 1 0 0,1 0-1 0 0,0-1 1 0 0,0 0-1 0 0,1 0 1 0 0,-1-1-1 0 0,14 6 1 0 0,-9-6-520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7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 4609 0 0,'-2'-3'13930'0'0,"3"26"-10775"0"0,7 37-2730 0 0,7 29 421 0 0,17 79-751 0 0,-27-147-246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58.35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1165 310 5529 0 0,'25'-16'65'0'0,"-2"-1"0"0"0,0-2 1 0 0,-1 0-1 0 0,0-1 0 0 0,-2-1 0 0 0,32-42 0 0 0,-51 61-62 0 0,0 1 0 0 0,0 0-1 0 0,0 0 1 0 0,0-1 0 0 0,0 1-1 0 0,0-1 1 0 0,0 1 0 0 0,-1-1 0 0 0,1 1-1 0 0,-1-1 1 0 0,1 1 0 0 0,-1-1-1 0 0,0 1 1 0 0,1-1 0 0 0,-1 0-1 0 0,0 1 1 0 0,0-1 0 0 0,0 0 0 0 0,0 1-1 0 0,0-1 1 0 0,-1 1 0 0 0,1-1-1 0 0,0 0 1 0 0,-1 1 0 0 0,1-1-1 0 0,-1 1 1 0 0,0-1 0 0 0,1 1 0 0 0,-1-1-1 0 0,0 1 1 0 0,0 0 0 0 0,0-1-1 0 0,0 1 1 0 0,0 0 0 0 0,0 0 0 0 0,0 0-1 0 0,-1 0 1 0 0,1 0 0 0 0,0 0-1 0 0,-1 0 1 0 0,1 0 0 0 0,-1 0-1 0 0,-2-1 1 0 0,-6-2 87 0 0,-1 1-1 0 0,0 0 0 0 0,1 0 1 0 0,-1 1-1 0 0,-14-1 0 0 0,19 3-54 0 0,-322-15 1048 0 0,211 14-684 0 0,-121-16 0 0 0,201 11-285 0 0,-3 0 301 0 0,-53-2-1 0 0,83 7-253 0 0,0 1-1 0 0,0 1 1 0 0,0 0 0 0 0,0 0-1 0 0,0 1 1 0 0,0 0 0 0 0,0 1-1 0 0,0 0 1 0 0,1 1 0 0 0,-14 6-1 0 0,21-9-142 0 0,0 0-1 0 0,0 0 0 0 0,1 0 1 0 0,-1 0-1 0 0,0 1 0 0 0,1-1 0 0 0,-1 0 1 0 0,1 1-1 0 0,0-1 0 0 0,-1 1 1 0 0,1-1-1 0 0,0 1 0 0 0,0 0 0 0 0,0-1 1 0 0,0 1-1 0 0,0 0 0 0 0,0 0 1 0 0,0 0-1 0 0,1 0 0 0 0,-1 0 0 0 0,1 0 1 0 0,-1 0-1 0 0,1 0 0 0 0,0 3 0 0 0,0-3-57 0 0,1 1-1 0 0,0-1 0 0 0,0 1 0 0 0,0-1 0 0 0,0 0 1 0 0,0 1-1 0 0,0-1 0 0 0,1 0 0 0 0,-1 0 0 0 0,1 0 1 0 0,-1 0-1 0 0,1 0 0 0 0,0 0 0 0 0,0-1 0 0 0,0 1 1 0 0,0 0-1 0 0,0-1 0 0 0,0 0 0 0 0,3 2 0 0 0,11 5-149 0 0,1 0-1 0 0,-1-1 1 0 0,1-1-1 0 0,0 0 1 0 0,1-1-1 0 0,0-1 1 0 0,21 2-1 0 0,129 3 378 0 0,-165-9-178 0 0,612-10 3388 0 0,-424 3-2769 0 0,51 1-29 0 0,663-37 426 0 0,-289-7-635 0 0,-174 18-324 0 0,-329 22 114 0 0,203 8 0 0 0,-602-9 3252 0 0,-162 26-3447 0 0,-305 59-1895 0 0,530-41 1739 0 0,2 10-1 0 0,-385 126 1 0 0,490-129 142 0 0,-244 82-513 0 0,-178 72-1536 0 0,487-171 2072 0 0,2 1 0 0 0,0 3 0 0 0,2 2 0 0 0,1 2 0 0 0,2 2 0 0 0,1 1 0 0 0,2 3-1 0 0,-49 55 1 0 0,84-86-43 0 0,1 1-1 0 0,0 0 0 0 0,0 0 0 0 0,0 0 0 0 0,1 1 0 0 0,-3 8 0 0 0,6-14 0 0 0,0 0 0 0 0,1 0 0 0 0,-1-1-1 0 0,1 1 1 0 0,0 0 0 0 0,-1 0-1 0 0,1-1 1 0 0,0 1 0 0 0,0 0-1 0 0,0 0 1 0 0,1 0 0 0 0,-1 0-1 0 0,0-1 1 0 0,1 1 0 0 0,-1 0 0 0 0,1 0-1 0 0,-1-1 1 0 0,1 1 0 0 0,0 0-1 0 0,0-1 1 0 0,0 1 0 0 0,0-1-1 0 0,0 1 1 0 0,0-1 0 0 0,0 1-1 0 0,0-1 1 0 0,0 0 0 0 0,1 0-1 0 0,-1 1 1 0 0,1-1 0 0 0,-1 0 0 0 0,1 0-1 0 0,-1-1 1 0 0,4 3 0 0 0,8 3-254 0 0,1-1 0 0 0,-1 0 0 0 0,1-1 1 0 0,0-1-1 0 0,0 0 0 0 0,15 1 0 0 0,90 2-777 0 0,-104-6 932 0 0,965-27 3140 0 0,-469 4-1357 0 0,32-5-1101 0 0,-32-25-711 0 0,-409 37 501 0 0,0-5 0 0 0,-1-5 0 0 0,-2-3 0 0 0,131-59 0 0 0,-219 83-254 0 0,88-43 586 0 0,-90 43-587 0 0,-1 0 1 0 0,1 0 0 0 0,-1-1 0 0 0,-1 0-1 0 0,1-1 1 0 0,-1 0 0 0 0,0 0 0 0 0,9-13 0 0 0,-16 20-64 0 0,1-1 0 0 0,-1 1 0 0 0,0-1 0 0 0,1 1 0 0 0,-1-1 0 0 0,0 0 1 0 0,1 1-1 0 0,-1-1 0 0 0,0 1 0 0 0,0-1 0 0 0,0 0 0 0 0,0 1 0 0 0,0-1 0 0 0,0 0 1 0 0,0 1-1 0 0,0-1 0 0 0,0 0 0 0 0,0 1 0 0 0,0-1 0 0 0,0 0 0 0 0,0 1 1 0 0,0-1-1 0 0,0 0 0 0 0,-1 1 0 0 0,1-1 0 0 0,0 1 0 0 0,0-1 0 0 0,-1 0 1 0 0,1 1-1 0 0,-1-1 0 0 0,0 0 0 0 0,0 0 4 0 0,-1-1 1 0 0,0 1-1 0 0,0 0 1 0 0,0 0-1 0 0,0 0 1 0 0,0 0-1 0 0,0 0 1 0 0,0 0-1 0 0,-4-1 1 0 0,-55-6 405 0 0,56 7-309 0 0,-185-4 1241 0 0,-193 19 0 0 0,94 0-1423 0 0,-851-58-2003 0 0,1088 39 1861 0 0,-387-25-1627 0 0,374 30 1821 0 0,1 3 0 0 0,-1 3 0 0 0,2 2 0 0 0,-113 31-1 0 0,171-38 40 0 0,0 1 0 0 0,0-1 0 0 0,0 1 0 0 0,1 0 0 0 0,-1 1 0 0 0,1-1-1 0 0,-1 1 1 0 0,1 0 0 0 0,0 0 0 0 0,-7 7 0 0 0,10-9-37 0 0,0 1 1 0 0,0-1 0 0 0,0 1-1 0 0,0 0 1 0 0,1-1-1 0 0,-1 1 1 0 0,0 0-1 0 0,1 0 1 0 0,-1-1-1 0 0,1 1 1 0 0,0 0 0 0 0,-1 0-1 0 0,1 0 1 0 0,0 0-1 0 0,0 0 1 0 0,0-1-1 0 0,0 1 1 0 0,1 0-1 0 0,-1 0 1 0 0,0 0 0 0 0,1 0-1 0 0,0-1 1 0 0,-1 1-1 0 0,1 0 1 0 0,0 0-1 0 0,0-1 1 0 0,0 1-1 0 0,0-1 1 0 0,0 1 0 0 0,0-1-1 0 0,0 1 1 0 0,2 1-1 0 0,5 5-187 0 0,0 0 0 0 0,0-1 0 0 0,0 0 0 0 0,1 0 0 0 0,0-1 0 0 0,0 0 0 0 0,0-1 0 0 0,1 0-1 0 0,12 5 1 0 0,97 29-1024 0 0,-110-37 1162 0 0,92 23-360 0 0,1-5 0 0 0,126 9 0 0 0,212-7 2126 0 0,-340-19-1440 0 0,765 2 1094 0 0,-711-14-947 0 0,-1-6-1 0 0,0-7 0 0 0,236-65 0 0 0,-378 84-335 0 0,130-44 671 0 0,-120 39-560 0 0,0-2 0 0 0,0 0 0 0 0,-1-1 1 0 0,24-18-1 0 0,-43 29-153 0 0,0-1 1 0 0,0 0 0 0 0,1 0 0 0 0,-1 1 0 0 0,0-1-1 0 0,0 0 1 0 0,0 0 0 0 0,0 0 0 0 0,-1 0-1 0 0,1 0 1 0 0,0 0 0 0 0,0-1 0 0 0,-1 1 0 0 0,1 0-1 0 0,0 0 1 0 0,-1 0 0 0 0,0-1 0 0 0,1 1-1 0 0,-1 0 1 0 0,1-1 0 0 0,-1 1 0 0 0,0-2 0 0 0,0 2 10 0 0,-1 0 1 0 0,1 0 0 0 0,-1 0-1 0 0,1 0 1 0 0,-1 0 0 0 0,0 0 0 0 0,1 0-1 0 0,-1 0 1 0 0,0 0 0 0 0,0 0-1 0 0,0 0 1 0 0,0 1 0 0 0,0-1-1 0 0,1 0 1 0 0,-1 1 0 0 0,0-1 0 0 0,-1 0-1 0 0,1 1 1 0 0,-1-1 0 0 0,-9-3 235 0 0,0 0-1 0 0,0 1 1 0 0,-22-3 0 0 0,32 6-254 0 0,-48-6 532 0 0,0 2-1 0 0,-51 3 0 0 0,-103 13-583 0 0,118-6-32 0 0,-529 45-1417 0 0,-241 14 2203 0 0,2-42 1336 0 0,493-21-9005 0 0,292-3 257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1.48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1869 314 12443 0 0,'-4'-2'165'0'0,"0"1"0"0"0,0 0 0 0 0,-1 1 1 0 0,1-1-1 0 0,0 1 0 0 0,-1 0 1 0 0,1 0-1 0 0,0 0 0 0 0,-5 1 0 0 0,-8 0-1 0 0,-153 2-724 0 0,-562 21-2084 0 0,5 62-1185 0 0,704-81 3721 0 0,8-4 121 0 0,0 2 1 0 0,0 0-1 0 0,1 0 1 0 0,0 2-1 0 0,0 0 1 0 0,0 0-1 0 0,0 1 0 0 0,-13 9 1 0 0,26-15 28 0 0,1 0 0 0 0,-1 1 0 0 0,0-1 0 0 0,1 1-1 0 0,-1-1 1 0 0,1 0 0 0 0,-1 1 0 0 0,1-1 0 0 0,-1 1 0 0 0,0 0 0 0 0,1-1 0 0 0,0 1 0 0 0,-1-1 0 0 0,1 1 0 0 0,-1 0 0 0 0,1-1-1 0 0,0 1 1 0 0,-1 0 0 0 0,1-1 0 0 0,0 1 0 0 0,0 0 0 0 0,0-1 0 0 0,0 1 0 0 0,-1 0 0 0 0,1 0 0 0 0,0-1 0 0 0,0 1 0 0 0,0 0-1 0 0,1 1 1 0 0,0-1 38 0 0,-1 0-1 0 0,1 0 1 0 0,0 0-1 0 0,0 0 1 0 0,0 0-1 0 0,0 0 0 0 0,0-1 1 0 0,0 1-1 0 0,1 0 1 0 0,-1 0-1 0 0,0-1 1 0 0,0 1-1 0 0,0-1 1 0 0,3 1-1 0 0,48 9 1341 0 0,17-6-327 0 0,1-3 1 0 0,105-11-1 0 0,141-36 256 0 0,-186 25-837 0 0,744-155 1430 0 0,-251 44-1305 0 0,-494 108-579 0 0,434-76-2058 0 0,-511 90 1686 0 0,-94 8 1226 0 0,-698 69 1610 0 0,-157 94-3894 0 0,629-94 1 0 0,-333 132-1 0 0,563-185 977 0 0,-18 7-727 0 0,0 2 0 0 0,1 3 0 0 0,-51 33 0 0 0,104-58 1043 0 0,1-1 0 0 0,-1 1 0 0 0,1 0 0 0 0,-1 0 1 0 0,1 0-1 0 0,0 0 0 0 0,0 0 0 0 0,-1 0 0 0 0,1 0 0 0 0,0 0 1 0 0,0 0-1 0 0,0 0 0 0 0,0 1 0 0 0,0-1 0 0 0,1 0 1 0 0,-1 1-1 0 0,0-1 0 0 0,0 1 0 0 0,1-1 0 0 0,-1 1 0 0 0,1-1 1 0 0,0 1-1 0 0,-1-1 0 0 0,1 1 0 0 0,0 0 0 0 0,0-1 1 0 0,0 4-1 0 0,1-3 62 0 0,0-1 1 0 0,1 1 0 0 0,-1 0-1 0 0,1 0 1 0 0,-1-1 0 0 0,1 1-1 0 0,0-1 1 0 0,0 1 0 0 0,0-1-1 0 0,0 0 1 0 0,0 1 0 0 0,0-1-1 0 0,0 0 1 0 0,0 0 0 0 0,0-1-1 0 0,0 1 1 0 0,0 0 0 0 0,1-1-1 0 0,2 1 1 0 0,17 3 79 0 0,0 0 0 0 0,0-1-1 0 0,0-2 1 0 0,33-1 0 0 0,93-13 321 0 0,-110 8-247 0 0,1136-186 7478 0 0,-629 89-7245 0 0,-524 97-359 0 0,417-63 106 0 0,-425 67-99 0 0,-3 0-9 0 0,0 0 0 0 0,0 1 0 0 0,15 1 0 0 0,-25-1-10 0 0,0 0 1 0 0,0 0-1 0 0,0 0 1 0 0,0 0 0 0 0,0 0-1 0 0,-1 0 1 0 0,1 0-1 0 0,0 0 1 0 0,0 0-1 0 0,0 0 1 0 0,0 0 0 0 0,0 0-1 0 0,0 0 1 0 0,0 0-1 0 0,0 0 1 0 0,0 0-1 0 0,-1 0 1 0 0,1 1-1 0 0,0-1 1 0 0,0 0 0 0 0,0 0-1 0 0,0 0 1 0 0,0 0-1 0 0,0 0 1 0 0,0 0-1 0 0,0 0 1 0 0,0 0 0 0 0,0 0-1 0 0,0 0 1 0 0,0 0-1 0 0,0 0 1 0 0,0 0-1 0 0,-1 1 1 0 0,1-1 0 0 0,0 0-1 0 0,0 0 1 0 0,0 0-1 0 0,0 0 1 0 0,0 0-1 0 0,0 0 1 0 0,0 0 0 0 0,0 0-1 0 0,0 0 1 0 0,0 0-1 0 0,0 1 1 0 0,0-1-1 0 0,0 0 1 0 0,0 0-1 0 0,0 0 1 0 0,0 0 0 0 0,0 0-1 0 0,0 0 1 0 0,1 0-1 0 0,-1 0 1 0 0,0 0-1 0 0,0 1 1 0 0,0-1 0 0 0,0 0-1 0 0,0 0 1 0 0,0 0-1 0 0,0 0 1 0 0,0 0-1 0 0,0 0 1 0 0,0 0 0 0 0,0 0-1 0 0,0 0 1 0 0,0 0-1 0 0,0 0 1 0 0,1 0-1 0 0,-15 8-31 0 0,-16 5-88 0 0,-864 279-4839 0 0,293-110 4875 0 0,345-105 1254 0 0,23-16 181 0 0,-72 25-1358 0 0,268-70-1989 0 0,341-18-5982 0 0,-163-4 9401 0 0,450-22 6819 0 0,266-9-3102 0 0,-835 36-5058 0 0,233 2 677 0 0,-233 3-688 0 0,-22-3-71 0 0,0-1 0 0 0,0 0 0 0 0,0 0-1 0 0,0 0 1 0 0,1 0 0 0 0,-1 0 0 0 0,0 1 0 0 0,0-1-1 0 0,0 0 1 0 0,0 0 0 0 0,0 0 0 0 0,0 1 0 0 0,1-1-1 0 0,-1 0 1 0 0,0 0 0 0 0,0 0 0 0 0,0 1 0 0 0,0-1-1 0 0,0 0 1 0 0,0 0 0 0 0,0 0 0 0 0,0 1 0 0 0,0-1-1 0 0,0 0 1 0 0,0 0 0 0 0,0 0 0 0 0,0 1 0 0 0,0-1-1 0 0,0 0 1 0 0,0 0 0 0 0,0 0 0 0 0,-1 1 0 0 0,1-1-1 0 0,0 0 1 0 0,0 0 0 0 0,0 0 0 0 0,0 1 0 0 0,0-1-1 0 0,0 0 1 0 0,0 0 0 0 0,-1 0 0 0 0,1 0 0 0 0,0 1-1 0 0,-4 2-16 0 0,0-1 0 0 0,0 1 0 0 0,0-1 0 0 0,0 1 0 0 0,0-1 0 0 0,-6 2 0 0 0,-231 77-1471 0 0,105-39 1128 0 0,-787 299-1192 0 0,333-117 1543 0 0,551-210 36 0 0,-59 20 709 0 0,2 5 0 0 0,-123 68 0 0 0,211-102-651 0 0,3-3-36 0 0,1 0 0 0 0,0 1-1 0 0,0 0 1 0 0,0-1 0 0 0,0 1 0 0 0,1 1-1 0 0,-1-1 1 0 0,1 1 0 0 0,-4 3 0 0 0,7-6-42 0 0,0-1 1 0 0,0 1-1 0 0,-1-1 1 0 0,1 1 0 0 0,0-1-1 0 0,0 1 1 0 0,0-1 0 0 0,0 1-1 0 0,0-1 1 0 0,0 1 0 0 0,0-1-1 0 0,0 1 1 0 0,0-1-1 0 0,0 1 1 0 0,0-1 0 0 0,0 1-1 0 0,1-1 1 0 0,-1 1 0 0 0,0-1-1 0 0,0 1 1 0 0,0-1 0 0 0,1 0-1 0 0,-1 1 1 0 0,0-1-1 0 0,0 1 1 0 0,1-1 0 0 0,-1 0-1 0 0,1 1 1 0 0,-1-1 0 0 0,0 0-1 0 0,1 1 1 0 0,-1-1 0 0 0,0 0-1 0 0,1 1 1 0 0,-1-1-1 0 0,1 0 1 0 0,-1 0 0 0 0,1 0-1 0 0,-1 1 1 0 0,1-1 0 0 0,-1 0-1 0 0,1 0 1 0 0,-1 0 0 0 0,1 0-1 0 0,-1 0 1 0 0,1 0-1 0 0,-1 0 1 0 0,1 0 0 0 0,-1 0-1 0 0,1 0 1 0 0,31 1-63 0 0,14-4-212 0 0,0-3 1 0 0,83-20-1 0 0,92-41-1007 0 0,-152 45 862 0 0,899-265-606 0 0,-285 87 2558 0 0,-254 83-417 0 0,10 40 290 0 0,-382 74-1043 0 0,-52 6-234 0 0,-11 2-62 0 0,-15 3 3 0 0,-1079 388-557 0 0,1057-380 455 0 0,-877 345-312 0 0,-61-7-1137 0 0,909-336 422 0 0,146-54-4144 0 0,349-120 3005 0 0,218-65 3946 0 0,-318 123 904 0 0,450-76 1 0 0,-62 81-296 0 0,-649 86-2184 0 0,-8 1 73 0 0,1 2 0 0 0,70 4 0 0 0,-120 0-218 0 0,0 0 0 0 0,1 1 0 0 0,-1-1-1 0 0,0 1 1 0 0,0 1 0 0 0,0-1 0 0 0,0 1 0 0 0,5 2 0 0 0,-10-4-30 0 0,0 0 0 0 0,0 0 0 0 0,1 1 0 0 0,-1-1 0 0 0,0 0 0 0 0,0 0 0 0 0,0 0 0 0 0,1 0 0 0 0,-1 1 0 0 0,0-1 0 0 0,0 0 0 0 0,0 0 0 0 0,0 0 0 0 0,0 1 0 0 0,1-1 0 0 0,-1 0 0 0 0,0 0 0 0 0,0 1 0 0 0,0-1 0 0 0,0 0 0 0 0,0 0 0 0 0,0 0 0 0 0,0 1 0 0 0,0-1 0 0 0,0 0 0 0 0,0 0 0 0 0,0 1 0 0 0,0-1 0 0 0,0 0 0 0 0,0 0 0 0 0,0 1 0 0 0,0-1 0 0 0,0 0 0 0 0,0 0 0 0 0,0 1 0 0 0,0-1 0 0 0,-1 0 0 0 0,-9 10 89 0 0,-16 6-20 0 0,-279 108-69 0 0,132-58-290 0 0,-948 427-2179 0 0,874-380 2050 0 0,-697 318-18 0 0,908-414 473 0 0,-83 37 230 0 0,-165 102 0 0 0,281-153-264 0 0,-6 2 21 0 0,0 1 0 0 0,0 0 1 0 0,1 1-1 0 0,0 0 1 0 0,0 0-1 0 0,-9 12 0 0 0,16-18-29 0 0,1-1-1 0 0,-1 1 1 0 0,1-1 0 0 0,0 1-1 0 0,-1-1 1 0 0,1 1-1 0 0,0 0 1 0 0,0-1-1 0 0,-1 1 1 0 0,1-1-1 0 0,0 1 1 0 0,0 0 0 0 0,0-1-1 0 0,0 1 1 0 0,0 0-1 0 0,0-1 1 0 0,0 1-1 0 0,0 0 1 0 0,0-1-1 0 0,0 1 1 0 0,0 0 0 0 0,0-1-1 0 0,0 1 1 0 0,0 0-1 0 0,1-1 1 0 0,-1 1-1 0 0,0 0 1 0 0,1-1 0 0 0,-1 1-1 0 0,0-1 1 0 0,1 1-1 0 0,-1-1 1 0 0,1 1-1 0 0,-1-1 1 0 0,1 1-1 0 0,-1-1 1 0 0,1 1 0 0 0,-1-1-1 0 0,1 0 1 0 0,-1 1-1 0 0,1-1 1 0 0,-1 0-1 0 0,1 1 1 0 0,0-1-1 0 0,-1 0 1 0 0,1 0 0 0 0,1 1-1 0 0,35 6-101 0 0,2-4-19 0 0,0-2-1 0 0,0-2 0 0 0,76-12 1 0 0,118-37-259 0 0,-179 37 356 0 0,736-191 2118 0 0,-86 20-309 0 0,-648 170-1722 0 0,522-116 265 0 0,-424 103-307 0 0,277-13 0 0 0,-413 40-1 0 0,-10-1-9 0 0,1 0 1 0 0,0 1-1 0 0,-1 0 1 0 0,1 1-1 0 0,-1 0 1 0 0,0 0-1 0 0,1 1 0 0 0,-1 0 1 0 0,0 0-1 0 0,11 5 1 0 0,-18-7-11 0 0,0 1 1 0 0,-1-1-1 0 0,1 0 0 0 0,-1 1 1 0 0,1-1-1 0 0,-1 0 0 0 0,1 1 1 0 0,-1-1-1 0 0,1 1 1 0 0,-1-1-1 0 0,0 1 0 0 0,1-1 1 0 0,-1 1-1 0 0,0 0 1 0 0,1-1-1 0 0,-1 1 0 0 0,0-1 1 0 0,1 1-1 0 0,-1 0 0 0 0,0-1 1 0 0,0 1-1 0 0,0 0 1 0 0,0-1-1 0 0,0 1 0 0 0,0 0 1 0 0,0-1-1 0 0,0 1 1 0 0,0-1-1 0 0,0 1 0 0 0,0 0 1 0 0,0-1-1 0 0,0 1 1 0 0,-1 0-1 0 0,1-1 0 0 0,0 1 1 0 0,0-1-1 0 0,-1 1 0 0 0,1 0 1 0 0,0-1-1 0 0,-1 1 1 0 0,1-1-1 0 0,-1 1 0 0 0,1-1 1 0 0,-1 1-1 0 0,-26 23-1 0 0,-19 4-273 0 0,-2-1 1 0 0,-1-3-1 0 0,-72 26 1 0 0,69-29 110 0 0,-502 188-859 0 0,230-91 678 0 0,-744 237 165 0 0,520-182 890 0 0,471-148-627 0 0,-121 44 8 0 0,184-62-602 0 0,23-5 184 0 0,31-8-106 0 0,-34 5 329 0 0,423-88-1570 0 0,0-26 1903 0 0,-90 23 341 0 0,533-106-231 0 0,-755 178-424 0 0,218-32-488 0 0,-2 28 982 0 0,-320 24-294 0 0,29 0 187 0 0,-40 0-261 0 0,0 0 1 0 0,0 1-1 0 0,0-1 0 0 0,-1 0 0 0 0,1 0 1 0 0,0 1-1 0 0,0 0 0 0 0,0-1 0 0 0,0 1 1 0 0,-1 0-1 0 0,1 0 0 0 0,0 0 0 0 0,-1 0 1 0 0,1 0-1 0 0,2 2 0 0 0,-4-2-15 0 0,0 0 1 0 0,0 0-1 0 0,-1 0 0 0 0,1 0 0 0 0,0-1 1 0 0,-1 1-1 0 0,1 0 0 0 0,-1 0 0 0 0,1 0 1 0 0,-1 0-1 0 0,1-1 0 0 0,-1 1 1 0 0,1 0-1 0 0,-1-1 0 0 0,0 1 0 0 0,0 0 1 0 0,1-1-1 0 0,-1 1 0 0 0,0-1 0 0 0,0 1 1 0 0,1-1-1 0 0,-1 1 0 0 0,0-1 0 0 0,0 0 1 0 0,0 1-1 0 0,-1-1 0 0 0,-44 20 224 0 0,0-2 1 0 0,-74 18-1 0 0,75-24-173 0 0,-918 253 134 0 0,-103 76-1512 0 0,929-290 808 0 0,-159 82 0 0 0,283-126 443 0 0,-46 26-263 0 0,54-29 227 0 0,0-1 0 0 0,1 1 0 0 0,0-1 0 0 0,-1 1 0 0 0,1 1 0 0 0,1-1 0 0 0,-1 0 0 0 0,1 1 0 0 0,-4 5 0 0 0,7-9 53 0 0,-1 0 0 0 0,1 0 0 0 0,-1 0 1 0 0,1 0-1 0 0,0 0 0 0 0,-1 0 0 0 0,1 0 0 0 0,0 0 0 0 0,0 0 0 0 0,0 0 0 0 0,0 0 0 0 0,-1 0 1 0 0,2 0-1 0 0,-1 0 0 0 0,0 0 0 0 0,0 0 0 0 0,0 0 0 0 0,0 0 0 0 0,1 0 0 0 0,-1 0 0 0 0,0 0 1 0 0,1 0-1 0 0,-1 0 0 0 0,1 0 0 0 0,0 1 0 0 0,1 0-32 0 0,0 0 1 0 0,0 0-1 0 0,0-1 1 0 0,0 1-1 0 0,0-1 1 0 0,0 1-1 0 0,1-1 1 0 0,-1 0-1 0 0,5 2 1 0 0,5 1-155 0 0,0 0 0 0 0,0-2 1 0 0,17 3-1 0 0,29 0-133 0 0,-1-2 0 0 0,86-8 1 0 0,117-24 1324 0 0,-253 28-957 0 0,535-88 2831 0 0,4 0-645 0 0,-427 73-1882 0 0,254-31 315 0 0,2 29-68 0 0,-360 17-516 0 0,-11 1-27 0 0,0-1 0 0 0,0 1 0 0 0,1 0 0 0 0,-1 0 0 0 0,0 0 0 0 0,0 0 0 0 0,0 1 0 0 0,0 0 0 0 0,0 0 0 0 0,0 0 0 0 0,7 3 0 0 0,-11-3-16 0 0,0-1 0 0 0,0 1 1 0 0,-1 0-1 0 0,1-1 0 0 0,0 1 1 0 0,-1 0-1 0 0,1-1 0 0 0,-1 1 1 0 0,1 0-1 0 0,-1-1 0 0 0,1 1 1 0 0,-1-1-1 0 0,1 1 0 0 0,-1-1 1 0 0,0 1-1 0 0,1-1 0 0 0,-1 0 1 0 0,0 1-1 0 0,1-1 0 0 0,-1 0 1 0 0,0 1-1 0 0,1-1 0 0 0,-1 0 1 0 0,0 0-1 0 0,-1 0 0 0 0,-23 10 79 0 0,-300 81 205 0 0,111-34-392 0 0,-530 170-1021 0 0,6-2-293 0 0,681-209 1318 0 0,-316 102-118 0 0,351-108 175 0 0,16-6 9 0 0,13-3-30 0 0,285-64-867 0 0,-180 35 554 0 0,444-96-631 0 0,758-106 4218 0 0,-1144 207-2571 0 0,216-4-1 0 0,-374 27-610 0 0,-4-1 15 0 0,1 1 0 0 0,0 1 0 0 0,0-1 0 0 0,0 2-1 0 0,14 3 1 0 0,-23-5-47 0 0,0 0 0 0 0,0 0 0 0 0,0 0 0 0 0,0 0 0 0 0,1 0 0 0 0,-1 0 0 0 0,0 0 0 0 0,0 0 0 0 0,0 0 0 0 0,0 0 0 0 0,0 0 0 0 0,0 0 0 0 0,0 0 0 0 0,0 0 0 0 0,0 0 0 0 0,0 0 0 0 0,0 0 0 0 0,1 0 0 0 0,-1 0 0 0 0,0 0 0 0 0,0 1 0 0 0,0-1 0 0 0,0 0 0 0 0,0 0 0 0 0,0 0 0 0 0,0 0 0 0 0,0 0 0 0 0,0 0 0 0 0,0 0 0 0 0,0 0 0 0 0,0 0 0 0 0,0 1 0 0 0,0-1 0 0 0,0 0 0 0 0,0 0 0 0 0,0 0 0 0 0,0 0-1 0 0,0 0 1 0 0,0 0 0 0 0,0 0 0 0 0,0 0 0 0 0,0 0 0 0 0,0 1 0 0 0,0-1 0 0 0,0 0 0 0 0,0 0 0 0 0,0 0 0 0 0,0 0 0 0 0,-1 0 0 0 0,1 0 0 0 0,0 0 0 0 0,0 0 0 0 0,0 0 0 0 0,0 0 0 0 0,0 0 0 0 0,0 0 0 0 0,0 0 0 0 0,0 1 0 0 0,0-1 0 0 0,0 0 0 0 0,0 0 0 0 0,0 0 0 0 0,-1 0 0 0 0,1 0 0 0 0,0 0 0 0 0,0 0 0 0 0,0 0 0 0 0,0 0 0 0 0,-13 5 87 0 0,-16 4 22 0 0,-638 148-2619 0 0,-82 18-611 0 0,629-151 2796 0 0,-175 41-405 0 0,292-64 715 0 0,-3 0-80 0 0,0 1 1 0 0,0 0-1 0 0,0 0 1 0 0,0 0-1 0 0,0 1 0 0 0,-7 4 1 0 0,12-7 74 0 0,1 1 0 0 0,0-1 0 0 0,0 0 0 0 0,-1 0 0 0 0,1 0 0 0 0,0 1 0 0 0,0-1 0 0 0,0 0 0 0 0,0 0 0 0 0,-1 1 0 0 0,1-1 0 0 0,0 0-1 0 0,0 0 1 0 0,0 1 0 0 0,0-1 0 0 0,0 0 0 0 0,0 0 0 0 0,-1 1 0 0 0,1-1 0 0 0,0 0 0 0 0,0 1 0 0 0,0-1 0 0 0,0 0 0 0 0,0 0 0 0 0,0 1 0 0 0,0-1 0 0 0,0 0 0 0 0,1 1 0 0 0,-1-1 0 0 0,0 0 0 0 0,0 0 0 0 0,0 1 0 0 0,0-1 0 0 0,0 0 0 0 0,0 0 0 0 0,0 1 0 0 0,1-1 0 0 0,-1 0 0 0 0,0 0 0 0 0,0 1 0 0 0,0-1 0 0 0,1 0 0 0 0,-1 0 0 0 0,0 0 0 0 0,0 1-1 0 0,0-1 1 0 0,1 0 0 0 0,-1 0 0 0 0,0 0 0 0 0,0 0 0 0 0,1 0 0 0 0,-1 0 0 0 0,0 1 0 0 0,1-1 0 0 0,-1 0 0 0 0,0 0 0 0 0,0 0 0 0 0,1 0 0 0 0,-1 0 0 0 0,0 0 0 0 0,1 0 0 0 0,-1 0 0 0 0,24 5-443 0 0,-22-4 429 0 0,44 3 70 0 0,1-1 0 0 0,0-2 0 0 0,47-5 0 0 0,-55 2 79 0 0,789-74 5725 0 0,-329 23-4075 0 0,-294 35-1327 0 0,277 11 0 0 0,-463 8-380 0 0,-6-1 4 0 0,1 1 1 0 0,0 0 0 0 0,0 1-1 0 0,0 0 1 0 0,-1 1-1 0 0,14 6 1 0 0,-43-5 270 0 0,-14-2-289 0 0,-188 2 90 0 0,-230 12-593 0 0,-35 35-1400 0 0,-235 14-1404 0 0,77-93 14 0 0,526 19 80 0 0,97 8 1652 0 0,28 3 218 0 0,29 2 341 0 0,51-4-482 0 0,-1-5 0 0 0,134-23 0 0 0,-302 32 5796 0 0,17-3-2308 0 0,-148 13 900 0 0,125-9-7131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5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36 15667 0 0,'23'-15'5879'0'0,"-19"12"-5631"0"0,1 0-1 0 0,-1 0 1 0 0,0 1-1 0 0,1-1 0 0 0,0 1 1 0 0,7-3-1 0 0,-12 7-198 0 0,0 0 0 0 0,1 0 0 0 0,-1-1 0 0 0,0 1-1 0 0,1 0 1 0 0,-1 0 0 0 0,0-1 0 0 0,-1 1 0 0 0,1 0 0 0 0,0 0-1 0 0,0 0 1 0 0,-1-1 0 0 0,0 4 0 0 0,-1 12 272 0 0,2-16-306 0 0,1-1 0 0 0,-1 1 1 0 0,1-1-1 0 0,-1 0 1 0 0,0 1-1 0 0,1-1 0 0 0,-1 1 1 0 0,1-1-1 0 0,-1 0 1 0 0,1 1-1 0 0,-1-1 0 0 0,1 0 1 0 0,0 1-1 0 0,-1-1 1 0 0,1 0-1 0 0,-1 0 0 0 0,1 0 1 0 0,-1 0-1 0 0,1 1 1 0 0,0-1-1 0 0,-1 0 0 0 0,1 0 1 0 0,0 0-1 0 0,-1 0 1 0 0,1 0-1 0 0,0-1 0 0 0,0 1-3 0 0,-1 0 0 0 0,0 0 0 0 0,0 0 0 0 0,1 0-1 0 0,-1 0 1 0 0,0 0 0 0 0,1 0 0 0 0,-1 0 0 0 0,0 0-1 0 0,0-1 1 0 0,1 1 0 0 0,-1 0 0 0 0,0 0 0 0 0,0 0-1 0 0,0 0 1 0 0,1-1 0 0 0,-1 1 0 0 0,0 0 0 0 0,0 0-1 0 0,0 0 1 0 0,1-1 0 0 0,-1 1 0 0 0,0 0 0 0 0,0 0-1 0 0,0-1 1 0 0,0 1 0 0 0,0 0 0 0 0,0 0 0 0 0,0-1-1 0 0,0 1 1 0 0,1 0 0 0 0,-1 0 0 0 0,0-1-1 0 0,0 1 1 0 0,0 0 0 0 0,0-1 0 0 0,0 1 0 0 0,0 0-1 0 0,-1 0 1 0 0,1-1 0 0 0,0 1 0 0 0,0 0 0 0 0,0 0-1 0 0,0-1 1 0 0,0 1 0 0 0,0 0 0 0 0,0 0 0 0 0,-1-1-1 0 0,1 1 1 0 0,0 0 0 0 0,0 0 0 0 0,0-1 0 0 0,0 1-1 0 0,-1 0 1 0 0,1 0 0 0 0,0 0 0 0 0,0 0 0 0 0,-1-1-1 0 0,1 1 1 0 0,0 0 0 0 0,0 0 0 0 0,-1 0 0 0 0,1-1 223 0 0,-2 5-168 0 0,-11 47-29 0 0,-14 94 0 0 0,11-48-317 0 0,2-13-90 0 0,8-39-376 0 0,-2-1 1 0 0,-2-1 0 0 0,-21 58-1 0 0,28-95 140 0 0,1-4-4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5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60 13827 0 0,'-1'-7'630'0'0,"1"-27"264"0"0,0 33-549 0 0,0-1 0 0 0,0 1 0 0 0,0 0 0 0 0,1-1 1 0 0,-1 1-1 0 0,0 0 0 0 0,1-1 0 0 0,0 1 0 0 0,-1 0 0 0 0,1 0 0 0 0,0 0 0 0 0,1-2 1 0 0,-1 3-242 0 0,-1 0 0 0 0,1 0 0 0 0,0 0 0 0 0,-1 0 0 0 0,1 0 1 0 0,0 0-1 0 0,0 0 0 0 0,-1 1 0 0 0,1-1 0 0 0,0 0 0 0 0,-1 0 0 0 0,1 1 1 0 0,-1-1-1 0 0,1 0 0 0 0,0 1 0 0 0,-1-1 0 0 0,1 1 0 0 0,-1-1 1 0 0,1 1-1 0 0,-1-1 0 0 0,1 1 0 0 0,-1 0 0 0 0,0-1 0 0 0,1 1 1 0 0,0 0-1 0 0,13 17 194 0 0,137 216 1082 0 0,32 43-1968 0 0,-146-237-1054 0 0,-22-23 132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5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45 17052 0 0,'-1'0'107'0'0,"0"0"0"0"0,0-1 1 0 0,0 1-1 0 0,0 0 0 0 0,-1-1 0 0 0,1 1 1 0 0,0-1-1 0 0,0 0 0 0 0,0 1 1 0 0,0-1-1 0 0,0 0 0 0 0,1 1 0 0 0,-1-1 1 0 0,-1-2-1 0 0,2 3-66 0 0,0 0 0 0 0,0-1 0 0 0,0 1 0 0 0,0 0-1 0 0,0-1 1 0 0,0 1 0 0 0,0 0 0 0 0,0-1 0 0 0,0 1 0 0 0,0 0 0 0 0,0-1 0 0 0,0 1 0 0 0,0 0-1 0 0,0 0 1 0 0,1-1 0 0 0,-1 1 0 0 0,0 0 0 0 0,0-1 0 0 0,0 1 0 0 0,1 0 0 0 0,-1 0 0 0 0,0 0-1 0 0,0-1 1 0 0,1 1 0 0 0,-1 0 0 0 0,0 0 0 0 0,0 0 0 0 0,1-1 0 0 0,-1 1 0 0 0,0 0-1 0 0,1 0 1 0 0,36-12 1322 0 0,-34 11-1340 0 0,19-4-53 0 0,-1 2 1 0 0,1 0-1 0 0,-1 1 0 0 0,1 2 0 0 0,35 2 1 0 0,-29 1-2635 0 0,52 13 0 0 0,-47-7 634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7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32 139 3225 0 0,'-8'-41'2459'0'0,"8"35"-2083"0"0,-1 0-1 0 0,0 1 0 0 0,0-1 1 0 0,0 1-1 0 0,-1-1 0 0 0,1 1 0 0 0,-1 0 1 0 0,-6-10-1 0 0,7 13 146 0 0,1 1 1 0 0,-1-1-1 0 0,0 1 1 0 0,0-1-1 0 0,1 1 0 0 0,-1-1 1 0 0,1 0-1 0 0,0 1 1 0 0,-1-1-1 0 0,1 0 1 0 0,0 1-1 0 0,0-1 0 0 0,1-15 6972 0 0,-1 21-7400 0 0,8 44 342 0 0,13 47 0 0 0,8 50-15 0 0,-16-52-268 0 0,10 112 470 0 0,-22-176-488 0 0,-1 0-1 0 0,-1 0 1 0 0,-1 0-1 0 0,-14 57 1 0 0,15-82-239 0 0,0 0 1 0 0,1 0 0 0 0,-1 0-1 0 0,1 0 1 0 0,-1 0-1 0 0,1 0 1 0 0,1 0 0 0 0,-1 0-1 0 0,0 0 1 0 0,1 0 0 0 0,1 6-1 0 0,0-5-523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7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14 3225 0 0,'4'-14'10067'0'0,"-17"16"-5611"0"0,1 1-4880 0 0,-51 25 4501 0 0,58-25-3932 0 0,0-1 0 0 0,1 1 0 0 0,-1 0 0 0 0,1 1 0 0 0,0-1 0 0 0,0 1 0 0 0,0 0 1 0 0,0 0-1 0 0,0 0 0 0 0,-3 6 0 0 0,7-9-138 0 0,0 0-1 0 0,0 0 1 0 0,0 0 0 0 0,0 0 0 0 0,0-1 0 0 0,0 1-1 0 0,0 0 1 0 0,0 0 0 0 0,1 0 0 0 0,-1 0-1 0 0,0-1 1 0 0,0 1 0 0 0,1 0 0 0 0,-1 0 0 0 0,1 0-1 0 0,-1-1 1 0 0,1 1 0 0 0,-1 0 0 0 0,1-1-1 0 0,-1 1 1 0 0,1 0 0 0 0,0-1 0 0 0,-1 1-1 0 0,1-1 1 0 0,0 1 0 0 0,-1-1 0 0 0,1 0 0 0 0,0 1-1 0 0,0-1 1 0 0,0 1 0 0 0,-1-1 0 0 0,1 0-1 0 0,1 0 1 0 0,35 15 33 0 0,-31-13-22 0 0,25 9-12 0 0,-1-2 16 0 0,-1 1-1 0 0,0 2 1 0 0,-1 1 0 0 0,-1 1-1 0 0,43 29 1 0 0,-69-42-22 0 0,1 0 0 0 0,0 1 0 0 0,-1-1 0 0 0,1 1 0 0 0,-1-1 0 0 0,0 1 0 0 0,1 0 0 0 0,-1-1 0 0 0,0 1 0 0 0,0 0 0 0 0,0 0 0 0 0,0 0 0 0 0,0 0 0 0 0,-1 0 0 0 0,1 0 0 0 0,-1 0 0 0 0,1 0 0 0 0,-1 0 0 0 0,0 0 0 0 0,1 0 0 0 0,-1 0 0 0 0,0 0 0 0 0,0 0 0 0 0,-1 0 0 0 0,1 0 0 0 0,0 0 0 0 0,-1 1 0 0 0,1-1 0 0 0,-1 0 0 0 0,0-1 0 0 0,0 1 0 0 0,1 0 0 0 0,-1 0 0 0 0,-1 0 0 0 0,1 0 0 0 0,0-1 0 0 0,-3 4 0 0 0,-5 6 0 0 0,0-1 0 0 0,-1 0 0 0 0,-1 0 0 0 0,-18 12 0 0 0,15-11 0 0 0,-5 4-17 0 0,11-10 2 0 0,1 0 0 0 0,-1 0 0 0 0,1 1 0 0 0,1 0-1 0 0,-1 1 1 0 0,1 0 0 0 0,1 0 0 0 0,-1 0 0 0 0,-6 12 0 0 0,12-19 14 0 0,0 0-1 0 0,-1 0 1 0 0,1 1 0 0 0,0-1-1 0 0,0 0 1 0 0,0 0 0 0 0,0 0 0 0 0,0 1-1 0 0,0-1 1 0 0,0 0 0 0 0,0 0-1 0 0,0 0 1 0 0,0 1 0 0 0,0-1-1 0 0,0 0 1 0 0,0 0 0 0 0,0 0-1 0 0,0 0 1 0 0,1 1 0 0 0,-1-1 0 0 0,0 0-1 0 0,0 0 1 0 0,0 0 0 0 0,0 1-1 0 0,0-1 1 0 0,0 0 0 0 0,0 0-1 0 0,1 0 1 0 0,-1 0 0 0 0,0 0-1 0 0,0 1 1 0 0,0-1 0 0 0,0 0 0 0 0,0 0-1 0 0,1 0 1 0 0,-1 0 0 0 0,0 0-1 0 0,0 0 1 0 0,0 0 0 0 0,1 0-1 0 0,12 2-120 0 0,14-6-98 0 0,-25 4 212 0 0,36-9-37 0 0,-29 6 31 0 0,0 0 1 0 0,1 1-1 0 0,-1 0 1 0 0,1 1-1 0 0,-1 0 0 0 0,19 1 1 0 0,-27 0 13 0 0,-1 0 0 0 0,1 0 0 0 0,-1 0 0 0 0,1 1 0 0 0,-1-1 0 0 0,1 0 0 0 0,-1 0 0 0 0,1 1 0 0 0,-1-1 0 0 0,1 0 0 0 0,-1 1 0 0 0,0-1 0 0 0,1 1 0 0 0,-1-1 0 0 0,1 1 0 0 0,-1-1 0 0 0,0 1 0 0 0,0-1 0 0 0,1 1 0 0 0,-1-1 0 0 0,0 1 0 0 0,0-1 0 0 0,0 1 0 0 0,1-1 0 0 0,-1 1 0 0 0,0-1 0 0 0,0 1 0 0 0,0 0 0 0 0,0-1 0 0 0,0 1 0 0 0,0-1 0 0 0,0 1 0 0 0,0-1 0 0 0,0 1 0 0 0,0 0 0 0 0,-1-1 0 0 0,1 1 0 0 0,0-1 0 0 0,0 1 0 0 0,-1-1 0 0 0,1 1 0 0 0,0-1 0 0 0,0 1 0 0 0,-1-1 0 0 0,0 1 0 0 0,-17 31 0 0 0,14-25 0 0 0,-13 19 2 0 0,-31 39 1 0 0,33-47-8 0 0,1 0-1 0 0,1 1 1 0 0,0 0 0 0 0,-16 35 0 0 0,29-53-44 0 0,-1 0 1 0 0,1 0 0 0 0,-1 1 0 0 0,1-1-1 0 0,0 0 1 0 0,-1 0 0 0 0,1 0 0 0 0,0 1-1 0 0,0-1 1 0 0,0 0 0 0 0,0 0 0 0 0,0 0-1 0 0,0 1 1 0 0,0-1 0 0 0,0 0 0 0 0,0 0-1 0 0,1 0 1 0 0,-1 1 0 0 0,1-1 0 0 0,-1 0-1 0 0,0 0 1 0 0,1 0 0 0 0,0 0 0 0 0,-1 0-1 0 0,1 0 1 0 0,0 0 0 0 0,-1 0 0 0 0,1 0-1 0 0,0 0 1 0 0,0 0 0 0 0,0 0-1 0 0,0-1 1 0 0,0 1 0 0 0,0 0 0 0 0,0-1-1 0 0,0 1 1 0 0,0-1 0 0 0,2 2 0 0 0,4 0-828 0 0,1 0 0 0 0,-1 0 0 0 0,0-1 0 0 0,0 1 1 0 0,9-1-1 0 0,-15-1 675 0 0,15 1-5531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8.1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3081 0 0,'-2'2'539'0'0,"0"1"0"0"0,0-1 0 0 0,0 1 0 0 0,1 0 0 0 0,-1 0 0 0 0,1 0 0 0 0,-1 0 0 0 0,1 0 0 0 0,0 0 0 0 0,0 0 0 0 0,1 0 0 0 0,-1 0 0 0 0,1 0 0 0 0,-1 1 0 0 0,1-1 0 0 0,0 0 0 0 0,0 0 0 0 0,1 1 0 0 0,0 2 0 0 0,1 9 1794 0 0,1 0 1 0 0,10 27-1 0 0,-4-17-1576 0 0,7 47 320 0 0,-3 1 1 0 0,7 128-1 0 0,7 50-882 0 0,-25-245-1222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8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69 9674 0 0,'-10'4'572'0'0,"8"-4"-367"0"0,0 1 1 0 0,1-1 0 0 0,-1 1 0 0 0,0 0-1 0 0,1-1 1 0 0,-1 1 0 0 0,0 0-1 0 0,1 0 1 0 0,-1 0 0 0 0,1 0-1 0 0,-1 0 1 0 0,1 1 0 0 0,-3 2-1 0 0,6-4 37 0 0,0 1-1 0 0,0 0 0 0 0,0-1 0 0 0,0 1 0 0 0,0-1 1 0 0,0 1-1 0 0,0-1 0 0 0,0 0 0 0 0,0 0 0 0 0,0 0 1 0 0,0 0-1 0 0,0-1 0 0 0,2 1 0 0 0,163-10 4502 0 0,85 12-3410 0 0,-42 0-1114 0 0,93-1-56 0 0,339-12-251 0 0,-581 6-305 0 0,0-2 0 0 0,59-15 1 0 0,-90 14-1867 0 0,39-16 1 0 0,-52 15-4117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48 1840 0 0,'2'-4'771'0'0,"0"0"0"0"0,1 0 0 0 0,-1 1-1 0 0,1-1 1 0 0,0 1 0 0 0,0-1-1 0 0,0 1 1 0 0,1 0 0 0 0,-1 1-1 0 0,8-6 574 0 0,-10 7-1058 0 0,-1 1 0 0 0,1-1 1 0 0,0 1-1 0 0,0-1 0 0 0,-1 1 0 0 0,1-1 1 0 0,0 1-1 0 0,0 0 0 0 0,0-1 1 0 0,0 1-1 0 0,-1 0 0 0 0,1 0 0 0 0,0 0 1 0 0,0 0-1 0 0,0 0 0 0 0,0 0 1 0 0,0 0-1 0 0,0 0 0 0 0,0 0 0 0 0,-1 0 1 0 0,1 0-1 0 0,0 0 0 0 0,0 1 1 0 0,0-1-1 0 0,0 0 0 0 0,0 1 0 0 0,1 0-36 0 0,-1 0-1 0 0,0 1 1 0 0,0-1-1 0 0,0 0 1 0 0,0 1-1 0 0,0-1 1 0 0,0 1-1 0 0,0-1 1 0 0,-1 1-1 0 0,1 0 1 0 0,-1-1-1 0 0,1 1 1 0 0,0 2 0 0 0,1 9 82 0 0,0 0 0 0 0,-1 0 0 0 0,-1 13 0 0 0,0-21-58 0 0,-5 186 952 0 0,2 83-750 0 0,5-224-431 0 0,3 0 0 0 0,2 0 0 0 0,19 71-1 0 0,-23-109-40 0 0,0-6-199 0 0,-1 1-1 0 0,0 0 1 0 0,0 0 0 0 0,-1 0-1 0 0,0 0 1 0 0,0 0-1 0 0,-1 0 1 0 0,0 0-1 0 0,0 0 1 0 0,-2 11 0 0 0,0-12-516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9.3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16 6913 0 0,'-12'-15'12060'0'0,"11"15"-11823"0"0,-11 7 3251 0 0,0 4-3685 0 0,6-4 331 0 0,-16 21 759 0 0,22-28-877 0 0,0 1-1 0 0,0-1 1 0 0,-1 0 0 0 0,1 1 0 0 0,0-1-1 0 0,0 1 1 0 0,0-1 0 0 0,0 1 0 0 0,0-1-1 0 0,0 1 1 0 0,0-1 0 0 0,0 0 0 0 0,0 1-1 0 0,0-1 1 0 0,0 1 0 0 0,0-1 0 0 0,0 1-1 0 0,0-1 1 0 0,1 1 0 0 0,-1-1 0 0 0,0 0-1 0 0,0 1 1 0 0,0-1 0 0 0,1 0 0 0 0,-1 1-1 0 0,1 0-3 0 0,0 0-1 0 0,0-1 1 0 0,0 1-1 0 0,0-1 1 0 0,0 1-1 0 0,1-1 0 0 0,-1 1 1 0 0,0-1-1 0 0,0 0 1 0 0,0 1-1 0 0,0-1 1 0 0,1 0-1 0 0,-1 0 1 0 0,1 0-1 0 0,76-3-185 0 0,-65 1 120 0 0,0 1 1 0 0,1 0 0 0 0,-1 1 0 0 0,0 0 0 0 0,1 1-1 0 0,-1 1 1 0 0,22 5 0 0 0,-34-7 42 0 0,-1 1 0 0 0,1-1 0 0 0,0 0 0 0 0,-1 0 0 0 0,1 1 0 0 0,0-1 1 0 0,-1 1-1 0 0,1-1 0 0 0,-1 0 0 0 0,1 1 0 0 0,-1-1 0 0 0,1 1 0 0 0,-1-1 0 0 0,1 1 0 0 0,-1 0 0 0 0,0-1 0 0 0,1 1 0 0 0,-1-1 0 0 0,0 1 1 0 0,1 0-1 0 0,-1-1 0 0 0,0 1 0 0 0,0 0 0 0 0,0-1 0 0 0,0 1 0 0 0,1 0 0 0 0,-1 0 0 0 0,0-1 0 0 0,0 1 0 0 0,0 0 0 0 0,0-1 0 0 0,-1 1 1 0 0,1 0-1 0 0,0-1 0 0 0,0 1 0 0 0,0 0 0 0 0,-1-1 0 0 0,1 1 0 0 0,0 0 0 0 0,0-1 0 0 0,-1 1 0 0 0,1 0 0 0 0,-1-1 0 0 0,1 1 0 0 0,0-1 1 0 0,-1 1-1 0 0,1-1 0 0 0,-1 1 0 0 0,-1 0 0 0 0,-28 29-274 0 0,26-26 260 0 0,-53 43-179 0 0,27-23 175 0 0,1 0 1 0 0,2 2 0 0 0,-24 30-1 0 0,50-56 33 0 0,0 1-1 0 0,1-1 0 0 0,-1 1 0 0 0,1-1 1 0 0,-1 1-1 0 0,1-1 0 0 0,-1 1 0 0 0,1-1 1 0 0,-1 1-1 0 0,1 0 0 0 0,0-1 0 0 0,-1 1 1 0 0,1 0-1 0 0,0 0 0 0 0,0-1 0 0 0,-1 1 1 0 0,1 0-1 0 0,0 0 0 0 0,0-1 0 0 0,0 1 0 0 0,0 0 1 0 0,0 0-1 0 0,0-1 0 0 0,0 1 0 0 0,0 0 1 0 0,0 0-1 0 0,1-1 0 0 0,-1 1 0 0 0,0 0 1 0 0,0-1-1 0 0,1 1 0 0 0,-1 0 0 0 0,0-1 1 0 0,1 1-1 0 0,-1 0 0 0 0,0-1 0 0 0,1 1 1 0 0,-1 0-1 0 0,1-1 0 0 0,-1 1 0 0 0,1-1 1 0 0,0 1-1 0 0,-1-1 0 0 0,1 0 0 0 0,0 1 0 0 0,-1-1 1 0 0,1 1-1 0 0,0-1 0 0 0,-1 0 0 0 0,1 0 1 0 0,0 1-1 0 0,-1-1 0 0 0,1 0 0 0 0,0 0 1 0 0,0 0-1 0 0,-1 0 0 0 0,1 0 0 0 0,1 0 1 0 0,9 2 13 0 0,0-1 0 0 0,1 0 0 0 0,14-1 0 0 0,-8 0-7 0 0,-8 0-18 0 0,-1 2 0 0 0,1-1 0 0 0,-1 1 0 0 0,1 1 0 0 0,-1 0 0 0 0,12 5 0 0 0,-19-8-17 0 0,0 1 0 0 0,-1 0 0 0 0,1 0 0 0 0,-1-1 0 0 0,1 1 0 0 0,-1 0 0 0 0,1 1 0 0 0,-1-1 0 0 0,0 0 0 0 0,1 0 0 0 0,-1 0 0 0 0,0 1 0 0 0,0-1 0 0 0,0 1 0 0 0,0-1 0 0 0,0 1 0 0 0,0-1 0 0 0,0 1 0 0 0,-1 0 0 0 0,1-1 0 0 0,-1 1 0 0 0,1 0 0 0 0,-1-1 0 0 0,1 1 0 0 0,-1 0 0 0 0,0 0 0 0 0,0 0 0 0 0,0-1 0 0 0,0 1 0 0 0,0 0 0 0 0,0 0 0 0 0,-1-1 1 0 0,1 1-1 0 0,-1 0 0 0 0,1 0 0 0 0,-1-1 0 0 0,1 1 0 0 0,-1 0 0 0 0,0-1 0 0 0,-1 3 0 0 0,-3 3-429 0 0,1 1 0 0 0,-1-2 0 0 0,0 1 0 0 0,-12 12 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9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1783 1 11058 0 0,'-8'22'1824'0'0,"2"1"-1"0"0,1-1 1 0 0,1 1-1 0 0,0 1 1 0 0,1 27-1 0 0,0-18-1217 0 0,0 39-126 0 0,3 0 1 0 0,4 0-1 0 0,2-1 1 0 0,4 0-1 0 0,2 0 1 0 0,44 134-1 0 0,-33-145-309 0 0,-16-45-367 0 0,-1 0-1 0 0,0 0 1 0 0,-1 1 0 0 0,-1-1 0 0 0,0 1 0 0 0,2 30-1 0 0,-6-46 185 0 0,0 1-1 0 0,0-1 1 0 0,0 0-1 0 0,0 0 1 0 0,0 0-1 0 0,1 1 0 0 0,-1-1 1 0 0,0 0-1 0 0,0 0 1 0 0,0 0-1 0 0,0 1 1 0 0,0-1-1 0 0,0 0 1 0 0,1 0-1 0 0,-1 0 0 0 0,0 0 1 0 0,0 1-1 0 0,0-1 1 0 0,1 0-1 0 0,-1 0 1 0 0,0 0-1 0 0,0 0 1 0 0,0 0-1 0 0,1 0 0 0 0,-1 0 1 0 0,0 1-1 0 0,0-1 1 0 0,0 0-1 0 0,1 0 1 0 0,-1 0-1 0 0,0 0 1 0 0,0 0-1 0 0,1 0 0 0 0,-1 0 1 0 0,0 0-1 0 0,0 0 1 0 0,1-1-1 0 0,-1 1 6 0 0,1 0-1 0 0,-1 0 1 0 0,0 0-1 0 0,1 0 1 0 0,-1 0 0 0 0,0 0-1 0 0,0 0 1 0 0,1 0-1 0 0,-1 0 1 0 0,0 0-1 0 0,1 0 1 0 0,-1 1-1 0 0,0-1 1 0 0,1 0-1 0 0,-1 0 1 0 0,0 0 0 0 0,0 0-1 0 0,1 0 1 0 0,-1 1-1 0 0,0-1 1 0 0,0 0-1 0 0,1 0 1 0 0,-1 0-1 0 0,0 1 1 0 0,0-1 0 0 0,0 0-1 0 0,1 0 1 0 0,-1 1-1 0 0,0-1 1 0 0,0 0-1 0 0,0 0 1 0 0,0 1-1 0 0,0-1 1 0 0,1 0-1 0 0,-1 1 1 0 0,0-1 0 0 0,0 1-1 0 0,0 0 8 0 0,0 0-1 0 0,0 0 1 0 0,0 0-1 0 0,0 0 1 0 0,-1 0-1 0 0,1 0 1 0 0,0 0-1 0 0,0 0 1 0 0,-1 0-1 0 0,1 0 1 0 0,-1 0-1 0 0,1 0 0 0 0,-1 0 1 0 0,1 0-1 0 0,-1 0 1 0 0,0 0-1 0 0,1 0 1 0 0,-1 0-1 0 0,0-1 1 0 0,0 1-1 0 0,0 0 1 0 0,1-1-1 0 0,-1 1 1 0 0,0 0-1 0 0,0-1 1 0 0,0 1-1 0 0,0-1 1 0 0,-1 1-1 0 0,-38 8 137 0 0,-39 0-54 0 0,0-3-1 0 0,0-4 1 0 0,0-4-1 0 0,-81-11 0 0 0,70 4-352 0 0,0 4 1 0 0,-103 9-1 0 0,-179 31-647 0 0,327-30 909 0 0,-52 4 169 0 0,16-1-87 0 0,-127 28 1 0 0,169-26 184 0 0,-63 7 0 0 0,41-15-7074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0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33 4145 0 0,'-1'0'-37'0'0,"-41"-29"15044"0"0,41 25-14422 0 0,23 17 3240 0 0,-3 7-3561 0 0,0 1 0 0 0,-1 1 0 0 0,-1 0 0 0 0,-1 2 0 0 0,19 35-1 0 0,51 135 144 0 0,-6-13-381 0 0,-74-168-322 0 0,1 0-1 0 0,1 0 0 0 0,0 0 1 0 0,1-1-1 0 0,0-1 0 0 0,1 1 0 0 0,15 12 1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1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 7370 0 0,'6'-15'6637'0'0,"-6"15"-6430"0"0,1-1 1 0 0,-1 1-1 0 0,1 0 0 0 0,-1 0 1 0 0,1 0-1 0 0,0-1 1 0 0,1 0 242 0 0,0 0 0 0 0,0 0 1 0 0,1 0-1 0 0,-1 0 0 0 0,0 1 0 0 0,0-1 1 0 0,0 1-1 0 0,1-1 0 0 0,3 1 1 0 0,-1 1-233 0 0,0 0 0 0 0,0 1 0 0 0,0 0 0 0 0,0 0 0 0 0,0 1 0 0 0,0 0 0 0 0,0-1 0 0 0,-1 1 0 0 0,1 1 0 0 0,-1-1 0 0 0,0 1 0 0 0,0 0 0 0 0,0 0 0 0 0,3 4 0 0 0,9 12 149 0 0,21 36-1 0 0,-32-48-207 0 0,57 95 541 0 0,36 55 160 0 0,-23-59-4550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1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167 129 7370 0 0,'-2'-42'454'0'0,"2"34"608"0"0,0-1-1 0 0,0 0 1 0 0,-1 0 0 0 0,0 0-1 0 0,0 0 1 0 0,-1 1-1 0 0,-4-12 1 0 0,6 20-966 0 0,0 0 1 0 0,0-1-1 0 0,0 1 1 0 0,-1 0 0 0 0,1-1-1 0 0,0 1 1 0 0,0 0-1 0 0,0-1 1 0 0,-1 1-1 0 0,1 0 1 0 0,0 0-1 0 0,-1-1 1 0 0,1 1-1 0 0,0 0 1 0 0,0 0 0 0 0,-1 0-1 0 0,1 0 1 0 0,0-1-1 0 0,-1 1 1 0 0,1 0-1 0 0,0 0 1 0 0,-1 0-1 0 0,1 0 1 0 0,0 0-1 0 0,-1 0 1 0 0,1 0 0 0 0,-1 0-1 0 0,1 0 1 0 0,0 0-1 0 0,-1 0 1 0 0,1 0-1 0 0,0 0 1 0 0,-1 0-1 0 0,1 0 1 0 0,-1 0-1 0 0,-14 11 1599 0 0,-8 20-559 0 0,22-30-1019 0 0,-14 21 73 0 0,0 0 0 0 0,2 1 0 0 0,1 0 0 0 0,1 1 1 0 0,1 0-1 0 0,1 1 0 0 0,-7 30 0 0 0,16-53-164 0 0,-1 0 1 0 0,1 0-1 0 0,-1 1 0 0 0,1-1 0 0 0,0 0 0 0 0,0 0 0 0 0,0 0 0 0 0,0 0 1 0 0,0 0-1 0 0,1 0 0 0 0,-1 1 0 0 0,1-1 0 0 0,-1 0 0 0 0,1 0 1 0 0,0 0-1 0 0,-1 0 0 0 0,1 0 0 0 0,0 0 0 0 0,1-1 0 0 0,-1 1 1 0 0,0 0-1 0 0,0 0 0 0 0,3 1 0 0 0,-1-1 14 0 0,-1-1-1 0 0,1 1 1 0 0,0-1 0 0 0,0 0 0 0 0,0 0-1 0 0,0 0 1 0 0,-1 0 0 0 0,1-1-1 0 0,1 1 1 0 0,-1-1 0 0 0,0 1-1 0 0,0-1 1 0 0,0 0 0 0 0,4-1-1 0 0,10-1 129 0 0,-1-1 0 0 0,1-1 0 0 0,-1-1 0 0 0,26-10 0 0 0,7-8-18 0 0,67-43 0 0 0,-32 17-1043 0 0,-49 30 151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1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 4609 0 0,'-20'9'15347'0'0,"38"5"-14041"0"0,-9-6-1183 0 0,0 0-1 0 0,0 1 1 0 0,-1 0 0 0 0,0 0-1 0 0,-1 1 1 0 0,0 0 0 0 0,0 1 0 0 0,-1-1-1 0 0,0 1 1 0 0,-1 1 0 0 0,7 22-1 0 0,-3 1 501 0 0,-2 1-1 0 0,5 59 0 0 0,-3-20-322 0 0,-8-69-299 0 0,0 0-1 0 0,0-1 1 0 0,1 1 0 0 0,0-1-1 0 0,0 1 1 0 0,0-1-1 0 0,0 1 1 0 0,1-1-1 0 0,6 9 1 0 0,-8-13-2 0 0,0 0 1 0 0,0 0-1 0 0,0 0 1 0 0,0 0-1 0 0,0 0 1 0 0,0 0-1 0 0,0 0 0 0 0,0-1 1 0 0,1 1-1 0 0,-1 0 1 0 0,0-1-1 0 0,1 1 1 0 0,-1-1-1 0 0,0 0 1 0 0,1 1-1 0 0,-1-1 0 0 0,3 1 1 0 0,-2-2-2 0 0,1 1 0 0 0,-1 0-1 0 0,0-1 1 0 0,0 0 0 0 0,0 1 0 0 0,0-1 0 0 0,0 0 0 0 0,0 0 0 0 0,0 0-1 0 0,0 0 1 0 0,0 0 0 0 0,-1 0 0 0 0,1-1 0 0 0,0 1 0 0 0,1-3 0 0 0,31-29-800 0 0,-13 12-657 0 0,1 1 0 0 0,29-20 0 0 0,-22 18-1884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2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1 2761 0 0,'-29'12'3797'0'0,"24"-11"-2637"0"0,1 0 0 0 0,-1 1 0 0 0,1 0 0 0 0,0 0 1 0 0,0 0-1 0 0,0 0 0 0 0,0 0 0 0 0,0 1 0 0 0,0 0 0 0 0,-4 4 0 0 0,21 9 2816 0 0,1 0-3354 0 0,-8-5-395 0 0,-1 0 0 0 0,-1 1 0 0 0,1-1 0 0 0,-2 1 0 0 0,1 0 0 0 0,-2 0 0 0 0,3 20 0 0 0,-3 7 120 0 0,-3 43 1 0 0,0-55-859 0 0,0-1 1 0 0,2 1-1 0 0,1 0 0 0 0,7 34 0 0 0,-5-45-270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2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 9674 0 0,'3'-12'12863'0'0,"13"51"-12083"0"0,-1 1 0 0 0,-3 1 0 0 0,15 78 0 0 0,15 55-2152 0 0,-37-162 95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2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57 4609 0 0,'-3'-23'148'0'0,"2"21"384"0"0,0-1 1 0 0,1 1-1 0 0,-1-1 1 0 0,0 1-1 0 0,-1-1 1 0 0,1 1-1 0 0,0 0 1 0 0,-1 0-1 0 0,-2-4 1 0 0,3 5-323 0 0,1 1 0 0 0,-1-1-1 0 0,1 1 1 0 0,-1-1 0 0 0,0 1 0 0 0,1-1 0 0 0,-1 1 0 0 0,0 0-1 0 0,1-1 1 0 0,-1 1 0 0 0,0 0 0 0 0,1 0 0 0 0,-1-1 0 0 0,0 1 0 0 0,0 0-1 0 0,1 0 1 0 0,-1 0 0 0 0,0 0 0 0 0,0 0 0 0 0,1 0 0 0 0,-1 0-1 0 0,0 0 1 0 0,0 0 0 0 0,0 1 0 0 0,-1-1-51 0 0,0 1 0 0 0,0 0 1 0 0,1 0-1 0 0,-1 1 0 0 0,1-1 0 0 0,-1 0 1 0 0,1 1-1 0 0,-1-1 0 0 0,1 0 0 0 0,0 1 0 0 0,0 0 1 0 0,-1-1-1 0 0,0 4 0 0 0,-5 7 206 0 0,1 1-1 0 0,1-1 1 0 0,0 1-1 0 0,1 0 1 0 0,0 0-1 0 0,1 1 1 0 0,0-1-1 0 0,1 1 1 0 0,1-1-1 0 0,0 1 1 0 0,1 0-1 0 0,1 0 1 0 0,0-1-1 0 0,0 1 1 0 0,5 16-1 0 0,-5-27-309 0 0,0-1 0 0 0,0 1 0 0 0,0-1 0 0 0,0 1 0 0 0,0-1 0 0 0,0 1 0 0 0,1-1 0 0 0,-1 0 0 0 0,1 0 0 0 0,0 0 0 0 0,-1 1 0 0 0,1-2 0 0 0,0 1 0 0 0,0 0 0 0 0,1 0 0 0 0,-1-1 0 0 0,0 1 0 0 0,0-1 0 0 0,1 1 0 0 0,-1-1 0 0 0,1 0 0 0 0,-1 0 0 0 0,1 0 0 0 0,4 0 0 0 0,-3 0-175 0 0,0-1 0 0 0,-1 0 0 0 0,1 0 0 0 0,0 0 0 0 0,0-1 0 0 0,-1 1 0 0 0,6-2 0 0 0,27-13-6251 0 0,-15 3-1116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3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277 194 2761 0 0,'-11'0'213'0'0,"0"0"1"0"0,0 1-1 0 0,0 1 1 0 0,0 0-1 0 0,0 0 0 0 0,0 1 1 0 0,-17 7-1 0 0,6-3 105 0 0,-35 13 670 0 0,1-2 1646 0 0,19-7 2285 0 0,77-16 1174 0 0,36 7-4633 0 0,-2 0-863 0 0,188-23 748 0 0,10 0-1071 0 0,-220 19-257 0 0,389-18 136 0 0,-330 10-280 0 0,212-50 1 0 0,-255 43-314 0 0,-1-3 0 0 0,116-51 0 0 0,-174 65-965 0 0,-8 2 75 0 0,-20 1-1055 0 0,-31 7-905 0 0,-18 10 8405 0 0,72 13-3545 0 0,-4-23-1015 0 0,2 10-219 0 0,0-1 0 0 0,0 1 0 0 0,2-1 0 0 0,0 1 0 0 0,0-1 0 0 0,7 14 0 0 0,-8-22-312 0 0,-1-1 0 0 0,1 1-1 0 0,0-1 1 0 0,0 0-1 0 0,0 1 1 0 0,1-1 0 0 0,0-1-1 0 0,-1 1 1 0 0,1 0-1 0 0,1-1 1 0 0,-1 0 0 0 0,0 0-1 0 0,1 0 1 0 0,-1-1 0 0 0,1 1-1 0 0,0-1 1 0 0,0 0-1 0 0,0-1 1 0 0,7 2 0 0 0,-8-2-5 0 0,-1-1 0 0 0,0 1 1 0 0,1-1-1 0 0,-1 0 1 0 0,0-1-1 0 0,1 1 0 0 0,-1 0 1 0 0,1-1-1 0 0,-1 0 1 0 0,0 0-1 0 0,0 0 0 0 0,1 0 1 0 0,-1 0-1 0 0,0-1 1 0 0,0 1-1 0 0,0-1 0 0 0,0 0 1 0 0,-1 0-1 0 0,1 0 1 0 0,0 0-1 0 0,-1-1 0 0 0,0 1 1 0 0,1-1-1 0 0,-1 1 1 0 0,0-1-1 0 0,0 0 0 0 0,0 0 1 0 0,-1 0-1 0 0,1 0 0 0 0,-1 0 1 0 0,0 0-1 0 0,2-5 1 0 0,-1 1-11 0 0,1 0 0 0 0,-1-1 0 0 0,0 1 1 0 0,-1-1-1 0 0,0 0 0 0 0,0 0 0 0 0,-1 1 1 0 0,0-1-1 0 0,0 0 0 0 0,-1 0 0 0 0,1 1 1 0 0,-2-1-1 0 0,-2-9 0 0 0,2 10 4 0 0,-1 1 0 0 0,-1-1 0 0 0,1 1-1 0 0,-1-1 1 0 0,0 1 0 0 0,-7-8 0 0 0,11 13-8 0 0,-1 1 1 0 0,1-1 0 0 0,-1 0 0 0 0,0 0-1 0 0,0 0 1 0 0,1 1 0 0 0,-1-1-1 0 0,0 0 1 0 0,0 1 0 0 0,0-1-1 0 0,0 1 1 0 0,0-1 0 0 0,0 1 0 0 0,1-1-1 0 0,-1 1 1 0 0,0 0 0 0 0,0 0-1 0 0,-1-1 1 0 0,1 1 0 0 0,0 0 0 0 0,0 0-1 0 0,0 0 1 0 0,0 0 0 0 0,0 0-1 0 0,0 0 1 0 0,0 0 0 0 0,0 1 0 0 0,0-1-1 0 0,0 0 1 0 0,0 0 0 0 0,0 1-1 0 0,0-1 1 0 0,0 1 0 0 0,0-1 0 0 0,0 1-1 0 0,1-1 1 0 0,-1 1 0 0 0,0-1-1 0 0,0 1 1 0 0,0 0 0 0 0,1 0-1 0 0,-1-1 1 0 0,0 1 0 0 0,1 0 0 0 0,-1 0-1 0 0,0 0 1 0 0,1 0 0 0 0,0 0-1 0 0,-1 0 1 0 0,1 0 0 0 0,-1 0 0 0 0,1 1-1 0 0,-6 10 11 0 0,1 0-1 0 0,0 1 0 0 0,1-1 1 0 0,1 1-1 0 0,0 0 0 0 0,1 0 1 0 0,0 0-1 0 0,1 0 1 0 0,0 0-1 0 0,1 0 0 0 0,1 0 1 0 0,0 0-1 0 0,1 0 1 0 0,0 0-1 0 0,1 0 0 0 0,7 22 1 0 0,4-14-245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4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163 278 5529 0 0,'-40'-9'978'0'0,"26"6"-724"0"0,0 0-1 0 0,-22-3 1 0 0,33 6 24 0 0,-1 0 0 0 0,1 0 0 0 0,-1 0 0 0 0,1 0 0 0 0,-1 1 0 0 0,1-1 0 0 0,-1 1-1 0 0,1 0 1 0 0,-1 0 0 0 0,1 0 0 0 0,0 1 0 0 0,-1-1 0 0 0,1 1 0 0 0,0 0 0 0 0,-5 7 3793 0 0,9-8-4003 0 0,10 0 1472 0 0,18-4-876 0 0,-28 3-490 0 0,286-54 2591 0 0,15-2-2382 0 0,170 22 77 0 0,3 30-365 0 0,173-8-1017 0 0,-637 11 940 0 0,63-5 337 0 0,-67 5-277 0 0,-1 0-1 0 0,0-1 0 0 0,0 1 1 0 0,0-1-1 0 0,0-1 1 0 0,0 1-1 0 0,0-1 0 0 0,10-6 1 0 0,-16 9-82 0 0,0 0 1 0 0,1 0-1 0 0,-1-1 0 0 0,0 1 1 0 0,0 0-1 0 0,1 0 1 0 0,-1 0-1 0 0,0 0 1 0 0,0-1-1 0 0,0 1 0 0 0,0 0 1 0 0,1 0-1 0 0,-1 0 1 0 0,0-1-1 0 0,0 1 1 0 0,0 0-1 0 0,0 0 1 0 0,0-1-1 0 0,0 1 0 0 0,0 0 1 0 0,0 0-1 0 0,1-1 1 0 0,-1 1-1 0 0,0 0 1 0 0,0-1-1 0 0,0 1 1 0 0,0 0-1 0 0,0 0 0 0 0,0-1 1 0 0,-1 1-1 0 0,1 0 1 0 0,0 0-1 0 0,0-1 1 0 0,0 1-1 0 0,0 0 0 0 0,0 0 1 0 0,0-1-1 0 0,0 1 1 0 0,0 0-1 0 0,-1 0 1 0 0,1-1-1 0 0,0 1 1 0 0,0 0-1 0 0,0 0 0 0 0,-1-1 1 0 0,-16-7-465 0 0,-21-2-937 0 0,-4-1-775 0 0,35 8 1700 0 0,0 0 1 0 0,-1 1-1 0 0,0 0 0 0 0,1 1 0 0 0,-1-1 0 0 0,0 1 1 0 0,0 1-1 0 0,0 0 0 0 0,1 0 0 0 0,-1 0 0 0 0,-10 2 1 0 0,16 0 839 0 0,0-1 0 0 0,0 1 0 0 0,0-1 0 0 0,1 1 0 0 0,-1 0 0 0 0,0 0 0 0 0,1 0 0 0 0,-1 0 0 0 0,1 0 0 0 0,-1 0 0 0 0,1 0 0 0 0,0 0 0 0 0,0 0 0 0 0,0 1 0 0 0,0-1 0 0 0,1 0 0 0 0,-1 1 0 0 0,0-1 0 0 0,1 1 0 0 0,0-1 1 0 0,-1 6-1 0 0,0 4 373 0 0,1 0 0 0 0,0 0 0 0 0,1 14 0 0 0,0-21-705 0 0,-1 0 0 0 0,1 0 1 0 0,0-1-1 0 0,1 1 1 0 0,-1 0-1 0 0,1-1 1 0 0,0 1-1 0 0,0-1 1 0 0,0 1-1 0 0,1-1 1 0 0,-1 0-1 0 0,1 0 0 0 0,0 0 1 0 0,1 0-1 0 0,-1-1 1 0 0,0 1-1 0 0,6 3 1 0 0,-6-5-13 0 0,0-1 0 0 0,0 1 0 0 0,-1-1 0 0 0,1 0 0 0 0,0 0 0 0 0,0 0 0 0 0,0 0 0 0 0,0-1 0 0 0,0 1 0 0 0,0-1 0 0 0,1 0 0 0 0,-1 0 0 0 0,0 0 0 0 0,0 0 0 0 0,0-1 0 0 0,0 1 0 0 0,0-1 1 0 0,0 1-1 0 0,0-1 0 0 0,0 0 0 0 0,0 0 0 0 0,-1-1 0 0 0,1 1 0 0 0,0-1 0 0 0,0 1 0 0 0,-1-1 0 0 0,1 0 0 0 0,2-3 0 0 0,0 2-15 0 0,-1-1 1 0 0,-1 0-1 0 0,1-1 0 0 0,-1 1 1 0 0,1 0-1 0 0,-1-1 0 0 0,0 0 1 0 0,-1 0-1 0 0,1 0 1 0 0,-1 0-1 0 0,0 0 0 0 0,0 0 1 0 0,-1-1-1 0 0,1 1 0 0 0,-1 0 1 0 0,0-1-1 0 0,-1 1 0 0 0,0-12 1 0 0,0 11-9 0 0,0 0 1 0 0,-1-1 0 0 0,0 1-1 0 0,0-1 1 0 0,0 1-1 0 0,-1 0 1 0 0,0 0 0 0 0,0 0-1 0 0,-1 0 1 0 0,1 0 0 0 0,-1 0-1 0 0,-1 1 1 0 0,1 0-1 0 0,-1-1 1 0 0,0 1 0 0 0,-7-6-1 0 0,11 10 6 0 0,-1 0-1 0 0,0 0 0 0 0,0 1 1 0 0,0-1-1 0 0,0 0 0 0 0,0 1 1 0 0,0-1-1 0 0,0 0 0 0 0,0 1 0 0 0,0 0 1 0 0,0-1-1 0 0,0 1 0 0 0,-1 0 1 0 0,1-1-1 0 0,0 1 0 0 0,0 0 1 0 0,0 0-1 0 0,0 0 0 0 0,-1 0 1 0 0,1 0-1 0 0,0 0 0 0 0,-2 1 1 0 0,1 0-1 0 0,-1 0 0 0 0,1 0 0 0 0,0 0 0 0 0,0 0 1 0 0,0 0-1 0 0,0 1 0 0 0,1-1 0 0 0,-1 1 0 0 0,0-1 1 0 0,0 1-1 0 0,-1 2 0 0 0,-5 7-46 0 0,1 0 0 0 0,0 0 1 0 0,-8 18-1 0 0,8-16-93 0 0,-1 4-264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6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14283 0 0,'-1'1'277'0'0,"1"0"0"0"0,-1-1 0 0 0,0 1 0 0 0,1 0 0 0 0,-1 0 0 0 0,1-1 1 0 0,-1 1-1 0 0,1 0 0 0 0,-1 0 0 0 0,1 0 0 0 0,0 0 0 0 0,-1 0 0 0 0,1 0 0 0 0,0 0 0 0 0,0-1 0 0 0,0 1 0 0 0,0 0 0 0 0,0 0 0 0 0,0 0 0 0 0,0 0 0 0 0,0 2 1 0 0,1 26 305 0 0,0-24-142 0 0,17 157 1497 0 0,-2-26-2376 0 0,-12-44-5461 0 0,-4-73-1415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6.6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43 7834 0 0,'-3'-4'5218'0'0,"2"4"-5132"0"0,17-10 2828 0 0,26-8-583 0 0,-28 15-1797 0 0,0 0 1 0 0,-1 1 0 0 0,1 1 0 0 0,0 0 0 0 0,24 2 0 0 0,-32-1-442 0 0,0 1 0 0 0,0-1 0 0 0,1 2 0 0 0,-1-1 0 0 0,0 1 0 0 0,-1-1 0 0 0,1 2 0 0 0,0-1 0 0 0,0 1 0 0 0,-1 0 0 0 0,0 0 0 0 0,1 0 0 0 0,-1 1 0 0 0,0-1 0 0 0,4 6 0 0 0,-6-5-94 0 0,-1-1 1 0 0,0 1-1 0 0,0 0 0 0 0,0 0 1 0 0,-1 0-1 0 0,1 0 1 0 0,-1 0-1 0 0,0 0 1 0 0,-1 1-1 0 0,1-1 1 0 0,0 0-1 0 0,-1 1 1 0 0,0-1-1 0 0,0 0 1 0 0,-1 0-1 0 0,1 1 0 0 0,-1-1 1 0 0,0 0-1 0 0,0 0 1 0 0,0 0-1 0 0,0 0 1 0 0,-5 8-1 0 0,-2 7-54 0 0,0-1 0 0 0,-2-1 0 0 0,-17 25 1 0 0,17-30 48 0 0,7-8-3 0 0,0-1 0 0 0,0 0 1 0 0,0 1-1 0 0,0-1 0 0 0,1 1 0 0 0,0 0 0 0 0,0 0 0 0 0,0 0 0 0 0,-2 4 0 0 0,7-8-34 0 0,0 0 0 0 0,0 0 1 0 0,0 0-1 0 0,0-1 0 0 0,0 0 1 0 0,0 1-1 0 0,0-1 0 0 0,0 0 1 0 0,0-1-1 0 0,-1 1 0 0 0,4-2 1 0 0,-1 1-18 0 0,10-3 6 0 0,0 0 0 0 0,1 1 1 0 0,0 0-1 0 0,0 2 0 0 0,0-1 0 0 0,32 2 1 0 0,-39 1 30 0 0,0 0 1 0 0,1 1 0 0 0,-1 1 0 0 0,0 0-1 0 0,0 0 1 0 0,0 0 0 0 0,-1 1-1 0 0,1 1 1 0 0,-1 0 0 0 0,1 0-1 0 0,-1 0 1 0 0,0 1 0 0 0,12 10 0 0 0,-17-13 41 0 0,0 1 0 0 0,0 0 1 0 0,0 1-1 0 0,-1-1 0 0 0,1 0 0 0 0,-1 1 1 0 0,0-1-1 0 0,0 1 0 0 0,0 0 1 0 0,0-1-1 0 0,0 1 0 0 0,-1 0 1 0 0,0 0-1 0 0,0 0 0 0 0,0 0 1 0 0,0 5-1 0 0,-1-2 55 0 0,0-1-1 0 0,0 1 1 0 0,-1-1-1 0 0,0 1 1 0 0,0-1-1 0 0,-1 0 1 0 0,0 1 0 0 0,0-1-1 0 0,-5 10 1 0 0,2-5 46 0 0,-2 0 0 0 0,0 0 0 0 0,0 0 0 0 0,-1-1 0 0 0,0 0 0 0 0,-1 0 0 0 0,0-1 0 0 0,0 0 0 0 0,-21 14 0 0 0,22-18-244 0 0,-1 0 0 0 0,0 0 0 0 0,0-1 1 0 0,0 0-1 0 0,0-1 0 0 0,0 0 0 0 0,-1 0 0 0 0,-16 2 0 0 0,6-4-7947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0.1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48 189 2304 0 0,'-1'1'212'0'0,"0"0"-1"0"0,0-1 1 0 0,0 0-1 0 0,0 1 1 0 0,0-1-1 0 0,0 1 1 0 0,0-1-1 0 0,0 0 1 0 0,0 0-1 0 0,-1 0 0 0 0,1 0 1 0 0,0 0-1 0 0,0 0 1 0 0,0 0-1 0 0,0 0 1 0 0,0 0-1 0 0,0 0 1 0 0,0 0-1 0 0,0-1 0 0 0,0 1 1 0 0,0 0-1 0 0,0-1 1 0 0,0 1-1 0 0,-2-2 1 0 0,2 1 135 0 0,-1-1 1 0 0,1 1-1 0 0,-1-1 1 0 0,1 1-1 0 0,0-1 1 0 0,0 0-1 0 0,0 1 1 0 0,0-1-1 0 0,0 0 1 0 0,0 0-1 0 0,0 0 1 0 0,0-3-1 0 0,-1 0 302 0 0,1-1 0 0 0,1 1-1 0 0,-1 0 1 0 0,0 0-1 0 0,1-1 1 0 0,0 1-1 0 0,1-1 1 0 0,-1 1 0 0 0,1 0-1 0 0,1-7 1 0 0,1 7-416 0 0,0 0 1 0 0,0 0-1 0 0,0 0 1 0 0,1 0-1 0 0,0 1 1 0 0,0-1-1 0 0,0 1 1 0 0,0 0-1 0 0,1 0 1 0 0,-1 1-1 0 0,1-1 1 0 0,0 1-1 0 0,9-5 1 0 0,-1 2-182 0 0,-1 0 0 0 0,1 1 0 0 0,0 0 1 0 0,24-5-1 0 0,-34 9-50 0 0,1 0 0 0 0,-1 1 0 0 0,0 0 0 0 0,1-1 1 0 0,-1 1-1 0 0,0 0 0 0 0,1 1 0 0 0,-1-1 0 0 0,0 1 0 0 0,0-1 1 0 0,1 1-1 0 0,-1 0 0 0 0,0 0 0 0 0,0 0 0 0 0,0 1 0 0 0,0-1 1 0 0,0 1-1 0 0,3 2 0 0 0,-2-1-2 0 0,-1 0 0 0 0,0 0-1 0 0,-1 0 1 0 0,1 1 0 0 0,0-1 0 0 0,-1 1 0 0 0,0 0 0 0 0,0-1 0 0 0,0 1-1 0 0,0 0 1 0 0,-1 0 0 0 0,2 6 0 0 0,0 6-77 0 0,0-1 1 0 0,-1 1 0 0 0,-1 0-1 0 0,-1-1 1 0 0,0 1-1 0 0,-4 23 1 0 0,-2-2-642 0 0,-3 0 0 0 0,-19 53 1 0 0,17-58 341 0 0,1 1 1 0 0,2 0 0 0 0,-7 46 0 0 0,15-76 492 0 0,0-1-1 0 0,0 1 1 0 0,0-1 0 0 0,0 1 0 0 0,1-1 0 0 0,-1 0 0 0 0,1 1 0 0 0,-1-1 0 0 0,1 1 0 0 0,0-1-1 0 0,0 0 1 0 0,0 0 0 0 0,0 1 0 0 0,0-1 0 0 0,0 0 0 0 0,1 0 0 0 0,-1 0 0 0 0,1 0-1 0 0,0-1 1 0 0,-1 1 0 0 0,1 0 0 0 0,0-1 0 0 0,0 1 0 0 0,0-1 0 0 0,0 1 0 0 0,0-1 0 0 0,0 0-1 0 0,1 0 1 0 0,-1 0 0 0 0,0 0 0 0 0,0 0 0 0 0,4 0 0 0 0,8 2 61 0 0,0 0 1 0 0,1-1 0 0 0,-1 0-1 0 0,20-1 1 0 0,-15-1-28 0 0,131-4 636 0 0,-86-2-5291 0 0,-45 4 1605 0 0,2 1-4375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0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624 211 5065 0 0,'-15'-50'1795'0'0,"12"36"-1132"0"0,0 1 0 0 0,-1-1-1 0 0,-1 1 1 0 0,0 0 0 0 0,0 1 0 0 0,-2-1 0 0 0,1 1 0 0 0,-2 1-1 0 0,-10-15 1 0 0,16 24-434 0 0,-1 0 0 0 0,0 0 0 0 0,0 0 0 0 0,0 0 0 0 0,-1 1 0 0 0,1-1-1 0 0,0 1 1 0 0,0 0 0 0 0,-1 0 0 0 0,1 0 0 0 0,-1 0 0 0 0,1 1 0 0 0,-1-1 0 0 0,1 1 0 0 0,-1 0-1 0 0,0 0 1 0 0,1 0 0 0 0,-1 0 0 0 0,1 1 0 0 0,-1 0 0 0 0,1-1 0 0 0,-1 1 0 0 0,1 1 0 0 0,0-1-1 0 0,-6 3 1 0 0,-7 3 256 0 0,1 1 0 0 0,0 0 0 0 0,-28 21 0 0 0,16-7-403 0 0,1 2 0 0 0,0 1-1 0 0,2 1 1 0 0,2 2 0 0 0,0 0 0 0 0,2 1-1 0 0,0 1 1 0 0,3 0 0 0 0,-15 34 0 0 0,6 2-114 0 0,3 1-1 0 0,3 1 1 0 0,3 0 0 0 0,2 1 0 0 0,4 1 0 0 0,-2 84-1 0 0,11-122-14 0 0,2 0-1 0 0,1 0 0 0 0,1 0 1 0 0,2 0-1 0 0,10 35 0 0 0,-10-51 24 0 0,1 1-1 0 0,1-1 1 0 0,1-1 0 0 0,0 1-1 0 0,1-1 1 0 0,0-1 0 0 0,2 1-1 0 0,-1-1 1 0 0,2-1-1 0 0,0 0 1 0 0,16 15 0 0 0,-2-7 78 0 0,0 0 0 0 0,2-2 0 0 0,0-1 1 0 0,1-2-1 0 0,1 0 0 0 0,0-2 1 0 0,1-1-1 0 0,0-1 0 0 0,1-2 1 0 0,1-1-1 0 0,-1-2 0 0 0,1-1 1 0 0,1-1-1 0 0,-1-2 0 0 0,0-1 1 0 0,1-1-1 0 0,60-8 0 0 0,-58 2 94 0 0,-2-1 0 0 0,1-2 0 0 0,-1-1 0 0 0,0-2 0 0 0,-1-1 0 0 0,0-1 0 0 0,-1-2 0 0 0,-1-1 0 0 0,51-36 0 0 0,-62 37-121 0 0,1 0 0 0 0,-2-2 1 0 0,0 0-1 0 0,-1-1 0 0 0,-1 0 0 0 0,-1-2 1 0 0,0 1-1 0 0,-2-2 0 0 0,0 0 0 0 0,-1-1 1 0 0,-2 0-1 0 0,0 0 0 0 0,-1-1 0 0 0,8-35 1 0 0,-13 32-21 0 0,0 0 0 0 0,-3-1 0 0 0,0 1 0 0 0,-1 0 0 0 0,-2 0 0 0 0,0 0 1 0 0,-2 0-1 0 0,-1 0 0 0 0,-1 0 0 0 0,-18-47 0 0 0,-6-1 93 0 0,-4 1 0 0 0,-54-85 0 0 0,63 116-38 0 0,-2 1 0 0 0,-1 1-1 0 0,-2 2 1 0 0,-2 1 0 0 0,-37-33-1 0 0,52 55-97 0 0,-1 1 0 0 0,0 1 0 0 0,-1 0-1 0 0,0 2 1 0 0,-33-15 0 0 0,38 21-72 0 0,1 0 1 0 0,-1 1-1 0 0,-1 0 1 0 0,1 1-1 0 0,0 1 1 0 0,-1 0-1 0 0,1 1 0 0 0,-1 0 1 0 0,-21 3-1 0 0,-7 7-1896 0 0,5 8-5855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1.3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174 51 21661 0 0,'-1'-2'-7'0'0,"1"-1"1"0"0,-1 0 0 0 0,0 1 0 0 0,0-1 0 0 0,-1 0 0 0 0,1 1-1 0 0,0 0 1 0 0,-1-1 0 0 0,0 1 0 0 0,0 0 0 0 0,1 0-1 0 0,-1 0 1 0 0,0 0 0 0 0,-1 0 0 0 0,1 0 0 0 0,0 0 0 0 0,0 1-1 0 0,-1-1 1 0 0,1 1 0 0 0,-1 0 0 0 0,1-1 0 0 0,-1 1-1 0 0,0 0 1 0 0,1 1 0 0 0,-1-1 0 0 0,0 0 0 0 0,0 1 0 0 0,0 0-1 0 0,1-1 1 0 0,-1 1 0 0 0,0 0 0 0 0,0 1 0 0 0,0-1-1 0 0,0 0 1 0 0,1 1 0 0 0,-1 0 0 0 0,-3 1 0 0 0,-21 15 2056 0 0,21-11-2050 0 0,0 1 0 0 0,1 0 1 0 0,0 0-1 0 0,0 0 1 0 0,1 1-1 0 0,0-1 1 0 0,0 1-1 0 0,1 0 0 0 0,0 0 1 0 0,1 1-1 0 0,-1-1 1 0 0,1 0-1 0 0,-1 13 0 0 0,0 9 4 0 0,1 0 0 0 0,2 45 0 0 0,2-28-69 0 0,3 1 1 0 0,18 82-1 0 0,-20-113 42 0 0,2-1 1 0 0,0 0-1 0 0,1-1 1 0 0,1 1-1 0 0,0-1 1 0 0,1-1-1 0 0,1 1 1 0 0,0-1-1 0 0,1-1 1 0 0,1 0-1 0 0,17 17 1 0 0,-22-24-21 0 0,1-1 0 0 0,0 0-1 0 0,1 0 1 0 0,-1 0 0 0 0,1-1 0 0 0,0-1 0 0 0,0 1 0 0 0,0-1 0 0 0,1-1-1 0 0,-1 1 1 0 0,1-2 0 0 0,-1 1 0 0 0,1-1 0 0 0,0 0 0 0 0,-1-1 0 0 0,1 0-1 0 0,0 0 1 0 0,0-1 0 0 0,-1 0 0 0 0,1-1 0 0 0,-1 1 0 0 0,14-6 0 0 0,-15 4 44 0 0,0 1 0 0 0,0-2 0 0 0,0 1 1 0 0,-1-1-1 0 0,1 0 0 0 0,-1 0 1 0 0,0-1-1 0 0,0 0 0 0 0,-1 0 0 0 0,1 0 1 0 0,-1-1-1 0 0,0 1 0 0 0,-1-1 1 0 0,1-1-1 0 0,-1 1 0 0 0,-1-1 0 0 0,1 1 1 0 0,-1-1-1 0 0,0 0 0 0 0,0 0 1 0 0,-1 0-1 0 0,0-1 0 0 0,0 1 1 0 0,-1-1-1 0 0,0 1 0 0 0,0-9 0 0 0,-1-1 107 0 0,0 0 0 0 0,-1 0 0 0 0,-1 1 0 0 0,-1-1 1 0 0,0 1-1 0 0,-2 0 0 0 0,1-1 0 0 0,-9-16 0 0 0,29 91 221 0 0,-9-44-328 0 0,1 0 1 0 0,0 0-1 0 0,0-1 0 0 0,1 0 0 0 0,1-1 1 0 0,0 0-1 0 0,1-1 0 0 0,1 0 0 0 0,-1 0 1 0 0,1-1-1 0 0,1-1 0 0 0,23 14 0 0 0,-28-19 42 0 0,-1 0 0 0 0,1-1 1 0 0,0 1-1 0 0,0-2 0 0 0,0 1 0 0 0,0-1 0 0 0,0 0 0 0 0,0-1 0 0 0,1 0 0 0 0,-1 0 0 0 0,1-1 0 0 0,-1 0 0 0 0,0 0 0 0 0,1-1 0 0 0,-1 0 0 0 0,1-1 1 0 0,-1 0-1 0 0,0 0 0 0 0,0-1 0 0 0,0 0 0 0 0,0 0 0 0 0,-1-1 0 0 0,1 0 0 0 0,-1 0 0 0 0,9-7 0 0 0,-8 4 41 0 0,0-1 0 0 0,-1 1 0 0 0,0-2 1 0 0,0 1-1 0 0,-1-1 0 0 0,0 0 0 0 0,-1 0 0 0 0,0-1 0 0 0,0 0 0 0 0,-1 0 0 0 0,0 0 0 0 0,-1 0 0 0 0,0-1 0 0 0,0 1 0 0 0,-1-1 1 0 0,-1 0-1 0 0,0 1 0 0 0,0-1 0 0 0,-1 0 0 0 0,0 0 0 0 0,-1 0 0 0 0,-3-11 0 0 0,2 10-146 0 0,0-1 0 0 0,-1 1 0 0 0,-1 1 0 0 0,0-1-1 0 0,0 1 1 0 0,-1-1 0 0 0,-1 1 0 0 0,-11-17 0 0 0,12 21-239 0 0,-1 0 0 0 0,1 0 0 0 0,-1 1 0 0 0,-1-1 0 0 0,1 2-1 0 0,-1-1 1 0 0,0 1 0 0 0,-1 0 0 0 0,1 0 0 0 0,-1 1 0 0 0,0 0 0 0 0,-13-5 0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1.7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0 6913 0 0,'-4'13'9854'0'0,"5"-12"-9586"0"0,7 11 1078 0 0,22 54 2627 0 0,3 38-2974 0 0,-3-8-976 0 0,-30-96-34 0 0,0 0 0 0 0,0 0 0 0 0,0-1 0 0 0,0 1 1 0 0,0 0-1 0 0,0 0 0 0 0,0 0 0 0 0,0 0 1 0 0,0 0-1 0 0,1-1 0 0 0,-1 1 0 0 0,0 0 0 0 0,0 0 1 0 0,0 0-1 0 0,0 0 0 0 0,0 0 0 0 0,0 0 0 0 0,0 0 1 0 0,0-1-1 0 0,1 1 0 0 0,-1 0 0 0 0,0 0 0 0 0,0 0 1 0 0,0 0-1 0 0,0 0 0 0 0,0 0 0 0 0,0 0 0 0 0,1 0 1 0 0,-1 0-1 0 0,0 0 0 0 0,0 0 0 0 0,0 0 0 0 0,0 0 1 0 0,1 0-1 0 0,-1 0 0 0 0,0 0 0 0 0,0 0 1 0 0,0 0-1 0 0,0 0 0 0 0,0 0 0 0 0,1 0 0 0 0,-1 0 1 0 0,0 0-1 0 0,0 0 0 0 0,0 0 0 0 0,0 0 0 0 0,0 0 1 0 0,1 0-1 0 0,-1 0 0 0 0,0 0 0 0 0,0 1 0 0 0,0-1 1 0 0,0 0-1 0 0,0 0 0 0 0,0 0 0 0 0,0 0 0 0 0,0 0 1 0 0,1 0-1 0 0,-1 1 0 0 0,0-1 0 0 0,0 0 1 0 0,0 0-1 0 0,0 0 0 0 0,0 0 0 0 0,0 0 0 0 0,0 1 1 0 0,0-1-1 0 0,0 0 0 0 0,0 0 0 0 0,8-20-375 0 0,5-27 237 0 0,-11 38 140 0 0,18-67 326 0 0,-18 71-249 0 0,-1 0 1 0 0,1 1 0 0 0,0-1 0 0 0,1 1 0 0 0,-1 0-1 0 0,1 0 1 0 0,0 0 0 0 0,0 0 0 0 0,0 0 0 0 0,0 1-1 0 0,1-1 1 0 0,-1 1 0 0 0,6-4 0 0 0,-6 6-38 0 0,-1 0 0 0 0,1-1-1 0 0,0 1 1 0 0,0 1 0 0 0,0-1 0 0 0,0 0 0 0 0,-1 1 0 0 0,1-1 0 0 0,0 1 0 0 0,0 0 0 0 0,0 0 0 0 0,0 0 0 0 0,0 1 0 0 0,0-1 0 0 0,0 1 0 0 0,0-1 0 0 0,0 1 0 0 0,0 0-1 0 0,-1 0 1 0 0,1 0 0 0 0,0 1 0 0 0,-1-1 0 0 0,1 1 0 0 0,-1-1 0 0 0,1 1 0 0 0,-1 0 0 0 0,0 0 0 0 0,2 2 0 0 0,3 2 19 0 0,-1 0 1 0 0,0 1-1 0 0,0 0 0 0 0,-1 0 1 0 0,0 0-1 0 0,0 1 1 0 0,-1 0-1 0 0,4 8 1 0 0,9 34 522 0 0,17 70-1 0 0,-17-52-2531 0 0,3-1-4380 0 0,-13-47-1205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1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176 134 11747 0 0,'7'-63'2445'0'0,"-6"59"-2010"0"0,-1 0 0 0 0,-1-1 0 0 0,1 1 0 0 0,0 0-1 0 0,-1-1 1 0 0,0 1 0 0 0,0 0 0 0 0,0 0 0 0 0,-1-1 0 0 0,1 1 0 0 0,-1 0 0 0 0,-3-4 0 0 0,4 7-361 0 0,0 0 1 0 0,0 0-1 0 0,1 0 1 0 0,-1 0 0 0 0,-1 0-1 0 0,1 1 1 0 0,0-1-1 0 0,0 0 1 0 0,0 1 0 0 0,0-1-1 0 0,0 1 1 0 0,-1-1-1 0 0,1 1 1 0 0,0-1 0 0 0,0 1-1 0 0,-1 0 1 0 0,1 0-1 0 0,0-1 1 0 0,-1 1 0 0 0,1 0-1 0 0,0 0 1 0 0,0 0-1 0 0,-1 1 1 0 0,1-1 0 0 0,0 0-1 0 0,-1 0 1 0 0,1 1-1 0 0,0-1 1 0 0,0 1 0 0 0,-1-1-1 0 0,1 1 1 0 0,0 0-1 0 0,0-1 1 0 0,0 1 0 0 0,0 0-1 0 0,0 0 1 0 0,0-1-1 0 0,0 1 1 0 0,0 0 0 0 0,-1 1-1 0 0,-6 6 12 0 0,0-1 1 0 0,1 1-1 0 0,-10 14 0 0 0,15-19-27 0 0,-2 2-39 0 0,-46 67 143 0 0,47-66-183 0 0,0 0 0 0 0,0 0 0 0 0,0 1 0 0 0,0-1 0 0 0,1 1 0 0 0,0-1 0 0 0,0 1 0 0 0,1 0-1 0 0,0 0 1 0 0,0 10 0 0 0,1-16-2 0 0,-1 1 0 0 0,1-1-1 0 0,0 0 1 0 0,0 1 0 0 0,0-1-1 0 0,0 1 1 0 0,1-1 0 0 0,-1 1-1 0 0,0-1 1 0 0,0 0 0 0 0,1 1 0 0 0,-1-1-1 0 0,1 0 1 0 0,0 1 0 0 0,-1-1-1 0 0,1 0 1 0 0,0 0 0 0 0,-1 1-1 0 0,1-1 1 0 0,0 0 0 0 0,0 0-1 0 0,0 0 1 0 0,0 0 0 0 0,0 0-1 0 0,1 0 1 0 0,-1 0 0 0 0,0-1-1 0 0,0 1 1 0 0,0 0 0 0 0,1-1 0 0 0,-1 1-1 0 0,0-1 1 0 0,1 1 0 0 0,-1-1-1 0 0,1 1 1 0 0,-1-1 0 0 0,0 0-1 0 0,1 0 1 0 0,-1 0 0 0 0,1 0-1 0 0,-1 0 1 0 0,3 0 0 0 0,0-1-159 0 0,1 0 0 0 0,-1-1 1 0 0,0 1-1 0 0,0-1 0 0 0,1 0 1 0 0,-1 0-1 0 0,0 0 0 0 0,-1-1 0 0 0,1 0 1 0 0,0 1-1 0 0,-1-1 0 0 0,5-4 1 0 0,0-4-3 0 0,1 0 1 0 0,-1-1 0 0 0,-1 0 0 0 0,0 0-1 0 0,-1 0 1 0 0,0-1 0 0 0,5-18 0 0 0,14-29 2420 0 0,-25 59-2179 0 0,0 1 1 0 0,1-1 0 0 0,-1 1-1 0 0,0-1 1 0 0,1 1 0 0 0,-1-1-1 0 0,0 1 1 0 0,1-1 0 0 0,-1 1-1 0 0,0 0 1 0 0,1-1 0 0 0,-1 1-1 0 0,1-1 1 0 0,-1 1 0 0 0,0 0-1 0 0,1 0 1 0 0,-1-1 0 0 0,1 1-1 0 0,-1 0 1 0 0,1 0 0 0 0,0 0-1 0 0,-1-1 1 0 0,1 1 0 0 0,-1 0-1 0 0,1 0 1 0 0,-1 0-1 0 0,1 0 1 0 0,-1 0 0 0 0,1 0-1 0 0,-1 0 1 0 0,2 0 0 0 0,17 12 642 0 0,10 24-289 0 0,-21-24-326 0 0,34 43 155 0 0,-38-51-325 0 0,0 0 0 0 0,0 0 0 0 0,0-1 0 0 0,0 0 0 0 0,1 0 0 0 0,0 0-1 0 0,0 0 1 0 0,-1-1 0 0 0,1 1 0 0 0,9 1 0 0 0,5 1-573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3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18 9674 0 0,'-10'-16'7304'0'0,"8"15"-6939"0"0,2 1-206 0 0,-1 0 0 0 0,1 1 0 0 0,-1-1 0 0 0,1 0 0 0 0,-1 0 0 0 0,1 1 0 0 0,-1-1 0 0 0,1 0 1 0 0,-1 1-1 0 0,1-1 0 0 0,-1 0 0 0 0,1 1 0 0 0,0-1 0 0 0,-1 1 0 0 0,1-1 0 0 0,0 1 0 0 0,-1-1 0 0 0,1 1 0 0 0,0-1 0 0 0,0 1 0 0 0,-1-1 0 0 0,1 1 0 0 0,0 0 0 0 0,-11 42 1609 0 0,10-19-1469 0 0,0 1 0 0 0,2-1 0 0 0,0 1 0 0 0,9 37 1 0 0,29 97 527 0 0,-28-117-609 0 0,1 3-186 0 0,31 100 892 0 0,-36-125-1432 0 0,1 0-1 0 0,2 0 1 0 0,0-1-1 0 0,25 35 0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62 168 8754 0 0,'-22'-5'585'0'0,"-2"0"-21"0"0,9 3 2729 0 0,38-2 5199 0 0,15-9-7376 0 0,-19 6-415 0 0,131-59 224 0 0,-48 18-1405 0 0,-57 30 127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2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21661 0 0,'8'17'2145'0'0,"10"9"-3210"0"0,2 3-335 0 0,-15-20 1528 0 0,0 0 0 0 0,-1 1 0 0 0,0 0 0 0 0,-1 0 0 0 0,0 0 0 0 0,-1 0 0 0 0,2 15 0 0 0,-4-16-906 0 0,0-1 0 0 0,0 1 1 0 0,0-1-1 0 0,-1 1 0 0 0,-4 14 0 0 0,0 0-5632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0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23 19812 0 0,'-4'-9'880'0'0,"1"3"177"0"0,2 1-841 0 0,1 2-88 0 0,1 6-128 0 0,-1 2 0 0 0,-1 4-136 0 0,2 3 16 0 0,-1 1 8 0 0,1 4-1665 0 0,5 1-335 0 0,5 2-65 0 0,1-3-7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8 5529 0 0,'-3'-8'5467'0'0,"-3"24"-3579"0"0,-2-2-493 0 0,4-8-928 0 0,0-1 0 0 0,1 1-1 0 0,-1 0 1 0 0,2 0 0 0 0,-1 0 0 0 0,1 0-1 0 0,0 1 1 0 0,0-1 0 0 0,0 1 0 0 0,1-1-1 0 0,-1 8 1 0 0,3-12-406 0 0,-1-1 0 0 0,0 0 0 0 0,1 1 0 0 0,-1-1 1 0 0,1 0-1 0 0,-1 0 0 0 0,1 1 0 0 0,0-1 0 0 0,0 0 0 0 0,-1 0 0 0 0,1 0 0 0 0,0 0 0 0 0,0 0 0 0 0,0 0 0 0 0,0 0 0 0 0,0 0 0 0 0,0 0 0 0 0,0-1 0 0 0,0 1 0 0 0,1 0 1 0 0,-1 0-1 0 0,0-1 0 0 0,2 1 0 0 0,37 11 569 0 0,-13-5-407 0 0,-23-5-213 0 0,0 0 0 0 0,0 0-1 0 0,1 1 1 0 0,-1-1 0 0 0,-1 1-1 0 0,1 0 1 0 0,0 0-1 0 0,-1 0 1 0 0,1 0 0 0 0,-1 1-1 0 0,0 0 1 0 0,0-1-1 0 0,-1 1 1 0 0,1 0 0 0 0,-1 0-1 0 0,0 0 1 0 0,0 1 0 0 0,0-1-1 0 0,2 9 1 0 0,-2-5-35 0 0,-2-1 0 0 0,1 1 1 0 0,-1-1-1 0 0,0 1 0 0 0,0-1 1 0 0,-1 1-1 0 0,0-1 0 0 0,-1 0 0 0 0,1 1 1 0 0,-1-1-1 0 0,-6 14 0 0 0,3-8 14 0 0,-1-1-1 0 0,0 1 1 0 0,-13 16-1 0 0,18-26 5 0 0,-1-1 1 0 0,1 1-1 0 0,-1-1 0 0 0,0 0 1 0 0,0 0-1 0 0,0 0 0 0 0,0 0 1 0 0,-1 0-1 0 0,1 0 0 0 0,0 0 0 0 0,-1-1 1 0 0,1 1-1 0 0,-1-1 0 0 0,0 0 1 0 0,1 0-1 0 0,-1 0 0 0 0,0 0 1 0 0,0 0-1 0 0,0 0 0 0 0,0-1 1 0 0,0 0-1 0 0,0 1 0 0 0,-4-1 1 0 0,-7-4-94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3.8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17508 0 0,'1'5'510'0'0,"1"0"0"0"0,-1-1 0 0 0,1 1 0 0 0,0 0 0 0 0,1-1 1 0 0,4 9-1 0 0,1 0-84 0 0,14 33 343 0 0,-2 1 1 0 0,22 82 0 0 0,12 104-179 0 0,-23-92-515 0 0,-29-133-231 0 0,8 50-205 0 0,-9-54 151 0 0,-1-1 1 0 0,0 1-1 0 0,0 0 1 0 0,-1-1-1 0 0,1 1 1 0 0,-1 0-1 0 0,0-1 0 0 0,1 1 1 0 0,-2-1-1 0 0,1 1 1 0 0,0-1-1 0 0,-1 1 0 0 0,-2 3 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4.1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22 191 1376 0 0,'-7'-14'942'0'0,"4"9"-1145"0"0,1-1-1 0 0,-1 1 1 0 0,1 0 0 0 0,1-1 0 0 0,-3-8 0 0 0,10-12 11543 0 0,0 17-10262 0 0,0 1 0 0 0,0 0 0 0 0,1 0 0 0 0,1 1 0 0 0,-1-1 0 0 0,15-10 0 0 0,-13 13-661 0 0,0-1 1 0 0,-1 1-1 0 0,2 0 0 0 0,-1 1 1 0 0,0 0-1 0 0,20-4 1 0 0,-22 6-367 0 0,0 0 1 0 0,1 1-1 0 0,-1 1 1 0 0,0-1 0 0 0,1 1-1 0 0,-1 0 1 0 0,1 1-1 0 0,-1 0 1 0 0,0 0 0 0 0,1 0-1 0 0,-1 1 1 0 0,0 0-1 0 0,0 0 1 0 0,0 1-1 0 0,0 0 1 0 0,0 1 0 0 0,-1-1-1 0 0,0 1 1 0 0,1 0-1 0 0,-1 1 1 0 0,-1-1 0 0 0,10 10-1 0 0,-12-11-66 0 0,-1 0 0 0 0,0 1 0 0 0,0-1-1 0 0,0 0 1 0 0,0 1 0 0 0,0 0 0 0 0,-1-1-1 0 0,1 1 1 0 0,-1 0 0 0 0,0 0 0 0 0,0-1 0 0 0,-1 1-1 0 0,1 0 1 0 0,-1 0 0 0 0,0 0 0 0 0,0 0 0 0 0,0 0-1 0 0,0 0 1 0 0,-1 0 0 0 0,0 0 0 0 0,1 0-1 0 0,-2 0 1 0 0,1-1 0 0 0,0 1 0 0 0,-1 0 0 0 0,1-1-1 0 0,-5 8 1 0 0,-5 8-187 0 0,-1-1-1 0 0,-1 0 1 0 0,-27 29-1 0 0,32-37 147 0 0,-56 57-503 0 0,40-44 584 0 0,2 1-1 0 0,0 1 1 0 0,2 1-1 0 0,-19 31 1 0 0,38-56-7 0 0,0-1 1 0 0,1 1-1 0 0,-1 0 1 0 0,1 0-1 0 0,-1 0 1 0 0,0 0-1 0 0,1 0 0 0 0,0 0 1 0 0,-1 0-1 0 0,1 0 1 0 0,-1 0-1 0 0,1 0 1 0 0,0 0-1 0 0,0 0 1 0 0,0 0-1 0 0,0 0 1 0 0,0 0-1 0 0,0 0 1 0 0,0 0-1 0 0,0 0 0 0 0,0 1 1 0 0,0-1-1 0 0,0 0 1 0 0,1 0-1 0 0,-1 0 1 0 0,0 0-1 0 0,1 0 1 0 0,-1 0-1 0 0,1 0 1 0 0,-1 0-1 0 0,1 0 1 0 0,0-1-1 0 0,-1 1 0 0 0,1 0 1 0 0,0 0-1 0 0,-1 0 1 0 0,1-1-1 0 0,0 1 1 0 0,1 0-1 0 0,3 1 39 0 0,0 0 0 0 0,0 0-1 0 0,0-1 1 0 0,0 0 0 0 0,0 0 0 0 0,0-1-1 0 0,6 1 1 0 0,32 1-594 0 0,-1-2 0 0 0,73-10 0 0 0,-84 6-7342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4.6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 11979 0 0,'-18'8'13182'0'0,"24"4"-14962"0"0,18 36 2617 0 0,3 6-1062 0 0,22 59 0 0 0,-3 55 760 0 0,-30-95-3291 0 0,-4-16-3238 0 0,-9-40 3380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1 328 8754 0 0,'10'-5'217'0'0,"1"-1"0"0"0,1 1-1 0 0,-1 1 1 0 0,20-5 0 0 0,6-3 826 0 0,42-19 1648 0 0,82-45 1 0 0,-122 54-3263 0 0,-2-1-1 0 0,0-2 1 0 0,64-57 0 0 0,-82 55 5312 0 0,-28 39-2475 0 0,5-5-2148 0 0,0 1 0 0 0,1-1 0 0 0,0 1 0 0 0,0 0 1 0 0,1 0-1 0 0,0 0 0 0 0,0 0 0 0 0,1 0 0 0 0,0 0 0 0 0,1 0 1 0 0,-1 1-1 0 0,2-1 0 0 0,-1 0 0 0 0,1 0 0 0 0,0 1 0 0 0,4 13 1 0 0,2 1-41 0 0,1 0 1 0 0,1-1 0 0 0,1 0 0 0 0,19 33 0 0 0,-28-54-75 0 0,0 1 0 0 0,0 0 0 0 0,0-1 0 0 0,0 1 0 0 0,0-1 0 0 0,0 1 0 0 0,1-1 0 0 0,-1 1-1 0 0,0-1 1 0 0,1 0 0 0 0,-1 0 0 0 0,1 0 0 0 0,-1 0 0 0 0,1 0 0 0 0,0 0 0 0 0,-1 0 0 0 0,1 0 0 0 0,2 0 0 0 0,-3-1-36 0 0,1 0 0 0 0,-1 0 1 0 0,0 0-1 0 0,1 0 0 0 0,-1 0 1 0 0,0-1-1 0 0,1 1 0 0 0,-1 0 1 0 0,0-1-1 0 0,1 0 0 0 0,-1 1 0 0 0,0-1 1 0 0,0 1-1 0 0,0-1 0 0 0,0 0 1 0 0,0 0-1 0 0,0 0 0 0 0,0 0 0 0 0,2-1 1 0 0,4-8-287 0 0,0 1 0 0 0,-1-1 0 0 0,0 0 0 0 0,9-20 1 0 0,-5 9 186 0 0,4-6 204 0 0,-9 15 186 0 0,0 1 0 0 0,1 0 0 0 0,1 0 0 0 0,-1 1 0 0 0,2 0 0 0 0,0 0 0 0 0,0 0 0 0 0,12-10 0 0 0,-19 20-220 0 0,0-1 0 0 0,0 1-1 0 0,0-1 1 0 0,0 1 0 0 0,0 0-1 0 0,0-1 1 0 0,1 1 0 0 0,-1 0-1 0 0,0 0 1 0 0,0 0 0 0 0,0 0-1 0 0,1 0 1 0 0,-1 0 0 0 0,0 0-1 0 0,0 0 1 0 0,0 0 0 0 0,1 0 0 0 0,-1 1-1 0 0,0-1 1 0 0,0 1 0 0 0,0-1-1 0 0,0 1 1 0 0,0-1 0 0 0,0 1-1 0 0,0 0 1 0 0,0-1 0 0 0,0 1-1 0 0,0 0 1 0 0,0 0 0 0 0,0-1-1 0 0,0 1 1 0 0,-1 0 0 0 0,1 0-1 0 0,0 1 1 0 0,28 40 735 0 0,-25-35-939 0 0,10 18-55 0 0,-7-11-136 0 0,1-1 0 0 0,0 1 1 0 0,1-2-1 0 0,0 1 0 0 0,1-1 1 0 0,0-1-1 0 0,22 19 0 0 0,-12-17-418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4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48 294 11058 0 0,'31'-15'2590'0'0,"-17"9"-1296"0"0,0 0 1 0 0,-1-1 0 0 0,0-1 0 0 0,20-15 0 0 0,-30 20-1140 0 0,1 0-1 0 0,-1-1 1 0 0,1 0 0 0 0,-1 0-1 0 0,-1 0 1 0 0,1 0 0 0 0,0 0-1 0 0,-1 0 1 0 0,0-1 0 0 0,0 1-1 0 0,0-1 1 0 0,-1 0 0 0 0,1 1 0 0 0,-1-1-1 0 0,0 0 1 0 0,-1 0 0 0 0,1 0-1 0 0,-1-7 1 0 0,0 1-104 0 0,-1 1 1 0 0,0-1-1 0 0,-1 1 0 0 0,0-1 1 0 0,0 1-1 0 0,-1 0 1 0 0,-1 0-1 0 0,-6-15 0 0 0,9 23-43 0 0,-1-1 0 0 0,1 1 0 0 0,0 0 0 0 0,-1 0 0 0 0,0 0 0 0 0,1 0-1 0 0,-1 0 1 0 0,0 0 0 0 0,0 0 0 0 0,0 1 0 0 0,0-1 0 0 0,0 1 0 0 0,-1-1 0 0 0,1 1-1 0 0,0 0 1 0 0,-4-1 0 0 0,4 1 3 0 0,-1 1 0 0 0,0 0 0 0 0,1 0 0 0 0,-1 0-1 0 0,0 0 1 0 0,1 1 0 0 0,-1-1 0 0 0,1 1 0 0 0,-1-1 0 0 0,0 1 0 0 0,1 0 0 0 0,-1 0-1 0 0,1 0 1 0 0,0 0 0 0 0,-1 0 0 0 0,1 1 0 0 0,0-1 0 0 0,0 1 0 0 0,-3 2-1 0 0,-3 3 5 0 0,0 0 0 0 0,0 0-1 0 0,1 0 1 0 0,0 1 0 0 0,0 0-1 0 0,1 1 1 0 0,0 0-1 0 0,1-1 1 0 0,0 2 0 0 0,0-1-1 0 0,1 0 1 0 0,0 1 0 0 0,-4 16-1 0 0,6-18-18 0 0,1-1 0 0 0,0 1 1 0 0,1 0-1 0 0,-1-1 0 0 0,1 1 0 0 0,1 0 0 0 0,0 0 0 0 0,0-1 0 0 0,0 1 0 0 0,1 0 0 0 0,0-1 0 0 0,0 0 1 0 0,1 1-1 0 0,0-1 0 0 0,1 0 0 0 0,-1 0 0 0 0,1-1 0 0 0,9 13 0 0 0,-4-8 5 0 0,1 0 0 0 0,-1-1 0 0 0,2 0 0 0 0,0 0 0 0 0,0-1 0 0 0,0-1 0 0 0,1 0 0 0 0,1 0 0 0 0,-1-1 0 0 0,1-1 0 0 0,0 0-1 0 0,1 0 1 0 0,-1-2 0 0 0,1 0 0 0 0,0 0 0 0 0,0-1 0 0 0,0-1 0 0 0,1 0 0 0 0,-1-1 0 0 0,0-1 0 0 0,1 0 0 0 0,-1-1 0 0 0,23-4 0 0 0,-1-2-416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5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26 347 9674 0 0,'-1'0'309'0'0,"0"0"0"0"0,0 0 0 0 0,0 0 0 0 0,0 0 0 0 0,0 0 0 0 0,0 0 0 0 0,0 0 0 0 0,0 0 0 0 0,0 0 0 0 0,0 0 0 0 0,0 0-1 0 0,0 1 1 0 0,0-1 0 0 0,0 0 0 0 0,0 1 0 0 0,0-1 0 0 0,0 1 0 0 0,0-1 0 0 0,1 1 0 0 0,-3 0 0 0 0,3 0-219 0 0,0-1 1 0 0,-1 0-1 0 0,1 1 0 0 0,0-1 0 0 0,-1 1 1 0 0,1-1-1 0 0,0 0 0 0 0,0 1 0 0 0,-1-1 1 0 0,1 1-1 0 0,0-1 0 0 0,0 0 0 0 0,0 1 1 0 0,0-1-1 0 0,-1 1 0 0 0,1-1 0 0 0,0 1 1 0 0,0-1-1 0 0,0 1 0 0 0,0-1 1 0 0,0 1-1 0 0,0-1 0 0 0,0 1 0 0 0,0-1 1 0 0,0 1-1 0 0,1-1 0 0 0,-1 0 0 0 0,0 1 1 0 0,0-1-1 0 0,0 1 0 0 0,0-1 0 0 0,1 1 1 0 0,-1-1-1 0 0,0 0 0 0 0,0 1 0 0 0,1-1 1 0 0,-1 1-1 0 0,0-1 0 0 0,1 0 0 0 0,-1 1 1 0 0,1-1-1 0 0,-1 0 0 0 0,0 0 1 0 0,1 1-1 0 0,-1-1 0 0 0,1 0 0 0 0,-1 0 1 0 0,0 0-1 0 0,1 1 0 0 0,-1-1 0 0 0,1 0 1 0 0,0 0-1 0 0,26 15 1425 0 0,51 30 605 0 0,-78-45-2094 0 0,1 1 0 0 0,0-1 0 0 0,-1 1 1 0 0,1-1-1 0 0,0 1 0 0 0,0-1 0 0 0,0 0 0 0 0,-1 1 0 0 0,1-1 0 0 0,0 0 0 0 0,0 0 0 0 0,0 0 0 0 0,0 0 0 0 0,-1 1 0 0 0,1-1 1 0 0,0 0-1 0 0,0 0 0 0 0,0-1 0 0 0,0 1 0 0 0,0 0 0 0 0,-1 0 0 0 0,1 0 0 0 0,0-1 0 0 0,0 1 0 0 0,0 0 0 0 0,1-1 0 0 0,0-1 39 0 0,0 0 0 0 0,0 1 0 0 0,0-1-1 0 0,-1 0 1 0 0,1 0 0 0 0,-1 0 0 0 0,1 0-1 0 0,-1 0 1 0 0,2-3 0 0 0,3-6 217 0 0,-2-1 1 0 0,7-21-1 0 0,-10 31-256 0 0,24-111 426 0 0,-21 86-1005 0 0,1 1 1 0 0,1 0-1 0 0,1 1 0 0 0,2-1 0 0 0,0 1 1 0 0,19-34-1 0 0,-11 32-7929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2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 17508 0 0,'4'1'260'0'0,"1"-1"0"0"0,0 1 1 0 0,0-1-1 0 0,-1 0 0 0 0,1-1 1 0 0,0 1-1 0 0,0-1 0 0 0,-1 0 0 0 0,1 0 1 0 0,-1-1-1 0 0,1 1 0 0 0,6-4 1 0 0,4 0-173 0 0,6-3-23 0 0,-17 6-380 0 0,0 0 1 0 0,0 0 0 0 0,1 1-1 0 0,-1-1 1 0 0,1 1 0 0 0,-1 0-1 0 0,1 0 1 0 0,0 0 0 0 0,-1 1-1 0 0,1-1 1 0 0,0 1 0 0 0,5 1-1 0 0,-5 8 225 0 0,-5-4 90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47 5529 0 0,'11'19'6578'0'0,"-4"-19"-4410"0"0,4 0-664 0 0,4 0-127 0 0,3-3-25 0 0,0-1-8 0 0,-1-1-1344 0 0,1-3-224 0 0,0-2-72 0 0,0-1-16 0 0,-1 0 224 0 0,-2-2 88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 7834 0 0,'7'-4'1009'0'0,"-1"1"-1"0"0,1 0 1 0 0,0 0 0 0 0,0 1 0 0 0,0 0 0 0 0,0 0 0 0 0,1 1 0 0 0,-1 0-1 0 0,9-1 1 0 0,-10 2-569 0 0,0-1-1 0 0,1 1 1 0 0,-1 1 0 0 0,0-1-1 0 0,1 1 1 0 0,-1 0 0 0 0,0 1-1 0 0,0-1 1 0 0,0 1 0 0 0,12 5-1 0 0,-10-2-275 0 0,-1 0-1 0 0,0 1 0 0 0,0-1 1 0 0,0 2-1 0 0,0-1 1 0 0,-1 1-1 0 0,0 0 1 0 0,-1 0-1 0 0,1 0 0 0 0,-1 1 1 0 0,-1 0-1 0 0,1 0 1 0 0,-2 0-1 0 0,1 0 1 0 0,2 11-1 0 0,2 10 110 0 0,-1 2-1 0 0,-2-1 1 0 0,1 38-1 0 0,-5-44-526 0 0,2 1 0 0 0,0-1 0 0 0,2 0 0 0 0,0 0 0 0 0,14 36 0 0 0,7-13-2470 0 0,-12-23-5336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46.7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17052 0 0,'3'7'4313'0'0,"-1"-7"-3433"0"0,2-3-592 0 0,3-1-112 0 0,4-3-24 0 0,-3-8-8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59.7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258 46 10138 0 0,'0'-2'180'0'0,"-1"-1"1"0"0,1 1-1 0 0,-1 0 0 0 0,1 0 0 0 0,-1 0 1 0 0,0 0-1 0 0,1 0 0 0 0,-1-1 0 0 0,0 1 1 0 0,0 1-1 0 0,-1-1 0 0 0,1 0 0 0 0,0 0 1 0 0,-1 0-1 0 0,1 1 0 0 0,-1-1 0 0 0,1 0 0 0 0,-1 1 1 0 0,0 0-1 0 0,0-1 0 0 0,0 1 0 0 0,-2-1 1 0 0,1 1-28 0 0,1 1 0 0 0,-1-1 0 0 0,0 1 0 0 0,1 0 0 0 0,-1 0 0 0 0,0 0 0 0 0,1 0 0 0 0,-1 0 1 0 0,0 1-1 0 0,1-1 0 0 0,-1 1 0 0 0,0 0 0 0 0,1 0 0 0 0,-1 0 0 0 0,-3 2 0 0 0,-6 4 130 0 0,0 0 1 0 0,1 0-1 0 0,0 2 0 0 0,1-1 0 0 0,-1 1 1 0 0,-8 11-1 0 0,5-5-34 0 0,1 1 1 0 0,0-1-1 0 0,1 2 1 0 0,1 0-1 0 0,-9 18 0 0 0,18-31-203 0 0,0 0 0 0 0,0 0 1 0 0,0 1-1 0 0,1-1 0 0 0,0 0 0 0 0,-1 0 0 0 0,2 1 0 0 0,-1-1 0 0 0,0 1 0 0 0,1-1 0 0 0,0 1 0 0 0,0-1 0 0 0,1 1 0 0 0,-1-1 0 0 0,1 1 1 0 0,0-1-1 0 0,0 0 0 0 0,0 1 0 0 0,0-1 0 0 0,1 0 0 0 0,0 0 0 0 0,0 0 0 0 0,0 0 0 0 0,0 0 0 0 0,1 0 0 0 0,-1-1 0 0 0,1 1 1 0 0,6 5-1 0 0,3 2-172 0 0,1-1 1 0 0,0 0 0 0 0,1-1-1 0 0,0 0 1 0 0,20 9 0 0 0,78 26-1231 0 0,0-1 747 0 0,-111-42 654 0 0,0-1-1 0 0,0 0 0 0 0,0 1 1 0 0,0-1-1 0 0,0 1 1 0 0,0-1-1 0 0,0 1 1 0 0,0 0-1 0 0,0-1 1 0 0,0 1-1 0 0,0 0 1 0 0,0 0-1 0 0,-1-1 1 0 0,1 1-1 0 0,0 0 1 0 0,0 0-1 0 0,-1 0 1 0 0,1 0-1 0 0,-1 0 1 0 0,1 0-1 0 0,-1 0 1 0 0,1 0-1 0 0,-1 0 1 0 0,0 1-1 0 0,1-1 0 0 0,-1 0 1 0 0,0 0-1 0 0,0 0 1 0 0,0 0-1 0 0,0 0 1 0 0,0 1-1 0 0,0-1 1 0 0,0 0-1 0 0,0 0 1 0 0,-1 0-1 0 0,1 0 1 0 0,0 0-1 0 0,-1 0 1 0 0,1 0-1 0 0,-1 1 1 0 0,1-1-1 0 0,-1 0 1 0 0,1-1-1 0 0,-1 1 1 0 0,0 0-1 0 0,1 0 1 0 0,-1 0-1 0 0,0 0 1 0 0,0 0-1 0 0,0-1 0 0 0,-2 2 1 0 0,-6 8 235 0 0,-2-2 0 0 0,0 1 0 0 0,-19 10 0 0 0,15-9-190 0 0,-45 31 115 0 0,6-4-949 0 0,-57 50-1 0 0,88-62-2266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3:59.9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38 15667 0 0,'0'0'10'0'0,"28"-31"2523"0"0,-28 31-2463 0 0,1-1 1 0 0,-1 1 0 0 0,1-1-1 0 0,-1 1 1 0 0,1-1 0 0 0,-1 1 0 0 0,1-1-1 0 0,0 1 1 0 0,-1 0 0 0 0,1-1-1 0 0,-1 1 1 0 0,1 0 0 0 0,0 0 0 0 0,-1-1-1 0 0,1 1 1 0 0,0 0 0 0 0,0 0 0 0 0,-1 0-1 0 0,1 0 1 0 0,0 0 0 0 0,-1 0-1 0 0,1 0 1 0 0,0 0 0 0 0,0 0 0 0 0,-1 0-1 0 0,1 1 1 0 0,0-1 0 0 0,-1 0 0 0 0,1 0-1 0 0,0 1 1 0 0,-1-1 0 0 0,1 0-1 0 0,-1 1 1 0 0,1-1 0 0 0,0 0 0 0 0,-1 1-1 0 0,1-1 1 0 0,-1 1 0 0 0,1-1 0 0 0,-1 1-1 0 0,1-1 1 0 0,-1 1 0 0 0,0 0-1 0 0,1-1 1 0 0,-1 1 0 0 0,0 0 0 0 0,1-1-1 0 0,-1 1 1 0 0,0 0 0 0 0,0-1 0 0 0,0 1-1 0 0,1 0 1 0 0,-1 0 0 0 0,9 36 856 0 0,9 73 1 0 0,-4-17-532 0 0,16 147 524 0 0,-18-124-727 0 0,-11-107-272 0 0,-1-4-20 0 0,0 1 1 0 0,1-1-1 0 0,0 1 1 0 0,0 0-1 0 0,0-1 1 0 0,1 1-1 0 0,-1-1 1 0 0,1 0-1 0 0,0 0 1 0 0,1 0-1 0 0,0 0 1 0 0,5 9-1 0 0,-2-11-1971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1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1 169 16588 0 0,'0'-2'110'0'0,"0"1"1"0"0,1-1 0 0 0,-1 1 0 0 0,0-1-1 0 0,1 1 1 0 0,0-1 0 0 0,-1 1 0 0 0,1 0-1 0 0,0-1 1 0 0,0 1 0 0 0,0 0 0 0 0,0 0 0 0 0,0-1-1 0 0,0 1 1 0 0,0 0 0 0 0,0 0 0 0 0,0 0-1 0 0,0 0 1 0 0,2-1 0 0 0,30-17 401 0 0,-22 14-141 0 0,31-17 400 0 0,1 1 0 0 0,63-20 1 0 0,-79 33-1144 0 0,0 1 1 0 0,0 0-1 0 0,1 3 1 0 0,0 0-1 0 0,42 0 1 0 0,-55 5 110 0 0,0 1 0 0 0,1 0 1 0 0,28 8-1 0 0,-17-1 201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0 314 10138 0 0,'16'-17'3898'0'0,"4"-8"-1326"0"0,-1 0 0 0 0,25-45 1 0 0,-38 60-2497 0 0,-1 1 0 0 0,0-1 1 0 0,-1-1-1 0 0,-1 1 0 0 0,1-1 1 0 0,-2 1-1 0 0,1-1 0 0 0,-1 0 1 0 0,-1 0-1 0 0,0 0 0 0 0,-1-13 1 0 0,0 22-77 0 0,0 0 1 0 0,0 0-1 0 0,0 0 1 0 0,-1 0-1 0 0,1 0 1 0 0,-1 0-1 0 0,0 0 1 0 0,1 1 0 0 0,-1-1-1 0 0,0 0 1 0 0,0 1-1 0 0,0-1 1 0 0,0 0-1 0 0,0 1 1 0 0,-3-3-1 0 0,3 3-1 0 0,0 0 0 0 0,0 0 0 0 0,0 1 0 0 0,0-1 0 0 0,0 1 0 0 0,-1-1-1 0 0,1 1 1 0 0,0 0 0 0 0,0-1 0 0 0,0 1 0 0 0,-1 0 0 0 0,1 0 0 0 0,0 0 0 0 0,-1 0 0 0 0,1 0 0 0 0,0 0 0 0 0,0 0-1 0 0,-2 0 1 0 0,-1 2-3 0 0,0-1 0 0 0,0 0 0 0 0,1 1-1 0 0,-1 0 1 0 0,1-1 0 0 0,-1 1 0 0 0,1 1-1 0 0,0-1 1 0 0,-1 0 0 0 0,1 1 0 0 0,1 0-1 0 0,-1 0 1 0 0,-4 5 0 0 0,3-2 12 0 0,0 0 1 0 0,0 0-1 0 0,0 0 1 0 0,1 0-1 0 0,0 1 1 0 0,1-1-1 0 0,-1 1 1 0 0,1 0-1 0 0,0 0 1 0 0,1 0-1 0 0,0 0 1 0 0,-1 8-1 0 0,2-11 9 0 0,0 0-1 0 0,1 0 1 0 0,-1-1-1 0 0,1 1 0 0 0,0 0 1 0 0,0 0-1 0 0,0 0 1 0 0,1 0-1 0 0,-1-1 0 0 0,1 1 1 0 0,0 0-1 0 0,0-1 1 0 0,0 0-1 0 0,0 1 0 0 0,1-1 1 0 0,-1 0-1 0 0,1 0 1 0 0,0-1-1 0 0,0 1 0 0 0,0 0 1 0 0,0-1-1 0 0,1 0 1 0 0,3 3-1 0 0,4 1-177 0 0,0-1 0 0 0,1 0 0 0 0,0 0 1 0 0,0-1-1 0 0,0-1 0 0 0,1 0 0 0 0,-1-1 0 0 0,1 0 0 0 0,-1-1 1 0 0,1 0-1 0 0,0-1 0 0 0,-1 0 0 0 0,1-1 0 0 0,24-5 0 0 0,-29 5 60 0 0,0-1-1 0 0,0-1 1 0 0,0 1-1 0 0,-1-1 1 0 0,1-1-1 0 0,-1 1 1 0 0,1-1-1 0 0,-1 0 1 0 0,0-1-1 0 0,-1 0 1 0 0,1 0-1 0 0,-1-1 1 0 0,0 1-1 0 0,0-1 1 0 0,-1 0-1 0 0,0-1 1 0 0,0 1-1 0 0,0-1 1 0 0,-1 0-1 0 0,0-1 0 0 0,0 1 1 0 0,-1-1-1 0 0,5-12 1 0 0,5-25 3184 0 0,-3 93 115 0 0,26 230-1136 0 0,-23-137-3398 0 0,-12-122-1273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0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12 273 4921 0 0,'-3'-31'-158'0'0,"-5"-82"2674"0"0,8 103-1578 0 0,0-1 1 0 0,1 1-1 0 0,0 0 1 0 0,1-1-1 0 0,0 1 0 0 0,0 0 1 0 0,1 0-1 0 0,6-12 1 0 0,-9 20-717 0 0,1 1 1 0 0,0-1-1 0 0,0 1 1 0 0,0-1-1 0 0,0 1 1 0 0,0 0-1 0 0,1-1 1 0 0,-1 1-1 0 0,0 0 1 0 0,1 0-1 0 0,-1 0 1 0 0,1 0-1 0 0,-1 0 1 0 0,1 0-1 0 0,-1 0 1 0 0,1 0-1 0 0,0 1 1 0 0,-1-1-1 0 0,4 0 1 0 0,-1 0-1 0 0,0 1 0 0 0,0 0 0 0 0,0 0 0 0 0,0 0 0 0 0,-1 1 0 0 0,1-1 0 0 0,0 1 0 0 0,7 2 0 0 0,4 2 86 0 0,0 2 0 0 0,0 0 1 0 0,19 12-1 0 0,-30-17-181 0 0,-1 0-78 0 0,0-1 0 0 0,0 1 0 0 0,0 0 0 0 0,-1 0 0 0 0,1 0 0 0 0,0 1-1 0 0,-1-1 1 0 0,0 1 0 0 0,1-1 0 0 0,-1 1 0 0 0,0 0 0 0 0,0 0 0 0 0,-1-1 0 0 0,1 2 0 0 0,0-1 0 0 0,-1 0 0 0 0,0 0-1 0 0,0 0 1 0 0,0 1 0 0 0,0-1 0 0 0,0 0 0 0 0,-1 5 0 0 0,0-4-19 0 0,0 0 0 0 0,-1-1 1 0 0,0 1-1 0 0,0 0 0 0 0,0 0 0 0 0,0 0 0 0 0,-1-1 0 0 0,0 1 1 0 0,1-1-1 0 0,-1 1 0 0 0,-1-1 0 0 0,1 0 0 0 0,0 1 0 0 0,-1-1 1 0 0,1-1-1 0 0,-1 1 0 0 0,0 0 0 0 0,0 0 0 0 0,-5 2 0 0 0,2-1-85 0 0,0 0-1 0 0,0 0 0 0 0,-1 0 0 0 0,0-1 0 0 0,1 0 1 0 0,-11 3-1 0 0,-9-2-6790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2.2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33 8290 0 0,'-6'-17'623'0'0,"6"16"-371"0"0,0 0 1 0 0,-1 1-1 0 0,1-1 1 0 0,0 0 0 0 0,0 0-1 0 0,0 1 1 0 0,0-1-1 0 0,0 0 1 0 0,0 0-1 0 0,0 1 1 0 0,1-1-1 0 0,-1 0 1 0 0,0 1 0 0 0,0-1-1 0 0,0 0 1 0 0,1 1-1 0 0,-1-1 1 0 0,0 0-1 0 0,11 0 4151 0 0,-11 1-4259 0 0,14 17 649 0 0,-5-1-385 0 0,-2 1-1 0 0,0 0 1 0 0,-1 0 0 0 0,0 1 0 0 0,-2 0-1 0 0,0 0 1 0 0,2 25 0 0 0,1 131-1739 0 0,-7-162 1019 0 0,-1 10-1154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2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378 249 1840 0 0,'-16'-31'707'0'0,"6"11"568"0"0,-1 0 0 0 0,-15-20-1 0 0,23 37-855 0 0,0-1-1 0 0,0 0 1 0 0,0 1-1 0 0,0-1 1 0 0,-1 1-1 0 0,1 0 1 0 0,-1 0-1 0 0,0 0 1 0 0,0 1-1 0 0,0-1 0 0 0,0 1 1 0 0,0 0-1 0 0,-1 0 1 0 0,1 1-1 0 0,-9-3 1 0 0,9 4-154 0 0,0 0 1 0 0,0 1 0 0 0,0-1-1 0 0,1 1 1 0 0,-1 0 0 0 0,0 0-1 0 0,0 0 1 0 0,1 0-1 0 0,-1 1 1 0 0,0-1 0 0 0,1 1-1 0 0,0 0 1 0 0,-1 0 0 0 0,1 1-1 0 0,0-1 1 0 0,0 0 0 0 0,0 1-1 0 0,0 0 1 0 0,1 0-1 0 0,-5 6 1 0 0,-6 7 379 0 0,2 1 0 0 0,-16 29 0 0 0,23-39-542 0 0,-15 31-73 0 0,1 0 1 0 0,2 1-1 0 0,2 1 0 0 0,2 1 0 0 0,1-1 1 0 0,2 2-1 0 0,2 0 0 0 0,2 0 0 0 0,2 0 1 0 0,1 0-1 0 0,2 0 0 0 0,8 56 1 0 0,-5-81-172 0 0,1 1 1 0 0,0-2 0 0 0,1 1-1 0 0,1-1 1 0 0,0 1 0 0 0,2-2-1 0 0,-1 1 1 0 0,2-1 0 0 0,0 0 0 0 0,1-1-1 0 0,15 18 1 0 0,-9-16-64 0 0,-1-1 0 0 0,2-1 0 0 0,0 0 0 0 0,1-1 0 0 0,0-1 0 0 0,1-1 0 0 0,0 0 0 0 0,33 12 0 0 0,-29-14 183 0 0,0-1-1 0 0,0-1 1 0 0,1-1-1 0 0,0-1 1 0 0,0-1-1 0 0,0-1 1 0 0,1-1-1 0 0,39-2 1 0 0,-50-1 91 0 0,1-1 1 0 0,-1-1 0 0 0,0 0-1 0 0,0-1 1 0 0,-1 0-1 0 0,1-1 1 0 0,-1-1 0 0 0,0 0-1 0 0,0 0 1 0 0,-1-2-1 0 0,0 1 1 0 0,0-2 0 0 0,0 0-1 0 0,-2 0 1 0 0,1-1-1 0 0,10-11 1 0 0,-7 4 97 0 0,-1 0 1 0 0,-1-1-1 0 0,0-1 0 0 0,-1 0 1 0 0,-1-1-1 0 0,-1 1 0 0 0,0-2 1 0 0,-2 1-1 0 0,6-26 0 0 0,-7 18 60 0 0,-2-1 0 0 0,0 1 0 0 0,-2-1 0 0 0,-2 1 1 0 0,0-1-1 0 0,-7-42 0 0 0,0 30-112 0 0,-2-1 1 0 0,-1 2 0 0 0,-3-1-1 0 0,-1 2 1 0 0,-2 0 0 0 0,-2 0-1 0 0,-1 2 1 0 0,-2 0 0 0 0,-42-54-1 0 0,50 73-113 0 0,-1 2-1 0 0,-1 0 1 0 0,0 1-1 0 0,-1 0 1 0 0,-1 1-1 0 0,0 1 1 0 0,-37-21-1 0 0,46 30-57 0 0,0 0 0 0 0,0 0 1 0 0,0 1-1 0 0,-1 1 0 0 0,1-1 0 0 0,-1 1 0 0 0,1 1 0 0 0,-1-1 0 0 0,0 2 1 0 0,0-1-1 0 0,1 1 0 0 0,-1 0 0 0 0,0 1 0 0 0,0 0 0 0 0,1 0 1 0 0,-1 1-1 0 0,1 0 0 0 0,-1 1 0 0 0,1 0 0 0 0,0 0 0 0 0,0 1 0 0 0,-9 5 1 0 0,-18 16-791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8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0 166 456 0 0,'10'-22'16698'0'0,"-8"21"-16321"0"0,0-1 0 0 0,1 1 0 0 0,-1 0-1 0 0,1 0 1 0 0,-1 1 0 0 0,1-1 0 0 0,-1 0 0 0 0,1 1 0 0 0,-1-1-1 0 0,6 1 1 0 0,-3 2-287 0 0,-1-1 0 0 0,1 1 0 0 0,0 0 0 0 0,-1 1 0 0 0,0-1 0 0 0,1 1 0 0 0,-1 0 0 0 0,0 0 0 0 0,0 0 0 0 0,0 0 0 0 0,-1 1 0 0 0,1 0 0 0 0,-1-1 1 0 0,0 1-1 0 0,0 0 0 0 0,0 1 0 0 0,1 4 0 0 0,9 13-75 0 0,-2 0 0 0 0,9 26 0 0 0,-16-38 52 0 0,58 151 66 0 0,-78-186 947 0 0,11 9-978 0 0,2-1 1 0 0,0 0-1 0 0,0 0 0 0 0,2 0 0 0 0,0 0 1 0 0,1 0-1 0 0,1 0 0 0 0,4-27 0 0 0,-1 20-139 0 0,2 0-1 0 0,0 0 1 0 0,1 1-1 0 0,2 0 1 0 0,14-31-1 0 0,-17 44-80 0 0,-1 1 0 0 0,1 0 1 0 0,0 1-1 0 0,1-1 0 0 0,13-12 0 0 0,-3 6-398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9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1 459 14283 0 0,'0'0'57'0'0,"0"1"1"0"0,0-1-1 0 0,0 0 1 0 0,0 1-1 0 0,0-1 0 0 0,0 0 1 0 0,0 1-1 0 0,0-1 1 0 0,0 0-1 0 0,0 1 0 0 0,0-1 1 0 0,0 0-1 0 0,0 1 1 0 0,1-1-1 0 0,-1 0 0 0 0,0 0 1 0 0,0 1-1 0 0,0-1 1 0 0,0 0-1 0 0,1 1 0 0 0,-1-1 1 0 0,0 0-1 0 0,0 0 1 0 0,1 0-1 0 0,-1 1 0 0 0,0-1 1 0 0,0 0-1 0 0,1 0 1 0 0,-1 0-1 0 0,0 0 1 0 0,1 1-1 0 0,-1-1 0 0 0,0 0 1 0 0,0 0-1 0 0,1 0 1 0 0,-1 0-1 0 0,0 0 0 0 0,1 0 1 0 0,-1 0-1 0 0,0 0 1 0 0,1 0-1 0 0,18-7 1207 0 0,17-19 526 0 0,-22 13-1491 0 0,-1-1 0 0 0,0 0-1 0 0,-1-2 1 0 0,0 1 0 0 0,-2-1-1 0 0,13-24 1 0 0,-17 27-211 0 0,0 0-1 0 0,-1 0 1 0 0,0 0-1 0 0,-1-1 1 0 0,-1 1-1 0 0,0-1 1 0 0,-1 0-1 0 0,0 0 1 0 0,-1-21-1 0 0,-1 31-82 0 0,0 1 0 0 0,0 0-1 0 0,-1-1 1 0 0,0 1-1 0 0,0 0 1 0 0,0 0 0 0 0,0 0-1 0 0,0-1 1 0 0,-1 1 0 0 0,1 0-1 0 0,-1 0 1 0 0,0 1 0 0 0,0-1-1 0 0,0 0 1 0 0,0 1 0 0 0,-1-1-1 0 0,-4-3 1 0 0,6 5-8 0 0,0 0 0 0 0,0 1 0 0 0,0-1 0 0 0,0 1 0 0 0,0-1 0 0 0,0 1 0 0 0,0-1 0 0 0,-1 1 0 0 0,1 0 0 0 0,0 0 0 0 0,0-1 0 0 0,-1 1 0 0 0,1 0 0 0 0,0 0 0 0 0,0 0 0 0 0,-1 0 0 0 0,1 0 0 0 0,0 1 0 0 0,-2-1 0 0 0,1 1 0 0 0,0 0 0 0 0,0 0 0 0 0,0 1 0 0 0,1-1-1 0 0,-1 0 1 0 0,0 0 0 0 0,1 1 0 0 0,-1-1 0 0 0,1 1 0 0 0,-1 0-1 0 0,1-1 1 0 0,0 1 0 0 0,0 0 0 0 0,0 0 0 0 0,-1 2 0 0 0,-3 5 4 0 0,1 0 0 0 0,0 0 0 0 0,1 1 0 0 0,0 0 1 0 0,0-1-1 0 0,1 1 0 0 0,1 0 0 0 0,0 0 0 0 0,0 0 0 0 0,1 0 1 0 0,0 0-1 0 0,0 0 0 0 0,4 15 0 0 0,-3-19-3 0 0,0 0 1 0 0,1 0-1 0 0,0 0 0 0 0,0 0 0 0 0,1 0 0 0 0,0-1 0 0 0,0 1 0 0 0,0-1 0 0 0,1 0 0 0 0,-1 0 1 0 0,1 0-1 0 0,0-1 0 0 0,1 1 0 0 0,-1-1 0 0 0,1 0 0 0 0,0 0 0 0 0,0 0 0 0 0,0-1 0 0 0,0 0 1 0 0,1 0-1 0 0,-1 0 0 0 0,11 3 0 0 0,-7-4-4 0 0,-1 0 1 0 0,1 0 0 0 0,0-1-1 0 0,0 0 1 0 0,0-1 0 0 0,-1 0-1 0 0,1 0 1 0 0,0-1-1 0 0,0 0 1 0 0,0 0 0 0 0,-1-1-1 0 0,1 0 1 0 0,-1-1 0 0 0,1 0-1 0 0,-1 0 1 0 0,0-1 0 0 0,0 0-1 0 0,0-1 1 0 0,-1 1-1 0 0,1-1 1 0 0,6-7 0 0 0,15-13-994 0 0,-1-1 1 0 0,-1-2-1 0 0,36-47 1 0 0,-41 49-299 0 0,-19 22 1342 0 0,10-11-1508 0 0,-1-1 0 0 0,16-27 0 0 0,-25 38 1452 0 0,-1-1 0 0 0,1 1 0 0 0,-1-1 0 0 0,0 0 0 0 0,1-9 0 0 0,-2 12 481 0 0,-1 0 0 0 0,0 0 0 0 0,-7-19 8904 0 0,4 69-8612 0 0,6 18-335 0 0,4-1 0 0 0,2 0 0 0 0,22 74 0 0 0,-17-80-453 0 0,-2 0-1 0 0,-2 1 0 0 0,-3 0 1 0 0,-1 65-1 0 0,-6-110 81 0 0,-1 11-2605 0 0,7-50 1114 0 0,-3 3 1437 0 0,0-5 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09.7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5 131 8290 0 0,'-2'-7'492'0'0,"1"0"0"0"0,0 0 0 0 0,0 0 0 0 0,1 0 0 0 0,0 0 0 0 0,0 0 0 0 0,1 0 0 0 0,0 0 0 0 0,0 0 0 0 0,3-7 0 0 0,-3 12-212 0 0,0-1 0 0 0,0 0 0 0 0,0 1 0 0 0,0-1 1 0 0,1 1-1 0 0,-1-1 0 0 0,1 1 0 0 0,0 0 0 0 0,0 0 1 0 0,0-1-1 0 0,0 1 0 0 0,0 1 0 0 0,0-1 0 0 0,1 0 1 0 0,-1 0-1 0 0,0 1 0 0 0,1 0 0 0 0,0-1 0 0 0,-1 1 1 0 0,1 0-1 0 0,0 0 0 0 0,-1 0 0 0 0,1 1 0 0 0,0-1 1 0 0,0 1-1 0 0,0-1 0 0 0,4 1 0 0 0,-2 0-184 0 0,1 0 0 0 0,0 0 0 0 0,0 1-1 0 0,-1 0 1 0 0,1 0 0 0 0,0 0 0 0 0,-1 1-1 0 0,1 0 1 0 0,-1 0 0 0 0,0 0 0 0 0,0 1-1 0 0,0 0 1 0 0,0 0 0 0 0,0 0 0 0 0,0 0-1 0 0,-1 1 1 0 0,1-1 0 0 0,-1 1 0 0 0,0 1-1 0 0,0-1 1 0 0,-1 0 0 0 0,1 1 0 0 0,-1 0 0 0 0,0 0-1 0 0,3 7 1 0 0,-3-5-86 0 0,1 1-1 0 0,-1 0 1 0 0,-1 0-1 0 0,0 0 1 0 0,0 0-1 0 0,0 0 1 0 0,-1 0 0 0 0,-1 0-1 0 0,1 0 1 0 0,-1 1-1 0 0,-1-1 1 0 0,1 0-1 0 0,-1 0 1 0 0,-1 0-1 0 0,1 0 1 0 0,-1 0 0 0 0,-5 10-1 0 0,1-4-81 0 0,-1 0 0 0 0,-1 0 0 0 0,0-1-1 0 0,-1 0 1 0 0,0-1 0 0 0,-1 0 0 0 0,-14 13 0 0 0,6-8-355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3 15667 0 0,'-10'-3'2162'0'0,"10"11"-50"0"0,1 2-1653 0 0,25 258 2961 0 0,-14-195-4614 0 0,36 117 1 0 0,-36-152-6517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5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234 45 5529 0 0,'-24'-21'1941'0'0,"21"18"-1156"0"0,0 0 0 0 0,1 1 1 0 0,-1-1-1 0 0,0 1 0 0 0,-1 0 0 0 0,1 0 0 0 0,-6-3 0 0 0,7 4-572 0 0,1 1-1 0 0,-1 0 0 0 0,0-1 0 0 0,1 1 1 0 0,-1 0-1 0 0,0 0 0 0 0,0 0 0 0 0,1 0 1 0 0,-1 1-1 0 0,0-1 0 0 0,1 0 0 0 0,-1 1 1 0 0,0-1-1 0 0,1 1 0 0 0,-1-1 1 0 0,1 1-1 0 0,-1 0 0 0 0,0 0 0 0 0,1 0 1 0 0,0 0-1 0 0,-1 0 0 0 0,0 1 0 0 0,-9 7 289 0 0,1 1-1 0 0,0 0 1 0 0,0 0-1 0 0,1 1 1 0 0,1 1 0 0 0,0-1-1 0 0,-9 19 1 0 0,2-2-362 0 0,2 2 0 0 0,-12 33 1 0 0,24-59-154 0 0,0-1 1 0 0,0 0 0 0 0,0 0 0 0 0,1 1 0 0 0,-1-1 0 0 0,1 0 0 0 0,0 1-1 0 0,0-1 1 0 0,0 1 0 0 0,0-1 0 0 0,0 0 0 0 0,1 1 0 0 0,1 2 0 0 0,-2-5 2 0 0,0 0 0 0 0,1 0 0 0 0,-1-1 0 0 0,0 1 0 0 0,1 0 0 0 0,-1-1 0 0 0,1 1 0 0 0,-1-1 0 0 0,1 1 1 0 0,-1 0-1 0 0,1-1 0 0 0,0 1 0 0 0,-1-1 0 0 0,1 0 0 0 0,0 1 0 0 0,-1-1 0 0 0,1 1 0 0 0,0-1 0 0 0,0 0 1 0 0,-1 0-1 0 0,3 1 0 0 0,-1-1 14 0 0,0 0 0 0 0,0 0 0 0 0,0 0 0 0 0,0 0 1 0 0,0-1-1 0 0,0 1 0 0 0,0-1 0 0 0,0 1 0 0 0,0-1 0 0 0,0 0 1 0 0,0 1-1 0 0,2-3 0 0 0,3-1-81 0 0,1-1 0 0 0,-1 0 0 0 0,0 0 0 0 0,0-1 0 0 0,-1 0 0 0 0,0 0 0 0 0,0-1 0 0 0,0 1 0 0 0,7-13 0 0 0,4-9-209 0 0,17-36 1 0 0,-15 27 516 0 0,-8 23 294 0 0,-11 14-506 0 0,0 0-1 0 0,1 0 1 0 0,-1-1-1 0 0,0 1 1 0 0,0 0-1 0 0,1 0 1 0 0,-1 0 0 0 0,0 0-1 0 0,0 0 1 0 0,1 0-1 0 0,-1 0 1 0 0,0 0-1 0 0,0 0 1 0 0,1 0-1 0 0,-1 0 1 0 0,0 0 0 0 0,0 0-1 0 0,1 0 1 0 0,-1 0-1 0 0,0 0 1 0 0,0 1-1 0 0,1-1 1 0 0,-1 0 0 0 0,0 0-1 0 0,0 0 1 0 0,0 0-1 0 0,1 0 1 0 0,-1 0-1 0 0,0 1 1 0 0,0-1 0 0 0,0 0-1 0 0,1 1 1 0 0,10 27 785 0 0,-8-17-791 0 0,10 33 470 0 0,-6-20-360 0 0,0 0 1 0 0,14 27 0 0 0,-17-43-223 0 0,0 0-1 0 0,0-1 1 0 0,1 0-1 0 0,0 0 0 0 0,1-1 1 0 0,-1 1-1 0 0,1-1 1 0 0,1 0-1 0 0,-1 0 1 0 0,11 6-1 0 0,6 1-419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0.8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257 39 5985 0 0,'-1'-2'525'0'0,"-1"-1"0"0"0,0 0 0 0 0,0 1-1 0 0,0-1 1 0 0,0 1 0 0 0,0-1 0 0 0,-1 1-1 0 0,1 0 1 0 0,-1 0 0 0 0,1 0 0 0 0,-1 1 0 0 0,0-1-1 0 0,0 1 1 0 0,1-1 0 0 0,-1 1 0 0 0,0 0-1 0 0,0 0 1 0 0,0 0 0 0 0,-1 0 0 0 0,1 1-1 0 0,0-1 1 0 0,0 1 0 0 0,-6 0 0 0 0,4 1-254 0 0,0 0 1 0 0,0 0-1 0 0,0 1 1 0 0,0 0-1 0 0,0 0 1 0 0,1 0-1 0 0,-1 0 1 0 0,0 1-1 0 0,1 0 1 0 0,0 0-1 0 0,-1 0 1 0 0,1 0-1 0 0,-6 8 1 0 0,-6 5 70 0 0,1 1 1 0 0,0 0-1 0 0,-21 36 1 0 0,31-45-253 0 0,0 1 0 0 0,1 0 0 0 0,0 0 0 0 0,0 0 0 0 0,1 1 0 0 0,0-1 0 0 0,1 1 1 0 0,0 0-1 0 0,1 0 0 0 0,0 0 0 0 0,0 11 0 0 0,1-17-119 0 0,1-1-1 0 0,-1 1 1 0 0,1-1-1 0 0,0 0 1 0 0,0 0-1 0 0,0 1 1 0 0,1-1-1 0 0,-1 0 1 0 0,1 0-1 0 0,0 0 1 0 0,0 0-1 0 0,0-1 1 0 0,0 1-1 0 0,0 0 1 0 0,4 2 0 0 0,14 10-6730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1.1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0 407 11522 0 0,'9'-5'611'0'0,"-1"1"0"0"0,0-1-1 0 0,0-1 1 0 0,0 1 0 0 0,10-11-1 0 0,-2 3 145 0 0,-11 8-335 0 0,16-10 705 0 0,-1-2 0 0 0,0 0-1 0 0,-2-1 1 0 0,30-37-1 0 0,-44 50-1092 0 0,-1 0 0 0 0,0 0-1 0 0,0-1 1 0 0,0 1 0 0 0,0-1-1 0 0,-1 1 1 0 0,0-1 0 0 0,0 0-1 0 0,-1 1 1 0 0,0-1 0 0 0,0 0-1 0 0,0 0 1 0 0,-1 0 0 0 0,1 0-1 0 0,-1 0 1 0 0,-1 0 0 0 0,1 0-1 0 0,-1 0 1 0 0,0 0 0 0 0,-1 0-1 0 0,1 0 1 0 0,-1 0 0 0 0,0 1-1 0 0,-1-1 1 0 0,1 1 0 0 0,-7-9 0 0 0,5 6-24 0 0,-1 0 0 0 0,-1 1 0 0 0,1 0 0 0 0,-1 0 0 0 0,-12-10 1 0 0,17 16-6 0 0,0 0 1 0 0,0 1-1 0 0,0-1 1 0 0,0 0 0 0 0,0 0-1 0 0,-1 1 1 0 0,1-1-1 0 0,0 0 1 0 0,0 1 0 0 0,-1-1-1 0 0,1 1 1 0 0,0 0-1 0 0,0-1 1 0 0,-1 1-1 0 0,1 0 1 0 0,0 0 0 0 0,-1 0-1 0 0,1 0 1 0 0,0 0-1 0 0,-1 0 1 0 0,1 0 0 0 0,0 1-1 0 0,-1-1 1 0 0,1 0-1 0 0,0 1 1 0 0,-1-1 0 0 0,1 1-1 0 0,0-1 1 0 0,0 1-1 0 0,0 0 1 0 0,-1-1-1 0 0,1 1 1 0 0,0 0 0 0 0,0 0-1 0 0,0 0 1 0 0,0 0-1 0 0,0 0 1 0 0,1 0 0 0 0,-1 0-1 0 0,0 0 1 0 0,0 0-1 0 0,1 0 1 0 0,-1 1 0 0 0,1-1-1 0 0,-1 0 1 0 0,1 0-1 0 0,-1 3 1 0 0,-6 12 93 0 0,0 1 0 0 0,2 0 0 0 0,0 0 1 0 0,1 0-1 0 0,-2 25 0 0 0,4-32-52 0 0,1 0 0 0 0,1 0 1 0 0,0 0-1 0 0,0 0 0 0 0,1 0 0 0 0,1 0 0 0 0,-1 0 1 0 0,2 0-1 0 0,-1 0 0 0 0,8 17 0 0 0,-8-23-16 0 0,1-1 0 0 0,-1 1 0 0 0,0-1 0 0 0,1 0 0 0 0,0 0 0 0 0,0 0-1 0 0,0 0 1 0 0,0 0 0 0 0,0-1 0 0 0,0 0 0 0 0,1 1 0 0 0,-1-1 0 0 0,1 0 0 0 0,0-1 0 0 0,0 1-1 0 0,0-1 1 0 0,-1 1 0 0 0,1-1 0 0 0,0 0 0 0 0,0-1 0 0 0,1 1 0 0 0,-1-1 0 0 0,0 1 0 0 0,0-1 0 0 0,4-1-1 0 0,4 1-359 0 0,-1-2 0 0 0,1 1-1 0 0,11-4 1 0 0,30-11-6199 0 0,-18 4-801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136 1 8754 0 0,'-10'5'776'0'0,"1"0"1"0"0,0 1-1 0 0,0 0 1 0 0,0 1 0 0 0,1 0-1 0 0,0 0 1 0 0,0 1-1 0 0,1 0 1 0 0,0 0-1 0 0,-9 13 1 0 0,12-14-492 0 0,0-1 0 0 0,0 1 0 0 0,1 0 0 0 0,0 0 0 0 0,0 0 0 0 0,0 0 0 0 0,1 0 0 0 0,0 1 0 0 0,1-1 0 0 0,-1 1 0 0 0,1-1 0 0 0,1 12 0 0 0,0-12-248 0 0,1 1 0 0 0,0-1 0 0 0,0 1 0 0 0,1-1 0 0 0,0 0 0 0 0,0 1 0 0 0,1-1 0 0 0,0 0 0 0 0,0 0 0 0 0,1-1 0 0 0,0 1 0 0 0,0-1 0 0 0,1 0 1 0 0,-1 0-1 0 0,1 0 0 0 0,0 0 0 0 0,1-1 0 0 0,0 0 0 0 0,6 5 0 0 0,11 6-134 0 0,-11-8-164 0 0,0 1-1 0 0,0 0 1 0 0,-1 1 0 0 0,0 0-1 0 0,14 18 1 0 0,-23-25 259 0 0,0 0 0 0 0,0 1 0 0 0,0-1 0 0 0,0 0 0 0 0,-1 1 1 0 0,0-1-1 0 0,1 1 0 0 0,-1-1 0 0 0,-1 1 0 0 0,1-1 0 0 0,0 1 0 0 0,-1 0 0 0 0,0-1 1 0 0,0 1-1 0 0,0 0 0 0 0,0-1 0 0 0,-1 1 0 0 0,1 0 0 0 0,-1-1 0 0 0,0 1 0 0 0,0 0 1 0 0,0-1-1 0 0,0 0 0 0 0,-1 1 0 0 0,0-1 0 0 0,1 0 0 0 0,-5 6 0 0 0,-1 1 276 0 0,-1 0-1 0 0,0 0 1 0 0,0-1-1 0 0,-1 0 1 0 0,-19 15-1 0 0,22-19-201 0 0,0-1 0 0 0,1-1 0 0 0,-1 1 0 0 0,-1-1 0 0 0,1 0-1 0 0,0 0 1 0 0,-1-1 0 0 0,0 1 0 0 0,1-1 0 0 0,-1-1 0 0 0,0 0 0 0 0,-9 1-1 0 0,-7-8-757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4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5 11522 0 0,'-5'5'1036'0'0,"1"0"1"0"0,0 0-1 0 0,1 1 0 0 0,-1-1 0 0 0,1 1 0 0 0,0 0 0 0 0,0 0 0 0 0,-2 7 0 0 0,2-1-764 0 0,-1 0 1 0 0,2 0 0 0 0,0 0-1 0 0,0 0 1 0 0,1 1 0 0 0,1 13 0 0 0,1-15-257 0 0,0 0 1 0 0,1-1-1 0 0,1 1 1 0 0,-1-1-1 0 0,1 1 1 0 0,1-1 0 0 0,0 0-1 0 0,1 0 1 0 0,0 0-1 0 0,0-1 1 0 0,9 11 0 0 0,-12-17-16 0 0,0 0 1 0 0,0 0 0 0 0,0 0 0 0 0,1-1 0 0 0,-1 1 0 0 0,1-1-1 0 0,0 1 1 0 0,-1-1 0 0 0,1 0 0 0 0,0 0 0 0 0,0-1-1 0 0,1 1 1 0 0,-1-1 0 0 0,0 1 0 0 0,1-1 0 0 0,-1 0-1 0 0,0 0 1 0 0,1 0 0 0 0,-1-1 0 0 0,1 1 0 0 0,-1-1 0 0 0,1 0-1 0 0,0 0 1 0 0,-1 0 0 0 0,1-1 0 0 0,-1 1 0 0 0,1-1-1 0 0,-1 0 1 0 0,1 0 0 0 0,-1 0 0 0 0,0 0 0 0 0,0 0-1 0 0,1-1 1 0 0,-1 0 0 0 0,0 1 0 0 0,0-1 0 0 0,4-4 0 0 0,0 1 43 0 0,-1 0 1 0 0,0 0 0 0 0,0-1 0 0 0,0 0 0 0 0,-1 0 0 0 0,0 0 0 0 0,0-1 0 0 0,0 0 0 0 0,-1 0-1 0 0,0 0 1 0 0,0 0 0 0 0,-1-1 0 0 0,0 1 0 0 0,0-1 0 0 0,2-13 0 0 0,-4 15-28 0 0,0-1 0 0 0,-1 1-1 0 0,0-1 1 0 0,0 1 0 0 0,0-1 0 0 0,-1 1 0 0 0,0-1 0 0 0,0 1 0 0 0,0-1 0 0 0,-1 1-1 0 0,0 0 1 0 0,0 0 0 0 0,-1 0 0 0 0,0 0 0 0 0,0 0 0 0 0,0 1 0 0 0,-1-1 0 0 0,0 1-1 0 0,0 0 1 0 0,-5-5 0 0 0,1 2-19 0 0,0 1 0 0 0,0 0 0 0 0,-1 0 0 0 0,0 1 0 0 0,-14-7 1 0 0,19 11-59 0 0,0 0 1 0 0,0 0-1 0 0,0 0 1 0 0,0 1-1 0 0,0-1 0 0 0,0 1 1 0 0,0 0-1 0 0,0 1 1 0 0,-1-1-1 0 0,1 1 1 0 0,0 0-1 0 0,-1 0 1 0 0,1 0-1 0 0,0 0 1 0 0,0 1-1 0 0,-7 1 1 0 0,4 2-1736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2.8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 6449 0 0,'-2'8'15936'0'0,"-3"4"-17577"0"0,-4 12 2205 0 0,1 1 0 0 0,2 1 0 0 0,0-1 0 0 0,-2 29 0 0 0,7-41-529 0 0,0 1-1 0 0,1-1 1 0 0,0 0 0 0 0,1 1 0 0 0,1-1 0 0 0,0 0-1 0 0,1 0 1 0 0,0 0 0 0 0,10 23 0 0 0,-12-33-33 0 0,0 1 0 0 0,1-1 0 0 0,0 0 0 0 0,0 0 0 0 0,0 0 0 0 0,0 0 0 0 0,0 0 0 0 0,0 0 0 0 0,1-1 1 0 0,-1 1-1 0 0,1-1 0 0 0,0 0 0 0 0,-1 1 0 0 0,1-1 0 0 0,1-1 0 0 0,-1 1 0 0 0,0 0 0 0 0,0-1 0 0 0,0 1 0 0 0,1-1 0 0 0,-1 0 0 0 0,1 0 0 0 0,-1 0 1 0 0,1-1-1 0 0,-1 1 0 0 0,1-1 0 0 0,6 0 0 0 0,-3-1-3 0 0,0-1 1 0 0,0 1 0 0 0,0-1-1 0 0,-1 0 1 0 0,1-1 0 0 0,0 0-1 0 0,-1 0 1 0 0,1 0 0 0 0,-1-1-1 0 0,0 0 1 0 0,-1 0-1 0 0,11-10 1 0 0,-6 4 11 0 0,-1 0 0 0 0,0-2 0 0 0,-1 1 0 0 0,0-1 0 0 0,-1 0 0 0 0,0 0 0 0 0,9-26 0 0 0,-8 19 188 0 0,2 0 0 0 0,16-27 1 0 0,-25 44-174 0 0,-1 1 1 0 0,1 0 0 0 0,0-1 0 0 0,0 1 0 0 0,0 0 0 0 0,0 0 0 0 0,-1 0-1 0 0,1-1 1 0 0,1 1 0 0 0,-1 0 0 0 0,0 0 0 0 0,0 1 0 0 0,0-1 0 0 0,1 0-1 0 0,-1 0 1 0 0,0 0 0 0 0,1 1 0 0 0,-1-1 0 0 0,0 1 0 0 0,1-1 0 0 0,-1 1-1 0 0,1 0 1 0 0,-1-1 0 0 0,1 1 0 0 0,-1 0 0 0 0,1 0 0 0 0,1 0 0 0 0,0 2-15 0 0,0-1 0 0 0,-1 1 0 0 0,1-1 0 0 0,-1 1 0 0 0,0 0 0 0 0,1 0 0 0 0,-1 1 1 0 0,0-1-1 0 0,0 0 0 0 0,0 1 0 0 0,0-1 0 0 0,2 6 0 0 0,41 72 140 0 0,-29-51-1542 0 0,27 41 1 0 0,-28-50-6877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1 102 11058 0 0,'0'-1'309'0'0,"1"-1"0"0"0,0 1 0 0 0,0 0 0 0 0,-1 0 0 0 0,1-1 0 0 0,0 1-1 0 0,0 0 1 0 0,0 0 0 0 0,1 0 0 0 0,-1 0 0 0 0,0 0 0 0 0,0 0 0 0 0,0 0 0 0 0,1 1 0 0 0,-1-1-1 0 0,0 0 1 0 0,3 0 0 0 0,25-9 3245 0 0,-26 10-3413 0 0,0 0 0 0 0,0 1 0 0 0,0-1 1 0 0,0 1-1 0 0,0 0 0 0 0,0 0 0 0 0,-1 0 0 0 0,1 1 0 0 0,0-1 0 0 0,-1 0 0 0 0,1 1 0 0 0,-1 0 0 0 0,1-1 0 0 0,-1 1 0 0 0,0 0 0 0 0,0 0 0 0 0,0 1 0 0 0,0-1 0 0 0,3 4 0 0 0,3 6 9 0 0,-1-1 1 0 0,12 23-1 0 0,-2 1 1 0 0,0-2-80 0 0,-1 1 0 0 0,-2 0 0 0 0,12 43 1 0 0,-25-62 306 0 0,-5-18 299 0 0,-7-24-11 0 0,9 6-668 0 0,0-1 0 0 0,1 1 0 0 0,1-1 0 0 0,1 1-1 0 0,1-1 1 0 0,1 1 0 0 0,9-35 0 0 0,-6 37-594 0 0,0 1 0 0 0,1 0 0 0 0,1 0 0 0 0,1 0 1 0 0,12-16-1 0 0,-3 7-7394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6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189 10 14747 0 0,'-3'-2'300'0'0,"0"1"0"0"0,0-1 0 0 0,0 1 1 0 0,-1 0-1 0 0,1 1 0 0 0,0-1 0 0 0,0 0 0 0 0,0 1 0 0 0,-1 0 0 0 0,1-1 0 0 0,0 1 0 0 0,-1 1 1 0 0,1-1-1 0 0,0 0 0 0 0,0 1 0 0 0,-1 0 0 0 0,1-1 0 0 0,-5 3 0 0 0,3 0-102 0 0,0 0-1 0 0,0 0 0 0 0,0 0 1 0 0,0 1-1 0 0,0 0 1 0 0,1 0-1 0 0,0 0 0 0 0,-1 0 1 0 0,-5 9-1 0 0,0 1-141 0 0,1 1 0 0 0,0 1-1 0 0,1 0 1 0 0,1 0 0 0 0,1 0-1 0 0,-6 20 1 0 0,10-27-35 0 0,0-1 1 0 0,0 0-1 0 0,1 1 0 0 0,0-1 1 0 0,1 1-1 0 0,0-1 1 0 0,0 1-1 0 0,1-1 0 0 0,0 1 1 0 0,0-1-1 0 0,1 0 0 0 0,0 0 1 0 0,1 1-1 0 0,-1-1 0 0 0,6 9 1 0 0,-5-12-23 0 0,0-1 0 0 0,0 1 0 0 0,0-1 0 0 0,0 0 0 0 0,1 0 0 0 0,0 0 0 0 0,0 0 0 0 0,0-1 0 0 0,0 0 0 0 0,0 0 0 0 0,1 0 0 0 0,-1 0 0 0 0,1-1 0 0 0,0 1 0 0 0,0-1 0 0 0,0 0 0 0 0,0-1 0 0 0,0 1 0 0 0,0-1 0 0 0,1 0 0 0 0,-1-1 0 0 0,0 1 0 0 0,1-1 0 0 0,-1 0 0 0 0,8-1 0 0 0,9-2-263 0 0,1-3-68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3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60 329 7370 0 0,'1'2'309'0'0,"0"-1"0"0"0,0 1 0 0 0,0-1 0 0 0,0 0 0 0 0,0 0 0 0 0,0 1 0 0 0,1-1 0 0 0,-1 0 1 0 0,0 0-1 0 0,1 0 0 0 0,-1 0 0 0 0,1 0 0 0 0,-1 0 0 0 0,1-1 0 0 0,-1 1 0 0 0,1-1 0 0 0,0 1 1 0 0,-1-1-1 0 0,1 1 0 0 0,0-1 0 0 0,-1 0 0 0 0,1 0 0 0 0,0 1 0 0 0,-1-1 0 0 0,1-1 0 0 0,0 1 1 0 0,2 0-1 0 0,2-1 392 0 0,0 1 1 0 0,-1-1 0 0 0,1 0-1 0 0,0-1 1 0 0,-1 1 0 0 0,1-1-1 0 0,5-3 1 0 0,-3 0-614 0 0,-1-1 0 0 0,0 0 0 0 0,0 0 1 0 0,0 0-1 0 0,-1-1 0 0 0,0 0 0 0 0,0 0 0 0 0,-1-1 0 0 0,0 0 0 0 0,0 1 0 0 0,-1-2 1 0 0,0 1-1 0 0,0 0 0 0 0,-1-1 0 0 0,0 0 0 0 0,0 0 0 0 0,-1 0 0 0 0,-1 0 1 0 0,1 0-1 0 0,-1 0 0 0 0,-1 0 0 0 0,0-11 0 0 0,0 13-111 0 0,-1 0-1 0 0,0 0 0 0 0,0 0 1 0 0,0 0-1 0 0,-1 0 1 0 0,0 0-1 0 0,-1 0 1 0 0,1 0-1 0 0,-1 1 1 0 0,0-1-1 0 0,-1 1 1 0 0,-7-10-1 0 0,8 12 2 0 0,-1 0 1 0 0,0 0-1 0 0,0 0 0 0 0,-1 0 1 0 0,1 1-1 0 0,-1 0 0 0 0,0 0 1 0 0,0 0-1 0 0,0 0 0 0 0,0 1 1 0 0,0 0-1 0 0,-1 0 0 0 0,1 0 1 0 0,-1 1-1 0 0,1 0 0 0 0,-1 0 1 0 0,-9 0-1 0 0,11 0-14 0 0,-1 1 1 0 0,0 0-1 0 0,1 1 0 0 0,-1-1 1 0 0,1 1-1 0 0,-1 0 1 0 0,1 0-1 0 0,-1 0 0 0 0,1 0 1 0 0,-1 1-1 0 0,1 0 1 0 0,0 0-1 0 0,0 0 0 0 0,0 0 1 0 0,0 1-1 0 0,0 0 1 0 0,1 0-1 0 0,-1 0 0 0 0,1 0 1 0 0,0 0-1 0 0,-1 0 1 0 0,2 1-1 0 0,-1 0 0 0 0,0 0 1 0 0,1 0-1 0 0,0 0 1 0 0,-1 0-1 0 0,2 0 0 0 0,-1 0 1 0 0,0 1-1 0 0,1-1 1 0 0,0 0-1 0 0,0 1 0 0 0,0 0 1 0 0,0 5-1 0 0,0-2 92 0 0,0 0 0 0 0,1 0 0 0 0,0 0 0 0 0,0 0-1 0 0,1 0 1 0 0,0 0 0 0 0,0 0 0 0 0,1 0 0 0 0,0 0-1 0 0,1 0 1 0 0,-1-1 0 0 0,1 1 0 0 0,1-1 0 0 0,0 1-1 0 0,0-1 1 0 0,0 0 0 0 0,1-1 0 0 0,-1 1 0 0 0,10 8 0 0 0,-5-9-53 0 0,-1 0-1 0 0,1 0 1 0 0,1-1 0 0 0,-1 0 0 0 0,1 0 0 0 0,-1-1 0 0 0,1-1 0 0 0,1 0 0 0 0,-1 0 0 0 0,0-1 0 0 0,1 0 0 0 0,13 1 0 0 0,12-2-248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4.8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 12899 0 0,'-2'0'239'0'0,"0"-1"0"0"0,1 0 0 0 0,-1 1 0 0 0,0-1 0 0 0,1 1 0 0 0,-1-1 0 0 0,0 1 1 0 0,0 0-1 0 0,1 0 0 0 0,-1 0 0 0 0,0 0 0 0 0,0 0 0 0 0,1 0 0 0 0,-1 0 0 0 0,0 1 0 0 0,0-1 0 0 0,1 0 1 0 0,-1 1-1 0 0,0 0 0 0 0,1-1 0 0 0,-1 1 0 0 0,1 0 0 0 0,-1 0 0 0 0,-2 1 0 0 0,-3 3 178 0 0,-1-1 0 0 0,1 1 0 0 0,-13 11 0 0 0,15-12-329 0 0,0 2 0 0 0,1-1 0 0 0,0 0 0 0 0,0 1 0 0 0,0-1 0 0 0,0 1 0 0 0,1 1 0 0 0,0-1 0 0 0,0 0 0 0 0,0 1 1 0 0,1-1-1 0 0,0 1 0 0 0,1-1 0 0 0,-1 1 0 0 0,0 13 0 0 0,2-16-81 0 0,0-1 1 0 0,1 1 0 0 0,-1 0 0 0 0,1 0 0 0 0,0-1 0 0 0,0 1 0 0 0,0 0 0 0 0,0-1-1 0 0,1 1 1 0 0,-1-1 0 0 0,1 0 0 0 0,0 1 0 0 0,0-1 0 0 0,0 0 0 0 0,1 0 0 0 0,-1 0-1 0 0,1 0 1 0 0,-1-1 0 0 0,1 1 0 0 0,0-1 0 0 0,0 0 0 0 0,0 1 0 0 0,0-1 0 0 0,1-1-1 0 0,-1 1 1 0 0,1 0 0 0 0,-1-1 0 0 0,1 0 0 0 0,-1 1 0 0 0,6 0 0 0 0,-2-1-61 0 0,0 1 0 0 0,1-1-1 0 0,-1-1 1 0 0,0 1 0 0 0,1-1 0 0 0,-1 0 0 0 0,0-1 0 0 0,1 0 0 0 0,-1 0 0 0 0,0 0-1 0 0,0-1 1 0 0,0 0 0 0 0,0-1 0 0 0,0 1 0 0 0,0-1 0 0 0,-1-1 0 0 0,1 1 0 0 0,-1-1-1 0 0,0 0 1 0 0,0-1 0 0 0,0 1 0 0 0,-1-1 0 0 0,0 0 0 0 0,1-1 0 0 0,-2 1 0 0 0,1-1-1 0 0,-1 0 1 0 0,0 0 0 0 0,4-7 0 0 0,4-5 362 0 0,-1 17-62 0 0,-9 2-218 0 0,1 1 0 0 0,-1 0 0 0 0,0-1 1 0 0,0 1-1 0 0,0 0 0 0 0,-1 0 0 0 0,1 1 1 0 0,0-1-1 0 0,1 4 0 0 0,6 6 7 0 0,1 0 68 0 0,0 0-1 0 0,0-1 0 0 0,1-1 0 0 0,1 0 1 0 0,0 0-1 0 0,26 16 0 0 0,-33-23-59 0 0,0 0-1 0 0,0-1 0 0 0,0 1 1 0 0,1-1-1 0 0,-1 0 0 0 0,1 0 1 0 0,-1-1-1 0 0,1 1 0 0 0,0-1 1 0 0,0-1-1 0 0,-1 1 0 0 0,1-1 1 0 0,0 0-1 0 0,0 0 0 0 0,0-1 1 0 0,0 0-1 0 0,-1 0 0 0 0,1 0 1 0 0,0 0-1 0 0,-1-1 0 0 0,8-3 1 0 0,-11 4-24 0 0,0 0 0 0 0,-1 0 0 0 0,1 0 1 0 0,-1 0-1 0 0,1 0 0 0 0,-1 0 1 0 0,1-1-1 0 0,-1 1 0 0 0,0 0 1 0 0,0-1-1 0 0,1 1 0 0 0,-1-1 0 0 0,0 1 1 0 0,0-1-1 0 0,-1 0 0 0 0,1 1 1 0 0,0-1-1 0 0,0 0 0 0 0,-1 0 0 0 0,1 1 1 0 0,-1-1-1 0 0,0 0 0 0 0,1 0 1 0 0,-1 0-1 0 0,0 0 0 0 0,0 1 1 0 0,0-1-1 0 0,-1-4 0 0 0,-1-3-28 0 0,-1 1-1 0 0,0-1 1 0 0,0 0 0 0 0,-9-15-1 0 0,9 17-242 0 0,-1 0 0 0 0,1 0 0 0 0,0-1-1 0 0,-3-13 1 0 0,6 11-686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0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0,'17'4'9055'0'0,"-4"6"-3528"0"0,-10-6-5007 0 0,0-1 1 0 0,-1 1 0 0 0,0 0-1 0 0,1-1 1 0 0,-1 1-1 0 0,2 8 1 0 0,1 3-566 0 0,-1 0 0 0 0,4 29 0 0 0,-3 9 109 0 0,6 38 77 0 0,-10-83-322 0 0,1 0 0 0 0,0-1 0 0 0,1 1 0 0 0,0-1 0 0 0,0 1 0 0 0,0-1 0 0 0,1 0 0 0 0,8 11 0 0 0,-7-13-1836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2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5 17508 0 0,'-6'-3'776'0'0,"4"2"160"0"0,-1 1-744 0 0,2 0-192 0 0,-1 0 0 0 0,2 1 320 0 0,0 1 32 0 0,-2 2 8 0 0,2 1 0 0 0,1 2-432 0 0,2 0-88 0 0,1 1-24 0 0,3 0 0 0 0,1 3-2040 0 0,3-3-409 0 0,1-1-87 0 0,0-1-9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54 6449 0 0,'2'-14'752'0'0,"-7"-26"13911"0"0,-6 67-13525 0 0,5 4-790 0 0,1 0 0 0 0,1 0-1 0 0,2 0 1 0 0,2 0 0 0 0,5 59-1 0 0,0-61-569 0 0,0 0 0 0 0,2 0 0 0 0,2 0 0 0 0,0-1 0 0 0,2 0 0 0 0,18 33 0 0 0,13 25-6010 0 0,-38-71 5614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5.9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0 136 9218 0 0,'40'-3'1151'0'0,"-1"-1"1"0"0,0-2-1 0 0,0-2 0 0 0,0-1 1 0 0,-1-2-1 0 0,0-2 0 0 0,-1-1 1 0 0,46-26-1 0 0,-69 31-1104 0 0,-11 7-12 0 0,1-1 0 0 0,-1 1 0 0 0,1 0-1 0 0,-1 0 1 0 0,1 0 0 0 0,0 0 0 0 0,0 1-1 0 0,4-1 1 0 0,-3 37 3013 0 0,-4-29-2996 0 0,1 18 133 0 0,10 40 1 0 0,-11-58-196 0 0,0-1 0 0 0,1 0 0 0 0,-1-1 0 0 0,1 1 1 0 0,0 0-1 0 0,1 0 0 0 0,-1-1 0 0 0,1 1 0 0 0,0-1 1 0 0,0 0-1 0 0,1 0 0 0 0,-1 0 0 0 0,1 0 0 0 0,4 3 1 0 0,-6-6-23 0 0,-1-1 1 0 0,1 1 0 0 0,-1-1-1 0 0,1 0 1 0 0,-1 1 0 0 0,1-1 0 0 0,-1 0-1 0 0,1 0 1 0 0,-1 0 0 0 0,1 0-1 0 0,-1 0 1 0 0,1 0 0 0 0,-1-1 0 0 0,1 1-1 0 0,-1 0 1 0 0,1-1 0 0 0,-1 1-1 0 0,1-1 1 0 0,-1 0 0 0 0,0 1-1 0 0,1-1 1 0 0,-1 0 0 0 0,0 0 0 0 0,0 0-1 0 0,1 0 1 0 0,-1 0 0 0 0,0 0-1 0 0,0 0 1 0 0,0 0 0 0 0,0 0-1 0 0,0-1 1 0 0,0 0 0 0 0,8-9 47 0 0,-1 0 0 0 0,10-19 0 0 0,-12 21 190 0 0,34-49 410 0 0,-37 55-541 0 0,-1-1-1 0 0,1 1 0 0 0,0 0 1 0 0,1 0-1 0 0,-1 0 0 0 0,0 0 0 0 0,1 1 1 0 0,0-1-1 0 0,0 1 0 0 0,0 0 0 0 0,0 0 1 0 0,0 0-1 0 0,6-2 0 0 0,-9 4-29 0 0,0 0-1 0 0,1 0 1 0 0,-1 1 0 0 0,0-1-1 0 0,0 0 1 0 0,0 0 0 0 0,1 1-1 0 0,-1-1 1 0 0,0 0 0 0 0,0 1-1 0 0,0 0 1 0 0,0-1-1 0 0,0 1 1 0 0,0-1 0 0 0,0 1-1 0 0,0 0 1 0 0,0 0 0 0 0,0 0-1 0 0,0-1 1 0 0,0 1 0 0 0,0 0-1 0 0,-1 0 1 0 0,1 0-1 0 0,0 0 1 0 0,-1 1 0 0 0,1-1-1 0 0,-1 0 1 0 0,1 0 0 0 0,0 2-1 0 0,12 46 528 0 0,-6-20-733 0 0,-4-23-121 0 0,0 0 0 0 0,0 1 1 0 0,1-1-1 0 0,0 0 0 0 0,0-1 1 0 0,0 1-1 0 0,1-1 0 0 0,-1 0 0 0 0,1 0 1 0 0,0 0-1 0 0,11 6 0 0 0,5 3-7865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8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233 6 456 0 0,'-11'-5'7113'0'0,"10"5"-6803"0"0,-17 5 3767 0 0,-18 19-1016 0 0,24-15-1684 0 0,11-9-1368 0 0,-23 16 1490 0 0,-32 26 0 0 0,51-38-1325 0 0,0 0 0 0 0,1 0 0 0 0,-1 0 1 0 0,1 1-1 0 0,0 0 0 0 0,1 0 0 0 0,-1 0 0 0 0,1 0 0 0 0,0 0 1 0 0,0 1-1 0 0,1-1 0 0 0,-1 1 0 0 0,-2 11 0 0 0,5-15-156 0 0,0 0 0 0 0,0 0-1 0 0,1 1 1 0 0,-1-1 0 0 0,1 0 0 0 0,-1 0-1 0 0,1 0 1 0 0,-1 0 0 0 0,1 1 0 0 0,0-1-1 0 0,0 0 1 0 0,0 0 0 0 0,1 0-1 0 0,-1-1 1 0 0,0 1 0 0 0,1 0 0 0 0,-1 0-1 0 0,1-1 1 0 0,-1 1 0 0 0,1-1-1 0 0,0 1 1 0 0,2 0 0 0 0,6 6-40 0 0,1-1 0 0 0,21 9-1 0 0,-10-5 42 0 0,13 9-190 0 0,-17-11-165 0 0,32 22 1 0 0,-50-30 333 0 0,1-1 1 0 0,-1 1-1 0 0,1-1 1 0 0,-1 1-1 0 0,0-1 1 0 0,1 1-1 0 0,-1-1 1 0 0,1 1-1 0 0,-1-1 1 0 0,0 1-1 0 0,0-1 1 0 0,1 1-1 0 0,-1 0 1 0 0,0-1-1 0 0,0 1 1 0 0,0-1-1 0 0,0 1 1 0 0,0 0 0 0 0,0-1-1 0 0,0 1 1 0 0,0 0-1 0 0,0-1 1 0 0,0 1-1 0 0,0 0 1 0 0,0-1-1 0 0,0 1 1 0 0,0-1-1 0 0,0 1 1 0 0,-1 0-1 0 0,1-1 1 0 0,0 1-1 0 0,0-1 1 0 0,-1 1-1 0 0,1-1 1 0 0,-1 1-1 0 0,1-1 1 0 0,0 1 0 0 0,-1-1-1 0 0,1 1 1 0 0,-1-1-1 0 0,1 1 1 0 0,-1-1-1 0 0,1 0 1 0 0,-1 1-1 0 0,1-1 1 0 0,-2 1-1 0 0,-30 18 457 0 0,27-17-352 0 0,-128 55 909 0 0,84-38-1459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60 8290 0 0,'4'-31'3957'0'0,"-1"3"4826"0"0,-8 178-5153 0 0,2 78-3658 0 0,3-220 22 0 0,6 61-63 0 0,-5-63-38 0 0,1 1 1 0 0,-1-1-1 0 0,1 0 0 0 0,0 0 1 0 0,0 0-1 0 0,1 0 0 0 0,0 0 1 0 0,5 8-1 0 0,-8-14 93 0 0,0 0 0 0 0,0 0 0 0 0,0 1-1 0 0,1-1 1 0 0,-1 0 0 0 0,0 0 0 0 0,0 0 0 0 0,0 0 0 0 0,0 1-1 0 0,0-1 1 0 0,1 0 0 0 0,-1 0 0 0 0,0 0 0 0 0,0 0 0 0 0,0 0-1 0 0,0 0 1 0 0,1 0 0 0 0,-1 0 0 0 0,0 0 0 0 0,0 1 0 0 0,0-1-1 0 0,1 0 1 0 0,-1 0 0 0 0,0 0 0 0 0,0 0 0 0 0,0 0 0 0 0,1 0-1 0 0,-1 0 1 0 0,0 0 0 0 0,0 0 0 0 0,0 0 0 0 0,0-1 0 0 0,1 1-1 0 0,-1 0 1 0 0,0 0 0 0 0,0 0 0 0 0,0 0 0 0 0,1 0 0 0 0,-1 0-1 0 0,0 0 1 0 0,0 0 0 0 0,0-1 0 0 0,7-10-198 0 0,3-22 259 0 0,-8 27-81 0 0,5-16 73 0 0,1 0-1 0 0,1 0 1 0 0,1 1 0 0 0,21-32 0 0 0,-24 42 35 0 0,0 0 1 0 0,1 1 0 0 0,0 1 0 0 0,1-1 0 0 0,0 1-1 0 0,1 1 1 0 0,-1 0 0 0 0,2 0 0 0 0,-1 1-1 0 0,13-7 1 0 0,-20 12-26 0 0,0 1-1 0 0,0-1 1 0 0,0 1-1 0 0,0 0 1 0 0,0 0-1 0 0,0 0 1 0 0,0 1-1 0 0,0-1 1 0 0,1 1 0 0 0,-1-1-1 0 0,0 1 1 0 0,0 0-1 0 0,1 0 1 0 0,-1 1-1 0 0,0-1 1 0 0,0 1-1 0 0,7 1 1 0 0,-8 0-3 0 0,1-1-1 0 0,0 1 1 0 0,-1 0 0 0 0,1 0-1 0 0,-1 0 1 0 0,1 0 0 0 0,-1 0-1 0 0,0 1 1 0 0,0-1 0 0 0,0 1-1 0 0,0-1 1 0 0,0 1 0 0 0,-1 0-1 0 0,1-1 1 0 0,0 5 0 0 0,4 9 31 0 0,-1 0 0 0 0,-1 1 1 0 0,-1 0-1 0 0,0 0 0 0 0,0 22 1 0 0,-3-32-116 0 0,1 0-74 0 0,0 0-1 0 0,0-1 0 0 0,1 1 0 0 0,0 0 1 0 0,0-1-1 0 0,0 1 0 0 0,5 7 1 0 0,8 8-7153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3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158 41 15203 0 0,'5'-10'-220'0'0,"2"-18"5003"0"0,-7 28-4735 0 0,0 0 1 0 0,0-1 0 0 0,0 1 0 0 0,-1 0-1 0 0,1 0 1 0 0,0 0 0 0 0,0 0-1 0 0,0 0 1 0 0,0 0 0 0 0,0 0-1 0 0,0 0 1 0 0,-1 0 0 0 0,1 0 0 0 0,0 0-1 0 0,0 0 1 0 0,0 0 0 0 0,-2 1 730 0 0,2-1-730 0 0,-17 13 1205 0 0,-3 5-1023 0 0,2 1 1 0 0,-1 1-1 0 0,-24 37 1 0 0,36-48-241 0 0,2 0 0 0 0,-1 0-1 0 0,1 1 1 0 0,0-1 0 0 0,1 1 0 0 0,1 1 0 0 0,-1-1-1 0 0,1 0 1 0 0,1 1 0 0 0,0 0 0 0 0,-1 21 0 0 0,3-29-6 0 0,0 1 1 0 0,0 0-1 0 0,1 0 1 0 0,-1 0-1 0 0,1 0 1 0 0,0-1-1 0 0,0 1 0 0 0,0 0 1 0 0,1-1-1 0 0,-1 1 1 0 0,1-1-1 0 0,0 1 1 0 0,0-1-1 0 0,0 0 1 0 0,0 0-1 0 0,0 1 1 0 0,1-2-1 0 0,0 1 1 0 0,-1 0-1 0 0,1 0 1 0 0,0-1-1 0 0,0 0 1 0 0,0 0-1 0 0,1 0 1 0 0,-1 0-1 0 0,1 0 0 0 0,-1 0 1 0 0,1-1-1 0 0,-1 0 1 0 0,1 0-1 0 0,0 0 1 0 0,-1 0-1 0 0,1 0 1 0 0,0-1-1 0 0,6 1 1 0 0,0-1 13 0 0,0 0 1 0 0,0-1 0 0 0,0 0 0 0 0,0-1-1 0 0,-1 0 1 0 0,1 0 0 0 0,0-1-1 0 0,-1 0 1 0 0,0-1 0 0 0,0 0-1 0 0,0 0 1 0 0,15-11 0 0 0,-18 11 21 0 0,0-1 0 0 0,-1 1 0 0 0,0-1 0 0 0,0 0 0 0 0,0-1 0 0 0,0 1 0 0 0,-1-1 0 0 0,0 0 0 0 0,0 0 0 0 0,-1 0 0 0 0,1 0 0 0 0,-1-1 0 0 0,-1 0 0 0 0,4-9 0 0 0,-5 10-11 0 0,0 0 1 0 0,-1 0-1 0 0,0 0 1 0 0,1 0-1 0 0,-2 0 1 0 0,1 0-1 0 0,-1 0 1 0 0,0 0-1 0 0,0 0 1 0 0,-1 0-1 0 0,1 1 1 0 0,-1-1-1 0 0,-1 0 1 0 0,1 1-1 0 0,-1-1 1 0 0,0 1 0 0 0,-5-7-1 0 0,-7-8-123 0 0,0 2 0 0 0,-30-30-1 0 0,9 16-6513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6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68 11026 0 0,'28'9'989'0'0,"-22"-8"-546"0"0,-1 0-1 0 0,1 0 0 0 0,-1 1 1 0 0,0 0-1 0 0,0 0 1 0 0,0 0-1 0 0,0 1 1 0 0,0 0-1 0 0,0 0 0 0 0,-1 0 1 0 0,1 0-1 0 0,-1 1 1 0 0,0 0-1 0 0,0 0 1 0 0,0 0-1 0 0,-1 0 1 0 0,5 7-1 0 0,9 19 353 0 0,-1 1-1 0 0,19 55 1 0 0,-20-48-305 0 0,-24-60 287 0 0,0 3-510 0 0,1-1-1 0 0,-5-23 0 0 0,5 10-238 0 0,-5-63-1 0 0,12 83-684 0 0,1-1-1 0 0,1 1 1 0 0,0 0 0 0 0,4-20 0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19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13363 0 0,'0'-1'136'0'0,"1"1"0"0"0,-1-1-1 0 0,0 1 1 0 0,1-1 0 0 0,-1 1 0 0 0,1-1 0 0 0,-1 1 0 0 0,0-1-1 0 0,1 1 1 0 0,0 0 0 0 0,-1-1 0 0 0,1 1 0 0 0,-1 0 0 0 0,1-1-1 0 0,-1 1 1 0 0,1 0 0 0 0,0 0 0 0 0,-1-1 0 0 0,1 1-1 0 0,-1 0 1 0 0,1 0 0 0 0,0 0 0 0 0,-1 0 0 0 0,1 0 0 0 0,0 0-1 0 0,-1 0 1 0 0,1 0 0 0 0,0 0 0 0 0,-1 0 0 0 0,1 0 0 0 0,-1 1-1 0 0,1-1 1 0 0,0 0 0 0 0,-1 0 0 0 0,1 1 0 0 0,-1-1 0 0 0,1 0-1 0 0,0 1 1 0 0,-1-1 0 0 0,1 0 0 0 0,-1 1 0 0 0,1-1 0 0 0,-1 1-1 0 0,0-1 1 0 0,1 1 0 0 0,-1-1 0 0 0,1 1 0 0 0,-1-1 0 0 0,0 1-1 0 0,0-1 1 0 0,1 1 0 0 0,-1 0 0 0 0,0-1 0 0 0,0 1 0 0 0,1 1-1 0 0,0 2 141 0 0,0 0 0 0 0,0 0 0 0 0,0 0 0 0 0,0 0-1 0 0,-1 0 1 0 0,1 1 0 0 0,-1 4 0 0 0,-4 46-186 0 0,4 0 0 0 0,2 0-1 0 0,2 0 1 0 0,2-1 0 0 0,3 1 0 0 0,2-2 0 0 0,3 1 0 0 0,37 94 0 0 0,-26-84-2508 0 0,-19-46-5354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0.1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1 138 10570 0 0,'0'-1'38'0'0,"-1"0"-1"0"0,1 0 0 0 0,0 0 1 0 0,0 0-1 0 0,0 0 0 0 0,0 0 1 0 0,0 0-1 0 0,0 0 0 0 0,1 0 1 0 0,-1 0-1 0 0,0 0 1 0 0,0 0-1 0 0,1 0 0 0 0,-1 0 1 0 0,0 0-1 0 0,1 0 0 0 0,-1 0 1 0 0,1 1-1 0 0,-1-1 0 0 0,1 0 1 0 0,0 0-1 0 0,-1 1 0 0 0,1-1 1 0 0,0 0-1 0 0,-1 1 1 0 0,1-1-1 0 0,0 0 0 0 0,0 1 1 0 0,0-1-1 0 0,-1 1 0 0 0,1-1 1 0 0,0 1-1 0 0,0 0 0 0 0,2-1 1 0 0,40-11 2052 0 0,-30 9-668 0 0,119-27 4330 0 0,83-23-5659 0 0,-183 42-7661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1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198 37 920 0 0,'0'-1'124'0'0,"1"0"-1"0"0,0 0 0 0 0,0 1 0 0 0,-1-1 1 0 0,1 0-1 0 0,-1 0 0 0 0,1 0 1 0 0,-1 0-1 0 0,1-1 0 0 0,-1 1 1 0 0,0 0-1 0 0,0 0 0 0 0,1 0 1 0 0,-1 0-1 0 0,0 0 0 0 0,0 0 1 0 0,0 0-1 0 0,0-1 0 0 0,0 1 1 0 0,0 0-1 0 0,-1 0 0 0 0,1 0 1 0 0,0 0-1 0 0,0 0 0 0 0,-1 0 1 0 0,1 0-1 0 0,-1 0 0 0 0,1 0 1 0 0,-1 0-1 0 0,-1-2 0 0 0,1 3 281 0 0,-1-1-1 0 0,0 1 0 0 0,0-1 1 0 0,0 1-1 0 0,0 0 0 0 0,0 0 1 0 0,1-1-1 0 0,-1 2 1 0 0,0-1-1 0 0,0 0 0 0 0,0 0 1 0 0,0 0-1 0 0,0 1 0 0 0,0-1 1 0 0,1 1-1 0 0,-1 0 1 0 0,-2 1-1 0 0,-2 0 401 0 0,0 1 1 0 0,1 0-1 0 0,0 0 1 0 0,0 0-1 0 0,0 0 1 0 0,0 1-1 0 0,-7 7 0 0 0,4-2-222 0 0,0-1-1 0 0,1 2 0 0 0,-9 14 0 0 0,0 5-72 0 0,-21 55 1 0 0,34-76-248 0 0,1-4-238 0 0,-1 4 25 0 0,0 0 0 0 0,0 0 0 0 0,1 0 0 0 0,0 0 0 0 0,-2 14 0 0 0,4-21-44 0 0,0 1-1 0 0,0-1 0 0 0,0 0 0 0 0,0 0 0 0 0,0 1 1 0 0,1-1-1 0 0,-1 0 0 0 0,0 0 0 0 0,1 0 0 0 0,-1 0 1 0 0,0 1-1 0 0,1-1 0 0 0,0 0 0 0 0,-1 0 1 0 0,1 0-1 0 0,0 0 0 0 0,-1 0 0 0 0,3 1 0 0 0,-2-1-5 0 0,1 0 0 0 0,-1 0 0 0 0,1 0 0 0 0,0-1 0 0 0,0 1 0 0 0,-1-1 0 0 0,1 1 0 0 0,0-1 0 0 0,0 0 0 0 0,-1 1 0 0 0,1-1 0 0 0,0 0 0 0 0,0 0 0 0 0,0 0 0 0 0,-1 0 0 0 0,4-1 0 0 0,58-12-266 0 0,-42 8 222 0 0,0 1-1 0 0,0 0 1 0 0,0 2 0 0 0,23 0 0 0 0,-39 2 41 0 0,0 0 0 0 0,1 1 0 0 0,-1-1 0 0 0,0 1 0 0 0,0 1 0 0 0,0-1 1 0 0,0 1-1 0 0,0 0 0 0 0,0 0 0 0 0,0 0 0 0 0,0 1 0 0 0,-1-1 0 0 0,1 1 0 0 0,-1 0 0 0 0,0 1 1 0 0,0-1-1 0 0,0 1 0 0 0,0 0 0 0 0,-1 0 0 0 0,1 0 0 0 0,2 5 0 0 0,-3-4 2 0 0,-1 1-1 0 0,0-1 0 0 0,0 1 1 0 0,0 0-1 0 0,-1 0 0 0 0,1-1 1 0 0,-1 1-1 0 0,-1 0 0 0 0,1 0 1 0 0,-1 0-1 0 0,0 0 0 0 0,-1 0 1 0 0,1 0-1 0 0,-1 0 0 0 0,0 0 1 0 0,-1 0-1 0 0,0 0 0 0 0,1-1 1 0 0,-4 7-1 0 0,-5 10-4 0 0,0 1-1 0 0,-2-2 1 0 0,-16 25 0 0 0,15-26-211 0 0,0-1 0 0 0,-1-1 1 0 0,-23 24-1 0 0,27-35-376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52 11058 0 0,'2'-5'523'0'0,"0"0"0"0"0,1 1 0 0 0,0-1-1 0 0,0 0 1 0 0,0 1 0 0 0,0-1-1 0 0,7-5 1 0 0,-9 9-371 0 0,0 0 1 0 0,0 0-1 0 0,0 1 1 0 0,0-1-1 0 0,0 0 1 0 0,0 1-1 0 0,1-1 0 0 0,-1 1 1 0 0,0-1-1 0 0,0 1 1 0 0,0-1-1 0 0,1 1 0 0 0,-1 0 1 0 0,0 0-1 0 0,1 0 1 0 0,-1 0-1 0 0,0 0 0 0 0,0 0 1 0 0,1 0-1 0 0,-1 0 1 0 0,0 0-1 0 0,0 0 1 0 0,1 1-1 0 0,-1-1 0 0 0,0 1 1 0 0,0-1-1 0 0,0 1 1 0 0,1-1-1 0 0,-1 1 0 0 0,0 0 1 0 0,0-1-1 0 0,0 1 1 0 0,0 0-1 0 0,0 0 0 0 0,0 0 1 0 0,0 0-1 0 0,-1 0 1 0 0,1 0-1 0 0,1 1 1 0 0,6 9 111 0 0,0 0 1 0 0,-1 1 0 0 0,0-1-1 0 0,0 1 1 0 0,-2 1 0 0 0,9 23-1 0 0,17 84 219 0 0,-27-102-391 0 0,17 100 112 0 0,-16-80-273 0 0,2 1-1 0 0,1-1 1 0 0,2 0-1 0 0,19 45 1 0 0,-26-76-53 0 0,1 0-1 0 0,-1 0 1 0 0,1-1-1 0 0,1 1 1 0 0,7 8-1 0 0,-10-13-208 0 0,0 0-1 0 0,1 0 1 0 0,-1 0-1 0 0,1 0 1 0 0,-1 0-1 0 0,1-1 1 0 0,0 1-1 0 0,0-1 0 0 0,5 3 1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52 14283 0 0,'27'-12'3748'0'0,"-24"12"-3547"0"0,68-23 2513 0 0,-55 19-2747 0 0,1 0 0 0 0,-1 1 1 0 0,1 0-1 0 0,27 0 0 0 0,-12 5-41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0 324 5065 0 0,'11'-6'862'0'0,"88"-48"6071"0"0,-90 48-6153 0 0,0 0 0 0 0,-1-1 1 0 0,1 0-1 0 0,-1 0 0 0 0,0-1 1 0 0,-1 0-1 0 0,0-1 1 0 0,6-9-1 0 0,-10 11-621 0 0,0 1 0 0 0,-1-1-1 0 0,0 0 1 0 0,0 0 0 0 0,-1 0 0 0 0,0 0 0 0 0,0 0-1 0 0,0-1 1 0 0,-1 1 0 0 0,0 0 0 0 0,-1 0 0 0 0,1 0-1 0 0,-2-1 1 0 0,1 1 0 0 0,-1 0 0 0 0,0 0 0 0 0,0 1-1 0 0,-1-1 1 0 0,1 0 0 0 0,-2 1 0 0 0,1-1 0 0 0,-1 1-1 0 0,0 0 1 0 0,-6-7 0 0 0,9 12-154 0 0,0 0 0 0 0,1 0 0 0 0,-1 1 0 0 0,0-1 0 0 0,0 0 0 0 0,0 0 0 0 0,0 1 0 0 0,-1-1 0 0 0,1 1 0 0 0,0-1 0 0 0,0 1 0 0 0,0-1 0 0 0,0 1 0 0 0,0 0-1 0 0,-1 0 1 0 0,1-1 0 0 0,0 1 0 0 0,0 0 0 0 0,-1 0 0 0 0,1 0 0 0 0,0 0 0 0 0,0 0 0 0 0,0 1 0 0 0,-1-1 0 0 0,1 0 0 0 0,-1 1 0 0 0,0 0 3 0 0,-1 1 0 0 0,1-1 0 0 0,0 1 0 0 0,0-1 0 0 0,0 1 1 0 0,1 0-1 0 0,-1 0 0 0 0,0-1 0 0 0,0 1 0 0 0,1 1 0 0 0,-3 3 0 0 0,-1 4-8 0 0,0 0-1 0 0,1 0 0 0 0,0 1 1 0 0,-4 18-1 0 0,6-20-23 0 0,1-1 0 0 0,0 1 1 0 0,0 0-1 0 0,1 0 0 0 0,0-1 0 0 0,0 1 0 0 0,1 0 0 0 0,2 12 1 0 0,-1-17 4 0 0,-1 1 1 0 0,1-1 0 0 0,-1 0 0 0 0,1 0 0 0 0,0 1 0 0 0,1-1 0 0 0,-1 0 0 0 0,1-1 0 0 0,0 1 0 0 0,0 0 0 0 0,0-1 0 0 0,0 0-1 0 0,1 0 1 0 0,-1 0 0 0 0,1 0 0 0 0,0 0 0 0 0,5 3 0 0 0,-2-3-27 0 0,-1 0-1 0 0,0-1 1 0 0,1 1 0 0 0,0-1 0 0 0,0 0-1 0 0,-1-1 1 0 0,1 0 0 0 0,0 0-1 0 0,0 0 1 0 0,0-1 0 0 0,0 0 0 0 0,0-1-1 0 0,0 1 1 0 0,0-1 0 0 0,0 0-1 0 0,7-3 1 0 0,9-4-1168 0 0,-1 0-1 0 0,0-2 0 0 0,29-17 1 0 0,-28 14-949 0 0,-2 3 466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2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 7834 0 0,'0'0'269'0'0,"-1"0"1"0"0,0 0 0 0 0,0-1 0 0 0,0 1 0 0 0,0 0 0 0 0,0 0-1 0 0,0 0 1 0 0,1 0 0 0 0,-1 1 0 0 0,0-1 0 0 0,0 0-1 0 0,0 0 1 0 0,0 0 0 0 0,0 1 0 0 0,1-1 0 0 0,-1 1-1 0 0,0-1 1 0 0,0 0 0 0 0,1 1 0 0 0,-1-1 0 0 0,0 1-1 0 0,0-1 1 0 0,1 1 0 0 0,-1 0 0 0 0,1-1 0 0 0,-1 1-1 0 0,1 0 1 0 0,-1 0 0 0 0,1-1 0 0 0,-1 1 0 0 0,1 0 0 0 0,-1 0-1 0 0,1-1 1 0 0,0 1 0 0 0,-1 0 0 0 0,1 0 0 0 0,0 0-1 0 0,0 0 1 0 0,0 0 0 0 0,0-1 0 0 0,0 1 0 0 0,0 0-1 0 0,0 0 1 0 0,0 2 0 0 0,2 4 195 0 0,0-1 0 0 0,0 1 0 0 0,0 0 0 0 0,1-1 0 0 0,4 7 0 0 0,3 10-393 0 0,5 21 31 0 0,-2 0 0 0 0,-1 1 0 0 0,-3 0 1 0 0,-2 1-1 0 0,-2 0 0 0 0,-1 0 0 0 0,-5 65 0 0 0,-6-61-329 0 0,6-47-118 0 0,1 1 0 0 0,-1-1 1 0 0,-1 1-1 0 0,1-1 0 0 0,-1 1 0 0 0,1-1 1 0 0,-1 0-1 0 0,0 0 0 0 0,0 0 0 0 0,0 0 1 0 0,-4 4-1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5 290 3225 0 0,'-5'-68'399'0'0,"5"54"948"0"0,1 0-1 0 0,0 1 0 0 0,0-1 1 0 0,1 0-1 0 0,7-20 1 0 0,-7 25-653 0 0,2 0 0 0 0,-1 0 0 0 0,1 0 1 0 0,0 0-1 0 0,1 1 0 0 0,0 0 1 0 0,0 0-1 0 0,1 0 0 0 0,8-8 1 0 0,-11 13-551 0 0,0 0 1 0 0,0 1 0 0 0,0 0 0 0 0,1 0-1 0 0,-1 0 1 0 0,1 0 0 0 0,-1 0 0 0 0,1 0-1 0 0,0 1 1 0 0,-1 0 0 0 0,1 0 0 0 0,0 0-1 0 0,0 0 1 0 0,0 1 0 0 0,0-1-1 0 0,0 1 1 0 0,0 0 0 0 0,0 0 0 0 0,0 1-1 0 0,-1-1 1 0 0,1 1 0 0 0,0 0 0 0 0,0 0-1 0 0,0 0 1 0 0,4 2 0 0 0,-4-2-101 0 0,-1 0 0 0 0,1 1 0 0 0,-1-1 0 0 0,0 1 1 0 0,0 0-1 0 0,1 0 0 0 0,-1 0 0 0 0,0 0 0 0 0,-1 0 0 0 0,1 1 1 0 0,0-1-1 0 0,-1 1 0 0 0,1-1 0 0 0,-1 1 0 0 0,0 0 0 0 0,0 0 1 0 0,0 1-1 0 0,0-1 0 0 0,-1 0 0 0 0,1 0 0 0 0,1 7 0 0 0,-3-6-18 0 0,1 1-1 0 0,-1 0 0 0 0,0-1 0 0 0,0 1 0 0 0,-1 0 0 0 0,1-1 0 0 0,-1 1 1 0 0,0 0-1 0 0,0-1 0 0 0,-1 0 0 0 0,1 1 0 0 0,-1-1 0 0 0,0 0 0 0 0,0 1 0 0 0,0-1 1 0 0,-5 6-1 0 0,2-2-246 0 0,-1 0-1 0 0,1 0 1 0 0,-1 0 0 0 0,-1-1 0 0 0,1 0 0 0 0,-1 0 0 0 0,0-1 0 0 0,-1 0 0 0 0,0 0-1 0 0,-9 5 1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58 11058 0 0,'2'-3'280'0'0,"0"0"-1"0"0,0 0 1 0 0,1 0-1 0 0,0 1 0 0 0,-1-1 1 0 0,1 1-1 0 0,0 0 1 0 0,4-3-1 0 0,-5 4-65 0 0,3-3 48 0 0,0 0 1 0 0,0 1-1 0 0,0 0 1 0 0,1 0-1 0 0,0 0 1 0 0,-1 0-1 0 0,1 1 1 0 0,0 0-1 0 0,6-1 1 0 0,-10 3-198 0 0,0 0 0 0 0,-1 0 1 0 0,1 0-1 0 0,0 0 0 0 0,0 0 1 0 0,0 0-1 0 0,-1 0 0 0 0,1 0 1 0 0,0 1-1 0 0,0-1 0 0 0,-1 1 1 0 0,1 0-1 0 0,0-1 0 0 0,-1 1 1 0 0,1 0-1 0 0,0 0 0 0 0,-1 0 1 0 0,1 0-1 0 0,-1 0 0 0 0,0 0 1 0 0,1 0-1 0 0,-1 1 1 0 0,0-1-1 0 0,0 1 0 0 0,0-1 1 0 0,0 1-1 0 0,0-1 0 0 0,0 1 1 0 0,0-1-1 0 0,0 1 0 0 0,-1 0 1 0 0,1-1-1 0 0,0 1 0 0 0,-1 0 1 0 0,1 2-1 0 0,1 5-79 0 0,0 1 1 0 0,-1 0-1 0 0,0-1 0 0 0,-1 1 0 0 0,1 0 1 0 0,-2-1-1 0 0,0 1 0 0 0,0 0 1 0 0,-3 12-1 0 0,-5 10-90 0 0,-17 44-1 0 0,14-47 113 0 0,-9 42-1 0 0,20-70 46 0 0,1 0-1 0 0,0 1 0 0 0,-1-1 0 0 0,1 0 1 0 0,0 1-1 0 0,0-1 0 0 0,-1 0 0 0 0,1 1 1 0 0,0-1-1 0 0,1 1 0 0 0,-1-1 1 0 0,0 0-1 0 0,0 1 0 0 0,0-1 0 0 0,1 0 1 0 0,-1 0-1 0 0,1 1 0 0 0,-1-1 1 0 0,1 0-1 0 0,-1 0 0 0 0,2 2 0 0 0,-1-2-3 0 0,0-1 1 0 0,0 0-1 0 0,0 1 0 0 0,0-1 0 0 0,0 1 0 0 0,0-1 0 0 0,0 0 0 0 0,0 0 0 0 0,0 0 0 0 0,0 1 0 0 0,0-1 0 0 0,0 0 0 0 0,0 0 1 0 0,0-1-1 0 0,0 1 0 0 0,0 0 0 0 0,0 0 0 0 0,0 0 0 0 0,0-1 0 0 0,2 0 0 0 0,7-3 232 0 0,0-1 1 0 0,0 0-1 0 0,17-12 0 0 0,-23 15-271 0 0,75-51-140 0 0,-46 30-5615 0 0,-8 6-1079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3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646 100 8754 0 0,'-54'-38'2772'0'0,"40"27"-469"0"0,-2 1 1 0 0,-19-12 0 0 0,27 19-1990 0 0,0 0 0 0 0,1 0 0 0 0,-1 0 0 0 0,-14-2 0 0 0,9 4-111 0 0,-1 0 0 0 0,1 1 0 0 0,-1 1 0 0 0,1 0 0 0 0,-1 0 0 0 0,1 1 1 0 0,0 1-1 0 0,0 1 0 0 0,0 0 0 0 0,0 0 0 0 0,0 1 0 0 0,-18 11 0 0 0,12-6-111 0 0,1 1 0 0 0,0 1-1 0 0,0 1 1 0 0,1 0 0 0 0,1 2 0 0 0,0 0-1 0 0,-15 19 1 0 0,17-15-15 0 0,1 0 0 0 0,1 1-1 0 0,1 1 1 0 0,0 0 0 0 0,-14 44 0 0 0,13-25-99 0 0,2 1 0 0 0,-8 60 0 0 0,16-87-42 0 0,1 1 0 0 0,0-1 0 0 0,1 1 0 0 0,1-1 1 0 0,0 1-1 0 0,1-1 0 0 0,1 0 0 0 0,0 0 0 0 0,1 1 0 0 0,0-2 1 0 0,8 18-1 0 0,-4-17-24 0 0,0 0 0 0 0,0-1 1 0 0,2 0-1 0 0,0 0 0 0 0,0-1 0 0 0,1 0 1 0 0,0 0-1 0 0,1-2 0 0 0,1 1 0 0 0,13 8 1 0 0,0-2-66 0 0,0-2 1 0 0,1 0 0 0 0,1-2 0 0 0,0-1 0 0 0,1-2-1 0 0,0 0 1 0 0,57 10 0 0 0,-50-14 286 0 0,0-2 0 0 0,1-2 0 0 0,-1-1 0 0 0,0-2 0 0 0,1-1 0 0 0,48-10 0 0 0,-74 10-39 0 0,1 0 1 0 0,-1-1-1 0 0,0-1 0 0 0,0 1 1 0 0,0-2-1 0 0,0 0 1 0 0,-1 0-1 0 0,0-1 1 0 0,0 0-1 0 0,0 0 1 0 0,-1-1-1 0 0,0-1 1 0 0,0 1-1 0 0,-1-1 0 0 0,0-1 1 0 0,-1 0-1 0 0,1 0 1 0 0,-2 0-1 0 0,1-1 1 0 0,-1 0-1 0 0,-1 0 1 0 0,0-1-1 0 0,0 0 1 0 0,-1 1-1 0 0,3-15 1 0 0,-1 3 62 0 0,-2-1 1 0 0,-1 0-1 0 0,-1 0 1 0 0,-1 0-1 0 0,-1 0 1 0 0,-1-1-1 0 0,-1 1 1 0 0,-6-30-1 0 0,-2 4 20 0 0,-3 1 0 0 0,-34-85 0 0 0,37 109-179 0 0,-1 0-1 0 0,-1 1 1 0 0,-1 0 0 0 0,-1 1-1 0 0,-1 0 1 0 0,-24-26 0 0 0,33 41-51 0 0,-1 1 0 0 0,0-1 0 0 0,0 1 0 0 0,0 0 0 0 0,-1 1 1 0 0,0 0-1 0 0,0 0 0 0 0,0 0 0 0 0,-1 1 0 0 0,1 0 0 0 0,-1 1 1 0 0,0 0-1 0 0,0 1 0 0 0,0-1 0 0 0,0 2 0 0 0,-1-1 1 0 0,1 1-1 0 0,0 1 0 0 0,-1 0 0 0 0,1 0 0 0 0,-11 2 0 0 0,14-1-65 0 0,-1 1 0 0 0,1-1 0 0 0,0 1-1 0 0,0 1 1 0 0,1-1 0 0 0,-1 1 0 0 0,0 0 0 0 0,1 0-1 0 0,-10 8 1 0 0,-13 17-483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4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305 2 5529 0 0,'0'0'423'0'0,"-21"-2"6269"0"0,11 3-5969 0 0,0 1 1 0 0,0 0-1 0 0,0 0 1 0 0,0 1-1 0 0,0 0 0 0 0,1 1 1 0 0,-1 0-1 0 0,1 0 1 0 0,0 1-1 0 0,0 0 1 0 0,-10 9-1 0 0,7-5-470 0 0,1 2 0 0 0,0-1 0 0 0,1 1 0 0 0,0 1 0 0 0,1 0 0 0 0,0 0 0 0 0,-8 16 0 0 0,6-7-252 0 0,0 0 0 0 0,2 1-1 0 0,1 0 1 0 0,1 1 0 0 0,0 0 0 0 0,2 0 0 0 0,1 0-1 0 0,1 1 1 0 0,-1 42 0 0 0,4-56 21 0 0,1 0-1 0 0,0-1 1 0 0,0 1 0 0 0,1-1 0 0 0,0 1-1 0 0,1-1 1 0 0,0 0 0 0 0,0 0 0 0 0,1 0-1 0 0,9 15 1 0 0,-10-20-26 0 0,0 1 0 0 0,1-1 0 0 0,-1 0 0 0 0,1 0-1 0 0,0-1 1 0 0,0 1 0 0 0,0-1 0 0 0,0 0 0 0 0,1 0 0 0 0,-1 0 0 0 0,1 0-1 0 0,0-1 1 0 0,0 0 0 0 0,0 0 0 0 0,0 0 0 0 0,0-1 0 0 0,0 1-1 0 0,0-1 1 0 0,1-1 0 0 0,9 1 0 0 0,-1-1-200 0 0,0-1-1 0 0,0-1 1 0 0,-1 0-1 0 0,1 0 1 0 0,-1-2-1 0 0,0 0 1 0 0,17-7-1 0 0,88-48-1021 0 0,-58 27 1565 0 0,39-16-594 0 0,167-58 0 0 0,-258 104 186 0 0,20-7-418 0 0,37-17-1 0 0,-58 23 271 0 0,0-1 1 0 0,0 1 0 0 0,-1-2-1 0 0,0 1 1 0 0,1 0 0 0 0,-1-1-1 0 0,-1-1 1 0 0,1 1-1 0 0,-1-1 1 0 0,8-9 0 0 0,-13 14 266 0 0,0 1 1 0 0,0-1-1 0 0,1 1 0 0 0,-1-1 1 0 0,0 0-1 0 0,0 1 1 0 0,0-1-1 0 0,1 1 1 0 0,-1-1-1 0 0,0 1 1 0 0,0-1-1 0 0,0 0 0 0 0,0 1 1 0 0,0-1-1 0 0,0 1 1 0 0,0-1-1 0 0,-1 0 1 0 0,1 1-1 0 0,0-1 1 0 0,0 1-1 0 0,0-1 0 0 0,-1 1 1 0 0,1-1-1 0 0,0 0 1 0 0,0 1-1 0 0,-1-1 1 0 0,1 1-1 0 0,-1-1 1 0 0,-17-13 4688 0 0,-25-2 1900 0 0,33 15-6581 0 0,0 1-1 0 0,0 0 0 0 0,0 0 1 0 0,0 1-1 0 0,0 0 1 0 0,0 1-1 0 0,0 0 1 0 0,0 1-1 0 0,1 0 1 0 0,-1 0-1 0 0,1 1 0 0 0,0 0 1 0 0,0 1-1 0 0,0 0 1 0 0,0 0-1 0 0,1 1 1 0 0,0 0-1 0 0,0 0 1 0 0,-11 13-1 0 0,10-10-192 0 0,0 1 0 0 0,1 0 0 0 0,0 0 0 0 0,1 1 0 0 0,0 0-1 0 0,0 1 1 0 0,1-1 0 0 0,1 1 0 0 0,0 0 0 0 0,0 1 0 0 0,1-1 0 0 0,1 1 0 0 0,0 0 0 0 0,-1 21 0 0 0,3-30 61 0 0,1-1 0 0 0,0 0 0 0 0,0 1 0 0 0,1-1 0 0 0,-1 1 0 0 0,1-1 0 0 0,-1 1 0 0 0,1-1 0 0 0,0 0 1 0 0,0 0-1 0 0,1 1 0 0 0,-1-1 0 0 0,1 0 0 0 0,0 0 0 0 0,-1 0 0 0 0,1 0 0 0 0,0-1 0 0 0,1 1 1 0 0,-1 0-1 0 0,0-1 0 0 0,1 0 0 0 0,0 1 0 0 0,3 2 0 0 0,-2-4-48 0 0,-1 1 1 0 0,1-1-1 0 0,-1 0 1 0 0,1 0-1 0 0,0 0 0 0 0,-1 0 1 0 0,1-1-1 0 0,0 1 1 0 0,0-1-1 0 0,-1 0 0 0 0,1 0 1 0 0,0 0-1 0 0,0-1 0 0 0,-1 1 1 0 0,1-1-1 0 0,0 0 1 0 0,-1 0-1 0 0,1-1 0 0 0,-1 1 1 0 0,1 0-1 0 0,3-3 1 0 0,1-1 30 0 0,0 1 0 0 0,0-1 0 0 0,0 0 0 0 0,-1-1 0 0 0,0 0 0 0 0,0 0 0 0 0,-1 0 0 0 0,0-1 0 0 0,0 0 0 0 0,0 0 0 0 0,-1-1 0 0 0,0 1 0 0 0,0-1 0 0 0,-1 0 0 0 0,0-1 0 0 0,5-13 0 0 0,-9 21 134 0 0,0 0 1 0 0,1-1 0 0 0,-1 1 0 0 0,1-1 0 0 0,-1 1 0 0 0,1 0 0 0 0,0 0 0 0 0,0-1 0 0 0,0 1 0 0 0,-1 0-1 0 0,1 0 1 0 0,0 0 0 0 0,0 0 0 0 0,0 0 0 0 0,1 0 0 0 0,-1 0 0 0 0,0 0 0 0 0,0 1 0 0 0,0-1 0 0 0,1 0 0 0 0,-1 1-1 0 0,0-1 1 0 0,1 1 0 0 0,-1-1 0 0 0,1 1 0 0 0,-1 0 0 0 0,0-1 0 0 0,1 1 0 0 0,-1 0 0 0 0,1 0 0 0 0,-1 0-1 0 0,1 0 1 0 0,-1 0 0 0 0,1 1 0 0 0,-1-1 0 0 0,0 0 0 0 0,1 1 0 0 0,-1-1 0 0 0,1 0 0 0 0,-1 1 0 0 0,0 0-1 0 0,0-1 1 0 0,3 3 0 0 0,2 0 18 0 0,0 0 0 0 0,-1 1 0 0 0,1-1 0 0 0,-1 1 0 0 0,0 1 0 0 0,0-1 0 0 0,0 1 0 0 0,6 7 0 0 0,-2 1-152 0 0,36 47 225 0 0,-11-23-3082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1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123 30 14283 0 0,'-6'-4'356'0'0,"0"0"1"0"0,-1 0-1 0 0,0 0 0 0 0,0 1 0 0 0,0 0 0 0 0,-10-3 1 0 0,15 6-241 0 0,0-1 0 0 0,1 1 1 0 0,-1 0-1 0 0,0 0 1 0 0,0 0-1 0 0,0 0 0 0 0,1 0 1 0 0,-1 0-1 0 0,0 0 1 0 0,0 1-1 0 0,1-1 0 0 0,-1 0 1 0 0,0 1-1 0 0,1 0 0 0 0,-1-1 1 0 0,0 1-1 0 0,1 0 1 0 0,-1 0-1 0 0,1 0 0 0 0,-1 0 1 0 0,1 0-1 0 0,0 0 1 0 0,-1 0-1 0 0,1 0 0 0 0,0 1 1 0 0,0-1-1 0 0,0 1 0 0 0,0-1 1 0 0,0 1-1 0 0,0-1 1 0 0,0 1-1 0 0,0-1 0 0 0,-1 4 1 0 0,-1 5 113 0 0,0 0 0 0 0,0 1 0 0 0,1-1 0 0 0,0 1 0 0 0,1 0 0 0 0,0 0 1 0 0,1 12-1 0 0,9 81 663 0 0,-4-64-508 0 0,3 59 114 0 0,-5-38-490 0 0,20 99-1 0 0,-20-149-219 0 0,0 1 1 0 0,1-1-1 0 0,0-1 0 0 0,0 1 1 0 0,1-1-1 0 0,1 0 0 0 0,12 18 1 0 0,0-6-373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224 14 11522 0 0,'-2'-2'310'0'0,"1"1"0"0"0,-1 0 0 0 0,1 0 0 0 0,-1 0 0 0 0,0 0 0 0 0,0 0 0 0 0,1 0 0 0 0,-1 0 0 0 0,0 0 0 0 0,0 1 0 0 0,0-1 0 0 0,0 1 0 0 0,0-1 0 0 0,0 1 0 0 0,0 0 0 0 0,0 0 0 0 0,0 0 0 0 0,0 0 0 0 0,0 0 0 0 0,0 0 0 0 0,0 1 0 0 0,0-1 0 0 0,-2 1 0 0 0,-6 1 171 0 0,1 0 1 0 0,1 0 0 0 0,-1 0-1 0 0,-10 5 1 0 0,11-2-394 0 0,-1 1 0 0 0,1-1-1 0 0,0 2 1 0 0,0-1 0 0 0,1 1 0 0 0,0 0 0 0 0,0 0 0 0 0,0 1 0 0 0,1 0-1 0 0,0 0 1 0 0,1 1 0 0 0,0-1 0 0 0,0 1 0 0 0,1 0 0 0 0,-5 15 0 0 0,6-17-40 0 0,1-1 1 0 0,0 1 0 0 0,1 0 0 0 0,-1 0 0 0 0,1 0 0 0 0,0 0 0 0 0,1 0 0 0 0,0 0 0 0 0,0 0 0 0 0,1 0-1 0 0,-1 0 1 0 0,1-1 0 0 0,1 1 0 0 0,-1 0 0 0 0,1 0 0 0 0,1-1 0 0 0,-1 1 0 0 0,1-1 0 0 0,0 1 0 0 0,1-1-1 0 0,-1 0 1 0 0,1-1 0 0 0,6 8 0 0 0,-5-9-218 0 0,0 0 0 0 0,1-1 0 0 0,-1 1 0 0 0,1-1 0 0 0,0 0 0 0 0,0-1 0 0 0,0 1 0 0 0,0-1-1 0 0,1-1 1 0 0,-1 1 0 0 0,0-1 0 0 0,1 0 0 0 0,-1 0 0 0 0,1-1 0 0 0,0 0 0 0 0,-1 0 0 0 0,10-2 0 0 0,19 0-7414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5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0 179 920 0 0,'16'-17'1325'0'0,"0"-1"-1"0"0,-1 0 1 0 0,-1-1 0 0 0,-1-1-1 0 0,-1 0 1 0 0,-1 0 0 0 0,17-26 8644 0 0,-22 62-7136 0 0,3 23-2263 0 0,-8 20-477 0 0,-2-36 40 0 0,5 42-1 0 0,-4-60-121 0 0,1 0 0 0 0,0 0 0 0 0,1 0 0 0 0,-1 0 0 0 0,1 0 0 0 0,0 0 0 0 0,0 0 0 0 0,0-1 0 0 0,1 1 0 0 0,0-1 0 0 0,0 1 0 0 0,0-1 0 0 0,5 5 0 0 0,-6-7-18 0 0,-1-1 0 0 0,1 1-1 0 0,0-1 1 0 0,0 0 0 0 0,0 0 0 0 0,0 0-1 0 0,0 0 1 0 0,0 0 0 0 0,0 0 0 0 0,1 0 0 0 0,-1-1-1 0 0,0 1 1 0 0,0-1 0 0 0,1 1 0 0 0,-1-1-1 0 0,0 0 1 0 0,0 0 0 0 0,4-1 0 0 0,-1 0-27 0 0,0 0 0 0 0,0 0 1 0 0,-1 0-1 0 0,1-1 1 0 0,0 0-1 0 0,-1 0 0 0 0,0 0 1 0 0,6-5-1 0 0,1 0-39 0 0,-1-1-1 0 0,0-1 1 0 0,-1 1 0 0 0,0-2-1 0 0,15-19 1 0 0,-8 3 84 0 0,-13 20 74 0 0,0 0 0 0 0,0 0 1 0 0,1 0-1 0 0,0 0 0 0 0,0 1 0 0 0,1 0 0 0 0,0-1 0 0 0,6-4 0 0 0,-11 10-42 0 0,1 0-1 0 0,0 0 0 0 0,0 0 0 0 0,0 0 1 0 0,-1 0-1 0 0,1 0 0 0 0,0 0 0 0 0,0 0 1 0 0,-1 0-1 0 0,1 0 0 0 0,0 1 1 0 0,0-1-1 0 0,-1 0 0 0 0,1 1 0 0 0,0-1 1 0 0,0 0-1 0 0,-1 1 0 0 0,1-1 0 0 0,0 1 1 0 0,-1-1-1 0 0,1 1 0 0 0,-1-1 0 0 0,1 1 1 0 0,-1-1-1 0 0,1 1 0 0 0,-1 0 0 0 0,1-1 1 0 0,-1 1-1 0 0,1 0 0 0 0,-1-1 0 0 0,0 1 1 0 0,1 0-1 0 0,-1 0 0 0 0,0-1 0 0 0,0 2 1 0 0,14 34 154 0 0,-12-31-197 0 0,0 1-276 0 0,0 0-1 0 0,1-1 0 0 0,0 0 1 0 0,-1 1-1 0 0,2-1 0 0 0,-1 0 0 0 0,1 0 1 0 0,-1-1-1 0 0,1 1 0 0 0,1-1 1 0 0,7 7-1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6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62 2304 0 0,'-10'-16'1809'0'0,"8"13"-775"0"0,0-1 1 0 0,0 1-1 0 0,0-1 0 0 0,0 1 0 0 0,-1 0 0 0 0,1 0 0 0 0,-1 0 0 0 0,0 0 1 0 0,1 0-1 0 0,-1 1 0 0 0,-1-1 0 0 0,1 1 0 0 0,0 0 0 0 0,-4-2 1 0 0,6 4-942 0 0,0 0 0 0 0,0 0 0 0 0,0 1 0 0 0,1-1 0 0 0,-1 0 1 0 0,0 1-1 0 0,1-1 0 0 0,-1 1 0 0 0,0-1 0 0 0,1 1 0 0 0,-1-1 1 0 0,0 1-1 0 0,1-1 0 0 0,-1 1 0 0 0,1 0 0 0 0,-1-1 1 0 0,1 1-1 0 0,-1 0 0 0 0,1 0 0 0 0,0-1 0 0 0,-1 1 0 0 0,1 0 1 0 0,0 0-1 0 0,0-1 0 0 0,-1 1 0 0 0,1 0 0 0 0,0 0 0 0 0,0 0 1 0 0,0 0-1 0 0,-4 30 555 0 0,3-27-496 0 0,-1 24 61 0 0,1 0 0 0 0,1-1-1 0 0,2 1 1 0 0,0 0 0 0 0,2-1 0 0 0,1 1 0 0 0,1-1 0 0 0,1-1-1 0 0,2 1 1 0 0,1-1 0 0 0,21 41 0 0 0,2-10-995 0 0,-18-31-6549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6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 9 4145 0 0,'-9'2'80'0'0,"6"-1"-50"0"0,0 0 0 0 0,-1 0 0 0 0,1-1-1 0 0,-1 1 1 0 0,1-1 0 0 0,-1 1 0 0 0,0-1 0 0 0,1 0-1 0 0,-1-1 1 0 0,-4 0 0 0 0,-5-7-1163 0 0,3 3-211 0 0,21 14 5928 0 0,-10-9-4456 0 0,-1 0-126 0 0,18-5 10 0 0,-18 5-18 0 0,1 0 0 0 0,-1 0 0 0 0,0 0 0 0 0,1 0 0 0 0,-1-1 0 0 0,0 1 0 0 0,1 0 0 0 0,-1 0 0 0 0,0 0 0 0 0,1 0 1 0 0,-1 0-1 0 0,0 0 0 0 0,1 0 0 0 0,-1 0 0 0 0,0 0 0 0 0,1 0 0 0 0,-1 0 0 0 0,0 1 0 0 0,0-1 0 0 0,1 0 0 0 0,-1 0 1 0 0,0 0-1 0 0,1 0 0 0 0,-1 0 0 0 0,0 1 0 0 0,0-1 0 0 0,1 0 0 0 0,-1 0 0 0 0,0 0 0 0 0,0 1 0 0 0,1-1 0 0 0,-1 0 1 0 0,0 0-1 0 0,0 1 0 0 0,0-1 0 0 0,0 0 0 0 0,1 1 0 0 0,-1-1 0 0 0,0 0 0 0 0,0 0 0 0 0,0 1 0 0 0,0-1 0 0 0,0 0 1 0 0,0 1-1 0 0,0-1 0 0 0,0 0 0 0 0,0 1 0 0 0,0-1 0 0 0,0 0 0 0 0,0 1 0 0 0,0-1 0 0 0,0 0 0 0 0,0 1 0 0 0,0-1 0 0 0,0 0 1 0 0,0 1-1 0 0,0-1 0 0 0,-1 0 0 0 0,1 0 0 0 0,0 1 0 0 0,0-1 0 0 0,0 0 0 0 0,0 0 0 0 0,-1 1 0 0 0,-2 2-267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255 58 5985 0 0,'0'-2'290'0'0,"0"-1"0"0"0,0 1-1 0 0,0 0 1 0 0,-1-1-1 0 0,1 1 1 0 0,-1 0 0 0 0,1 0-1 0 0,-1 0 1 0 0,0-1 0 0 0,0 1-1 0 0,0 0 1 0 0,0 0 0 0 0,0 0-1 0 0,0 0 1 0 0,0 0 0 0 0,-1 0-1 0 0,1 1 1 0 0,-1-1-1 0 0,1 0 1 0 0,-1 1 0 0 0,0-1-1 0 0,0 1 1 0 0,1 0 0 0 0,-1-1-1 0 0,0 1 1 0 0,0 0 0 0 0,0 0-1 0 0,-1 0 1 0 0,1 0-1 0 0,0 1 1 0 0,0-1 0 0 0,-4 0-1 0 0,1 0 57 0 0,1 1 0 0 0,-1 0 0 0 0,0 0 0 0 0,1 0-1 0 0,-1 0 1 0 0,0 1 0 0 0,1-1 0 0 0,-1 1 0 0 0,1 1 0 0 0,-1-1-1 0 0,1 0 1 0 0,-1 1 0 0 0,1 0 0 0 0,0 0 0 0 0,-5 4 0 0 0,-4 5-211 0 0,0 1 0 0 0,1 0 1 0 0,1 1-1 0 0,0 0 0 0 0,1 1 1 0 0,0 0-1 0 0,1 1 0 0 0,0 0 1 0 0,2 0-1 0 0,-1 1 0 0 0,-6 23 1 0 0,13-35-159 0 0,0 0 1 0 0,0 0-1 0 0,0 0 1 0 0,1 0-1 0 0,0 0 1 0 0,0 0 0 0 0,0 0-1 0 0,0 0 1 0 0,0 0-1 0 0,1 0 1 0 0,0-1-1 0 0,0 1 1 0 0,0 0-1 0 0,0 0 1 0 0,0 0-1 0 0,4 5 1 0 0,-4-8 6 0 0,0 1 1 0 0,0-1-1 0 0,0 0 1 0 0,0 1 0 0 0,1-1-1 0 0,-1 0 1 0 0,1 0-1 0 0,-1 0 1 0 0,1 0 0 0 0,-1 0-1 0 0,1 0 1 0 0,-1 0-1 0 0,1-1 1 0 0,0 1-1 0 0,-1-1 1 0 0,1 1 0 0 0,0-1-1 0 0,0 1 1 0 0,0-1-1 0 0,-1 0 1 0 0,1 0-1 0 0,0 0 1 0 0,0 0 0 0 0,0 0-1 0 0,-1 0 1 0 0,1-1-1 0 0,0 1 1 0 0,0-1-1 0 0,-1 1 1 0 0,1-1 0 0 0,0 1-1 0 0,-1-1 1 0 0,1 0-1 0 0,0 0 1 0 0,-1 0-1 0 0,1 0 1 0 0,1-2 0 0 0,9-6-301 0 0,0 0 1 0 0,-1-1 0 0 0,0 0-1 0 0,-1-1 1 0 0,0 0-1 0 0,0-1 1 0 0,-2 0 0 0 0,1 0-1 0 0,10-23 1 0 0,21-27 2894 0 0,-40 61-2552 0 0,1 0-1 0 0,-1 0 1 0 0,1 1 0 0 0,-1-1 0 0 0,1 0-1 0 0,-1 1 1 0 0,1-1 0 0 0,-1 0 0 0 0,1 1 0 0 0,0-1-1 0 0,0 1 1 0 0,-1-1 0 0 0,1 1 0 0 0,0-1-1 0 0,0 1 1 0 0,-1-1 0 0 0,1 1 0 0 0,0 0-1 0 0,0 0 1 0 0,0-1 0 0 0,-1 1 0 0 0,1 0-1 0 0,0 0 1 0 0,0 0 0 0 0,0 0 0 0 0,0 0 0 0 0,0 0-1 0 0,0 0 1 0 0,-1 0 0 0 0,1 0 0 0 0,0 0-1 0 0,0 1 1 0 0,0-1 0 0 0,0 0 0 0 0,-1 1-1 0 0,1-1 1 0 0,0 0 0 0 0,0 1 0 0 0,0-1 0 0 0,-1 1-1 0 0,1-1 1 0 0,0 1 0 0 0,-1-1 0 0 0,1 1-1 0 0,-1 0 1 0 0,1-1 0 0 0,0 1 0 0 0,-1 0-1 0 0,1 1 1 0 0,5 6 423 0 0,-1 0 0 0 0,0 1 0 0 0,8 17 0 0 0,-1-3-5 0 0,-7-17-732 0 0,1 1-1 0 0,-1-2 0 0 0,1 1 1 0 0,1-1-1 0 0,-1 0 1 0 0,1 0-1 0 0,0-1 0 0 0,0 0 1 0 0,0 0-1 0 0,0-1 1 0 0,1 1-1 0 0,0-2 0 0 0,-1 1 1 0 0,17 2-1 0 0,-6-3-7144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 12443 0 0,'1'14'7294'0'0,"-4"23"-4949"0"0,0 1-1587 0 0,4 17-224 0 0,2 0 0 0 0,2 0 0 0 0,17 69 0 0 0,-13-86-764 0 0,3 0-1 0 0,1-1 1 0 0,1 0 0 0 0,2-1 0 0 0,28 46-1 0 0,-37-71-1897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7.7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13 107 9218 0 0,'-13'-6'8768'0'0,"29"-7"-5837"0"0,29-12-2746 0 0,-14 13-998 0 0,43-13-1 0 0,-2 7-5718 0 0,-39 11 935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8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1 170 17508 0 0,'0'1'88'0'0,"1"1"0"0"0,0-1 0 0 0,-1 1 0 0 0,1-1 0 0 0,0 1 0 0 0,0-1 0 0 0,0 1 0 0 0,0-1 0 0 0,0 0-1 0 0,0 1 1 0 0,1-1 0 0 0,-1 0 0 0 0,0 0 0 0 0,1 0 0 0 0,-1 0 0 0 0,1 0 0 0 0,-1 0 0 0 0,1 0 0 0 0,-1-1 0 0 0,1 1 0 0 0,0 0 0 0 0,-1-1 0 0 0,1 0 0 0 0,0 1 0 0 0,-1-1 0 0 0,1 0 0 0 0,0 0 0 0 0,-1 0 0 0 0,1 0 0 0 0,0 0 0 0 0,0 0 0 0 0,-1 0 0 0 0,1 0 0 0 0,0-1 0 0 0,2 0 0 0 0,-1 0 8 0 0,0 0-1 0 0,0 0 1 0 0,0 0 0 0 0,-1-1-1 0 0,1 1 1 0 0,0-1 0 0 0,-1 1 0 0 0,1-1-1 0 0,-1 0 1 0 0,0 0 0 0 0,1 0-1 0 0,-1 0 1 0 0,0 0 0 0 0,0-1 0 0 0,0 1-1 0 0,-1-1 1 0 0,1 1 0 0 0,-1-1-1 0 0,1 0 1 0 0,1-4 0 0 0,-1-2-33 0 0,0 0 0 0 0,-1-1-1 0 0,0 1 1 0 0,0-1 0 0 0,-1 1 0 0 0,0-1 0 0 0,-1 0 0 0 0,0 1 0 0 0,0-1 0 0 0,-1 1-1 0 0,-1 0 1 0 0,1 0 0 0 0,-6-11 0 0 0,8 19-60 0 0,0 1 0 0 0,0-1 0 0 0,0 1 0 0 0,-1 0 0 0 0,1-1 1 0 0,0 1-1 0 0,0 0 0 0 0,0-1 0 0 0,-1 1 0 0 0,1 0 0 0 0,0-1 0 0 0,-1 1 0 0 0,1 0 0 0 0,0 0 0 0 0,-1-1 0 0 0,1 1 0 0 0,0 0 0 0 0,-1 0 1 0 0,1 0-1 0 0,0-1 0 0 0,-1 1 0 0 0,1 0 0 0 0,-1 0 0 0 0,1 0 0 0 0,0 0 0 0 0,-1 0 0 0 0,1 0 0 0 0,-1 0 0 0 0,1 0 0 0 0,0 0 0 0 0,-1 0 1 0 0,1 0-1 0 0,-1 0 0 0 0,-10 11 93 0 0,-5 20 97 0 0,15-30-179 0 0,-2 10 48 0 0,-1 1 0 0 0,2-1 1 0 0,-1 1-1 0 0,2 0 0 0 0,-1-1 0 0 0,2 1 0 0 0,-1 0 1 0 0,2 0-1 0 0,-1 0 0 0 0,2-1 0 0 0,0 1 0 0 0,0 0 0 0 0,1-1 1 0 0,5 15-1 0 0,-7-22-64 0 0,1 1 0 0 0,0 0 1 0 0,0-1-1 0 0,0 0 0 0 0,1 1 1 0 0,-1-1-1 0 0,1 0 0 0 0,0 0 0 0 0,0-1 1 0 0,1 1-1 0 0,-1-1 0 0 0,1 1 1 0 0,0-1-1 0 0,-1 0 0 0 0,1 0 0 0 0,1-1 1 0 0,-1 1-1 0 0,0-1 0 0 0,1 0 1 0 0,-1 0-1 0 0,1 0 0 0 0,-1-1 1 0 0,1 0-1 0 0,0 0 0 0 0,0 0 0 0 0,0 0 1 0 0,0-1-1 0 0,-1 1 0 0 0,1-1 1 0 0,0-1-1 0 0,0 1 0 0 0,0-1 0 0 0,0 0 1 0 0,0 0-1 0 0,-1 0 0 0 0,8-3 1 0 0,18-8-1566 0 0,0-4-3916 0 0,4-5-2164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9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67 10594 0 0,'-15'-49'2327'0'0,"14"47"-2171"0"0,1 1 0 0 0,-1 0 0 0 0,0 0 0 0 0,1 0 0 0 0,-1 0 0 0 0,0 0 0 0 0,0 0 0 0 0,1 0 0 0 0,-1 0 0 0 0,0 0 0 0 0,0 0 0 0 0,0 0 0 0 0,0 0 0 0 0,0 1 0 0 0,-2-2 0 0 0,2 2-43 0 0,0 0-1 0 0,0 0 0 0 0,0 0 1 0 0,1 0-1 0 0,-1 0 0 0 0,0 1 1 0 0,0-1-1 0 0,0 0 0 0 0,1 0 1 0 0,-1 1-1 0 0,0-1 0 0 0,0 0 1 0 0,1 1-1 0 0,-1-1 0 0 0,0 1 0 0 0,0-1 1 0 0,1 1-1 0 0,-1-1 0 0 0,1 1 1 0 0,-1 0-1 0 0,1-1 0 0 0,-1 1 1 0 0,1 0-1 0 0,-1-1 0 0 0,1 1 1 0 0,-1 0-1 0 0,1-1 0 0 0,-1 2 1 0 0,0 1 52 0 0,0 0-1 0 0,0 0 1 0 0,0 1 0 0 0,0-1 0 0 0,0 0 0 0 0,0 0 0 0 0,1 1 0 0 0,0-1 0 0 0,-1 1-1 0 0,1-1 1 0 0,1 0 0 0 0,0 7 0 0 0,11 46 501 0 0,-6-31-372 0 0,19 103 191 0 0,-6 1 1 0 0,5 233-1 0 0,-22-285-400 0 0,-2 42-2822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29.5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48 215 4609 0 0,'-2'-9'800'0'0,"1"0"-1"0"0,1 0 1 0 0,0-1 0 0 0,0 1-1 0 0,0 0 1 0 0,1 0 0 0 0,1-1-1 0 0,-1 1 1 0 0,2 0 0 0 0,-1 1-1 0 0,1-1 1 0 0,0 0 0 0 0,1 1-1 0 0,0-1 1 0 0,10-14 0 0 0,-11 19-644 0 0,0 0 0 0 0,0 0 0 0 0,1 0 0 0 0,-1 0 0 0 0,1 0 1 0 0,0 1-1 0 0,0-1 0 0 0,1 1 0 0 0,-1 0 0 0 0,1 0 0 0 0,-1 1 0 0 0,1-1 0 0 0,0 1 1 0 0,0 0-1 0 0,0 1 0 0 0,0-1 0 0 0,0 1 0 0 0,1 0 0 0 0,-1 0 0 0 0,0 0 0 0 0,0 1 1 0 0,1 0-1 0 0,-1 0 0 0 0,0 0 0 0 0,1 1 0 0 0,-1 0 0 0 0,0 0 0 0 0,10 3 0 0 0,-13-4-117 0 0,1 1-1 0 0,-1 0 0 0 0,1 0 1 0 0,-1 0-1 0 0,0 1 1 0 0,1-1-1 0 0,-1 0 0 0 0,0 1 1 0 0,0 0-1 0 0,0-1 1 0 0,0 1-1 0 0,0 0 0 0 0,0 0 1 0 0,-1 0-1 0 0,1 0 0 0 0,-1 0 1 0 0,1 1-1 0 0,-1-1 1 0 0,1 3-1 0 0,0-1-12 0 0,-1 1 1 0 0,0-1-1 0 0,0 0 0 0 0,-1 1 1 0 0,1-1-1 0 0,-1 1 0 0 0,0-1 1 0 0,0 0-1 0 0,-1 1 0 0 0,-1 6 1 0 0,-2 7-2 0 0,-1-1-1 0 0,-1 1 1 0 0,-1-1 0 0 0,-12 22 0 0 0,-115 178 43 0 0,40-73 60 0 0,95-144-88 0 0,0 0-1 0 0,0 1 1 0 0,0-1-1 0 0,0 0 1 0 0,0 0-1 0 0,0 1 1 0 0,0-1-1 0 0,0 0 1 0 0,0 0-1 0 0,0 0 1 0 0,0 0-1 0 0,0 0 1 0 0,0 0-1 0 0,-1-1 1 0 0,1 1-1 0 0,0 0 1 0 0,0 0-1 0 0,0-1 1 0 0,1 0-1 0 0,28-5 161 0 0,9-4-213 0 0,0 3 0 0 0,0 1 1 0 0,1 1-1 0 0,0 3 1 0 0,0 1-1 0 0,78 9 1 0 0,-19 5-2762 0 0,-67-9-4980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30.4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23 331 10138 0 0,'-10'-1'11863'0'0,"22"-11"-11445"0"0,-1 0 1 0 0,0-1 0 0 0,0 0-1 0 0,-2 0 1 0 0,1-1 0 0 0,-2-1-1 0 0,12-26 1 0 0,-14 28-355 0 0,-1 1 0 0 0,-1-1 1 0 0,0 0-1 0 0,-1 0 0 0 0,-1 0 0 0 0,0-1 0 0 0,0 1 1 0 0,-1-1-1 0 0,-1 1 0 0 0,-2-15 0 0 0,3 27-63 0 0,-1-1 0 0 0,0 1-1 0 0,0-1 1 0 0,-1 1 0 0 0,1-1 0 0 0,0 1-1 0 0,0-1 1 0 0,-1 1 0 0 0,1-1-1 0 0,-1 1 1 0 0,1 0 0 0 0,-1-1 0 0 0,0 1-1 0 0,1 0 1 0 0,-1-1 0 0 0,0 1 0 0 0,0 0-1 0 0,0 0 1 0 0,0 0 0 0 0,0 0-1 0 0,0 0 1 0 0,0 0 0 0 0,0 0 0 0 0,-1 0-1 0 0,1 0 1 0 0,0 1 0 0 0,0-1-1 0 0,-1 0 1 0 0,1 1 0 0 0,0-1 0 0 0,-1 1-1 0 0,1-1 1 0 0,-2 1 0 0 0,0 0-17 0 0,0 1 0 0 0,0-1 0 0 0,0 1 1 0 0,0 0-1 0 0,1 0 0 0 0,-1 0 0 0 0,0 1 0 0 0,1-1 1 0 0,-1 1-1 0 0,1-1 0 0 0,0 1 0 0 0,-1 0 0 0 0,1 0 1 0 0,0 0-1 0 0,0 0 0 0 0,-2 3 0 0 0,-3 3-21 0 0,1 1 1 0 0,0-1-1 0 0,0 1 0 0 0,1 1 1 0 0,0-1-1 0 0,1 1 0 0 0,0 0 0 0 0,0 0 1 0 0,1 0-1 0 0,0 0 0 0 0,1 1 0 0 0,1-1 1 0 0,-1 1-1 0 0,1-1 0 0 0,1 1 1 0 0,0 0-1 0 0,3 17 0 0 0,-2-21-24 0 0,0 0 0 0 0,1-1 0 0 0,-1 1 0 0 0,1-1 0 0 0,1 1 0 0 0,-1-1 0 0 0,1 0-1 0 0,1 0 1 0 0,-1 0 0 0 0,1 0 0 0 0,0 0 0 0 0,0-1 0 0 0,0 0 0 0 0,1 0 0 0 0,0 0 0 0 0,0 0 0 0 0,0-1 0 0 0,0 0 0 0 0,1 0-1 0 0,0 0 1 0 0,0-1 0 0 0,0 0 0 0 0,0 0 0 0 0,0 0 0 0 0,1-1 0 0 0,-1 0 0 0 0,1 0 0 0 0,8 1 0 0 0,-2-2-337 0 0,1 0 1 0 0,-1-1-1 0 0,0-1 1 0 0,1 0-1 0 0,-1 0 1 0 0,0-1-1 0 0,0-1 0 0 0,0-1 1 0 0,0 1-1 0 0,17-9 1 0 0,15-9-1272 0 0,62-37-1 0 0,-73 37 1664 0 0,38-17 91 0 0,-37 21 1518 0 0,-1-2 0 0 0,55-41 0 0 0,-87 58-1466 0 0,0 1-1 0 0,0-1 0 0 0,0 0 1 0 0,-1 1-1 0 0,1-1 0 0 0,-1 0 1 0 0,1 0-1 0 0,-1 0 0 0 0,0 0 0 0 0,1 0 1 0 0,-1 0-1 0 0,0 0 0 0 0,1-4 1 0 0,-2 6-108 0 0,0-1 1 0 0,0 1-1 0 0,0 0 0 0 0,0-1 1 0 0,0 1-1 0 0,0-1 1 0 0,0 1-1 0 0,-1 0 1 0 0,1-1-1 0 0,0 1 0 0 0,0 0 1 0 0,0 0-1 0 0,0-1 1 0 0,0 1-1 0 0,-1 0 1 0 0,1-1-1 0 0,0 1 1 0 0,0 0-1 0 0,0-1 0 0 0,-1 1 1 0 0,1 0-1 0 0,0 0 1 0 0,0 0-1 0 0,-1-1 1 0 0,1 1-1 0 0,0 0 0 0 0,-1 0 1 0 0,1 0-1 0 0,0-1 1 0 0,-1 1-1 0 0,-21 1 502 0 0,10 2-426 0 0,0 1-1 0 0,0 0 1 0 0,0 1 0 0 0,1 1 0 0 0,0 0 0 0 0,0 0 0 0 0,0 1-1 0 0,1 0 1 0 0,0 1 0 0 0,1 0 0 0 0,-1 1 0 0 0,-8 10-1 0 0,10-10-106 0 0,1 0-1 0 0,-1 1 0 0 0,2-1 0 0 0,-1 2 0 0 0,1-1 0 0 0,1 1 0 0 0,0 0 0 0 0,0 0 0 0 0,1 0 0 0 0,1 0 0 0 0,0 1 0 0 0,-3 21 0 0 0,6-31-19 0 0,-1 0 0 0 0,1 0 0 0 0,0 0 1 0 0,1 1-1 0 0,-1-1 0 0 0,0 0 0 0 0,0 0 0 0 0,1-1 0 0 0,-1 1 0 0 0,1 0 0 0 0,1 3 1 0 0,-2-5 10 0 0,1 1 0 0 0,-1 0 0 0 0,1-1 1 0 0,-1 1-1 0 0,1-1 0 0 0,-1 1 0 0 0,1-1 0 0 0,-1 1 1 0 0,1-1-1 0 0,-1 1 0 0 0,1-1 0 0 0,0 0 1 0 0,-1 1-1 0 0,1-1 0 0 0,0 0 0 0 0,-1 1 1 0 0,1-1-1 0 0,0 0 0 0 0,0 0 0 0 0,-1 0 1 0 0,2 0-1 0 0,1 0-4 0 0,0 0 0 0 0,-1-1 0 0 0,1 1 0 0 0,0-1 0 0 0,-1 0 0 0 0,1 0 0 0 0,-1 0 1 0 0,1 0-1 0 0,-1 0 0 0 0,1-1 0 0 0,-1 1 0 0 0,0-1 0 0 0,1 0 0 0 0,1-2 0 0 0,53-55 119 0 0,-48 47 36 0 0,1 0-1 0 0,0 1 0 0 0,1 1 0 0 0,1-1 1 0 0,-1 2-1 0 0,18-11 0 0 0,-27 19-128 0 0,-1 0 1 0 0,1 0-1 0 0,0 0 0 0 0,-1 1 1 0 0,1-1-1 0 0,0 1 0 0 0,0-1 1 0 0,-1 1-1 0 0,1 0 0 0 0,0 0 1 0 0,0 0-1 0 0,0 0 0 0 0,0 0 1 0 0,-1 0-1 0 0,1 0 0 0 0,0 1 1 0 0,0-1-1 0 0,0 0 0 0 0,-1 1 0 0 0,1 0 1 0 0,0-1-1 0 0,-1 1 0 0 0,1 0 1 0 0,0 0-1 0 0,-1 0 0 0 0,1 0 1 0 0,-1 0-1 0 0,1 0 0 0 0,-1 1 1 0 0,0-1-1 0 0,0 0 0 0 0,1 1 1 0 0,-1-1-1 0 0,1 3 0 0 0,5 7 4 0 0,-1-1 0 0 0,0 1-1 0 0,-1 1 1 0 0,5 14 0 0 0,2 4-3 0 0,18 32-96 0 0,64 116-353 0 0,-103-351 2774 0 0,10 147-2407 0 0,2 0 1 0 0,0 1-1 0 0,2-1 0 0 0,0 1 0 0 0,11-27 1 0 0,-11 36-229 0 0,1 1 1 0 0,1 0 0 0 0,1 0-1 0 0,0 1 1 0 0,1-1 0 0 0,0 2 0 0 0,1-1-1 0 0,0 1 1 0 0,13-11 0 0 0,-5 8-369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30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 17052 0 0,'-7'6'1512'0'0,"2"-2"-1208"0"0,-1 1-240 0 0,-3-3 3129 0 0,6-2-4041 0 0,-1 0-337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3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227 234 3505 0 0,'-5'-6'51'0'0,"-1"-1"0"0"0,2 0 0 0 0,-1 0 1 0 0,1 0-1 0 0,0-1 0 0 0,0 1 0 0 0,-3-13 1 0 0,3 10-63 0 0,0 1-1 0 0,0 0 1 0 0,-11-17 0 0 0,13 22 12 0 0,-1 1 0 0 0,0 0 0 0 0,0 0-1 0 0,0 0 1 0 0,0 1 0 0 0,-1-1 0 0 0,1 1-1 0 0,-1-1 1 0 0,1 1 0 0 0,-1 0 0 0 0,0 1-1 0 0,0-1 1 0 0,-6-1 0 0 0,2 0-1 0 0,-1 0 0 0 0,1 0 0 0 0,0-1 0 0 0,0 0 0 0 0,0-1 0 0 0,0 0 0 0 0,1 0 0 0 0,0 0 0 0 0,0-1 0 0 0,0 0 0 0 0,-6-7 0 0 0,3 1 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4.0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96 80 2304 0 0,'-19'-27'1399'0'0,"5"-2"3671"0"0,4 6 808 0 0,9 34-1999 0 0,-4 18-2762 0 0,2-16-444 0 0,-37 314 853 0 0,37-260-1087 0 0,3 1 1 0 0,16 126 0 0 0,13-9-147 0 0,32 225 754 0 0,-57-381-951 0 0,1 3 246 0 0,-5-20-3386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4.6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77 355 4297 0 0,'-30'-24'482'0'0,"0"-1"2278"0"0,27 23-2066 0 0,1-1-1 0 0,0 0 1 0 0,0 0 0 0 0,0 0 0 0 0,0 0-1 0 0,1 0 1 0 0,-1 0 0 0 0,1 0 0 0 0,4-18 6720 0 0,-2 20-7145 0 0,19-9 1585 0 0,29-4-2681 0 0,-43 12 1320 0 0,179-40-389 0 0,-88 22-2 0 0,118-41-1 0 0,-163 42-63 0 0,132-43 462 0 0,-153 54-423 0 0,0 1 0 0 0,1 2 0 0 0,-1 1 0 0 0,37 0 0 0 0,50 8-155 0 0,-142 29-3533 0 0,16-23 2359 0 0,-1 1-11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5.0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10 1368 0 0,'-5'0'234'0'0,"1"0"-1"0"0,-1 1 1 0 0,1 0-1 0 0,-1 0 1 0 0,1 1-1 0 0,-35 27 15705 0 0,65-27-14286 0 0,-3-5-739 0 0,1-1 0 0 0,38-12 1 0 0,-39 9-1026 0 0,-1 2 1 0 0,41-6 0 0 0,-48 13-1211 0 0,-9 0 27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5.4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3 2761 0 0,'-1'-1'374'0'0,"0"1"0"0"0,-1 0 0 0 0,1-1 0 0 0,0 1 0 0 0,-1 0 0 0 0,1 0 0 0 0,0 0 0 0 0,-1 0 0 0 0,1 0 0 0 0,0 0 1 0 0,-1 0-1 0 0,1 0 0 0 0,0 0 0 0 0,-1 1 0 0 0,1-1 0 0 0,0 1 0 0 0,0-1 0 0 0,-1 1 0 0 0,1-1 0 0 0,0 1 0 0 0,0 0 1 0 0,0-1-1 0 0,0 1 0 0 0,0 0 0 0 0,0 0 0 0 0,0 0 0 0 0,0 0 0 0 0,0 0 0 0 0,0 0 0 0 0,0 0 0 0 0,1 0 0 0 0,-1 0 1 0 0,0 0-1 0 0,1 1 0 0 0,-1-1 0 0 0,1 0 0 0 0,-1 0 0 0 0,1 1 0 0 0,0-1 0 0 0,-1 0 0 0 0,1 2 0 0 0,-2 9 799 0 0,0 0 0 0 0,0 0 0 0 0,1 22-1 0 0,1-14-1665 0 0,-2 84 835 0 0,13 134-1 0 0,1 36-553 0 0,5-4-39 0 0,-2-86 134 0 0,-18-67-709 0 0,0-1-334 0 0,4-103 505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6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23 227 4145 0 0,'-1'-4'711'0'0,"0"0"0"0"0,1-1 1 0 0,-1 1-1 0 0,-1 0 0 0 0,1 0 1 0 0,-1 0-1 0 0,-12-12 6137 0 0,14 17-6802 0 0,0-1 0 0 0,0 1-1 0 0,0-1 1 0 0,0 1 0 0 0,0-1 0 0 0,0 0 0 0 0,0 1-1 0 0,0-1 1 0 0,0 1 0 0 0,0-1 0 0 0,0 0 0 0 0,0 1-1 0 0,1-1 1 0 0,-1 1 0 0 0,0-1 0 0 0,0 0 0 0 0,0 1-1 0 0,0-1 1 0 0,1 1 0 0 0,-1-1 0 0 0,0 0 0 0 0,1 1-1 0 0,-1-1 1 0 0,0 0 0 0 0,0 0 0 0 0,1 1-1 0 0,-1-1 1 0 0,1 0 0 0 0,-1 0 0 0 0,0 1 0 0 0,1-1-1 0 0,-1 0 1 0 0,0 0 0 0 0,1 0 0 0 0,-1 0 0 0 0,1 0-1 0 0,-1 0 1 0 0,1 1 0 0 0,0-1 0 0 0,10 0 239 0 0,0-1 0 0 0,0 0 1 0 0,0 0-1 0 0,0-1 0 0 0,0 0 1 0 0,0-1-1 0 0,16-6 0 0 0,26-6 117 0 0,209-21 160 0 0,46-10 97 0 0,-199 25-590 0 0,2 3 0 0 0,148-3 1 0 0,589 3 1274 0 0,-761 20-1228 0 0,106 18 0 0 0,-109-10-196 0 0,-52-8 211 0 0,0-1 0 0 0,50-7 1 0 0,13 1 74 0 0,-94 5-210 0 0,-1 0-1 0 0,0 0 1 0 0,1 0-1 0 0,-1 0 1 0 0,0 0-1 0 0,1 0 1 0 0,-1 0-1 0 0,1 0 1 0 0,-1 0 0 0 0,0 0-1 0 0,1 0 1 0 0,-1 0-1 0 0,0 0 1 0 0,1 0-1 0 0,-1 0 1 0 0,0 0-1 0 0,1 0 1 0 0,-1 1-1 0 0,0-1 1 0 0,0 0-1 0 0,1 0 1 0 0,-1 0 0 0 0,0 1-1 0 0,1-1 1 0 0,-1 0-1 0 0,0 0 1 0 0,0 1-1 0 0,0-1 1 0 0,1 0-1 0 0,-1 1 1 0 0,0-1-1 0 0,0 0 1 0 0,0 1-1 0 0,0-1 1 0 0,1 0 0 0 0,-1 1-1 0 0,0-1 1 0 0,0 0-1 0 0,0 1 1 0 0,-5 16-696 0 0,4-16 559 0 0,1 0 0 0 0,-1 0 1 0 0,0 0-1 0 0,1 0 0 0 0,-1 0 0 0 0,1 1 0 0 0,0-1 0 0 0,-1 0 0 0 0,1 0 0 0 0,0 1 1 0 0,0-1-1 0 0,0 0 0 0 0,0 1 0 0 0,0-1 0 0 0,0 0 0 0 0,0 0 0 0 0,0 1 0 0 0,1-1 1 0 0,0 3-1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6.7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21 1376 0 0,'-33'-20'20383'0'0,"36"42"-19498"0"0,4 27-511 0 0,-2 1 0 0 0,-2 91 1 0 0,-3-30-585 0 0,1-81-1220 0 0,9 45-1 0 0,-7-62 59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7.3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1 5985 0 0,'-30'26'2621'0'0,"2"1"-1"0"0,1 2 0 0 0,-28 37 0 0 0,54-65-2563 0 0,1 0-1 0 0,-1 0 1 0 0,0 0-1 0 0,0 0 1 0 0,0 0 0 0 0,1 0-1 0 0,-1 0 1 0 0,1 1-1 0 0,-1-1 1 0 0,1 0-1 0 0,-1 1 1 0 0,1-1 0 0 0,0 0-1 0 0,-1 1 1 0 0,1-1-1 0 0,0 0 1 0 0,0 1-1 0 0,0-1 1 0 0,0 0 0 0 0,0 1-1 0 0,1-1 1 0 0,-1 0-1 0 0,0 1 1 0 0,1 1-1 0 0,0-2 11 0 0,0 1-1 0 0,0-1 0 0 0,1 1 0 0 0,-1-1 0 0 0,0 1 0 0 0,1-1 0 0 0,-1 0 1 0 0,1 0-1 0 0,0 0 0 0 0,-1 0 0 0 0,1 0 0 0 0,0 0 0 0 0,-1 0 0 0 0,5 1 0 0 0,1 0 51 0 0,-1 0 0 0 0,1 0 0 0 0,0-1-1 0 0,0 0 1 0 0,0 0 0 0 0,1-1-1 0 0,-1 0 1 0 0,10-1 0 0 0,48-19 118 0 0,-45 12-330 0 0,35-8-1 0 0,-50 15 86 0 0,0 0-1 0 0,0 1 1 0 0,0-1-1 0 0,1 1 1 0 0,-1 0 0 0 0,0 0-1 0 0,0 1 1 0 0,0 0 0 0 0,0 0-1 0 0,0 0 1 0 0,0 0 0 0 0,5 3-1 0 0,-9-4 0 0 0,1 1-1 0 0,-1-1 1 0 0,0 1 0 0 0,0 0-1 0 0,0-1 1 0 0,0 1-1 0 0,0 0 1 0 0,0 0 0 0 0,0 0-1 0 0,0 0 1 0 0,-1 0-1 0 0,1 0 1 0 0,0 0 0 0 0,0 0-1 0 0,-1 0 1 0 0,1 0-1 0 0,-1 0 1 0 0,1 0 0 0 0,-1 0-1 0 0,1 1 1 0 0,-1-1-1 0 0,0 3 1 0 0,1-1-71 0 0,-1 0 0 0 0,-1 0 0 0 0,1 0 0 0 0,0 0 0 0 0,-1 0 0 0 0,0 0 0 0 0,1 0 0 0 0,-1 0 0 0 0,-2 4 0 0 0,-3 5-313 0 0,0-1 0 0 0,0 0 0 0 0,-12 16 0 0 0,-23 21 153 0 0,29-35 184 0 0,1-1 0 0 0,0 1 0 0 0,1 1 0 0 0,1 0 0 0 0,-9 17 0 0 0,18-30 58 0 0,0-1 1 0 0,0 0-1 0 0,0 0 1 0 0,0 1-1 0 0,-1-1 1 0 0,1 0-1 0 0,0 0 1 0 0,0 1-1 0 0,0-1 1 0 0,0 0-1 0 0,0 1 1 0 0,0-1-1 0 0,0 0 1 0 0,0 0-1 0 0,0 1 1 0 0,0-1-1 0 0,0 0 1 0 0,0 1-1 0 0,1-1 1 0 0,-1 0-1 0 0,0 0 1 0 0,0 1-1 0 0,0-1 1 0 0,0 0-1 0 0,0 0 1 0 0,0 1-1 0 0,1-1 1 0 0,-1 0-1 0 0,0 0 1 0 0,0 0-1 0 0,0 1 1 0 0,1-1-1 0 0,-1 0 1 0 0,0 0-1 0 0,0 0 1 0 0,1 0-1 0 0,-1 1 1 0 0,0-1-1 0 0,0 0 1 0 0,1 0-1 0 0,-1 0 1 0 0,18 2 46 0 0,17-7 21 0 0,-16 1-71 0 0,25-6 69 0 0,-41 10-18 0 0,-1-1-1 0 0,1 1 1 0 0,-1 0-1 0 0,1 0 0 0 0,0 0 1 0 0,-1 0-1 0 0,1 1 1 0 0,-1-1-1 0 0,1 1 1 0 0,-1 0-1 0 0,1-1 1 0 0,-1 1-1 0 0,4 2 1 0 0,-5-2-8 0 0,0 0 0 0 0,-1 0 0 0 0,1 0 0 0 0,-1-1 1 0 0,1 1-1 0 0,-1 0 0 0 0,1 0 0 0 0,-1 0 0 0 0,0 0 0 0 0,1 0 0 0 0,-1 0 1 0 0,0 0-1 0 0,0 0 0 0 0,0 0 0 0 0,0 0 0 0 0,0 1 0 0 0,0-1 1 0 0,0 0-1 0 0,0 0 0 0 0,0 0 0 0 0,0 0 0 0 0,-1 0 0 0 0,1 0 1 0 0,0 0-1 0 0,-1 0 0 0 0,1 0 0 0 0,-1 0 0 0 0,1-1 0 0 0,-1 1 0 0 0,0 1 1 0 0,-20 32 726 0 0,18-30-669 0 0,-11 15 157 0 0,-10 14-383 0 0,2 0 1 0 0,-32 65 0 0 0,50-77-1423 0 0,5-16 485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7.7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3225 0 0,'10'18'10624'0'0,"-10"-17"-10329"0"0,-5 28 4865 0 0,4-26-5301 0 0,-3 28 1126 0 0,1 0 0 0 0,1 1 0 0 0,3 46 0 0 0,1-19-811 0 0,13 363-46 0 0,-13-318-89 0 0,1 6 50 0 0,0-99-2201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49.5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2503 1 5529 0 0,'-4'0'396'0'0,"0"1"1"0"0,0 0-1 0 0,0 0 0 0 0,1 0 0 0 0,-1 1 1 0 0,0-1-1 0 0,1 1 0 0 0,-1 0 0 0 0,1 0 1 0 0,0 0-1 0 0,-5 3 0 0 0,-36 33 4539 0 0,36-31-4061 0 0,7-5-711 0 0,-1-1 1 0 0,1 0 0 0 0,-1 0-1 0 0,1 1 1 0 0,0-1 0 0 0,0 0-1 0 0,0 1 1 0 0,-1 0-1 0 0,1-1 1 0 0,1 1 0 0 0,-1 0-1 0 0,0-1 1 0 0,0 1 0 0 0,1 0-1 0 0,-1 0 1 0 0,1-1 0 0 0,-1 1-1 0 0,1 0 1 0 0,-1 2-1 0 0,2-3-86 0 0,-1 1 0 0 0,1-1-1 0 0,0 0 1 0 0,-1 0 0 0 0,1 0 0 0 0,0 0-1 0 0,0 0 1 0 0,0 0 0 0 0,0 0-1 0 0,0 0 1 0 0,0 0 0 0 0,0 0-1 0 0,0 0 1 0 0,0-1 0 0 0,0 1-1 0 0,0 0 1 0 0,0-1 0 0 0,1 1-1 0 0,-1-1 1 0 0,0 1 0 0 0,0-1-1 0 0,1 0 1 0 0,-1 0 0 0 0,0 1 0 0 0,0-1-1 0 0,1 0 1 0 0,2 0 0 0 0,48 2 506 0 0,-40-2-619 0 0,-1 0-1 0 0,1 1 1 0 0,-1 0 0 0 0,1 1-1 0 0,21 5 1 0 0,-32-6 31 0 0,-1-1-1 0 0,1 0 1 0 0,0 0-1 0 0,0 1 1 0 0,-1-1-1 0 0,1 1 1 0 0,0-1-1 0 0,-1 1 1 0 0,1-1 0 0 0,0 1-1 0 0,-1-1 1 0 0,1 1-1 0 0,-1-1 1 0 0,1 1-1 0 0,-1 0 1 0 0,1-1 0 0 0,-1 1-1 0 0,0 0 1 0 0,1-1-1 0 0,-1 1 1 0 0,0 0-1 0 0,1 0 1 0 0,-1-1-1 0 0,0 1 1 0 0,0 1 0 0 0,0 0-15 0 0,0 0 1 0 0,0 0 0 0 0,0-1 0 0 0,-1 1-1 0 0,1 0 1 0 0,-1 0 0 0 0,1-1 0 0 0,-1 1 0 0 0,0-1-1 0 0,0 1 1 0 0,-1 2 0 0 0,-5 5-80 0 0,1 0 0 0 0,-2-1 0 0 0,-8 9-1 0 0,9-10 76 0 0,-20 19-646 0 0,-25 29-2447 0 0,48-51 2904 0 0,1 1 1 0 0,-1 0-1 0 0,1 0 0 0 0,0 0 1 0 0,1 0-1 0 0,-1 1 0 0 0,1-1 1 0 0,0 1-1 0 0,-2 10 0 0 0,3-15 203 0 0,1-1 0 0 0,0 1-1 0 0,1-1 1 0 0,-1 1 0 0 0,0 0-1 0 0,0-1 1 0 0,0 1-1 0 0,0-1 1 0 0,0 1 0 0 0,0-1-1 0 0,1 0 1 0 0,-1 1 0 0 0,0-1-1 0 0,0 1 1 0 0,1-1 0 0 0,-1 1-1 0 0,0-1 1 0 0,1 0 0 0 0,-1 1-1 0 0,0-1 1 0 0,1 1 0 0 0,-1-1-1 0 0,0 0 1 0 0,1 0 0 0 0,-1 1-1 0 0,1-1 1 0 0,-1 0 0 0 0,1 0-1 0 0,-1 1 1 0 0,1-1 0 0 0,-1 0-1 0 0,1 0 1 0 0,-1 0 0 0 0,1 0-1 0 0,-1 0 1 0 0,1 0-1 0 0,-1 0 1 0 0,1 0 0 0 0,-1 0-1 0 0,1 0 1 0 0,-1 0 0 0 0,1 0-1 0 0,-1 0 1 0 0,1 0 0 0 0,-1 0-1 0 0,2-1 1 0 0,32-7 262 0 0,-23 5 14 0 0,-8 2-158 0 0,0 0-1 0 0,0 1 0 0 0,0 0 1 0 0,1 0-1 0 0,-1 0 0 0 0,0 0 1 0 0,0 0-1 0 0,0 1 0 0 0,0-1 1 0 0,0 1-1 0 0,0 0 0 0 0,0 0 1 0 0,0 0-1 0 0,0 0 0 0 0,5 3 1 0 0,-7-3-65 0 0,0 1 1 0 0,1-1 0 0 0,-1 0 0 0 0,0 1-1 0 0,-1-1 1 0 0,1 0 0 0 0,0 1 0 0 0,0 0-1 0 0,0-1 1 0 0,-1 1 0 0 0,1-1 0 0 0,-1 1-1 0 0,1 0 1 0 0,-1-1 0 0 0,0 1 0 0 0,0 0-1 0 0,0-1 1 0 0,0 1 0 0 0,0 0 0 0 0,0 0-1 0 0,0-1 1 0 0,0 1 0 0 0,-1 0 0 0 0,1-1 0 0 0,-1 1-1 0 0,1 0 1 0 0,-1-1 0 0 0,1 1 0 0 0,-3 2-1 0 0,-2 7-106 0 0,-1-1-1 0 0,0 1 1 0 0,-1-1-1 0 0,0-1 1 0 0,-11 12-1 0 0,10-13-16 0 0,2 0-1 0 0,-1 0 1 0 0,1 1 0 0 0,0 0-1 0 0,1 0 1 0 0,-9 19-1 0 0,14-28 85 0 0,0 0 0 0 0,0 1-1 0 0,0-1 1 0 0,-1 0 0 0 0,1 1 0 0 0,0-1 0 0 0,0 0-1 0 0,0 1 1 0 0,0-1 0 0 0,0 0 0 0 0,0 1 0 0 0,0-1-1 0 0,0 1 1 0 0,0-1 0 0 0,0 0 0 0 0,0 1 0 0 0,0-1 0 0 0,0 0-1 0 0,1 1 1 0 0,-1-1 0 0 0,0 0 0 0 0,0 1 0 0 0,0-1-1 0 0,0 0 1 0 0,1 1 0 0 0,-1-1 0 0 0,0 0 0 0 0,0 0-1 0 0,0 1 1 0 0,1-1 0 0 0,-1 0 0 0 0,1 1 0 0 0,13 0-150 0 0,23-9-2490 0 0,-29 5 190 0 0,-6 3 2157 0 0,1-1 0 0 0,-1 0 1 0 0,0 1-1 0 0,1 0 0 0 0,-1-1 1 0 0,1 1-1 0 0,-1 0 0 0 0,0 0 1 0 0,1 1-1 0 0,-1-1 0 0 0,5 2 1 0 0,-6-2 412 0 0,0 1 0 0 0,-1 0 0 0 0,1 0 0 0 0,0 0 1 0 0,-1 0-1 0 0,1 0 0 0 0,0 0 0 0 0,-1 0 0 0 0,0 0 1 0 0,1 0-1 0 0,-1 0 0 0 0,1 0 0 0 0,-1 0 0 0 0,0 0 1 0 0,0 0-1 0 0,0 0 0 0 0,0 1 0 0 0,0-1 0 0 0,0 0 1 0 0,0 0-1 0 0,0 0 0 0 0,0 0 0 0 0,0 0 0 0 0,0 0 1 0 0,-1 1-1 0 0,0 0 0 0 0,-1 16 686 0 0,0 0 1 0 0,0 0-1 0 0,2 0 1 0 0,0 0-1 0 0,2 0 1 0 0,0 0-1 0 0,0 0 0 0 0,2 0 1 0 0,6 18-1 0 0,5 21-436 0 0,9 76-1 0 0,-10-50 55 0 0,-9-28-130 0 0,-5-47-242 0 0,0 1 0 0 0,1-1 0 0 0,0 1 0 0 0,0-1 0 0 0,1 1 0 0 0,0-1 0 0 0,1 0 0 0 0,-1 0 0 0 0,6 10 0 0 0,-1-5 77 0 0,-1 0 1 0 0,0 1 0 0 0,0 0-1 0 0,-1 0 1 0 0,-1 0 0 0 0,-1 0-1 0 0,0 1 1 0 0,2 24 0 0 0,-6-36-142 0 0,0 0 0 0 0,0-1-1 0 0,0 1 1 0 0,-1-1 0 0 0,1 1 0 0 0,-1-1 0 0 0,0 1 0 0 0,1-1 0 0 0,-1 0 0 0 0,0 0 0 0 0,0 0 0 0 0,0 0 0 0 0,-1 0 0 0 0,1 0 0 0 0,0-1 0 0 0,-1 1-1 0 0,1-1 1 0 0,-6 2 0 0 0,1 2-20 0 0,-1-2 0 0 0,1 1 0 0 0,-1-1-1 0 0,0 0 1 0 0,-14 2 0 0 0,15-3 0 0 0,-1-1 0 0 0,1-1-1 0 0,-1 0 1 0 0,1 0 0 0 0,-1 0 0 0 0,1-1 0 0 0,-1 0-1 0 0,1 0 1 0 0,-1-1 0 0 0,1 0 0 0 0,0 0 0 0 0,0-1-1 0 0,-13-6 1 0 0,11 4 28 0 0,0 2 0 0 0,0-1 0 0 0,-1 1 0 0 0,1 0 0 0 0,-1 1 0 0 0,1 0-1 0 0,-1 1 1 0 0,0 0 0 0 0,-18 1 0 0 0,3 2 7 0 0,-1 2 0 0 0,-32 8-1 0 0,34-6-2 0 0,0-1 0 0 0,-1-2 0 0 0,-29 2 0 0 0,20-7-7 0 0,0-1 1 0 0,-43-10-1 0 0,43 6 0 0 0,1 2 1 0 0,-46-2-1 0 0,-61 17-23 0 0,101-5 14 0 0,-1-2 1 0 0,0-1-1 0 0,-46-5 1 0 0,-172-6-435 0 0,181 10 169 0 0,-143-16 0 0 0,194 12 287 0 0,0 1 0 0 0,0 2 1 0 0,-38 4-1 0 0,-40-1-46 0 0,77-6-185 0 0,-33-7 0 0 0,4 0 234 0 0,-7 11-13 0 0,50-2 0 0 0,0 0 0 0 0,0 1 0 0 0,0 0 0 0 0,-24 4 0 0 0,-31 0 0 0 0,51-5-90 0 0,0 0 1 0 0,-31 4-1 0 0,41-1 43 0 0,-1-1 0 0 0,1 1-1 0 0,0 1 1 0 0,0-1-1 0 0,0 1 1 0 0,0 0 0 0 0,1 1-1 0 0,-12 7 1 0 0,14-7 44 0 0,-1-1 0 0 0,1 0 0 0 0,-1 0 0 0 0,0 0 1 0 0,0-1-1 0 0,0 0 0 0 0,0 0 0 0 0,0 0 0 0 0,0-1 1 0 0,0 1-1 0 0,-1-1 0 0 0,1 0 0 0 0,-1-1 0 0 0,1 0 0 0 0,0 1 1 0 0,-1-2-1 0 0,1 1 0 0 0,-1 0 0 0 0,1-1 0 0 0,0 0 0 0 0,-1-1 1 0 0,1 1-1 0 0,0-1 0 0 0,0 0 0 0 0,-9-5 0 0 0,12 6-397 0 0,-4-2-233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0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122 117 4369 0 0,'-12'-32'394'0'0,"10"26"-383"0"0,0 0-1 0 0,0 0 1 0 0,0 1-1 0 0,-1-1 1 0 0,-4-5-1 0 0,6 9-32 0 0,0 0 1 0 0,-1 1-1 0 0,0-1 0 0 0,1 1 0 0 0,-1-1 1 0 0,0 1-1 0 0,0-1 0 0 0,0 1 0 0 0,0 0 0 0 0,0 0 1 0 0,0 0-1 0 0,0 0 0 0 0,0 0 0 0 0,0 1 1 0 0,-1-1-1 0 0,1 0 0 0 0,-4 1 0 0 0,3-1 6 0 0,1 0 0 0 0,-1 0 0 0 0,0 0 0 0 0,1 0 0 0 0,0-1 0 0 0,-1 1-1 0 0,1 0 1 0 0,-4-4 0 0 0,-13-5 6013 0 0,19 11-5772 0 0,-1-1 0 0 0,0 1-1 0 0,1-1 1 0 0,-1 1 0 0 0,1-1-1 0 0,-1 1 1 0 0,1 0-1 0 0,-1-1 1 0 0,1 1 0 0 0,-1 0-1 0 0,1 0 1 0 0,0-1 0 0 0,-1 1-1 0 0,1 0 1 0 0,0 0 0 0 0,-1-1-1 0 0,1 1 1 0 0,0 0 0 0 0,0 0-1 0 0,0 0 1 0 0,0-1-1 0 0,0 1 1 0 0,0 0 0 0 0,0 0-1 0 0,0 0 1 0 0,0 0 0 0 0,0-1-1 0 0,1 2 1 0 0,9 120 4846 0 0,1 0-4757 0 0,-12-103-465 0 0,0-11-38 0 0,1 0 0 0 0,0-1 0 0 0,0 1 0 0 0,1 0 1 0 0,-1-1-1 0 0,2 1 0 0 0,-1-1 0 0 0,1 1 0 0 0,0-1 0 0 0,4 8 1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0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1 6681 0 0,'-1'4'144'0'0,"-1"-2"32"0"0,1 1 9 0 0,-1 0 7 0 0,1-2-192 0 0,1 1 0 0 0,-1 0 0 0 0,-1 2 0 0 0,-2 3 1568 0 0,0 3 272 0 0,0-2 57 0 0,-1-1 15 0 0,2-2-1224 0 0,2-3-240 0 0,2-4-56 0 0,4-7-7 0 0,8-6-321 0 0,-1-8-64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1.3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139 3 5985 0 0,'-59'27'2215'0'0,"48"-20"-321"0"0,-1-1 0 0 0,0-1 0 0 0,-24 9 1 0 0,36-14-1833 0 0,-1 0-1 0 0,1 0 1 0 0,0 0 0 0 0,-1 0 0 0 0,1 0 0 0 0,-1 1-1 0 0,1-1 1 0 0,0 0 0 0 0,-1 0 0 0 0,1 1 0 0 0,-1-1-1 0 0,1 0 1 0 0,0 1 0 0 0,0-1 0 0 0,-1 0 0 0 0,1 1-1 0 0,0-1 1 0 0,-1 0 0 0 0,1 1 0 0 0,0-1 0 0 0,0 0 0 0 0,0 1-1 0 0,0-1 1 0 0,-1 1 0 0 0,1-1 0 0 0,0 1 0 0 0,0-1-1 0 0,0 1 1 0 0,0-1 0 0 0,0 0 0 0 0,0 1 0 0 0,0-1-1 0 0,0 1 1 0 0,0-1 0 0 0,0 1 0 0 0,0-1 0 0 0,0 0 0 0 0,1 1-1 0 0,-1-1 1 0 0,0 1 0 0 0,0-1 0 0 0,0 1 0 0 0,0-1-1 0 0,1 0 1 0 0,-1 1 0 0 0,0-1 0 0 0,1 0 0 0 0,-1 1-1 0 0,0-1 1 0 0,0 0 0 0 0,1 1 0 0 0,0 0-8 0 0,0 1 1 0 0,0-1-1 0 0,0 0 0 0 0,0 0 1 0 0,0 0-1 0 0,1 0 1 0 0,-1 0-1 0 0,0 0 0 0 0,1 0 1 0 0,-1 0-1 0 0,0 0 1 0 0,1-1-1 0 0,-1 1 0 0 0,3 0 1 0 0,16 0 140 0 0,1-2-1 0 0,0 0 1 0 0,35-7-1 0 0,6 0 217 0 0,151-16 93 0 0,-84 8-232 0 0,204 1 1 0 0,343-4 908 0 0,-649 17-1082 0 0,1 1 1 0 0,-1 1-1 0 0,0 1 0 0 0,1 1 0 0 0,42 10 0 0 0,-69-11-114 0 0,1-1 0 0 0,-1 0 0 0 0,1 1 1 0 0,-1-1-1 0 0,0 1 0 0 0,1 0 0 0 0,-1-1 0 0 0,0 1 0 0 0,1 0 0 0 0,-1 0 0 0 0,0 0 0 0 0,0 0 1 0 0,0 0-1 0 0,0 0 0 0 0,1 0 0 0 0,0 2 0 0 0,-2-2-11 0 0,0 0 0 0 0,1 0-1 0 0,-1-1 1 0 0,0 1 0 0 0,0 0 0 0 0,0 0-1 0 0,0 0 1 0 0,1 0 0 0 0,-1-1 0 0 0,0 1-1 0 0,-1 0 1 0 0,1 0 0 0 0,0 0 0 0 0,0 0 0 0 0,0-1-1 0 0,0 1 1 0 0,-1 0 0 0 0,1 0 0 0 0,0 0-1 0 0,-1-1 1 0 0,0 2 0 0 0,0 0-35 0 0,-1 1 0 0 0,0-1 0 0 0,0 0 1 0 0,0 0-1 0 0,0 0 0 0 0,0-1 0 0 0,0 1 0 0 0,0 0 0 0 0,0-1 1 0 0,-1 0-1 0 0,1 1 0 0 0,-1-1 0 0 0,1 0 0 0 0,-1 0 0 0 0,0 0 1 0 0,-4 0-1 0 0,1 0-313 0 0,0-1 0 0 0,0 0 0 0 0,-1 0 0 0 0,1-1 1 0 0,0 0-1 0 0,-10-2 0 0 0,-23-3-62 0 0,37 6 516 0 0,0 0-1 0 0,0 0 1 0 0,1 0 0 0 0,-1 1-1 0 0,0-1 1 0 0,0 0-1 0 0,1 1 1 0 0,-1-1 0 0 0,0 1-1 0 0,1 0 1 0 0,-1 0-1 0 0,1-1 1 0 0,-1 1 0 0 0,1 0-1 0 0,-1 0 1 0 0,1 0 0 0 0,-1 1-1 0 0,1-1 1 0 0,0 0-1 0 0,0 0 1 0 0,0 1 0 0 0,0-1-1 0 0,0 1 1 0 0,0-1 0 0 0,0 1-1 0 0,0-1 1 0 0,0 1-1 0 0,1-1 1 0 0,-1 1 0 0 0,0 0-1 0 0,1-1 1 0 0,-1 4 0 0 0,1-1-12 0 0,-1 0 0 0 0,1-1 0 0 0,0 1 0 0 0,0 0 0 0 0,0 0-1 0 0,1 0 1 0 0,-1 0 0 0 0,1 0 0 0 0,0 0 0 0 0,0 0 0 0 0,0-1 0 0 0,1 1 0 0 0,2 4 0 0 0,-2-3-42 0 0,1 0-1 0 0,1-1 0 0 0,-1 1 0 0 0,1-1 0 0 0,-1 0 0 0 0,1 0 0 0 0,0 0 0 0 0,1-1 0 0 0,-1 0 0 0 0,1 1 0 0 0,-1-1 0 0 0,1-1 0 0 0,0 1 0 0 0,0-1 0 0 0,0 0 0 0 0,1 0 0 0 0,-1 0 0 0 0,6 1 0 0 0,-7-3-9 0 0,0 1-1 0 0,1-1 0 0 0,-1 0 0 0 0,0 0 0 0 0,0 0 0 0 0,0-1 1 0 0,0 0-1 0 0,0 1 0 0 0,0-1 0 0 0,0-1 0 0 0,0 1 0 0 0,0-1 0 0 0,0 1 1 0 0,0-1-1 0 0,-1 0 0 0 0,1 0 0 0 0,-1-1 0 0 0,1 1 0 0 0,-1-1 1 0 0,0 0-1 0 0,0 0 0 0 0,0 0 0 0 0,0 0 0 0 0,4-6 0 0 0,-6 6 4 0 0,0 0-1 0 0,0 0 1 0 0,-1 1 0 0 0,1-1-1 0 0,-1 0 1 0 0,1 0-1 0 0,-1 0 1 0 0,0 0-1 0 0,0 0 1 0 0,0 1-1 0 0,0-1 1 0 0,-1 0-1 0 0,1 0 1 0 0,-1 0-1 0 0,0 0 1 0 0,0 1 0 0 0,0-1-1 0 0,0 0 1 0 0,0 1-1 0 0,-1-1 1 0 0,-1-2-1 0 0,-3-7 36 0 0,-2 0-1 0 0,1 1 0 0 0,-10-12 1 0 0,16 22-30 0 0,0 0 0 0 0,0 0 1 0 0,1 0-1 0 0,-1 0 0 0 0,0 0 1 0 0,-1 0-1 0 0,1 0 0 0 0,0 0 0 0 0,0 0 1 0 0,0 1-1 0 0,0-1 0 0 0,-1 0 1 0 0,1 1-1 0 0,0-1 0 0 0,-1 1 0 0 0,1-1 1 0 0,0 1-1 0 0,-1 0 0 0 0,1 0 1 0 0,-3-1-1 0 0,-9 7-1258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2.2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60 155 6913 0 0,'-60'39'5819'0'0,"63"-37"-5236"0"0,0-1 0 0 0,0 1-1 0 0,0-1 1 0 0,0 0 0 0 0,0 0 0 0 0,0-1 0 0 0,7 2-1 0 0,5-2 79 0 0,0 0-1 0 0,-1-1 0 0 0,1-1 1 0 0,0 0-1 0 0,28-8 1 0 0,15-3-400 0 0,92-10-251 0 0,-8-1-93 0 0,240-8-1 0 0,180 2 908 0 0,-366 23-543 0 0,-64 4 3 0 0,-96-3-201 0 0,-37 6-205 0 0,1 0-1 0 0,0 0 1 0 0,-1 0 0 0 0,1 0 0 0 0,0 0-1 0 0,-1 0 1 0 0,1 0 0 0 0,0 0 0 0 0,-1 0-1 0 0,1 0 1 0 0,0 0 0 0 0,-1 0 0 0 0,1-1-1 0 0,0 1 1 0 0,-1 0 0 0 0,1 0-1 0 0,0 0 1 0 0,-1 0 0 0 0,1-1 0 0 0,-2-1-1101 0 0,2 1 1101 0 0,0 1 0 0 0,-1 0-1 0 0,1-1 1 0 0,0 1 0 0 0,0-1 0 0 0,0 1-1 0 0,0 0 1 0 0,0-1 0 0 0,0 1 0 0 0,0-1-1 0 0,-2-22-9063 0 0,0 9 4654 0 0,0 9 2675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2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1 456 0 0,'-3'0'591'0'0,"-1"0"-1"0"0,1 0 1 0 0,-1 1-1 0 0,1-1 1 0 0,-1 1 0 0 0,1 0-1 0 0,-1 0 1 0 0,1 0-1 0 0,0 1 1 0 0,-1-1 0 0 0,1 1-1 0 0,0 0 1 0 0,0 0-1 0 0,0 0 1 0 0,1 0-1 0 0,-5 3 1 0 0,4-1-92 0 0,0-1-1 0 0,1 0 1 0 0,-1 1-1 0 0,1 0 1 0 0,-1 0-1 0 0,1 0 1 0 0,0 0 0 0 0,1 0-1 0 0,-1 0 1 0 0,1 0-1 0 0,0 0 1 0 0,-1 5-1 0 0,1-5-319 0 0,0 0 0 0 0,1 1 0 0 0,-1-1 0 0 0,1 0 0 0 0,0 0 0 0 0,1 0 0 0 0,-1 1 0 0 0,1-1 0 0 0,-1 0 0 0 0,1 0 0 0 0,1 0-1 0 0,-1 0 1 0 0,0 0 0 0 0,1 0 0 0 0,0-1 0 0 0,0 1 0 0 0,0 0 0 0 0,0-1 0 0 0,1 1 0 0 0,-1-1 0 0 0,1 0 0 0 0,0 0 0 0 0,0 0 0 0 0,0 0-1 0 0,0 0 1 0 0,1-1 0 0 0,-1 0 0 0 0,6 3 0 0 0,-8-4-147 0 0,1 0 1 0 0,-1-1-1 0 0,1 1 0 0 0,-1 0 1 0 0,1-1-1 0 0,-1 0 0 0 0,1 1 1 0 0,0-1-1 0 0,-1 0 0 0 0,1 0 1 0 0,0 0-1 0 0,-1 0 0 0 0,1 0 1 0 0,0 0-1 0 0,-1 0 0 0 0,1-1 1 0 0,0 1-1 0 0,-1 0 0 0 0,1-1 1 0 0,-1 0-1 0 0,1 1 0 0 0,2-2 1 0 0,-2 0-1 0 0,0 0 0 0 0,-1 1 0 0 0,1-1-1 0 0,0 0 1 0 0,-1 0 0 0 0,1 0 0 0 0,-1-1 0 0 0,1 1 0 0 0,-1 0 0 0 0,0 0 0 0 0,0-1 0 0 0,0 1-1 0 0,1-4 1 0 0,-1 0-4 0 0,0 1-1 0 0,0 0 1 0 0,0 0-1 0 0,0-1 1 0 0,-1 1-1 0 0,0-1 1 0 0,0 1-1 0 0,-1 0 1 0 0,1-1-1 0 0,-1 1 1 0 0,0 0-1 0 0,-1-1 1 0 0,-3-8-1 0 0,3 11-102 0 0,1 0-1 0 0,-1 1 1 0 0,0-1 0 0 0,0 1-1 0 0,-1-1 1 0 0,1 1 0 0 0,-1 0-1 0 0,1 0 1 0 0,-1 0 0 0 0,1 0-1 0 0,-1 0 1 0 0,0 1 0 0 0,0-1-1 0 0,0 1 1 0 0,0 0 0 0 0,0-1 0 0 0,0 1-1 0 0,-1 1 1 0 0,1-1 0 0 0,0 0-1 0 0,0 1 1 0 0,-1 0 0 0 0,1 0-1 0 0,0 0 1 0 0,-1 0 0 0 0,1 0-1 0 0,0 1 1 0 0,0-1 0 0 0,-1 1-1 0 0,-4 2 1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3 2761 0 0,'-4'-1'248'0'0,"1"-1"-248"0"0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3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38 7834 0 0,'0'-9'933'0'0,"5"-19"9955"0"0,-6 45-8821 0 0,-21 131-258 0 0,-5 47-1823 0 0,27-195 5 0 0,-1 22-102 0 0,0-22 73 0 0,1 1-1 0 0,0-1 1 0 0,0 1-1 0 0,0-1 1 0 0,0 1 0 0 0,0-1-1 0 0,0 1 1 0 0,0-1-1 0 0,0 1 1 0 0,0-1-1 0 0,0 1 1 0 0,0-1 0 0 0,0 1-1 0 0,0-1 1 0 0,0 1-1 0 0,1-1 1 0 0,-1 1 0 0 0,0-1-1 0 0,0 1 1 0 0,0-1-1 0 0,1 1 1 0 0,-1-1-1 0 0,0 1 1 0 0,1-1 0 0 0,-1 1-1 0 0,0-1 1 0 0,1 0-1 0 0,-1 1 1 0 0,1-1 0 0 0,0 1-1 0 0,0-3-610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22 105 6913 0 0,'-5'-54'1613'0'0,"3"46"152"0"0,0 0-1 0 0,0 0 1 0 0,-1 0-1 0 0,-4-10 1 0 0,18 25 2099 0 0,28 19-2486 0 0,28 30-877 0 0,-2 2 0 0 0,63 74-1 0 0,-116-121-753 0 0,-10-9-50 0 0,1 0 0 0 0,0 0 0 0 0,-1 1 0 0 0,1-1 0 0 0,-1 1 0 0 0,0 0 0 0 0,0-1 0 0 0,0 1 0 0 0,2 5 0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3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64 5985 0 0,'-25'7'429'0'0,"-8"-2"11028"0"0,51-21-9797 0 0,-9 9-1011 0 0,-1 1-383 0 0,3-3-486 0 0,2 0 1 0 0,-1 0 0 0 0,24-11-1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4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5065 0 0,'3'12'7522'0'0,"12"19"-3208"0"0,-11-22-2878 0 0,28 53 1995 0 0,-21-41-3326 0 0,0-1 0 0 0,-1 2-1 0 0,-2 0 1 0 0,0 0 0 0 0,-1 0-1 0 0,4 27 1 0 0,-3 13-3957 0 0,-8-57 2279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4.7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4 110 6913 0 0,'0'0'22'0'0,"0"0"-1"0"0,-1 0 0 0 0,1 0 1 0 0,0 0-1 0 0,0 0 0 0 0,0 0 0 0 0,0 0 1 0 0,-1 0-1 0 0,1 0 0 0 0,0 0 1 0 0,0 0-1 0 0,0 0 0 0 0,0 0 0 0 0,0-1 1 0 0,-1 1-1 0 0,1 0 0 0 0,0 0 1 0 0,0 0-1 0 0,0 0 0 0 0,0 0 0 0 0,0-1 1 0 0,0 1-1 0 0,0 0 0 0 0,0 0 0 0 0,-1 0 1 0 0,1 0-1 0 0,0 0 0 0 0,0-1 1 0 0,0 1-1 0 0,0 0 0 0 0,0 0 0 0 0,0 0 1 0 0,0-1-1 0 0,0 1 0 0 0,0 0 1 0 0,0 0-1 0 0,0 0 0 0 0,0 0 0 0 0,0-1 1 0 0,0 1-1 0 0,1 0 0 0 0,-1 0 1 0 0,0 0-1 0 0,0 0 0 0 0,0-1 0 0 0,0 1 1 0 0,0 0-1 0 0,0 0 0 0 0,0 0 0 0 0,8-16 625 0 0,13-12 592 0 0,-21 28-1173 0 0,4-6 513 0 0,1 0 1 0 0,1 0-1 0 0,-1 1 0 0 0,1 0 0 0 0,0 0 0 0 0,0 0 1 0 0,0 0-1 0 0,1 1 0 0 0,9-5 0 0 0,-14 9-453 0 0,0-1-1 0 0,0 0 0 0 0,0 1 1 0 0,0-1-1 0 0,0 1 1 0 0,1-1-1 0 0,-1 1 0 0 0,0 0 1 0 0,0 0-1 0 0,0 0 1 0 0,0 0-1 0 0,1 1 0 0 0,-1-1 1 0 0,0 0-1 0 0,0 1 0 0 0,0 0 1 0 0,0-1-1 0 0,0 1 1 0 0,0 0-1 0 0,0 0 0 0 0,0 0 1 0 0,0 0-1 0 0,-1 0 1 0 0,1 1-1 0 0,0-1 0 0 0,-1 1 1 0 0,1-1-1 0 0,-1 1 1 0 0,1-1-1 0 0,-1 1 0 0 0,0 0 1 0 0,0 0-1 0 0,1 0 0 0 0,-1-1 1 0 0,-1 1-1 0 0,1 0 1 0 0,1 4-1 0 0,2 4-574 0 0,-1 0 1 0 0,0 0-1 0 0,-1 0 0 0 0,2 15 1 0 0,7 27-2144 0 0,-10-51 2605 0 0,-1-1 1 0 0,1 1-1 0 0,-1-1 0 0 0,0 1 1 0 0,1-1-1 0 0,-1 0 1 0 0,1 1-1 0 0,-1-1 0 0 0,1 0 1 0 0,-1 1-1 0 0,1-1 0 0 0,-1 0 1 0 0,1 1-1 0 0,-1-1 0 0 0,1 0 1 0 0,0 0-1 0 0,-1 0 0 0 0,1 0 1 0 0,-1 0-1 0 0,1 1 1 0 0,0-1-1 0 0,-1 0 0 0 0,1 0 1 0 0,-1 0-1 0 0,2-1 0 0 0,22-1 648 0 0,-2 1-337 0 0,-18 1-314 0 0,0 1 0 0 0,0 0 0 0 0,0 0-1 0 0,1 0 1 0 0,-1 1 0 0 0,0-1 0 0 0,-1 1-1 0 0,1 0 1 0 0,0 0 0 0 0,0 0 0 0 0,-1 0-1 0 0,1 1 1 0 0,-1 0 0 0 0,0-1 0 0 0,0 1-1 0 0,0 1 1 0 0,0-1 0 0 0,4 5 0 0 0,-5-3 159 0 0,1 1 1 0 0,-1-1-1 0 0,0 0 1 0 0,0 1-1 0 0,0-1 1 0 0,-1 1-1 0 0,0 0 1 0 0,0 0-1 0 0,0-1 1 0 0,-1 1-1 0 0,0 0 1 0 0,0 8-1 0 0,-1-4 101 0 0,-1 0 0 0 0,1 1-1 0 0,-2-1 1 0 0,1 0 0 0 0,-2 0 0 0 0,1 0-1 0 0,-1 0 1 0 0,-1-1 0 0 0,0 1 0 0 0,0-1-1 0 0,-1 0 1 0 0,0-1 0 0 0,0 0 0 0 0,-13 14-1 0 0,17-21-280 0 0,0 1-1 0 0,0-1 0 0 0,0 1 1 0 0,0-1-1 0 0,0 0 0 0 0,0 0 1 0 0,0 0-1 0 0,-1 0 0 0 0,1 0 1 0 0,0 0-1 0 0,0-1 0 0 0,-1 1 1 0 0,1-1-1 0 0,-1 1 0 0 0,1-1 1 0 0,0 0-1 0 0,-5-1 0 0 0,-2-2-392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7 6449 0 0,'-3'-7'14339'0'0,"9"17"-13951"0"0,0 0-1 0 0,-1 0 1 0 0,0 0-1 0 0,-1 1 0 0 0,0-1 1 0 0,-1 1-1 0 0,4 17 1 0 0,6 83-35 0 0,-8-61-41 0 0,-1 7-360 0 0,-2-26 225 0 0,6 38-1 0 0,-6-61-355 0 0,0 0-1 0 0,0 0 0 0 0,0 0 0 0 0,1 0 0 0 0,1 0 0 0 0,-1-1 0 0 0,1 1 0 0 0,0-1 0 0 0,8 9 1 0 0,-1-3-452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 3209 0 0,'-3'18'13346'0'0,"5"10"-9118"0"0,0-11-3789 0 0,-1 9-364 0 0,1-1-1 0 0,0 0 1 0 0,2 0 0 0 0,1 0 0 0 0,1-1 0 0 0,2 1-1 0 0,0-2 1 0 0,1 1 0 0 0,1-1 0 0 0,25 40 0 0 0,-11-30-3812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6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130 0 10594 0 0,'-6'5'6634'0'0,"-6"3"-4543"0"0,7-5-1950 0 0,-2 3-24 0 0,-1 1-1 0 0,1 0 1 0 0,1 0-1 0 0,-1 0 1 0 0,1 1-1 0 0,0 0 1 0 0,1 0-1 0 0,-7 13 1 0 0,2 0-119 0 0,1 1 0 0 0,-9 29 0 0 0,17-47 28 0 0,0 0 1 0 0,-1 0-1 0 0,2 0 0 0 0,-1 1 0 0 0,1-1 0 0 0,-1 0 1 0 0,1 0-1 0 0,0 1 0 0 0,0-1 0 0 0,1 0 1 0 0,0 0-1 0 0,-1 1 0 0 0,3 3 0 0 0,-2-6 32 0 0,0 0-1 0 0,0 0 1 0 0,0 0-1 0 0,0 0 0 0 0,1 0 1 0 0,-1-1-1 0 0,1 1 1 0 0,-1 0-1 0 0,1-1 1 0 0,0 1-1 0 0,-1-1 0 0 0,1 0 1 0 0,0 0-1 0 0,0 1 1 0 0,0-1-1 0 0,0 0 0 0 0,0 0 1 0 0,0-1-1 0 0,0 1 1 0 0,1 0-1 0 0,-1-1 1 0 0,0 0-1 0 0,0 1 0 0 0,0-1 1 0 0,1 0-1 0 0,1 0 1 0 0,8 0 69 0 0,-1 0-1 0 0,1-1 1 0 0,0-1 0 0 0,-1 0 0 0 0,0 0 0 0 0,20-8 0 0 0,65-32-199 0 0,-22 9-1655 0 0,-62 28 653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8.4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28 178 7834 0 0,'-22'-7'14914'0'0,"19"9"-14609"0"0,0 6-978 0 0,3-8 660 0 0,0 0 0 0 0,0 0 0 0 0,0 0 0 0 0,0-1 1 0 0,1 1-1 0 0,-1 0 0 0 0,0 0 0 0 0,0 0 0 0 0,0 0 0 0 0,0 0 0 0 0,0 0 0 0 0,0 0 0 0 0,0 0 0 0 0,0 0 0 0 0,0 0 1 0 0,0 0-1 0 0,0 0 0 0 0,0 0 0 0 0,0 0 0 0 0,1 0 0 0 0,-1 0 0 0 0,0 0 0 0 0,0 0 0 0 0,0 0 0 0 0,0 0 0 0 0,0 0 1 0 0,0 0-1 0 0,0 0 0 0 0,0 0 0 0 0,0 0 0 0 0,0 0 0 0 0,0 0 0 0 0,1 0 0 0 0,-1 0 0 0 0,0 0 0 0 0,0 0 0 0 0,0 0 1 0 0,0 0-1 0 0,0 0 0 0 0,0 0 0 0 0,0 0 0 0 0,0 0 0 0 0,0 0 0 0 0,0 0 0 0 0,0 0 0 0 0,0 0 0 0 0,0 0 0 0 0,1 0 1 0 0,-1 1-1 0 0,0-1 0 0 0,0 0 0 0 0,0 0 0 0 0,0 0 0 0 0,0 0 0 0 0,0 0 0 0 0,0 0 0 0 0,0 0 0 0 0,6-8 0 0 0,-1 2-97 0 0,0-1-1 0 0,-1 0 1 0 0,0 1-1 0 0,7-15 1 0 0,-10 18-56 0 0,0 0 1 0 0,0 0 0 0 0,1 1-1 0 0,-1-1 1 0 0,1 1-1 0 0,0 0 1 0 0,0-1-1 0 0,0 1 1 0 0,2-2 0 0 0,-2 3 260 0 0,0-1 0 0 0,-1 1 0 0 0,1-1 0 0 0,-1 0 1 0 0,1 0-1 0 0,-1 0 0 0 0,0 1 0 0 0,0-1 0 0 0,0 0 1 0 0,0-1-1 0 0,0 1 0 0 0,0 0 0 0 0,0 0 1 0 0,-1 0-1 0 0,1 0 0 0 0,-1-1 0 0 0,0 1 0 0 0,1-3 1 0 0,-1 4-65 0 0,0 0 0 0 0,1 0 0 0 0,-1 0 0 0 0,1 0 0 0 0,-1 0 0 0 0,1 0 0 0 0,0 0 1 0 0,-1 0-1 0 0,1 0 0 0 0,0 0 0 0 0,0 0 0 0 0,0 0 0 0 0,0 1 0 0 0,0-1 1 0 0,-1 0-1 0 0,1 0 0 0 0,0 1 0 0 0,1-1 0 0 0,-1 1 0 0 0,0-1 0 0 0,0 1 0 0 0,0 0 1 0 0,0-1-1 0 0,0 1 0 0 0,2 0 183 0 0,0-3-138 0 0,0 0-68 0 0,1-1 66 0 0,0 1 0 0 0,0-1 0 0 0,0 0 0 0 0,-1 0-1 0 0,0 0 1 0 0,4-7 0 0 0,-11 22 60 0 0,0 0 0 0 0,1 0-1 0 0,0 1 1 0 0,1-1 0 0 0,0 1-1 0 0,0 13 1 0 0,-1 81 12 0 0,3-91-12 0 0,0 11-422 0 0,1 49 555 0 0,0-68-214 0 0,0-1 0 0 0,0 1 0 0 0,0 0 1 0 0,1-1-1 0 0,0 1 0 0 0,0-1 0 0 0,1 0 1 0 0,4 9-1 0 0,-5-13-49 0 0,-1 0 0 0 0,1 0 0 0 0,0 0 0 0 0,0 0 0 0 0,0 0 0 0 0,0-1 0 0 0,0 1 0 0 0,0-1 0 0 0,1 1 0 0 0,-1-1 0 0 0,0 0 0 0 0,1 0 0 0 0,-1 0 0 0 0,1 0 0 0 0,-1-1 0 0 0,1 1 1 0 0,-1-1-1 0 0,1 1 0 0 0,0-1 0 0 0,-1 0 0 0 0,1 0 0 0 0,-1 0 0 0 0,1 0 0 0 0,0-1 0 0 0,-1 1 0 0 0,1-1 0 0 0,-1 0 0 0 0,5-1 0 0 0,9-3-33 0 0,0-2-1 0 0,0 1 1 0 0,20-13 0 0 0,-16 8-164 0 0,90-38-1961 0 0,-34 17-2531 0 0,-19-2 78 0 0,-44 25 3440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8.7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0 2304 0 0,'-5'2'276'0'0,"-2"1"1088"0"0,0-1 1 0 0,0 1-1 0 0,0 1 0 0 0,0-1 0 0 0,1 1 0 0 0,-7 6 0 0 0,11-9-959 0 0,1 1 1 0 0,-1 0-1 0 0,1 0 0 0 0,-1 0 0 0 0,1 0 0 0 0,0 0 0 0 0,0 0 0 0 0,0 0 0 0 0,0 0 0 0 0,0 1 0 0 0,0-1 0 0 0,1 0 0 0 0,-1 1 1 0 0,1-1-1 0 0,-1 0 0 0 0,1 1 0 0 0,0-1 0 0 0,0 1 0 0 0,0-1 0 0 0,0 0 0 0 0,1 1 0 0 0,-1-1 0 0 0,1 3 0 0 0,55 265 2973 0 0,-53-255-3587 0 0,8 38 62 0 0,-10-49-112 0 0,0-1 0 0 0,0 1 0 0 0,1-1 0 0 0,0 0 0 0 0,0 1 1 0 0,0-1-1 0 0,0 0 0 0 0,0 0 0 0 0,0 0 0 0 0,1 0 0 0 0,4 4 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9.0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6913 0 0,'2'17'11384'0'0,"-1"-16"-10947"0"0,14 27 1815 0 0,-15-28-2255 0 0,11 23 887 0 0,-1 1-1 0 0,-1 1 1 0 0,11 45-1 0 0,11 35-1125 0 0,-26-94-673 0 0,-1-1 1 0 0,1 0-1 0 0,1 0 0 0 0,0 0 0 0 0,0-1 0 0 0,1 0 1 0 0,10 12-1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4:59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201 24 9218 0 0,'0'-1'215'0'0,"0"0"0"0"0,0 0 0 0 0,1 0 0 0 0,-1 0 1 0 0,0 0-1 0 0,0 0 0 0 0,0 0 0 0 0,-1 0 0 0 0,1 0 0 0 0,0 0 0 0 0,0 0 0 0 0,0 0 1 0 0,-1 0-1 0 0,1 0 0 0 0,0 0 0 0 0,-1 0 0 0 0,1 1 0 0 0,-1-1 0 0 0,1 0 0 0 0,-1 0 1 0 0,0 0-1 0 0,1 1 0 0 0,-2-2 0 0 0,1 2-60 0 0,0 0-1 0 0,1 0 1 0 0,-1 0 0 0 0,0 1-1 0 0,0-1 1 0 0,0 0 0 0 0,0 0 0 0 0,1 1-1 0 0,-1-1 1 0 0,0 1 0 0 0,0-1-1 0 0,1 1 1 0 0,-1-1 0 0 0,0 1-1 0 0,1-1 1 0 0,-1 1 0 0 0,1-1-1 0 0,-1 1 1 0 0,1 0 0 0 0,-2 0-1 0 0,-27 43 1397 0 0,-113 195 1122 0 0,141-238-2672 0 0,1-1 0 0 0,-1 1 0 0 0,1 0 0 0 0,-1 0 0 0 0,0 0 0 0 0,1 0 0 0 0,0 0 0 0 0,-1 0 0 0 0,1-1 0 0 0,0 1 0 0 0,-1 0 0 0 0,1 0 0 0 0,0 0 0 0 0,0 0 0 0 0,0 0 1 0 0,0 0-1 0 0,0 0 0 0 0,0 0 0 0 0,0 2 0 0 0,0-3 6 0 0,1 1 1 0 0,-1-1 0 0 0,1 0 0 0 0,-1 1-1 0 0,1-1 1 0 0,-1 0 0 0 0,1 0-1 0 0,-1 1 1 0 0,1-1 0 0 0,-1 0-1 0 0,1 0 1 0 0,-1 0 0 0 0,1 1 0 0 0,-1-1-1 0 0,1 0 1 0 0,-1 0 0 0 0,1 0-1 0 0,0 0 1 0 0,-1 0 0 0 0,1 0-1 0 0,-1 0 1 0 0,1 0 0 0 0,-1-1 0 0 0,2 1-1 0 0,46-16 561 0 0,-34 11-392 0 0,0 1-64 0 0,1 1-1 0 0,0 1 1 0 0,0 0 0 0 0,0 1-1 0 0,0 1 1 0 0,18 1 0 0 0,39-1 32 0 0,4-1-2179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1.1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76 1376 0 0,'11'-49'19290'0'0,"-6"51"-18703"0"0,4-1-410 0 0,1 0 1 0 0,0 0 0 0 0,-1 0-1 0 0,1-2 1 0 0,0 1 0 0 0,-1-1-1 0 0,1 0 1 0 0,0-1 0 0 0,-1 0 0 0 0,18-7-1 0 0,-17 6-118 0 0,0-1-1 0 0,1 2 1 0 0,-1-1-1 0 0,1 1 1 0 0,0 1-1 0 0,0 0 1 0 0,0 1-1 0 0,0 0 1 0 0,-1 0-1 0 0,19 4 0 0 0,-26-3-70 0 0,-1 1 0 0 0,1 0 0 0 0,-1-1 0 0 0,1 1 0 0 0,-1 0 0 0 0,0 0 0 0 0,1 0 0 0 0,-1 0 0 0 0,0 0 0 0 0,-1 1 0 0 0,1-1 0 0 0,0 1 0 0 0,-1-1 0 0 0,1 1 0 0 0,-1 0 0 0 0,0-1 0 0 0,1 1 0 0 0,0 5 0 0 0,7 12-2851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1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23 968 0 0,'19'-9'5132'0'0,"3"-3"3070"0"0,-13 11-6365 0 0,0 1 1 0 0,0 0 0 0 0,15 2 0 0 0,54 13-206 0 0,-71-13-1709 0 0,-1 0 1 0 0,0 1-1 0 0,0 0 1 0 0,0 0-1 0 0,0 1 1 0 0,8 6-1 0 0,17 9-4621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2.3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197 51 1376 0 0,'-4'-1'196'0'0,"1"1"0"0"0,-1-1 0 0 0,0 0 0 0 0,1 1-1 0 0,-1-2 1 0 0,1 1 0 0 0,0 0 0 0 0,-1-1 0 0 0,1 1-1 0 0,0-1 1 0 0,0 0 0 0 0,0 0 0 0 0,0-1 0 0 0,0 1 0 0 0,-2-3-1 0 0,1 1 862 0 0,0 1 0 0 0,-1 0 0 0 0,1 0-1 0 0,-1 0 1 0 0,1 0 0 0 0,-9-3 0 0 0,11 6-726 0 0,1 0 0 0 0,-1 0 1 0 0,1 0-1 0 0,-1 1 1 0 0,1-1-1 0 0,-1 0 1 0 0,1 1-1 0 0,-1-1 0 0 0,1 1 1 0 0,-1-1-1 0 0,1 1 1 0 0,0 0-1 0 0,-1-1 1 0 0,1 1-1 0 0,0 0 0 0 0,0 0 1 0 0,-1 0-1 0 0,1 0 1 0 0,0 0-1 0 0,0 0 1 0 0,0 0-1 0 0,0 1 0 0 0,1-1 1 0 0,-1 0-1 0 0,0 1 1 0 0,0 0-1 0 0,-6 7 1627 0 0,7-9-1879 0 0,-3 3-18 0 0,-9 6 201 0 0,-1-1 0 0 0,-21 11-1 0 0,60-2 131 0 0,-10-6-360 0 0,-1 0 0 0 0,18 17 0 0 0,7 6 11 0 0,-14-18-43 0 0,0-1 0 0 0,1 0 0 0 0,0-3 0 0 0,57 20 0 0 0,-23-10-14 0 0,-47-16-26 0 0,-1 1 1 0 0,0 1-1 0 0,0 0 1 0 0,0 1 0 0 0,-1 0-1 0 0,0 1 1 0 0,19 21 0 0 0,-19-21-48 0 0,4 4 534 0 0,-16-14-449 0 0,1 1-1 0 0,-1 0 1 0 0,0 0-1 0 0,0 0 1 0 0,0-1 0 0 0,0 1-1 0 0,0 0 1 0 0,-1 0-1 0 0,1-1 1 0 0,0 1 0 0 0,0 0-1 0 0,0 0 1 0 0,-1 0-1 0 0,1-1 1 0 0,0 1 0 0 0,-1 0-1 0 0,1-1 1 0 0,-1 1-1 0 0,1 0 1 0 0,-1-1-1 0 0,1 1 1 0 0,-1-1 0 0 0,1 1-1 0 0,-1-1 1 0 0,0 1-1 0 0,1-1 1 0 0,-1 1 0 0 0,0-1-1 0 0,0 1 1 0 0,-142 127 586 0 0,41-33-207 0 0,68-62-254 0 0,1 1 0 0 0,-34 47 0 0 0,64-78-121 0 0,-3 4 46 0 0,7-10 207 0 0,0-3-2576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21.952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156 161 5057 0 0,'-1'-7'85'0'0,"1"0"1"0"0,1 0-1 0 0,-1 0 0 0 0,1 0 1 0 0,0 0-1 0 0,4-12 0 0 0,-4 15-88 0 0,1-1-1 0 0,-1 1 1 0 0,0-1-1 0 0,0 0 1 0 0,0 0-1 0 0,-1 1 0 0 0,0-1 1 0 0,0 0-1 0 0,0 0 1 0 0,0 0-1 0 0,-1 1 1 0 0,0-1-1 0 0,0 0 1 0 0,-2-7-1 0 0,2 11 1 0 0,1 0 0 0 0,-1 1 0 0 0,1-1 0 0 0,-1 0 0 0 0,1 1 0 0 0,-1-1 0 0 0,1 0 0 0 0,-1 1 0 0 0,1-1 0 0 0,-1 1 0 0 0,0-1 0 0 0,0 1 0 0 0,1-1 0 0 0,-1 1 0 0 0,0 0 0 0 0,0-1 0 0 0,1 1 0 0 0,-1 0 0 0 0,0 0-1 0 0,0-1 1 0 0,0 1 0 0 0,0 0 0 0 0,1 0 0 0 0,-1 0 0 0 0,0 0 0 0 0,0 0 0 0 0,0 0 0 0 0,0 0 0 0 0,1 0 0 0 0,-1 0 0 0 0,0 1 0 0 0,0-1 0 0 0,0 0 0 0 0,-1 1 0 0 0,1 0 58 0 0,0-1 0 0 0,0 0-1 0 0,-1 1 1 0 0,1-1 0 0 0,0 0 0 0 0,0 0 0 0 0,0 0 0 0 0,-1 0-1 0 0,1 0 1 0 0,0 0 0 0 0,0 0 0 0 0,0-1 0 0 0,0 1 0 0 0,-2-1-1 0 0,-1-11-584 0 0,-58 31 8931 0 0,62-17-8245 0 0,-1-1 0 0 0,1 0-1 0 0,-1 2 1 0 0,-1 5 878 0 0,0 0 1 0 0,-1 0-1 0 0,-1 0 0 0 0,-6 12 0 0 0,7-15-870 0 0,0 1 0 0 0,0 0 0 0 0,1 0 0 0 0,-1 0-1 0 0,1 0 1 0 0,0 0 0 0 0,1 0 0 0 0,0 0 0 0 0,-1 11 0 0 0,-2 61 499 0 0,2-46-375 0 0,2 53 1 0 0,2-72-276 0 0,1 0-1 0 0,0-1 1 0 0,1 1 0 0 0,7 14 0 0 0,7 28 62 0 0,-15-46-57 0 0,-1 2 0 0 0,0-1 0 0 0,-1 0 1 0 0,0 0-1 0 0,0 1 0 0 0,-1-1 1 0 0,-1 0-1 0 0,1 1 0 0 0,-2-1 0 0 0,1 0 1 0 0,-2 0-1 0 0,1 0 0 0 0,-7 15 1 0 0,3-8 43 0 0,1 1 0 0 0,0 0 0 0 0,1 1 0 0 0,-2 30 1 0 0,2 76-72 0 0,4-107 16 0 0,8 121-7 0 0,0-72 0 0 0,-6-54 0 0 0,0-1 0 0 0,-1 1 0 0 0,0-1 0 0 0,-1 1 0 0 0,-1 18 0 0 0,-6 34 16 0 0,4-1 1 0 0,6 92-1 0 0,1-25-1 0 0,-3-115-15 0 0,0 0 0 0 0,7 26 0 0 0,-5-30 0 0 0,-1 0 0 0 0,0 0 0 0 0,-1 0 0 0 0,0 0 0 0 0,-1 1 0 0 0,-1 13 0 0 0,-1-13 0 0 0,2 0 0 0 0,0 0 0 0 0,0 0 0 0 0,1 0 0 0 0,1-1 0 0 0,3 18 0 0 0,-1 28 0 0 0,-4-48 0 0 0,0 0 0 0 0,1 0 0 0 0,0 1 0 0 0,4 18 0 0 0,-3-20 65 0 0,-1-1 0 0 0,0 1 0 0 0,0-1 0 0 0,-1 1 0 0 0,0 0 0 0 0,0-1 0 0 0,-3 12 0 0 0,2-11 17 0 0,0 1-1 0 0,1-1 1 0 0,0 1 0 0 0,2 18-1 0 0,-2-28-86 0 0,0 1 0 0 0,0-1-1 0 0,0 0 1 0 0,0 0 0 0 0,0 0-1 0 0,0 0 1 0 0,0 0 0 0 0,0 1-1 0 0,0-1 1 0 0,0 0 0 0 0,0 0-1 0 0,0 0 1 0 0,1 0 0 0 0,-1 0-1 0 0,0 1 1 0 0,0-1 0 0 0,0 0-1 0 0,0 0 1 0 0,0 0-1 0 0,0 0 1 0 0,0 0 0 0 0,1 0-1 0 0,-1 0 1 0 0,0 0 0 0 0,0 1-1 0 0,0-1 1 0 0,0 0 0 0 0,0 0-1 0 0,1 0 1 0 0,-1 0 0 0 0,0 0-1 0 0,0 0 1 0 0,0 0 0 0 0,0 0-1 0 0,0 0 1 0 0,1 0 0 0 0,-1 0-1 0 0,0 0 1 0 0,0 0 0 0 0,0 0-1 0 0,0 0 1 0 0,1 0 0 0 0,-1 0-1 0 0,0 0 1 0 0,0 0 0 0 0,10-7-570 0 0,6-12-588 0 0,-15 18 1104 0 0,27-27-3512 0 0,-22 23 3004 0 0,-1 0 1 0 0,0 1-1 0 0,0-1 1 0 0,0-1 0 0 0,-1 1-1 0 0,0-1 1 0 0,6-9-1 0 0,-8 1 550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24.750"/>
    </inkml:context>
    <inkml:brush xml:id="br0">
      <inkml:brushProperty name="width" value="0.3" units="cm"/>
      <inkml:brushProperty name="height" value="0.6" units="cm"/>
      <inkml:brushProperty name="color" value="#A9D8FF"/>
      <inkml:brushProperty name="tip" value="rectangle"/>
      <inkml:brushProperty name="rasterOp" value="maskPen"/>
    </inkml:brush>
  </inkml:definitions>
  <inkml:trace contextRef="#ctx0" brushRef="#br0">585 469 6913 0 0,'-51'13'532'0'0,"0"-2"-1"0"0,-60 4 0 0 0,87-17 1104 0 0,41-1-1148 0 0,609-68 4080 0 0,308-61-3090 0 0,-430 34-1316 0 0,-81 13-141 0 0,107 5 84 0 0,8 44-80 0 0,-459 35 0 0 0,-1 4-1 0 0,1 3 1 0 0,-1 4-1 0 0,137 34 1 0 0,-209-42-24 0 0,-3-1 0 0 0,1-1 0 0 0,-1 1 0 0 0,0 0 0 0 0,0 0 0 0 0,1 1 0 0 0,-1-1 0 0 0,0 1 0 0 0,0 0 0 0 0,-1-1 0 0 0,1 1 0 0 0,0 0 0 0 0,2 3 0 0 0,-5-4 2 0 0,0-1 0 0 0,0 0 0 0 0,0 1 0 0 0,0-1 1 0 0,0 1-1 0 0,0-1 0 0 0,0 1 0 0 0,0-1 0 0 0,0 0 0 0 0,0 1 1 0 0,-1-1-1 0 0,1 1 0 0 0,0-1 0 0 0,0 0 0 0 0,0 1 0 0 0,-1-1 1 0 0,1 0-1 0 0,0 1 0 0 0,0-1 0 0 0,-1 0 0 0 0,1 1 1 0 0,0-1-1 0 0,-1 0 0 0 0,1 1 0 0 0,0-1 0 0 0,-1 0 0 0 0,1 0 1 0 0,-1 0-1 0 0,1 1 0 0 0,0-1 0 0 0,-1 0 0 0 0,0 0 1 0 0,-17 8 72 0 0,15-7-45 0 0,-43 12 258 0 0,-1-1-1 0 0,0-3 1 0 0,-85 7-1 0 0,40-6-265 0 0,-259 36-733 0 0,-683 73-1 0 0,599-93 966 0 0,-154 14 35 0 0,-227 105-929 0 0,511-82 371 0 0,136-32 205 0 0,-175 41 288 0 0,336-70-176 0 0,-25 9 242 0 0,32-11-285 0 0,0 0 0 0 0,0 1 1 0 0,0-1-1 0 0,0 1 0 0 0,0-1 1 0 0,0 1-1 0 0,0-1 1 0 0,0 1-1 0 0,0 0 0 0 0,0 0 1 0 0,0-1-1 0 0,0 1 0 0 0,0 0 1 0 0,1 0-1 0 0,-1 0 0 0 0,0 0 1 0 0,1 0-1 0 0,-1 0 1 0 0,1 0-1 0 0,-1 0 0 0 0,1 0 1 0 0,-1 0-1 0 0,1 2 0 0 0,0-2-15 0 0,0-1-1 0 0,1 1 0 0 0,-1 0 1 0 0,0 0-1 0 0,1 0 0 0 0,-1-1 0 0 0,1 1 1 0 0,-1 0-1 0 0,1-1 0 0 0,-1 1 1 0 0,1 0-1 0 0,0-1 0 0 0,-1 1 1 0 0,1-1-1 0 0,0 1 0 0 0,0-1 0 0 0,-1 1 1 0 0,1-1-1 0 0,0 1 0 0 0,0-1 1 0 0,1 1-1 0 0,22 7-413 0 0,-20-7 345 0 0,59 14-440 0 0,-1-3 0 0 0,127 7 0 0 0,-134-15 435 0 0,785 26 1211 0 0,3-46 471 0 0,-584 9-1425 0 0,950-69 810 0 0,-977 57-679 0 0,305 13 0 0 0,-535 7-303 0 0,2-1 16 0 0,-1 0-1 0 0,1 0 1 0 0,-1 0-1 0 0,1 1 1 0 0,0 0-1 0 0,-1 0 1 0 0,1 0-1 0 0,5 3 1 0 0,-10-2 83 0 0,-8 0-53 0 0,-12-1-24 0 0,-138-25 869 0 0,11 2-780 0 0,-94 6 23 0 0,-398 24 0 0 0,-241 78 392 0 0,718-67-319 0 0,-457 67-30 0 0,487-62-129 0 0,-295 66-126 0 0,391-80 33 0 0,-237 73-741 0 0,219-63 418 0 0,1 2 0 0 0,-96 56 1 0 0,134-68 325 0 0,-35 23-68 0 0,47-30 106 0 0,1 0 1 0 0,0 0 0 0 0,0 0-1 0 0,0 0 1 0 0,0 0-1 0 0,0 1 1 0 0,1-1 0 0 0,-1 1-1 0 0,1-1 1 0 0,0 1-1 0 0,-2 5 1 0 0,4-7 14 0 0,-1-1-1 0 0,1 1 1 0 0,0-1-1 0 0,-1 1 1 0 0,1-1 0 0 0,0 1-1 0 0,0 0 1 0 0,0-1 0 0 0,0 1-1 0 0,1-1 1 0 0,-1 1-1 0 0,0-1 1 0 0,1 1 0 0 0,-1-1-1 0 0,1 1 1 0 0,-1-1-1 0 0,1 1 1 0 0,0-1 0 0 0,-1 0-1 0 0,1 1 1 0 0,1 1 0 0 0,1 0 15 0 0,0 0 0 0 0,0-1 1 0 0,0 1-1 0 0,0 0 0 0 0,0-1 0 0 0,1 0 1 0 0,-1 0-1 0 0,5 2 0 0 0,6 2 67 0 0,1 0 0 0 0,-1-1-1 0 0,21 4 1 0 0,30 1-82 0 0,111 5 0 0 0,-93-10-11 0 0,600-4-1 0 0,1-55 0 0 0,-401 28 0 0 0,1423-62 0 0 0,-1610 86 214 0 0,0 4-1 0 0,170 27 1 0 0,-257-27-108 0 0,-9 1-48 0 0,-15 2-29 0 0,-28 2 80 0 0,-306 10 125 0 0,227-16-202 0 0,-17 2-21 0 0,-616 8 307 0 0,1-45-39 0 0,-133-26-31 0 0,382 59-266 0 0,1 37 236 0 0,458-29-115 0 0,21-3-32 0 0,0-1-1 0 0,-1 0 1 0 0,1-2-1 0 0,-27-2 1 0 0,68 6 276 0 0,-1 0-384 0 0,-1 0 1 0 0,26 4-1 0 0,30-10-1728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09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116 91 1376 0 0,'-5'-23'423'0'0,"-15"-45"20510"0"0,19 84-20664 0 0,-1 0 0 0 0,-1 1 0 0 0,-7 24 0 0 0,4-20-128 0 0,1-1 1 0 0,-2 27-1 0 0,-3 228 142 0 0,-5 51-59 0 0,6-180 237 0 0,9 149 0 0 0,-1-273-317 0 0,0 1 0 0 0,-9 40-1 0 0,7-45-415 0 0,0 0 0 0 0,1 0-1 0 0,0 0 1 0 0,2 0 0 0 0,1 23 0 0 0,0-31-222 0 0,0-2-66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0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10 3225 0 0,'-51'-1'3845'0'0,"43"0"-2694"0"0,-1 0 1 0 0,0 0-1 0 0,0 2 0 0 0,-10 0 1 0 0,15 0-736 0 0,1 0 0 0 0,0 0 0 0 0,0 0 0 0 0,0 0 0 0 0,-1 0 0 0 0,1 1 0 0 0,1-1 0 0 0,-1 1 0 0 0,0 0 1 0 0,0 0-1 0 0,1 0 0 0 0,-1 0 0 0 0,1 0 0 0 0,-1 1 0 0 0,-2 3 0 0 0,5-6-323 0 0,0 0-1 0 0,0 1 1 0 0,-1-1 0 0 0,1 0-1 0 0,0 1 1 0 0,0-1-1 0 0,-1 0 1 0 0,1 1 0 0 0,0-1-1 0 0,0 1 1 0 0,0-1-1 0 0,0 1 1 0 0,-1-1 0 0 0,1 0-1 0 0,0 1 1 0 0,0-1 0 0 0,0 1-1 0 0,0-1 1 0 0,0 1-1 0 0,0-1 1 0 0,0 1 0 0 0,0-1-1 0 0,1 1 1 0 0,-1-1-1 0 0,0 0 1 0 0,0 1 0 0 0,0-1-1 0 0,0 1 1 0 0,1-1-1 0 0,-1 1 1 0 0,14 9 831 0 0,27 2-1055 0 0,-34-11 388 0 0,44 9-149 0 0,1-4-1 0 0,0-1 1 0 0,88-4 0 0 0,-58-1 21 0 0,-75 0-120 0 0,522-4 870 0 0,-469-3-617 0 0,1-2 0 0 0,-1-3 0 0 0,95-31 0 0 0,-147 40-244 0 0,10-2 35 0 0,1 1 0 0 0,35-4 0 0 0,-46 7-56 0 0,1 1 0 0 0,-1 0 0 0 0,1 0 0 0 0,-1 1 0 0 0,1 0 0 0 0,-1 1 0 0 0,0 0 0 0 0,15 5 0 0 0,-23-7-23 0 0,1 0 0 0 0,-1 1 0 0 0,1-1-1 0 0,-1 0 1 0 0,1 1 0 0 0,-1-1 0 0 0,0 0 0 0 0,1 1 0 0 0,-1-1 0 0 0,1 1-1 0 0,-1-1 1 0 0,0 0 0 0 0,0 1 0 0 0,1-1 0 0 0,-1 1 0 0 0,0-1 0 0 0,0 1 0 0 0,1-1-1 0 0,-1 1 1 0 0,0-1 0 0 0,0 1 0 0 0,0 0 0 0 0,0-1 0 0 0,0 1 0 0 0,0-1 0 0 0,0 1-1 0 0,0-1 1 0 0,0 1 0 0 0,0-1 0 0 0,0 1 0 0 0,0-1 0 0 0,0 1 0 0 0,0-1 0 0 0,-1 1-1 0 0,1 0 1 0 0,0-1 0 0 0,-1 1 0 0 0,-12 20-2061 0 0,11-18 1205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0.7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98 5873 0 0,'-18'-7'13341'0'0,"28"0"-12487"0"0,75-32 2824 0 0,-55 27-3597 0 0,2 2-1 0 0,42-9 1 0 0,-73 19-115 0 0,2-1-172 0 0,0 0 0 0 0,0 0 0 0 0,1 1-1 0 0,-1 0 1 0 0,0-1 0 0 0,0 1 0 0 0,1 0 0 0 0,-1 0 0 0 0,0 1 0 0 0,0-1-1 0 0,0 1 1 0 0,1 0 0 0 0,-1-1 0 0 0,5 4 0 0 0,-2 0-1268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1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0 4977 0 0,'-19'7'9474'0'0,"17"-5"-8975"0"0,1-1-80 0 0,0 1 0 0 0,0-1 0 0 0,1 1 0 0 0,-1-1 0 0 0,1 1 0 0 0,-1-1 0 0 0,1 1 0 0 0,-1-1 1 0 0,1 1-1 0 0,0-1 0 0 0,0 1 0 0 0,0 2 0 0 0,1 6 333 0 0,0 0 1 0 0,1 0 0 0 0,5 19-1 0 0,0-3-236 0 0,12 146-220 0 0,19 108-319 0 0,-20-188 23 0 0,5 99 0 0 0,-8 96 0 0 0,-11-188 0 0 0,8 348 64 0 0,-11-437-204 0 0,-2 31 392 0 0,1-40-358 0 0,-1 1 1 0 0,1-1 0 0 0,0 1 0 0 0,0-1 0 0 0,-1 1 0 0 0,1-1 0 0 0,-1 1 0 0 0,1-1-1 0 0,-1 1 1 0 0,1-1 0 0 0,-1 1 0 0 0,0-1 0 0 0,0 0 0 0 0,0 1 0 0 0,0-1 0 0 0,0 0-1 0 0,0 0 1 0 0,0 0 0 0 0,-2 2 0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1.9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25 200 5985 0 0,'-2'0'480'0'0,"0"-1"0"0"0,-1 0-1 0 0,1 0 1 0 0,0 0 0 0 0,0 0 0 0 0,0 0-1 0 0,0 0 1 0 0,0 0 0 0 0,0-1 0 0 0,0 1-1 0 0,0-8 2572 0 0,2 9-2985 0 0,1 0 0 0 0,-1 0 0 0 0,0 0 0 0 0,0 0 0 0 0,0-1 0 0 0,19 1 1758 0 0,139 6 3487 0 0,81-13-4622 0 0,474-21-471 0 0,-49 3-159 0 0,72-68 620 0 0,-692 85-672 0 0,10-2-4 0 0,65-3 0 0 0,-103 13-3 0 0,1 0 0 0 0,-1 0 0 0 0,0 2-1 0 0,1 0 1 0 0,-1 1 0 0 0,0 0 0 0 0,-1 2 0 0 0,24 8 0 0 0,-39-13-12 0 0,1 0 0 0 0,-1 0 0 0 0,1 0 0 0 0,-1 1-1 0 0,0-1 1 0 0,1 0 0 0 0,-1 0 0 0 0,0 0 0 0 0,1 0 0 0 0,-1 0 0 0 0,0 1 0 0 0,1-1 0 0 0,-1 0-1 0 0,0 0 1 0 0,1 0 0 0 0,-1 1 0 0 0,0-1 0 0 0,1 0 0 0 0,-1 1 0 0 0,0-1 0 0 0,0 0 0 0 0,1 0 0 0 0,-1 1-1 0 0,0-1 1 0 0,0 0 0 0 0,0 1 0 0 0,0-1 0 0 0,1 1 0 0 0,-1-1 0 0 0,0 0 0 0 0,0 1 0 0 0,0-1-1 0 0,0 0 1 0 0,0 1 0 0 0,0-1 0 0 0,0 1 0 0 0,0-1 0 0 0,0 0 0 0 0,0 1 0 0 0,0-1 0 0 0,0 1-1 0 0,0-1 1 0 0,-1 0 0 0 0,1 1 0 0 0,0-1 0 0 0,0 0 0 0 0,0 1 0 0 0,0-1 0 0 0,-1 0 0 0 0,1 1-1 0 0,0-1 1 0 0,0 0 0 0 0,-1 1 0 0 0,1-1 0 0 0,0 0 0 0 0,0 0 0 0 0,-1 1 0 0 0,1-1 0 0 0,0 0-1 0 0,-1 0 1 0 0,-23 13-3415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2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34 6625 0 0,'-24'-34'16136'0'0,"22"35"-15848"0"0,2 2-116 0 0,0 0 0 0 0,1 0 0 0 0,-1 0 0 0 0,1 0 0 0 0,-1 0-1 0 0,1 0 1 0 0,0-1 0 0 0,0 1 0 0 0,3 5 0 0 0,1 6 201 0 0,-1 12-13 0 0,-1-1 0 0 0,-1 1 0 0 0,-2 50 0 0 0,-1-47-293 0 0,1 0 0 0 0,7 52 0 0 0,7-14-92 0 0,-7-38-27 0 0,-1 1 0 0 0,3 40 0 0 0,-9-59-129 0 0,0 0 0 0 0,0 0 0 0 0,-1-1 0 0 0,-1 1 0 0 0,0 0 1 0 0,-1 0-1 0 0,1-1 0 0 0,-2 0 0 0 0,0 1 0 0 0,-6 11 0 0 0,-4 3-664 0 0,-14 26-1335 0 0,21-18-5100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2.9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6 1840 0 0,'-2'-3'11748'0'0,"-8"1"-8613"0"0,4 2-3923 0 0,0 1 1143 0 0,0 0 0 0 0,0 1 0 0 0,0 0 0 0 0,0 0 0 0 0,1 0-1 0 0,-1 1 1 0 0,1 0 0 0 0,-1 0 0 0 0,-7 6 0 0 0,4-2-52 0 0,0 0 1 0 0,1 0 0 0 0,0 1-1 0 0,-9 10 1 0 0,17-17-298 0 0,-1 0 0 0 0,0-1 1 0 0,1 1-1 0 0,0-1 0 0 0,-1 1 0 0 0,1 0 1 0 0,-1 0-1 0 0,1-1 0 0 0,0 1 0 0 0,-1 0 1 0 0,1 0-1 0 0,0-1 0 0 0,0 1 1 0 0,0 0-1 0 0,0 0 0 0 0,-1-1 0 0 0,1 1 1 0 0,0 0-1 0 0,0 0 0 0 0,1 0 0 0 0,-1-1 1 0 0,0 1-1 0 0,0 0 0 0 0,0 0 0 0 0,0 0 1 0 0,1-1-1 0 0,-1 1 0 0 0,0 0 1 0 0,1 0-1 0 0,-1-1 0 0 0,1 1 0 0 0,-1 0 1 0 0,0-1-1 0 0,1 1 0 0 0,0-1 0 0 0,-1 1 1 0 0,1 0-1 0 0,-1-1 0 0 0,1 1 0 0 0,0-1 1 0 0,-1 0-1 0 0,1 1 0 0 0,0-1 1 0 0,-1 1-1 0 0,1-1 0 0 0,0 0 0 0 0,1 1 1 0 0,7 2 84 0 0,0 0 1 0 0,0 0-1 0 0,15 3 1 0 0,-1-1-12 0 0,16 6-424 0 0,-30-10 198 0 0,0 1 0 0 0,-1 1 0 0 0,1-1 0 0 0,-1 1 0 0 0,0 1-1 0 0,0-1 1 0 0,14 10 0 0 0,-21-12 139 0 0,-1 0 0 0 0,0 0 0 0 0,1 0 0 0 0,-1 0-1 0 0,0 0 1 0 0,1 0 0 0 0,-1 0 0 0 0,0 1 0 0 0,0-1-1 0 0,0 0 1 0 0,0 0 0 0 0,0 0 0 0 0,0 0 0 0 0,0 1-1 0 0,0-1 1 0 0,-1 0 0 0 0,1 0 0 0 0,0 0 0 0 0,-1 0-1 0 0,1 0 1 0 0,-1 0 0 0 0,1 0 0 0 0,-1 0 0 0 0,1 0-1 0 0,-1 0 1 0 0,0 0 0 0 0,1 0 0 0 0,-1 0 0 0 0,0 0-1 0 0,-1 0 1 0 0,-26 31 103 0 0,27-31-99 0 0,-63 53-164 0 0,50-45 96 0 0,0 2 0 0 0,1-1 1 0 0,0 2-1 0 0,1 0 0 0 0,1 0 1 0 0,-13 19-1 0 0,23-31 80 0 0,1 0 0 0 0,0 1 0 0 0,-1-1-1 0 0,1 1 1 0 0,0-1 0 0 0,-1 1 0 0 0,1-1 0 0 0,0 1 0 0 0,0-1-1 0 0,-1 1 1 0 0,1-1 0 0 0,0 1 0 0 0,0-1 0 0 0,0 1-1 0 0,0-1 1 0 0,0 1 0 0 0,0-1 0 0 0,0 1 0 0 0,0 0 0 0 0,0-1-1 0 0,0 1 1 0 0,0-1 0 0 0,0 1 0 0 0,0-1 0 0 0,1 1-1 0 0,-1-1 1 0 0,0 1 0 0 0,0-1 0 0 0,0 1 0 0 0,1-1 0 0 0,-1 1-1 0 0,0-1 1 0 0,1 1 0 0 0,-1-1 0 0 0,0 0 0 0 0,1 1 0 0 0,-1-1-1 0 0,1 1 1 0 0,0-1 0 0 0,1 1 48 0 0,1 1 1 0 0,-1-2-1 0 0,1 1 0 0 0,0 0 0 0 0,-1-1 1 0 0,1 1-1 0 0,0-1 0 0 0,-1 0 1 0 0,4 0-1 0 0,57-5 786 0 0,-45 2-658 0 0,37-5-20 0 0,-51 7-165 0 0,1 1 0 0 0,-1 0 0 0 0,0 0 1 0 0,0 0-1 0 0,0 1 0 0 0,0 0 0 0 0,0-1 0 0 0,0 1 0 0 0,0 1 0 0 0,6 1 1 0 0,-10-2-8 0 0,1 0 0 0 0,0-1-1 0 0,0 1 1 0 0,-1-1 0 0 0,1 1 0 0 0,0 0 0 0 0,-1 0 0 0 0,1-1 0 0 0,-1 1 0 0 0,1 0 0 0 0,-1 0 0 0 0,1 0 0 0 0,-1 0 0 0 0,0 0 0 0 0,1 0 0 0 0,-1-1 0 0 0,0 1 0 0 0,0 0 0 0 0,1 0 0 0 0,-1 0 0 0 0,0 0 0 0 0,0 0-1 0 0,0 0 1 0 0,0 0 0 0 0,0 0 0 0 0,-1 0 0 0 0,1 0 0 0 0,0 0 0 0 0,0 0 0 0 0,-1 0 0 0 0,1 0 0 0 0,0 0 0 0 0,-1-1 0 0 0,1 1 0 0 0,-1 0 0 0 0,1 0 0 0 0,-1 0 0 0 0,-1 1 0 0 0,-29 36-746 0 0,22-27 468 0 0,8-10 154 0 0,-21 29-412 0 0,21-29 355 0 0,1 1 0 0 0,-1-1 0 0 0,0 1-1 0 0,0 0 1 0 0,1-1 0 0 0,-1 1 0 0 0,1-1 0 0 0,-1 1 0 0 0,1 0 0 0 0,-1 0-1 0 0,1-1 1 0 0,0 1 0 0 0,0 0 0 0 0,0-1 0 0 0,0 1 0 0 0,0 0 0 0 0,1 3-1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3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5529 0 0,'-2'31'10479'0'0,"13"24"-6222"0"0,-5-25-3088 0 0,-4-21-1147 0 0,25 186 1844 0 0,-25-162-1471 0 0,-2 0 0 0 0,0 0-1 0 0,-11 65 1 0 0,6-61-631 0 0,2-1 0 0 0,1 1 0 0 0,2-1 0 0 0,1 1 0 0 0,9 51 0 0 0,-6-80-840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4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127 5 1840 0 0,'-1'0'183'0'0,"0"-1"-1"0"0,0 1 0 0 0,0-1 0 0 0,0 1 1 0 0,0-1-1 0 0,0 1 0 0 0,0-1 0 0 0,-1 1 1 0 0,1 0-1 0 0,0 0 0 0 0,0 0 0 0 0,0 0 1 0 0,0 0-1 0 0,-1 0 0 0 0,1 0 0 0 0,0 0 1 0 0,0 0-1 0 0,0 0 0 0 0,0 1 1 0 0,0-1-1 0 0,0 0 0 0 0,-1 1 0 0 0,1-1 1 0 0,0 1-1 0 0,0-1 0 0 0,0 1 0 0 0,-1 1 1 0 0,-26 19 2670 0 0,26-20-2615 0 0,-10 9 1239 0 0,7-7-742 0 0,0 1 0 0 0,0 0 0 0 0,0 0 0 0 0,1 0 0 0 0,-1 1 0 0 0,1-1 0 0 0,0 1 0 0 0,0 0 0 0 0,1 0 0 0 0,-6 11 1 0 0,9-15-635 0 0,0 0 0 0 0,1 0 0 0 0,-1 0 1 0 0,0 0-1 0 0,1 0 0 0 0,-1 0 0 0 0,1 0 1 0 0,-1 0-1 0 0,1 0 0 0 0,-1 0 0 0 0,1-1 1 0 0,0 1-1 0 0,0 0 0 0 0,-1 0 0 0 0,1-1 1 0 0,0 1-1 0 0,0 0 0 0 0,0-1 1 0 0,-1 1-1 0 0,1-1 0 0 0,0 1 0 0 0,0-1 1 0 0,0 1-1 0 0,0-1 0 0 0,0 0 0 0 0,0 1 1 0 0,0-1-1 0 0,2 0 0 0 0,36 9 71 0 0,-35-8-20 0 0,30 3 53 0 0,-26-4-178 0 0,-1 1 0 0 0,1 0 1 0 0,-1 0-1 0 0,0 0 1 0 0,1 1-1 0 0,-1 0 0 0 0,0 0 1 0 0,11 6-1 0 0,-18-7-35 0 0,1 0 0 0 0,-1-1 0 0 0,1 1-1 0 0,-1 0 1 0 0,1 0 0 0 0,-1 0 0 0 0,1-1 0 0 0,-1 1 0 0 0,0 0-1 0 0,0 0 1 0 0,1 0 0 0 0,-1 0 0 0 0,0 0 0 0 0,0 0 0 0 0,0 0-1 0 0,0 0 1 0 0,0-1 0 0 0,0 1 0 0 0,0 0 0 0 0,0 0 0 0 0,0 0 0 0 0,-1 0-1 0 0,1 0 1 0 0,0 0 0 0 0,-1 0 0 0 0,1-1 0 0 0,0 1 0 0 0,-1 0-1 0 0,1 0 1 0 0,-1 0 0 0 0,1-1 0 0 0,-1 1 0 0 0,-1 1 0 0 0,-23 30-242 0 0,21-27 197 0 0,-18 20-66 0 0,-30 38-448 0 0,47-56 516 0 0,0 1 0 0 0,1-1 0 0 0,-1 1-1 0 0,2 0 1 0 0,-1 0 0 0 0,-4 15 0 0 0,8-22 55 0 0,-1 0 1 0 0,1 0 0 0 0,0 0-1 0 0,0 0 1 0 0,0 0 0 0 0,0 0-1 0 0,0-1 1 0 0,0 1 0 0 0,0 0-1 0 0,0 0 1 0 0,0 0-1 0 0,0 0 1 0 0,0 0 0 0 0,1 0-1 0 0,-1 0 1 0 0,0 0 0 0 0,1 0-1 0 0,-1 0 1 0 0,1-1 0 0 0,-1 1-1 0 0,1 0 1 0 0,-1 0 0 0 0,1 0-1 0 0,-1-1 1 0 0,2 2 0 0 0,0-1 18 0 0,-1 0 0 0 0,1 0 1 0 0,0 0-1 0 0,0-1 1 0 0,0 1-1 0 0,0 0 0 0 0,0-1 1 0 0,-1 1-1 0 0,1-1 1 0 0,0 0-1 0 0,4 1 0 0 0,7-2 115 0 0,0 1 0 0 0,0-2 0 0 0,15-3-1 0 0,-15 3-89 0 0,-11 2-49 0 0,-1-1 0 0 0,1 1 1 0 0,0-1-1 0 0,0 1 0 0 0,0 0 0 0 0,-1 0 1 0 0,1 0-1 0 0,0 0 0 0 0,0 0 0 0 0,0 1 0 0 0,-1-1 1 0 0,1 1-1 0 0,0-1 0 0 0,0 1 0 0 0,-1-1 1 0 0,1 1-1 0 0,0 0 0 0 0,-1 0 0 0 0,1 0 1 0 0,-1 0-1 0 0,1 0 0 0 0,-1 0 0 0 0,3 2 1 0 0,-3-1 8 0 0,0 0 1 0 0,0 0-1 0 0,0 0 1 0 0,-1 1 0 0 0,1-1-1 0 0,-1 0 1 0 0,1 0 0 0 0,-1 0-1 0 0,0 1 1 0 0,0-1-1 0 0,0 0 1 0 0,0 0 0 0 0,0 0-1 0 0,0 1 1 0 0,-1-1 0 0 0,0 3-1 0 0,-2 6-2 0 0,-1-1 0 0 0,0 1 0 0 0,0-1 0 0 0,-1 0 0 0 0,0 0 0 0 0,-12 15 1 0 0,13-20-44 0 0,0 0 1 0 0,0 1 0 0 0,0-1-1 0 0,1 1 1 0 0,0 0-1 0 0,-4 11 1 0 0,7-16-134 0 0,0 0 1 0 0,-1 1-1 0 0,1-1 0 0 0,0 0 0 0 0,0 1 0 0 0,0-1 1 0 0,0 1-1 0 0,0-1 0 0 0,0 0 0 0 0,0 1 0 0 0,1-1 1 0 0,-1 0-1 0 0,0 1 0 0 0,1-1 0 0 0,0 2 1 0 0,0-1-429 0 0,0-1 1 0 0,1 1-1 0 0,-1-1 1 0 0,0 1-1 0 0,1-1 1 0 0,-1 0-1 0 0,1 0 1 0 0,-1 1-1 0 0,1-1 1 0 0,-1 0-1 0 0,1 0 1 0 0,0 0-1 0 0,0-1 1 0 0,1 2-1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4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7354 0 0,'0'-1'0'0'0,"0"0"0"0"0,0 0 0 0 0,0-1 0 0 0,1 1 0 0 0,-1 0 0 0 0,0 0 0 0 0,1 0 0 0 0,-1 0 0 0 0,1 0 0 0 0,-1 1 0 0 0,1-1 0 0 0,0 0 0 0 0,-1 0 0 0 0,1 0 0 0 0,0 0 0 0 0,0 1 0 0 0,0-1 0 0 0,-1 0 0 0 0,1 1 0 0 0,0-1 0 0 0,0 0 0 0 0,0 1 0 0 0,0-1 0 0 0,0 1 0 0 0,0 0 0 0 0,0-1 0 0 0,0 1 0 0 0,2-1 0 0 0,0 1 0 0 0,4-3 0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5.1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5985 0 0,'7'17'11771'0'0,"7"22"-10379"0"0,-2 0-1 0 0,-1 1 1 0 0,8 64 0 0 0,3 130-1212 0 0,-21-226-86 0 0,1 26-19 0 0,4 31 253 0 0,-3 1 1 0 0,-8 80-1 0 0,3-132-822 0 0,-2 11 1862 0 0,4-17-3979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5.7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3526 68 6449 0 0,'-7'7'10472'0'0,"-10"-3"-8265"0"0,16-4-2142 0 0,-63 19 1268 0 0,46-13-1119 0 0,0 0-1 0 0,0-1 0 0 0,-1-1 1 0 0,1-1-1 0 0,-1 0 0 0 0,0-2 0 0 0,-19 0 1 0 0,-209-37 96 0 0,30 1-1746 0 0,-233 23-1435 0 0,285 14 4370 0 0,-200-25 0 0 0,257 12-1769 0 0,-190 5 1 0 0,-109 33-888 0 0,171-8 2601 0 0,-63-6-400 0 0,229-14-667 0 0,0-3 0 0 0,-117-22 0 0 0,137 21-527 0 0,39 5 27 0 0,-1-1 1 0 0,0 0-1 0 0,1-1 1 0 0,0 0-1 0 0,-18-7 0 0 0,28 9 30 0 0,0 0 0 0 0,0-1 0 0 0,0 1 0 0 0,1 0 0 0 0,-1-1 0 0 0,0 1 0 0 0,0-1 0 0 0,1 1 0 0 0,-1-1 0 0 0,0 0 0 0 0,1 1 0 0 0,-1-1 0 0 0,0 0 0 0 0,1 1 0 0 0,-1-1 0 0 0,1 0 0 0 0,-1 0 0 0 0,1 0 0 0 0,0 1 0 0 0,-1-2 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6.9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255 76 3681 0 0,'-37'10'2371'0'0,"-95"20"1694"0"0,110-27 519 0 0,-42 2-1 0 0,266-9-1390 0 0,38-1-2892 0 0,113-3 53 0 0,-80-1-113 0 0,260-19 447 0 0,-473 24-676 0 0,219-30-56 0 0,-42 3-224 0 0,-229 31 22 0 0,-8 3-35 0 0,-10 3-134 0 0,6-3 400 0 0,3-3-88 0 0,-3 2-601 0 0,0-1 324 0 0,-1 1 1 0 0,0-1-1 0 0,0 0 1 0 0,1-1-1 0 0,-1 1 1 0 0,0-1-1 0 0,0 0 1 0 0,0 0 0 0 0,0 0-1 0 0,0-1 1 0 0,0 1-1 0 0,-8-4 1 0 0,12 4 507 0 0,-1 0 0 0 0,1-1 0 0 0,0 1 1 0 0,0 0-1 0 0,0 0 0 0 0,0 0 0 0 0,0 0 1 0 0,0 0-1 0 0,-1 1 0 0 0,1-1 0 0 0,0 0 1 0 0,0 0-1 0 0,0 1 0 0 0,0-1 0 0 0,0 1 1 0 0,0-1-1 0 0,0 1 0 0 0,0-1 0 0 0,0 1 1 0 0,0 0-1 0 0,0-1 0 0 0,0 1 0 0 0,1 0 1 0 0,-1 0-1 0 0,0 0 0 0 0,0-1 0 0 0,1 1 1 0 0,-1 0-1 0 0,0 0 0 0 0,1 0 0 0 0,-1 0 1 0 0,1 0-1 0 0,0 0 0 0 0,-1 1 0 0 0,1-1 1 0 0,0 0-1 0 0,-1 0 0 0 0,1 0 0 0 0,0 0 0 0 0,0 0 1 0 0,0 2-1 0 0,0 1-52 0 0,-1 0 0 0 0,1-1 1 0 0,0 1-1 0 0,0-1 0 0 0,1 1 0 0 0,-1 0 1 0 0,1-1-1 0 0,0 1 0 0 0,0-1 0 0 0,0 1 1 0 0,0-1-1 0 0,3 5 0 0 0,1-1-50 0 0,1-1 1 0 0,0 1-1 0 0,0-1 1 0 0,0 0-1 0 0,1 0 0 0 0,0-1 1 0 0,0 0-1 0 0,1 0 1 0 0,-1-1-1 0 0,1 0 0 0 0,0 0 1 0 0,9 2-1 0 0,-12-4-13 0 0,0 0 1 0 0,0 0-1 0 0,0-1 0 0 0,0 0 1 0 0,0 0-1 0 0,1-1 0 0 0,-1 1 1 0 0,0-1-1 0 0,0 0 0 0 0,0 0 1 0 0,1-1-1 0 0,-1 1 0 0 0,0-1 1 0 0,0 0-1 0 0,0-1 0 0 0,0 1 1 0 0,0-1-1 0 0,0 0 0 0 0,0-1 1 0 0,-1 1-1 0 0,6-4 0 0 0,-8 4-11 0 0,-1 0-1 0 0,0 1 0 0 0,1-1 1 0 0,-1 0-1 0 0,0 0 0 0 0,0 0 1 0 0,0 0-1 0 0,0 0 0 0 0,-1 0 1 0 0,1 0-1 0 0,0 0 1 0 0,-1 0-1 0 0,0 0 0 0 0,1 0 1 0 0,-1 0-1 0 0,0 0 0 0 0,0-1 1 0 0,0 1-1 0 0,0 0 0 0 0,-1 0 1 0 0,1 0-1 0 0,-1 0 1 0 0,1 0-1 0 0,-1 0 0 0 0,0 0 1 0 0,1 0-1 0 0,-1 0 0 0 0,0 0 1 0 0,0 0-1 0 0,-3-3 0 0 0,-1-5 4 0 0,-1 1-1 0 0,0 0 0 0 0,-1 0 0 0 0,-12-12 0 0 0,16 18-34 0 0,0 0-1 0 0,-1 0 1 0 0,1 1 0 0 0,-1-1-1 0 0,1 0 1 0 0,-1 1 0 0 0,0 0-1 0 0,0 0 1 0 0,0 0 0 0 0,0 1-1 0 0,-1-1 1 0 0,-3 0 0 0 0,6 2 22 0 0,0 0 1 0 0,1 0 0 0 0,-1 0 0 0 0,1 0-1 0 0,-1 0 1 0 0,1 1 0 0 0,-1-1 0 0 0,0 0-1 0 0,1 1 1 0 0,-1-1 0 0 0,1 1 0 0 0,0-1-1 0 0,-1 1 1 0 0,1 0 0 0 0,-1 0 0 0 0,1 0-1 0 0,0 0 1 0 0,0 0 0 0 0,-1 0-1 0 0,1 0 1 0 0,0 0 0 0 0,0 0 0 0 0,0 0-1 0 0,0 1 1 0 0,0-1 0 0 0,1 0 0 0 0,-1 1-1 0 0,0-1 1 0 0,1 1 0 0 0,-1-1 0 0 0,1 1-1 0 0,-1-1 1 0 0,1 1 0 0 0,-1-1 0 0 0,1 1-1 0 0,0 2 1 0 0,-1 2 9 0 0,0-1 1 0 0,1 1-1 0 0,0 0 1 0 0,0 0-1 0 0,0 0 1 0 0,1-1-1 0 0,0 1 1 0 0,0 0-1 0 0,0 0 1 0 0,1-1-1 0 0,3 10 1 0 0,-4-13 10 0 0,0 0 0 0 0,0 1 0 0 0,0-1 0 0 0,0 0 0 0 0,1 0 0 0 0,-1 0 0 0 0,0-1-1 0 0,1 1 1 0 0,0 0 0 0 0,-1 0 0 0 0,1-1 0 0 0,0 1 0 0 0,0-1 0 0 0,0 0 0 0 0,0 1 0 0 0,0-1 0 0 0,0 0 0 0 0,0 0 0 0 0,0 0 0 0 0,0 0 0 0 0,1-1 0 0 0,-1 1 0 0 0,0-1 0 0 0,1 1 0 0 0,-1-1 0 0 0,0 0 0 0 0,1 0 0 0 0,-1 0 0 0 0,0 0 0 0 0,1 0 0 0 0,3-1 0 0 0,-5 0-23 0 0,1 1-1 0 0,-1 0 0 0 0,0-1 0 0 0,0 1 0 0 0,0-1 0 0 0,0 0 0 0 0,0 1 0 0 0,1-1 0 0 0,-1 0 0 0 0,-1 0 0 0 0,1 1 0 0 0,0-1 0 0 0,0 0 1 0 0,0 0-1 0 0,0 0 0 0 0,-1 0 0 0 0,1 0 0 0 0,0 0 0 0 0,-1 0 0 0 0,1-1 0 0 0,-1 1 0 0 0,1 0 0 0 0,-1 0 0 0 0,1 0 0 0 0,-1-1 1 0 0,0 1-1 0 0,0-2 0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18.0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369 165 6833 0 0,'-8'-2'52'0'0,"0"0"0"0"0,0 1-1 0 0,0 0 1 0 0,0 1 0 0 0,0 0-1 0 0,0 0 1 0 0,0 0-1 0 0,0 1 1 0 0,-12 3 0 0 0,-73 22 160 0 0,70-20 1088 0 0,0 2 0 0 0,0 1 0 0 0,1 1 1 0 0,0 1-1 0 0,-39 26 0 0 0,60-36-1121 0 0,0-1 1 0 0,0 1-1 0 0,1-1 0 0 0,-1 1 0 0 0,1 0 0 0 0,-1 0 0 0 0,0-1 0 0 0,1 1 0 0 0,-1 0 1 0 0,1 0-1 0 0,-1-1 0 0 0,1 1 0 0 0,0 0 0 0 0,-1 0 0 0 0,1 0 0 0 0,0 0 0 0 0,0 0 1 0 0,0 0-1 0 0,-1 0 0 0 0,1-1 0 0 0,0 1 0 0 0,0 0 0 0 0,0 0 0 0 0,0 0 0 0 0,1 1 1 0 0,-1 0-26 0 0,1 0 1 0 0,0 0 0 0 0,0 0 0 0 0,0-1 0 0 0,0 1 0 0 0,0 0 0 0 0,0-1 0 0 0,1 1-1 0 0,-1 0 1 0 0,0-1 0 0 0,3 2 0 0 0,2 2 33 0 0,0 0 0 0 0,0-1 0 0 0,1 0-1 0 0,13 7 1 0 0,6-2-21 0 0,1 0-1 0 0,-1-2 1 0 0,52 8-1 0 0,87 0-331 0 0,-92-10-13 0 0,14-1 76 0 0,0-3 1 0 0,0-4-1 0 0,0-4 0 0 0,0-3 1 0 0,-1-5-1 0 0,-1-3 0 0 0,129-45 0 0 0,348-109 377 0 0,-150 70-200 0 0,-382 95-4 0 0,1 2 0 0 0,0 2-1 0 0,0 0 1 0 0,41 3 0 0 0,-69 0-62 0 0,-49 28-151 0 0,3-11 180 0 0,-4 1 57 0 0,45-17-92 0 0,1 0 0 0 0,-1 0-1 0 0,0 0 1 0 0,1 0 0 0 0,-1 0-1 0 0,0 0 1 0 0,1 1 0 0 0,0-1-1 0 0,-1 1 1 0 0,1-1 0 0 0,0 1 0 0 0,0-1-1 0 0,-1 1 1 0 0,1 0 0 0 0,1 0-1 0 0,-1-1 1 0 0,0 1 0 0 0,0 0-1 0 0,0 3 1 0 0,1-4 3 0 0,0 1-1 0 0,0 0 1 0 0,0-1 0 0 0,1 1 0 0 0,-1 0 0 0 0,0-1-1 0 0,1 1 1 0 0,-1 0 0 0 0,1-1 0 0 0,0 1-1 0 0,0 0 1 0 0,-1-1 0 0 0,1 0 0 0 0,0 1-1 0 0,0-1 1 0 0,0 1 0 0 0,1-1 0 0 0,-1 0-1 0 0,0 0 1 0 0,0 0 0 0 0,1 1 0 0 0,-1-1 0 0 0,1 0-1 0 0,-1-1 1 0 0,1 1 0 0 0,-1 0 0 0 0,1 0-1 0 0,-1-1 1 0 0,1 1 0 0 0,0-1 0 0 0,-1 1-1 0 0,1-1 1 0 0,1 0 0 0 0,0 1 1 0 0,-1 0 1 0 0,0-1-1 0 0,0 1 0 0 0,0-1 0 0 0,0 0 1 0 0,1 0-1 0 0,-1 0 0 0 0,0 0 0 0 0,0 0 1 0 0,0 0-1 0 0,0-1 0 0 0,1 1 0 0 0,-1-1 1 0 0,0 1-1 0 0,0-1 0 0 0,0 0 0 0 0,0 0 1 0 0,0 0-1 0 0,0 0 0 0 0,0 0 0 0 0,0 0 1 0 0,-1-1-1 0 0,1 1 0 0 0,0-1 0 0 0,-1 1 1 0 0,3-4-1 0 0,-3 2-15 0 0,1-1 1 0 0,-1 0-1 0 0,0 1 0 0 0,0-1 1 0 0,0 0-1 0 0,-1 0 0 0 0,1 0 1 0 0,-1 0-1 0 0,0 0 1 0 0,0 0-1 0 0,0 1 0 0 0,-1-1 1 0 0,0 0-1 0 0,0-5 0 0 0,0 7 4 0 0,0-1-1 0 0,1 0 0 0 0,-1 1 0 0 0,0-1 1 0 0,0 0-1 0 0,-1 1 0 0 0,1-1 1 0 0,-1 1-1 0 0,1 0 0 0 0,-1-1 1 0 0,1 1-1 0 0,-1 0 0 0 0,0 0 1 0 0,0 0-1 0 0,0 0 0 0 0,-1 0 0 0 0,1 1 1 0 0,0-1-1 0 0,-1 1 0 0 0,-3-3 1 0 0,6 4 9 0 0,-1 0 1 0 0,1 0 0 0 0,0 0 0 0 0,0 0-1 0 0,0 0 1 0 0,0 0 0 0 0,0 0 0 0 0,0-1-1 0 0,-1 1 1 0 0,1 0 0 0 0,0 0 0 0 0,0 0-1 0 0,0 0 1 0 0,0 0 0 0 0,-1 0 0 0 0,1 0 0 0 0,0 0-1 0 0,0 0 1 0 0,0 0 0 0 0,0 0 0 0 0,0 0-1 0 0,-1 0 1 0 0,1 0 0 0 0,0 0 0 0 0,0 0-1 0 0,0 1 1 0 0,0-1 0 0 0,0 0 0 0 0,-1 0-1 0 0,1 0 1 0 0,0 0 0 0 0,0 0 0 0 0,0 0-1 0 0,0 0 1 0 0,0 0 0 0 0,0 0 0 0 0,0 1-1 0 0,-1-1 1 0 0,1 0 0 0 0,0 0 0 0 0,0 0-1 0 0,0 0 1 0 0,0 0 0 0 0,0 0 0 0 0,0 1-1 0 0,0-1 1 0 0,0 0 0 0 0,3 10 221 0 0,10 8 83 0 0,-12-17-291 0 0,0 0-1 0 0,0-1 1 0 0,1 1-1 0 0,-1 0 1 0 0,0-1-1 0 0,1 1 1 0 0,-1 0 0 0 0,0-1-1 0 0,1 0 1 0 0,-1 1-1 0 0,1-1 1 0 0,-1 0-1 0 0,1 0 1 0 0,2 0-1 0 0,-4 0-25 0 0,1 0-1 0 0,-1 0 0 0 0,1 0 0 0 0,0-1 0 0 0,-1 1 1 0 0,1 0-1 0 0,-1-1 0 0 0,1 1 0 0 0,-1 0 0 0 0,1-1 0 0 0,-1 1 1 0 0,1 0-1 0 0,-1-1 0 0 0,0 1 0 0 0,1-1 0 0 0,-1 1 1 0 0,1-1-1 0 0,-1 1 0 0 0,0-1 0 0 0,0 0 0 0 0,1 1 1 0 0,-1-1-1 0 0,0 1 0 0 0,0-1 0 0 0,0 1 0 0 0,0-1 1 0 0,1 0-1 0 0,-1 1 0 0 0,0-1 0 0 0,0 0 0 0 0,0 1 0 0 0,0-1 1 0 0,0 1-1 0 0,-1-1 0 0 0,1 0 0 0 0,0 0 0 0 0,-2-7-333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1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 3697 0 0,'4'-2'0'0'0,"1"1"0"0"0,-2 0 0 0 0,-3-1 0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2.8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3225 0 0,'-2'1'440'0'0,"-1"1"0"0"0,1 0 1 0 0,-1 0-1 0 0,1 1 1 0 0,0-1-1 0 0,0 0 0 0 0,0 1 1 0 0,0-1-1 0 0,1 1 1 0 0,-1 0-1 0 0,0-1 0 0 0,1 1 1 0 0,0 0-1 0 0,0 0 1 0 0,0 0-1 0 0,0 0 0 0 0,0 0 1 0 0,0 5-1 0 0,-1 8 1678 0 0,0-1-1 0 0,1 21 1 0 0,1-36-2092 0 0,-8 106 2317 0 0,5-78-3801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0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5065 0 0,'-10'25'1150'0'0,"0"1"0"0"0,2 0 0 0 0,-9 47 0 0 0,15-39-1374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3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3481 0 0,'7'47'523'0'0,"1"33"-757"0"0,-13-25 3626 0 0,2-41-2481 0 0,2-9-904 0 0,-1 0-1 0 0,1 0 1 0 0,0 1-1 0 0,0-1 1 0 0,0 1-1 0 0,1-1 0 0 0,0 0 1 0 0,0 1-1 0 0,1-1 1 0 0,-1 1-1 0 0,1-1 0 0 0,0 0 1 0 0,0 1-1 0 0,4 6 1 0 0,-3-8-7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5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1 6913 0 0,'-14'57'2821'0'0,"-3"18"-444"0"0,17-74-2563 0 0,0-1 0 0 0,0 1 1 0 0,0 0-1 0 0,0 0 1 0 0,1-1-1 0 0,-1 1 1 0 0,0 0-1 0 0,0 0 1 0 0,0-1-1 0 0,1 1 1 0 0,-1 0-1 0 0,0-1 0 0 0,1 1 1 0 0,-1-1-1 0 0,1 1 1 0 0,-1 0-1 0 0,1-1 1 0 0,-1 1-1 0 0,1-1 1 0 0,-1 1-1 0 0,1-1 1 0 0,0 1-1 0 0,5 3-343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3.7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 6449 0 0,'-22'116'3530'0'0,"18"-92"-3640"0"0,2 0 1 0 0,2 47-1 0 0,0-70 79 0 0,0 1 1 0 0,1 0-1 0 0,-1 0 1 0 0,1-1-1 0 0,-1 1 1 0 0,1 0-1 0 0,-1-1 0 0 0,1 1 1 0 0,0-1-1 0 0,0 1 1 0 0,0-1-1 0 0,0 1 0 0 0,0-1 1 0 0,2 2-1 0 0,2 2-22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4.2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50 1840 0 0,'0'-1'168'0'0,"-4"-35"7228"0"0,5 36-7237 0 0,-1-1 1 0 0,0 1 0 0 0,0-1-1 0 0,-1 1 1 0 0,1-1-1 0 0,0 1 1 0 0,0-1 0 0 0,0 1-1 0 0,0-1 1 0 0,0 1-1 0 0,0-1 1 0 0,-1 1-1 0 0,1-1 1 0 0,0 1 0 0 0,0 0-1 0 0,-1-1 1 0 0,1 1-1 0 0,0-1 1 0 0,-1 1 159 0 0,1-1-159 0 0,-1 1-1 0 0,1 0 1 0 0,-1-1-1 0 0,1 1 1 0 0,-1 0 0 0 0,1 0-1 0 0,-1-1 1 0 0,1 1-1 0 0,0 0 1 0 0,-1 0-1 0 0,1 0 1 0 0,-1 0 0 0 0,1-1-1 0 0,-1 1 1 0 0,0 0-1 0 0,1 0 1 0 0,-1 0 0 0 0,1 0-1 0 0,-1 0 1 0 0,1 1-1 0 0,-1-1 1 0 0,1 0-1 0 0,-1 0 1 0 0,1 0 0 0 0,-1 0-1 0 0,1 0 1 0 0,0 1-1 0 0,-1-1 1 0 0,1 0 0 0 0,-1 0-1 0 0,1 1 1 0 0,-1-1-1 0 0,1 0 1 0 0,-1 1 159 0 0,1-1-159 0 0,0 1-1 0 0,-1-1 1 0 0,1 1-1 0 0,0-1 1 0 0,-1 1-1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7.3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0 3953 0 0,'-17'5'620'0'0,"0"0"1"0"0,-25 11 0 0 0,34-13 279 0 0,0 1 0 0 0,0 1 0 0 0,0-1 0 0 0,1 1 1 0 0,-1 0-1 0 0,-12 13 0 0 0,18-15-493 0 0,0 0 0 0 0,0 1 1 0 0,0-1-1 0 0,0 0 0 0 0,1 1 1 0 0,0-1-1 0 0,-1 1 0 0 0,1 0 0 0 0,0 0 1 0 0,1-1-1 0 0,-1 8 0 0 0,0-9-286 0 0,1-1 0 0 0,0 1 0 0 0,0 0 1 0 0,0-1-1 0 0,0 1 0 0 0,0 0 0 0 0,0-1 0 0 0,0 1 0 0 0,1-1 0 0 0,-1 1 0 0 0,1 0 0 0 0,-1-1 0 0 0,1 1 1 0 0,0-1-1 0 0,-1 1 0 0 0,1-1 0 0 0,0 1 0 0 0,0-1 0 0 0,0 0 0 0 0,0 1 0 0 0,0-1 0 0 0,0 0 0 0 0,0 0 1 0 0,1 0-1 0 0,-1 0 0 0 0,0 0 0 0 0,1 0 0 0 0,2 2 0 0 0,-46-25-185 0 0,37 18 40 0 0,-1 0-1 0 0,1 0 0 0 0,-1 1 0 0 0,0 0 1 0 0,-1 0-1 0 0,1 1 0 0 0,0 0 1 0 0,-1 0-1 0 0,-9-2 0 0 0,15 4 24 0 0,1 0 0 0 0,-1 0-1 0 0,0 0 1 0 0,0 0 0 0 0,1 0-1 0 0,-1 0 1 0 0,0 1 0 0 0,0-1 0 0 0,1 0-1 0 0,-1 0 1 0 0,0 0 0 0 0,1 1-1 0 0,-1-1 1 0 0,0 0 0 0 0,1 1-1 0 0,-1-1 1 0 0,0 1 0 0 0,1-1-1 0 0,-1 0 1 0 0,1 1 0 0 0,-1-1 0 0 0,1 1-1 0 0,-1 0 1 0 0,1-1 0 0 0,-1 1-1 0 0,1-1 1 0 0,0 1 0 0 0,-1 0-1 0 0,1-1 1 0 0,0 1 0 0 0,-1 0-1 0 0,1-1 1 0 0,0 1 0 0 0,0 0 0 0 0,0 0-1 0 0,0-1 1 0 0,0 1 0 0 0,0 0-1 0 0,0-1 1 0 0,0 1 0 0 0,0 0-1 0 0,0 0 1 0 0,0-1 0 0 0,0 1-1 0 0,0 0 1 0 0,0 0 0 0 0,1-1 0 0 0,-1 1-1 0 0,0 0 1 0 0,1-1 0 0 0,0 2-1 0 0,0 1-4 0 0,0 0 0 0 0,0 0 0 0 0,1 0 0 0 0,0-1-1 0 0,-1 1 1 0 0,1 0 0 0 0,0-1 0 0 0,0 1 0 0 0,0-1-1 0 0,5 4 1 0 0,-3-4 81 0 0,0 0 0 0 0,-1-1 0 0 0,1 0 0 0 0,0 0 0 0 0,0 0 0 0 0,0 0 0 0 0,0 0 0 0 0,0-1 0 0 0,0 0 0 0 0,1 0 0 0 0,-1 0 0 0 0,0 0 0 0 0,0-1 0 0 0,0 0 0 0 0,6-1 0 0 0,-8 1-43 0 0,0 1 1 0 0,0-1-1 0 0,0 1 0 0 0,-1-1 1 0 0,1 1-1 0 0,0-1 0 0 0,-1 0 0 0 0,1 0 1 0 0,0 0-1 0 0,-1 0 0 0 0,1 0 1 0 0,-1 0-1 0 0,0 0 0 0 0,1-1 1 0 0,-1 1-1 0 0,0 0 0 0 0,0-1 1 0 0,1 1-1 0 0,-1-1 0 0 0,-1 1 0 0 0,1-1 1 0 0,0 0-1 0 0,0 1 0 0 0,0-1 1 0 0,-1 0-1 0 0,1 0 0 0 0,-1 1 1 0 0,0-1-1 0 0,1 0 0 0 0,-1 0 1 0 0,0 0-1 0 0,0 0 0 0 0,0 1 1 0 0,0-1-1 0 0,0 0 0 0 0,-1-2 0 0 0,0 3-31 0 0,1-1 0 0 0,-1 1-1 0 0,0-1 1 0 0,1 1-1 0 0,-1-1 1 0 0,0 1-1 0 0,0 0 1 0 0,0 0-1 0 0,0-1 1 0 0,0 1-1 0 0,-1 0 1 0 0,1 0-1 0 0,0 0 1 0 0,0 0 0 0 0,-1 0-1 0 0,1 0 1 0 0,0 1-1 0 0,-1-1 1 0 0,1 0-1 0 0,-1 1 1 0 0,1-1-1 0 0,-1 1 1 0 0,0-1-1 0 0,1 1 1 0 0,-1 0-1 0 0,1 0 1 0 0,-1 0 0 0 0,0 0-1 0 0,1 0 1 0 0,-3 0-1 0 0,3 0-1 0 0,-1 0 1 0 0,1 0-1 0 0,0 0 0 0 0,-1 1 0 0 0,1-1 0 0 0,-1 0 0 0 0,1 1 1 0 0,0-1-1 0 0,-1 1 0 0 0,1-1 0 0 0,0 1 0 0 0,-1 0 1 0 0,1 0-1 0 0,0-1 0 0 0,0 1 0 0 0,0 0 0 0 0,0 0 1 0 0,0 0-1 0 0,0 0 0 0 0,0 0 0 0 0,0 0 0 0 0,0 1 1 0 0,0-1-1 0 0,0 0 0 0 0,1 0 0 0 0,-1 1 0 0 0,1-1 1 0 0,-1 0-1 0 0,1 1 0 0 0,-1-1 0 0 0,1 0 0 0 0,0 1 1 0 0,-1 2-1 0 0,2-4-71 0 0,0 1 0 0 0,-1-1 0 0 0,1 0 0 0 0,0 1 0 0 0,-1-1 0 0 0,1 0 0 0 0,0 0 0 0 0,-1 0 0 0 0,1 1 0 0 0,0-1 0 0 0,0 0 0 0 0,-1 0 0 0 0,1 0 0 0 0,0 0 0 0 0,-1 0 0 0 0,1 0 0 0 0,0 0 0 0 0,0-1 1 0 0,-1 1-1 0 0,1 0 0 0 0,0 0 0 0 0,-1 0 0 0 0,1-1 0 0 0,0 1 0 0 0,-1 0 0 0 0,1-1 0 0 0,0 1 0 0 0,-1-1 0 0 0,1 1 0 0 0,-1-1 0 0 0,2 0 0 0 0,7-8-1539 0 0,-9 9 1592 0 0,0 0 0 0 0,0-1-1 0 0,0 1 1 0 0,0 0 0 0 0,0-1 0 0 0,0 1-1 0 0,0 0 1 0 0,0 0 0 0 0,0-1-1 0 0,0 1 1 0 0,0 0 0 0 0,0-1 0 0 0,0 1-1 0 0,0 0 1 0 0,-1 0 0 0 0,1-1 0 0 0,0 1-1 0 0,0 0 1 0 0,0 0 0 0 0,0 0 0 0 0,-1-1-1 0 0,1 1 1 0 0,0 0 0 0 0,0 0-1 0 0,-1 0 1 0 0,1-1 0 0 0,0 1 0 0 0,0 0-1 0 0,-1 0 1 0 0,1 0 0 0 0,0 0 0 0 0,0 0-1 0 0,-1 0 1 0 0,1 0 0 0 0,0 0-1 0 0,-1 0 1 0 0,1 0 0 0 0,0 0 0 0 0,0 0-1 0 0,-1 0 1 0 0,-4-2 275 0 0,1 1-1 0 0,-1 1 0 0 0,1-1 1 0 0,-1 1-1 0 0,0-1 1 0 0,1 1-1 0 0,-7 1 0 0 0,10-1-180 0 0,-1 1-1 0 0,1-1 0 0 0,-1 0 0 0 0,1 1 0 0 0,-1-1 0 0 0,1 1 0 0 0,0 0 1 0 0,-1-1-1 0 0,1 1 0 0 0,0 0 0 0 0,0 0 0 0 0,0 0 0 0 0,-1 0 1 0 0,1 0-1 0 0,0 0 0 0 0,0 0 0 0 0,0 0 0 0 0,1 0 0 0 0,-1 1 0 0 0,0-1 1 0 0,0 0-1 0 0,1 1 0 0 0,-1-1 0 0 0,0 0 0 0 0,1 1 0 0 0,0-1 1 0 0,-1 4-1 0 0,1-5-67 0 0,-1 0 0 0 0,1 0-1 0 0,0 1 1 0 0,0-1 0 0 0,0 0 0 0 0,0 1 0 0 0,0-1 0 0 0,0 0 0 0 0,0 1 0 0 0,0-1 0 0 0,0 0 0 0 0,0 1 0 0 0,0-1 0 0 0,0 0 0 0 0,1 1-1 0 0,-1-1 1 0 0,0 0 0 0 0,0 1 0 0 0,0-1 0 0 0,0 0 0 0 0,0 0 0 0 0,1 1 0 0 0,-1-1 0 0 0,0 0 0 0 0,0 0 0 0 0,0 1 0 0 0,1-1 0 0 0,-1 0 0 0 0,0 0-1 0 0,0 0 1 0 0,1 1 0 0 0,-1-1 0 0 0,0 0 0 0 0,1 0 0 0 0,-1 0 0 0 0,0 0 0 0 0,0 0 0 0 0,1 0 0 0 0,-1 1 0 0 0,0-1 0 0 0,1 0 0 0 0,-1 0-1 0 0,0 0 1 0 0,1 0 0 0 0,-1 0 0 0 0,0 0 0 0 0,1 0 0 0 0,-1 0 0 0 0,0-1 0 0 0,1 1 0 0 0,-1 0 0 0 0,0 0 0 0 0,0 0 0 0 0,1 0 0 0 0,-1 0 0 0 0,0 0-1 0 0,1-1 1 0 0,-1 1 0 0 0,0 0 0 0 0,0 0 0 0 0,1 0 0 0 0,-1-1 0 0 0,0 1 0 0 0,0 0 0 0 0,0 0 0 0 0,1-1 0 0 0,18-13 393 0 0,-13-5-256 0 0,-6 16-66 0 0,-4 18-44 0 0,3 18-142 0 0,5-18 34 0 0,-3-15 73 0 0,-1 0-1 0 0,1 0 1 0 0,0 0 0 0 0,-1 0 0 0 0,1 0 0 0 0,-1 0 0 0 0,1 0 0 0 0,-1-1 0 0 0,1 1 0 0 0,-1 0 0 0 0,1 0 0 0 0,-1 0-1 0 0,1 0 1 0 0,-1-1 0 0 0,1 1 0 0 0,-1 0 0 0 0,1-1 0 0 0,-1 1 0 0 0,1 0 0 0 0,-1-1 0 0 0,0 1 0 0 0,1 0 0 0 0,-1-1 0 0 0,0 1-1 0 0,1-1 1 0 0,-1 1 0 0 0,0-1 0 0 0,1 1 0 0 0,-1-1 0 0 0,0 0 0 0 0,1 0-8 0 0,0 1 1 0 0,0-1-1 0 0,0 0 1 0 0,0 0 0 0 0,-1 0-1 0 0,1 0 1 0 0,0 0-1 0 0,-1 0 1 0 0,1-1-1 0 0,-1 1 1 0 0,1 0-1 0 0,-1 0 1 0 0,0 0-1 0 0,1 0 1 0 0,-1-1-1 0 0,0 1 1 0 0,0 0-1 0 0,0 0 1 0 0,0 0-1 0 0,0-1 1 0 0,0 1-1 0 0,0 0 1 0 0,0 0-1 0 0,-1 0 1 0 0,1-1 0 0 0,0 1-1 0 0,-1 0 1 0 0,1 0-1 0 0,-1 0 1 0 0,1 0-1 0 0,-1 0 1 0 0,1 0-1 0 0,-1 0 1 0 0,0 0-1 0 0,-1-2 1 0 0,0 2-14 0 0,0-1 1 0 0,0 0-1 0 0,-1 1 1 0 0,1 0-1 0 0,-1-1 1 0 0,1 1-1 0 0,-1 0 0 0 0,1 0 1 0 0,-1 1-1 0 0,0-1 1 0 0,1 0-1 0 0,-1 1 1 0 0,0 0-1 0 0,-4-1 1 0 0,14-3 19 0 0,5-3 47 0 0,-1 1 0 0 0,1 0 0 0 0,0 1-1 0 0,1 0 1 0 0,-1 1 0 0 0,1 1-1 0 0,0 0 1 0 0,0 0 0 0 0,0 1 0 0 0,0 1-1 0 0,0 0 1 0 0,22 2 0 0 0,-20 0-6 0 0,0 0 0 0 0,28-4 0 0 0,-30 2-10 0 0,0 0 1 0 0,0 1-1 0 0,0 0 0 0 0,21 3 1 0 0,-28-2-32 0 0,1-1 0 0 0,-1 0-1 0 0,1 0 1 0 0,-1 0 0 0 0,1-1 0 0 0,-1 0 0 0 0,1 0-1 0 0,-1-1 1 0 0,0 0 0 0 0,7-3 0 0 0,-15 7 40 0 0,-1-1-1 0 0,0 1 1 0 0,1 0 0 0 0,-1 0-1 0 0,1 0 1 0 0,0 0 0 0 0,0 0-1 0 0,0 0 1 0 0,0 1 0 0 0,0-1 0 0 0,0 1-1 0 0,1-1 1 0 0,-1 1 0 0 0,1 0-1 0 0,-1-1 1 0 0,1 1 0 0 0,0 0-1 0 0,-1 4 1 0 0,0 2 105 0 0,-1 0 1 0 0,1 0-1 0 0,1 1 0 0 0,-1 17 0 0 0,-1 33-37 0 0,-14 79-1 0 0,-2 35 68 0 0,10 294-173 0 0,5-400 30 0 0,1-37 22 0 0,2 0 0 0 0,3 40 0 0 0,-1-60-42 0 0,1 1-1 0 0,0-1 0 0 0,1-1 0 0 0,0 1 1 0 0,1 0-1 0 0,0-1 0 0 0,0 0 1 0 0,1 0-1 0 0,1 0 0 0 0,7 11 0 0 0,-2-6 3 0 0,0 0-1 0 0,-2 1 0 0 0,1 0 0 0 0,-2 1 1 0 0,0 0-1 0 0,-1 0 0 0 0,-1 1 1 0 0,-1-1-1 0 0,0 2 0 0 0,-2-1 0 0 0,0 0 1 0 0,1 25-1 0 0,0-5-17 0 0,11 52-1 0 0,-9-64 25 0 0,-1 1 0 0 0,-2 0 0 0 0,0 0 0 0 0,-2 42 0 0 0,-4-3-115 0 0,4 1 0 0 0,11 82-1 0 0,-3-44 14 0 0,-3 133-84 0 0,-7-211 168 0 0,3 1 2 0 0,-2-27-3 0 0,0 0 0 0 0,0 0 0 0 0,0 0 0 0 0,0 0 0 0 0,0 0 0 0 0,0 0 0 0 0,1 0 0 0 0,-1 0 0 0 0,0 0 0 0 0,0 0 0 0 0,1 0 0 0 0,-1 0 0 0 0,1 0 0 0 0,-1-1 0 0 0,1 1 0 0 0,-1 0 0 0 0,1 0 0 0 0,-1 0 0 0 0,1-1 0 0 0,0 1 0 0 0,0 0 0 0 0,-1 0 0 0 0,3 0 0 0 0,-36-19-905 0 0,-11 7 885 0 0,28 8 7 0 0,0-1-1 0 0,-21-8 1 0 0,25 8 52 0 0,0 1 1 0 0,0 1-1 0 0,0 0 0 0 0,-1 1 0 0 0,1 0 1 0 0,0 1-1 0 0,-1 0 0 0 0,1 1 0 0 0,-23 4 0 0 0,-36 1 92 0 0,88 1-213 0 0,-13-5 56 0 0,1 0 1 0 0,-1 0-1 0 0,0 0 0 0 0,1-1 1 0 0,-1 0-1 0 0,1 0 1 0 0,4 1-1 0 0,17-6-461 0 0,-25 3 477 0 0,0 1 1 0 0,0-1-1 0 0,-1 1 0 0 0,1 0 1 0 0,0-1-1 0 0,-1 1 0 0 0,1-1 1 0 0,0 0-1 0 0,-1 1 0 0 0,1-1 1 0 0,-1 1-1 0 0,1-1 0 0 0,-1 0 1 0 0,1 0-1 0 0,-1 1 0 0 0,1-1 1 0 0,-1 0-1 0 0,0 0 0 0 0,0 1 1 0 0,1-1-1 0 0,-1 0 0 0 0,0 0 1 0 0,0 0-1 0 0,0 0 0 0 0,0 1 1 0 0,0-3-1 0 0,6-19 19 0 0,-11 24-10 0 0,1 0 1 0 0,-1-1-1 0 0,1 2 0 0 0,0-1 1 0 0,-1 0-1 0 0,1 1 0 0 0,0 0 1 0 0,0 0-1 0 0,1 0 0 0 0,-1 0 0 0 0,-5 7 1 0 0,8-8 2 0 0,-1 0-1 0 0,0 0 1 0 0,1 0 0 0 0,0 1 0 0 0,-1-1-1 0 0,1 0 1 0 0,0 1 0 0 0,0-1 0 0 0,0 1 0 0 0,1-1-1 0 0,-1 1 1 0 0,0-1 0 0 0,1 1 0 0 0,0 0-1 0 0,0-1 1 0 0,0 1 0 0 0,0 0 0 0 0,0-1 0 0 0,0 1-1 0 0,1-1 1 0 0,-1 1 0 0 0,1 0 0 0 0,-1-1-1 0 0,1 1 1 0 0,2 2 0 0 0,-3-4-1 0 0,1 0 0 0 0,-1 0 0 0 0,1 0 0 0 0,-1-1 0 0 0,1 1 0 0 0,0 0 0 0 0,-1-1 0 0 0,1 1 0 0 0,0 0 0 0 0,0-1 0 0 0,-1 1 0 0 0,1-1 0 0 0,0 1 0 0 0,0-1 0 0 0,0 1 0 0 0,0-1 0 0 0,0 0 0 0 0,0 1 0 0 0,-1-1 0 0 0,1 0 0 0 0,0 0 0 0 0,0 0 0 0 0,0 0 0 0 0,0 0 0 0 0,0 0 0 0 0,0 0 0 0 0,0 0 0 0 0,0 0 0 0 0,0 0 0 0 0,0 0 0 0 0,0-1 0 0 0,0 1 0 0 0,0 0 0 0 0,0-1 0 0 0,-1 1 0 0 0,1 0 0 0 0,0-1 0 0 0,0 1 0 0 0,0-1 0 0 0,-1 0 0 0 0,1 1 0 0 0,1-2 0 0 0,-1 2 0 0 0,0-1 0 0 0,0 0 0 0 0,0 0 0 0 0,1 0 0 0 0,-1-1 0 0 0,0 1 0 0 0,0 0 0 0 0,-1 0 0 0 0,1-1 0 0 0,0 1 0 0 0,0 0 0 0 0,-1-1 0 0 0,1 1 0 0 0,0-1 0 0 0,-1 1 0 0 0,1-1 0 0 0,-1 1 0 0 0,0-1 0 0 0,0 1 0 0 0,1-1 0 0 0,-1 1 0 0 0,0-1 0 0 0,0 1 0 0 0,-1-1 0 0 0,1 1 0 0 0,0-1 0 0 0,-1-2 0 0 0,0 1 26 0 0,0 1-1 0 0,0 0 1 0 0,0 0-1 0 0,0 0 1 0 0,0 0 0 0 0,0 0-1 0 0,-1 0 1 0 0,1 1 0 0 0,-1-1-1 0 0,1 0 1 0 0,-1 1-1 0 0,0-1 1 0 0,1 1 0 0 0,-1-1-1 0 0,0 1 1 0 0,0 0 0 0 0,0 0-1 0 0,0 0 1 0 0,0 0-1 0 0,-3-1 1 0 0,3 2-9 0 0,1 0 0 0 0,-1 0 0 0 0,1 0 0 0 0,-1 0 0 0 0,1 1 0 0 0,-1-1 0 0 0,1 1 0 0 0,-1-1 0 0 0,1 1 0 0 0,0-1 0 0 0,-1 1 0 0 0,1 0 0 0 0,0-1 0 0 0,-1 1 0 0 0,1 0 0 0 0,0 0 0 0 0,0 0 0 0 0,0 0 0 0 0,0 0 0 0 0,0 0 0 0 0,0 1 0 0 0,0-1 0 0 0,0 0 0 0 0,0 0 0 0 0,0 1 0 0 0,1-1 0 0 0,-1 1 0 0 0,1-1 1 0 0,-1 0-1 0 0,0 3 0 0 0,1-3-51 0 0,-10 32 364 0 0,10-32-370 0 0,0-1-1 0 0,0 1 1 0 0,0-1 0 0 0,0 1 0 0 0,-1-1 0 0 0,1 1 0 0 0,0-1 0 0 0,0 1 0 0 0,0 0 0 0 0,1-1 0 0 0,-1 1 0 0 0,0-1 0 0 0,0 1 0 0 0,0-1 0 0 0,0 1 0 0 0,0 0 0 0 0,1-1 0 0 0,-1 1-1 0 0,0-1 1 0 0,0 1 0 0 0,1-1 0 0 0,-1 1 0 0 0,0-1 0 0 0,1 0 0 0 0,-1 1 0 0 0,1-1 0 0 0,-1 1 0 0 0,1-1 0 0 0,-1 0 0 0 0,0 1 0 0 0,1-1 0 0 0,-1 0 0 0 0,1 1 0 0 0,-1-1 0 0 0,1 0 0 0 0,0 0-1 0 0,-1 0 1 0 0,1 1 0 0 0,-1-1 0 0 0,1 0 0 0 0,-1 0 0 0 0,1 0 0 0 0,0 0 0 0 0,-1 0 0 0 0,1 0 0 0 0,-1 0 0 0 0,1 0 0 0 0,-1 0 0 0 0,1-1 0 0 0,0 1 0 0 0,-1 0 0 0 0,1 0 0 0 0,-1 0-1 0 0,2-1 1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39.7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9218 0 0,'2'0'395'0'0,"-1"0"0"0"0,1 0-1 0 0,-1 0 1 0 0,1 1 0 0 0,-1-1 0 0 0,0 1 0 0 0,1-1-1 0 0,-1 1 1 0 0,0-1 0 0 0,1 1 0 0 0,-1 0 0 0 0,0-1-1 0 0,0 1 1 0 0,1 0 0 0 0,0 2 0 0 0,16 21 2629 0 0,6 41-1555 0 0,-17-41-574 0 0,16 44-62 0 0,-3 1 0 0 0,21 139 0 0 0,-36-176-1317 0 0,5 50 1421 0 0,-5-26-7807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0.1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25 5985 0 0,'-1'-1'223'0'0,"1"0"0"0"0,0 0 0 0 0,0 1 0 0 0,0-1 0 0 0,0 0 0 0 0,0 0 0 0 0,0 0-1 0 0,0 0 1 0 0,0 1 0 0 0,0-1 0 0 0,1 0 0 0 0,-1 0 0 0 0,0 0 0 0 0,0 1 0 0 0,1-1 0 0 0,-1 0 0 0 0,0 0-1 0 0,1 1 1 0 0,-1-1 0 0 0,1 0 0 0 0,-1 1 0 0 0,1-1 0 0 0,-1 0 0 0 0,1 1 0 0 0,0-1 0 0 0,-1 1 0 0 0,1-1-1 0 0,0 1 1 0 0,-1-1 0 0 0,1 1 0 0 0,0 0 0 0 0,0-1 0 0 0,-1 1 0 0 0,1 0 0 0 0,0 0 0 0 0,0-1 0 0 0,0 1-1 0 0,-1 0 1 0 0,1 0 0 0 0,0 0 0 0 0,0 0 0 0 0,0 0 0 0 0,0 0 0 0 0,-1 0 0 0 0,1 0 0 0 0,0 0 0 0 0,0 1-1 0 0,0-1 1 0 0,-1 0 0 0 0,1 0 0 0 0,0 1 0 0 0,0-1 0 0 0,-1 0 0 0 0,1 1 0 0 0,0-1 0 0 0,-1 1-1 0 0,2 0 1 0 0,5 10 150 0 0,-1-1 0 0 0,-1 1 0 0 0,0 0-1 0 0,0 0 1 0 0,-1 0 0 0 0,0 1-1 0 0,-1 0 1 0 0,2 13 0 0 0,6 20 45 0 0,39 91 227 0 0,-12-39-443 0 0,-28-66-2956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0.4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163 20 4609 0 0,'0'-1'300'0'0,"0"0"0"0"0,0 1 0 0 0,0-1 1 0 0,0 0-1 0 0,0 0 0 0 0,-6-11 5103 0 0,4 10-5103 0 0,1 2-78 0 0,0 0 1 0 0,0 0-1 0 0,0 0 1 0 0,0 0-1 0 0,0 0 1 0 0,0 0-1 0 0,0 0 1 0 0,1 0-1 0 0,-1 0 1 0 0,0 0-1 0 0,0 0 1 0 0,0 0-1 0 0,0 1 1 0 0,0-1-1 0 0,0 0 1 0 0,0 1-1 0 0,-1 0 1 0 0,-2 2 95 0 0,-1-1 1 0 0,1 2-1 0 0,-1-1 0 0 0,1 0 1 0 0,0 1-1 0 0,-4 4 1 0 0,-6 11-96 0 0,1 0 1 0 0,1 0 0 0 0,0 1 0 0 0,2 0 0 0 0,0 1 0 0 0,1 1 0 0 0,-10 38 0 0 0,19-58-160 0 0,-1-1 1 0 0,1 1 0 0 0,-1-1 0 0 0,1 1-1 0 0,-1 0 1 0 0,1-1 0 0 0,0 1 0 0 0,0-1-1 0 0,0 1 1 0 0,0 0 0 0 0,0-1-1 0 0,0 1 1 0 0,0 0 0 0 0,1-1 0 0 0,-1 1-1 0 0,0-1 1 0 0,1 1 0 0 0,-1-1 0 0 0,1 1-1 0 0,0-1 1 0 0,0 1 0 0 0,-1-1 0 0 0,1 1-1 0 0,0-1 1 0 0,0 0 0 0 0,0 0 0 0 0,3 3-1 0 0,-2-3 1 0 0,1 0-1 0 0,0-1 0 0 0,-1 1 1 0 0,1-1-1 0 0,0 0 1 0 0,0 1-1 0 0,0-1 0 0 0,-1 0 1 0 0,1-1-1 0 0,0 1 1 0 0,0 0-1 0 0,-1-1 0 0 0,1 1 1 0 0,0-1-1 0 0,-1 0 1 0 0,4-1-1 0 0,75-34 737 0 0,-59 24-664 0 0,1 2 1 0 0,26-9-1 0 0,-40 17-1254 0 0,-1 0 1 0 0,1 0 0 0 0,0 1-1 0 0,0 0 1 0 0,14 1 0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0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 8290 0 0,'4'-14'8863'0'0,"2"35"-6975"0"0,-1 11-259 0 0,4 62-1 0 0,1 8-1198 0 0,-2-46-185 0 0,-5-31-111 0 0,1 0 0 0 0,1-1 0 0 0,0 0 0 0 0,18 43-1 0 0,-22-63-135 0 0,1 0-1 0 0,0-1 0 0 0,0 1 0 0 0,1-1 0 0 0,-1 0 0 0 0,1 0 0 0 0,-1 1 0 0 0,1-2 1 0 0,0 1-1 0 0,0 0 0 0 0,1-1 0 0 0,-1 1 0 0 0,0-1 0 0 0,1 0 0 0 0,-1 0 0 0 0,1 0 1 0 0,4 1-1 0 0,-2-1 43 0 0,-1-1 0 0 0,1 0 0 0 0,-1-1 0 0 0,1 1 0 0 0,-1-1 0 0 0,1 0 0 0 0,-1 0 1 0 0,1-1-1 0 0,-1 0 0 0 0,1 0 0 0 0,7-2 0 0 0,-2-1-293 0 0,0 0 0 0 0,0 0-1 0 0,0-1 1 0 0,19-13 0 0 0,-19 11-1071 0 0,-1-1 1 0 0,0 0-1 0 0,17-19 1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2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44 3225 0 0,'12'-43'18179'0'0,"1"55"-16454"0"0,-8-6-1509 0 0,-1 1-1 0 0,0 0 1 0 0,0 0 0 0 0,-1 0-1 0 0,1 0 1 0 0,-2 1 0 0 0,1 0-1 0 0,-1-1 1 0 0,0 1 0 0 0,-1 0 0 0 0,1 9-1 0 0,1 16 247 0 0,-3 41 0 0 0,0-74-457 0 0,-14 161 913 0 0,1-39-4422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6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3 2761 0 0,'-20'-2'704'0'0,"-10"7"5615"0"0,29-4-5958 0 0,0-1 0 0 0,-1 1-1 0 0,1 0 1 0 0,0-1 0 0 0,-1 1 0 0 0,1 0 0 0 0,0 0 0 0 0,0 0 0 0 0,0 0 0 0 0,0 0-1 0 0,0 0 1 0 0,0 0 0 0 0,0 1 0 0 0,0-1 0 0 0,0 0 0 0 0,1 0 0 0 0,-1 1 0 0 0,0-1 0 0 0,1 0-1 0 0,-1 1 1 0 0,1-1 0 0 0,0 1 0 0 0,-1-1 0 0 0,1 1 0 0 0,0-1 0 0 0,0 0 0 0 0,0 1 0 0 0,0-1-1 0 0,0 1 1 0 0,0 2 0 0 0,23 118 2338 0 0,-13-80-2693 0 0,-2 0 1 0 0,-2 1-1 0 0,1 81 1 0 0,-9-111-554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5:41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1 7370 0 0,'-4'2'451'0'0,"0"1"1"0"0,0 0-1 0 0,0-1 1 0 0,0 2 0 0 0,1-1-1 0 0,-1 0 1 0 0,1 1 0 0 0,0-1-1 0 0,0 1 1 0 0,0 0 0 0 0,1 0-1 0 0,-1 0 1 0 0,1 0-1 0 0,0 1 1 0 0,0-1 0 0 0,1 1-1 0 0,-1-1 1 0 0,1 1 0 0 0,0 0-1 0 0,-1 6 1 0 0,-1 9 901 0 0,0 1 1 0 0,2-1-1 0 0,1 30 0 0 0,0-41-1147 0 0,1 0-1 0 0,0 0 0 0 0,1-1 0 0 0,0 1 0 0 0,0 0 0 0 0,1-1 0 0 0,0 1 0 0 0,0-1 0 0 0,9 14 1 0 0,-11-20-148 0 0,1 0 0 0 0,-1 1 0 0 0,1-1 0 0 0,0 0 1 0 0,0 0-1 0 0,0 0 0 0 0,0 0 0 0 0,0 0 0 0 0,0 0 1 0 0,1 0-1 0 0,-1-1 0 0 0,1 1 0 0 0,-1-1 0 0 0,1 0 1 0 0,0 0-1 0 0,-1 0 0 0 0,1 0 0 0 0,0 0 0 0 0,0-1 1 0 0,-1 1-1 0 0,1-1 0 0 0,0 0 0 0 0,0 1 1 0 0,0-1-1 0 0,0-1 0 0 0,0 1 0 0 0,0 0 0 0 0,-1-1 1 0 0,1 1-1 0 0,0-1 0 0 0,0 0 0 0 0,-1 0 0 0 0,4-2 1 0 0,8-4-113 0 0,-1 0 1 0 0,0-1-1 0 0,19-15 1 0 0,-27 19-57 0 0,22-16-363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5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46 5985 0 0,'11'-45'14273'0'0,"-11"45"-14176"0"0,7 22 2505 0 0,-2 18-2499 0 0,-1 1 0 0 0,-3-1 0 0 0,-1 1 0 0 0,-5 44 0 0 0,1-34 84 0 0,5 99-1 0 0,6-59-125 0 0,-6 105-1 0 0,-20 92 120 0 0,10-165-153 0 0,-27 281-27 0 0,9 246 43 0 0,22-581-13 0 0,-2 232 161 0 0,2 11-150 0 0,-2-98-18 0 0,20 151 188 0 0,-6-303-23 0 0,22 89 1 0 0,-17-96-6 0 0,-1 50-260 0 0,-10-104-233 0 0,-1-3-74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6.6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160 116 1840 0 0,'-13'7'331'0'0,"-12"5"669"0"0,-36 24-1 0 0,52-29 472 0 0,-24 16 2349 0 0,14-16 1778 0 0,60-14-293 0 0,25-16-4344 0 0,-12 3-595 0 0,2 7-207 0 0,0 3-1 0 0,0 2 0 0 0,1 3 1 0 0,62 1-1 0 0,-39 3-106 0 0,90-15-1 0 0,-76 0-66 0 0,76-12 229 0 0,198-8 1 0 0,-189 34 124 0 0,167-10-261 0 0,-228 5 518 0 0,-118 7-640 0 0,0 1 0 0 0,1-1 0 0 0,-1 0 0 0 0,0 1 0 0 0,0-1 0 0 0,0 0 0 0 0,0 0 0 0 0,0 1 0 0 0,0-1 0 0 0,0 0 0 0 0,0 1 0 0 0,0-1 0 0 0,0 0 0 0 0,0 1 0 0 0,0-1 0 0 0,0 0 0 0 0,0 1-1 0 0,0-1 1 0 0,0 0 0 0 0,0 0 0 0 0,0 1 0 0 0,0-1 0 0 0,0 0 0 0 0,0 1 0 0 0,0-1 0 0 0,-1 0 0 0 0,1 0 0 0 0,0 1 0 0 0,0-1 0 0 0,0 0 0 0 0,-1 0 0 0 0,1 1 0 0 0,-3 8-2598 0 0,-1 9-4601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7.0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9 2240 0 0,'-15'-9'17879'0'0,"14"13"-17255"0"0,-3 8-340 0 0,1 1-1 0 0,1-1 1 0 0,0 1-1 0 0,1 0 1 0 0,0-1 0 0 0,1 1-1 0 0,2 22 1 0 0,-1 5-200 0 0,1-7-60 0 0,1 0 1 0 0,2-1 0 0 0,1 0 0 0 0,2 0 0 0 0,21 59 0 0 0,-23-74-12 0 0,-1 1 0 0 0,-1 1 0 0 0,3 30 0 0 0,-5-4-3052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7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8 456 0 0,'2'-7'13733'0'0,"-21"14"-10218"0"0,-27 18-2396 0 0,29-12-749 0 0,1 0 1 0 0,0 1 0 0 0,1 1 0 0 0,1 1-1 0 0,-14 18 1 0 0,27-33-373 0 0,1-1 0 0 0,0 0-1 0 0,-1 1 1 0 0,1-1 0 0 0,0 0-1 0 0,-1 1 1 0 0,1-1 0 0 0,0 1-1 0 0,0-1 1 0 0,0 0 0 0 0,-1 1-1 0 0,1-1 1 0 0,0 1 0 0 0,0-1-1 0 0,0 1 1 0 0,0-1 0 0 0,0 1-1 0 0,0-1 1 0 0,0 1 0 0 0,0-1-1 0 0,0 1 1 0 0,0-1 0 0 0,0 1-1 0 0,0-1 1 0 0,0 1 0 0 0,0-1-1 0 0,0 1 1 0 0,1-1 0 0 0,-1 0-1 0 0,0 1 1 0 0,0 0 0 0 0,16 2-189 0 0,27-11-179 0 0,-37 7 346 0 0,6-2 74 0 0,1 2 0 0 0,-1 0-1 0 0,1 0 1 0 0,-1 1 0 0 0,1 1-1 0 0,-1 0 1 0 0,16 3-1 0 0,-20-2-17 0 0,0 0 0 0 0,0 0 0 0 0,-1 0 0 0 0,1 1 0 0 0,-1 0 0 0 0,0 1 0 0 0,1 0 0 0 0,-2 0 0 0 0,1 0 0 0 0,0 1 0 0 0,-1 0 0 0 0,8 8 0 0 0,-13-12-26 0 0,0 1 0 0 0,0-1 1 0 0,0 1-1 0 0,0-1 1 0 0,0 1-1 0 0,-1 0 0 0 0,1-1 1 0 0,0 1-1 0 0,-1 0 1 0 0,1 0-1 0 0,-1-1 0 0 0,0 1 1 0 0,0 0-1 0 0,1 0 1 0 0,-1 0-1 0 0,-1-1 0 0 0,1 1 1 0 0,0 0-1 0 0,0 0 1 0 0,-1 0-1 0 0,1-1 0 0 0,0 1 1 0 0,-1 0-1 0 0,0-1 1 0 0,1 1-1 0 0,-1 0 0 0 0,0-1 1 0 0,0 1-1 0 0,0-1 1 0 0,0 1-1 0 0,0-1 0 0 0,0 0 1 0 0,-3 3-1 0 0,-6 6 72 0 0,0 0 0 0 0,-1 0 0 0 0,-17 11 0 0 0,5-2-19 0 0,21-18-59 0 0,-26 28 76 0 0,27-28-73 0 0,0 0 0 0 0,0 0-1 0 0,1 0 1 0 0,-1 0-1 0 0,0 0 1 0 0,0 0 0 0 0,1 0-1 0 0,-1 0 1 0 0,0 1-1 0 0,1-1 1 0 0,-1 0-1 0 0,1 0 1 0 0,0 1 0 0 0,-1-1-1 0 0,1 0 1 0 0,0 1-1 0 0,0-1 1 0 0,0 0 0 0 0,0 1-1 0 0,0-1 1 0 0,0 0-1 0 0,0 1 1 0 0,0-1 0 0 0,1 0-1 0 0,-1 2 1 0 0,3-2-8 0 0,0 0 0 0 0,-1 0 0 0 0,1-1 0 0 0,0 1 0 0 0,0 0 0 0 0,-1-1 0 0 0,1 0 0 0 0,0 0 0 0 0,0 0 0 0 0,0 0 0 0 0,0 0 0 0 0,-1 0 0 0 0,1-1 0 0 0,0 1 0 0 0,3-2 0 0 0,5 0 14 0 0,-1 2 51 0 0,0 0-1 0 0,0 1 1 0 0,1 0-1 0 0,-2 0 1 0 0,20 6-1 0 0,-25-6-63 0 0,0 0-1 0 0,0 0 1 0 0,-1 1-1 0 0,1-1 1 0 0,0 1 0 0 0,0 0-1 0 0,-1 0 1 0 0,1 1-1 0 0,-1-1 1 0 0,0 1-1 0 0,0-1 1 0 0,1 1-1 0 0,-2 0 1 0 0,1 0-1 0 0,0 1 1 0 0,4 6-1 0 0,-7-8-8 0 0,1 0 0 0 0,-1 1-1 0 0,0-1 1 0 0,1 0-1 0 0,-1 1 1 0 0,0-1 0 0 0,0 0-1 0 0,0 1 1 0 0,-1-1-1 0 0,1 0 1 0 0,0 0-1 0 0,-1 1 1 0 0,0-1 0 0 0,1 0-1 0 0,-1 0 1 0 0,0 0-1 0 0,0 0 1 0 0,-3 4 0 0 0,-28 40-225 0 0,20-30 160 0 0,-1-1 24 0 0,10-12-29 0 0,-1 0 0 0 0,1 1 1 0 0,0 0-1 0 0,1-1 1 0 0,-1 1-1 0 0,0 0 0 0 0,1 0 1 0 0,0 0-1 0 0,-2 7 0 0 0,33-12-11014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8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1 3569 0 0,'-13'21'13674'0'0,"8"-11"-10387"0"0,1-3-4293 0 0,-39 56 3882 0 0,30-44-2722 0 0,0 1 0 0 0,-27 29 0 0 0,42-48-79 0 0,0 1-1 0 0,0-1 0 0 0,0 1 0 0 0,0-1 1 0 0,0 1-1 0 0,0-1 0 0 0,0 1 1 0 0,0 0-1 0 0,0 0 0 0 0,-1 0 0 0 0,1 0 1 0 0,-1 0-1 0 0,0 1 0 0 0,1-1 1 0 0,-1 0-1 0 0,1 4 0 0 0,3 21 129 0 0,-1 0 0 0 0,1 39 0 0 0,2 23-220 0 0,-3-52 4 0 0,-1 0 0 0 0,-5 54 1 0 0,0-50 79 0 0,7 68 0 0 0,-5-106-93 0 0,0 2-19 0 0,1 0 1 0 0,0 0-1 0 0,0-1 1 0 0,0 1-1 0 0,0 0 1 0 0,0-1-1 0 0,5 9 1 0 0,-3-17-1182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29.0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26 6449 0 0,'-2'0'415'0'0,"1"0"0"0"0,-1 0 0 0 0,0 0 0 0 0,0 1 0 0 0,1-1 0 0 0,-1 0 0 0 0,0 1 0 0 0,1-1 0 0 0,-1 1 0 0 0,1 0 0 0 0,-1 0 0 0 0,1-1 0 0 0,-1 1 0 0 0,1 0 0 0 0,-1 0 0 0 0,1 0 0 0 0,0 0 0 0 0,-3 3 0 0 0,3-2-254 0 0,0 0 1 0 0,0-1 0 0 0,-1 1 0 0 0,1 0 0 0 0,1 0 0 0 0,-1 1 0 0 0,0-1 0 0 0,0 0 0 0 0,1 0 0 0 0,-1 0 0 0 0,1 0 0 0 0,0 1 0 0 0,0 1 0 0 0,-1-1-100 0 0,1-1-1 0 0,0 1 1 0 0,1 0-1 0 0,-1-1 1 0 0,0 1 0 0 0,1-1-1 0 0,0 1 1 0 0,-1-1-1 0 0,1 0 1 0 0,0 1-1 0 0,0-1 1 0 0,0 0-1 0 0,1 1 1 0 0,-1-1-1 0 0,0 0 1 0 0,1 0-1 0 0,-1 0 1 0 0,1 0-1 0 0,0 0 1 0 0,0-1 0 0 0,0 1-1 0 0,0 0 1 0 0,0-1-1 0 0,0 0 1 0 0,4 3-1 0 0,-5-4 56 0 0,1 1 0 0 0,0 0 0 0 0,0-1 1 0 0,0 0-1 0 0,0 1 0 0 0,0-1 0 0 0,0 0 0 0 0,0 0 0 0 0,0 0 0 0 0,0 0 0 0 0,0 0 0 0 0,0 0 0 0 0,-1-1 0 0 0,1 1 0 0 0,0 0 1 0 0,0-1-1 0 0,0 0 0 0 0,0 0 0 0 0,0 1 0 0 0,-1-1 0 0 0,1 0 0 0 0,0 0 0 0 0,-1 0 0 0 0,1-1 0 0 0,-1 1 0 0 0,1 0 0 0 0,1-2 0 0 0,-1 0-45 0 0,0-1 0 0 0,0 1 0 0 0,0 0 0 0 0,0 0 0 0 0,0-1 0 0 0,-1 1 0 0 0,0-1-1 0 0,1 0 1 0 0,-1 1 0 0 0,-1-1 0 0 0,1 0 0 0 0,0 0 0 0 0,-1-5 0 0 0,0 6-77 0 0,1 1 0 0 0,-1-1 0 0 0,-1 0 0 0 0,1 0 0 0 0,0 0 0 0 0,-1 0 0 0 0,0 0 0 0 0,1 0 1 0 0,-1 0-1 0 0,0 1 0 0 0,-1-1 0 0 0,1 0 0 0 0,0 1 0 0 0,-1-1 0 0 0,1 1 0 0 0,-4-5 0 0 0,3 6 6 0 0,0 0-1 0 0,1 0 0 0 0,-1 0 1 0 0,0 0-1 0 0,0 0 0 0 0,0 0 1 0 0,0 0-1 0 0,0 1 0 0 0,0-1 1 0 0,0 1-1 0 0,0-1 0 0 0,0 1 1 0 0,0 0-1 0 0,0 0 0 0 0,0 0 1 0 0,0 0-1 0 0,0 0 0 0 0,0 0 1 0 0,-1 1-1 0 0,1-1 0 0 0,0 1 0 0 0,0-1 1 0 0,0 1-1 0 0,1 0 0 0 0,-1-1 1 0 0,0 1-1 0 0,-2 2 0 0 0,-2 0-124 0 0,1 0 0 0 0,0 1-1 0 0,-1-1 1 0 0,2 1 0 0 0,-1 0-1 0 0,-5 7 1 0 0,8-10 101 0 0,1 0-1 0 0,0 0 1 0 0,0 0-1 0 0,0 0 1 0 0,0 0-1 0 0,0 0 0 0 0,0 0 1 0 0,1 1-1 0 0,-1-1 1 0 0,0 0-1 0 0,1 1 1 0 0,-1-1-1 0 0,0 1 1 0 0,1-1-1 0 0,0 1 1 0 0,-1-1-1 0 0,1 1 1 0 0,0-1-1 0 0,0 1 1 0 0,0-1-1 0 0,0 1 1 0 0,0-1-1 0 0,0 1 1 0 0,0-1-1 0 0,1 1 1 0 0,-1-1-1 0 0,0 1 1 0 0,1-1-1 0 0,-1 0 1 0 0,1 1-1 0 0,1 1 0 0 0,0-2 62 0 0,0 1 0 0 0,0-1-1 0 0,1 0 1 0 0,-1 0 0 0 0,0 0-1 0 0,1 0 1 0 0,-1 0 0 0 0,1-1-1 0 0,-1 1 1 0 0,1-1-1 0 0,0 1 1 0 0,-1-1 0 0 0,1 0-1 0 0,0 0 1 0 0,-1 0 0 0 0,1-1-1 0 0,-1 1 1 0 0,4-1 0 0 0,-5 1-16 0 0,1 0 0 0 0,0 0 1 0 0,-1 0-1 0 0,1-1 1 0 0,0 1-1 0 0,-1-1 1 0 0,1 1-1 0 0,0-1 1 0 0,-1 1-1 0 0,1-1 1 0 0,-1 0-1 0 0,1 1 1 0 0,-1-1-1 0 0,1 0 1 0 0,-1 0-1 0 0,0 0 1 0 0,0 0-1 0 0,1-1 1 0 0,-1 1-1 0 0,0 0 1 0 0,0 0-1 0 0,0-1 1 0 0,0 1-1 0 0,0-1 1 0 0,0 1-1 0 0,-1-1 0 0 0,1 1 1 0 0,0-3-1 0 0,-1 4-105 0 0,0-1 0 0 0,0 1 0 0 0,0 0 0 0 0,-1-1 0 0 0,1 1 0 0 0,0-1 0 0 0,0 1-1 0 0,-1 0 1 0 0,1-1 0 0 0,0 1 0 0 0,-1 0 0 0 0,1 0 0 0 0,0-1 0 0 0,-1 1-1 0 0,1 0 1 0 0,0 0 0 0 0,-1-1 0 0 0,1 1 0 0 0,-1 0 0 0 0,1 0 0 0 0,0 0 0 0 0,-1 0-1 0 0,1 0 1 0 0,-1 0 0 0 0,1 0 0 0 0,-1 0 0 0 0,-3-1-1296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0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80 2304 0 0,'-27'14'20597'0'0,"43"-10"-20508"0"0,-1 0 1 0 0,1 0-1 0 0,-1-1 0 0 0,1-1 1 0 0,19 0-1 0 0,480-2 127 0 0,-115-15-216 0 0,-244 5 0 0 0,-37 2 0 0 0,-49 1 0 0 0,2 4 0 0 0,117 9 0 0 0,-132 4 211 0 0,-68-17-557 0 0,9 5 269 0 0,1 1 0 0 0,-1 0 0 0 0,1 0 0 0 0,-1 0 0 0 0,1 0 0 0 0,-1 0-1 0 0,0 0 1 0 0,1 0 0 0 0,-1 0 0 0 0,0 1 0 0 0,-3-2 0 0 0,-18-2-9 0 0,22 3 95 0 0,-1 0-1 0 0,0 0 1 0 0,0 1-1 0 0,0-1 1 0 0,0 1-1 0 0,0 0 1 0 0,0-1-1 0 0,0 1 0 0 0,0 0 1 0 0,0 0-1 0 0,1 0 1 0 0,-1 1-1 0 0,0-1 1 0 0,0 0-1 0 0,0 1 1 0 0,0-1-1 0 0,-3 2 1 0 0,4-2 3 0 0,-1 1 1 0 0,1-1-1 0 0,0 1 1 0 0,0-1-1 0 0,0 1 1 0 0,0 0-1 0 0,-1-1 1 0 0,1 1 0 0 0,0 0-1 0 0,0 0 1 0 0,0 0-1 0 0,1 0 1 0 0,-1 0-1 0 0,0 0 1 0 0,0 0-1 0 0,0 0 1 0 0,1 0 0 0 0,-1 0-1 0 0,1 0 1 0 0,-1 0-1 0 0,1 1 1 0 0,-1-1-1 0 0,1 0 1 0 0,0 0-1 0 0,-1 1 1 0 0,1-1 0 0 0,0 0-1 0 0,0 0 1 0 0,0 1-1 0 0,0-1 1 0 0,0 0-1 0 0,0 1 1 0 0,0-1-1 0 0,1 0 1 0 0,-1 0 0 0 0,0 1-1 0 0,1-1 1 0 0,-1 0-1 0 0,1 0 1 0 0,-1 1-1 0 0,1-1 1 0 0,0 0-1 0 0,-1 0 1 0 0,1 0 0 0 0,0 0-1 0 0,0 0 1 0 0,0 0-1 0 0,0 0 1 0 0,1 1-1 0 0,2 2 39 0 0,0-1-1 0 0,0 1 1 0 0,0-1-1 0 0,0 0 1 0 0,1 0-1 0 0,-1-1 1 0 0,1 1-1 0 0,0-1 1 0 0,-1 0-1 0 0,1 0 1 0 0,9 1-1 0 0,-11-2-50 0 0,0-1 0 0 0,0 0 0 0 0,0-1 0 0 0,1 1 0 0 0,-1 0 0 0 0,0-1 0 0 0,0 0 0 0 0,0 0 0 0 0,0 0 0 0 0,0 0 0 0 0,0 0 0 0 0,0-1 0 0 0,0 1 0 0 0,-1-1 0 0 0,1 1 0 0 0,0-1 0 0 0,-1 0 0 0 0,1 0 0 0 0,-1-1 0 0 0,0 1 0 0 0,0 0 0 0 0,0-1 0 0 0,0 1 0 0 0,0-1 0 0 0,0 0 0 0 0,-1 0 0 0 0,1 0 0 0 0,-1 1 0 0 0,0-1 0 0 0,0 0 0 0 0,0-1 0 0 0,0 1 0 0 0,-1 0 0 0 0,1 0 0 0 0,-1 0 0 0 0,0 0 0 0 0,0-1 0 0 0,0 1 0 0 0,0 0 0 0 0,0 0 0 0 0,-1 0 0 0 0,1 0 0 0 0,-1-1 0 0 0,0 1 0 0 0,0 0 0 0 0,0 0 0 0 0,0 0 0 0 0,-1 1 0 0 0,1-1 0 0 0,-1 0 0 0 0,0 0 0 0 0,0 1 0 0 0,-4-5 0 0 0,5 5 5 0 0,-1 0-1 0 0,0 0 1 0 0,-1 0-1 0 0,1 0 0 0 0,0 0 1 0 0,0 1-1 0 0,-1-1 1 0 0,1 1-1 0 0,-1 0 1 0 0,0 0-1 0 0,1 0 1 0 0,-1 0-1 0 0,0 0 1 0 0,0 0-1 0 0,1 1 1 0 0,-5-1-1 0 0,6 1-1 0 0,-1 0 0 0 0,0 1-1 0 0,1-1 1 0 0,-1 1 0 0 0,0 0-1 0 0,1-1 1 0 0,-1 1 0 0 0,1 0 0 0 0,-1 0-1 0 0,1 0 1 0 0,0 0 0 0 0,-1 0-1 0 0,1 0 1 0 0,0 0 0 0 0,0 1 0 0 0,0-1-1 0 0,0 0 1 0 0,0 1 0 0 0,0-1-1 0 0,0 1 1 0 0,0-1 0 0 0,0 1 0 0 0,1-1-1 0 0,-1 1 1 0 0,1 0 0 0 0,-1-1-1 0 0,0 4 1 0 0,0 2-37 0 0,-1 0 0 0 0,1-1 0 0 0,0 1 0 0 0,1 0 0 0 0,-1 0 0 0 0,1 0 0 0 0,1-1 0 0 0,-1 1 0 0 0,4 12 0 0 0,-4-16 31 0 0,1 1 0 0 0,0-1-1 0 0,1 1 1 0 0,-1-1 0 0 0,1 0 0 0 0,-1 1-1 0 0,1-1 1 0 0,0 0 0 0 0,0 0 0 0 0,0 0-1 0 0,1 0 1 0 0,-1-1 0 0 0,1 1 0 0 0,-1-1-1 0 0,1 1 1 0 0,0-1 0 0 0,0 0 0 0 0,0 0 0 0 0,0 0-1 0 0,4 1 1 0 0,-5-2 13 0 0,-1-1 0 0 0,0 1 0 0 0,1-1 0 0 0,0 0 0 0 0,-1 1 0 0 0,1-1 0 0 0,-1 0 0 0 0,1 0 0 0 0,-1 0 0 0 0,1 0 0 0 0,-1 0 0 0 0,1-1 0 0 0,-1 1 0 0 0,1 0 0 0 0,-1-1 0 0 0,1 1 1 0 0,-1-1-1 0 0,1 0 0 0 0,-1 1 0 0 0,1-1 0 0 0,-1 0 0 0 0,0 0 0 0 0,0 0 0 0 0,1 0 0 0 0,-1 0 0 0 0,0 0 0 0 0,0 0 0 0 0,0 0 0 0 0,0 0 0 0 0,0-1 0 0 0,0 1 0 0 0,0 0 0 0 0,-1-1 0 0 0,1 1 0 0 0,0-3 0 0 0,1 1 17 0 0,-1 0 0 0 0,0 0-1 0 0,0 0 1 0 0,0 0 0 0 0,0-1 0 0 0,0 1 0 0 0,-1 0-1 0 0,0-1 1 0 0,0 1 0 0 0,0 0 0 0 0,0-1-1 0 0,0 1 1 0 0,0 0 0 0 0,-1-1 0 0 0,-1-5 0 0 0,-2 2 17 0 0,1 0 0 0 0,-1 0 0 0 0,-1 0 0 0 0,1 1 0 0 0,-1-1 0 0 0,-6-6 0 0 0,9 12-85 0 0,1-1 1 0 0,-1 1-1 0 0,1-1 0 0 0,-1 1 0 0 0,0-1 1 0 0,1 1-1 0 0,-1 0 0 0 0,0 0 1 0 0,0 0-1 0 0,0 0 0 0 0,0 0 0 0 0,0 0 1 0 0,0 1-1 0 0,0-1 0 0 0,0 1 0 0 0,0-1 1 0 0,0 1-1 0 0,0 0 0 0 0,0-1 0 0 0,0 1 1 0 0,0 0-1 0 0,-1 1 0 0 0,1-1 0 0 0,0 0 1 0 0,0 1-1 0 0,0-1 0 0 0,-3 2 0 0 0,-2 3-1924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0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22 4145 0 0,'-11'-22'19691'0'0,"12"34"-20893"0"0,-3 182 2475 0 0,-1-132-1254 0 0,3-1 1 0 0,12 101-1 0 0,1-112-1118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0.8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12 213 2304 0 0,'-4'-20'502'0'0,"1"1"-1"0"0,0 0 0 0 0,1-30 0 0 0,2 44 54 0 0,0-1 1 0 0,1 0 0 0 0,-1 0 0 0 0,1 1 0 0 0,1-1 0 0 0,-1 1-1 0 0,1-1 1 0 0,0 1 0 0 0,0 0 0 0 0,0-1 0 0 0,1 1 0 0 0,0 0-1 0 0,0 0 1 0 0,0 1 0 0 0,1-1 0 0 0,5-5 0 0 0,-8 9-225 0 0,0 0 0 0 0,1 0 1 0 0,-1 0-1 0 0,0 0 1 0 0,1 0-1 0 0,-1 0 1 0 0,1 1-1 0 0,0-1 0 0 0,-1 0 1 0 0,1 1-1 0 0,0-1 1 0 0,-1 1-1 0 0,1 0 0 0 0,0 0 1 0 0,-1 0-1 0 0,1 0 1 0 0,3 0-1 0 0,-1 0 4 0 0,0 1 0 0 0,0 0 0 0 0,0 0 0 0 0,-1 1 0 0 0,1-1 0 0 0,0 1 0 0 0,5 3 0 0 0,5 4 3 0 0,-1 1-1 0 0,24 22 0 0 0,-27-24-46 0 0,116 122 614 0 0,-88-87-867 0 0,1-3 0 0 0,60 48 0 0 0,-47-58-2673 0 0,-46-27 1260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1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0 139 2761 0 0,'29'-17'8458'0'0,"-11"6"-6119"0"0,63-34 3683 0 0,25-12-7354 0 0,-87 49-5282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2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5985 0 0,'-7'11'4161'0'0,"3"14"-2032"0"0,4-24-1889 0 0,-2 28 1775 0 0,1 48 0 0 0,18 86-356 0 0,-9-100-866 0 0,0 27-1791 0 0,-7-69-237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3.2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11 6449 0 0,'-1'-1'270'0'0,"-1"0"-1"0"0,0 0 0 0 0,1-1 0 0 0,-1 2 0 0 0,0-1 0 0 0,0 0 1 0 0,0 0-1 0 0,0 0 0 0 0,0 1 0 0 0,0-1 0 0 0,0 1 0 0 0,0 0 1 0 0,0 0-1 0 0,0-1 0 0 0,0 1 0 0 0,0 0 0 0 0,0 1 0 0 0,0-1 1 0 0,0 0-1 0 0,0 1 0 0 0,0-1 0 0 0,1 1 0 0 0,-1-1 1 0 0,0 1-1 0 0,0 0 0 0 0,0 0 0 0 0,0 0 0 0 0,1 0 0 0 0,-1 0 1 0 0,-2 2-1 0 0,2-1-76 0 0,0-1 0 0 0,0 0 1 0 0,0 1-1 0 0,0-1 1 0 0,0 1-1 0 0,1 0 0 0 0,-1 0 1 0 0,1 0-1 0 0,-1 0 1 0 0,1 0-1 0 0,0 0 0 0 0,-1 0 1 0 0,1 0-1 0 0,0 0 0 0 0,0 0 1 0 0,1 1-1 0 0,-1-1 1 0 0,0 0-1 0 0,1 1 0 0 0,0-1 1 0 0,-1 1-1 0 0,1-1 0 0 0,0 0 1 0 0,0 1-1 0 0,1 2 1 0 0,0-3-158 0 0,-1-1 0 0 0,1 0 1 0 0,0 0-1 0 0,0 1 1 0 0,0-1-1 0 0,0 0 0 0 0,0 0 1 0 0,0 0-1 0 0,1 0 1 0 0,-1 0-1 0 0,0-1 0 0 0,0 1 1 0 0,1 0-1 0 0,-1 0 1 0 0,1-1-1 0 0,-1 1 0 0 0,0-1 1 0 0,1 1-1 0 0,-1-1 1 0 0,1 0-1 0 0,-1 0 1 0 0,3 1-1 0 0,40 2 8 0 0,-33-3 44 0 0,12 0-42 0 0,35 3 118 0 0,-55-2-192 0 0,0-1 0 0 0,0 1 0 0 0,0-1 1 0 0,0 1-1 0 0,0 0 0 0 0,-1 0 0 0 0,1 1 1 0 0,0-1-1 0 0,-1 0 0 0 0,1 1 0 0 0,-1 0 1 0 0,1-1-1 0 0,-1 1 0 0 0,0 0 0 0 0,3 3 0 0 0,-5-4 18 0 0,0 0 0 0 0,1 0 0 0 0,-1 0 0 0 0,-1 0-1 0 0,1-1 1 0 0,0 1 0 0 0,0 0 0 0 0,0 0 0 0 0,0 0-1 0 0,-1 0 1 0 0,1-1 0 0 0,0 1 0 0 0,-1 0 0 0 0,1 0-1 0 0,0-1 1 0 0,-1 1 0 0 0,1 0 0 0 0,-1 0 0 0 0,0-1-1 0 0,1 1 1 0 0,-1-1 0 0 0,1 1 0 0 0,-1 0-1 0 0,0-1 1 0 0,1 1 0 0 0,-1-1 0 0 0,0 0 0 0 0,0 1-1 0 0,1-1 1 0 0,-1 1 0 0 0,-1-1 0 0 0,-26 15-385 0 0,-26 13-242 0 0,51-26 631 0 0,1-1 0 0 0,-1 1 0 0 0,0 0 0 0 0,1 0 0 0 0,-1 0 0 0 0,1 1-1 0 0,0-1 1 0 0,0 1 0 0 0,0-1 0 0 0,0 1 0 0 0,0 0 0 0 0,1 0 0 0 0,-1-1 0 0 0,1 1 0 0 0,0 0 0 0 0,-2 5 0 0 0,3-8 4 0 0,0 1 1 0 0,0 0-1 0 0,0-1 0 0 0,1 1 1 0 0,-1 0-1 0 0,0-1 1 0 0,0 1-1 0 0,0 0 0 0 0,1-1 1 0 0,-1 1-1 0 0,0 0 0 0 0,1-1 1 0 0,-1 1-1 0 0,1-1 1 0 0,-1 1-1 0 0,1-1 0 0 0,-1 1 1 0 0,1-1-1 0 0,-1 1 1 0 0,1-1-1 0 0,-1 1 0 0 0,1-1 1 0 0,-1 0-1 0 0,1 1 1 0 0,0-1-1 0 0,-1 0 0 0 0,1 1 1 0 0,0-1-1 0 0,-1 0 1 0 0,1 0-1 0 0,0 0 0 0 0,-1 0 1 0 0,1 0-1 0 0,0 0 1 0 0,0 0-1 0 0,32 3 29 0 0,-25-3 6 0 0,2 0 67 0 0,37 5 395 0 0,-46-5-467 0 0,1 1 0 0 0,0-1 0 0 0,0 0 0 0 0,-1 1 0 0 0,1-1 0 0 0,0 1 0 0 0,-1 0 0 0 0,1 0 0 0 0,-1-1 0 0 0,1 1 0 0 0,-1 0 0 0 0,1 0 0 0 0,-1 1 0 0 0,0-1 0 0 0,1 0 0 0 0,-1 0 0 0 0,0 1 0 0 0,0-1 0 0 0,0 0 0 0 0,0 1 0 0 0,1 1 0 0 0,-2-1 1 0 0,0 0 1 0 0,0-1-1 0 0,0 1 0 0 0,0 0 0 0 0,0 0 0 0 0,-1 0 0 0 0,1-1 0 0 0,-1 1 1 0 0,1 0-1 0 0,-1 0 0 0 0,1-1 0 0 0,-1 1 0 0 0,0-1 0 0 0,0 1 0 0 0,0-1 1 0 0,-1 3-1 0 0,-22 26 253 0 0,19-24-198 0 0,-20 23-307 0 0,16-20-82 0 0,0 2 0 0 0,0-1 0 0 0,1 1-1 0 0,0 1 1 0 0,-9 19 0 0 0,16-30 198 0 0,1-1 1 0 0,0 1-1 0 0,-1-1 0 0 0,1 1 0 0 0,0 0 1 0 0,-1-1-1 0 0,1 1 0 0 0,0 0 0 0 0,0-1 1 0 0,0 1-1 0 0,0 0 0 0 0,-1 0 0 0 0,1-1 1 0 0,0 1-1 0 0,0 0 0 0 0,0-1 0 0 0,1 1 1 0 0,-1 0-1 0 0,0-1 0 0 0,0 1 0 0 0,0 0 1 0 0,0 0-1 0 0,1-1 0 0 0,-1 1 1 0 0,0-1-1 0 0,1 1 0 0 0,-1 0 0 0 0,0-1 1 0 0,1 1-1 0 0,-1-1 0 0 0,1 1 0 0 0,-1-1 1 0 0,1 1-1 0 0,-1-1 0 0 0,1 1 0 0 0,-1-1 1 0 0,1 1-1 0 0,0-1 0 0 0,-1 0 0 0 0,1 1 1 0 0,0-1-1 0 0,-1 0 0 0 0,1 0 0 0 0,0 1 1 0 0,-1-1-1 0 0,1 0 0 0 0,0 0 0 0 0,-1 0 1 0 0,1 0-1 0 0,0 0 0 0 0,0 0 0 0 0,-1 0 1 0 0,1 0-1 0 0,0 0 0 0 0,-1 0 0 0 0,1 0 1 0 0,0-1-1 0 0,-1 1 0 0 0,2-1 1 0 0,5 0-588 0 0,-1 0 1 0 0,1-1-1 0 0,-1 0 1 0 0,13-5 0 0 0,-15 5 58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3.5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2304 0 0,'-22'28'18594'0'0,"28"-12"-18271"0"0,-1 1 0 0 0,-1 0 0 0 0,0 0 0 0 0,2 24 1 0 0,3 17 151 0 0,6 20-438 0 0,15 66 35 0 0,-28-135-84 0 0,1 7 8 0 0,-3-16 4 0 0,0 0 0 0 0,0 1 0 0 0,0-1 0 0 0,0 0 0 0 0,0 0 0 0 0,0 1 1 0 0,1-1-1 0 0,-1 0 0 0 0,0 0 0 0 0,0 1 0 0 0,0-1 0 0 0,0 0 0 0 0,0 0 0 0 0,1 0 0 0 0,-1 1 0 0 0,0-1 0 0 0,0 0 0 0 0,0 0 0 0 0,1 0 0 0 0,-1 0 0 0 0,0 1 1 0 0,0-1-1 0 0,1 0 0 0 0,-1 0 0 0 0,0 0 0 0 0,0 0 0 0 0,1 0 0 0 0,-1 0 0 0 0,0 0 0 0 0,0 0 0 0 0,1 0 0 0 0,-1 0 0 0 0,0 0 0 0 0,1 0 0 0 0,-1 0 0 0 0,0 0 1 0 0,0 0-1 0 0,1 0 0 0 0,-1 0 0 0 0,0 0 0 0 0,0 0 0 0 0,1 0 0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4.0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11 4497 0 0,'1'-10'16908'0'0,"-4"11"-16822"0"0,0 0 0 0 0,0 1 0 0 0,0-1 0 0 0,0 1 0 0 0,0 0 0 0 0,0-1 0 0 0,1 2 0 0 0,-1-1 0 0 0,0 0 0 0 0,1 0 0 0 0,0 1 0 0 0,-1-1 0 0 0,1 1 0 0 0,0 0 0 0 0,1 0 0 0 0,-1-1 0 0 0,0 1 0 0 0,1 0 0 0 0,-2 5 0 0 0,0-2-6 0 0,0 1 0 0 0,0 0-1 0 0,1 0 1 0 0,-2 9 0 0 0,3-14-79 0 0,1-1 0 0 0,0 0 0 0 0,0 0 0 0 0,0 0 0 0 0,0 0-1 0 0,0 1 1 0 0,0-1 0 0 0,0 0 0 0 0,0 0 0 0 0,0 0 0 0 0,1 0 0 0 0,-1 1 0 0 0,0-1 0 0 0,1 0 0 0 0,0 1 0 0 0,-1-2-8 0 0,1 1 1 0 0,-1-1-1 0 0,1 1 1 0 0,0-1-1 0 0,-1 0 1 0 0,1 1-1 0 0,-1-1 1 0 0,1 0-1 0 0,0 0 1 0 0,-1 0-1 0 0,1 1 1 0 0,0-1-1 0 0,-1 0 1 0 0,1 0-1 0 0,0 0 1 0 0,-1 0-1 0 0,1 0 1 0 0,0 0-1 0 0,-1 0 1 0 0,1 0-1 0 0,0-1 1 0 0,-1 1-1 0 0,1 0 1 0 0,0 0-1 0 0,-1 0 1 0 0,1-1-1 0 0,-1 1 1 0 0,1 0-1 0 0,0-1 1 0 0,1 0 5 0 0,0 0 1 0 0,-1 0 0 0 0,1 0-1 0 0,-1 0 1 0 0,1 0 0 0 0,-1 0 0 0 0,0 0-1 0 0,1-1 1 0 0,-1 1 0 0 0,0 0-1 0 0,0-1 1 0 0,0 1 0 0 0,0-1-1 0 0,0 1 1 0 0,0-1 0 0 0,-1 0-1 0 0,1 1 1 0 0,0-1 0 0 0,-1 0-1 0 0,1 1 1 0 0,-1-1 0 0 0,0 0 0 0 0,1 0-1 0 0,-1 0 1 0 0,0 1 0 0 0,0-1-1 0 0,0 0 1 0 0,0 0 0 0 0,-1 0-1 0 0,1 1 1 0 0,0-1 0 0 0,-1 0-1 0 0,1 0 1 0 0,-1 1 0 0 0,0-1-1 0 0,1 0 1 0 0,-1 1 0 0 0,0-1 0 0 0,0 1-1 0 0,0-1 1 0 0,0 1 0 0 0,0-1-1 0 0,-1 1 1 0 0,1 0 0 0 0,0 0-1 0 0,-1 0 1 0 0,1-1 0 0 0,-1 1-1 0 0,1 0 1 0 0,-1 1 0 0 0,1-1 0 0 0,-1 0-1 0 0,0 0 1 0 0,1 1 0 0 0,-1-1-1 0 0,0 1 1 0 0,0-1 0 0 0,1 1-1 0 0,-4 0 1 0 0,2-1 37 0 0,1 1 0 0 0,-1-1 0 0 0,0 1 0 0 0,0 0 0 0 0,0 1 0 0 0,0-1 0 0 0,0 0 0 0 0,1 1 0 0 0,-6 1-1 0 0,-4 7-1411 0 0,6 7-5083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4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2441 1 504 0 0,'24'1'1040'0'0,"-21"-1"-429"0"0,0 0 0 0 0,-1-1 0 0 0,1 1 1 0 0,0 0-1 0 0,0 1 0 0 0,0-1 0 0 0,-1 0 1 0 0,1 1-1 0 0,0 0 0 0 0,-1 0 0 0 0,1-1 0 0 0,0 2 1 0 0,-4 14 6424 0 0,0-16-6822 0 0,1 1 0 0 0,-1-1 1 0 0,1 0-1 0 0,-1 0 0 0 0,1 0 0 0 0,-1 0 0 0 0,0 1 1 0 0,-21 8 2464 0 0,-151 18-1801 0 0,82-13-617 0 0,-1-4 0 0 0,-95-1-1 0 0,78-1-505 0 0,1 4 0 0 0,-151 38-1 0 0,191-39-299 0 0,-115 5-1 0 0,11-3 77 0 0,155-10 384 0 0,0-1 0 0 0,0-1 1 0 0,0-1-1 0 0,1-1 0 0 0,-1 0 0 0 0,0-1 0 0 0,0 0 0 0 0,1-2 1 0 0,-1 0-1 0 0,1-1 0 0 0,0 0 0 0 0,0-1 0 0 0,1-1 1 0 0,-23-13-1 0 0,32 16 118 0 0,-1 0 0 0 0,0 1 0 0 0,0 0 1 0 0,0 0-1 0 0,-1 1 0 0 0,1 0 0 0 0,-1 1 0 0 0,1-1 1 0 0,-1 1-1 0 0,0 1 0 0 0,-7-1 0 0 0,-6 3-233 0 0,0 0 0 0 0,-33 8 0 0 0,34-5-115 0 0,-1-1 0 0 0,-41 2 0 0 0,53-7 451 0 0,0-1-1 0 0,1 0 1 0 0,-1 0 0 0 0,1-1-1 0 0,-1 0 1 0 0,1-1 0 0 0,0 1-1 0 0,-9-7 1 0 0,-27-11 446 0 0,33 18-540 0 0,0 0 0 0 0,-1 0 0 0 0,1 1 0 0 0,-1 0 0 0 0,1 1 0 0 0,-1 1 0 0 0,0 0 0 0 0,1 0 0 0 0,-17 4 0 0 0,-8 3 786 0 0,-56 18-1 0 0,90-24-796 0 0,-37 8 588 0 0,37-8-678 0 0,-1-1 1 0 0,1 1-1 0 0,0-1 0 0 0,0 0 1 0 0,0 0-1 0 0,0 0 1 0 0,0 0-1 0 0,0 0 0 0 0,0-1 1 0 0,0 1-1 0 0,0 0 0 0 0,0-1 1 0 0,0 0-1 0 0,0 1 0 0 0,0-1 1 0 0,-3-2-1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5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3681 0 0,'-5'17'5960'0'0,"33"-16"-3574"0"0,24-1-79 0 0,-1 2 0 0 0,62 11 0 0 0,-9-1-1123 0 0,204 40 298 0 0,-130-18-1238 0 0,-136-27-74 0 0,1-2 0 0 0,0-2 0 0 0,-1-2 0 0 0,1-1 0 0 0,0-3-1 0 0,0-1 1 0 0,-1-3 0 0 0,0-1 0 0 0,52-17 0 0 0,-49 8 41 0 0,-26 9-157 0 0,1 2 0 0 0,-1-1 0 0 0,23-3 0 0 0,-42 10-73 0 0,0 0 1 0 0,0 0-1 0 0,0 0 1 0 0,0 0 0 0 0,1 1-1 0 0,-1-1 1 0 0,0 0-1 0 0,0 0 1 0 0,0 0-1 0 0,0 0 1 0 0,0 0 0 0 0,1 0-1 0 0,-1 0 1 0 0,0 0-1 0 0,0 0 1 0 0,0 0-1 0 0,0 0 1 0 0,0 0-1 0 0,1 1 1 0 0,-1-1 0 0 0,0 0-1 0 0,0 0 1 0 0,0 0-1 0 0,0 0 1 0 0,0 0-1 0 0,0 0 1 0 0,0 1 0 0 0,0-1-1 0 0,0 0 1 0 0,0 0-1 0 0,0 0 1 0 0,1 0-1 0 0,-1 0 1 0 0,0 1 0 0 0,0-1-1 0 0,0 0 1 0 0,0 0-1 0 0,0 0 1 0 0,0 0-1 0 0,0 1 1 0 0,0-1-1 0 0,0 0 1 0 0,0 0 0 0 0,-1 0-1 0 0,1 0 1 0 0,0 0-1 0 0,0 1 1 0 0,0-1-1 0 0,0 0 1 0 0,0 0 0 0 0,0 0-1 0 0,0 0 1 0 0,0 0-1 0 0,0 1 1 0 0,0-1-1 0 0,-1 0 1 0 0,1 0-1 0 0,0 0 1 0 0,0 0 0 0 0,0 0-1 0 0,0 0 1 0 0,0 0-1 0 0,0 0 1 0 0,-1 1-1 0 0,1-1 1 0 0,0 0 0 0 0,0 0-1 0 0,0 0 1 0 0,-1 0-1 0 0,-12 16-2028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6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78 3225 0 0,'-7'5'16667'0'0,"8"-2"-16552"0"0,-1 1-1 0 0,1 0 0 0 0,-1 0 0 0 0,1 0 1 0 0,1 0-1 0 0,-1 0 0 0 0,0-1 0 0 0,1 1 1 0 0,0-1-1 0 0,0 1 0 0 0,0-1 1 0 0,0 1-1 0 0,0-1 0 0 0,1 0 0 0 0,3 3 1 0 0,-4-4-87 0 0,0 0-1 0 0,0 0 1 0 0,1 0 0 0 0,-1 0 0 0 0,1 0 0 0 0,-1-1-1 0 0,1 1 1 0 0,0-1 0 0 0,0 1 0 0 0,0-1 0 0 0,0 0 0 0 0,0 0-1 0 0,0-1 1 0 0,0 1 0 0 0,0-1 0 0 0,0 1 0 0 0,0-1 0 0 0,0 0-1 0 0,0 0 1 0 0,0 0 0 0 0,5-1 0 0 0,-7 0-24 0 0,0 1 0 0 0,0 0 0 0 0,0 0 0 0 0,0-1 0 0 0,0 1 0 0 0,0 0 0 0 0,0-1 0 0 0,0 1 0 0 0,0-1 0 0 0,0 1 0 0 0,0-1 0 0 0,-1 1 0 0 0,1-1 0 0 0,0 0 0 0 0,0 1 1 0 0,-1-1-1 0 0,1 0 0 0 0,0 0 0 0 0,-1 0 0 0 0,1 1 0 0 0,-1-1 0 0 0,1 0 0 0 0,-1 0 0 0 0,1 0 0 0 0,-1 0 0 0 0,0 0 0 0 0,1-1 0 0 0,-1-1-21 0 0,0 1-1 0 0,0-1 1 0 0,0 1-1 0 0,0 0 1 0 0,-1-1 0 0 0,1 1-1 0 0,-1-1 1 0 0,0 1-1 0 0,1 0 1 0 0,-1-1 0 0 0,-1-1-1 0 0,-2-4-174 0 0,0 1 0 0 0,-1-1-1 0 0,1 1 1 0 0,-1 1 0 0 0,-11-12-1 0 0,-18-8-613 0 0,33 25 801 0 0,0 0-1 0 0,-1 0 1 0 0,1 0 0 0 0,0 0-1 0 0,0 1 1 0 0,-1-1 0 0 0,1 1-1 0 0,0-1 1 0 0,-1 1 0 0 0,1-1-1 0 0,0 1 1 0 0,-1 0-1 0 0,1-1 1 0 0,-1 1 0 0 0,1 0-1 0 0,-1 0 1 0 0,1 0 0 0 0,0 0-1 0 0,-1 0 1 0 0,1 1 0 0 0,-1-1-1 0 0,1 0 1 0 0,0 1-1 0 0,-1-1 1 0 0,1 1 0 0 0,0-1-1 0 0,-2 2 1 0 0,2-1 1 0 0,1 1 0 0 0,-1-1 0 0 0,1 0 0 0 0,0 1 0 0 0,-1-1 0 0 0,1 1-1 0 0,0-1 1 0 0,0 1 0 0 0,0-1 0 0 0,0 1 0 0 0,0-1 0 0 0,0 1 0 0 0,1-1 0 0 0,-1 0 0 0 0,0 1 0 0 0,1-1 0 0 0,-1 1 0 0 0,2 1 0 0 0,10 26-90 0 0,-11-27 130 0 0,0 0 0 0 0,1 0 0 0 0,-1 0 0 0 0,0 0 0 0 0,1 0 0 0 0,-1-1 0 0 0,1 1 0 0 0,0-1 0 0 0,-1 1 0 0 0,1-1 0 0 0,0 1 0 0 0,0-1 0 0 0,0 0 0 0 0,0 0 0 0 0,0 0 0 0 0,0 0 0 0 0,0 0 0 0 0,0-1 0 0 0,0 1 0 0 0,1-1 0 0 0,-1 1 0 0 0,0-1 0 0 0,0 0 0 0 0,1 1 0 0 0,-1-1 0 0 0,0-1 0 0 0,1 1 1 0 0,-1 0-1 0 0,0 0 0 0 0,0-1 0 0 0,0 1 0 0 0,1-1 0 0 0,-1 0 0 0 0,0 0 0 0 0,0 0 0 0 0,0 0 0 0 0,0 0 0 0 0,0 0 0 0 0,0 0 0 0 0,0-1 0 0 0,-1 1 0 0 0,1-1 0 0 0,0 1 0 0 0,1-4 0 0 0,-1 4-1 0 0,0-1 0 0 0,-1 1 0 0 0,1-1 1 0 0,0 1-1 0 0,-1-1 0 0 0,0 0 0 0 0,0 0 0 0 0,1 0 1 0 0,-1 0-1 0 0,0 0 0 0 0,0 0 0 0 0,-1 0 1 0 0,1 0-1 0 0,0 0 0 0 0,-1 0 0 0 0,1-1 0 0 0,-1 1 1 0 0,0 0-1 0 0,0 0 0 0 0,0 0 0 0 0,0-1 1 0 0,0 1-1 0 0,0 0 0 0 0,0 0 0 0 0,-1-1 0 0 0,1 1 1 0 0,-1 0-1 0 0,0 0 0 0 0,1 0 0 0 0,-1 0 1 0 0,0 0-1 0 0,0 0 0 0 0,-1 0 0 0 0,1 0 1 0 0,0 0-1 0 0,-1 1 0 0 0,1-1 0 0 0,-1 0 0 0 0,1 1 1 0 0,-1-1-1 0 0,0 1 0 0 0,0 0 0 0 0,1-1 1 0 0,-1 1-1 0 0,-4-2 0 0 0,4 2-53 0 0,-1 0 1 0 0,1-1-1 0 0,-1 1 0 0 0,0 0 1 0 0,1 0-1 0 0,-1 1 0 0 0,0-1 1 0 0,0 0-1 0 0,0 1 0 0 0,1 0 1 0 0,-1 0-1 0 0,0 0 0 0 0,0 0 1 0 0,0 0-1 0 0,0 0 0 0 0,1 1 1 0 0,-1-1-1 0 0,0 1 0 0 0,0 0 1 0 0,1 0-1 0 0,-1 0 0 0 0,1 0 1 0 0,-5 3-1 0 0,-17 19-6606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6.9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8290 0 0,'-4'5'6984'0'0,"3"8"-4147"0"0,6 14-1952 0 0,-5-23-390 0 0,92 480 3131 0 0,-91-476-3655 0 0,2 11-740 0 0,2-1 1 0 0,6 22-1 0 0,-9-36 469 0 0,-1 0 1 0 0,1 0 0 0 0,-1-1 0 0 0,1 1 0 0 0,0 0-1 0 0,0-1 1 0 0,1 0 0 0 0,-1 1 0 0 0,1-1 0 0 0,-1 0-1 0 0,1 0 1 0 0,0-1 0 0 0,0 1 0 0 0,1 0 0 0 0,-1-1 0 0 0,6 3-1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7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16 149 1376 0 0,'-1'1'498'0'0,"1"-1"-332"0"0,-1 0 0 0 0,1 0 0 0 0,-1 0 0 0 0,1 1 0 0 0,-1-1 0 0 0,1 0 0 0 0,-11-5 4649 0 0,11 5-4649 0 0,-1-1 0 0 0,9-18 3522 0 0,25-20-33 0 0,-21 29-2913 0 0,0 0 0 0 0,0 0 0 0 0,1 1 0 0 0,1 1 0 0 0,0 0 0 0 0,0 1 0 0 0,0 0 0 0 0,1 2 0 0 0,19-6 0 0 0,-33 10-740 0 0,1 1 0 0 0,-1 0-1 0 0,1 0 1 0 0,-1 0 0 0 0,1 0-1 0 0,-1 0 1 0 0,0 0 0 0 0,1 1-1 0 0,-1-1 1 0 0,1 0-1 0 0,-1 1 1 0 0,1-1 0 0 0,-1 1-1 0 0,0-1 1 0 0,1 1 0 0 0,-1 0-1 0 0,0-1 1 0 0,0 1 0 0 0,1 0-1 0 0,-1 0 1 0 0,2 2 0 0 0,-1-1 3 0 0,-1 1 1 0 0,1-1 0 0 0,0 1-1 0 0,-1 0 1 0 0,0 0 0 0 0,0-1 0 0 0,1 1-1 0 0,-2 0 1 0 0,1 0 0 0 0,1 3-1 0 0,0 9 21 0 0,-1 0-1 0 0,-1 0 0 0 0,-1 21 0 0 0,1-27-22 0 0,-8 43-218 0 0,6-41 132 0 0,0 0-1 0 0,1 1 0 0 0,0-1 0 0 0,0 16 0 0 0,2-26 65 0 0,-1 0 0 0 0,0 0-1 0 0,0 0 1 0 0,1 0-1 0 0,-1 0 1 0 0,1 0-1 0 0,-1 0 1 0 0,1-1 0 0 0,-1 1-1 0 0,1 0 1 0 0,0 0-1 0 0,-1 0 1 0 0,1-1-1 0 0,0 1 1 0 0,-1 0 0 0 0,1-1-1 0 0,0 1 1 0 0,0-1-1 0 0,0 1 1 0 0,0-1-1 0 0,-1 1 1 0 0,1-1 0 0 0,0 0-1 0 0,0 1 1 0 0,0-1-1 0 0,0 0 1 0 0,0 0-1 0 0,0 1 1 0 0,0-1 0 0 0,0 0-1 0 0,0 0 1 0 0,0 0-1 0 0,0 0 1 0 0,2-1-1 0 0,41-6-52 0 0,-32 5 36 0 0,-3-1 79 0 0,1 2-1 0 0,0 0 1 0 0,-1 0-1 0 0,1 0 0 0 0,0 2 1 0 0,-1-1-1 0 0,16 3 1 0 0,-22-2-22 0 0,0 0 0 0 0,1 0 1 0 0,-1 1-1 0 0,0-1 0 0 0,0 1 1 0 0,0 0-1 0 0,-1-1 0 0 0,1 1 1 0 0,0 1-1 0 0,-1-1 0 0 0,1 0 0 0 0,-1 1 1 0 0,0-1-1 0 0,1 1 0 0 0,-1-1 1 0 0,-1 1-1 0 0,1 0 0 0 0,0 0 1 0 0,-1 0-1 0 0,1 0 0 0 0,-1 0 1 0 0,0 1-1 0 0,0-1 0 0 0,0 0 1 0 0,0 5-1 0 0,0 0 24 0 0,0 1 1 0 0,-1 0-1 0 0,0-1 1 0 0,-1 1 0 0 0,0 0-1 0 0,0-1 1 0 0,-1 1-1 0 0,0-1 1 0 0,0 1-1 0 0,-1-1 1 0 0,0 0-1 0 0,0 0 1 0 0,-8 12-1 0 0,0-1 11 0 0,-1 0-1 0 0,-1 0 0 0 0,0-2 0 0 0,-18 19 0 0 0,29-34-39 0 0,-1 1-1 0 0,0 0 1 0 0,0-1-1 0 0,0 1 1 0 0,0-1-1 0 0,0 0 1 0 0,-1 0-1 0 0,1-1 1 0 0,-6 3-1 0 0,8-3-90 0 0,-1-1 1 0 0,1 0-1 0 0,0 0 0 0 0,0 0 0 0 0,0 1 0 0 0,0-1 0 0 0,-1 0 0 0 0,1-1 0 0 0,0 1 1 0 0,0 0-1 0 0,0 0 0 0 0,-1 0 0 0 0,1-1 0 0 0,0 1 0 0 0,0 0 0 0 0,0-1 0 0 0,0 1 0 0 0,0-1 1 0 0,0 0-1 0 0,0 1 0 0 0,0-1 0 0 0,0 0 0 0 0,0 0 0 0 0,0 1 0 0 0,0-1 0 0 0,1 0 1 0 0,-1 0-1 0 0,0 0 0 0 0,1 0 0 0 0,-1 0 0 0 0,0 0 0 0 0,1 0 0 0 0,-1 0 0 0 0,1-2 1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8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 4145 0 0,'-17'19'13934'0'0,"17"-16"-13418"0"0,1-2-468 0 0,-1 0 0 0 0,1 1 1 0 0,-1-1-1 0 0,1 0 0 0 0,-1 0 0 0 0,1 1 0 0 0,0-1 0 0 0,0 0 0 0 0,0 0 1 0 0,-1 0-1 0 0,1 0 0 0 0,0 0 0 0 0,0 0 0 0 0,1 0 0 0 0,0 0 0 0 0,0 1 60 0 0,-1-1-1 0 0,1 1 0 0 0,-1 0 0 0 0,0-1 0 0 0,0 1 1 0 0,0 0-1 0 0,0 0 0 0 0,0 0 0 0 0,0 0 0 0 0,0 0 1 0 0,-1-1-1 0 0,1 1 0 0 0,-1 1 0 0 0,1-1 0 0 0,-1 2 1 0 0,0-2-53 0 0,1 1 1 0 0,-1-1 0 0 0,1 1 0 0 0,-1-1-1 0 0,1 0 1 0 0,0 1 0 0 0,0-1 0 0 0,0 0-1 0 0,0 0 1 0 0,1 1 0 0 0,-1-1 0 0 0,0 0-1 0 0,1 0 1 0 0,0-1 0 0 0,1 3 0 0 0,8 6 83 0 0,0-1 1 0 0,-1 2 0 0 0,0-1-1 0 0,-1 2 1 0 0,-1-1-1 0 0,11 17 1 0 0,36 81 236 0 0,-38-73-232 0 0,-10-21-79 0 0,-1 1 0 0 0,0-1-1 0 0,-1 1 1 0 0,-1 0 0 0 0,3 19 0 0 0,-3 16-2339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9.5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 6913 0 0,'-1'-4'12127'0'0,"10"6"-9673"0"0,-6-1-2416 0 0,-1 0 1 0 0,0 0 0 0 0,0 1 0 0 0,1-1 0 0 0,-1 0 0 0 0,0 1 0 0 0,0-1 0 0 0,0 1 0 0 0,-1 0 0 0 0,4 3 0 0 0,-1 3 63 0 0,0 0 0 0 0,0 0 0 0 0,-1 0 0 0 0,0 1 0 0 0,-1-1 0 0 0,0 1 0 0 0,0 0 0 0 0,1 13 0 0 0,-1 79-136 0 0,-2-55 81 0 0,0-24-51 0 0,4 59-40 0 0,-3-75 41 0 0,0 0 0 0 0,0 0 0 0 0,0 0 0 0 0,1 0 0 0 0,0-1 0 0 0,0 1 1 0 0,1 0-1 0 0,-1-1 0 0 0,1 0 0 0 0,6 8 0 0 0,-8-11 8 0 0,1-1 0 0 0,-1 1 0 0 0,1-1 0 0 0,-1 0-1 0 0,1 0 1 0 0,0 0 0 0 0,-1 0 0 0 0,1 0 0 0 0,0 0 0 0 0,0 0 0 0 0,0 0 0 0 0,0-1 0 0 0,0 1 0 0 0,-1-1 0 0 0,1 1 0 0 0,0-1 0 0 0,0 0-1 0 0,0 0 1 0 0,0 0 0 0 0,0 0 0 0 0,0 0 0 0 0,0 0 0 0 0,0-1 0 0 0,0 1 0 0 0,0-1 0 0 0,0 1 0 0 0,0-1 0 0 0,0 0 0 0 0,0 1 0 0 0,-1-1-1 0 0,4-2 1 0 0,6-4 52 0 0,0 0-1 0 0,-1-1 0 0 0,19-16 0 0 0,-13 9-30 0 0,92-72-2735 0 0,-90 73-4696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39.7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11979 0 0,'-1'1'262'0'0,"0"1"0"0"0,0-1 1 0 0,0 1-1 0 0,0-1 0 0 0,1 1 1 0 0,-1 0-1 0 0,1-1 0 0 0,-1 1 0 0 0,1 0 1 0 0,-1-1-1 0 0,1 1 0 0 0,0 0 1 0 0,0 0-1 0 0,0-1 0 0 0,0 1 1 0 0,0 0-1 0 0,1 0 0 0 0,-1-1 1 0 0,0 1-1 0 0,1 0 0 0 0,-1-1 1 0 0,1 1-1 0 0,0-1 0 0 0,-1 1 1 0 0,3 2-1 0 0,3 6 581 0 0,0 0-1 0 0,1-1 0 0 0,9 10 1 0 0,7 10-152 0 0,5 21-465 0 0,-2 2 0 0 0,21 60 1 0 0,-15-34-7297 0 0,-23-59-21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0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3681 0 0,'-6'0'14255'0'0,"16"6"-10650"0"0,26 20-2888 0 0,-21-6-399 0 0,0 1 1 0 0,-2 1-1 0 0,0 1 0 0 0,-2-1 1 0 0,-1 2-1 0 0,13 40 0 0 0,-9-25-848 0 0,25 49 0 0 0,-12-43-2738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0.3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0 1376 0 0,'-3'1'35'0'0,"0"0"-1"0"0,-1 0 1 0 0,1 0 0 0 0,1 0-1 0 0,-1 0 1 0 0,0 1-1 0 0,0-1 1 0 0,0 1-1 0 0,1 0 1 0 0,-1 0 0 0 0,-2 2-1 0 0,-28 25 174 0 0,31-26-167 0 0,-10 8 365 0 0,2 1-1 0 0,0 0 1 0 0,0 0-1 0 0,1 1 1 0 0,-8 15-1 0 0,15-25 14 0 0,0 0 0 0 0,0 1 1 0 0,0-1-1 0 0,0 1 0 0 0,1-1 0 0 0,0 1 0 0 0,0 0 0 0 0,0 0 1 0 0,0 0-1 0 0,0-1 0 0 0,1 1 0 0 0,0 0 0 0 0,0 0 0 0 0,0 0 1 0 0,0 0-1 0 0,0 0 0 0 0,1 0 0 0 0,0 0 0 0 0,0-1 0 0 0,0 1 0 0 0,0 0 1 0 0,0 0-1 0 0,1-1 0 0 0,0 1 0 0 0,3 5 0 0 0,-2-7-147 0 0,0 1 1 0 0,0-1-1 0 0,0 0 0 0 0,0 0 0 0 0,0 0 0 0 0,1 0 0 0 0,-1 0 1 0 0,1-1-1 0 0,-1 0 0 0 0,1 1 0 0 0,-1-1 0 0 0,1-1 0 0 0,0 1 1 0 0,0 0-1 0 0,-1-1 0 0 0,1 0 0 0 0,0 0 0 0 0,0 0 0 0 0,0 0 1 0 0,-1-1-1 0 0,7-1 0 0 0,10-2-643 0 0,0-1 1 0 0,32-12-1 0 0,-45 15 39 0 0,17-8-6804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2.1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30 5065 0 0,'0'-1'153'0'0,"0"0"-1"0"0,-1 0 1 0 0,1 0 0 0 0,0 0-1 0 0,0 0 1 0 0,0 0 0 0 0,0 1-1 0 0,0-1 1 0 0,4-20 8913 0 0,-2 34-5025 0 0,4 1-2135 0 0,2 4-1467 0 0,-7 3-247 0 0,-2-20-183 0 0,1 0 0 0 0,0-1 0 0 0,-1 1 0 0 0,1 0 0 0 0,0 0 0 0 0,0 0-1 0 0,0 0 1 0 0,0 0 0 0 0,0 0 0 0 0,0-1 0 0 0,0 1 0 0 0,0 0 0 0 0,1 0 0 0 0,-1 0-1 0 0,0 0 1 0 0,0 0 0 0 0,1 0 0 0 0,-1-1 0 0 0,0 1 0 0 0,1 0 0 0 0,-1 0 0 0 0,1-1-1 0 0,-1 1 1 0 0,1 0 0 0 0,0-1 0 0 0,-1 1 0 0 0,1 0 0 0 0,1 0 0 0 0,-1 1-11 0 0,0-1 0 0 0,0 1 1 0 0,0-1-1 0 0,0 1 1 0 0,-1 0-1 0 0,1 0 0 0 0,0-1 1 0 0,-1 1-1 0 0,1 0 0 0 0,-1 0 1 0 0,1 0-1 0 0,-1 0 0 0 0,0 0 1 0 0,0-1-1 0 0,0 1 0 0 0,0 0 1 0 0,0 0-1 0 0,-1 0 1 0 0,1 0-1 0 0,0 0 0 0 0,-2 2 1 0 0,2-1-2 0 0,-1-1 1 0 0,1 1 0 0 0,0 0 0 0 0,-1-1 0 0 0,1 1 0 0 0,1 0 0 0 0,-1 0-1 0 0,0-1 1 0 0,0 1 0 0 0,1-1 0 0 0,0 1 0 0 0,1 3 0 0 0,-2-5-158 0 0,1 0 1 0 0,-1 0-1 0 0,0 0 1 0 0,0-1-1 0 0,1 1 1 0 0,-1 0-1 0 0,0 0 1 0 0,0 0-1 0 0,0 0 1 0 0,0 0-1 0 0,0 0 1 0 0,0-1-1 0 0,0 1 1 0 0,0 0-1 0 0,-1 0 1 0 0,1 0-1 0 0,0 0 1 0 0,0-1-1 0 0,-1 1 1 0 0,0 1-1 0 0,1-1-24 0 0,0 0 0 0 0,-1-1-1 0 0,1 1 1 0 0,0-1-1 0 0,-1 1 1 0 0,1 0 0 0 0,0-1-1 0 0,0 1 1 0 0,0 0 0 0 0,0-1-1 0 0,0 1 1 0 0,-1 0 0 0 0,1-1-1 0 0,0 1 1 0 0,1 0-1 0 0,-1-1 1 0 0,0 1 0 0 0,0 0-1 0 0,0-1 1 0 0,0 1 0 0 0,0 0-1 0 0,1-1 1 0 0,-1 1 0 0 0,0 0-1 0 0,1-1 1 0 0,-1 1 0 0 0,0-1-1 0 0,1 1 1 0 0,-1 0-1 0 0,1-1 1 0 0,-1 1 0 0 0,1-1-1 0 0,-1 0 1 0 0,2 2 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2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4369 0 0,'4'16'19455'0'0,"2"3"-17810"0"0,6 15-4568 0 0,-2-6 3699 0 0,14 42-743 0 0,0 5 20 0 0,4 0-1 0 0,47 91 1 0 0,-40-106-1259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6:43.0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1 10594 0 0,'-7'9'492'0'0,"1"-1"0"0"0,0 2 0 0 0,0-1 0 0 0,0 1 0 0 0,-5 14-1 0 0,-4 7 120 0 0,-51 85 2625 0 0,-49 94-304 0 0,114-208-2861 0 0,-1 0 0 0 0,1 1 0 0 0,0-1 1 0 0,0 1-1 0 0,1-1 0 0 0,-1 1 0 0 0,0-1 0 0 0,1 1 0 0 0,-1-1 0 0 0,1 1 0 0 0,0-1 0 0 0,0 1 0 0 0,0 0 0 0 0,0-1 0 0 0,1 3 0 0 0,-1-4-31 0 0,1-1 0 0 0,-1 1-1 0 0,0 0 1 0 0,1-1 0 0 0,-1 1 0 0 0,0-1-1 0 0,1 1 1 0 0,-1-1 0 0 0,1 0 0 0 0,-1 1-1 0 0,0-1 1 0 0,1 1 0 0 0,0-1 0 0 0,-1 0-1 0 0,1 1 1 0 0,-1-1 0 0 0,1 0 0 0 0,-1 0-1 0 0,1 0 1 0 0,-1 1 0 0 0,1-1 0 0 0,0 0-1 0 0,0 0 1 0 0,24-4 307 0 0,113-62 61 0 0,-62 27-365 0 0,-6 3-122 0 0,28-12-22 0 0,-31 21-3487 0 0,-48 22-3534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4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50 100 4145 0 0,'-49'-11'14769'0'0,"66"10"-14407"0"0,137-13 1648 0 0,123-16-755 0 0,-146 14-839 0 0,139 0 0 0 0,-172 10-247 0 0,-64 3-31 0 0,0 1-1 0 0,0 1 1 0 0,41 5 0 0 0,-74-4-131 0 0,0 0 0 0 0,-1 0 0 0 0,1 0 0 0 0,0 0 0 0 0,0 0 0 0 0,0 0 0 0 0,0 0 0 0 0,0 0 0 0 0,0 1 0 0 0,-1-1 1 0 0,1 0-1 0 0,0 0 0 0 0,0 1 0 0 0,0-1 0 0 0,-1 1 0 0 0,1-1 0 0 0,0 0 0 0 0,0 1 0 0 0,-1-1 0 0 0,1 1 0 0 0,0 0 0 0 0,-1-1 0 0 0,1 1 0 0 0,-1 0 0 0 0,1-1 0 0 0,-1 1 0 0 0,1 0 0 0 0,-1 0 0 0 0,1-1 0 0 0,0 3 0 0 0,-2-1 59 0 0,1 0 0 0 0,-1 0 0 0 0,0 0 0 0 0,0 0 0 0 0,1 0 0 0 0,-1-1 0 0 0,-1 1 0 0 0,1 0 0 0 0,0 0 0 0 0,-2 2 0 0 0,-11 20-1152 0 0,13-23 879 0 0,1 0 0 0 0,0 0-1 0 0,-1 0 1 0 0,1 0 0 0 0,0 1-1 0 0,0-1 1 0 0,0 0 0 0 0,0 0 0 0 0,0 0-1 0 0,0 0 1 0 0,0 0 0 0 0,0 1-1 0 0,0-1 1 0 0,0 0 0 0 0,1 0 0 0 0,-1 0-1 0 0,1 0 1 0 0,-1 0 0 0 0,1 0-1 0 0,-1 0 1 0 0,2 2 0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5.1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0 339 3777 0 0,'2'-4'56'0'0,"-1"1"0"0"0,1-1 0 0 0,0 1 0 0 0,0-1 0 0 0,0 1 0 0 0,0 0 0 0 0,1-1 0 0 0,-1 1 1 0 0,1 1-1 0 0,5-6 0 0 0,3-4 546 0 0,-1-2 816 0 0,0 0 0 0 0,-1-1 0 0 0,-1 0 0 0 0,0 0 1 0 0,-1-1-1 0 0,-1 0 0 0 0,0 0 0 0 0,-1 0 0 0 0,4-26 0 0 0,-8 39-1267 0 0,-1-1 0 0 0,1 1-1 0 0,0 0 1 0 0,0 0-1 0 0,1-1 1 0 0,-1 1 0 0 0,1 0-1 0 0,-1 0 1 0 0,1 0-1 0 0,0 0 1 0 0,0 0 0 0 0,0 1-1 0 0,1-1 1 0 0,-1 1-1 0 0,1-1 1 0 0,3-2 0 0 0,-4 4-130 0 0,-1 1 0 0 0,1-1-1 0 0,0 0 1 0 0,0 1 0 0 0,0 0 0 0 0,-1-1 0 0 0,1 1 0 0 0,0 0 0 0 0,0 0 0 0 0,0 0 0 0 0,0 0 0 0 0,-1 0 0 0 0,1 0 0 0 0,0 1 0 0 0,0-1 0 0 0,0 1 0 0 0,-1-1 0 0 0,1 1 0 0 0,0-1 0 0 0,0 1-1 0 0,-1 0 1 0 0,1 0 0 0 0,-1 0 0 0 0,1 0 0 0 0,-1 0 0 0 0,1 0 0 0 0,-1 1 0 0 0,0-1 0 0 0,1 0 0 0 0,-1 1 0 0 0,0-1 0 0 0,1 3 0 0 0,9 11 7 0 0,-1 1 1 0 0,-1 0-1 0 0,0 0 0 0 0,-1 1 1 0 0,-1 0-1 0 0,-1 1 1 0 0,5 19-1 0 0,19 46 49 0 0,-19-56-87 0 0,-8-18 4 0 0,0-1-1 0 0,0 0 1 0 0,1 0 0 0 0,0 0 0 0 0,0 0 0 0 0,1 0-1 0 0,0-1 1 0 0,0 0 0 0 0,11 11 0 0 0,-15-17 5 0 0,0-1 1 0 0,-1 0 0 0 0,1 1-1 0 0,-1-1 1 0 0,1 0-1 0 0,0 1 1 0 0,-1-1-1 0 0,1 0 1 0 0,0 0 0 0 0,0 0-1 0 0,-1 0 1 0 0,1 0-1 0 0,0 1 1 0 0,-1-1-1 0 0,1 0 1 0 0,0-1 0 0 0,0 1-1 0 0,-1 0 1 0 0,1 0-1 0 0,0 0 1 0 0,-1 0-1 0 0,1-1 1 0 0,0 1 0 0 0,-1 0-1 0 0,2-1 1 0 0,16-16 44 0 0,6-28 132 0 0,-24 43-161 0 0,43-102 307 0 0,-27 59-181 0 0,2 2-1 0 0,38-66 1 0 0,-53 105-113 0 0,0-1 0 0 0,0 1 0 0 0,0 0 0 0 0,0 0 0 0 0,1 0 0 0 0,0 0 0 0 0,0 1 0 0 0,0-1 0 0 0,0 1 0 0 0,0 0 0 0 0,1 0 0 0 0,-1 0 0 0 0,1 1 0 0 0,0 0 0 0 0,5-2 0 0 0,-6 3-11 0 0,-1 1 1 0 0,1-1-1 0 0,-1 1 1 0 0,1 0-1 0 0,-1 0 0 0 0,1 1 1 0 0,-1-1-1 0 0,1 1 0 0 0,-1 0 1 0 0,0 0-1 0 0,1 0 0 0 0,-1 0 1 0 0,0 0-1 0 0,0 1 0 0 0,1-1 1 0 0,-1 1-1 0 0,-1 0 0 0 0,1 0 1 0 0,0 0-1 0 0,0 0 0 0 0,-1 1 1 0 0,1-1-1 0 0,3 5 0 0 0,8 11 7 0 0,0 1-1 0 0,-2 1 1 0 0,0 0-1 0 0,0 1 1 0 0,-2 0 0 0 0,12 36-1 0 0,-9-23 19 0 0,27 48-1 0 0,-40-82-40 0 0,0 1 1 0 0,0 0-1 0 0,0-1 0 0 0,1 1 0 0 0,-1 0 0 0 0,1-1 0 0 0,-1 1 0 0 0,0 0 1 0 0,1-1-1 0 0,-1 1 0 0 0,1-1 0 0 0,-1 1 0 0 0,1-1 0 0 0,-1 1 0 0 0,1-1 1 0 0,0 1-1 0 0,-1-1 0 0 0,1 1 0 0 0,0-1 0 0 0,-1 0 0 0 0,1 0 0 0 0,0 1 1 0 0,-1-1-1 0 0,1 0 0 0 0,0 0 0 0 0,0 0 0 0 0,-1 0 0 0 0,1 1 0 0 0,0-1 1 0 0,-1 0-1 0 0,1 0 0 0 0,0-1 0 0 0,0 1 0 0 0,0 0 0 0 0,1-1 6 0 0,0 0 0 0 0,-1-1 0 0 0,1 1 0 0 0,-1 0 0 0 0,1-1 0 0 0,-1 1 0 0 0,0-1 0 0 0,0 0 0 0 0,1 1 0 0 0,-1-1 0 0 0,0 0 0 0 0,1-2 1 0 0,4-11 46 0 0,0 0 1 0 0,4-20 0 0 0,-10 34-55 0 0,6-22 48 0 0,20-65 113 0 0,-22 79-141 0 0,-1 0 0 0 0,1 1-1 0 0,0-1 1 0 0,1 1-1 0 0,0 1 1 0 0,0-1-1 0 0,10-10 1 0 0,-14 17-18 0 0,0-1 1 0 0,-1 1-1 0 0,1 0 1 0 0,1 0-1 0 0,-1 0 1 0 0,0 0-1 0 0,0 0 1 0 0,0 0-1 0 0,1 0 1 0 0,-1 0-1 0 0,0 0 1 0 0,1 1-1 0 0,-1-1 1 0 0,0 1-1 0 0,1-1 1 0 0,-1 1-1 0 0,1-1 1 0 0,-1 1-1 0 0,1 0 1 0 0,-1 0-1 0 0,1 0 1 0 0,-1 0-1 0 0,1 0 1 0 0,0 0-1 0 0,-1 0 1 0 0,1 0-1 0 0,-1 0 0 0 0,1 1 1 0 0,-1-1-1 0 0,1 1 1 0 0,-1-1-1 0 0,0 1 1 0 0,1 0-1 0 0,-1-1 1 0 0,0 1-1 0 0,1 0 1 0 0,-1 0-1 0 0,0 0 1 0 0,0 0-1 0 0,0 0 1 0 0,1 0-1 0 0,-1 0 1 0 0,1 3-1 0 0,5 5 26 0 0,-1 1 1 0 0,0 1-1 0 0,-1 0 0 0 0,8 21 0 0 0,-1-3-4 0 0,2-6-593 0 0,1-1-1 0 0,0 0 0 0 0,31 32 0 0 0,3 4-2130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5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99 1376 0 0,'-76'29'5260'0'0,"25"-11"1642"0"0,91-29 973 0 0,65-8-6111 0 0,-24 12-1281 0 0,164 6-1 0 0,-51 3-245 0 0,-87-4-163 0 0,367-23 94 0 0,-352 15-107 0 0,-57 6 20 0 0,0-3 0 0 0,0-2 0 0 0,100-28-1 0 0,-135 22-3272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6.0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73 3825 0 0,'-44'-8'16402'0'0,"42"9"-15707"0"0,1 0-609 0 0,0 0 0 0 0,0 0 0 0 0,1 0 0 0 0,-1 0 0 0 0,0 0 0 0 0,1 0 0 0 0,-1 0 0 0 0,1 1-1 0 0,-1-1 1 0 0,1 0 0 0 0,-1 0 0 0 0,1 0 0 0 0,0 1 0 0 0,-1 1 0 0 0,1 1-27 0 0,0-1 0 0 0,0 1 0 0 0,0 0 0 0 0,0-1-1 0 0,0 1 1 0 0,1 0 0 0 0,0-1 0 0 0,0 1 0 0 0,0-1-1 0 0,0 1 1 0 0,0-1 0 0 0,1 0 0 0 0,-1 1 0 0 0,1-1 0 0 0,4 5-1 0 0,-5-6-47 0 0,0-1 0 0 0,0 1 0 0 0,0-1 0 0 0,0 0 0 0 0,1 0 0 0 0,-1 1 0 0 0,0-1 0 0 0,1 0 0 0 0,-1 0 0 0 0,1 0 0 0 0,-1 0 0 0 0,1-1 0 0 0,0 1 0 0 0,-1 0 0 0 0,1-1 0 0 0,0 1 0 0 0,0-1 0 0 0,-1 1-1 0 0,1-1 1 0 0,0 0 0 0 0,0 0 0 0 0,0 0 0 0 0,-1 0 0 0 0,1 0 0 0 0,0 0 0 0 0,0 0 0 0 0,0-1 0 0 0,-1 1 0 0 0,1-1 0 0 0,0 1 0 0 0,-1-1 0 0 0,1 0 0 0 0,0 1 0 0 0,1-2 0 0 0,-1 0-10 0 0,-1 0 0 0 0,1 1 1 0 0,0-1-1 0 0,-1 0 0 0 0,0 0 1 0 0,1 1-1 0 0,-1-1 0 0 0,0 0 1 0 0,0-1-1 0 0,0 1 0 0 0,0 0 1 0 0,0 0-1 0 0,-1 0 0 0 0,1 0 1 0 0,-1-1-1 0 0,1 1 0 0 0,-1 0 1 0 0,0-1-1 0 0,0 1 0 0 0,0 0 1 0 0,0-1-1 0 0,0 1 0 0 0,-1 0 1 0 0,1 0-1 0 0,-1-3 0 0 0,-1-5 3 0 0,0 1 0 0 0,-1 0 0 0 0,0-1-1 0 0,-7-14 1 0 0,8 20 0 0 0,0-1 0 0 0,0 1 0 0 0,-1 1 0 0 0,0-1 0 0 0,1 0 0 0 0,-1 1 0 0 0,-5-5 0 0 0,7 7-3 0 0,0 1-1 0 0,1-1 1 0 0,-1 1 0 0 0,0-1-1 0 0,0 1 1 0 0,1 0 0 0 0,-1-1 0 0 0,0 1-1 0 0,0 0 1 0 0,0 0 0 0 0,1-1-1 0 0,-1 1 1 0 0,0 0 0 0 0,0 0-1 0 0,0 0 1 0 0,0 0 0 0 0,0 0-1 0 0,1 0 1 0 0,-1 0 0 0 0,0 1-1 0 0,0-1 1 0 0,0 0 0 0 0,1 0-1 0 0,-1 1 1 0 0,0-1 0 0 0,0 0-1 0 0,0 1 1 0 0,1-1 0 0 0,-1 1-1 0 0,0-1 1 0 0,1 1 0 0 0,-1-1 0 0 0,0 1-1 0 0,1-1 1 0 0,-1 1 0 0 0,1 0-1 0 0,-1-1 1 0 0,1 1 0 0 0,-1 0-1 0 0,1 0 1 0 0,0-1 0 0 0,-1 1-1 0 0,1 0 1 0 0,0 0 0 0 0,-1-1-1 0 0,1 3 1 0 0,-4 7 3 0 0,0 0 1 0 0,0 0-1 0 0,1 0 0 0 0,1 1 1 0 0,0-1-1 0 0,0 1 0 0 0,0 14 1 0 0,2-22-4 0 0,0 1 1 0 0,0 0 0 0 0,0-1-1 0 0,1 1 1 0 0,0-1-1 0 0,-1 1 1 0 0,1-1 0 0 0,1 1-1 0 0,-1-1 1 0 0,0 0-1 0 0,3 5 1 0 0,-2-6-2 0 0,-1 0 0 0 0,0-1 0 0 0,1 1 0 0 0,-1-1 0 0 0,1 0 0 0 0,-1 1 0 0 0,1-1 0 0 0,0 0 0 0 0,0 0 0 0 0,-1 0 0 0 0,1 0 0 0 0,0 0 0 0 0,0-1 0 0 0,0 1 0 0 0,0 0 0 0 0,0-1 0 0 0,0 0 0 0 0,0 1-1 0 0,0-1 1 0 0,0 0 0 0 0,3 0 0 0 0,-3 0 4 0 0,0 0 0 0 0,-1 0 0 0 0,1 0 0 0 0,-1 0 0 0 0,1-1 0 0 0,-1 1 0 0 0,1 0 0 0 0,-1-1 0 0 0,1 1 0 0 0,-1-1 0 0 0,1 0 0 0 0,-1 1 0 0 0,1-1-1 0 0,-1 0 1 0 0,0 0 0 0 0,1 0 0 0 0,-1 0 0 0 0,0 0 0 0 0,0 0 0 0 0,0 0 0 0 0,0-1 0 0 0,0 1 0 0 0,1-2 0 0 0,0 0 27 0 0,-1 1 0 0 0,0-1 0 0 0,-1 0 0 0 0,1 1 0 0 0,0-1 0 0 0,-1 0 0 0 0,1 0 0 0 0,-1 1-1 0 0,0-1 1 0 0,0 0 0 0 0,0 0 0 0 0,-1-5 0 0 0,1 5-16 0 0,-1 0 0 0 0,1 0 0 0 0,-1 0-1 0 0,0 0 1 0 0,0 1 0 0 0,0-1-1 0 0,0 0 1 0 0,0 0 0 0 0,0 1 0 0 0,-1-1-1 0 0,1 1 1 0 0,-1-1 0 0 0,0 1 0 0 0,0 0-1 0 0,0-1 1 0 0,0 1 0 0 0,0 0 0 0 0,0 0-1 0 0,-1 1 1 0 0,1-1 0 0 0,-1 0-1 0 0,1 1 1 0 0,-1-1 0 0 0,1 1 0 0 0,-1 0-1 0 0,0 0 1 0 0,-3-1 0 0 0,1 2-64 0 0,1 1 1 0 0,0 0-1 0 0,0 0 1 0 0,-1 0-1 0 0,1 0 1 0 0,0 0-1 0 0,-7 5 1 0 0,10-6-25 0 0,0 0 0 0 0,0 1 0 0 0,0-1 1 0 0,0 1-1 0 0,0 0 0 0 0,1-1 0 0 0,-1 1 0 0 0,0 0 0 0 0,0-1 1 0 0,1 1-1 0 0,-1 0 0 0 0,1 0 0 0 0,-1 0 0 0 0,0 0 1 0 0,0 1-1 0 0,1-1-48 0 0,0 0 0 0 0,0-1 1 0 0,0 1-1 0 0,0 0 0 0 0,0-1 1 0 0,1 1-1 0 0,-1-1 0 0 0,0 1 1 0 0,0 0-1 0 0,1-1 0 0 0,-1 1 0 0 0,0-1 1 0 0,1 1-1 0 0,-1 0 0 0 0,0-1 1 0 0,1 1-1 0 0,-1-1 0 0 0,1 1 1 0 0,-1-1-1 0 0,1 0 0 0 0,-1 1 1 0 0,1-1-1 0 0,-1 1 0 0 0,1-1 1 0 0,-1 0-1 0 0,1 0 0 0 0,0 1 1 0 0,0-1-1 0 0,12 6-1726 0 0,3 1-10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7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86 302 456 0 0,'-23'-4'993'0'0,"-39"-4"13775"0"0,110 1-9259 0 0,-34 4-5421 0 0,1 0 1 0 0,21 0-1 0 0,203 22 782 0 0,-71-3-462 0 0,369-18-8 0 0,-534 2-392 0 0,107-4 55 0 0,-94 4-26 0 0,0 1-1 0 0,1 1 0 0 0,-1 0 0 0 0,27 9 0 0 0,-44-11-36 0 0,1-1-1 0 0,0 1 1 0 0,0 0-1 0 0,0 0 1 0 0,0 0 0 0 0,0 0-1 0 0,0 0 1 0 0,0 0-1 0 0,0 0 1 0 0,0 0 0 0 0,-1 0-1 0 0,1 0 1 0 0,0 0-1 0 0,0 0 1 0 0,0 0 0 0 0,0 0-1 0 0,0 0 1 0 0,0 0-1 0 0,0 0 1 0 0,-1 0 0 0 0,1 0-1 0 0,0 0 1 0 0,0 0-1 0 0,0 0 1 0 0,0 0 0 0 0,0 0-1 0 0,0 0 1 0 0,0 0-1 0 0,-1 0 1 0 0,1 0 0 0 0,0 0-1 0 0,0 0 1 0 0,0 0-1 0 0,0 0 1 0 0,0 1-1 0 0,0-1 1 0 0,0 0 0 0 0,0 0-1 0 0,0 0 1 0 0,0 0-1 0 0,-1 0 1 0 0,1 0 0 0 0,0 0-1 0 0,0 0 1 0 0,0 0-1 0 0,0 1 1 0 0,0-1 0 0 0,0 0-1 0 0,0 0 1 0 0,0 0-1 0 0,0 0 1 0 0,0 0 0 0 0,0 0-1 0 0,0 0 1 0 0,0 1-1 0 0,0-1 1 0 0,0 0 0 0 0,0 0-1 0 0,0 0 1 0 0,0 0-1 0 0,0 0 1 0 0,0 0 0 0 0,0 0-1 0 0,0 1 1 0 0,0-1-1 0 0,0 0 1 0 0,1 0-1 0 0,-1 0 1 0 0,12-38-96 0 0,-2 0 0 0 0,7-52 0 0 0,-16 89 101 0 0,14-71-66 0 0,-13 67 80 0 0,-1 1 1 0 0,1-1-1 0 0,0 1 0 0 0,0-1 1 0 0,0 1-1 0 0,0 0 0 0 0,1 0 0 0 0,0 0 1 0 0,-1 0-1 0 0,2 0 0 0 0,-1 1 0 0 0,6-6 1 0 0,-8 9-3 0 0,0 0 0 0 0,0 0 0 0 0,0 0 0 0 0,0 0 0 0 0,0 1 0 0 0,0-1 0 0 0,-1 0 0 0 0,1 1 0 0 0,0-1-1 0 0,0 0 1 0 0,0 1 0 0 0,-1-1 0 0 0,1 1 0 0 0,0-1 0 0 0,-1 1 0 0 0,1 0 0 0 0,0-1 0 0 0,-1 1 0 0 0,1 0 0 0 0,-1-1 0 0 0,1 1 0 0 0,0 1 0 0 0,17 21 119 0 0,-16-20-97 0 0,44 70 23 0 0,-35-52-46 0 0,2-1 1 0 0,0 0 0 0 0,28 30-1 0 0,-41-50-15 0 0,0 0 0 0 0,0 0-1 0 0,0 1 1 0 0,0-1 0 0 0,1 0 0 0 0,-1 0-1 0 0,0 0 1 0 0,0 1 0 0 0,0-1 0 0 0,1 0-1 0 0,-1 0 1 0 0,0 0 0 0 0,0 0 0 0 0,1 0-1 0 0,-1 0 1 0 0,0 0 0 0 0,0 1 0 0 0,1-1-1 0 0,-1 0 1 0 0,0 0 0 0 0,0 0 0 0 0,1 0-1 0 0,-1 0 1 0 0,0 0 0 0 0,0 0 0 0 0,1 0-1 0 0,-1 0 1 0 0,0 0 0 0 0,1-1 0 0 0,-1 1-1 0 0,0 0 1 0 0,0 0 0 0 0,0 0 0 0 0,1 0-1 0 0,5-11 64 0 0,1-28 87 0 0,-3 17-104 0 0,1 1-40 0 0,1 2-1 0 0,2-1 0 0 0,10-22 1 0 0,-15 36 15 0 0,-1 1 0 0 0,1 0 0 0 0,0 1 0 0 0,0-1 1 0 0,0 0-1 0 0,1 1 0 0 0,0 0 0 0 0,0 0 0 0 0,0 0 0 0 0,0 0 0 0 0,0 1 1 0 0,1-1-1 0 0,0 1 0 0 0,-1 0 0 0 0,1 1 0 0 0,1-1 0 0 0,5-1 0 0 0,-8 3 14 0 0,-1 1 0 0 0,1 0 0 0 0,0 0 0 0 0,-1 1 0 0 0,1-1 0 0 0,0 0 0 0 0,-1 1 0 0 0,1 0 0 0 0,0-1 0 0 0,-1 1 0 0 0,1 0 0 0 0,-1 0 0 0 0,0 1 0 0 0,1-1 0 0 0,-1 0 0 0 0,0 1 0 0 0,0-1 0 0 0,1 1 0 0 0,-1 0 0 0 0,3 4 0 0 0,6 5-7 0 0,-1 2 0 0 0,13 18 0 0 0,-9-11-15 0 0,32 43 55 0 0,21 26-74 0 0,-67-88 5 0 0,1-1 0 0 0,-1 1 0 0 0,1-1 0 0 0,-1 1 0 0 0,1-1 0 0 0,-1 1 0 0 0,1-1 0 0 0,-1 1 0 0 0,1-1 0 0 0,0 0 0 0 0,-1 1 0 0 0,1-1 0 0 0,0 0 0 0 0,-1 0 0 0 0,1 1 0 0 0,0-1 0 0 0,0 0 0 0 0,-1 0 0 0 0,1 0 0 0 0,0 0 0 0 0,-1 0 0 0 0,1 0 0 0 0,0 0 0 0 0,0 0 0 0 0,-1 0 0 0 0,1 0 0 0 0,0-1 0 0 0,-1 1 0 0 0,1 0 0 0 0,0 0 0 0 0,-1-1 0 0 0,1 1 0 0 0,0 0 0 0 0,-1-1 0 0 0,1 1 0 0 0,-1-1 0 0 0,1 1 0 0 0,0-1 0 0 0,-1 1 0 0 0,1-1 0 0 0,-1 1 0 0 0,0-1 0 0 0,1 1 0 0 0,-1-1 0 0 0,1 0 0 0 0,-1 1 0 0 0,0-1 0 0 0,1 1 0 0 0,-1-1 0 0 0,0-1 0 0 0,18-40-7 0 0,-16 37 2 0 0,16-56-23 0 0,-15 45 23 0 0,1 1-1 0 0,1 0 1 0 0,0 0-1 0 0,1 0 1 0 0,12-21 0 0 0,-18 36 6 0 0,0-1 0 0 0,1 0 0 0 0,-1 1 1 0 0,0-1-1 0 0,1 1 0 0 0,-1-1 0 0 0,1 1 1 0 0,-1-1-1 0 0,1 1 0 0 0,-1-1 1 0 0,1 1-1 0 0,-1 0 0 0 0,1-1 0 0 0,0 1 1 0 0,-1 0-1 0 0,1-1 0 0 0,0 1 0 0 0,-1 0 1 0 0,1 0-1 0 0,-1 0 0 0 0,1-1 0 0 0,0 1 1 0 0,0 0-1 0 0,-1 0 0 0 0,1 0 1 0 0,0 0-1 0 0,-1 0 0 0 0,1 0 0 0 0,1 1 1 0 0,0-1 5 0 0,-1 1 1 0 0,1 0 0 0 0,0 0 0 0 0,-1 0 0 0 0,1 0-1 0 0,-1 1 1 0 0,1-1 0 0 0,-1 0 0 0 0,1 0 0 0 0,1 3 0 0 0,23 39 140 0 0,-3 15 30 0 0,-16-39-560 0 0,0-1 0 0 0,1 0 0 0 0,1 0 0 0 0,0-1 0 0 0,22 30 0 0 0,-22-38-1607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17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106 145 3225 0 0,'-40'5'2643'0'0,"34"-4"-997"0"0,-1 0 0 0 0,0 0-1 0 0,0 0 1 0 0,0-1 0 0 0,0 0 0 0 0,0 0 0 0 0,-10-6 2958 0 0,17 5-4553 0 0,9-6 837 0 0,13-2-599 0 0,1 4-102 0 0,0 1 0 0 0,0 2 1 0 0,1 0-1 0 0,-1 1 0 0 0,0 2 0 0 0,41 5 1 0 0,6-1 52 0 0,186-4 60 0 0,1-1-47 0 0,370 8-317 0 0,-425-16 34 0 0,44-1-12 0 0,-239 9 43 0 0,-3 0-3 0 0,0 0 0 0 0,0 0 0 0 0,0 0 0 0 0,1 0 0 0 0,-1-1 0 0 0,0 0 0 0 0,5-1-1 0 0,6-19-1581 0 0,-16 25 1614 0 0,1-1-1 0 0,0 1 1 0 0,0 0-1 0 0,0-1 1 0 0,0 1-1 0 0,1-1 1 0 0,0 1-1 0 0,-1 0 1 0 0,1-1-1 0 0,0 0 1 0 0,1 1-1 0 0,-1-1 1 0 0,4 7-1 0 0,-4-9-16 0 0,-1 1 0 0 0,1 0-1 0 0,0-1 1 0 0,0 1-1 0 0,0 0 1 0 0,0-1 0 0 0,0 1-1 0 0,0-1 1 0 0,0 0-1 0 0,1 1 1 0 0,-1-1 0 0 0,0 0-1 0 0,1 0 1 0 0,-1 0-1 0 0,1 1 1 0 0,0-2 0 0 0,-1 1-1 0 0,1 0 1 0 0,0 0-1 0 0,-1-1 1 0 0,1 1 0 0 0,0 0-1 0 0,0-1 1 0 0,0 0-1 0 0,0 1 1 0 0,-1-1 0 0 0,1 0-1 0 0,0 0 1 0 0,0 0-1 0 0,0 0 1 0 0,0-1 0 0 0,0 1-1 0 0,-1 0 1 0 0,1-1-1 0 0,2 0 1 0 0,-3 0 2 0 0,0 0-1 0 0,1 0 1 0 0,-1 0 0 0 0,0 0 0 0 0,0 0-1 0 0,0 0 1 0 0,0-1 0 0 0,0 1 0 0 0,0 0-1 0 0,0-1 1 0 0,0 1 0 0 0,0-1 0 0 0,-1 1-1 0 0,1-1 1 0 0,-1 1 0 0 0,1-1 0 0 0,-1 1-1 0 0,1-1 1 0 0,-1 1 0 0 0,0-1-1 0 0,0 0 1 0 0,0 1 0 0 0,0-1 0 0 0,0 1-1 0 0,0-1 1 0 0,0 0 0 0 0,-1 1 0 0 0,1-1-1 0 0,-1-2 1 0 0,-17-50 321 0 0,17 51-302 0 0,-1-3-22 0 0,-1 1-1 0 0,1-1 1 0 0,-1 1-1 0 0,0 0 1 0 0,0 0-1 0 0,0 0 1 0 0,-1 0 0 0 0,0 1-1 0 0,0-1 1 0 0,0 1-1 0 0,-1 0 1 0 0,1 0-1 0 0,-1 1 1 0 0,-9-6-1 0 0,13 9-9 0 0,-1 0-1 0 0,1 0 0 0 0,-1 0 0 0 0,0 0 1 0 0,1 0-1 0 0,-1 1 0 0 0,1-1 0 0 0,-1 0 0 0 0,1 1 1 0 0,-1-1-1 0 0,1 1 0 0 0,-1 0 0 0 0,1 0 1 0 0,-1-1-1 0 0,1 1 0 0 0,0 0 0 0 0,-1 0 1 0 0,1 0-1 0 0,0 0 0 0 0,0 1 0 0 0,0-1 0 0 0,0 0 1 0 0,0 0-1 0 0,0 1 0 0 0,0-1 0 0 0,1 0 1 0 0,-2 4-1 0 0,0-2-3 0 0,0 0 0 0 0,0 0 0 0 0,1 1-1 0 0,-1-1 1 0 0,1 0 0 0 0,0 1 0 0 0,0-1 0 0 0,0 1 0 0 0,1 0 0 0 0,-1-1 0 0 0,1 7 0 0 0,0-8-1 0 0,1 1 0 0 0,0 0 0 0 0,0 0 0 0 0,0-1-1 0 0,1 1 1 0 0,-1 0 0 0 0,1-1 0 0 0,-1 1 0 0 0,1-1 0 0 0,0 0 0 0 0,0 1 0 0 0,0-1 0 0 0,0 0 0 0 0,0 0 0 0 0,0-1 0 0 0,1 1 0 0 0,-1 0 0 0 0,1-1 0 0 0,-1 1 0 0 0,1-1 0 0 0,-1 0 0 0 0,1 0-1 0 0,3 1 1 0 0,-2-5-334 0 0,-4-1-10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1.0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4609 0 0,'-24'7'1132'0'0,"1"2"0"0"0,0 0 1 0 0,1 2-1 0 0,0 0 0 0 0,-31 22 0 0 0,52-33-1066 0 0,1 0-1 0 0,0 1 1 0 0,-1-1-1 0 0,1 0 1 0 0,-1 0-1 0 0,1 0 1 0 0,0 1-1 0 0,0-1 1 0 0,-1 0-1 0 0,1 1 1 0 0,0-1-1 0 0,-1 0 1 0 0,1 1-1 0 0,0-1 1 0 0,0 0-1 0 0,-1 1 1 0 0,1-1-1 0 0,0 0 1 0 0,0 1-1 0 0,0-1 1 0 0,0 0-1 0 0,0 1 1 0 0,-1-1-1 0 0,1 1 1 0 0,0-1-1 0 0,0 1 1 0 0,0-1-1 0 0,0 0 1 0 0,0 1-1 0 0,0-1 1 0 0,0 1-1 0 0,0-1 1 0 0,1 0-1 0 0,-1 1 1 0 0,0-1-1 0 0,0 1 1 0 0,0 0-1 0 0,18 6 869 0 0,31-2-734 0 0,-45-4-47 0 0,77-1 1433 0 0,143-17 1 0 0,45 0 833 0 0,-231 17-2416 0 0,-18-1-223 0 0,0 1 0 0 0,-1 1-1 0 0,1 0 1 0 0,-1 2 0 0 0,1 0-1 0 0,21 7 1 0 0,-37-35-1133 0 0,-3 41 4140 0 0,2 29-2307 0 0,2 0 0 0 0,2 0-1 0 0,18 63 1 0 0,-5-26-326 0 0,8 33-119 0 0,-10-50 26 0 0,11 88 0 0 0,-27-132-53 0 0,0 0-1 0 0,-2 0 0 0 0,0 0 0 0 0,-2 0 1 0 0,0 0-1 0 0,-1 0 0 0 0,-1 0 1 0 0,-10 29-1 0 0,12-46 20 0 0,0 1 0 0 0,0-1 0 0 0,0 0 0 0 0,-1 0 0 0 0,0 0 0 0 0,0-1 0 0 0,0 1 0 0 0,0-1 0 0 0,0 0 0 0 0,-1 0 0 0 0,1 0 0 0 0,-1 0 0 0 0,0 0 0 0 0,0-1 0 0 0,0 1 0 0 0,-7 1 0 0 0,-8 4 216 0 0,0-1 0 0 0,-32 6 0 0 0,12-2-108 0 0,-272 96-1191 0 0,143-47 331 0 0,51-27-3977 0 0,79-25-1942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1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 1840 0 0,'6'-3'10263'0'0,"-5"4"-9883"0"0,2 2-95 0 0,-1-1 1 0 0,0 1-1 0 0,0 0 0 0 0,0 0 1 0 0,0 0-1 0 0,0 0 1 0 0,-1 0-1 0 0,1 0 1 0 0,-1 0-1 0 0,0 1 1 0 0,0-1-1 0 0,0 1 0 0 0,0-1 1 0 0,-1 0-1 0 0,1 1 1 0 0,-1 6-1 0 0,0 12 917 0 0,-3 36 0 0 0,0-16-677 0 0,1 70-246 0 0,5-1 0 0 0,19 111 0 0 0,-9-61 1185 0 0,-9-84-960 0 0,1-51-493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1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12899 0 0,'-3'3'1152'0'0,"0"-1"-928"0"0,3 1-224 0 0,2-1 0 0 0,0 0 0 0 0,0 0-104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3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38 920 0 0,'-16'-38'15339'0'0,"6"64"-14614"0"0,-1 0 0 0 0,-1-1-1 0 0,-26 42 1 0 0,19-36-188 0 0,-26 59 0 0 0,44-89-491 0 0,1 1-1 0 0,-1-1 0 0 0,1 0 0 0 0,-1 0 1 0 0,1 0-1 0 0,0 1 0 0 0,0-1 1 0 0,-1 0-1 0 0,1 0 0 0 0,0 1 0 0 0,0-1 1 0 0,0 0-1 0 0,0 0 0 0 0,0 1 1 0 0,1-1-1 0 0,-1 0 0 0 0,0 0 0 0 0,0 1 1 0 0,2 1-1 0 0,-1-2-13 0 0,-1 0 0 0 0,1-1 0 0 0,0 1 0 0 0,0 0 0 0 0,0-1 1 0 0,-1 1-1 0 0,1-1 0 0 0,0 1 0 0 0,0-1 0 0 0,0 1 0 0 0,0-1 0 0 0,0 0 0 0 0,0 1 0 0 0,0-1 1 0 0,0 0-1 0 0,0 0 0 0 0,0 0 0 0 0,0 0 0 0 0,2 0 0 0 0,6 0 93 0 0,1-1-1 0 0,-1 0 1 0 0,1-1 0 0 0,12-4 0 0 0,-8 3-79 0 0,66-11 61 0 0,-71 14-97 0 0,-1-1 0 0 0,1 1 0 0 0,-1 1 0 0 0,1-1 0 0 0,-1 1 0 0 0,1 1 0 0 0,12 3 0 0 0,-19-4-9 0 0,-1-1-1 0 0,1 1 1 0 0,0 0 0 0 0,-1-1-1 0 0,1 1 1 0 0,0 0 0 0 0,-1 0-1 0 0,1 0 1 0 0,-1 0 0 0 0,1 1-1 0 0,-1-1 1 0 0,0 0 0 0 0,0 1 0 0 0,1-1-1 0 0,-1 0 1 0 0,0 1 0 0 0,0 0-1 0 0,0-1 1 0 0,-1 1 0 0 0,1-1-1 0 0,0 1 1 0 0,-1 0 0 0 0,1 1-1 0 0,0 1 3 0 0,-1-1 0 0 0,0 0 0 0 0,0 0 0 0 0,0 1 0 0 0,-1-1 0 0 0,1 0 0 0 0,-1 0 0 0 0,0 0 0 0 0,0 0 0 0 0,0 0 0 0 0,0 0 0 0 0,-2 3 0 0 0,-3 5 8 0 0,-1 0 1 0 0,0 0 0 0 0,-1-1 0 0 0,0 0-1 0 0,-14 13 1 0 0,2-6-219 0 0,-18 18 148 0 0,36-33-388 0 0,1 0 0 0 0,-1 0 1 0 0,1 1-1 0 0,0-1 0 0 0,0 0 1 0 0,0 0-1 0 0,0 1 0 0 0,0-1 1 0 0,0 0-1 0 0,0 5 0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4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93 6449 0 0,'-8'-46'3952'0'0,"6"17"2856"0"0,3 28-6537 0 0,-1 0 1 0 0,1 0-1 0 0,0-1 1 0 0,0 1-1 0 0,0 0 0 0 0,0 0 1 0 0,0 0-1 0 0,0 0 1 0 0,0 0-1 0 0,0 0 0 0 0,1 0 1 0 0,-1 1-1 0 0,0-1 1 0 0,0 0-1 0 0,1 1 0 0 0,-1-1 1 0 0,0 1-1 0 0,1-1 0 0 0,1 0 1 0 0,-2 2-261 0 0,0 0-5 0 0,0 1 0 0 0,0-1 0 0 0,0 0 0 0 0,0 0 0 0 0,1 0 0 0 0,-1 0 0 0 0,0 0 0 0 0,1-1 0 0 0,-1 1 0 0 0,1 0 0 0 0,-1-1 0 0 0,1 1 1 0 0,-1-1-1 0 0,1 1 0 0 0,2-1 0 0 0,5 4 1174 0 0,33 243-1219 0 0,-24-158 46 0 0,-18-87-24 0 0,0 1-1 0 0,1 0 1 0 0,-1-1 0 0 0,1 1-1 0 0,0-1 1 0 0,0 1 0 0 0,0-1-1 0 0,0 0 1 0 0,0 1 0 0 0,1-1-1 0 0,1 3 1 0 0,-2-5 12 0 0,-1 1 0 0 0,0-1-1 0 0,1 0 1 0 0,-1 0 0 0 0,0 0 0 0 0,0 0-1 0 0,1 1 1 0 0,-1-1 0 0 0,1 0 0 0 0,-1 0-1 0 0,0 0 1 0 0,1 0 0 0 0,-1 0 0 0 0,0 0-1 0 0,1 0 1 0 0,-1 0 0 0 0,0 0 0 0 0,1 0-1 0 0,-1 0 1 0 0,0 0 0 0 0,1 0 0 0 0,-1 0-1 0 0,0 0 1 0 0,1 0 0 0 0,-1-1 0 0 0,0 1-1 0 0,1 0 1 0 0,-1 0 0 0 0,13-15-83 0 0,27-59-13 0 0,-29 50 52 0 0,1 1 1 0 0,2 0-1 0 0,31-40 0 0 0,-44 61 58 0 0,1 0 1 0 0,-1 0 0 0 0,1 0-1 0 0,-1 0 1 0 0,1 1-1 0 0,0-1 1 0 0,0 1-1 0 0,0-1 1 0 0,0 1-1 0 0,0 0 1 0 0,0 0 0 0 0,0 0-1 0 0,0 0 1 0 0,0 0-1 0 0,0 0 1 0 0,1 0-1 0 0,-1 1 1 0 0,0-1-1 0 0,0 1 1 0 0,1 0 0 0 0,-1 0-1 0 0,0-1 1 0 0,1 1-1 0 0,-1 1 1 0 0,0-1-1 0 0,1 0 1 0 0,-1 1-1 0 0,0-1 1 0 0,1 1-1 0 0,3 1 1 0 0,-2 1 10 0 0,-1-1 0 0 0,0 1 1 0 0,0 0-1 0 0,0 0 0 0 0,0 0 0 0 0,0 0 1 0 0,0 0-1 0 0,-1 1 0 0 0,0-1 0 0 0,1 1 1 0 0,-1 0-1 0 0,-1-1 0 0 0,1 1 0 0 0,-1 0 1 0 0,1 0-1 0 0,0 7 0 0 0,9 55-87 0 0,-9-46-899 0 0,0 0 0 0 0,7 19 0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4.9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241 40 9218 0 0,'-2'-3'270'0'0,"1"0"1"0"0,0 1 0 0 0,-1 0-1 0 0,1-1 1 0 0,-1 1-1 0 0,0 0 1 0 0,1 0-1 0 0,-1 0 1 0 0,0 0-1 0 0,0 0 1 0 0,-1 0-1 0 0,1 1 1 0 0,0-1-1 0 0,-1 1 1 0 0,1-1-1 0 0,-1 1 1 0 0,1 0-1 0 0,-1 0 1 0 0,-3-1-1 0 0,3 2 51 0 0,-1-1 0 0 0,0 1 0 0 0,0 0 0 0 0,0 0 1 0 0,0 0-1 0 0,1 1 0 0 0,-1-1 0 0 0,0 1 0 0 0,0 0 0 0 0,1 0 0 0 0,-1 1 0 0 0,-5 1 0 0 0,0 2-22 0 0,0 0 0 0 0,0 1 1 0 0,0 0-1 0 0,1 0 0 0 0,0 1 0 0 0,0 0 0 0 0,1 0 1 0 0,-1 1-1 0 0,-8 12 0 0 0,8-7-242 0 0,0 0 0 0 0,1 1 0 0 0,0 0 0 0 0,-6 21 0 0 0,11-30-45 0 0,0-1 0 0 0,1 1-1 0 0,0 0 1 0 0,0 0-1 0 0,0 1 1 0 0,1-1 0 0 0,-1 0-1 0 0,1 0 1 0 0,0 0-1 0 0,1 0 1 0 0,-1 0 0 0 0,1 1-1 0 0,0-1 1 0 0,0 0 0 0 0,1 0-1 0 0,3 8 1 0 0,-4-12-20 0 0,-1 0 0 0 0,1 0 0 0 0,0 0 0 0 0,-1 0 0 0 0,1-1 0 0 0,0 1 0 0 0,-1 0 0 0 0,1 0 0 0 0,0-1 0 0 0,0 1 1 0 0,0-1-1 0 0,0 1 0 0 0,-1-1 0 0 0,1 1 0 0 0,0-1 0 0 0,0 1 0 0 0,0-1 0 0 0,0 0 0 0 0,0 0 0 0 0,0 1 0 0 0,0-1 0 0 0,0 0 0 0 0,0 0 0 0 0,2 0 0 0 0,-1 0-36 0 0,1-1 0 0 0,0 1-1 0 0,-1-1 1 0 0,1 0 0 0 0,-1 0-1 0 0,1 0 1 0 0,-1 0-1 0 0,1 0 1 0 0,2-3 0 0 0,3-1-100 0 0,0-1 0 0 0,0-1 1 0 0,-1 1-1 0 0,8-10 0 0 0,38-57-321 0 0,-40 53 863 0 0,0 1 0 0 0,27-30 0 0 0,-39 48-346 0 0,0 0 1 0 0,0-1-1 0 0,1 1 1 0 0,-1 0-1 0 0,0 0 1 0 0,1-1-1 0 0,-1 1 1 0 0,1 0-1 0 0,-1 0 1 0 0,1 1-1 0 0,-1-1 1 0 0,1 0-1 0 0,0 0 1 0 0,-1 1-1 0 0,1-1 1 0 0,0 1-1 0 0,0 0 1 0 0,0-1-1 0 0,-1 1 1 0 0,1 0 0 0 0,0 0-1 0 0,0 0 1 0 0,0 0-1 0 0,2 1 1 0 0,-1 0-17 0 0,-1 0-1 0 0,0 1 1 0 0,0-1 0 0 0,0 1 0 0 0,0 0 0 0 0,0-1 0 0 0,0 1 0 0 0,0 0 0 0 0,-1 0 0 0 0,1 0 0 0 0,0 0 0 0 0,-1 0-1 0 0,0 0 1 0 0,3 5 0 0 0,2 8-3 0 0,0 1 0 0 0,-1-1 0 0 0,-1 1 0 0 0,3 16 0 0 0,-3-9-750 0 0,1 1 0 0 0,13 34 0 0 0,-8-38-7006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5.3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5 107 2304 0 0,'-1'-1'312'0'0,"1"0"-1"0"0,-1 0 0 0 0,1 0 1 0 0,-1 0-1 0 0,1 0 0 0 0,0 0 0 0 0,-1-1 1 0 0,1 1-1 0 0,0 0 0 0 0,0 0 1 0 0,0 0-1 0 0,0 0 0 0 0,0-1 0 0 0,0 1 1 0 0,0 0-1 0 0,1 0 0 0 0,-1 0 0 0 0,0-1 1 0 0,1 1-1 0 0,-1 0 0 0 0,0 0 1 0 0,1 0-1 0 0,-1 0 0 0 0,1 0 0 0 0,0 0 1 0 0,-1 0-1 0 0,1 0 0 0 0,0 0 0 0 0,0 0 1 0 0,0 0-1 0 0,0 1 0 0 0,-1-1 1 0 0,1 0-1 0 0,0 0 0 0 0,0 1 0 0 0,0-1 1 0 0,0 1-1 0 0,1-1 0 0 0,-1 1 1 0 0,0-1-1 0 0,0 1 0 0 0,0 0 0 0 0,3-1 1 0 0,25 1 4759 0 0,-3 9-3804 0 0,-13-1-1150 0 0,-1 0 0 0 0,0 1-1 0 0,0 1 1 0 0,-1 0 0 0 0,-1 0-1 0 0,1 1 1 0 0,14 22-1 0 0,-6-9 4 0 0,-47-67 1253 0 0,26 39-1339 0 0,0 0-1 0 0,1 0 0 0 0,-1 0 0 0 0,1 0 1 0 0,0 0-1 0 0,0 0 0 0 0,0 0 0 0 0,0-1 1 0 0,1 1-1 0 0,-1 0 0 0 0,1-1 1 0 0,1 1-1 0 0,-1 0 0 0 0,0-1 0 0 0,1 1 1 0 0,0 0-1 0 0,1-5 0 0 0,1 3-192 0 0,0 0-1 0 0,1 1 0 0 0,-1 0 1 0 0,1 0-1 0 0,0 0 1 0 0,0 0-1 0 0,0 0 0 0 0,1 1 1 0 0,0 0-1 0 0,0 0 1 0 0,6-4-1 0 0,7-4-804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5.8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 8754 0 0,'-5'-1'12671'0'0,"6"10"-13152"0"0,-3 88 2696 0 0,0-62-3795 0 0,1 1-4012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6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5 112 5065 0 0,'-4'-44'658'0'0,"4"33"1758"0"0,0 0 0 0 0,0 0 0 0 0,1 0 0 0 0,2-12-1 0 0,3 35-980 0 0,-1 13-1812 0 0,13 52 273 0 0,-11-50 104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6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66 6913 0 0,'1'-1'126'0'0,"-1"1"-1"0"0,0-1 0 0 0,0 0 0 0 0,1 0 1 0 0,-1 0-1 0 0,0 1 0 0 0,1-1 0 0 0,-1 0 1 0 0,1 0-1 0 0,-1 1 0 0 0,1-1 0 0 0,-1 0 1 0 0,1 1-1 0 0,0-1 0 0 0,-1 1 0 0 0,1-1 1 0 0,0 1-1 0 0,-1-1 0 0 0,1 1 0 0 0,0-1 1 0 0,0 1-1 0 0,0-1 0 0 0,-1 1 0 0 0,1 0 0 0 0,0 0 1 0 0,1-1-1 0 0,0 1 195 0 0,0 0-1 0 0,-1 1 1 0 0,1-1 0 0 0,0 0-1 0 0,-1 1 1 0 0,1-1 0 0 0,0 1-1 0 0,-1-1 1 0 0,1 1 0 0 0,-1 0-1 0 0,1 0 1 0 0,2 2 0 0 0,0 0 321 0 0,0 0 1 0 0,0 0 0 0 0,0 1-1 0 0,0 0 1 0 0,-1 0 0 0 0,1 0-1 0 0,-1 0 1 0 0,4 7 0 0 0,0 9-67 0 0,0 0 0 0 0,-1 0 0 0 0,-1 1 0 0 0,4 37 0 0 0,4-87-956 0 0,1 0 0 0 0,28-43 0 0 0,-38 66 339 0 0,33-40-99 0 0,-36 44 158 0 0,1 1 0 0 0,-1-1 0 0 0,1 0 0 0 0,0 1 0 0 0,-1-1 0 0 0,1 1 0 0 0,0 0 0 0 0,0-1 0 0 0,0 1 0 0 0,0 0 0 0 0,1 0 0 0 0,-1 0 0 0 0,0 1 0 0 0,0-1 1 0 0,0 1-1 0 0,1-1 0 0 0,-1 1 0 0 0,0-1 0 0 0,1 1 0 0 0,3 0 0 0 0,-5 1-10 0 0,0 0 1 0 0,1-1 0 0 0,-1 1-1 0 0,0 0 1 0 0,0 0 0 0 0,0 0-1 0 0,0 0 1 0 0,1 0-1 0 0,-2 0 1 0 0,1 0 0 0 0,0 0-1 0 0,0 0 1 0 0,0 1 0 0 0,0-1-1 0 0,-1 0 1 0 0,1 0-1 0 0,0 1 1 0 0,-1-1 0 0 0,1 3-1 0 0,8 32 177 0 0,-5-20-144 0 0,-1-6-443 0 0,1-1 1 0 0,0 0-1 0 0,0-1 1 0 0,1 1-1 0 0,0-1 1 0 0,0 0-1 0 0,1 0 0 0 0,0 0 1 0 0,0-1-1 0 0,1 0 1 0 0,0 0-1 0 0,9 6 1 0 0,-12-10 151 0 0,1 1 1 0 0,0-1 0 0 0,0 0-1 0 0,0 0 1 0 0,0 0 0 0 0,1-1-1 0 0,-1 0 1 0 0,1 0 0 0 0,0 0-1 0 0,-1 0 1 0 0,1-1 0 0 0,0 0-1 0 0,0-1 1 0 0,0 1 0 0 0,0-1-1 0 0,0 0 1 0 0,0-1 0 0 0,0 1-1 0 0,-1-1 1 0 0,13-3 0 0 0,-14 2 223 0 0,0 0 0 0 0,0 0 0 0 0,0 0 0 0 0,0 0 0 0 0,0-1 0 0 0,0 0 0 0 0,0 0 0 0 0,-1 0 1 0 0,0 0-1 0 0,1 0 0 0 0,-1-1 0 0 0,0 1 0 0 0,-1-1 0 0 0,1 0 0 0 0,-1 0 0 0 0,1 0 1 0 0,-1 0-1 0 0,3-9 0 0 0,0-4 843 0 0,0-1 1 0 0,-2 0-1 0 0,4-29 1 0 0,2-14 4791 0 0,-6 42-2381 0 0,-7 26-1376 0 0,-12 36-649 0 0,13-33-1088 0 0,-8 17-51 0 0,-15 42-148 0 0,25-63-29 0 0,-1 0-1 0 0,1 0 1 0 0,0 0 0 0 0,0 1 0 0 0,1-1 0 0 0,0 0 0 0 0,0 0-1 0 0,0 1 1 0 0,2 6 0 0 0,-2-12 37 0 0,1 1 0 0 0,-1-1 0 0 0,1 0 1 0 0,-1 1-1 0 0,1-1 0 0 0,0 0 0 0 0,-1 1 0 0 0,1-1 0 0 0,0 0 0 0 0,0 0 0 0 0,0 0 1 0 0,0 0-1 0 0,0 1 0 0 0,0-1 0 0 0,0-1 0 0 0,1 1 0 0 0,-1 0 0 0 0,0 0 0 0 0,0 0 1 0 0,1-1-1 0 0,-1 1 0 0 0,0 0 0 0 0,1-1 0 0 0,-1 1 0 0 0,1-1 0 0 0,-1 0 0 0 0,1 0 1 0 0,-1 1-1 0 0,1-1 0 0 0,-1 0 0 0 0,1 0 0 0 0,-1 0 0 0 0,1 0 0 0 0,-1-1 0 0 0,0 1 1 0 0,1 0-1 0 0,-1-1 0 0 0,1 1 0 0 0,-1-1 0 0 0,3-1 0 0 0,9-2-144 0 0,-1-1 0 0 0,0-1-1 0 0,19-11 1 0 0,-18 9 276 0 0,-3 3 38 0 0,-1 0 0 0 0,1 1 0 0 0,0 1 0 0 0,0-1 0 0 0,0 1 0 0 0,0 1 0 0 0,16-2 0 0 0,-24 4-75 0 0,1-1-1 0 0,-1 1 0 0 0,1 0 1 0 0,-1 0-1 0 0,1 1 1 0 0,-1-1-1 0 0,0 0 0 0 0,1 1 1 0 0,-1-1-1 0 0,0 1 1 0 0,1 0-1 0 0,-1 0 0 0 0,0 0 1 0 0,0 0-1 0 0,0 0 1 0 0,1 1-1 0 0,-1-1 0 0 0,-1 1 1 0 0,1-1-1 0 0,0 1 1 0 0,0-1-1 0 0,0 1 0 0 0,-1 0 1 0 0,1 0-1 0 0,-1 0 1 0 0,0 0-1 0 0,1 0 0 0 0,-1 0 1 0 0,0 1-1 0 0,0-1 1 0 0,-1 0-1 0 0,1 0 1 0 0,0 1-1 0 0,-1-1 0 0 0,1 1 1 0 0,-1-1-1 0 0,0 0 1 0 0,0 5-1 0 0,0 1 19 0 0,0-1 0 0 0,0 1 0 0 0,-1-1 0 0 0,-1 1 1 0 0,1-1-1 0 0,-1 0 0 0 0,-1 1 0 0 0,1-1 0 0 0,-1 0 0 0 0,0 0 0 0 0,-1-1 0 0 0,-5 9 0 0 0,-1 1-524 0 0,-2 0-1 0 0,0-1 0 0 0,-23 22 0 0 0,15-19-7243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7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75 123 2304 0 0,'-17'-22'3113'0'0,"16"19"-2568"0"0,0 0 0 0 0,0 1 0 0 0,-1-1 0 0 0,1 1 0 0 0,-1 0-1 0 0,1-1 1 0 0,-1 1 0 0 0,0 0 0 0 0,0 0 0 0 0,0 0 0 0 0,0 0-1 0 0,-1 0 1 0 0,1 1 0 0 0,0-1 0 0 0,-1 1 0 0 0,1-1 0 0 0,-1 1-1 0 0,0 0 1 0 0,-3-1 0 0 0,5 2-369 0 0,0 1-1 0 0,0-1 0 0 0,0 1 1 0 0,0 0-1 0 0,0-1 0 0 0,0 1 1 0 0,1 0-1 0 0,-1 0 0 0 0,0-1 1 0 0,0 1-1 0 0,1 0 0 0 0,-1 0 1 0 0,1 0-1 0 0,-1 0 0 0 0,1 0 1 0 0,-1 0-1 0 0,1 0 0 0 0,0 0 1 0 0,-1 0-1 0 0,1 0 1 0 0,0 0-1 0 0,0 0 0 0 0,0 0 1 0 0,-1 0-1 0 0,1 0 0 0 0,0 0 1 0 0,1 2-1 0 0,-1 32 516 0 0,2-29-667 0 0,-1 1-1 0 0,1-1 1 0 0,0 1 0 0 0,1-1-1 0 0,0 1 1 0 0,0-1-1 0 0,0 0 1 0 0,1 0-1 0 0,-1-1 1 0 0,1 1-1 0 0,1-1 1 0 0,-1 0 0 0 0,1 0-1 0 0,0 0 1 0 0,0 0-1 0 0,0-1 1 0 0,9 5-1 0 0,-9-6-17 0 0,0 0 0 0 0,0 0 0 0 0,1-1 0 0 0,-1 0-1 0 0,1 0 1 0 0,-1 0 0 0 0,1 0 0 0 0,0-1-1 0 0,0 0 1 0 0,-1 0 0 0 0,1-1 0 0 0,0 0 0 0 0,0 0-1 0 0,0 0 1 0 0,0-1 0 0 0,0 0 0 0 0,-1 0-1 0 0,1 0 1 0 0,0-1 0 0 0,8-3 0 0 0,-12 4 3 0 0,0 0 1 0 0,0 0 0 0 0,0 0 0 0 0,-1 0-1 0 0,1 0 1 0 0,0 0 0 0 0,-1-1-1 0 0,1 1 1 0 0,-1-1 0 0 0,1 1-1 0 0,-1-1 1 0 0,0 0 0 0 0,1 0-1 0 0,-1 1 1 0 0,0-1 0 0 0,0 0-1 0 0,0 0 1 0 0,-1 0 0 0 0,2-4-1 0 0,-1 1 16 0 0,-1 1-1 0 0,1-1 1 0 0,-1 1-1 0 0,0-1 1 0 0,0 0-1 0 0,-1 1 1 0 0,1-1-1 0 0,-3-8 0 0 0,-1 1 41 0 0,0 0 0 0 0,-1-1-1 0 0,0 2 1 0 0,-1-1 0 0 0,-13-19-1 0 0,15 25-13 0 0,-1 0-1 0 0,0 0 0 0 0,-1 0 1 0 0,1 0-1 0 0,-1 1 1 0 0,0 0-1 0 0,-12-8 0 0 0,15 12-205 0 0,-1-1 0 0 0,1 1 0 0 0,0-1-1 0 0,-1 1 1 0 0,1 0 0 0 0,0 1 0 0 0,-1-1 0 0 0,-4 0-1 0 0,5 1-379 0 0,0 0 0 0 0,0 0 0 0 0,0 0 0 0 0,0 1-1 0 0,0-1 1 0 0,0 1 0 0 0,0 0 0 0 0,1 0 0 0 0,-1 0-1 0 0,0 0 1 0 0,-3 2 0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7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0,'2'-1'252'0'0,"1"1"-1"0"0,-1 0 0 0 0,0 0 0 0 0,1 0 1 0 0,-1 0-1 0 0,1 1 0 0 0,-1-1 0 0 0,1 1 1 0 0,-1-1-1 0 0,0 1 0 0 0,1 0 0 0 0,-1 0 1 0 0,0 0-1 0 0,0 0 0 0 0,1 0 0 0 0,-1 0 1 0 0,0 1-1 0 0,0-1 0 0 0,-1 1 0 0 0,1 0 1 0 0,0-1-1 0 0,0 1 0 0 0,1 2 0 0 0,2 2 289 0 0,1 0-1 0 0,-2 0 0 0 0,1 1 0 0 0,-1-1 1 0 0,0 1-1 0 0,3 8 0 0 0,6 35 373 0 0,-11-40-881 0 0,0-1 1 0 0,1 1-1 0 0,0 0 1 0 0,5 10 0 0 0,-8-24-23 0 0,1 0 1 0 0,0 0 0 0 0,0 0-1 0 0,1 0 1 0 0,-1 0-1 0 0,1 0 1 0 0,0 0 0 0 0,3-4-1 0 0,-1-1 33 0 0,4-7 27 0 0,0 0 0 0 0,16-23 1 0 0,-22 35-59 0 0,1 0 0 0 0,-1 1 0 0 0,1-1 0 0 0,0 1 0 0 0,1-1 0 0 0,-1 1 0 0 0,1 0 0 0 0,-1 1 0 0 0,1-1 0 0 0,0 1 0 0 0,0-1 0 0 0,0 1 0 0 0,0 0 0 0 0,0 0 0 0 0,8-1 0 0 0,-11 3-3 0 0,0 0-1 0 0,0 0 1 0 0,1 0 0 0 0,-1 0-1 0 0,0 0 1 0 0,0 1 0 0 0,1-1 0 0 0,-1 0-1 0 0,0 1 1 0 0,0-1 0 0 0,0 1 0 0 0,0 0-1 0 0,0-1 1 0 0,0 1 0 0 0,0 0 0 0 0,0-1-1 0 0,0 1 1 0 0,0 0 0 0 0,0 0-1 0 0,0 0 1 0 0,0 0 0 0 0,-1 0 0 0 0,1 0-1 0 0,0 0 1 0 0,-1 0 0 0 0,1 0 0 0 0,0 2-1 0 0,15 40 360 0 0,-10-23-254 0 0,-4-13-195 0 0,1-1 0 0 0,0 0 0 0 0,0 0 0 0 0,1 0 0 0 0,0 0 0 0 0,0 0 0 0 0,0-1 0 0 0,1 1 0 0 0,0-1 0 0 0,0-1 0 0 0,9 8 0 0 0,0-3-854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7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1 325 5529 0 0,'35'-23'3234'0'0,"48"-44"-1"0"0,-70 55-2275 0 0,0-1 0 0 0,-1 0 0 0 0,-1 0 0 0 0,0-1 0 0 0,-1-1-1 0 0,11-20 1 0 0,-19 29-786 0 0,0 1-1 0 0,0 0 0 0 0,-1 0 0 0 0,0-1 0 0 0,0 1 1 0 0,-1 0-1 0 0,1-1 0 0 0,-1 1 0 0 0,0-1 0 0 0,-1 1 0 0 0,1-1 1 0 0,-1 1-1 0 0,-3-11 0 0 0,4 15-131 0 0,-1-1 0 0 0,1 0 0 0 0,-1 1 0 0 0,1-1 0 0 0,-1 0 0 0 0,0 1 0 0 0,0-1 0 0 0,1 1 0 0 0,-1-1 0 0 0,0 1 0 0 0,0-1 0 0 0,-1 1 0 0 0,1 0 0 0 0,0 0 0 0 0,0-1 0 0 0,-1 1 0 0 0,1 0 0 0 0,-1 0 0 0 0,1 0 0 0 0,-1 0 0 0 0,1 1 0 0 0,-1-1-1 0 0,1 0 1 0 0,-1 1 0 0 0,0-1 0 0 0,0 1 0 0 0,1-1 0 0 0,-1 1 0 0 0,0 0 0 0 0,1 0 0 0 0,-1 0 0 0 0,0 0 0 0 0,0 0 0 0 0,0 0 0 0 0,1 0 0 0 0,-1 1 0 0 0,0-1 0 0 0,1 0 0 0 0,-1 1 0 0 0,0 0 0 0 0,1-1 0 0 0,-1 1 0 0 0,1 0 0 0 0,-1 0 0 0 0,-1 1 0 0 0,-4 3 4 0 0,0-1 1 0 0,1 2-1 0 0,-1-1 0 0 0,1 1 1 0 0,1 0-1 0 0,-1 0 0 0 0,1 1 1 0 0,0 0-1 0 0,0 0 0 0 0,1 0 1 0 0,0 0-1 0 0,0 1 0 0 0,-3 8 1 0 0,5-10-29 0 0,-1 0 0 0 0,1 0 1 0 0,0 0-1 0 0,1 0 1 0 0,0 0-1 0 0,0 0 1 0 0,0 1-1 0 0,0-1 0 0 0,1 0 1 0 0,0 1-1 0 0,0-1 1 0 0,1 0-1 0 0,0 1 0 0 0,0-1 1 0 0,1 0-1 0 0,-1 0 1 0 0,5 10-1 0 0,-3-12-47 0 0,0 0-1 0 0,0 0 1 0 0,1 0-1 0 0,-1-1 1 0 0,1 1 0 0 0,0-1-1 0 0,0 0 1 0 0,0 0-1 0 0,0 0 1 0 0,0 0-1 0 0,1-1 1 0 0,-1 0 0 0 0,1 0-1 0 0,0 0 1 0 0,8 2-1 0 0,15 2-417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8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10138 0 0,'1'-2'525'0'0,"1"1"0"0"0,-1 0 0 0 0,0-1 0 0 0,1 1 0 0 0,0 0 1 0 0,-1 0-1 0 0,1 0 0 0 0,0 0 0 0 0,-1 0 0 0 0,1 0 0 0 0,0 0 0 0 0,0 1 0 0 0,0-1 0 0 0,0 1 0 0 0,-1-1 0 0 0,1 1 0 0 0,0 0 0 0 0,4-1 0 0 0,-4 2-322 0 0,-1-1 0 0 0,1 1-1 0 0,0-1 1 0 0,0 1-1 0 0,0 0 1 0 0,-1 0 0 0 0,1-1-1 0 0,-1 1 1 0 0,1 0-1 0 0,0 0 1 0 0,-1 1 0 0 0,0-1-1 0 0,1 0 1 0 0,-1 0-1 0 0,0 1 1 0 0,2 1 0 0 0,0 2-157 0 0,1 0 1 0 0,-1 0-1 0 0,-1 1 1 0 0,1-1-1 0 0,-1 1 1 0 0,0-1-1 0 0,0 1 1 0 0,-1 0 0 0 0,1 0-1 0 0,-1-1 1 0 0,0 8-1 0 0,-4 67-78 0 0,1-59-93 0 0,1 1 1 0 0,1-1 0 0 0,5 43 0 0 0,-5-63 118 0 0,0-1 1 0 0,0 1-1 0 0,0-1 1 0 0,0 1-1 0 0,0-1 1 0 0,0 1-1 0 0,0 0 1 0 0,0-1-1 0 0,0 1 1 0 0,1-1-1 0 0,-1 1 1 0 0,0-1-1 0 0,0 1 1 0 0,0-1-1 0 0,1 1 1 0 0,-1-1-1 0 0,0 1 1 0 0,1-1-1 0 0,-1 0 1 0 0,0 1 0 0 0,1-1-1 0 0,-1 1 1 0 0,1-1-1 0 0,-1 0 1 0 0,0 1-1 0 0,1-1 1 0 0,0 1-1 0 0,7-13-68 0 0,3-26 54 0 0,-11 37 21 0 0,6-26-90 0 0,2 0 0 0 0,1 1 0 0 0,12-26 0 0 0,-16 41 140 0 0,0 1-1 0 0,1 0 1 0 0,0 0-1 0 0,1 1 1 0 0,0 0-1 0 0,0 0 1 0 0,1 0-1 0 0,0 1 1 0 0,0 0 0 0 0,12-7-1 0 0,-19 14-20 0 0,0 0-1 0 0,0 0 1 0 0,0 1 0 0 0,1-1-1 0 0,-1 1 1 0 0,0-1 0 0 0,1 1-1 0 0,-1-1 1 0 0,0 1 0 0 0,1 0-1 0 0,-1 0 1 0 0,0-1 0 0 0,1 1-1 0 0,-1 0 1 0 0,0 0 0 0 0,1 1-1 0 0,-1-1 1 0 0,0 0 0 0 0,1 0-1 0 0,-1 1 1 0 0,0-1 0 0 0,1 0 0 0 0,-1 1-1 0 0,0 0 1 0 0,0-1 0 0 0,1 1-1 0 0,-1 0 1 0 0,0-1 0 0 0,0 1-1 0 0,0 0 1 0 0,0 0 0 0 0,0 0-1 0 0,0 0 1 0 0,0 0 0 0 0,0 0-1 0 0,0 0 1 0 0,-1 0 0 0 0,1 1-1 0 0,0-1 1 0 0,-1 0 0 0 0,2 3-1 0 0,3 7-55 0 0,0 1 0 0 0,0 0 0 0 0,4 22 0 0 0,-3-14-116 0 0,53 121-1682 0 0,-59-141 1819 0 0,0 0 1 0 0,0 0 0 0 0,0 0-1 0 0,0 0 1 0 0,0 0 0 0 0,0 0-1 0 0,0-1 1 0 0,0 1-1 0 0,0 0 1 0 0,1 0 0 0 0,-1 0-1 0 0,0 0 1 0 0,0 0 0 0 0,0 0-1 0 0,0 0 1 0 0,0 0-1 0 0,0 0 1 0 0,0 0 0 0 0,0 0-1 0 0,0 0 1 0 0,0 0 0 0 0,0 0-1 0 0,0 0 1 0 0,0 0-1 0 0,1 0 1 0 0,-1 0 0 0 0,0 0-1 0 0,0 0 1 0 0,0 0 0 0 0,0 0-1 0 0,0 0 1 0 0,0 0-1 0 0,0 0 1 0 0,0 0 0 0 0,0 0-1 0 0,0 0 1 0 0,0 0 0 0 0,0 0-1 0 0,1 0 1 0 0,-1 0-1 0 0,0 0 1 0 0,0 0 0 0 0,0 0-1 0 0,0 1 1 0 0,0-1 0 0 0,0 0-1 0 0,0 0 1 0 0,0 0-1 0 0,0 0 1 0 0,0 0 0 0 0,0 0-1 0 0,0 0 1 0 0,0 0 0 0 0,0 0-1 0 0,0 0 1 0 0,0 0-1 0 0,0 0 1 0 0,0 0 0 0 0,0 1-1 0 0,1-9-3135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8.7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45 9674 0 0,'-2'-20'9603'0'0,"0"28"-7366"0"0,-1 1-2090 0 0,1 0 0 0 0,1 0 0 0 0,0 0 0 0 0,0 0 0 0 0,1 0 0 0 0,0 0 0 0 0,0 1 0 0 0,1-1 0 0 0,1 0 0 0 0,-1 0 0 0 0,1-1 0 0 0,1 1 0 0 0,3 9 0 0 0,-4-14-145 0 0,0 0 1 0 0,0-1-1 0 0,0 1 1 0 0,0-1-1 0 0,0 1 1 0 0,1-1-1 0 0,0 0 1 0 0,0 0-1 0 0,-1 0 0 0 0,2-1 1 0 0,-1 1-1 0 0,0-1 1 0 0,0 1-1 0 0,1-1 1 0 0,-1 0-1 0 0,1 0 1 0 0,0-1-1 0 0,0 1 1 0 0,-1-1-1 0 0,1 0 0 0 0,0 0 1 0 0,0 0-1 0 0,0 0 1 0 0,0-1-1 0 0,1 0 1 0 0,-1 0-1 0 0,0 0 1 0 0,0 0-1 0 0,0 0 1 0 0,0-1-1 0 0,6-1 0 0 0,-4 0 15 0 0,-1 1 0 0 0,0-1 0 0 0,0 0 0 0 0,0-1 0 0 0,0 1 0 0 0,0-1 0 0 0,-1 0 0 0 0,1 0 0 0 0,-1 0 0 0 0,0-1-1 0 0,0 1 1 0 0,0-1 0 0 0,0 0 0 0 0,-1 0 0 0 0,1-1 0 0 0,-1 1 0 0 0,0-1 0 0 0,0 0 0 0 0,-1 1 0 0 0,0-1 0 0 0,1 0 0 0 0,-2-1-1 0 0,4-9 1 0 0,-4 11-21 0 0,0-1 0 0 0,-1 1 0 0 0,1 0-1 0 0,-1-1 1 0 0,0 1 0 0 0,0 0 0 0 0,0-1 0 0 0,0 1-1 0 0,-1 0 1 0 0,0-1 0 0 0,0 1 0 0 0,0 0-1 0 0,0 0 1 0 0,-1 0 0 0 0,1-1 0 0 0,-1 2-1 0 0,0-1 1 0 0,-1 0 0 0 0,1 0 0 0 0,0 1-1 0 0,-1-1 1 0 0,0 1 0 0 0,0 0 0 0 0,0 0 0 0 0,0 0-1 0 0,-1 0 1 0 0,1 0 0 0 0,-1 1 0 0 0,0-1-1 0 0,-5-1 1 0 0,6 2-175 0 0,-1 1 1 0 0,1 0-1 0 0,-1 0 0 0 0,1 0 1 0 0,-1 0-1 0 0,0 1 0 0 0,1 0 0 0 0,-1 0 1 0 0,0 0-1 0 0,0 0 0 0 0,1 0 1 0 0,-1 1-1 0 0,0-1 0 0 0,1 1 1 0 0,-1 0-1 0 0,0 0 0 0 0,1 0 0 0 0,-5 3 1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9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88 387 10138 0 0,'3'-2'48'0'0,"36"-20"1460"0"0,-37 21-1315 0 0,-1 0 1 0 0,0 0-1 0 0,1 0 0 0 0,-1 0 1 0 0,0-1-1 0 0,0 1 1 0 0,0 0-1 0 0,0 0 0 0 0,0-1 1 0 0,0 1-1 0 0,0-1 1 0 0,0 1-1 0 0,-1-1 0 0 0,1 0 1 0 0,0 1-1 0 0,-1-1 1 0 0,0 1-1 0 0,1-1 0 0 0,-1 0 1 0 0,0 1-1 0 0,0-1 1 0 0,0 0-1 0 0,0-2 0 0 0,0 3-110 0 0,0 0 0 0 0,0 1 0 0 0,0-1 0 0 0,-1 1-1 0 0,1-1 1 0 0,0 0 0 0 0,0 1 0 0 0,-1-1 0 0 0,1 1-1 0 0,0-1 1 0 0,-1 1 0 0 0,1-1 0 0 0,0 1 0 0 0,-1-1-1 0 0,1 1 1 0 0,-1-1 0 0 0,1 1 0 0 0,-1 0 0 0 0,1-1-1 0 0,-1 1 1 0 0,1 0 0 0 0,-1-1 0 0 0,1 1 0 0 0,-1 0-1 0 0,0 0 1 0 0,1 0 0 0 0,-2-1 0 0 0,-19 3 1058 0 0,-19 15-148 0 0,35-13-893 0 0,-1 0 0 0 0,0 0 0 0 0,1 0 0 0 0,-1 1 0 0 0,1-1 0 0 0,1 1 0 0 0,-1 1-1 0 0,1-1 1 0 0,0 1 0 0 0,0-1 0 0 0,0 1 0 0 0,1 1 0 0 0,-5 11 0 0 0,6-15-111 0 0,1 0 1 0 0,1 0-1 0 0,-1 0 1 0 0,0 0-1 0 0,1 1 1 0 0,0-1-1 0 0,0 0 1 0 0,0 0-1 0 0,0 1 1 0 0,0-1-1 0 0,1 0 1 0 0,-1 0-1 0 0,1 0 1 0 0,0 0-1 0 0,0 0 1 0 0,0 1-1 0 0,0-2 1 0 0,1 1-1 0 0,-1 0 1 0 0,1 0 0 0 0,-1 0-1 0 0,1-1 1 0 0,0 1-1 0 0,0-1 1 0 0,1 1-1 0 0,-1-1 1 0 0,0 0-1 0 0,1 0 1 0 0,-1 0-1 0 0,1 0 1 0 0,0 0-1 0 0,3 1 1 0 0,-3-1-160 0 0,0 0 0 0 0,0-1 0 0 0,1 1 0 0 0,-1-1 0 0 0,0 0 0 0 0,1 0 1 0 0,-1 0-1 0 0,1 0 0 0 0,0-1 0 0 0,-1 0 0 0 0,1 1 0 0 0,-1-1 0 0 0,1 0 1 0 0,0-1-1 0 0,-1 1 0 0 0,1-1 0 0 0,-1 1 0 0 0,1-1 0 0 0,-1 0 0 0 0,1 0 0 0 0,-1-1 1 0 0,0 1-1 0 0,1-1 0 0 0,-1 0 0 0 0,0 1 0 0 0,0-1 0 0 0,0-1 0 0 0,0 1 0 0 0,-1 0 1 0 0,1-1-1 0 0,0 1 0 0 0,-1-1 0 0 0,0 0 0 0 0,4-5 0 0 0,0-1-73 0 0,0 0 0 0 0,-1-1-1 0 0,0 1 1 0 0,0-1 0 0 0,-1 0-1 0 0,0 0 1 0 0,-1-1 0 0 0,0 1-1 0 0,-1-1 1 0 0,2-16 0 0 0,-3-38 2385 0 0,-9-69 1 0 0,3 51 85 0 0,4 64-1732 0 0,2 13-228 0 0,-1 1-1 0 0,0-1 1 0 0,0 0 0 0 0,-1 1 0 0 0,0-1 0 0 0,0 1-1 0 0,-3-8 1 0 0,4 13-238 0 0,0 0-1 0 0,-1 0 1 0 0,1 0 0 0 0,0 0 0 0 0,-1 0-1 0 0,1 0 1 0 0,0 0 0 0 0,0 0-1 0 0,-1 0 1 0 0,1 0 0 0 0,0 0-1 0 0,-1 1 1 0 0,1-1 0 0 0,0 0 0 0 0,0 0-1 0 0,-1 0 1 0 0,1 0 0 0 0,0 1-1 0 0,0-1 1 0 0,0 0 0 0 0,-1 0-1 0 0,1 1 1 0 0,0-1 0 0 0,0 0 0 0 0,0 0-1 0 0,0 1 1 0 0,-1-1 0 0 0,1 0-1 0 0,0 1 1 0 0,0-1 0 0 0,0 0-1 0 0,0 0 1 0 0,0 1 0 0 0,0-1-1 0 0,0 0 1 0 0,0 1 0 0 0,0-1 0 0 0,0 0-1 0 0,0 1 1 0 0,0-1 0 0 0,0 1-1 0 0,-5 15 303 0 0,2 6-70 0 0,0 0 0 0 0,2 0 1 0 0,0 0-1 0 0,2 1 0 0 0,0-1 0 0 0,2 0 0 0 0,0-1 0 0 0,8 29 0 0 0,-3-23-552 0 0,1 0-1 0 0,14 29 1 0 0,-12-34-2085 0 0,2 1 1 0 0,20 28-1 0 0,-15-28-5504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29.5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87 217 10138 0 0,'-31'-3'4739'0'0,"26"3"-4144"0"0,1 0 0 0 0,-1 0 0 0 0,1 0 0 0 0,-1-1 0 0 0,1 0 0 0 0,0 0 0 0 0,-1 0 0 0 0,1 0 0 0 0,0-1 0 0 0,-8-3 0 0 0,15 2-358 0 0,1 0 1 0 0,-1 0 0 0 0,0 0-1 0 0,1 1 1 0 0,0 0-1 0 0,6-4 1 0 0,2 0-176 0 0,-1-1 1 0 0,1 0-1 0 0,-2-1 1 0 0,1 0-1 0 0,17-19 1 0 0,-25 24-63 0 0,0-1 0 0 0,0 1 0 0 0,0-1 0 0 0,-1 1 0 0 0,1-1 0 0 0,-1 0 0 0 0,0 0 0 0 0,0 0 0 0 0,0 0 0 0 0,-1 0 0 0 0,0 0 0 0 0,1-1 1 0 0,-1 1-1 0 0,-1 0 0 0 0,1-1 0 0 0,-1 1 0 0 0,1-1 0 0 0,-1 1 0 0 0,-1-1 0 0 0,1 1 0 0 0,-2-7 0 0 0,2 10 0 0 0,0 0 0 0 0,-1 0 0 0 0,1 0 0 0 0,0 0 0 0 0,0 0 0 0 0,-1 0 0 0 0,1 0 0 0 0,-1 0 0 0 0,1 0 0 0 0,-1 0 0 0 0,1 1 0 0 0,-1-1 0 0 0,1 0 0 0 0,-1 0 0 0 0,0 1 0 0 0,1-1 0 0 0,-1 0 0 0 0,0 1 0 0 0,0-1 0 0 0,0 1 0 0 0,1-1 0 0 0,-1 1 0 0 0,0-1 0 0 0,0 1 0 0 0,0 0 0 0 0,0-1 0 0 0,0 1 0 0 0,0 0 0 0 0,0 0 0 0 0,0-1 0 0 0,0 1 0 0 0,0 0 0 0 0,0 0 0 0 0,0 0 0 0 0,0 0 0 0 0,0 0 0 0 0,0 1 0 0 0,0-1 0 0 0,1 0 0 0 0,-1 0 0 0 0,0 1 0 0 0,0-1 0 0 0,0 0 0 0 0,0 1 0 0 0,0-1 0 0 0,0 1 0 0 0,0-1 0 0 0,1 1 0 0 0,-1 0 0 0 0,-1 0 0 0 0,-3 3 0 0 0,0 0 0 0 0,0 0 0 0 0,1 0 0 0 0,-1 1 0 0 0,1 0 0 0 0,-6 8 0 0 0,5-6 1 0 0,1 0-1 0 0,0 0 1 0 0,1 1-1 0 0,-1 0 1 0 0,1 0-1 0 0,1 0 1 0 0,0 0 0 0 0,0 0-1 0 0,0 0 1 0 0,1 0-1 0 0,0 1 1 0 0,1-1-1 0 0,0 0 1 0 0,1 14 0 0 0,0-17-25 0 0,0 0 0 0 0,1-1 0 0 0,-1 1 0 0 0,1 0 0 0 0,0 0 0 0 0,0-1 1 0 0,0 1-1 0 0,1-1 0 0 0,-1 0 0 0 0,1 1 0 0 0,0-1 0 0 0,1 0 0 0 0,-1-1 0 0 0,1 1 1 0 0,-1-1-1 0 0,1 1 0 0 0,0-1 0 0 0,0 0 0 0 0,1-1 0 0 0,-1 1 0 0 0,1-1 0 0 0,-1 0 1 0 0,1 0-1 0 0,0 0 0 0 0,5 1 0 0 0,0 0-601 0 0,1-1 1 0 0,-1-1 0 0 0,1 0-1 0 0,19 0 1 0 0,-3-3-6556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0.1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25 3225 0 0,'-57'-5'2263'0'0,"37"5"1398"0"0,0 0 1 0 0,-24 4 0 0 0,71-2 820 0 0,9 0-4002 0 0,139-5 377 0 0,191 7 1216 0 0,-340-1-2100 0 0,4 0-138 0 0,0 0 0 0 0,0-2 0 0 0,0-1 0 0 0,0-2 0 0 0,41-7 0 0 0,-68 8-37 0 0,0 1-1 0 0,0-1 1 0 0,-1-1 0 0 0,1 1 0 0 0,0 0 0 0 0,-1-1 0 0 0,1 1 0 0 0,-1-1 0 0 0,0 0-1 0 0,1 1 1 0 0,-1-1 0 0 0,0 0 0 0 0,0-1 0 0 0,0 1 0 0 0,1-3 0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0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15 6881 0 0,'-6'-3'378'0'0,"-1"1"-1"0"0,1-1 0 0 0,-1 1 0 0 0,0 1 0 0 0,-9-2 0 0 0,12 3 496 0 0,0-1 0 0 0,0 1 0 0 0,0 1 0 0 0,0-1-1 0 0,0 0 1 0 0,1 1 0 0 0,-1 0 0 0 0,-12 10 5353 0 0,42 1-5342 0 0,-12-6-738 0 0,0 1 0 0 0,0 1 0 0 0,-1 0 0 0 0,0 0 1 0 0,0 1-1 0 0,-1 1 0 0 0,0 0 0 0 0,19 22 0 0 0,5 11-38 0 0,34 53 0 0 0,-37-49-127 0 0,-27-39 19 0 0,0 1 0 0 0,0 0 0 0 0,-1 1-1 0 0,0-1 1 0 0,7 20 0 0 0,-11-26 1 0 0,0 0-1 0 0,-1 0 1 0 0,1 0-1 0 0,-1 0 1 0 0,0 0 0 0 0,0 0-1 0 0,0 0 1 0 0,0 0 0 0 0,0-1-1 0 0,0 1 1 0 0,-1 0 0 0 0,0 0-1 0 0,1 0 1 0 0,-1 0 0 0 0,0 0-1 0 0,0-1 1 0 0,-1 1-1 0 0,1 0 1 0 0,-1-1 0 0 0,1 1-1 0 0,-1-1 1 0 0,0 0 0 0 0,0 1-1 0 0,0-1 1 0 0,0 0 0 0 0,-3 2-1 0 0,-9 6 53 0 0,-1 0 0 0 0,0-1 1 0 0,-1 0-1 0 0,-28 11 0 0 0,-4 1-2659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0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251 89 1840 0 0,'0'-27'-204'0'0,"0"23"864"0"0,-1 0 1 0 0,1 0 0 0 0,-1 0 0 0 0,0 0 0 0 0,0 0 0 0 0,-1 0 0 0 0,-2-5 0 0 0,3 7-337 0 0,0 1-1 0 0,0-1 0 0 0,0 0 0 0 0,0 1 0 0 0,0-1 1 0 0,-1 1-1 0 0,1 0 0 0 0,-1-1 0 0 0,1 1 0 0 0,-1 0 1 0 0,1 0-1 0 0,-1 0 0 0 0,0 0 0 0 0,1 0 1 0 0,-1 0-1 0 0,0 0 0 0 0,0 1 0 0 0,0-1 0 0 0,0 1 1 0 0,1-1-1 0 0,-1 1 0 0 0,0 0 0 0 0,0 0 1 0 0,0-1-1 0 0,0 1 0 0 0,0 1 0 0 0,0-1 0 0 0,0 0 1 0 0,0 0-1 0 0,0 1 0 0 0,-2 0 0 0 0,-7 2 239 0 0,-1 1-1 0 0,1 1 0 0 0,0 0 0 0 0,0 0 0 0 0,1 1 0 0 0,0 1 0 0 0,0 0 1 0 0,-15 13-1 0 0,17-14-535 0 0,1 1 0 0 0,0 0 0 0 0,0 1 1 0 0,1-1-1 0 0,0 1 0 0 0,0 1 0 0 0,1-1 0 0 0,0 1 0 0 0,0 0 1 0 0,-6 17-1 0 0,11-22-26 0 0,-1-1-1 0 0,1 1 1 0 0,-1-1 0 0 0,1 1-1 0 0,0-1 1 0 0,0 0 0 0 0,1 1-1 0 0,-1-1 1 0 0,1 1 0 0 0,-1-1-1 0 0,1 0 1 0 0,0 1 0 0 0,0-1 0 0 0,1 0-1 0 0,-1 0 1 0 0,1 0 0 0 0,0 0-1 0 0,-1 0 1 0 0,1 0 0 0 0,0 0-1 0 0,1-1 1 0 0,-1 1 0 0 0,0-1 0 0 0,1 1-1 0 0,0-1 1 0 0,-1 0 0 0 0,1 0-1 0 0,0 0 1 0 0,3 1 0 0 0,13 7-17 0 0,-1 0 1 0 0,1-2 0 0 0,36 12 0 0 0,-21-8 7 0 0,-6-2-1 0 0,-5-2-5 0 0,39 20 1 0 0,-57-26 13 0 0,0 1 0 0 0,0 0 0 0 0,0 1 0 0 0,0-1-1 0 0,-1 1 1 0 0,1 0 0 0 0,-1 0 0 0 0,0 0 0 0 0,0 1 0 0 0,-1 0 0 0 0,1-1 0 0 0,4 11 0 0 0,-7-12 2 0 0,0-1 1 0 0,0 0 0 0 0,0 1-1 0 0,0-1 1 0 0,-1 1-1 0 0,0-1 1 0 0,1 1 0 0 0,-1-1-1 0 0,0 1 1 0 0,0-1-1 0 0,0 1 1 0 0,-1-1-1 0 0,1 1 1 0 0,0-1 0 0 0,-1 1-1 0 0,0-1 1 0 0,0 1-1 0 0,0-1 1 0 0,-1 3 0 0 0,0-1 5 0 0,-1 0 0 0 0,0 0 0 0 0,0 0 0 0 0,0 0 1 0 0,-1 0-1 0 0,1-1 0 0 0,-1 0 0 0 0,0 0 1 0 0,-6 4-1 0 0,-2 0 14 0 0,0 0 1 0 0,-1-1-1 0 0,0 0 0 0 0,0-1 1 0 0,-27 7-1 0 0,29-10-247 0 0,1 0 0 0 0,0 0 1 0 0,-1-2-1 0 0,1 1 0 0 0,-1-1 0 0 0,1 0 0 0 0,-1-1 1 0 0,1 0-1 0 0,-12-4 0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1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1 262 5529 0 0,'6'-2'388'0'0,"0"0"-1"0"0,0 0 1 0 0,1 0 0 0 0,-2-1-1 0 0,1 0 1 0 0,0 0-1 0 0,9-6 1 0 0,-1 0 705 0 0,5-1 842 0 0,-1-2 0 0 0,0 0 0 0 0,20-19 0 0 0,-31 24-1516 0 0,0 1 0 0 0,-1-1 1 0 0,1 0-1 0 0,-1-1 0 0 0,-1 0 0 0 0,0 0 1 0 0,0 0-1 0 0,0 0 0 0 0,6-17 0 0 0,-11 23-375 0 0,1 0 0 0 0,-1 0 0 0 0,0-1 0 0 0,1 1-1 0 0,-1 0 1 0 0,0-1 0 0 0,0 1 0 0 0,0 0 0 0 0,-1-1-1 0 0,1 1 1 0 0,0 0 0 0 0,-1-1 0 0 0,0 1 0 0 0,1 0-1 0 0,-1 0 1 0 0,0 0 0 0 0,0 0 0 0 0,0-1 0 0 0,-1 1-1 0 0,1 1 1 0 0,0-1 0 0 0,-1 0 0 0 0,1 0 0 0 0,-1 0-1 0 0,0 1 1 0 0,0-1 0 0 0,1 1 0 0 0,-1-1 0 0 0,0 1-1 0 0,0 0 1 0 0,0 0 0 0 0,0 0 0 0 0,-1 0 0 0 0,1 0-1 0 0,0 0 1 0 0,0 1 0 0 0,-1-1 0 0 0,1 1 0 0 0,0-1 0 0 0,0 1-1 0 0,-1 0 1 0 0,1 0 0 0 0,-1 0 0 0 0,1 0 0 0 0,0 0-1 0 0,0 1 1 0 0,-1-1 0 0 0,1 1 0 0 0,0 0 0 0 0,-1-1-1 0 0,1 1 1 0 0,0 0 0 0 0,0 0 0 0 0,0 0 0 0 0,0 1-1 0 0,0-1 1 0 0,0 0 0 0 0,-2 3 0 0 0,-3 2-60 0 0,0 1 0 0 0,0 0 1 0 0,1 0-1 0 0,0 1 0 0 0,0 0 0 0 0,0 0 1 0 0,1 0-1 0 0,1 1 0 0 0,-1-1 0 0 0,1 1 1 0 0,1 0-1 0 0,0 0 0 0 0,0 1 0 0 0,1-1 1 0 0,0 1-1 0 0,-1 13 0 0 0,3-18 17 0 0,0 0 0 0 0,0 0 0 0 0,0 0 0 0 0,0 0-1 0 0,1 0 1 0 0,0 0 0 0 0,0 0 0 0 0,1 0 0 0 0,-1 0 0 0 0,1-1 0 0 0,0 1 0 0 0,0 0 0 0 0,1-1-1 0 0,-1 0 1 0 0,1 1 0 0 0,0-1 0 0 0,0 0 0 0 0,0 0 0 0 0,1-1 0 0 0,0 1 0 0 0,-1-1-1 0 0,1 0 1 0 0,0 0 0 0 0,1 0 0 0 0,-1 0 0 0 0,0-1 0 0 0,1 1 0 0 0,-1-1 0 0 0,1 0-1 0 0,0-1 1 0 0,0 1 0 0 0,7 1 0 0 0,7-1-324 0 0,-1 0-1 0 0,1 0 1 0 0,-1-2 0 0 0,1 0-1 0 0,-1-2 1 0 0,1 0-1 0 0,-1-1 1 0 0,0 0 0 0 0,18-7-1 0 0,-7 2-7208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1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0 103 3209 0 0,'7'-27'19500'0'0,"3"36"-20190"0"0,-4-4 970 0 0,16 15 409 0 0,32 36 0 0 0,-49-50-689 0 0,0 0 1 0 0,-1 0 0 0 0,0 1-1 0 0,0 0 1 0 0,0 0-1 0 0,-1 0 1 0 0,0 0-1 0 0,0 0 1 0 0,0 0 0 0 0,-1 1-1 0 0,1 11 1 0 0,-2-19 0 0 0,-1 1 0 0 0,0-1 0 0 0,0 1 0 0 0,0-1 0 0 0,0 1 0 0 0,0 0 0 0 0,0-1 0 0 0,0 1 0 0 0,0-1 0 0 0,0 1 0 0 0,0-1 0 0 0,0 1 0 0 0,0 0 0 0 0,0-1 0 0 0,0 1 0 0 0,0-1 0 0 0,-1 1 0 0 0,1-1 0 0 0,0 1 0 0 0,0-1 0 0 0,-1 1 0 0 0,1-1 0 0 0,0 1 0 0 0,-1-1 0 0 0,1 1 0 0 0,0-1 0 0 0,-1 0 0 0 0,1 1 1 0 0,-1-1-1 0 0,1 1 0 0 0,-1-1 0 0 0,0 0 16 0 0,0 0-1 0 0,-1 0 1 0 0,1 0 0 0 0,0 0 0 0 0,0 0 0 0 0,0-1 0 0 0,0 1 0 0 0,0 0 0 0 0,0-1-1 0 0,0 1 1 0 0,0-1 0 0 0,0 1 0 0 0,0-1 0 0 0,-1-1 0 0 0,-29-27 338 0 0,27 22-343 0 0,0 1 0 0 0,1-1 0 0 0,-1 1 0 0 0,1-1-1 0 0,1 0 1 0 0,0 0 0 0 0,0-1 0 0 0,0 1 0 0 0,1 0 0 0 0,-1-1 0 0 0,2 1-1 0 0,-1 0 1 0 0,2-12 0 0 0,0 10-398 0 0,0-1-1 0 0,1 1 1 0 0,5-18-1 0 0,18-27-5997 0 0,-12 32-743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1.8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13363 0 0,'-2'3'760'0'0,"0"0"1"0"0,1 0-1 0 0,-1 1 1 0 0,1-1-1 0 0,-1 0 1 0 0,1 1-1 0 0,0-1 1 0 0,-1 7 0 0 0,1-5-293 0 0,-4 15 491 0 0,0-1 0 0 0,-2 36-1 0 0,6-45-1475 0 0,1 0-1 0 0,0 0 1 0 0,1 0-1 0 0,2 12 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2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13827 0 0,'0'0'1344'0'0,"1"0"-1192"0"0,-1 2-152 0 0,2-1 0 0 0,-2 0 0 0 0,1 2 160 0 0,0 1 8 0 0,4 4 0 0 0,-3 3 0 0 0,4 3-744 0 0,-2 1-144 0 0,3 4-32 0 0,1-1-8 0 0,4 0 584 0 0,0-3 176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2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1 226 8034 0 0,'35'-21'2238'0'0,"-11"9"-58"0"0,-19 8-1937 0 0,0 1-1 0 0,0-1 1 0 0,0-1 0 0 0,0 1 0 0 0,-1-1-1 0 0,1 1 1 0 0,-1-1 0 0 0,-1 0-1 0 0,1-1 1 0 0,-1 1 0 0 0,1-1 0 0 0,-1 1-1 0 0,-1-1 1 0 0,1 0 0 0 0,-1 0-1 0 0,0 0 1 0 0,-1-1 0 0 0,0 1 0 0 0,0 0-1 0 0,0-1 1 0 0,0 1 0 0 0,-1 0 0 0 0,0-1-1 0 0,0 1 1 0 0,-1-1 0 0 0,0 1-1 0 0,0 0 1 0 0,-1-1 0 0 0,-4-11 0 0 0,6 18-186 0 0,0-1 1 0 0,0 0-1 0 0,0 1 0 0 0,-1-1 1 0 0,1 0-1 0 0,0 1 1 0 0,-1-1-1 0 0,1 1 1 0 0,0-1-1 0 0,-1 0 1 0 0,1 1-1 0 0,-1-1 1 0 0,1 1-1 0 0,-1-1 1 0 0,1 1-1 0 0,-1-1 1 0 0,1 1-1 0 0,-1 0 1 0 0,0-1-1 0 0,1 1 1 0 0,-1 0-1 0 0,0-1 0 0 0,1 1 1 0 0,-1 0-1 0 0,0 0 1 0 0,1 0-1 0 0,-1-1 1 0 0,0 1-1 0 0,1 0 1 0 0,-1 0-1 0 0,0 0 1 0 0,0 0-1 0 0,-1 1 10 0 0,0 0-1 0 0,1 0 0 0 0,-1-1 1 0 0,1 1-1 0 0,-1 0 1 0 0,1 1-1 0 0,0-1 0 0 0,-1 0 1 0 0,1 0-1 0 0,0 0 0 0 0,0 1 1 0 0,-2 2-1 0 0,-3 5 44 0 0,0 0-1 0 0,1 1 1 0 0,-5 11 0 0 0,7-12-98 0 0,-1 0 0 0 0,1 0 0 0 0,1 0 0 0 0,0 0 0 0 0,0 0 0 0 0,1 1 0 0 0,-1 16 0 0 0,2-23-12 0 0,1 0-1 0 0,-1 0 0 0 0,0 1 1 0 0,1-1-1 0 0,0 0 1 0 0,0 0-1 0 0,0 0 0 0 0,0 0 1 0 0,0 0-1 0 0,1 0 0 0 0,0 0 1 0 0,-1 0-1 0 0,1 0 0 0 0,0-1 1 0 0,0 1-1 0 0,0-1 0 0 0,1 1 1 0 0,-1-1-1 0 0,0 0 0 0 0,1 0 1 0 0,0 0-1 0 0,-1 0 1 0 0,1-1-1 0 0,0 1 0 0 0,6 2 1 0 0,7 1-367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3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28 4609 0 0,'-11'-27'10180'0'0,"11"27"-10044"0"0,-1-1 1 0 0,0 1 0 0 0,0 1 0 0 0,1-1 0 0 0,-1 0 0 0 0,0 0 0 0 0,1 0-1 0 0,-1 0 1 0 0,0 0 0 0 0,1 1 0 0 0,-1-1 0 0 0,1 0 0 0 0,-1 0 0 0 0,0 1-1 0 0,1-1 1 0 0,-1 1 0 0 0,1-1 0 0 0,-1 0 0 0 0,1 1 0 0 0,-1-1 0 0 0,1 1-1 0 0,-1-1 1 0 0,0 2 0 0 0,0-1 32 0 0,-13 10 354 0 0,1 0 0 0 0,1 1 1 0 0,0 1-1 0 0,1 0 1 0 0,0 0-1 0 0,1 1 0 0 0,-12 20 1 0 0,22-32-516 0 0,-1 0 0 0 0,1 0 0 0 0,-1 0-1 0 0,1 1 1 0 0,-1-1 0 0 0,1 0 0 0 0,0 0 0 0 0,0 0 0 0 0,0 0 0 0 0,0 1 0 0 0,1-1 0 0 0,-1 0 0 0 0,1 0 0 0 0,-1 0 0 0 0,1 0-1 0 0,-1 0 1 0 0,1 0 0 0 0,0 0 0 0 0,0 0 0 0 0,0 0 0 0 0,1 0 0 0 0,-1 0 0 0 0,0 0 0 0 0,1-1 0 0 0,-1 1 0 0 0,1-1 0 0 0,-1 1-1 0 0,1-1 1 0 0,2 3 0 0 0,7 3 56 0 0,1 1 0 0 0,0-1 0 0 0,22 9 0 0 0,-10-4-29 0 0,-6-3-35 0 0,-11-6 0 0 0,0 0 0 0 0,-1 0 0 0 0,1 0 0 0 0,-1 1 0 0 0,0 0 0 0 0,0 1 0 0 0,0-1 0 0 0,-1 1 0 0 0,1 0 0 0 0,-1 0 0 0 0,7 10 0 0 0,-12-13 2 0 0,1-1 0 0 0,-1 1-1 0 0,0 0 1 0 0,1 0 0 0 0,-1-1 0 0 0,0 1 0 0 0,0 0 0 0 0,0 0 0 0 0,-1-1-1 0 0,1 1 1 0 0,0 0 0 0 0,-1-1 0 0 0,1 1 0 0 0,-1 0 0 0 0,1-1 0 0 0,-1 1-1 0 0,0 0 1 0 0,0-1 0 0 0,1 1 0 0 0,-1-1 0 0 0,0 0 0 0 0,0 1 0 0 0,-1-1-1 0 0,1 0 1 0 0,0 1 0 0 0,0-1 0 0 0,-1 0 0 0 0,1 0 0 0 0,-1 0 0 0 0,1 0-1 0 0,-4 1 1 0 0,-3 3 14 0 0,0 0 0 0 0,-1-1 0 0 0,0 0 0 0 0,-12 4 0 0 0,0-3-447 0 0,-1-1 1 0 0,1 0-1 0 0,-29 0 1 0 0,18-3-7229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4.9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1 121 10138 0 0,'67'-4'8571'0'0,"57"-12"-6019"0"0,24-3-1551 0 0,25 4-287 0 0,413-46-317 0 0,-572 59-461 0 0,-8 1-333 0 0,0 0 1 0 0,-1 0 0 0 0,1 1 0 0 0,0 0-1 0 0,6 0 1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5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1 195 4609 0 0,'13'-3'13815'0'0,"-13"4"-13564"0"0,5 5 1996 0 0,4-1-3278 0 0,-6-3 1136 0 0,-1-1-1 0 0,0 0 1 0 0,1 0 0 0 0,-1 0-1 0 0,1 0 1 0 0,-1-1 0 0 0,1 1-1 0 0,0-1 1 0 0,-1 1 0 0 0,1-1-1 0 0,0 0 1 0 0,-1 0-1 0 0,1 0 1 0 0,0 0 0 0 0,-1-1-1 0 0,1 1 1 0 0,-1-1 0 0 0,1 1-1 0 0,0-1 1 0 0,-1 0 0 0 0,1 0-1 0 0,-1 0 1 0 0,0 0 0 0 0,4-3-1 0 0,0-2-75 0 0,-1 1 0 0 0,0-1-1 0 0,0 0 1 0 0,-1 0 0 0 0,0 0 0 0 0,0-1-1 0 0,3-7 1 0 0,-5 9-16 0 0,0 0 0 0 0,1 0 0 0 0,-1 0 0 0 0,1 1 0 0 0,0-1 0 0 0,1 1 0 0 0,-1-1 1 0 0,1 1-1 0 0,0 0 0 0 0,0 0 0 0 0,0 1 0 0 0,0-1 0 0 0,0 1 0 0 0,1 0 0 0 0,8-4 0 0 0,-12 7-3 0 0,1 0 0 0 0,0 0 0 0 0,-1 0-1 0 0,1 0 1 0 0,0 0 0 0 0,-1 0 0 0 0,1 0 0 0 0,-1 1 0 0 0,1-1-1 0 0,0 1 1 0 0,-1-1 0 0 0,1 1 0 0 0,-1-1 0 0 0,1 1-1 0 0,-1 0 1 0 0,0 0 0 0 0,1 0 0 0 0,-1 0 0 0 0,0 0-1 0 0,1 0 1 0 0,-1 0 0 0 0,0 0 0 0 0,0 1 0 0 0,0-1-1 0 0,0 0 1 0 0,0 1 0 0 0,0-1 0 0 0,-1 0 0 0 0,2 3-1 0 0,4 8 31 0 0,0 1-1 0 0,7 21 0 0 0,-5-15 19 0 0,1 3-21 0 0,-3-6 2 0 0,1-1 0 0 0,0 1 0 0 0,1-1 0 0 0,1-1-1 0 0,0 0 1 0 0,16 19 0 0 0,-24-33-39 0 0,-1 1 0 0 0,1-1 0 0 0,-1 0 0 0 0,1 1 0 0 0,0-1 0 0 0,-1 0 0 0 0,1 1 0 0 0,0-1 0 0 0,-1 0 0 0 0,1 0 0 0 0,0 0 0 0 0,0 0-1 0 0,-1 0 1 0 0,1 0 0 0 0,0 0 0 0 0,-1 0 0 0 0,1 0 0 0 0,0 0 0 0 0,0 0 0 0 0,-1 0 0 0 0,1 0 0 0 0,0-1 0 0 0,-1 1 0 0 0,1 0 0 0 0,0 0 0 0 0,-1-1 0 0 0,1 1 0 0 0,-1 0 0 0 0,1-1 0 0 0,0 1 0 0 0,-1-1 0 0 0,1 1 0 0 0,-1-1-1 0 0,1 1 1 0 0,-1-1 0 0 0,1 0 0 0 0,-1 1 0 0 0,0-1 0 0 0,1 1 0 0 0,-1-1 0 0 0,0 0 0 0 0,1 0 0 0 0,19-37 25 0 0,-16 30 5 0 0,21-45 4 0 0,29-54 92 0 0,-47 95-116 0 0,1 0 1 0 0,1 0 0 0 0,-1 1 0 0 0,2 0 0 0 0,0 0-1 0 0,11-9 1 0 0,-19 19-6 0 0,-1 0 1 0 0,0-1-1 0 0,1 1 1 0 0,-1 0-1 0 0,1-1 0 0 0,0 1 1 0 0,-1 0-1 0 0,1 0 0 0 0,0 0 1 0 0,0 1-1 0 0,0-1 0 0 0,-1 0 1 0 0,1 1-1 0 0,0-1 0 0 0,0 1 1 0 0,0 0-1 0 0,0-1 1 0 0,0 1-1 0 0,0 0 0 0 0,0 0 1 0 0,0 0-1 0 0,0 1 0 0 0,0-1 1 0 0,0 0-1 0 0,0 1 0 0 0,0-1 1 0 0,0 1-1 0 0,0 0 0 0 0,-1 0 1 0 0,1 0-1 0 0,0-1 0 0 0,0 2 1 0 0,-1-1-1 0 0,1 0 1 0 0,1 2-1 0 0,4 4 42 0 0,-1 1 1 0 0,0 0-1 0 0,0 1 0 0 0,-1-1 0 0 0,0 1 1 0 0,3 10-1 0 0,20 29 69 0 0,25 8-100 0 0,-49-52-34 0 0,1 0 1 0 0,0 0 0 0 0,0 0-1 0 0,0-1 1 0 0,1 0 0 0 0,-1 0 0 0 0,1-1-1 0 0,-1 1 1 0 0,1-1 0 0 0,8 2 0 0 0,-13-4 6 0 0,-1-1 1 0 0,1 1-1 0 0,0 0 1 0 0,-1-1 0 0 0,1 1-1 0 0,-1-1 1 0 0,1 1 0 0 0,0-1-1 0 0,-1 1 1 0 0,1-1 0 0 0,-1 1-1 0 0,1-1 1 0 0,-1 1 0 0 0,0-1-1 0 0,1 0 1 0 0,-1 1 0 0 0,0-1-1 0 0,1 0 1 0 0,-1 1-1 0 0,0-1 1 0 0,0 0 0 0 0,1 1-1 0 0,-1-1 1 0 0,0 0 0 0 0,0-1-1 0 0,7-28-84 0 0,-5 17 74 0 0,5-11-29 0 0,20-43 0 0 0,-25 61 42 0 0,1 0 1 0 0,0 1-1 0 0,0-1 0 0 0,1 1 1 0 0,-1 0-1 0 0,1 0 0 0 0,0 0 1 0 0,1 0-1 0 0,-1 1 0 0 0,1 0 0 0 0,0-1 1 0 0,11-5-1 0 0,-15 9 9 0 0,1 1 0 0 0,0-1-1 0 0,0 1 1 0 0,0-1 0 0 0,0 1 0 0 0,0 0 0 0 0,-1 0-1 0 0,1 0 1 0 0,0 0 0 0 0,0 0 0 0 0,0 0 0 0 0,0 1-1 0 0,0-1 1 0 0,0 1 0 0 0,0-1 0 0 0,-1 1 0 0 0,1 0-1 0 0,0 0 1 0 0,0-1 0 0 0,-1 1 0 0 0,1 0 0 0 0,-1 1-1 0 0,1-1 1 0 0,-1 0 0 0 0,3 3 0 0 0,5 5 7 0 0,-1 0 1 0 0,0 0-1 0 0,8 12 1 0 0,4 6 0 0 0,35 21-1984 0 0,-40-35-24 0 0,0 0 1 0 0,19 21 0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6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27 2673 0 0,'-50'10'1925'0'0,"14"-4"4414"0"0,71-8-410 0 0,-1 0-5009 0 0,72-8 1454 0 0,131 3 1 0 0,109 22-1110 0 0,-300-12-1116 0 0,521 6 259 0 0,-165-44-408 0 0,-338 29 0 0 0,10-1-208 0 0,-80 7-2168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6.6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89 3681 0 0,'-18'9'-31'0'0,"-9"5"1864"0"0,1 0 1 0 0,-31 31 3598 0 0,57-45-5376 0 0,19 0 1509 0 0,23-6-236 0 0,284-43 4462 0 0,169 18-4695 0 0,-363 33-1009 0 0,86-3-15 0 0,-182-1-70 0 0,-1-2 1 0 0,0-1-1 0 0,0-2 0 0 0,35-12 1 0 0,-66 17-2 0 0,1 1 0 0 0,-1-2 0 0 0,1 1 0 0 0,-1-1 0 0 0,0 1 0 0 0,6-6 1 0 0,-9 8-44 0 0,-1-1 1 0 0,1 1 0 0 0,-1-1 0 0 0,1 1 0 0 0,-1-1 0 0 0,1 0-1 0 0,-1 1 1 0 0,1-1 0 0 0,-1 0 0 0 0,0 1 0 0 0,1-1 0 0 0,-1 0 0 0 0,0 1-1 0 0,0-1 1 0 0,1 0 0 0 0,-1 1 0 0 0,0-1 0 0 0,0 0 0 0 0,0 0-1 0 0,0 0 1 0 0,0 0-74 0 0,-1 0 0 0 0,1 0 1 0 0,-1 1-1 0 0,1-1 0 0 0,-1 0 0 0 0,1 0 0 0 0,-1 1 0 0 0,1-1 0 0 0,-1 1 0 0 0,0-1 0 0 0,1 0 0 0 0,-1 1 1 0 0,0 0-1 0 0,0-1 0 0 0,1 1 0 0 0,-1-1 0 0 0,0 1 0 0 0,0 0 0 0 0,0-1 0 0 0,0 1 0 0 0,1 0 0 0 0,-2 0 0 0 0,-5-2-1562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7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1 170 5985 0 0,'0'0'246'0'0,"0"-1"0"0"0,-1 0 0 0 0,1 0 0 0 0,0 0 0 0 0,0 0 0 0 0,0 0 0 0 0,0 0 0 0 0,0 0 0 0 0,0 0 0 0 0,0 0 0 0 0,1 0 0 0 0,-1 0 0 0 0,0 1 0 0 0,0-1 0 0 0,1 0 0 0 0,-1 0 0 0 0,0 0 0 0 0,1 0 0 0 0,-1 1 0 0 0,1-1 0 0 0,-1 0 0 0 0,1 0 0 0 0,0 1 0 0 0,0-2 0 0 0,16-18 3113 0 0,26-9-856 0 0,-36 25-2150 0 0,0 0 0 0 0,0-1 0 0 0,0 0 0 0 0,0 0 0 0 0,-1-1 0 0 0,0 1-1 0 0,7-9 1 0 0,-13 13-325 0 0,1 0-1 0 0,-1 1 0 0 0,0-1 0 0 0,1 1 0 0 0,-1-1 0 0 0,1 1 1 0 0,-1-1-1 0 0,1 1 0 0 0,-1 0 0 0 0,1-1 0 0 0,-1 1 0 0 0,1-1 1 0 0,-1 1-1 0 0,1 0 0 0 0,-1-1 0 0 0,1 1 0 0 0,0 0 0 0 0,-1 0 1 0 0,1 0-1 0 0,0-1 0 0 0,-1 1 0 0 0,1 0 0 0 0,0 0 0 0 0,-1 0 1 0 0,1 0-1 0 0,0 0 0 0 0,-1 0 0 0 0,1 0 0 0 0,-1 1 0 0 0,1-1 1 0 0,0 0-1 0 0,-1 0 0 0 0,1 0 0 0 0,0 1 0 0 0,-1-1 0 0 0,1 0 1 0 0,-1 0-1 0 0,1 1 0 0 0,-1-1 0 0 0,1 1 0 0 0,0-1 0 0 0,-1 0 1 0 0,0 1-1 0 0,1-1 0 0 0,-1 1 0 0 0,1-1 0 0 0,-1 1 0 0 0,0 0 1 0 0,1-1-1 0 0,-1 1 0 0 0,0-1 0 0 0,1 1 0 0 0,-1 0 0 0 0,0-1 1 0 0,0 1-1 0 0,0 0 0 0 0,19 49 133 0 0,-14-35-78 0 0,15 32 24 0 0,-4-10-84 0 0,19 64 0 0 0,-14-134 117 0 0,18-64-234 0 0,-30 69 110 0 0,1 2 0 0 0,1 0 0 0 0,2 0 0 0 0,21-32 0 0 0,-34 57-7 0 0,0 0 1 0 0,1 1 0 0 0,-1-1 0 0 0,1 0 0 0 0,-1 1 0 0 0,1-1 0 0 0,-1 1 0 0 0,1-1 0 0 0,0 1 0 0 0,-1-1 0 0 0,1 1 0 0 0,0-1 0 0 0,-1 1 0 0 0,1 0 0 0 0,0-1 0 0 0,-1 1-1 0 0,1 0 1 0 0,0 0 0 0 0,0-1 0 0 0,-1 1 0 0 0,1 0 0 0 0,0 0 0 0 0,0 0 0 0 0,0 0 0 0 0,-1 0 0 0 0,1 0 0 0 0,0 0 0 0 0,0 0 0 0 0,0 0 0 0 0,0 1 0 0 0,1 0 11 0 0,0 0 0 0 0,0 0 0 0 0,0 0 0 0 0,0 1 0 0 0,0-1 1 0 0,0 1-1 0 0,-1-1 0 0 0,1 1 0 0 0,0 0 0 0 0,1 3 0 0 0,6 8 56 0 0,-1 0-1 0 0,9 22 0 0 0,-14-28-71 0 0,6 10 19 0 0,1 7-12 0 0,2-1 1 0 0,26 38-1 0 0,-35-56-11 0 0,1 0-1 0 0,-1-1 1 0 0,1 1 0 0 0,0-1 0 0 0,1 0 0 0 0,-1 0-1 0 0,1 0 1 0 0,-1-1 0 0 0,1 0 0 0 0,0 1-1 0 0,1-2 1 0 0,-1 1 0 0 0,0-1 0 0 0,1 0 0 0 0,0 0-1 0 0,-1 0 1 0 0,12 1 0 0 0,-14-3-12 0 0,1-1 0 0 0,-1 1 1 0 0,0-1-1 0 0,0 0 0 0 0,0 0 0 0 0,0 0 0 0 0,0-1 1 0 0,0 1-1 0 0,0-1 0 0 0,-1 0 0 0 0,1 1 0 0 0,0-1 1 0 0,-1-1-1 0 0,1 1 0 0 0,-1 0 0 0 0,0 0 0 0 0,0-1 1 0 0,0 1-1 0 0,3-6 0 0 0,6-8-152 0 0,16-33 0 0 0,-26 46 152 0 0,15-30-65 0 0,-12 22 81 0 0,0 0 0 0 0,2 0-1 0 0,-1 1 1 0 0,1 0-1 0 0,0 0 1 0 0,1 1 0 0 0,0-1-1 0 0,14-12 1 0 0,-20 21 5 0 0,0 1-1 0 0,0-1 1 0 0,0 1 0 0 0,0-1-1 0 0,0 1 1 0 0,0-1 0 0 0,0 1-1 0 0,0 0 1 0 0,0-1-1 0 0,1 1 1 0 0,-1 0 0 0 0,0 0-1 0 0,0 0 1 0 0,0 0 0 0 0,0 0-1 0 0,0 0 1 0 0,0 0 0 0 0,1 0-1 0 0,-1 1 1 0 0,0-1 0 0 0,0 0-1 0 0,0 1 1 0 0,0-1 0 0 0,0 1-1 0 0,0-1 1 0 0,0 1 0 0 0,0-1-1 0 0,1 2 1 0 0,31 27-204 0 0,-13-9-652 0 0,-7-11 199 0 0,20 16-5403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7.5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 4233 0 0,'0'-1'446'0'0,"-1"-1"1"0"0,1 1 0 0 0,0 0-1 0 0,0-1 1 0 0,0 1-1 0 0,0 0 1 0 0,0-1 0 0 0,0 1-1 0 0,1 0 1 0 0,-1 0-1 0 0,0-1 1 0 0,1 1 0 0 0,-1 0-1 0 0,1 0 1 0 0,-1-1-1 0 0,8-7 3574 0 0,-7 8-3574 0 0,0 1 1 0 0,0-1 0 0 0,2-1-1 0 0,0 2 109 0 0,0-1 0 0 0,1 1 0 0 0,-1 0 0 0 0,1 0 1 0 0,-1 0-1 0 0,0 0 0 0 0,1 1 0 0 0,5 1 0 0 0,14 1-824 0 0,420 17 1715 0 0,-200-11-918 0 0,374-21-539 0 0,-612 11-295 0 0,12 0 283 0 0,0-1 1 0 0,27-6-1 0 0,-13-4-7703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1 163 2304 0 0,'0'-7'126'0'0,"0"0"-1"0"0,0 1 1 0 0,1-1 0 0 0,0 0-1 0 0,0 1 1 0 0,0-1-1 0 0,1 1 1 0 0,0-1-1 0 0,0 1 1 0 0,6-10-1 0 0,-5 9 225 0 0,0 0-1 0 0,0-1 1 0 0,-1 1 0 0 0,0-1 0 0 0,0 1-1 0 0,-1-1 1 0 0,1-8 0 0 0,-2 15-217 0 0,0 1 0 0 0,0 0 0 0 0,0-1 0 0 0,1 1 0 0 0,-1 0 1 0 0,0-1-1 0 0,0 1 0 0 0,0 0 0 0 0,0-1 0 0 0,0 1 0 0 0,-4-7 3063 0 0,4 6-3063 0 0,-1 1 0 0 0,1 0 0 0 0,0 0 0 0 0,-1 0 0 0 0,1 0 0 0 0,0 0 1 0 0,-1-1-1 0 0,1 1 0 0 0,0 0 0 0 0,-1 0 0 0 0,1 0 0 0 0,0 0 0 0 0,-1 0 1 0 0,1 0-1 0 0,-1 0 0 0 0,1 0 0 0 0,0 0 0 0 0,-1 1 0 0 0,0-1 221 0 0,0 1 1 0 0,0 0-1 0 0,0-1 0 0 0,0 1 0 0 0,0 0 0 0 0,0 0 0 0 0,0 0 0 0 0,1 0 1 0 0,-1 0-1 0 0,0 0 0 0 0,1 0 0 0 0,-1 0 0 0 0,0 0 0 0 0,1 0 1 0 0,-1 2-1 0 0,-1 4 73 0 0,1 1 1 0 0,-1 0 0 0 0,2 0-1 0 0,-1-1 1 0 0,1 1 0 0 0,0 0-1 0 0,2 11 1 0 0,14 57 18 0 0,-8-38-128 0 0,37 258 443 0 0,-5-24-731 0 0,-33-241 116 0 0,1 1 1 0 0,2-1 0 0 0,0 0-1 0 0,3-1 1 0 0,18 34 0 0 0,-28-55-271 0 0,5 5 336 0 0,-8-14-280 0 0,0 0 0 0 0,0 1-1 0 0,1-1 1 0 0,-1 0 0 0 0,0 0 0 0 0,1 0-1 0 0,-1 0 1 0 0,0 0 0 0 0,1 0-1 0 0,-1 0 1 0 0,0 0 0 0 0,0 1 0 0 0,1-1-1 0 0,-1 0 1 0 0,0 0 0 0 0,1 0-1 0 0,-1 0 1 0 0,0-1 0 0 0,1 1-1 0 0,-1 0 1 0 0,0 0 0 0 0,1 0 0 0 0,-1 0-1 0 0,0 0 1 0 0,0 0 0 0 0,1 0-1 0 0,-1-1 1 0 0,0 1 0 0 0,0 0 0 0 0,1 0-1 0 0,-1 0 1 0 0,0 0 0 0 0,0-1-1 0 0,1 1 1 0 0,-1 0 0 0 0,0 0-1 0 0,0-1 1 0 0,0 1 0 0 0,0 0 0 0 0,1-1-1 0 0,-1 1 1 0 0,0 0 0 0 0,0 0-1 0 0,0-1 1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8.5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26 220 4145 0 0,'-1'0'326'0'0,"0"-1"-1"0"0,-1 1 1 0 0,1 0 0 0 0,0-1 0 0 0,0 1 0 0 0,-1-1-1 0 0,1 1 1 0 0,0-1 0 0 0,0 0 0 0 0,0 0 0 0 0,0 1-1 0 0,0-1 1 0 0,0 0 0 0 0,0 0 0 0 0,0 0 0 0 0,0 0-1 0 0,0 0 1 0 0,0 0 0 0 0,1-1 0 0 0,-1 1 0 0 0,0 0-1 0 0,1 0 1 0 0,-1 0 0 0 0,1-1 0 0 0,0 1-1 0 0,-1-2 1 0 0,1 2-225 0 0,1 0 0 0 0,-1 0 0 0 0,0 0 0 0 0,1 0 0 0 0,-1 0 0 0 0,1 0 0 0 0,0 0-1 0 0,-1 0 1 0 0,1 0 0 0 0,0 0 0 0 0,0 1 0 0 0,-1-1 0 0 0,1 0 0 0 0,0 0 0 0 0,0 1 0 0 0,0-1 0 0 0,0 1-1 0 0,0-1 1 0 0,0 0 0 0 0,0 1 0 0 0,0 0 0 0 0,0-1 0 0 0,0 1 0 0 0,0 0 0 0 0,0-1 0 0 0,0 1 0 0 0,1 0 0 0 0,-1 0-1 0 0,0 0 1 0 0,0 0 0 0 0,2 0 0 0 0,111-3 2891 0 0,11-1-1043 0 0,4-12-1199 0 0,160-15-153 0 0,-210 22-788 0 0,-1-3 0 0 0,-1-3-1 0 0,-1-4 1 0 0,87-33 0 0 0,-152 48-510 0 0,-6 2 96 0 0,-1 0-1 0 0,1 1 1 0 0,0-1-1 0 0,-1 1 1 0 0,1 0 0 0 0,0 0-1 0 0,0 1 1 0 0,5-1 0 0 0,-3 2-1241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9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40 920 0 0,'-4'0'938'0'0,"1"-1"0"0"0,0 0 0 0 0,0 1 0 0 0,-1-2 0 0 0,1 1 0 0 0,0 0 0 0 0,-5-4-1 0 0,-20-6 5826 0 0,26 11-6430 0 0,1 0 0 0 0,-1 0 0 0 0,0 0 0 0 0,1 0 1 0 0,-1 1-1 0 0,0-1 0 0 0,0 0 0 0 0,1 1 0 0 0,-1-1 0 0 0,0 1 0 0 0,1 0 0 0 0,-1-1 0 0 0,1 1 1 0 0,-1 0-1 0 0,1 0 0 0 0,-1 0 0 0 0,1 0 0 0 0,0 0 0 0 0,-1 1 0 0 0,1-1 0 0 0,0 0 1 0 0,-2 3-1 0 0,1-1-185 0 0,-1 1 0 0 0,1 0 0 0 0,0 0 1 0 0,0 0-1 0 0,1 0 0 0 0,-1 0 0 0 0,1 0 0 0 0,0 0 1 0 0,-2 7-1 0 0,3-7-229 0 0,-1-1 1 0 0,1 1 0 0 0,0-1 0 0 0,0 1-1 0 0,0-1 1 0 0,1 1 0 0 0,-1 0-1 0 0,1-1 1 0 0,0 1 0 0 0,0-1-1 0 0,2 6 1 0 0,-2-8 93 0 0,-1 1 0 0 0,1-1 0 0 0,0 1 0 0 0,0-1 0 0 0,0 0 0 0 0,0 1 0 0 0,1-1 0 0 0,-1 0 0 0 0,0 0 0 0 0,0 0 0 0 0,1 0 0 0 0,-1 0 0 0 0,0 0 0 0 0,1 0 0 0 0,-1-1 0 0 0,1 1 0 0 0,0 0 0 0 0,-1-1 0 0 0,1 1 0 0 0,-1-1-1 0 0,1 0 1 0 0,0 1 0 0 0,-1-1 0 0 0,4 0 0 0 0,-3 0-16 0 0,-1 0 0 0 0,0 0 0 0 0,1 0-1 0 0,-1 0 1 0 0,0 0 0 0 0,1 0 0 0 0,-1-1 0 0 0,0 1-1 0 0,0 0 1 0 0,1-1 0 0 0,-1 1 0 0 0,0-1-1 0 0,0 1 1 0 0,0-1 0 0 0,0 0 0 0 0,0 0 0 0 0,1 1-1 0 0,-1-1 1 0 0,0 0 0 0 0,-1 0 0 0 0,1 0-1 0 0,0 0 1 0 0,1-2 0 0 0,-1 1-8 0 0,0 0-1 0 0,-1 0 1 0 0,1 0-1 0 0,0 0 1 0 0,-1 0-1 0 0,0 0 1 0 0,1-1-1 0 0,-1 1 1 0 0,0 0-1 0 0,0 0 1 0 0,0-1-1 0 0,-1-2 1 0 0,-1-4-24 0 0,0 1-1 0 0,0-1 1 0 0,-1 1 0 0 0,0 0 0 0 0,-8-14 0 0 0,9 17 64 0 0,-1 1 1 0 0,0 0-1 0 0,0-1 1 0 0,-1 1-1 0 0,1 0 1 0 0,-1 0 0 0 0,-4-3-1 0 0,7 6-24 0 0,0 1 0 0 0,0-1 0 0 0,1 1 0 0 0,-1-1 0 0 0,0 1 0 0 0,0-1-1 0 0,0 1 1 0 0,0 0 0 0 0,0 0 0 0 0,0-1 0 0 0,0 1 0 0 0,0 0 0 0 0,1 0 0 0 0,-1 0 0 0 0,0 0 0 0 0,0 0 0 0 0,0 0 0 0 0,0 0-1 0 0,0 0 1 0 0,0 0 0 0 0,0 0 0 0 0,0 1 0 0 0,0-1 0 0 0,0 0 0 0 0,0 1 0 0 0,0-1 0 0 0,1 1 0 0 0,-1-1 0 0 0,0 1 0 0 0,0-1-1 0 0,0 1 1 0 0,1-1 0 0 0,-1 1 0 0 0,0 0 0 0 0,1-1 0 0 0,-1 1 0 0 0,0 0 0 0 0,1 0 0 0 0,-1 0 0 0 0,1-1 0 0 0,-1 1 0 0 0,1 0-1 0 0,0 0 1 0 0,-1 0 0 0 0,1 0 0 0 0,0 0 0 0 0,-1 1 0 0 0,0 2-11 0 0,0 0-1 0 0,1-1 1 0 0,-1 1 0 0 0,0 0 0 0 0,1 0-1 0 0,0 0 1 0 0,0 0 0 0 0,0 0-1 0 0,1 0 1 0 0,-1 0 0 0 0,1-1-1 0 0,0 1 1 0 0,0 0 0 0 0,0 0-1 0 0,1-1 1 0 0,-1 1 0 0 0,1-1 0 0 0,0 1-1 0 0,0-1 1 0 0,0 0 0 0 0,0 1-1 0 0,5 3 1 0 0,-2 0 27 0 0,0-2 0 0 0,0 1 1 0 0,1 0-1 0 0,0-1 0 0 0,0 0 0 0 0,0-1 0 0 0,0 1 1 0 0,1-1-1 0 0,0 0 0 0 0,10 3 0 0 0,-15-5 24 0 0,1-1 0 0 0,-1-1 0 0 0,1 1 0 0 0,0 0-1 0 0,-1-1 1 0 0,1 1 0 0 0,-1-1 0 0 0,1 0 0 0 0,0 0 0 0 0,-1 0 0 0 0,1 0 0 0 0,0 0 0 0 0,-1-1-1 0 0,1 1 1 0 0,0-1 0 0 0,-1 0 0 0 0,4-1 0 0 0,-5 1-27 0 0,1 0 0 0 0,-1-1 0 0 0,0 1-1 0 0,0 0 1 0 0,0-1 0 0 0,0 1 0 0 0,0-1 0 0 0,0 0 0 0 0,0 1 0 0 0,-1-1 0 0 0,1 0 0 0 0,-1 1 0 0 0,1-1-1 0 0,-1 0 1 0 0,1 0 0 0 0,-1 1 0 0 0,0-1 0 0 0,0 0 0 0 0,0 0 0 0 0,0 0 0 0 0,0 0 0 0 0,0 1-1 0 0,-1-1 1 0 0,1 0 0 0 0,-1 0 0 0 0,0-2 0 0 0,-1-4-120 0 0,1 1 0 0 0,-2-1 0 0 0,1 1 0 0 0,-1-1-1 0 0,0 1 1 0 0,-1 0 0 0 0,1 0 0 0 0,-1 1 0 0 0,-1-1 0 0 0,1 1 0 0 0,-11-12-1 0 0,2 7-362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39.8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12 4609 0 0,'-2'-1'427'0'0,"0"0"1"0"0,-1-1 0 0 0,1 1-1 0 0,0 0 1 0 0,0 0-1 0 0,0 0 1 0 0,-1 0-1 0 0,1 0 1 0 0,0 1-1 0 0,-1-1 1 0 0,1 1-1 0 0,-1 0 1 0 0,1-1-1 0 0,-1 1 1 0 0,1 0-1 0 0,-1 1 1 0 0,1-1-1 0 0,0 0 1 0 0,-5 2-1 0 0,6-2-208 0 0,-1 0-1 0 0,1 0 1 0 0,-1 1 0 0 0,1-1-1 0 0,0 1 1 0 0,-1-1 0 0 0,1 1-1 0 0,-1-1 1 0 0,1 1 0 0 0,0 0-1 0 0,-1 0 1 0 0,1 0 0 0 0,0 0-1 0 0,0 0 1 0 0,0 0 0 0 0,0 0-1 0 0,0 0 1 0 0,0 0 0 0 0,0 0-1 0 0,0 1 1 0 0,0-1 0 0 0,1 0-1 0 0,-1 1 1 0 0,0-1 0 0 0,1 1-1 0 0,-1-1 1 0 0,1 0 0 0 0,0 1-1 0 0,-1-1 1 0 0,1 1 0 0 0,0 2-1 0 0,4 26 383 0 0,1-1 0 0 0,2 0-1 0 0,11 29 1 0 0,4 18-379 0 0,78 479-30 0 0,-95-489-78 0 0,-3-1-1 0 0,-9 100 1 0 0,5-143-103 0 0,2 7 65 0 0,0-28-109 0 0,-1 0 0 0 0,1-1-1 0 0,0 1 1 0 0,0 0 0 0 0,0-1 0 0 0,0 1-1 0 0,0 0 1 0 0,0 0 0 0 0,0-1 0 0 0,0 1-1 0 0,0 0 1 0 0,0 0 0 0 0,0-1 0 0 0,1 1-1 0 0,-1 0 1 0 0,0-1 0 0 0,0 1 0 0 0,1 0-1 0 0,-1-1 1 0 0,1 1 0 0 0,-1 0 0 0 0,0-1-1 0 0,1 1 1 0 0,-1-1 0 0 0,1 1-1 0 0,-1-1 1 0 0,1 1 0 0 0,0-1 0 0 0,0 1-1 0 0,4-4-876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0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1013 10 5529 0 0,'6'-2'1625'0'0,"-1"0"0"0"0,1 0 0 0 0,0 1-1 0 0,0 0 1 0 0,11-1 0 0 0,-38 24 3045 0 0,10-13-4309 0 0,0-2-1 0 0,-1 1 0 0 0,-1-1 1 0 0,1-1-1 0 0,-24 8 1 0 0,-74 20 293 0 0,58-22-623 0 0,-2-1 1 0 0,0-3-1 0 0,-79 1 0 0 0,-165-21 47 0 0,240 5-70 0 0,-34-4-621 0 0,84 11 21 0 0,-1 0-1 0 0,0 0 0 0 0,1 1 1 0 0,-1 0-1 0 0,1 1 0 0 0,-1 0 0 0 0,1 0 1 0 0,-10 4-1 0 0,12-2-901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1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300 95 2905 0 0,'-22'-12'2010'0'0,"15"8"-603"0"0,0 0-1 0 0,0 0 1 0 0,-1 1-1 0 0,1 0 1 0 0,-9-2-1 0 0,12 5-1081 0 0,1-1 1 0 0,-1 1-1 0 0,0 0 1 0 0,1 0-1 0 0,-1 0 1 0 0,0 1-1 0 0,1-1 1 0 0,-1 1-1 0 0,0 0 1 0 0,1 0-1 0 0,-1 0 1 0 0,1 0-1 0 0,-1 1 0 0 0,-4 3 1 0 0,-17 8 447 0 0,2 2 1 0 0,-24 18-1 0 0,40-28-641 0 0,0 1 0 0 0,0 0-1 0 0,1 1 1 0 0,0 0 0 0 0,0 0-1 0 0,1 0 1 0 0,-1 0 0 0 0,2 1-1 0 0,-1 0 1 0 0,-4 11 0 0 0,9-18-124 0 0,-1 0-1 0 0,1-1 1 0 0,-1 1 0 0 0,1 0 0 0 0,0 0 0 0 0,0 0 0 0 0,-1 0-1 0 0,1 0 1 0 0,0 0 0 0 0,0-1 0 0 0,0 1 0 0 0,0 0-1 0 0,0 0 1 0 0,0 0 0 0 0,0 0 0 0 0,0 0 0 0 0,0 0 0 0 0,0 0-1 0 0,1 0 1 0 0,-1-1 0 0 0,0 1 0 0 0,1 0 0 0 0,-1 0 0 0 0,1 0-1 0 0,-1 0 1 0 0,1-1 0 0 0,-1 1 0 0 0,1 1 0 0 0,1-2-5 0 0,-1 1 0 0 0,1 0 0 0 0,-1-1 0 0 0,1 0 0 0 0,-1 1 0 0 0,0-1 0 0 0,1 0 1 0 0,0 1-1 0 0,-1-1 0 0 0,1 0 0 0 0,-1 0 0 0 0,1 0 0 0 0,-1-1 0 0 0,1 1 0 0 0,1-1 0 0 0,5 0-52 0 0,1-2 0 0 0,-1 1 1 0 0,0-1-1 0 0,14-8 0 0 0,-15 7 23 0 0,0-1 0 0 0,-1 0 0 0 0,0 0 0 0 0,0 0 0 0 0,0-1 0 0 0,-1 0 0 0 0,0 0 0 0 0,0-1 0 0 0,5-8 0 0 0,-9 13 20 0 0,0 1-1 0 0,1-1 1 0 0,-1-1 0 0 0,0 1 0 0 0,0 0 0 0 0,0 0 0 0 0,-1 0 0 0 0,1 0 0 0 0,0-1 0 0 0,-1 1-1 0 0,0 0 1 0 0,1 0 0 0 0,-1-1 0 0 0,0 1 0 0 0,0 0 0 0 0,0-1 0 0 0,-1 1 0 0 0,1 0-1 0 0,0-1 1 0 0,-1 1 0 0 0,1 0 0 0 0,-1 0 0 0 0,0 0 0 0 0,0-1 0 0 0,0 1 0 0 0,0 0 0 0 0,0 0-1 0 0,-1 0 1 0 0,1 0 0 0 0,0 1 0 0 0,-1-1 0 0 0,1 0 0 0 0,-1 1 0 0 0,0-1 0 0 0,-3-2 0 0 0,3 3 9 0 0,1 1 0 0 0,0-1 0 0 0,0 0 0 0 0,-1 1 1 0 0,1 0-1 0 0,-1-1 0 0 0,1 1 0 0 0,0 0 0 0 0,-1 0 1 0 0,1-1-1 0 0,-1 1 0 0 0,1 0 0 0 0,0 0 0 0 0,-1 1 1 0 0,1-1-1 0 0,-1 0 0 0 0,1 0 0 0 0,0 1 0 0 0,-1-1 1 0 0,1 1-1 0 0,0-1 0 0 0,-1 1 0 0 0,1-1 0 0 0,0 1 1 0 0,0 0-1 0 0,0 0 0 0 0,-1 0 0 0 0,1 0 0 0 0,0-1 1 0 0,0 1-1 0 0,0 1 0 0 0,0-1 0 0 0,1 0 0 0 0,-1 0 1 0 0,0 0-1 0 0,0 0 0 0 0,1 1 0 0 0,-1-1 0 0 0,0 3 1 0 0,0-3 0 0 0,0 1 1 0 0,0 0 0 0 0,0 0 0 0 0,0 0-1 0 0,0 1 1 0 0,1-1 0 0 0,-1 0 0 0 0,1 0-1 0 0,-1 0 1 0 0,1 0 0 0 0,0 0 0 0 0,0 1-1 0 0,0-1 1 0 0,0 0 0 0 0,1 0 0 0 0,-1 0-1 0 0,0 0 1 0 0,1 1 0 0 0,0-1-1 0 0,-1 0 1 0 0,1 0 0 0 0,0 0 0 0 0,0 0-1 0 0,0 0 1 0 0,0-1 0 0 0,3 4 0 0 0,-1-2 5 0 0,1 0 1 0 0,0-1-1 0 0,0 0 1 0 0,0 1 0 0 0,1-2-1 0 0,-1 1 1 0 0,0 0-1 0 0,8 1 1 0 0,-10-2-8 0 0,-1-1 1 0 0,0 0-1 0 0,1 1 1 0 0,-1-1-1 0 0,0 0 0 0 0,1 0 1 0 0,-1 0-1 0 0,1 0 1 0 0,-1 0-1 0 0,0 0 0 0 0,1 0 1 0 0,-1 0-1 0 0,0 0 1 0 0,1-1-1 0 0,-1 1 0 0 0,0 0 1 0 0,1-1-1 0 0,-1 0 0 0 0,0 1 1 0 0,0-1-1 0 0,0 0 1 0 0,1 1-1 0 0,-1-1 0 0 0,0 0 1 0 0,0 0-1 0 0,0 0 1 0 0,0 0-1 0 0,0 0 0 0 0,-1 0 1 0 0,1 0-1 0 0,0 0 1 0 0,0 0-1 0 0,0-2 0 0 0,0 1 3 0 0,-1 0-1 0 0,0 0 1 0 0,0 0-1 0 0,0 0 0 0 0,-1 0 1 0 0,1 0-1 0 0,0 0 1 0 0,-1 0-1 0 0,1 0 0 0 0,-1 0 1 0 0,0 0-1 0 0,0 1 0 0 0,1-1 1 0 0,-1 0-1 0 0,0 0 1 0 0,-1 1-1 0 0,-1-4 0 0 0,-27-30 112 0 0,20 25-101 0 0,6 5-16 0 0,-1 0 0 0 0,1 0 0 0 0,-1 1 0 0 0,-1 0 0 0 0,-5-4 0 0 0,10 7 0 0 0,0 1 0 0 0,1-1 0 0 0,-1 1 0 0 0,0 0 0 0 0,1-1 0 0 0,-1 1 0 0 0,0 0 0 0 0,0 0 0 0 0,1 0 0 0 0,-1-1 0 0 0,0 1 0 0 0,0 0 0 0 0,1 0 0 0 0,-1 0 0 0 0,0 0 0 0 0,0 0 0 0 0,1 0 0 0 0,-1 1 0 0 0,0-1 0 0 0,0 0 0 0 0,-1 1 0 0 0,2-1 0 0 0,-1 1 0 0 0,0 0 0 0 0,1 0 0 0 0,-1 0 0 0 0,0 0 0 0 0,1 0 0 0 0,-1 0 0 0 0,1 0 0 0 0,-1 0 0 0 0,1 0 0 0 0,0 0 0 0 0,0 0 0 0 0,-1 0 0 0 0,1 0 0 0 0,0 0 0 0 0,0 0 0 0 0,0 0 0 0 0,0 0 0 0 0,0 0 0 0 0,0 2 0 0 0,1 0 5 0 0,-1 0-1 0 0,1 0 1 0 0,-1 0 0 0 0,1 0 0 0 0,0 0-1 0 0,0-1 1 0 0,1 1 0 0 0,-1 0 0 0 0,0 0-1 0 0,1-1 1 0 0,0 1 0 0 0,-1-1 0 0 0,1 0-1 0 0,0 1 1 0 0,0-1 0 0 0,1 0 0 0 0,-1 0-1 0 0,0 0 1 0 0,1-1 0 0 0,-1 1 0 0 0,1 0-1 0 0,-1-1 1 0 0,1 0 0 0 0,0 1 0 0 0,0-1 0 0 0,0 0-1 0 0,-1-1 1 0 0,7 2 0 0 0,-7-1 0 0 0,0 0 0 0 0,1-1 0 0 0,-1 0 0 0 0,1 1 0 0 0,-1-1 0 0 0,1 0 0 0 0,-1 0 0 0 0,1 0 0 0 0,-1 0 0 0 0,1 0-1 0 0,-1-1 1 0 0,1 1 0 0 0,-1-1 0 0 0,1 0 0 0 0,-1 0 0 0 0,1 0 0 0 0,-1 0 0 0 0,0 0 0 0 0,0 0 0 0 0,0-1 0 0 0,0 1 0 0 0,0-1 0 0 0,0 1 0 0 0,0-1 0 0 0,0 0 0 0 0,0 0 0 0 0,-1 0 0 0 0,1 0 0 0 0,-1 0 0 0 0,1 0 0 0 0,-1 0 0 0 0,0 0 0 0 0,0 0 0 0 0,1-3 0 0 0,-1-2 35 0 0,0 1 0 0 0,-1-1-1 0 0,1 1 1 0 0,-2 0 0 0 0,1-1 0 0 0,-1 1 0 0 0,0-1 0 0 0,-3-10 0 0 0,4 14-26 0 0,-1 1-1 0 0,0 0 1 0 0,0 0 0 0 0,0 0 0 0 0,0 0 0 0 0,0 0 0 0 0,0 0 0 0 0,0 0 0 0 0,-1 0 0 0 0,1 0-1 0 0,-1 1 1 0 0,-2-3 0 0 0,3 3-7 0 0,0 1 0 0 0,0-1 0 0 0,0 1-1 0 0,0-1 1 0 0,0 1 0 0 0,0 0 0 0 0,0-1 0 0 0,-1 1-1 0 0,1 0 1 0 0,0 0 0 0 0,0 0 0 0 0,0 0 0 0 0,0 0-1 0 0,0 0 1 0 0,-1 0 0 0 0,1 0 0 0 0,0 0 0 0 0,0 1-1 0 0,0-1 1 0 0,0 0 0 0 0,0 1 0 0 0,0-1-1 0 0,0 1 1 0 0,0-1 0 0 0,0 1 0 0 0,-1 0 0 0 0,-2 2 2 0 0,0 0 1 0 0,0 1-1 0 0,1-1 1 0 0,0 1-1 0 0,-1 0 1 0 0,1 0-1 0 0,0 0 1 0 0,1 0-1 0 0,-1 0 1 0 0,1 1-1 0 0,0-1 1 0 0,-3 9-1 0 0,4-10-21 0 0,0 0 0 0 0,0 0 0 0 0,0 0 0 0 0,0 0 0 0 0,0 1 0 0 0,1-1 0 0 0,0 0 0 0 0,-1 0 0 0 0,1 0 0 0 0,1 0 0 0 0,-1 1 0 0 0,0-1 0 0 0,1 0 0 0 0,-1 0 0 0 0,1 0 0 0 0,0 0 0 0 0,0 0-1 0 0,0 0 1 0 0,0 0 0 0 0,1 0 0 0 0,1 2 0 0 0,-1-3 2 0 0,1-1 0 0 0,-1 1 0 0 0,1-1 0 0 0,-1 0 1 0 0,1 0-1 0 0,-1 0 0 0 0,1 0 0 0 0,0 0 0 0 0,-1-1 0 0 0,1 1 0 0 0,0-1 0 0 0,-1 1 0 0 0,1-1 0 0 0,0 0 0 0 0,0 0 0 0 0,0-1 0 0 0,-1 1 0 0 0,1 0 0 0 0,0-1 0 0 0,-1 0 0 0 0,1 1 0 0 0,0-1 0 0 0,3-2 1 0 0,-3 2 1 0 0,-1 0 1 0 0,0 1 0 0 0,1-1 0 0 0,-1 0 0 0 0,0 0 0 0 0,0 0 0 0 0,0-1 0 0 0,0 1 0 0 0,0 0 0 0 0,0-1-1 0 0,0 1 1 0 0,-1-1 0 0 0,1 0 0 0 0,0 0 0 0 0,-1 1 0 0 0,0-1 0 0 0,1 0 0 0 0,-1 0 0 0 0,0 0 0 0 0,0-1 0 0 0,0 1-1 0 0,0 0 1 0 0,0 0 0 0 0,0 0 0 0 0,-1-1 0 0 0,1 1 0 0 0,-1-4 0 0 0,0 5 11 0 0,0 0 1 0 0,0 0-1 0 0,0 0 1 0 0,0 1-1 0 0,0-1 0 0 0,0 0 1 0 0,-1 0-1 0 0,1 0 1 0 0,0 0-1 0 0,-1 1 0 0 0,1-1 1 0 0,0 0-1 0 0,-1 0 1 0 0,1 1-1 0 0,-1-1 1 0 0,1 0-1 0 0,-1 1 0 0 0,1-1 1 0 0,-1 0-1 0 0,0 1 1 0 0,1-1-1 0 0,-1 1 1 0 0,0-1-1 0 0,0 1 0 0 0,1-1 1 0 0,-1 1-1 0 0,-1-1 1 0 0,1 1 13 0 0,-1 0 0 0 0,1 0 0 0 0,-1 0 0 0 0,1 0 0 0 0,-1 1 1 0 0,1-1-1 0 0,-1 0 0 0 0,1 1 0 0 0,-1-1 0 0 0,1 1 0 0 0,0-1 0 0 0,-1 1 1 0 0,1 0-1 0 0,-2 0 0 0 0,-3 4 61 0 0,-1-1 0 0 0,1 1 1 0 0,0 0-1 0 0,-7 9 0 0 0,-2 5-101 0 0,14-13-85 0 0,12-13-92 0 0,-1 0 156 0 0,-1-2 0 0 0,0 1-1 0 0,-1-1 1 0 0,0-1 0 0 0,0 1 0 0 0,-1-1-1 0 0,0-1 1 0 0,-1 1 0 0 0,9-21 0 0 0,-15 31 43 0 0,0 0 0 0 0,0 0 0 0 0,1 0 0 0 0,-1 0 0 0 0,0 0 0 0 0,0 0 0 0 0,0 0 0 0 0,0 0 0 0 0,0-1 0 0 0,0 1 0 0 0,0 0 0 0 0,0 0 0 0 0,0 0 0 0 0,0 0 0 0 0,0 0 0 0 0,0 0 0 0 0,0 0 0 0 0,0-1 0 0 0,0 1 0 0 0,0 0 0 0 0,0 0 0 0 0,0 0 0 0 0,0 0 0 0 0,0 0 0 0 0,0 0 0 0 0,0 0 0 0 0,0-1 0 0 0,0 1 0 0 0,0 0 0 0 0,0 0 0 0 0,0 0 0 0 0,-1 0 0 0 0,1 0 0 0 0,0 0 0 0 0,0 0 0 0 0,0 0 0 0 0,0 0 0 0 0,0 0 0 0 0,0 0 0 0 0,0-1 0 0 0,0 1 0 0 0,0 0 0 0 0,0 0 0 0 0,-1 0 0 0 0,1 0 0 0 0,0 0 0 0 0,0 0 0 0 0,0 0 0 0 0,0 0 0 0 0,0 0 0 0 0,0 0 0 0 0,0 0 0 0 0,-1 0 0 0 0,1 0 0 0 0,0 0 0 0 0,0 0 0 0 0,0 0 0 0 0,0 0 0 0 0,0 0 0 0 0,0 0 0 0 0,-10 5 0 0 0,-9 9 0 0 0,-13 27-274 0 0,24-20-2506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2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92 3225 0 0,'-43'6'933'0'0,"37"-5"-254"0"0,-1-1 1 0 0,1 0-1 0 0,0 0 1 0 0,-1-1-1 0 0,1 0 1 0 0,0 0-1 0 0,0 0 0 0 0,-8-3 1 0 0,13 4-632 0 0,1 0 1 0 0,0-1-1 0 0,-1 1 1 0 0,1 0-1 0 0,0 0 0 0 0,-1 0 1 0 0,1-1-1 0 0,0 1 1 0 0,0 0-1 0 0,-1 0 1 0 0,1-1-1 0 0,0 1 0 0 0,0 0 1 0 0,0 0-1 0 0,-1-1 1 0 0,1 1-1 0 0,0 0 1 0 0,0-1-1 0 0,0 1 1 0 0,0 0-1 0 0,0-1 0 0 0,0 1 1 0 0,-1 0-1 0 0,1-1 1 0 0,0 1-1 0 0,0 0 1 0 0,0-1-1 0 0,0 1 0 0 0,0-1 1 0 0,0 1-1 0 0,0 0 1 0 0,1-1-1 0 0,-1 1 1 0 0,0 0-1 0 0,0-1 0 0 0,0 1 1 0 0,0 0-1 0 0,0-1 1 0 0,0 1-1 0 0,1 0 1 0 0,-1 0-1 0 0,0-1 0 0 0,0 1 1 0 0,1 0-1 0 0,-1-1 1 0 0,0 1-1 0 0,0 0 1 0 0,1 0-1 0 0,-1 0 1 0 0,0-1-1 0 0,0 1 0 0 0,1 0 1 0 0,-1 0-1 0 0,0 0 1 0 0,1 0-1 0 0,-1-1 1 0 0,0 1-1 0 0,1 0 0 0 0,-1 0 1 0 0,1 0-1 0 0,22-14 569 0 0,-21 14-590 0 0,15-9 151 0 0,0 1-1 0 0,1 1 1 0 0,0 0-1 0 0,0 2 1 0 0,1 0-1 0 0,0 1 1 0 0,0 0 0 0 0,0 2-1 0 0,0 1 1 0 0,0 0-1 0 0,0 1 1 0 0,35 5-1 0 0,2-1-226 0 0,1-3 0 0 0,0-2-1 0 0,89-13 1 0 0,-126 12 38 0 0,-19 2 23 0 0,0 0 0 0 0,0 0 0 0 0,-1 0 0 0 0,1 0 0 0 0,0 1 0 0 0,-1-1 0 0 0,1 0 0 0 0,0 0 0 0 0,-1 1 0 0 0,1-1 0 0 0,-1 0 0 0 0,1 1 0 0 0,0-1 0 0 0,-1 1 0 0 0,1-1 0 0 0,-1 1 0 0 0,1-1 0 0 0,-1 1 0 0 0,0-1 0 0 0,1 1 0 0 0,-1-1 0 0 0,1 1 0 0 0,-1-1 0 0 0,0 1 0 0 0,1 0 0 0 0,-1-1 0 0 0,0 1 0 0 0,0 0 0 0 0,0-1 0 0 0,1 1 0 0 0,-1 0 0 0 0,0-1 0 0 0,0 2 0 0 0,3 31 1370 0 0,-2-19-651 0 0,91 409-55 0 0,-86-400-620 0 0,-2 0 0 0 0,3 42 0 0 0,-6-56 49 0 0,-1 1 1 0 0,-1-1-1 0 0,1 0 0 0 0,-2 1 1 0 0,1-1-1 0 0,-1 0 1 0 0,0 0-1 0 0,-1 0 0 0 0,-7 17 1 0 0,6-21-68 0 0,1-1 0 0 0,-1 0 0 0 0,0 1 0 0 0,0-1 0 0 0,0 0 0 0 0,0-1 0 0 0,-1 1 0 0 0,1-1 0 0 0,-1 0 0 0 0,0 0 0 0 0,0 0 0 0 0,-7 2 1 0 0,-13 5 488 0 0,-32 8 0 0 0,39-12-389 0 0,-229 70-2875 0 0,216-65 1363 0 0,3-2-3820 0 0,7-2-320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2.6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35 5065 0 0,'-28'-19'1466'0'0,"25"17"-719"0"0,-1 0 0 0 0,1 0 0 0 0,-1 0 0 0 0,0 1 0 0 0,0-1-1 0 0,0 1 1 0 0,1 0 0 0 0,-1 0 0 0 0,0 0 0 0 0,-6 0 0 0 0,10 1-641 0 0,-1 1 0 0 0,1-1-1 0 0,0 0 1 0 0,-1 0 0 0 0,1 0 0 0 0,0 1-1 0 0,0-1 1 0 0,-1 0 0 0 0,1 0 0 0 0,0 1-1 0 0,0-1 1 0 0,0 0 0 0 0,-1 0 0 0 0,1 1-1 0 0,0-1 1 0 0,0 0 0 0 0,0 1 0 0 0,0-1-1 0 0,0 0 1 0 0,0 1 0 0 0,-1-1 0 0 0,1 0-1 0 0,0 1 1 0 0,0-1 0 0 0,0 0 0 0 0,0 1-1 0 0,0-1 1 0 0,0 0 0 0 0,0 1 0 0 0,0-1-1 0 0,1 0 1 0 0,-1 1 0 0 0,0-1 0 0 0,0 0-1 0 0,0 1 1 0 0,0-1 0 0 0,5 19 583 0 0,-3-14-255 0 0,96 413 2473 0 0,-90-383-3573 0 0,3-1-1 0 0,23 56 1 0 0,-16-57-6766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1 4609 0 0,'-13'0'1612'0'0,"1"0"0"0"0,-1 1-1 0 0,1 0 1 0 0,-24 7 0 0 0,113-11 2376 0 0,296 4-1509 0 0,-288 2-3562 0 0,-13 1-2259 0 0,-40-1-2166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3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763 0 11522 0 0,'-1'0'95'0'0,"1"0"-1"0"0,-1 1 0 0 0,1-1 0 0 0,-1 0 0 0 0,1 0 0 0 0,-1 0 0 0 0,1 1 0 0 0,-1-1 0 0 0,1 0 1 0 0,-1 0-1 0 0,1 1 0 0 0,-1-1 0 0 0,1 0 0 0 0,-1 1 0 0 0,1-1 0 0 0,0 1 0 0 0,-1-1 0 0 0,1 1 0 0 0,0-1 1 0 0,-1 0-1 0 0,1 1 0 0 0,0-1 0 0 0,0 1 0 0 0,-1 0 0 0 0,1-1 0 0 0,0 1 0 0 0,0-1 0 0 0,0 1 1 0 0,0-1-1 0 0,0 1 0 0 0,0-1 0 0 0,0 2 0 0 0,10 15 3727 0 0,-5-9-3290 0 0,7 10-224 0 0,-1 1 1 0 0,-1 1-1 0 0,-1 0 0 0 0,8 25 1 0 0,22 89 1624 0 0,-12-35-1296 0 0,-16-64-635 0 0,16 50 20 0 0,-3 1 0 0 0,16 117 0 0 0,-40-201-20 0 0,0 0 0 0 0,0 0-1 0 0,1 0 1 0 0,-2 0 0 0 0,1 0 0 0 0,0 1 0 0 0,0-1-1 0 0,-1 0 1 0 0,1 0 0 0 0,-1-1 0 0 0,1 1 0 0 0,-1 0-1 0 0,0 0 1 0 0,0 0 0 0 0,0 0 0 0 0,0-1 0 0 0,0 1-1 0 0,0 0 1 0 0,-1-1 0 0 0,1 1 0 0 0,0-1 0 0 0,-1 1-1 0 0,1-1 1 0 0,-1 0 0 0 0,0 1 0 0 0,1-1 0 0 0,-1 0-1 0 0,0 0 1 0 0,-3 1 0 0 0,-5 2 6 0 0,0-1 0 0 0,-1-1 0 0 0,1 0 0 0 0,-19 2 0 0 0,3 0-2 0 0,-64 11-101 0 0,-395 61 48 0 0,360-54-179 0 0,78-12-613 0 0,-64 6 0 0 0,110-16 829 0 0,-8 1-1418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4.0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 6913 0 0,'-2'-1'272'0'0,"0"0"0"0"0,0 0-1 0 0,-1 0 1 0 0,1 0 0 0 0,0 1-1 0 0,-1-1 1 0 0,1 1 0 0 0,0-1-1 0 0,-1 1 1 0 0,1 0 0 0 0,-1 0-1 0 0,1 0 1 0 0,-3 1 0 0 0,3 0-101 0 0,1-1 0 0 0,0 1 0 0 0,0 0 0 0 0,0 0 1 0 0,0-1-1 0 0,0 1 0 0 0,0 0 0 0 0,0 0 1 0 0,1 0-1 0 0,-1 0 0 0 0,0 0 0 0 0,0 0 0 0 0,1 1 1 0 0,-1-1-1 0 0,1 0 0 0 0,-1 0 0 0 0,1 0 0 0 0,-1 1 1 0 0,1-1-1 0 0,0 0 0 0 0,0 0 0 0 0,-1 1 0 0 0,1-1 1 0 0,0 0-1 0 0,0 0 0 0 0,1 3 0 0 0,-1 37 929 0 0,3-1 0 0 0,1 1-1 0 0,10 43 1 0 0,0 1-182 0 0,25 130 1282 0 0,-6-112-2679 0 0,-23-77-1442 0 0,2-2 0 0 0,14 24 0 0 0,-11-25-5211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5.2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45 7834 0 0,'-2'-5'1040'0'0,"-1"0"0"0"0,0 0 0 0 0,-1 0 1 0 0,1 0-1 0 0,-1 1 0 0 0,0 0 0 0 0,-7-8 0 0 0,12 21 2425 0 0,4 11-2443 0 0,76 221 1356 0 0,-18-56-2793 0 0,-52-143-972 0 0,-8-35 277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5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79 5985 0 0,'0'-2'208'0'0,"0"0"-1"0"0,0 0 1 0 0,1 0-1 0 0,-1 0 1 0 0,1 0-1 0 0,-1 0 0 0 0,1 0 1 0 0,0 0-1 0 0,-1 0 1 0 0,1 1-1 0 0,0-1 1 0 0,0 0-1 0 0,1 0 1 0 0,-1 1-1 0 0,0-1 1 0 0,0 1-1 0 0,3-3 0 0 0,0 1 254 0 0,0 0 0 0 0,1 0 0 0 0,-1 0 0 0 0,1 0 0 0 0,0 1 0 0 0,7-3 0 0 0,4 0 607 0 0,1 0 0 0 0,-1 1 0 0 0,23-2 0 0 0,-29 5-661 0 0,-1 1-1 0 0,1-1 0 0 0,-1 1 1 0 0,1 1-1 0 0,-1 0 0 0 0,1 0 1 0 0,-1 1-1 0 0,12 3 0 0 0,-18-4-362 0 0,-1 0 0 0 0,0 0-1 0 0,0 0 1 0 0,0 0 0 0 0,0 0 0 0 0,0 1-1 0 0,0-1 1 0 0,0 0 0 0 0,0 1 0 0 0,-1 0-1 0 0,1-1 1 0 0,-1 1 0 0 0,1 0 0 0 0,-1 0-1 0 0,1 0 1 0 0,-1 0 0 0 0,0 0 0 0 0,0 0-1 0 0,0 0 1 0 0,0 0 0 0 0,-1 0-1 0 0,1 1 1 0 0,0-1 0 0 0,-1 0 0 0 0,1 0-1 0 0,-1 1 1 0 0,0-1 0 0 0,0 0 0 0 0,0 1-1 0 0,0-1 1 0 0,0 0 0 0 0,-1 1 0 0 0,1-1-1 0 0,-1 0 1 0 0,1 0 0 0 0,-1 1 0 0 0,0-1-1 0 0,0 0 1 0 0,-1 3 0 0 0,-4 7-62 0 0,0 1 0 0 0,-1-1-1 0 0,-1 0 1 0 0,0-1 0 0 0,0 0 0 0 0,-1 0 0 0 0,0-1 0 0 0,-1 0-1 0 0,0 0 1 0 0,-19 13 0 0 0,8-7-127 0 0,-1-2 1 0 0,-1 0-1 0 0,0-2 1 0 0,-43 17-1 0 0,30-18-363 0 0,21-8-5540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5.9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194 20 11522 0 0,'6'-1'557'0'0,"-2"1"-236"0"0,0-1 0 0 0,-1 0 1 0 0,1 0-1 0 0,0 0 0 0 0,-1-1 0 0 0,1 1 1 0 0,-1-1-1 0 0,1 0 0 0 0,-1 0 0 0 0,6-4 1 0 0,-50 13 4523 0 0,27-1-4716 0 0,1 0 1 0 0,0 1-1 0 0,0 0 1 0 0,0 1 0 0 0,1 0-1 0 0,0 1 1 0 0,1 1-1 0 0,0 0 1 0 0,-14 16-1 0 0,18-18-59 0 0,0 0-1 0 0,1 1 1 0 0,-1-1 0 0 0,2 1-1 0 0,0 1 1 0 0,0-1-1 0 0,0 1 1 0 0,1-1-1 0 0,1 1 1 0 0,0 0 0 0 0,0 1-1 0 0,1-1 1 0 0,0 0-1 0 0,0 11 1 0 0,2-18-81 0 0,0 0 0 0 0,0-1-1 0 0,0 1 1 0 0,0-1 0 0 0,1 1 0 0 0,-1-1 0 0 0,1 1 0 0 0,-1-1-1 0 0,1 1 1 0 0,0-1 0 0 0,0 1 0 0 0,0-1 0 0 0,1 0 0 0 0,-1 0-1 0 0,2 3 1 0 0,-1-4-11 0 0,-1 1 0 0 0,0-1-1 0 0,1 0 1 0 0,-1 0 0 0 0,1-1-1 0 0,-1 1 1 0 0,1 0 0 0 0,-1 0 0 0 0,1-1-1 0 0,-1 1 1 0 0,1-1 0 0 0,0 1-1 0 0,-1-1 1 0 0,1 0 0 0 0,0 0-1 0 0,-1 1 1 0 0,4-2 0 0 0,2 1-39 0 0,-1-2 0 0 0,0 1 1 0 0,1-1-1 0 0,-1 0 0 0 0,0 0 0 0 0,0 0 1 0 0,0-1-1 0 0,0 0 0 0 0,-1 0 0 0 0,8-6 1 0 0,-1-1-43 0 0,0 0 1 0 0,20-23-1 0 0,-22 21 411 0 0,0 1 0 0 0,23-18 0 0 0,-32 28-282 0 0,1 0 0 0 0,-1 0 0 0 0,0 1 1 0 0,1-1-1 0 0,-1 0 0 0 0,0 0 0 0 0,1 1 0 0 0,-1-1 1 0 0,1 1-1 0 0,-1-1 0 0 0,1 1 0 0 0,-1 0 0 0 0,1 0 1 0 0,0-1-1 0 0,-1 1 0 0 0,1 0 0 0 0,-1 0 0 0 0,1 1 0 0 0,-1-1 1 0 0,1 0-1 0 0,0 0 0 0 0,-1 1 0 0 0,1-1 0 0 0,-1 1 1 0 0,0-1-1 0 0,1 1 0 0 0,-1 0 0 0 0,1 0 0 0 0,-1-1 1 0 0,0 1-1 0 0,0 0 0 0 0,1 0 0 0 0,-1 0 0 0 0,0 0 1 0 0,0 1-1 0 0,0-1 0 0 0,0 0 0 0 0,0 0 0 0 0,0 1 1 0 0,0-1-1 0 0,-1 0 0 0 0,1 1 0 0 0,0 2 0 0 0,5 8-7 0 0,-1 1-1 0 0,0-1 0 0 0,-2 1 1 0 0,4 14-1 0 0,-5-17-39 0 0,14 52-2238 0 0,-10-42-5347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92 2761 0 0,'-1'-4'304'0'0,"1"1"0"0"0,0-1-1 0 0,0 0 1 0 0,0 0 0 0 0,0 0 0 0 0,3-7 0 0 0,-3 10 69 0 0,0 0 0 0 0,1-1 0 0 0,-1 1-1 0 0,0 0 1 0 0,1-1 0 0 0,0 1 0 0 0,-1 0-1 0 0,1 0 1 0 0,0 0 0 0 0,0 0 0 0 0,-1 0-1 0 0,1 0 1 0 0,0 0 0 0 0,0 0 0 0 0,0 0-1 0 0,0 0 1 0 0,1 0 0 0 0,-1 0 0 0 0,0 1-1 0 0,0-1 1 0 0,0 0 0 0 0,3 0 0 0 0,-3 1-220 0 0,0 0 0 0 0,0 0 1 0 0,0 0-1 0 0,-1 1 0 0 0,1-1 1 0 0,0 0-1 0 0,0 1 1 0 0,0-1-1 0 0,0 0 0 0 0,-1 1 1 0 0,1-1-1 0 0,0 1 1 0 0,0-1-1 0 0,-1 1 0 0 0,1-1 1 0 0,0 1-1 0 0,-1 0 0 0 0,1-1 1 0 0,-1 1-1 0 0,1 0 1 0 0,-1 0-1 0 0,1-1 0 0 0,0 3 1 0 0,13 23 1409 0 0,-10-18-1106 0 0,4 9-64 0 0,1 0 1 0 0,1 0-1 0 0,1-1 1 0 0,0-1 0 0 0,1 0-1 0 0,1 0 1 0 0,0-1-1 0 0,20 16 1 0 0,-33-31-385 0 0,0 1 0 0 0,1-1 1 0 0,-1 1-1 0 0,0-1 0 0 0,0 1 1 0 0,1-1-1 0 0,-1 0 0 0 0,0 1 1 0 0,0-1-1 0 0,0 0 0 0 0,0 1 0 0 0,0-1 1 0 0,0 1-1 0 0,0-1 0 0 0,0 0 1 0 0,0 1-1 0 0,0-1 0 0 0,0 0 1 0 0,0 1-1 0 0,0-1 0 0 0,0 1 0 0 0,-1-1 1 0 0,1 0-1 0 0,0 1 0 0 0,0-1 1 0 0,-1 0-1 0 0,-7-41 435 0 0,1 4-199 0 0,4 22-331 0 0,1 6-358 0 0,1 0-1 0 0,-1 0 0 0 0,1 0 1 0 0,1 0-1 0 0,0 0 0 0 0,0 0 1 0 0,1 0-1 0 0,1 1 0 0 0,-1-1 1 0 0,5-14-1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147 0 11522 0 0,'-41'18'3785'0'0,"31"-9"-3484"0"0,0 0-1 0 0,1 1 0 0 0,0-1 0 0 0,1 2 0 0 0,0-1 1 0 0,1 1-1 0 0,0 0 0 0 0,1 1 0 0 0,0 0 1 0 0,1 0-1 0 0,0 0 0 0 0,1 0 0 0 0,0 1 1 0 0,-3 21-1 0 0,7-33-277 0 0,0 0-1 0 0,-1 1 1 0 0,1-1-1 0 0,0 0 1 0 0,0 0 0 0 0,1 0-1 0 0,-1 0 1 0 0,0 0 0 0 0,0 1-1 0 0,0-1 1 0 0,1 0-1 0 0,-1 0 1 0 0,0 0 0 0 0,1 0-1 0 0,-1 0 1 0 0,1 0-1 0 0,0 0 1 0 0,0 2 0 0 0,0-3-17 0 0,-1 0 0 0 0,1 0 0 0 0,0 1 0 0 0,-1-1 0 0 0,1 0 0 0 0,-1 0 0 0 0,1 1 0 0 0,0-1 0 0 0,-1 0 0 0 0,1 0 0 0 0,-1 0 0 0 0,1 0 0 0 0,0 0 1 0 0,-1 0-1 0 0,1 0 0 0 0,0 0 0 0 0,-1 0 0 0 0,1 0 0 0 0,0-1 0 0 0,-1 1 0 0 0,1 0 0 0 0,-1 0 0 0 0,2-1 0 0 0,1-1-25 0 0,0 1 1 0 0,-1-1-1 0 0,1 0 0 0 0,0 0 1 0 0,-1 0-1 0 0,1 0 0 0 0,-1-1 0 0 0,0 1 1 0 0,1-1-1 0 0,-1 1 0 0 0,2-5 1 0 0,3-8-203 0 0,-4 10 346 0 0,-1-1-1 0 0,1 1 1 0 0,0-1-1 0 0,1 1 1 0 0,-1 0 0 0 0,1 0-1 0 0,4-4 1 0 0,-7 8-82 0 0,1 0 0 0 0,-1 0 0 0 0,0 1 0 0 0,1-1 1 0 0,-1 0-1 0 0,1 1 0 0 0,-1-1 0 0 0,1 1 0 0 0,-1-1 0 0 0,1 1 0 0 0,-1 0 0 0 0,1 0 0 0 0,-1-1 0 0 0,1 1 1 0 0,-1 0-1 0 0,1 0 0 0 0,0 1 0 0 0,-1-1 0 0 0,1 0 0 0 0,-1 0 0 0 0,1 1 0 0 0,-1-1 0 0 0,1 1 0 0 0,-1 0 1 0 0,0-1-1 0 0,1 1 0 0 0,-1 0 0 0 0,1 0 0 0 0,-1-1 0 0 0,0 1 0 0 0,0 0 0 0 0,0 0 0 0 0,2 3 0 0 0,1 0-19 0 0,0 0 0 0 0,0 1-1 0 0,-1-1 1 0 0,0 1 0 0 0,1 0-1 0 0,-2 0 1 0 0,1 0 0 0 0,-1 0-1 0 0,0 1 1 0 0,2 5 0 0 0,8 18-7581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7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0,'11'0'6742'0'0,"0"21"-2882"0"0,-3 12-2627 0 0,-2 0 1 0 0,-1 1-1 0 0,0 49 0 0 0,-3-37-1166 0 0,9 48-1 0 0,-8-80-272 0 0,0 0-1 0 0,1 1 1 0 0,1-1 0 0 0,0 0-1 0 0,0-1 1 0 0,2 0 0 0 0,10 18-1 0 0,-7-18-1144 0 0,1-2-65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6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25 139 10594 0 0,'-8'-69'1497'0'0,"-1"0"3865"0"0,5 96-1017 0 0,0 22-3832 0 0,6-21-287 0 0,1 0 0 0 0,2-1 0 0 0,0 1 0 0 0,17 47 0 0 0,-3-23-289 0 0,39 72 1 0 0,-49-106-169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1 212 5065 0 0,'46'-37'9073'0'0,"-41"32"-8518"0"0,1-1-1 0 0,-2 0 1 0 0,1 1 0 0 0,-1-2 0 0 0,0 1 0 0 0,0 0-1 0 0,0-1 1 0 0,-1 0 0 0 0,0 0 0 0 0,3-12 0 0 0,-5 15-518 0 0,0 0 0 0 0,0 0 0 0 0,0 0 0 0 0,-1-1 0 0 0,1 1 0 0 0,-1 0 0 0 0,0-1 0 0 0,-1 1 0 0 0,1 0 0 0 0,-1 0 0 0 0,0 0 1 0 0,0-1-1 0 0,0 1 0 0 0,0 0 0 0 0,-1 0 0 0 0,0 0 0 0 0,1 1 0 0 0,-2-1 0 0 0,1 0 0 0 0,-3-3 0 0 0,5 6-26 0 0,0 1-1 0 0,0 0 1 0 0,0 0-1 0 0,0 0 1 0 0,-1-1-1 0 0,1 1 1 0 0,0 0-1 0 0,0 0 1 0 0,0-1-1 0 0,0 1 1 0 0,0 0-1 0 0,0 0 1 0 0,-1 0-1 0 0,1 0 1 0 0,0-1-1 0 0,0 1 1 0 0,0 0-1 0 0,-1 0 1 0 0,1 0-1 0 0,0 0 1 0 0,0 0-1 0 0,0 0 1 0 0,-1 0-1 0 0,1 0 1 0 0,0-1-1 0 0,0 1 1 0 0,0 0-1 0 0,-1 0 1 0 0,1 0-1 0 0,0 0 1 0 0,0 0-1 0 0,-1 0 1 0 0,1 0-1 0 0,0 0 1 0 0,0 0-1 0 0,-1 0 1 0 0,1 0-1 0 0,0 1 1 0 0,0-1-1 0 0,0 0 1 0 0,-1 0-1 0 0,1 0 1 0 0,0 0-1 0 0,0 0 1 0 0,0 0 0 0 0,-1 0-1 0 0,1 1 0 0 0,-3 13 260 0 0,6 19-162 0 0,-1-26-147 0 0,1 0 1 0 0,0 0-1 0 0,0-1 1 0 0,1 1-1 0 0,0-1 1 0 0,0 0-1 0 0,0 0 1 0 0,1-1 0 0 0,0 1-1 0 0,0-1 1 0 0,1 0-1 0 0,-1 0 1 0 0,1 0-1 0 0,0-1 1 0 0,0 0-1 0 0,1 0 1 0 0,-1-1-1 0 0,14 6 1 0 0,-9-6-520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47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 4609 0 0,'-2'-3'13930'0'0,"3"26"-10775"0"0,7 37-2730 0 0,7 29 421 0 0,17 79-751 0 0,-27-147-246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7:58.35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1165 310 5529 0 0,'25'-16'65'0'0,"-2"-1"0"0"0,0-2 1 0 0,-1 0-1 0 0,0-1 0 0 0,-2-1 0 0 0,32-42 0 0 0,-51 61-62 0 0,0 1 0 0 0,0 0-1 0 0,0 0 1 0 0,0-1 0 0 0,0 1-1 0 0,0-1 1 0 0,0 1 0 0 0,-1-1 0 0 0,1 1-1 0 0,-1-1 1 0 0,1 1 0 0 0,-1-1-1 0 0,0 1 1 0 0,1-1 0 0 0,-1 0-1 0 0,0 1 1 0 0,0-1 0 0 0,0 0 0 0 0,0 1-1 0 0,0-1 1 0 0,-1 1 0 0 0,1-1-1 0 0,0 0 1 0 0,-1 1 0 0 0,1-1-1 0 0,-1 1 1 0 0,0-1 0 0 0,1 1 0 0 0,-1-1-1 0 0,0 1 1 0 0,0 0 0 0 0,0-1-1 0 0,0 1 1 0 0,0 0 0 0 0,0 0 0 0 0,0 0-1 0 0,-1 0 1 0 0,1 0 0 0 0,0 0-1 0 0,-1 0 1 0 0,1 0 0 0 0,-1 0-1 0 0,-2-1 1 0 0,-6-2 87 0 0,-1 1-1 0 0,0 0 0 0 0,1 0 1 0 0,-1 1-1 0 0,-14-1 0 0 0,19 3-54 0 0,-322-15 1048 0 0,211 14-684 0 0,-121-16 0 0 0,201 11-285 0 0,-3 0 301 0 0,-53-2-1 0 0,83 7-253 0 0,0 1-1 0 0,0 1 1 0 0,0 0 0 0 0,0 0-1 0 0,0 1 1 0 0,0 0 0 0 0,0 1-1 0 0,0 0 1 0 0,1 1 0 0 0,-14 6-1 0 0,21-9-142 0 0,0 0-1 0 0,0 0 0 0 0,1 0 1 0 0,-1 0-1 0 0,0 1 0 0 0,1-1 0 0 0,-1 0 1 0 0,1 1-1 0 0,0-1 0 0 0,-1 1 1 0 0,1-1-1 0 0,0 1 0 0 0,0 0 0 0 0,0-1 1 0 0,0 1-1 0 0,0 0 0 0 0,0 0 1 0 0,0 0-1 0 0,1 0 0 0 0,-1 0 0 0 0,1 0 1 0 0,-1 0-1 0 0,1 0 0 0 0,0 3 0 0 0,0-3-57 0 0,1 1-1 0 0,0-1 0 0 0,0 1 0 0 0,0-1 0 0 0,0 0 1 0 0,0 1-1 0 0,0-1 0 0 0,1 0 0 0 0,-1 0 0 0 0,1 0 1 0 0,-1 0-1 0 0,1 0 0 0 0,0 0 0 0 0,0-1 0 0 0,0 1 1 0 0,0 0-1 0 0,0-1 0 0 0,0 0 0 0 0,3 2 0 0 0,11 5-149 0 0,1 0-1 0 0,-1-1 1 0 0,1-1-1 0 0,0 0 1 0 0,1-1-1 0 0,0-1 1 0 0,21 2-1 0 0,129 3 378 0 0,-165-9-178 0 0,612-10 3388 0 0,-424 3-2769 0 0,51 1-29 0 0,663-37 426 0 0,-289-7-635 0 0,-174 18-324 0 0,-329 22 114 0 0,203 8 0 0 0,-602-9 3252 0 0,-162 26-3447 0 0,-305 59-1895 0 0,530-41 1739 0 0,2 10-1 0 0,-385 126 1 0 0,490-129 142 0 0,-244 82-513 0 0,-178 72-1536 0 0,487-171 2072 0 0,2 1 0 0 0,0 3 0 0 0,2 2 0 0 0,1 2 0 0 0,2 2 0 0 0,1 1 0 0 0,2 3-1 0 0,-49 55 1 0 0,84-86-43 0 0,1 1-1 0 0,0 0 0 0 0,0 0 0 0 0,0 0 0 0 0,1 1 0 0 0,-3 8 0 0 0,6-14 0 0 0,0 0 0 0 0,1 0 0 0 0,-1-1-1 0 0,1 1 1 0 0,0 0 0 0 0,-1 0-1 0 0,1-1 1 0 0,0 1 0 0 0,0 0-1 0 0,0 0 1 0 0,1 0 0 0 0,-1 0-1 0 0,0-1 1 0 0,1 1 0 0 0,-1 0 0 0 0,1 0-1 0 0,-1-1 1 0 0,1 1 0 0 0,0 0-1 0 0,0-1 1 0 0,0 1 0 0 0,0-1-1 0 0,0 1 1 0 0,0-1 0 0 0,0 1-1 0 0,0-1 1 0 0,0 0 0 0 0,1 0-1 0 0,-1 1 1 0 0,1-1 0 0 0,-1 0 0 0 0,1 0-1 0 0,-1-1 1 0 0,4 3 0 0 0,8 3-254 0 0,1-1 0 0 0,-1 0 0 0 0,1-1 1 0 0,0-1-1 0 0,0 0 0 0 0,15 1 0 0 0,90 2-777 0 0,-104-6 932 0 0,965-27 3140 0 0,-469 4-1357 0 0,32-5-1101 0 0,-32-25-711 0 0,-409 37 501 0 0,0-5 0 0 0,-1-5 0 0 0,-2-3 0 0 0,131-59 0 0 0,-219 83-254 0 0,88-43 586 0 0,-90 43-587 0 0,-1 0 1 0 0,1 0 0 0 0,-1-1 0 0 0,-1 0-1 0 0,1-1 1 0 0,-1 0 0 0 0,0 0 0 0 0,9-13 0 0 0,-16 20-64 0 0,1-1 0 0 0,-1 1 0 0 0,0-1 0 0 0,1 1 0 0 0,-1-1 0 0 0,0 0 1 0 0,1 1-1 0 0,-1-1 0 0 0,0 1 0 0 0,0-1 0 0 0,0 0 0 0 0,0 1 0 0 0,0-1 0 0 0,0 0 1 0 0,0 1-1 0 0,0-1 0 0 0,0 0 0 0 0,0 1 0 0 0,0-1 0 0 0,0 0 0 0 0,0 1 1 0 0,0-1-1 0 0,0 0 0 0 0,-1 1 0 0 0,1-1 0 0 0,0 1 0 0 0,0-1 0 0 0,-1 0 1 0 0,1 1-1 0 0,-1-1 0 0 0,0 0 0 0 0,0 0 4 0 0,-1-1 1 0 0,0 1-1 0 0,0 0 1 0 0,0 0-1 0 0,0 0 1 0 0,0 0-1 0 0,0 0 1 0 0,0 0-1 0 0,-4-1 1 0 0,-55-6 405 0 0,56 7-309 0 0,-185-4 1241 0 0,-193 19 0 0 0,94 0-1423 0 0,-851-58-2003 0 0,1088 39 1861 0 0,-387-25-1627 0 0,374 30 1821 0 0,1 3 0 0 0,-1 3 0 0 0,2 2 0 0 0,-113 31-1 0 0,171-38 40 0 0,0 1 0 0 0,0-1 0 0 0,0 1 0 0 0,1 0 0 0 0,-1 1 0 0 0,1-1-1 0 0,-1 1 1 0 0,1 0 0 0 0,0 0 0 0 0,-7 7 0 0 0,10-9-37 0 0,0 1 1 0 0,0-1 0 0 0,0 1-1 0 0,0 0 1 0 0,1-1-1 0 0,-1 1 1 0 0,0 0-1 0 0,1 0 1 0 0,-1-1-1 0 0,1 1 1 0 0,0 0 0 0 0,-1 0-1 0 0,1 0 1 0 0,0 0-1 0 0,0 0 1 0 0,0-1-1 0 0,0 1 1 0 0,1 0-1 0 0,-1 0 1 0 0,0 0 0 0 0,1 0-1 0 0,0-1 1 0 0,-1 1-1 0 0,1 0 1 0 0,0 0-1 0 0,0-1 1 0 0,0 1-1 0 0,0-1 1 0 0,0 1 0 0 0,0-1-1 0 0,0 1 1 0 0,2 1-1 0 0,5 5-187 0 0,0 0 0 0 0,0-1 0 0 0,0 0 0 0 0,1 0 0 0 0,0-1 0 0 0,0 0 0 0 0,0-1 0 0 0,1 0-1 0 0,12 5 1 0 0,97 29-1024 0 0,-110-37 1162 0 0,92 23-360 0 0,1-5 0 0 0,126 9 0 0 0,212-7 2126 0 0,-340-19-1440 0 0,765 2 1094 0 0,-711-14-947 0 0,-1-6-1 0 0,0-7 0 0 0,236-65 0 0 0,-378 84-335 0 0,130-44 671 0 0,-120 39-560 0 0,0-2 0 0 0,0 0 0 0 0,-1-1 1 0 0,24-18-1 0 0,-43 29-153 0 0,0-1 1 0 0,0 0 0 0 0,1 0 0 0 0,-1 1 0 0 0,0-1-1 0 0,0 0 1 0 0,0 0 0 0 0,0 0 0 0 0,-1 0-1 0 0,1 0 1 0 0,0 0 0 0 0,0-1 0 0 0,-1 1 0 0 0,1 0-1 0 0,0 0 1 0 0,-1 0 0 0 0,0-1 0 0 0,1 1-1 0 0,-1 0 1 0 0,1-1 0 0 0,-1 1 0 0 0,0-2 0 0 0,0 2 10 0 0,-1 0 1 0 0,1 0 0 0 0,-1 0-1 0 0,1 0 1 0 0,-1 0 0 0 0,0 0 0 0 0,1 0-1 0 0,-1 0 1 0 0,0 0 0 0 0,0 0-1 0 0,0 0 1 0 0,0 1 0 0 0,0-1-1 0 0,1 0 1 0 0,-1 1 0 0 0,0-1 0 0 0,-1 0-1 0 0,1 1 1 0 0,-1-1 0 0 0,-9-3 235 0 0,0 0-1 0 0,0 1 1 0 0,-22-3 0 0 0,32 6-254 0 0,-48-6 532 0 0,0 2-1 0 0,-51 3 0 0 0,-103 13-583 0 0,118-6-32 0 0,-529 45-1417 0 0,-241 14 2203 0 0,2-42 1336 0 0,493-21-9005 0 0,292-3 257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1.48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1869 314 12443 0 0,'-4'-2'165'0'0,"0"1"0"0"0,0 0 0 0 0,-1 1 1 0 0,1-1-1 0 0,0 1 0 0 0,-1 0 1 0 0,1 0-1 0 0,0 0 0 0 0,-5 1 0 0 0,-8 0-1 0 0,-153 2-724 0 0,-562 21-2084 0 0,5 62-1185 0 0,704-81 3721 0 0,8-4 121 0 0,0 2 1 0 0,0 0-1 0 0,1 0 1 0 0,0 2-1 0 0,0 0 1 0 0,0 0-1 0 0,0 1 0 0 0,-13 9 1 0 0,26-15 28 0 0,1 0 0 0 0,-1 1 0 0 0,0-1 0 0 0,1 1-1 0 0,-1-1 1 0 0,1 0 0 0 0,-1 1 0 0 0,1-1 0 0 0,-1 1 0 0 0,0 0 0 0 0,1-1 0 0 0,0 1 0 0 0,-1-1 0 0 0,1 1 0 0 0,-1 0 0 0 0,1-1-1 0 0,0 1 1 0 0,-1 0 0 0 0,1-1 0 0 0,0 1 0 0 0,0 0 0 0 0,0-1 0 0 0,0 1 0 0 0,-1 0 0 0 0,1 0 0 0 0,0-1 0 0 0,0 1 0 0 0,0 0-1 0 0,1 1 1 0 0,0-1 38 0 0,-1 0-1 0 0,1 0 1 0 0,0 0-1 0 0,0 0 1 0 0,0 0-1 0 0,0 0 0 0 0,0-1 1 0 0,0 1-1 0 0,1 0 1 0 0,-1 0-1 0 0,0-1 1 0 0,0 1-1 0 0,0-1 1 0 0,3 1-1 0 0,48 9 1341 0 0,17-6-327 0 0,1-3 1 0 0,105-11-1 0 0,141-36 256 0 0,-186 25-837 0 0,744-155 1430 0 0,-251 44-1305 0 0,-494 108-579 0 0,434-76-2058 0 0,-511 90 1686 0 0,-94 8 1226 0 0,-698 69 1610 0 0,-157 94-3894 0 0,629-94 1 0 0,-333 132-1 0 0,563-185 977 0 0,-18 7-727 0 0,0 2 0 0 0,1 3 0 0 0,-51 33 0 0 0,104-58 1043 0 0,1-1 0 0 0,-1 1 0 0 0,1 0 0 0 0,-1 0 1 0 0,1 0-1 0 0,0 0 0 0 0,0 0 0 0 0,-1 0 0 0 0,1 0 0 0 0,0 0 1 0 0,0 0-1 0 0,0 0 0 0 0,0 1 0 0 0,0-1 0 0 0,1 0 1 0 0,-1 1-1 0 0,0-1 0 0 0,0 1 0 0 0,1-1 0 0 0,-1 1 0 0 0,1-1 1 0 0,0 1-1 0 0,-1-1 0 0 0,1 1 0 0 0,0 0 0 0 0,0-1 1 0 0,0 4-1 0 0,1-3 62 0 0,0-1 1 0 0,1 1 0 0 0,-1 0-1 0 0,1 0 1 0 0,-1-1 0 0 0,1 1-1 0 0,0-1 1 0 0,0 1 0 0 0,0-1-1 0 0,0 0 1 0 0,0 1 0 0 0,0-1-1 0 0,0 0 1 0 0,0 0 0 0 0,0-1-1 0 0,0 1 1 0 0,0 0 0 0 0,1-1-1 0 0,2 1 1 0 0,17 3 79 0 0,0 0 0 0 0,0-1-1 0 0,0-2 1 0 0,33-1 0 0 0,93-13 321 0 0,-110 8-247 0 0,1136-186 7478 0 0,-629 89-7245 0 0,-524 97-359 0 0,417-63 106 0 0,-425 67-99 0 0,-3 0-9 0 0,0 0 0 0 0,0 1 0 0 0,15 1 0 0 0,-25-1-10 0 0,0 0 1 0 0,0 0-1 0 0,0 0 1 0 0,0 0 0 0 0,0 0-1 0 0,-1 0 1 0 0,1 0-1 0 0,0 0 1 0 0,0 0-1 0 0,0 0 1 0 0,0 0 0 0 0,0 0-1 0 0,0 0 1 0 0,0 0-1 0 0,0 0 1 0 0,0 0-1 0 0,-1 0 1 0 0,1 1-1 0 0,0-1 1 0 0,0 0 0 0 0,0 0-1 0 0,0 0 1 0 0,0 0-1 0 0,0 0 1 0 0,0 0-1 0 0,0 0 1 0 0,0 0 0 0 0,0 0-1 0 0,0 0 1 0 0,0 0-1 0 0,0 0 1 0 0,0 0-1 0 0,-1 1 1 0 0,1-1 0 0 0,0 0-1 0 0,0 0 1 0 0,0 0-1 0 0,0 0 1 0 0,0 0-1 0 0,0 0 1 0 0,0 0 0 0 0,0 0-1 0 0,0 0 1 0 0,0 0-1 0 0,0 1 1 0 0,0-1-1 0 0,0 0 1 0 0,0 0-1 0 0,0 0 1 0 0,0 0 0 0 0,0 0-1 0 0,0 0 1 0 0,1 0-1 0 0,-1 0 1 0 0,0 0-1 0 0,0 1 1 0 0,0-1 0 0 0,0 0-1 0 0,0 0 1 0 0,0 0-1 0 0,0 0 1 0 0,0 0-1 0 0,0 0 1 0 0,0 0 0 0 0,0 0-1 0 0,0 0 1 0 0,0 0-1 0 0,0 0 1 0 0,1 0-1 0 0,-15 8-31 0 0,-16 5-88 0 0,-864 279-4839 0 0,293-110 4875 0 0,345-105 1254 0 0,23-16 181 0 0,-72 25-1358 0 0,268-70-1989 0 0,341-18-5982 0 0,-163-4 9401 0 0,450-22 6819 0 0,266-9-3102 0 0,-835 36-5058 0 0,233 2 677 0 0,-233 3-688 0 0,-22-3-71 0 0,0-1 0 0 0,0 0 0 0 0,0 0-1 0 0,0 0 1 0 0,1 0 0 0 0,-1 0 0 0 0,0 1 0 0 0,0-1-1 0 0,0 0 1 0 0,0 0 0 0 0,0 0 0 0 0,0 1 0 0 0,1-1-1 0 0,-1 0 1 0 0,0 0 0 0 0,0 0 0 0 0,0 1 0 0 0,0-1-1 0 0,0 0 1 0 0,0 0 0 0 0,0 0 0 0 0,0 1 0 0 0,0-1-1 0 0,0 0 1 0 0,0 0 0 0 0,0 0 0 0 0,0 1 0 0 0,0-1-1 0 0,0 0 1 0 0,0 0 0 0 0,0 0 0 0 0,-1 1 0 0 0,1-1-1 0 0,0 0 1 0 0,0 0 0 0 0,0 0 0 0 0,0 1 0 0 0,0-1-1 0 0,0 0 1 0 0,0 0 0 0 0,-1 0 0 0 0,1 0 0 0 0,0 1-1 0 0,-4 2-16 0 0,0-1 0 0 0,0 1 0 0 0,0-1 0 0 0,0 1 0 0 0,0-1 0 0 0,-6 2 0 0 0,-231 77-1471 0 0,105-39 1128 0 0,-787 299-1192 0 0,333-117 1543 0 0,551-210 36 0 0,-59 20 709 0 0,2 5 0 0 0,-123 68 0 0 0,211-102-651 0 0,3-3-36 0 0,1 0 0 0 0,0 1-1 0 0,0 0 1 0 0,0-1 0 0 0,0 1 0 0 0,1 1-1 0 0,-1-1 1 0 0,1 1 0 0 0,-4 3 0 0 0,7-6-42 0 0,0-1 1 0 0,0 1-1 0 0,-1-1 1 0 0,1 1 0 0 0,0-1-1 0 0,0 1 1 0 0,0-1 0 0 0,0 1-1 0 0,0-1 1 0 0,0 1 0 0 0,0-1-1 0 0,0 1 1 0 0,0-1-1 0 0,0 1 1 0 0,0-1 0 0 0,0 1-1 0 0,1-1 1 0 0,-1 1 0 0 0,0-1-1 0 0,0 1 1 0 0,0-1 0 0 0,1 0-1 0 0,-1 1 1 0 0,0-1-1 0 0,0 1 1 0 0,1-1 0 0 0,-1 0-1 0 0,1 1 1 0 0,-1-1 0 0 0,0 0-1 0 0,1 1 1 0 0,-1-1 0 0 0,0 0-1 0 0,1 1 1 0 0,-1-1-1 0 0,1 0 1 0 0,-1 0 0 0 0,1 0-1 0 0,-1 1 1 0 0,1-1 0 0 0,-1 0-1 0 0,1 0 1 0 0,-1 0 0 0 0,1 0-1 0 0,-1 0 1 0 0,1 0-1 0 0,-1 0 1 0 0,1 0 0 0 0,-1 0-1 0 0,1 0 1 0 0,31 1-63 0 0,14-4-212 0 0,0-3 1 0 0,83-20-1 0 0,92-41-1007 0 0,-152 45 862 0 0,899-265-606 0 0,-285 87 2558 0 0,-254 83-417 0 0,10 40 290 0 0,-382 74-1043 0 0,-52 6-234 0 0,-11 2-62 0 0,-15 3 3 0 0,-1079 388-557 0 0,1057-380 455 0 0,-877 345-312 0 0,-61-7-1137 0 0,909-336 422 0 0,146-54-4144 0 0,349-120 3005 0 0,218-65 3946 0 0,-318 123 904 0 0,450-76 1 0 0,-62 81-296 0 0,-649 86-2184 0 0,-8 1 73 0 0,1 2 0 0 0,70 4 0 0 0,-120 0-218 0 0,0 0 0 0 0,1 1 0 0 0,-1-1-1 0 0,0 1 1 0 0,0 1 0 0 0,0-1 0 0 0,0 1 0 0 0,5 2 0 0 0,-10-4-30 0 0,0 0 0 0 0,0 0 0 0 0,1 1 0 0 0,-1-1 0 0 0,0 0 0 0 0,0 0 0 0 0,0 0 0 0 0,1 0 0 0 0,-1 1 0 0 0,0-1 0 0 0,0 0 0 0 0,0 0 0 0 0,0 0 0 0 0,0 1 0 0 0,1-1 0 0 0,-1 0 0 0 0,0 0 0 0 0,0 1 0 0 0,0-1 0 0 0,0 0 0 0 0,0 0 0 0 0,0 0 0 0 0,0 1 0 0 0,0-1 0 0 0,0 0 0 0 0,0 0 0 0 0,0 1 0 0 0,0-1 0 0 0,0 0 0 0 0,0 0 0 0 0,0 1 0 0 0,0-1 0 0 0,0 0 0 0 0,0 0 0 0 0,0 1 0 0 0,0-1 0 0 0,-1 0 0 0 0,-9 10 89 0 0,-16 6-20 0 0,-279 108-69 0 0,132-58-290 0 0,-948 427-2179 0 0,874-380 2050 0 0,-697 318-18 0 0,908-414 473 0 0,-83 37 230 0 0,-165 102 0 0 0,281-153-264 0 0,-6 2 21 0 0,0 1 0 0 0,0 0 1 0 0,1 1-1 0 0,0 0 1 0 0,0 0-1 0 0,-9 12 0 0 0,16-18-29 0 0,1-1-1 0 0,-1 1 1 0 0,1-1 0 0 0,0 1-1 0 0,-1-1 1 0 0,1 1-1 0 0,0 0 1 0 0,0-1-1 0 0,-1 1 1 0 0,1-1-1 0 0,0 1 1 0 0,0 0 0 0 0,0-1-1 0 0,0 1 1 0 0,0 0-1 0 0,0-1 1 0 0,0 1-1 0 0,0 0 1 0 0,0-1-1 0 0,0 1 1 0 0,0 0 0 0 0,0-1-1 0 0,0 1 1 0 0,0 0-1 0 0,1-1 1 0 0,-1 1-1 0 0,0 0 1 0 0,1-1 0 0 0,-1 1-1 0 0,0-1 1 0 0,1 1-1 0 0,-1-1 1 0 0,1 1-1 0 0,-1-1 1 0 0,1 1-1 0 0,-1-1 1 0 0,1 1 0 0 0,-1-1-1 0 0,1 0 1 0 0,-1 1-1 0 0,1-1 1 0 0,-1 0-1 0 0,1 1 1 0 0,0-1-1 0 0,-1 0 1 0 0,1 0 0 0 0,1 1-1 0 0,35 6-101 0 0,2-4-19 0 0,0-2-1 0 0,0-2 0 0 0,76-12 1 0 0,118-37-259 0 0,-179 37 356 0 0,736-191 2118 0 0,-86 20-309 0 0,-648 170-1722 0 0,522-116 265 0 0,-424 103-307 0 0,277-13 0 0 0,-413 40-1 0 0,-10-1-9 0 0,1 0 1 0 0,0 1-1 0 0,-1 0 1 0 0,1 1-1 0 0,-1 0 1 0 0,0 0-1 0 0,1 1 0 0 0,-1 0 1 0 0,0 0-1 0 0,11 5 1 0 0,-18-7-11 0 0,0 1 1 0 0,-1-1-1 0 0,1 0 0 0 0,-1 1 1 0 0,1-1-1 0 0,-1 0 0 0 0,1 1 1 0 0,-1-1-1 0 0,1 1 1 0 0,-1-1-1 0 0,0 1 0 0 0,1-1 1 0 0,-1 1-1 0 0,0 0 1 0 0,1-1-1 0 0,-1 1 0 0 0,0-1 1 0 0,1 1-1 0 0,-1 0 0 0 0,0-1 1 0 0,0 1-1 0 0,0 0 1 0 0,0-1-1 0 0,0 1 0 0 0,0 0 1 0 0,0-1-1 0 0,0 1 1 0 0,0-1-1 0 0,0 1 0 0 0,0 0 1 0 0,0-1-1 0 0,0 1 1 0 0,-1 0-1 0 0,1-1 0 0 0,0 1 1 0 0,0-1-1 0 0,-1 1 0 0 0,1 0 1 0 0,0-1-1 0 0,-1 1 1 0 0,1-1-1 0 0,-1 1 0 0 0,1-1 1 0 0,-1 1-1 0 0,-26 23-1 0 0,-19 4-273 0 0,-2-1 1 0 0,-1-3-1 0 0,-72 26 1 0 0,69-29 110 0 0,-502 188-859 0 0,230-91 678 0 0,-744 237 165 0 0,520-182 890 0 0,471-148-627 0 0,-121 44 8 0 0,184-62-602 0 0,23-5 184 0 0,31-8-106 0 0,-34 5 329 0 0,423-88-1570 0 0,0-26 1903 0 0,-90 23 341 0 0,533-106-231 0 0,-755 178-424 0 0,218-32-488 0 0,-2 28 982 0 0,-320 24-294 0 0,29 0 187 0 0,-40 0-261 0 0,0 0 1 0 0,0 1-1 0 0,0-1 0 0 0,-1 0 0 0 0,1 0 1 0 0,0 1-1 0 0,0 0 0 0 0,0-1 0 0 0,0 1 1 0 0,-1 0-1 0 0,1 0 0 0 0,0 0 0 0 0,-1 0 1 0 0,1 0-1 0 0,2 2 0 0 0,-4-2-15 0 0,0 0 1 0 0,0 0-1 0 0,-1 0 0 0 0,1 0 0 0 0,0-1 1 0 0,-1 1-1 0 0,1 0 0 0 0,-1 0 0 0 0,1 0 1 0 0,-1 0-1 0 0,1-1 0 0 0,-1 1 1 0 0,1 0-1 0 0,-1-1 0 0 0,0 1 0 0 0,0 0 1 0 0,1-1-1 0 0,-1 1 0 0 0,0-1 0 0 0,0 1 1 0 0,1-1-1 0 0,-1 1 0 0 0,0-1 0 0 0,0 0 1 0 0,0 1-1 0 0,-1-1 0 0 0,-44 20 224 0 0,0-2 1 0 0,-74 18-1 0 0,75-24-173 0 0,-918 253 134 0 0,-103 76-1512 0 0,929-290 808 0 0,-159 82 0 0 0,283-126 443 0 0,-46 26-263 0 0,54-29 227 0 0,0-1 0 0 0,1 1 0 0 0,0-1 0 0 0,-1 1 0 0 0,1 1 0 0 0,1-1 0 0 0,-1 0 0 0 0,1 1 0 0 0,-4 5 0 0 0,7-9 53 0 0,-1 0 0 0 0,1 0 0 0 0,-1 0 1 0 0,1 0-1 0 0,0 0 0 0 0,-1 0 0 0 0,1 0 0 0 0,0 0 0 0 0,0 0 0 0 0,0 0 0 0 0,0 0 0 0 0,-1 0 1 0 0,2 0-1 0 0,-1 0 0 0 0,0 0 0 0 0,0 0 0 0 0,0 0 0 0 0,0 0 0 0 0,1 0 0 0 0,-1 0 0 0 0,0 0 1 0 0,1 0-1 0 0,-1 0 0 0 0,1 0 0 0 0,0 1 0 0 0,1 0-32 0 0,0 0 1 0 0,0 0-1 0 0,0-1 1 0 0,0 1-1 0 0,0-1 1 0 0,0 1-1 0 0,1-1 1 0 0,-1 0-1 0 0,5 2 1 0 0,5 1-155 0 0,0 0 0 0 0,0-2 1 0 0,17 3-1 0 0,29 0-133 0 0,-1-2 0 0 0,86-8 1 0 0,117-24 1324 0 0,-253 28-957 0 0,535-88 2831 0 0,4 0-645 0 0,-427 73-1882 0 0,254-31 315 0 0,2 29-68 0 0,-360 17-516 0 0,-11 1-27 0 0,0-1 0 0 0,0 1 0 0 0,1 0 0 0 0,-1 0 0 0 0,0 0 0 0 0,0 0 0 0 0,0 1 0 0 0,0 0 0 0 0,0 0 0 0 0,0 0 0 0 0,7 3 0 0 0,-11-3-16 0 0,0-1 0 0 0,0 1 1 0 0,-1 0-1 0 0,1-1 0 0 0,0 1 1 0 0,-1 0-1 0 0,1-1 0 0 0,-1 1 1 0 0,1 0-1 0 0,-1-1 0 0 0,1 1 1 0 0,-1-1-1 0 0,1 1 0 0 0,-1-1 1 0 0,0 1-1 0 0,1-1 0 0 0,-1 0 1 0 0,0 1-1 0 0,1-1 0 0 0,-1 0 1 0 0,0 1-1 0 0,1-1 0 0 0,-1 0 1 0 0,0 0-1 0 0,-1 0 0 0 0,-23 10 79 0 0,-300 81 205 0 0,111-34-392 0 0,-530 170-1021 0 0,6-2-293 0 0,681-209 1318 0 0,-316 102-118 0 0,351-108 175 0 0,16-6 9 0 0,13-3-30 0 0,285-64-867 0 0,-180 35 554 0 0,444-96-631 0 0,758-106 4218 0 0,-1144 207-2571 0 0,216-4-1 0 0,-374 27-610 0 0,-4-1 15 0 0,1 1 0 0 0,0 1 0 0 0,0-1 0 0 0,0 2-1 0 0,14 3 1 0 0,-23-5-47 0 0,0 0 0 0 0,0 0 0 0 0,0 0 0 0 0,0 0 0 0 0,1 0 0 0 0,-1 0 0 0 0,0 0 0 0 0,0 0 0 0 0,0 0 0 0 0,0 0 0 0 0,0 0 0 0 0,0 0 0 0 0,0 0 0 0 0,0 0 0 0 0,0 0 0 0 0,0 0 0 0 0,0 0 0 0 0,1 0 0 0 0,-1 0 0 0 0,0 0 0 0 0,0 1 0 0 0,0-1 0 0 0,0 0 0 0 0,0 0 0 0 0,0 0 0 0 0,0 0 0 0 0,0 0 0 0 0,0 0 0 0 0,0 0 0 0 0,0 0 0 0 0,0 0 0 0 0,0 1 0 0 0,0-1 0 0 0,0 0 0 0 0,0 0 0 0 0,0 0 0 0 0,0 0-1 0 0,0 0 1 0 0,0 0 0 0 0,0 0 0 0 0,0 0 0 0 0,0 0 0 0 0,0 1 0 0 0,0-1 0 0 0,0 0 0 0 0,0 0 0 0 0,0 0 0 0 0,0 0 0 0 0,-1 0 0 0 0,1 0 0 0 0,0 0 0 0 0,0 0 0 0 0,0 0 0 0 0,0 0 0 0 0,0 0 0 0 0,0 0 0 0 0,0 0 0 0 0,0 1 0 0 0,0-1 0 0 0,0 0 0 0 0,0 0 0 0 0,0 0 0 0 0,-1 0 0 0 0,1 0 0 0 0,0 0 0 0 0,0 0 0 0 0,0 0 0 0 0,0 0 0 0 0,-13 5 87 0 0,-16 4 22 0 0,-638 148-2619 0 0,-82 18-611 0 0,629-151 2796 0 0,-175 41-405 0 0,292-64 715 0 0,-3 0-80 0 0,0 1 1 0 0,0 0-1 0 0,0 0 1 0 0,0 0-1 0 0,0 1 0 0 0,-7 4 1 0 0,12-7 74 0 0,1 1 0 0 0,0-1 0 0 0,0 0 0 0 0,-1 0 0 0 0,1 0 0 0 0,0 1 0 0 0,0-1 0 0 0,0 0 0 0 0,0 0 0 0 0,-1 1 0 0 0,1-1 0 0 0,0 0-1 0 0,0 0 1 0 0,0 1 0 0 0,0-1 0 0 0,0 0 0 0 0,0 0 0 0 0,-1 1 0 0 0,1-1 0 0 0,0 0 0 0 0,0 1 0 0 0,0-1 0 0 0,0 0 0 0 0,0 0 0 0 0,0 1 0 0 0,0-1 0 0 0,0 0 0 0 0,1 1 0 0 0,-1-1 0 0 0,0 0 0 0 0,0 0 0 0 0,0 1 0 0 0,0-1 0 0 0,0 0 0 0 0,0 0 0 0 0,0 1 0 0 0,1-1 0 0 0,-1 0 0 0 0,0 0 0 0 0,0 1 0 0 0,0-1 0 0 0,1 0 0 0 0,-1 0 0 0 0,0 0 0 0 0,0 1-1 0 0,0-1 1 0 0,1 0 0 0 0,-1 0 0 0 0,0 0 0 0 0,0 0 0 0 0,1 0 0 0 0,-1 0 0 0 0,0 1 0 0 0,1-1 0 0 0,-1 0 0 0 0,0 0 0 0 0,0 0 0 0 0,1 0 0 0 0,-1 0 0 0 0,0 0 0 0 0,1 0 0 0 0,-1 0 0 0 0,24 5-443 0 0,-22-4 429 0 0,44 3 70 0 0,1-1 0 0 0,0-2 0 0 0,47-5 0 0 0,-55 2 79 0 0,789-74 5725 0 0,-329 23-4075 0 0,-294 35-1327 0 0,277 11 0 0 0,-463 8-380 0 0,-6-1 4 0 0,1 1 1 0 0,0 0 0 0 0,0 1-1 0 0,0 0 1 0 0,-1 1-1 0 0,14 6 1 0 0,-43-5 270 0 0,-14-2-289 0 0,-188 2 90 0 0,-230 12-593 0 0,-35 35-1400 0 0,-235 14-1404 0 0,77-93 14 0 0,526 19 80 0 0,97 8 1652 0 0,28 3 218 0 0,29 2 341 0 0,51-4-482 0 0,-1-5 0 0 0,134-23 0 0 0,-302 32 5796 0 0,17-3-2308 0 0,-148 13 900 0 0,125-9-7131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5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36 15667 0 0,'23'-15'5879'0'0,"-19"12"-5631"0"0,1 0-1 0 0,-1 0 1 0 0,0 1-1 0 0,1-1 0 0 0,0 1 1 0 0,7-3-1 0 0,-12 7-198 0 0,0 0 0 0 0,1 0 0 0 0,-1-1 0 0 0,0 1-1 0 0,1 0 1 0 0,-1 0 0 0 0,0-1 0 0 0,-1 1 0 0 0,1 0 0 0 0,0 0-1 0 0,0 0 1 0 0,-1-1 0 0 0,0 4 0 0 0,-1 12 272 0 0,2-16-306 0 0,1-1 0 0 0,-1 1 1 0 0,1-1-1 0 0,-1 0 1 0 0,0 1-1 0 0,1-1 0 0 0,-1 1 1 0 0,1-1-1 0 0,-1 0 1 0 0,1 1-1 0 0,-1-1 0 0 0,1 0 1 0 0,0 1-1 0 0,-1-1 1 0 0,1 0-1 0 0,-1 0 0 0 0,1 0 1 0 0,-1 0-1 0 0,1 1 1 0 0,0-1-1 0 0,-1 0 0 0 0,1 0 1 0 0,0 0-1 0 0,-1 0 1 0 0,1 0-1 0 0,0-1 0 0 0,0 1-3 0 0,-1 0 0 0 0,0 0 0 0 0,0 0 0 0 0,1 0-1 0 0,-1 0 1 0 0,0 0 0 0 0,1 0 0 0 0,-1 0 0 0 0,0 0-1 0 0,0-1 1 0 0,1 1 0 0 0,-1 0 0 0 0,0 0 0 0 0,0 0-1 0 0,0 0 1 0 0,1-1 0 0 0,-1 1 0 0 0,0 0 0 0 0,0 0-1 0 0,0 0 1 0 0,1-1 0 0 0,-1 1 0 0 0,0 0 0 0 0,0 0-1 0 0,0-1 1 0 0,0 1 0 0 0,0 0 0 0 0,0 0 0 0 0,0-1-1 0 0,0 1 1 0 0,1 0 0 0 0,-1 0 0 0 0,0-1-1 0 0,0 1 1 0 0,0 0 0 0 0,0-1 0 0 0,0 1 0 0 0,0 0-1 0 0,-1 0 1 0 0,1-1 0 0 0,0 1 0 0 0,0 0 0 0 0,0 0-1 0 0,0-1 1 0 0,0 1 0 0 0,0 0 0 0 0,0 0 0 0 0,-1-1-1 0 0,1 1 1 0 0,0 0 0 0 0,0 0 0 0 0,0-1 0 0 0,0 1-1 0 0,-1 0 1 0 0,1 0 0 0 0,0 0 0 0 0,0 0 0 0 0,-1-1-1 0 0,1 1 1 0 0,0 0 0 0 0,0 0 0 0 0,-1 0 0 0 0,1-1 223 0 0,-2 5-168 0 0,-11 47-29 0 0,-14 94 0 0 0,11-48-317 0 0,2-13-90 0 0,8-39-376 0 0,-2-1 1 0 0,-2-1 0 0 0,-21 58-1 0 0,28-95 140 0 0,1-4-4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5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60 13827 0 0,'-1'-7'630'0'0,"1"-27"264"0"0,0 33-549 0 0,0-1 0 0 0,0 1 0 0 0,0 0 0 0 0,1-1 1 0 0,-1 1-1 0 0,0 0 0 0 0,1-1 0 0 0,0 1 0 0 0,-1 0 0 0 0,1 0 0 0 0,0 0 0 0 0,1-2 1 0 0,-1 3-242 0 0,-1 0 0 0 0,1 0 0 0 0,0 0 0 0 0,-1 0 0 0 0,1 0 1 0 0,0 0-1 0 0,0 0 0 0 0,-1 1 0 0 0,1-1 0 0 0,0 0 0 0 0,-1 0 0 0 0,1 1 1 0 0,-1-1-1 0 0,1 0 0 0 0,0 1 0 0 0,-1-1 0 0 0,1 1 0 0 0,-1-1 1 0 0,1 1-1 0 0,-1-1 0 0 0,1 1 0 0 0,-1 0 0 0 0,0-1 0 0 0,1 1 1 0 0,0 0-1 0 0,13 17 194 0 0,137 216 1082 0 0,32 43-1968 0 0,-146-237-1054 0 0,-22-23 132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5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45 17052 0 0,'-1'0'107'0'0,"0"0"0"0"0,0-1 1 0 0,0 1-1 0 0,0 0 0 0 0,-1-1 0 0 0,1 1 1 0 0,0-1-1 0 0,0 0 0 0 0,0 1 1 0 0,0-1-1 0 0,0 0 0 0 0,1 1 0 0 0,-1-1 1 0 0,-1-2-1 0 0,2 3-66 0 0,0 0 0 0 0,0-1 0 0 0,0 1 0 0 0,0 0-1 0 0,0-1 1 0 0,0 1 0 0 0,0 0 0 0 0,0-1 0 0 0,0 1 0 0 0,0 0 0 0 0,0-1 0 0 0,0 1 0 0 0,0 0-1 0 0,0 0 1 0 0,1-1 0 0 0,-1 1 0 0 0,0 0 0 0 0,0-1 0 0 0,0 1 0 0 0,1 0 0 0 0,-1 0 0 0 0,0 0-1 0 0,0-1 1 0 0,1 1 0 0 0,-1 0 0 0 0,0 0 0 0 0,0 0 0 0 0,1-1 0 0 0,-1 1 0 0 0,0 0-1 0 0,1 0 1 0 0,36-12 1322 0 0,-34 11-1340 0 0,19-4-53 0 0,-1 2 1 0 0,1 0-1 0 0,-1 1 0 0 0,1 2 0 0 0,35 2 1 0 0,-29 1-2635 0 0,52 13 0 0 0,-47-7 634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7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32 139 3225 0 0,'-8'-41'2459'0'0,"8"35"-2083"0"0,-1 0-1 0 0,0 1 0 0 0,0-1 1 0 0,0 1-1 0 0,-1-1 0 0 0,1 1 0 0 0,-1 0 1 0 0,-6-10-1 0 0,7 13 146 0 0,1 1 1 0 0,-1-1-1 0 0,0 1 1 0 0,0-1-1 0 0,1 1 0 0 0,-1-1 1 0 0,1 0-1 0 0,0 1 1 0 0,-1-1-1 0 0,1 0 1 0 0,0 1-1 0 0,0-1 0 0 0,1-15 6972 0 0,-1 21-7400 0 0,8 44 342 0 0,13 47 0 0 0,8 50-15 0 0,-16-52-268 0 0,10 112 470 0 0,-22-176-488 0 0,-1 0-1 0 0,-1 0 1 0 0,-1 0-1 0 0,-14 57 1 0 0,15-82-239 0 0,0 0 1 0 0,1 0 0 0 0,-1 0-1 0 0,1 0 1 0 0,-1 0-1 0 0,1 0 1 0 0,1 0 0 0 0,-1 0-1 0 0,0 0 1 0 0,1 0 0 0 0,1 6-1 0 0,0-5-523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7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14 3225 0 0,'4'-14'10067'0'0,"-17"16"-5611"0"0,1 1-4880 0 0,-51 25 4501 0 0,58-25-3932 0 0,0-1 0 0 0,1 1 0 0 0,-1 0 0 0 0,1 1 0 0 0,0-1 0 0 0,0 1 0 0 0,0 0 1 0 0,0 0-1 0 0,0 0 0 0 0,-3 6 0 0 0,7-9-138 0 0,0 0-1 0 0,0 0 1 0 0,0 0 0 0 0,0 0 0 0 0,0-1 0 0 0,0 1-1 0 0,0 0 1 0 0,0 0 0 0 0,1 0 0 0 0,-1 0-1 0 0,0-1 1 0 0,0 1 0 0 0,1 0 0 0 0,-1 0 0 0 0,1 0-1 0 0,-1-1 1 0 0,1 1 0 0 0,-1 0 0 0 0,1-1-1 0 0,-1 1 1 0 0,1 0 0 0 0,0-1 0 0 0,-1 1-1 0 0,1-1 1 0 0,0 1 0 0 0,-1-1 0 0 0,1 0 0 0 0,0 1-1 0 0,0-1 1 0 0,0 1 0 0 0,-1-1 0 0 0,1 0-1 0 0,1 0 1 0 0,35 15 33 0 0,-31-13-22 0 0,25 9-12 0 0,-1-2 16 0 0,-1 1-1 0 0,0 2 1 0 0,-1 1 0 0 0,-1 1-1 0 0,43 29 1 0 0,-69-42-22 0 0,1 0 0 0 0,0 1 0 0 0,-1-1 0 0 0,1 1 0 0 0,-1-1 0 0 0,0 1 0 0 0,1 0 0 0 0,-1-1 0 0 0,0 1 0 0 0,0 0 0 0 0,0 0 0 0 0,0 0 0 0 0,0 0 0 0 0,-1 0 0 0 0,1 0 0 0 0,-1 0 0 0 0,1 0 0 0 0,-1 0 0 0 0,0 0 0 0 0,1 0 0 0 0,-1 0 0 0 0,0 0 0 0 0,0 0 0 0 0,-1 0 0 0 0,1 0 0 0 0,0 0 0 0 0,-1 1 0 0 0,1-1 0 0 0,-1 0 0 0 0,0-1 0 0 0,0 1 0 0 0,1 0 0 0 0,-1 0 0 0 0,-1 0 0 0 0,1 0 0 0 0,0-1 0 0 0,-3 4 0 0 0,-5 6 0 0 0,0-1 0 0 0,-1 0 0 0 0,-1 0 0 0 0,-18 12 0 0 0,15-11 0 0 0,-5 4-17 0 0,11-10 2 0 0,1 0 0 0 0,-1 0 0 0 0,1 1 0 0 0,1 0-1 0 0,-1 1 1 0 0,1 0 0 0 0,1 0 0 0 0,-1 0 0 0 0,-6 12 0 0 0,12-19 14 0 0,0 0-1 0 0,-1 0 1 0 0,1 1 0 0 0,0-1-1 0 0,0 0 1 0 0,0 0 0 0 0,0 0 0 0 0,0 1-1 0 0,0-1 1 0 0,0 0 0 0 0,0 0-1 0 0,0 0 1 0 0,0 1 0 0 0,0-1-1 0 0,0 0 1 0 0,0 0 0 0 0,0 0-1 0 0,0 0 1 0 0,1 1 0 0 0,-1-1 0 0 0,0 0-1 0 0,0 0 1 0 0,0 0 0 0 0,0 1-1 0 0,0-1 1 0 0,0 0 0 0 0,0 0-1 0 0,1 0 1 0 0,-1 0 0 0 0,0 0-1 0 0,0 1 1 0 0,0-1 0 0 0,0 0 0 0 0,0 0-1 0 0,1 0 1 0 0,-1 0 0 0 0,0 0-1 0 0,0 0 1 0 0,0 0 0 0 0,1 0-1 0 0,12 2-120 0 0,14-6-98 0 0,-25 4 212 0 0,36-9-37 0 0,-29 6 31 0 0,0 0 1 0 0,1 1-1 0 0,-1 0 1 0 0,1 1-1 0 0,-1 0 0 0 0,19 1 1 0 0,-27 0 13 0 0,-1 0 0 0 0,1 0 0 0 0,-1 0 0 0 0,1 1 0 0 0,-1-1 0 0 0,1 0 0 0 0,-1 0 0 0 0,1 1 0 0 0,-1-1 0 0 0,1 0 0 0 0,-1 1 0 0 0,0-1 0 0 0,1 1 0 0 0,-1-1 0 0 0,1 1 0 0 0,-1-1 0 0 0,0 1 0 0 0,0-1 0 0 0,1 1 0 0 0,-1-1 0 0 0,0 1 0 0 0,0-1 0 0 0,0 1 0 0 0,1-1 0 0 0,-1 1 0 0 0,0-1 0 0 0,0 1 0 0 0,0 0 0 0 0,0-1 0 0 0,0 1 0 0 0,0-1 0 0 0,0 1 0 0 0,0-1 0 0 0,0 1 0 0 0,0 0 0 0 0,-1-1 0 0 0,1 1 0 0 0,0-1 0 0 0,0 1 0 0 0,-1-1 0 0 0,1 1 0 0 0,0-1 0 0 0,0 1 0 0 0,-1-1 0 0 0,0 1 0 0 0,-17 31 0 0 0,14-25 0 0 0,-13 19 2 0 0,-31 39 1 0 0,33-47-8 0 0,1 0-1 0 0,1 1 1 0 0,0 0 0 0 0,-16 35 0 0 0,29-53-44 0 0,-1 0 1 0 0,1 0 0 0 0,-1 1 0 0 0,1-1-1 0 0,0 0 1 0 0,-1 0 0 0 0,1 0 0 0 0,0 1-1 0 0,0-1 1 0 0,0 0 0 0 0,0 0 0 0 0,0 0-1 0 0,0 1 1 0 0,0-1 0 0 0,0 0 0 0 0,0 0-1 0 0,1 0 1 0 0,-1 1 0 0 0,1-1 0 0 0,-1 0-1 0 0,0 0 1 0 0,1 0 0 0 0,0 0 0 0 0,-1 0-1 0 0,1 0 1 0 0,0 0 0 0 0,-1 0 0 0 0,1 0-1 0 0,0 0 1 0 0,0 0 0 0 0,0 0-1 0 0,0-1 1 0 0,0 1 0 0 0,0 0 0 0 0,0-1-1 0 0,0 1 1 0 0,0-1 0 0 0,2 2 0 0 0,4 0-828 0 0,1 0 0 0 0,-1 0 0 0 0,0-1 0 0 0,0 1 1 0 0,9-1-1 0 0,-15-1 675 0 0,15 1-5531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8.1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3081 0 0,'-2'2'539'0'0,"0"1"0"0"0,0-1 0 0 0,0 1 0 0 0,1 0 0 0 0,-1 0 0 0 0,1 0 0 0 0,-1 0 0 0 0,1 0 0 0 0,0 0 0 0 0,0 0 0 0 0,1 0 0 0 0,-1 0 0 0 0,1 0 0 0 0,-1 1 0 0 0,1-1 0 0 0,0 0 0 0 0,0 0 0 0 0,1 1 0 0 0,0 2 0 0 0,1 9 1794 0 0,1 0 1 0 0,10 27-1 0 0,-4-17-1576 0 0,7 47 320 0 0,-3 1 1 0 0,7 128-1 0 0,7 50-882 0 0,-25-245-1222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8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69 9674 0 0,'-10'4'572'0'0,"8"-4"-367"0"0,0 1 1 0 0,1-1 0 0 0,-1 1 0 0 0,0 0-1 0 0,1-1 1 0 0,-1 1 0 0 0,0 0-1 0 0,1 0 1 0 0,-1 0 0 0 0,1 0-1 0 0,-1 0 1 0 0,1 1 0 0 0,-3 2-1 0 0,6-4 37 0 0,0 1-1 0 0,0 0 0 0 0,0-1 0 0 0,0 1 0 0 0,0-1 1 0 0,0 1-1 0 0,0-1 0 0 0,0 0 0 0 0,0 0 0 0 0,0 0 1 0 0,0 0-1 0 0,0-1 0 0 0,2 1 0 0 0,163-10 4502 0 0,85 12-3410 0 0,-42 0-1114 0 0,93-1-56 0 0,339-12-251 0 0,-581 6-305 0 0,0-2 0 0 0,59-15 1 0 0,-90 14-1867 0 0,39-16 1 0 0,-52 15-4117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48 1840 0 0,'2'-4'771'0'0,"0"0"0"0"0,1 0 0 0 0,-1 1-1 0 0,1-1 1 0 0,0 1 0 0 0,0-1-1 0 0,0 1 1 0 0,1 0 0 0 0,-1 1-1 0 0,8-6 574 0 0,-10 7-1058 0 0,-1 1 0 0 0,1-1 1 0 0,0 1-1 0 0,0-1 0 0 0,-1 1 0 0 0,1-1 1 0 0,0 1-1 0 0,0 0 0 0 0,0-1 1 0 0,0 1-1 0 0,-1 0 0 0 0,1 0 0 0 0,0 0 1 0 0,0 0-1 0 0,0 0 0 0 0,0 0 1 0 0,0 0-1 0 0,0 0 0 0 0,0 0 0 0 0,-1 0 1 0 0,1 0-1 0 0,0 0 0 0 0,0 1 1 0 0,0-1-1 0 0,0 0 0 0 0,0 1 0 0 0,1 0-36 0 0,-1 0-1 0 0,0 1 1 0 0,0-1-1 0 0,0 0 1 0 0,0 1-1 0 0,0-1 1 0 0,0 1-1 0 0,0-1 1 0 0,-1 1-1 0 0,1 0 1 0 0,-1-1-1 0 0,1 1 1 0 0,0 2 0 0 0,1 9 82 0 0,0 0 0 0 0,-1 0 0 0 0,-1 13 0 0 0,0-21-58 0 0,-5 186 952 0 0,2 83-750 0 0,5-224-431 0 0,3 0 0 0 0,2 0 0 0 0,19 71-1 0 0,-23-109-40 0 0,0-6-199 0 0,-1 1-1 0 0,0 0 1 0 0,0 0 0 0 0,-1 0-1 0 0,0 0 1 0 0,0 0-1 0 0,-1 0 1 0 0,0 0-1 0 0,0 0 1 0 0,-2 11 0 0 0,0-12-516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9.3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16 6913 0 0,'-12'-15'12060'0'0,"11"15"-11823"0"0,-11 7 3251 0 0,0 4-3685 0 0,6-4 331 0 0,-16 21 759 0 0,22-28-877 0 0,0 1-1 0 0,0-1 1 0 0,-1 0 0 0 0,1 1 0 0 0,0-1-1 0 0,0 1 1 0 0,0-1 0 0 0,0 1 0 0 0,0-1-1 0 0,0 1 1 0 0,0-1 0 0 0,0 0 0 0 0,0 1-1 0 0,0-1 1 0 0,0 1 0 0 0,0-1 0 0 0,0 1-1 0 0,0-1 1 0 0,1 1 0 0 0,-1-1 0 0 0,0 0-1 0 0,0 1 1 0 0,0-1 0 0 0,1 0 0 0 0,-1 1-1 0 0,1 0-3 0 0,0 0-1 0 0,0-1 1 0 0,0 1-1 0 0,0-1 1 0 0,0 1-1 0 0,1-1 0 0 0,-1 1 1 0 0,0-1-1 0 0,0 0 1 0 0,0 1-1 0 0,0-1 1 0 0,1 0-1 0 0,-1 0 1 0 0,1 0-1 0 0,76-3-185 0 0,-65 1 120 0 0,0 1 1 0 0,1 0 0 0 0,-1 1 0 0 0,0 0 0 0 0,1 1-1 0 0,-1 1 1 0 0,22 5 0 0 0,-34-7 42 0 0,-1 1 0 0 0,1-1 0 0 0,0 0 0 0 0,-1 0 0 0 0,1 1 0 0 0,0-1 1 0 0,-1 1-1 0 0,1-1 0 0 0,-1 0 0 0 0,1 1 0 0 0,-1-1 0 0 0,1 1 0 0 0,-1-1 0 0 0,1 1 0 0 0,-1 0 0 0 0,0-1 0 0 0,1 1 0 0 0,-1-1 0 0 0,0 1 1 0 0,1 0-1 0 0,-1-1 0 0 0,0 1 0 0 0,0 0 0 0 0,0-1 0 0 0,0 1 0 0 0,1 0 0 0 0,-1 0 0 0 0,0-1 0 0 0,0 1 0 0 0,0 0 0 0 0,0-1 0 0 0,-1 1 1 0 0,1 0-1 0 0,0-1 0 0 0,0 1 0 0 0,0 0 0 0 0,-1-1 0 0 0,1 1 0 0 0,0 0 0 0 0,0-1 0 0 0,-1 1 0 0 0,1 0 0 0 0,-1-1 0 0 0,1 1 0 0 0,0-1 1 0 0,-1 1-1 0 0,1-1 0 0 0,-1 1 0 0 0,-1 0 0 0 0,-28 29-274 0 0,26-26 260 0 0,-53 43-179 0 0,27-23 175 0 0,1 0 1 0 0,2 2 0 0 0,-24 30-1 0 0,50-56 33 0 0,0 1-1 0 0,1-1 0 0 0,-1 1 0 0 0,1-1 1 0 0,-1 1-1 0 0,1-1 0 0 0,-1 1 0 0 0,1-1 1 0 0,-1 1-1 0 0,1 0 0 0 0,0-1 0 0 0,-1 1 1 0 0,1 0-1 0 0,0 0 0 0 0,0-1 0 0 0,-1 1 1 0 0,1 0-1 0 0,0 0 0 0 0,0-1 0 0 0,0 1 0 0 0,0 0 1 0 0,0 0-1 0 0,0-1 0 0 0,0 1 0 0 0,0 0 1 0 0,0 0-1 0 0,1-1 0 0 0,-1 1 0 0 0,0 0 1 0 0,0-1-1 0 0,1 1 0 0 0,-1 0 0 0 0,0-1 1 0 0,1 1-1 0 0,-1 0 0 0 0,0-1 0 0 0,1 1 1 0 0,-1 0-1 0 0,1-1 0 0 0,-1 1 0 0 0,1-1 1 0 0,0 1-1 0 0,-1-1 0 0 0,1 0 0 0 0,0 1 0 0 0,-1-1 1 0 0,1 1-1 0 0,0-1 0 0 0,-1 0 0 0 0,1 0 1 0 0,0 1-1 0 0,-1-1 0 0 0,1 0 0 0 0,0 0 1 0 0,0 0-1 0 0,-1 0 0 0 0,1 0 0 0 0,1 0 1 0 0,9 2 13 0 0,0-1 0 0 0,1 0 0 0 0,14-1 0 0 0,-8 0-7 0 0,-8 0-18 0 0,-1 2 0 0 0,1-1 0 0 0,-1 1 0 0 0,1 1 0 0 0,-1 0 0 0 0,12 5 0 0 0,-19-8-17 0 0,0 1 0 0 0,-1 0 0 0 0,1 0 0 0 0,-1-1 0 0 0,1 1 0 0 0,-1 0 0 0 0,1 1 0 0 0,-1-1 0 0 0,0 0 0 0 0,1 0 0 0 0,-1 0 0 0 0,0 1 0 0 0,0-1 0 0 0,0 1 0 0 0,0-1 0 0 0,0 1 0 0 0,0-1 0 0 0,0 1 0 0 0,-1 0 0 0 0,1-1 0 0 0,-1 1 0 0 0,1 0 0 0 0,-1-1 0 0 0,1 1 0 0 0,-1 0 0 0 0,0 0 0 0 0,0 0 0 0 0,0-1 0 0 0,0 1 0 0 0,0 0 0 0 0,0 0 0 0 0,-1-1 1 0 0,1 1-1 0 0,-1 0 0 0 0,1 0 0 0 0,-1-1 0 0 0,1 1 0 0 0,-1 0 0 0 0,0-1 0 0 0,-1 3 0 0 0,-3 3-429 0 0,1 1 0 0 0,-1-2 0 0 0,0 1 0 0 0,-12 12 0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09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1783 1 11058 0 0,'-8'22'1824'0'0,"2"1"-1"0"0,1-1 1 0 0,1 1-1 0 0,0 1 1 0 0,1 27-1 0 0,0-18-1217 0 0,0 39-126 0 0,3 0 1 0 0,4 0-1 0 0,2-1 1 0 0,4 0-1 0 0,2 0 1 0 0,44 134-1 0 0,-33-145-309 0 0,-16-45-367 0 0,-1 0-1 0 0,0 0 1 0 0,-1 1 0 0 0,-1-1 0 0 0,0 1 0 0 0,2 30-1 0 0,-6-46 185 0 0,0 1-1 0 0,0-1 1 0 0,0 0-1 0 0,0 0 1 0 0,0 0-1 0 0,1 1 0 0 0,-1-1 1 0 0,0 0-1 0 0,0 0 1 0 0,0 0-1 0 0,0 1 1 0 0,0-1-1 0 0,0 0 1 0 0,1 0-1 0 0,-1 0 0 0 0,0 0 1 0 0,0 1-1 0 0,0-1 1 0 0,1 0-1 0 0,-1 0 1 0 0,0 0-1 0 0,0 0 1 0 0,0 0-1 0 0,1 0 0 0 0,-1 0 1 0 0,0 1-1 0 0,0-1 1 0 0,0 0-1 0 0,1 0 1 0 0,-1 0-1 0 0,0 0 1 0 0,0 0-1 0 0,1 0 0 0 0,-1 0 1 0 0,0 0-1 0 0,0 0 1 0 0,1-1-1 0 0,-1 1 6 0 0,1 0-1 0 0,-1 0 1 0 0,0 0-1 0 0,1 0 1 0 0,-1 0 0 0 0,0 0-1 0 0,0 0 1 0 0,1 0-1 0 0,-1 0 1 0 0,0 0-1 0 0,1 0 1 0 0,-1 1-1 0 0,0-1 1 0 0,1 0-1 0 0,-1 0 1 0 0,0 0 0 0 0,0 0-1 0 0,1 0 1 0 0,-1 1-1 0 0,0-1 1 0 0,0 0-1 0 0,1 0 1 0 0,-1 0-1 0 0,0 1 1 0 0,0-1 0 0 0,0 0-1 0 0,1 0 1 0 0,-1 1-1 0 0,0-1 1 0 0,0 0-1 0 0,0 0 1 0 0,0 1-1 0 0,0-1 1 0 0,1 0-1 0 0,-1 1 1 0 0,0-1 0 0 0,0 1-1 0 0,0 0 8 0 0,0 0-1 0 0,0 0 1 0 0,0 0-1 0 0,0 0 1 0 0,-1 0-1 0 0,1 0 1 0 0,0 0-1 0 0,0 0 1 0 0,-1 0-1 0 0,1 0 1 0 0,-1 0-1 0 0,1 0 0 0 0,-1 0 1 0 0,1 0-1 0 0,-1 0 1 0 0,0 0-1 0 0,1 0 1 0 0,-1 0-1 0 0,0-1 1 0 0,0 1-1 0 0,0 0 1 0 0,1-1-1 0 0,-1 1 1 0 0,0 0-1 0 0,0-1 1 0 0,0 1-1 0 0,0-1 1 0 0,-1 1-1 0 0,-38 8 137 0 0,-39 0-54 0 0,0-3-1 0 0,0-4 1 0 0,0-4-1 0 0,-81-11 0 0 0,70 4-352 0 0,0 4 1 0 0,-103 9-1 0 0,-179 31-647 0 0,327-30 909 0 0,-52 4 169 0 0,16-1-87 0 0,-127 28 1 0 0,169-26 184 0 0,-63 7 0 0 0,41-15-7074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0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33 4145 0 0,'-1'0'-37'0'0,"-41"-29"15044"0"0,41 25-14422 0 0,23 17 3240 0 0,-3 7-3561 0 0,0 1 0 0 0,-1 1 0 0 0,-1 0 0 0 0,-1 2 0 0 0,19 35-1 0 0,51 135 144 0 0,-6-13-381 0 0,-74-168-322 0 0,1 0-1 0 0,1 0 0 0 0,0 0 1 0 0,1-1-1 0 0,0-1 0 0 0,1 1 0 0 0,15 12 1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1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 7370 0 0,'6'-15'6637'0'0,"-6"15"-6430"0"0,1-1 1 0 0,-1 1-1 0 0,1 0 0 0 0,-1 0 1 0 0,1 0-1 0 0,0-1 1 0 0,1 0 242 0 0,0 0 0 0 0,0 0 1 0 0,1 0-1 0 0,-1 0 0 0 0,0 1 0 0 0,0-1 1 0 0,0 1-1 0 0,1-1 0 0 0,3 1 1 0 0,-1 1-233 0 0,0 0 0 0 0,0 1 0 0 0,0 0 0 0 0,0 0 0 0 0,0 1 0 0 0,0 0 0 0 0,0-1 0 0 0,-1 1 0 0 0,1 1 0 0 0,-1-1 0 0 0,0 1 0 0 0,0 0 0 0 0,0 0 0 0 0,3 4 0 0 0,9 12 149 0 0,21 36-1 0 0,-32-48-207 0 0,57 95 541 0 0,36 55 160 0 0,-23-59-4550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1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167 129 7370 0 0,'-2'-42'454'0'0,"2"34"608"0"0,0-1-1 0 0,0 0 1 0 0,-1 0 0 0 0,0 0-1 0 0,0 0 1 0 0,-1 1-1 0 0,-4-12 1 0 0,6 20-966 0 0,0 0 1 0 0,0-1-1 0 0,0 1 1 0 0,-1 0 0 0 0,1-1-1 0 0,0 1 1 0 0,0 0-1 0 0,0-1 1 0 0,-1 1-1 0 0,1 0 1 0 0,0 0-1 0 0,-1-1 1 0 0,1 1-1 0 0,0 0 1 0 0,0 0 0 0 0,-1 0-1 0 0,1 0 1 0 0,0-1-1 0 0,-1 1 1 0 0,1 0-1 0 0,0 0 1 0 0,-1 0-1 0 0,1 0 1 0 0,0 0-1 0 0,-1 0 1 0 0,1 0 0 0 0,-1 0-1 0 0,1 0 1 0 0,0 0-1 0 0,-1 0 1 0 0,1 0-1 0 0,0 0 1 0 0,-1 0-1 0 0,1 0 1 0 0,-1 0-1 0 0,-14 11 1599 0 0,-8 20-559 0 0,22-30-1019 0 0,-14 21 73 0 0,0 0 0 0 0,2 1 0 0 0,1 0 0 0 0,1 1 1 0 0,1 0-1 0 0,1 1 0 0 0,-7 30 0 0 0,16-53-164 0 0,-1 0 1 0 0,1 0-1 0 0,-1 1 0 0 0,1-1 0 0 0,0 0 0 0 0,0 0 0 0 0,0 0 0 0 0,0 0 1 0 0,0 0-1 0 0,1 0 0 0 0,-1 1 0 0 0,1-1 0 0 0,-1 0 0 0 0,1 0 1 0 0,0 0-1 0 0,-1 0 0 0 0,1 0 0 0 0,0 0 0 0 0,1-1 0 0 0,-1 1 1 0 0,0 0-1 0 0,0 0 0 0 0,3 1 0 0 0,-1-1 14 0 0,-1-1-1 0 0,1 1 1 0 0,0-1 0 0 0,0 0 0 0 0,0 0-1 0 0,0 0 1 0 0,-1 0 0 0 0,1-1-1 0 0,1 1 1 0 0,-1-1 0 0 0,0 1-1 0 0,0-1 1 0 0,0 0 0 0 0,4-1-1 0 0,10-1 129 0 0,-1-1 0 0 0,1-1 0 0 0,-1-1 0 0 0,26-10 0 0 0,7-8-18 0 0,67-43 0 0 0,-32 17-1043 0 0,-49 30 151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1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 4609 0 0,'-20'9'15347'0'0,"38"5"-14041"0"0,-9-6-1183 0 0,0 0-1 0 0,0 1 1 0 0,-1 0 0 0 0,0 0-1 0 0,-1 1 1 0 0,0 0 0 0 0,0 1 0 0 0,-1-1-1 0 0,0 1 1 0 0,-1 1 0 0 0,7 22-1 0 0,-3 1 501 0 0,-2 1-1 0 0,5 59 0 0 0,-3-20-322 0 0,-8-69-299 0 0,0 0-1 0 0,0-1 1 0 0,1 1 0 0 0,0-1-1 0 0,0 1 1 0 0,0-1-1 0 0,0 1 1 0 0,1-1-1 0 0,6 9 1 0 0,-8-13-2 0 0,0 0 1 0 0,0 0-1 0 0,0 0 1 0 0,0 0-1 0 0,0 0 1 0 0,0 0-1 0 0,0 0 0 0 0,0-1 1 0 0,1 1-1 0 0,-1 0 1 0 0,0-1-1 0 0,1 1 1 0 0,-1-1-1 0 0,0 0 1 0 0,1 1-1 0 0,-1-1 0 0 0,3 1 1 0 0,-2-2-2 0 0,1 1 0 0 0,-1 0-1 0 0,0-1 1 0 0,0 0 0 0 0,0 1 0 0 0,0-1 0 0 0,0 0 0 0 0,0 0 0 0 0,0 0-1 0 0,0 0 1 0 0,0 0 0 0 0,-1 0 0 0 0,1-1 0 0 0,0 1 0 0 0,1-3 0 0 0,31-29-800 0 0,-13 12-657 0 0,1 1 0 0 0,29-20 0 0 0,-22 18-1884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2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1 2761 0 0,'-29'12'3797'0'0,"24"-11"-2637"0"0,1 0 0 0 0,-1 1 0 0 0,1 0 0 0 0,0 0 1 0 0,0 0-1 0 0,0 0 0 0 0,0 0 0 0 0,0 1 0 0 0,0 0 0 0 0,-4 4 0 0 0,21 9 2816 0 0,1 0-3354 0 0,-8-5-395 0 0,-1 0 0 0 0,-1 1 0 0 0,1-1 0 0 0,-2 1 0 0 0,1 0 0 0 0,-2 0 0 0 0,3 20 0 0 0,-3 7 120 0 0,-3 43 1 0 0,0-55-859 0 0,0-1 1 0 0,2 1-1 0 0,1 0 0 0 0,7 34 0 0 0,-5-45-270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2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 9674 0 0,'3'-12'12863'0'0,"13"51"-12083"0"0,-1 1 0 0 0,-3 1 0 0 0,15 78 0 0 0,15 55-2152 0 0,-37-162 95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2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57 4609 0 0,'-3'-23'148'0'0,"2"21"384"0"0,0-1 1 0 0,1 1-1 0 0,-1-1 1 0 0,0 1-1 0 0,-1-1 1 0 0,1 1-1 0 0,0 0 1 0 0,-1 0-1 0 0,-2-4 1 0 0,3 5-323 0 0,1 1 0 0 0,-1-1-1 0 0,1 1 1 0 0,-1-1 0 0 0,0 1 0 0 0,1-1 0 0 0,-1 1 0 0 0,0 0-1 0 0,1-1 1 0 0,-1 1 0 0 0,0 0 0 0 0,1 0 0 0 0,-1-1 0 0 0,0 1 0 0 0,0 0-1 0 0,1 0 1 0 0,-1 0 0 0 0,0 0 0 0 0,0 0 0 0 0,1 0 0 0 0,-1 0-1 0 0,0 0 1 0 0,0 0 0 0 0,0 1 0 0 0,-1-1-51 0 0,0 1 0 0 0,0 0 1 0 0,1 0-1 0 0,-1 1 0 0 0,1-1 0 0 0,-1 0 1 0 0,1 1-1 0 0,-1-1 0 0 0,1 0 0 0 0,0 1 0 0 0,0 0 1 0 0,-1-1-1 0 0,0 4 0 0 0,-5 7 206 0 0,1 1-1 0 0,1-1 1 0 0,0 1-1 0 0,1 0 1 0 0,0 0-1 0 0,1 1 1 0 0,0-1-1 0 0,1 1 1 0 0,1-1-1 0 0,0 1 1 0 0,1 0-1 0 0,1 0 1 0 0,0-1-1 0 0,0 1 1 0 0,5 16-1 0 0,-5-27-309 0 0,0-1 0 0 0,0 1 0 0 0,0-1 0 0 0,0 1 0 0 0,0-1 0 0 0,0 1 0 0 0,1-1 0 0 0,-1 0 0 0 0,1 0 0 0 0,0 0 0 0 0,-1 1 0 0 0,1-2 0 0 0,0 1 0 0 0,0 0 0 0 0,1 0 0 0 0,-1-1 0 0 0,0 1 0 0 0,0-1 0 0 0,1 1 0 0 0,-1-1 0 0 0,1 0 0 0 0,-1 0 0 0 0,1 0 0 0 0,4 0 0 0 0,-3 0-175 0 0,0-1 0 0 0,-1 0 0 0 0,1 0 0 0 0,0 0 0 0 0,0-1 0 0 0,-1 1 0 0 0,6-2 0 0 0,27-13-6251 0 0,-15 3-1116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3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277 194 2761 0 0,'-11'0'213'0'0,"0"0"1"0"0,0 1-1 0 0,0 1 1 0 0,0 0-1 0 0,0 0 0 0 0,0 1 1 0 0,-17 7-1 0 0,6-3 105 0 0,-35 13 670 0 0,1-2 1646 0 0,19-7 2285 0 0,77-16 1174 0 0,36 7-4633 0 0,-2 0-863 0 0,188-23 748 0 0,10 0-1071 0 0,-220 19-257 0 0,389-18 136 0 0,-330 10-280 0 0,212-50 1 0 0,-255 43-314 0 0,-1-3 0 0 0,116-51 0 0 0,-174 65-965 0 0,-8 2 75 0 0,-20 1-1055 0 0,-31 7-905 0 0,-18 10 8405 0 0,72 13-3545 0 0,-4-23-1015 0 0,2 10-219 0 0,0-1 0 0 0,0 1 0 0 0,2-1 0 0 0,0 1 0 0 0,0-1 0 0 0,7 14 0 0 0,-8-22-312 0 0,-1-1 0 0 0,1 1-1 0 0,0-1 1 0 0,0 0-1 0 0,0 1 1 0 0,1-1 0 0 0,0-1-1 0 0,-1 1 1 0 0,1 0-1 0 0,1-1 1 0 0,-1 0 0 0 0,0 0-1 0 0,1 0 1 0 0,-1-1 0 0 0,1 1-1 0 0,0-1 1 0 0,0 0-1 0 0,0-1 1 0 0,7 2 0 0 0,-8-2-5 0 0,-1-1 0 0 0,0 1 1 0 0,1-1-1 0 0,-1 0 1 0 0,0-1-1 0 0,1 1 0 0 0,-1 0 1 0 0,1-1-1 0 0,-1 0 1 0 0,0 0-1 0 0,0 0 0 0 0,1 0 1 0 0,-1 0-1 0 0,0-1 1 0 0,0 1-1 0 0,0-1 0 0 0,0 0 1 0 0,-1 0-1 0 0,1 0 1 0 0,0 0-1 0 0,-1-1 0 0 0,0 1 1 0 0,1-1-1 0 0,-1 1 1 0 0,0-1-1 0 0,0 0 0 0 0,0 0 1 0 0,-1 0-1 0 0,1 0 0 0 0,-1 0 1 0 0,0 0-1 0 0,2-5 1 0 0,-1 1-11 0 0,1 0 0 0 0,-1-1 0 0 0,0 1 1 0 0,-1-1-1 0 0,0 0 0 0 0,0 0 0 0 0,-1 1 1 0 0,0-1-1 0 0,0 0 0 0 0,-1 0 0 0 0,1 1 1 0 0,-2-1-1 0 0,-2-9 0 0 0,2 10 4 0 0,-1 1 0 0 0,-1-1 0 0 0,1 1-1 0 0,-1-1 1 0 0,0 1 0 0 0,-7-8 0 0 0,11 13-8 0 0,-1 1 1 0 0,1-1 0 0 0,-1 0 0 0 0,0 0-1 0 0,0 0 1 0 0,1 1 0 0 0,-1-1-1 0 0,0 0 1 0 0,0 1 0 0 0,0-1-1 0 0,0 1 1 0 0,0-1 0 0 0,0 1 0 0 0,1-1-1 0 0,-1 1 1 0 0,0 0 0 0 0,0 0-1 0 0,-1-1 1 0 0,1 1 0 0 0,0 0 0 0 0,0 0-1 0 0,0 0 1 0 0,0 0 0 0 0,0 0-1 0 0,0 0 1 0 0,0 0 0 0 0,0 1 0 0 0,0-1-1 0 0,0 0 1 0 0,0 0 0 0 0,0 1-1 0 0,0-1 1 0 0,0 1 0 0 0,0-1 0 0 0,0 1-1 0 0,1-1 1 0 0,-1 1 0 0 0,0-1-1 0 0,0 1 1 0 0,0 0 0 0 0,1 0-1 0 0,-1-1 1 0 0,0 1 0 0 0,1 0 0 0 0,-1 0-1 0 0,0 0 1 0 0,1 0 0 0 0,0 0-1 0 0,-1 0 1 0 0,1 0 0 0 0,-1 0 0 0 0,1 1-1 0 0,-6 10 11 0 0,1 0-1 0 0,0 1 0 0 0,1-1 1 0 0,1 1-1 0 0,0 0 0 0 0,1 0 1 0 0,0 0-1 0 0,1 0 1 0 0,0 0-1 0 0,1 0 0 0 0,1 0 1 0 0,0 0-1 0 0,1 0 1 0 0,0 0-1 0 0,1 0 0 0 0,7 22 1 0 0,4-14-245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4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163 278 5529 0 0,'-40'-9'978'0'0,"26"6"-724"0"0,0 0-1 0 0,-22-3 1 0 0,33 6 24 0 0,-1 0 0 0 0,1 0 0 0 0,-1 0 0 0 0,1 0 0 0 0,-1 1 0 0 0,1-1 0 0 0,-1 1-1 0 0,1 0 1 0 0,-1 0 0 0 0,1 0 0 0 0,0 1 0 0 0,-1-1 0 0 0,1 1 0 0 0,0 0 0 0 0,-5 7 3793 0 0,9-8-4003 0 0,10 0 1472 0 0,18-4-876 0 0,-28 3-490 0 0,286-54 2591 0 0,15-2-2382 0 0,170 22 77 0 0,3 30-365 0 0,173-8-1017 0 0,-637 11 940 0 0,63-5 337 0 0,-67 5-277 0 0,-1 0-1 0 0,0-1 0 0 0,0 1 1 0 0,0-1-1 0 0,0-1 1 0 0,0 1-1 0 0,0-1 0 0 0,10-6 1 0 0,-16 9-82 0 0,0 0 1 0 0,1 0-1 0 0,-1-1 0 0 0,0 1 1 0 0,0 0-1 0 0,1 0 1 0 0,-1 0-1 0 0,0 0 1 0 0,0-1-1 0 0,0 1 0 0 0,0 0 1 0 0,1 0-1 0 0,-1 0 1 0 0,0-1-1 0 0,0 1 1 0 0,0 0-1 0 0,0 0 1 0 0,0-1-1 0 0,0 1 0 0 0,0 0 1 0 0,0 0-1 0 0,1-1 1 0 0,-1 1-1 0 0,0 0 1 0 0,0-1-1 0 0,0 1 1 0 0,0 0-1 0 0,0 0 0 0 0,0-1 1 0 0,-1 1-1 0 0,1 0 1 0 0,0 0-1 0 0,0-1 1 0 0,0 1-1 0 0,0 0 0 0 0,0 0 1 0 0,0-1-1 0 0,0 1 1 0 0,0 0-1 0 0,-1 0 1 0 0,1-1-1 0 0,0 1 1 0 0,0 0-1 0 0,0 0 0 0 0,-1-1 1 0 0,-16-7-465 0 0,-21-2-937 0 0,-4-1-775 0 0,35 8 1700 0 0,0 0 1 0 0,-1 1-1 0 0,0 0 0 0 0,1 1 0 0 0,-1-1 0 0 0,0 1 1 0 0,0 1-1 0 0,0 0 0 0 0,1 0 0 0 0,-1 0 0 0 0,-10 2 1 0 0,16 0 839 0 0,0-1 0 0 0,0 1 0 0 0,0-1 0 0 0,1 1 0 0 0,-1 0 0 0 0,0 0 0 0 0,1 0 0 0 0,-1 0 0 0 0,1 0 0 0 0,-1 0 0 0 0,1 0 0 0 0,0 0 0 0 0,0 0 0 0 0,0 1 0 0 0,0-1 0 0 0,1 0 0 0 0,-1 1 0 0 0,0-1 0 0 0,1 1 0 0 0,0-1 1 0 0,-1 6-1 0 0,0 4 373 0 0,1 0 0 0 0,0 0 0 0 0,1 14 0 0 0,0-21-705 0 0,-1 0 0 0 0,1 0 1 0 0,0-1-1 0 0,1 1 1 0 0,-1 0-1 0 0,1-1 1 0 0,0 1-1 0 0,0-1 1 0 0,0 1-1 0 0,1-1 1 0 0,-1 0-1 0 0,1 0 0 0 0,0 0 1 0 0,1 0-1 0 0,-1-1 1 0 0,0 1-1 0 0,6 3 1 0 0,-6-5-13 0 0,0-1 0 0 0,0 1 0 0 0,-1-1 0 0 0,1 0 0 0 0,0 0 0 0 0,0 0 0 0 0,0 0 0 0 0,0-1 0 0 0,0 1 0 0 0,0-1 0 0 0,1 0 0 0 0,-1 0 0 0 0,0 0 0 0 0,0 0 0 0 0,0-1 0 0 0,0 1 0 0 0,0-1 1 0 0,0 1-1 0 0,0-1 0 0 0,0 0 0 0 0,0 0 0 0 0,-1-1 0 0 0,1 1 0 0 0,0-1 0 0 0,0 1 0 0 0,-1-1 0 0 0,1 0 0 0 0,2-3 0 0 0,0 2-15 0 0,-1-1 1 0 0,-1 0-1 0 0,1-1 0 0 0,-1 1 1 0 0,1 0-1 0 0,-1-1 0 0 0,0 0 1 0 0,-1 0-1 0 0,1 0 1 0 0,-1 0-1 0 0,0 0 0 0 0,0 0 1 0 0,-1-1-1 0 0,1 1 0 0 0,-1 0 1 0 0,0-1-1 0 0,-1 1 0 0 0,0-12 1 0 0,0 11-9 0 0,0 0 1 0 0,-1-1 0 0 0,0 1-1 0 0,0-1 1 0 0,0 1-1 0 0,-1 0 1 0 0,0 0 0 0 0,0 0-1 0 0,-1 0 1 0 0,1 0 0 0 0,-1 0-1 0 0,-1 1 1 0 0,1 0-1 0 0,-1-1 1 0 0,0 1 0 0 0,-7-6-1 0 0,11 10 6 0 0,-1 0-1 0 0,0 0 0 0 0,0 1 1 0 0,0-1-1 0 0,0 0 0 0 0,0 1 1 0 0,0-1-1 0 0,0 0 0 0 0,0 1 0 0 0,0 0 1 0 0,0-1-1 0 0,0 1 0 0 0,-1 0 1 0 0,1-1-1 0 0,0 1 0 0 0,0 0 1 0 0,0 0-1 0 0,0 0 0 0 0,-1 0 1 0 0,1 0-1 0 0,0 0 0 0 0,-2 1 1 0 0,1 0-1 0 0,-1 0 0 0 0,1 0 0 0 0,0 0 0 0 0,0 0 1 0 0,0 0-1 0 0,0 1 0 0 0,1-1 0 0 0,-1 1 0 0 0,0-1 1 0 0,0 1-1 0 0,-1 2 0 0 0,-5 7-46 0 0,1 0 0 0 0,0 0 1 0 0,-8 18-1 0 0,8-16-93 0 0,-1 4-264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6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14283 0 0,'-1'1'277'0'0,"1"0"0"0"0,-1-1 0 0 0,0 1 0 0 0,1 0 0 0 0,-1 0 0 0 0,1-1 1 0 0,-1 1-1 0 0,1 0 0 0 0,-1 0 0 0 0,1 0 0 0 0,0 0 0 0 0,-1 0 0 0 0,1 0 0 0 0,0 0 0 0 0,0-1 0 0 0,0 1 0 0 0,0 0 0 0 0,0 0 0 0 0,0 0 0 0 0,0 0 0 0 0,0 2 1 0 0,1 26 305 0 0,0-24-142 0 0,17 157 1497 0 0,-2-26-2376 0 0,-12-44-5461 0 0,-4-73-1415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8:16.6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43 7834 0 0,'-3'-4'5218'0'0,"2"4"-5132"0"0,17-10 2828 0 0,26-8-583 0 0,-28 15-1797 0 0,0 0 1 0 0,-1 1 0 0 0,1 1 0 0 0,0 0 0 0 0,24 2 0 0 0,-32-1-442 0 0,0 1 0 0 0,0-1 0 0 0,1 2 0 0 0,-1-1 0 0 0,0 1 0 0 0,-1-1 0 0 0,1 2 0 0 0,0-1 0 0 0,0 1 0 0 0,-1 0 0 0 0,0 0 0 0 0,1 0 0 0 0,-1 1 0 0 0,0-1 0 0 0,4 6 0 0 0,-6-5-94 0 0,-1-1 1 0 0,0 1-1 0 0,0 0 0 0 0,0 0 1 0 0,-1 0-1 0 0,1 0 1 0 0,-1 0-1 0 0,0 0 1 0 0,-1 1-1 0 0,1-1 1 0 0,0 0-1 0 0,-1 1 1 0 0,0-1-1 0 0,0 0 1 0 0,-1 0-1 0 0,1 1 0 0 0,-1-1 1 0 0,0 0-1 0 0,0 0 1 0 0,0 0-1 0 0,0 0 1 0 0,-5 8-1 0 0,-2 7-54 0 0,0-1 0 0 0,-2-1 0 0 0,-17 25 1 0 0,17-30 48 0 0,7-8-3 0 0,0-1 0 0 0,0 0 1 0 0,0 1-1 0 0,0-1 0 0 0,1 1 0 0 0,0 0 0 0 0,0 0 0 0 0,0 0 0 0 0,-2 4 0 0 0,7-8-34 0 0,0 0 0 0 0,0 0 1 0 0,0 0-1 0 0,0-1 0 0 0,0 0 1 0 0,0 1-1 0 0,0-1 0 0 0,0 0 1 0 0,0-1-1 0 0,-1 1 0 0 0,4-2 1 0 0,-1 1-18 0 0,10-3 6 0 0,0 0 0 0 0,1 1 1 0 0,0 0-1 0 0,0 2 0 0 0,0-1 0 0 0,32 2 1 0 0,-39 1 30 0 0,0 0 1 0 0,1 1 0 0 0,-1 1 0 0 0,0 0-1 0 0,0 0 1 0 0,0 0 0 0 0,-1 1-1 0 0,1 1 1 0 0,-1 0 0 0 0,1 0-1 0 0,-1 0 1 0 0,0 1 0 0 0,12 10 0 0 0,-17-13 41 0 0,0 1 0 0 0,0 0 1 0 0,0 1-1 0 0,-1-1 0 0 0,1 0 0 0 0,-1 1 1 0 0,0-1-1 0 0,0 1 0 0 0,0 0 1 0 0,0-1-1 0 0,0 1 0 0 0,-1 0 1 0 0,0 0-1 0 0,0 0 0 0 0,0 0 1 0 0,0 5-1 0 0,-1-2 55 0 0,0-1-1 0 0,0 1 1 0 0,-1-1-1 0 0,0 1 1 0 0,0-1-1 0 0,-1 0 1 0 0,0 1 0 0 0,0-1-1 0 0,-5 10 1 0 0,2-5 46 0 0,-2 0 0 0 0,0 0 0 0 0,0 0 0 0 0,-1-1 0 0 0,0 0 0 0 0,-1 0 0 0 0,0-1 0 0 0,0 0 0 0 0,-21 14 0 0 0,22-18-244 0 0,-1 0 0 0 0,0 0 0 0 0,0-1 1 0 0,0 0-1 0 0,0-1 0 0 0,0 0 0 0 0,-1 0 0 0 0,-16 2 0 0 0,6-4-7947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4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82 13363 0 0,'-3'-38'4113'0'0,"4"34"-3554"0"0,-1 0-1 0 0,0 0 0 0 0,0-1 0 0 0,0 1 0 0 0,-1 0 0 0 0,0 0 0 0 0,0-1 0 0 0,-2-5 0 0 0,1 49 616 0 0,0-25-1053 0 0,-9 448 860 0 0,17-365-1466 0 0,5 1 0 0 0,39 164 0 0 0,-41-231-833 0 0,16 36 0 0 0,-13-40 358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5.3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67 12899 0 0,'-16'5'1474'0'0,"-1"-1"0"0"0,0-1 0 0 0,-22 0 0 0 0,549 15 2759 0 0,106-1-3480 0 0,-214-48-517 0 0,-5-27 3 0 0,-304 43-226 0 0,-69 11-42 0 0,-8 1-58 0 0,0 1 0 0 0,1 0 0 0 0,-1 1 0 0 0,26 1 0 0 0,-31 4-1688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5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3225 0 0,'0'4'1535'0'0,"1"0"1"0"0,-1 0 0 0 0,1 1-1 0 0,0-1 1 0 0,0 0-1 0 0,0 0 1 0 0,4 6 0 0 0,16 28 4623 0 0,1 4-5282 0 0,12 49 24 0 0,25 113 0 0 0,4 99-540 0 0,-56-255-441 0 0,9 39-73 0 0,-14-80-161 0 0,0 1 1 0 0,1-1-1 0 0,-1 1 0 0 0,2-1 0 0 0,-1 0 1 0 0,1-1-1 0 0,0 1 0 0 0,8 10 1 0 0,-3-10-3367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5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6 218 3225 0 0,'-2'-8'186'0'0,"1"1"-1"0"0,0-1 1 0 0,0 0 0 0 0,1 1 0 0 0,1-13 0 0 0,0 12 438 0 0,1-1 1 0 0,0 1-1 0 0,1 0 1 0 0,0 0-1 0 0,0 0 1 0 0,0 0-1 0 0,1 0 1 0 0,0 1-1 0 0,1 0 1 0 0,0 0-1 0 0,0 0 1 0 0,0 0-1 0 0,8-6 1 0 0,-8 8-224 0 0,1 0 0 0 0,-1 1 0 0 0,1 0 0 0 0,0 0 1 0 0,0 0-1 0 0,0 1 0 0 0,1 0 0 0 0,-1 0 0 0 0,1 0 0 0 0,0 1 0 0 0,-1 0 1 0 0,1 0-1 0 0,0 1 0 0 0,0 0 0 0 0,0 0 0 0 0,14 1 0 0 0,-17 0-320 0 0,0 0-1 0 0,0 1 1 0 0,-1-1-1 0 0,1 1 1 0 0,0 0-1 0 0,0 0 1 0 0,-1 0-1 0 0,1 0 1 0 0,0 1-1 0 0,-1-1 1 0 0,0 1-1 0 0,1 0 1 0 0,-1 0-1 0 0,0 0 1 0 0,0 1-1 0 0,0-1 1 0 0,0 1-1 0 0,0 0 0 0 0,-1 0 1 0 0,1-1-1 0 0,-1 2 1 0 0,0-1-1 0 0,0 0 1 0 0,0 0-1 0 0,0 1 1 0 0,0-1-1 0 0,-1 1 1 0 0,0 0-1 0 0,1-1 1 0 0,-1 1-1 0 0,-1 0 1 0 0,2 4-1 0 0,-2 2-68 0 0,0-1-1 0 0,0 1 0 0 0,0 0 1 0 0,-2-1-1 0 0,1 1 1 0 0,-1-1-1 0 0,0 0 1 0 0,-6 15-1 0 0,-36 75-384 0 0,25-62 98 0 0,7-12 165 0 0,-19 43-267 0 0,30-63 414 0 0,-1 0 0 0 0,0 0 0 0 0,1 0 0 0 0,0 0 0 0 0,0 0 0 0 0,1 1 0 0 0,-1-1 1 0 0,1 0-1 0 0,0 1 0 0 0,2 9 0 0 0,-2-14 7 0 0,1 0 0 0 0,-1 0 1 0 0,1 0-1 0 0,-1 1 0 0 0,1-1 0 0 0,-1 0 0 0 0,1 0 1 0 0,0 0-1 0 0,0 0 0 0 0,-1 0 0 0 0,1 0 0 0 0,0 0 1 0 0,0-1-1 0 0,0 1 0 0 0,0 0 0 0 0,0 0 0 0 0,0-1 1 0 0,0 1-1 0 0,0-1 0 0 0,1 1 0 0 0,0 0 0 0 0,2 0 23 0 0,0 0 0 0 0,-1 0 0 0 0,1-1 0 0 0,0 1 0 0 0,0-1 0 0 0,7 0 0 0 0,4-1 105 0 0,0-1 0 0 0,22-6 1 0 0,-37 8-172 0 0,122-40 569 0 0,0 0-1161 0 0,-102 36 196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6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148 305 10594 0 0,'0'0'819'0'0,"13"-31"5026"0"0,-5 1-4205 0 0,9-58-1 0 0,-15 77-1626 0 0,-1 0 0 0 0,-1 0 0 0 0,0 0 1 0 0,0 0-1 0 0,-1 1 0 0 0,0-1 0 0 0,-1 0 0 0 0,-6-20 0 0 0,7 29 14 0 0,0 0 0 0 0,0-1 1 0 0,1 1-1 0 0,-1 0 0 0 0,-1 0 0 0 0,1 0 1 0 0,0 1-1 0 0,0-1 0 0 0,-1 0 0 0 0,1 0 0 0 0,-1 1 1 0 0,0-1-1 0 0,1 1 0 0 0,-1-1 0 0 0,0 1 0 0 0,0 0 1 0 0,0 0-1 0 0,0 0 0 0 0,0 0 0 0 0,0 0 0 0 0,0 0 1 0 0,0 0-1 0 0,0 1 0 0 0,-1-1 0 0 0,1 1 0 0 0,0-1 1 0 0,0 1-1 0 0,-1 0 0 0 0,1 0 0 0 0,0 0 1 0 0,0 0-1 0 0,-1 1 0 0 0,1-1 0 0 0,0 0 0 0 0,0 1 1 0 0,0 0-1 0 0,-1-1 0 0 0,1 1 0 0 0,0 0 0 0 0,-3 2 1 0 0,-2 1 24 0 0,0 0 1 0 0,1 0 0 0 0,0 0 0 0 0,0 0 0 0 0,0 1 0 0 0,0 0 0 0 0,1 1-1 0 0,0-1 1 0 0,0 1 0 0 0,0 0 0 0 0,-4 7 0 0 0,5-5-49 0 0,0 0 0 0 0,1 1 0 0 0,0-1 1 0 0,0 1-1 0 0,1-1 0 0 0,0 1 0 0 0,0 0 0 0 0,1 0 1 0 0,0 0-1 0 0,0 0 0 0 0,1 0 0 0 0,1 0 1 0 0,-1 0-1 0 0,4 12 0 0 0,-2-9 28 0 0,2-1 1 0 0,-1 0 0 0 0,2 1-1 0 0,-1-1 1 0 0,2-1-1 0 0,-1 1 1 0 0,2-1-1 0 0,-1 0 1 0 0,1 0 0 0 0,10 10-1 0 0,-8-10-80 0 0,1-1 1 0 0,0 0-1 0 0,0 0 0 0 0,0-1 0 0 0,1-1 1 0 0,1 0-1 0 0,-1 0 0 0 0,1-1 1 0 0,15 5-1 0 0,-18-7-140 0 0,1-1 0 0 0,0-1 0 0 0,0 0 0 0 0,-1 0 0 0 0,1-1 0 0 0,0 0 0 0 0,0-1 0 0 0,0 0 0 0 0,0-1 0 0 0,0 0 0 0 0,0 0 1 0 0,16-5-1 0 0,-7 0-1268 0 0,1-2 0 0 0,-2 0 1 0 0,1-1-1 0 0,-1-1 0 0 0,19-13 1 0 0,79-69-4618 0 0,-7 6 8452 0 0,-100 83-566 0 0,-12 13 336 0 0,-20 26 2104 0 0,12-18-2361 0 0,4-6-1209 0 0,2 0-1 0 0,0 0 1 0 0,0 1-1 0 0,1 0 1 0 0,-4 23 0 0 0,6-29-633 0 0,1 1 1 0 0,1 0 0 0 0,-1 0-1 0 0,1 0 1 0 0,1 0 0 0 0,-1 0-1 0 0,1 0 1 0 0,1-1 0 0 0,0 1-1 0 0,0 0 1 0 0,3 7 0 0 0,-5-14-70 0 0,0-1 0 0 0,0 1 1 0 0,1-1-1 0 0,-1 1 0 0 0,0-1 1 0 0,0 1-1 0 0,0-1 0 0 0,1 1 0 0 0,-1-1 1 0 0,0 0-1 0 0,1 1 0 0 0,-1-1 1 0 0,0 1-1 0 0,1-1 0 0 0,-1 0 1 0 0,0 1-1 0 0,1-1 0 0 0,-1 0 0 0 0,1 1 1 0 0,-1-1-1 0 0,1 0 0 0 0,-1 0 1 0 0,1 1-1 0 0,-1-1 0 0 0,1 0 1 0 0,-1 0-1 0 0,1 0 0 0 0,-1 0 0 0 0,1 0 1 0 0,-1 0-1 0 0,1 0 0 0 0,-1 0 1 0 0,2 0-1 0 0,14-14-406 0 0,8-30 215 0 0,-22 41 247 0 0,5-14 125 0 0,-4 10 20 0 0,0-1-1 0 0,1 1 0 0 0,-1 0 0 0 0,1 0 1 0 0,1 0-1 0 0,-1 1 0 0 0,1-1 1 0 0,9-8-1 0 0,-14 15-162 0 0,1 0 1 0 0,0 0-1 0 0,-1-1 1 0 0,1 1-1 0 0,-1 0 1 0 0,1 0-1 0 0,0 0 1 0 0,-1 0-1 0 0,1 0 1 0 0,-1 0-1 0 0,1 0 1 0 0,0 0-1 0 0,-1 0 1 0 0,1 0-1 0 0,-1 0 1 0 0,1 0-1 0 0,0 0 1 0 0,-1 0-1 0 0,1 0 1 0 0,-1 1-1 0 0,1-1 1 0 0,-1 0-1 0 0,1 0 1 0 0,0 1-1 0 0,-1-1 1 0 0,1 0-1 0 0,-1 1 1 0 0,0-1-1 0 0,1 1 1 0 0,-1-1-1 0 0,1 1 1 0 0,-1-1-1 0 0,0 1 1 0 0,1-1-1 0 0,-1 1 1 0 0,0-1-1 0 0,1 1 0 0 0,-1-1 1 0 0,0 2-1 0 0,14 27 451 0 0,-11-22-363 0 0,16 34 67 0 0,27 42-1 0 0,-35-67-156 0 0,0-1-1 0 0,0 1 0 0 0,2-2 1 0 0,0 0-1 0 0,18 16 1 0 0,-31-30-11 0 0,0 0 0 0 0,0-1 0 0 0,0 1 0 0 0,0-1 0 0 0,0 1 0 0 0,-1-1 0 0 0,1 1 0 0 0,0-1 0 0 0,0 1 0 0 0,0-1 0 0 0,0 1 0 0 0,0-1 1 0 0,0 1-1 0 0,1-1 0 0 0,-1 1 0 0 0,0 0 0 0 0,0-1 0 0 0,0 1 0 0 0,0-1 0 0 0,1 1 0 0 0,-1-1 0 0 0,0 1 0 0 0,0 0 0 0 0,1-1 0 0 0,-1 1 0 0 0,0 0 1 0 0,0-1-1 0 0,1 1 0 0 0,-1 0 0 0 0,1-1 0 0 0,-1 1 0 0 0,0 0 0 0 0,1-1 0 0 0,-1 1 0 0 0,1 0 0 0 0,-1 0 0 0 0,0 0 0 0 0,1-1 0 0 0,-1 1 0 0 0,1 0 0 0 0,-1 0 1 0 0,1 0-1 0 0,-1 0 0 0 0,1 0 0 0 0,-1 0 0 0 0,1 0 0 0 0,-1 0 0 0 0,1 0 0 0 0,-1 0 0 0 0,0 0 0 0 0,1 0 0 0 0,-1 0 0 0 0,1 1 0 0 0,-1-1 0 0 0,1 0 1 0 0,-1 0-1 0 0,1 0 0 0 0,-1 1 0 0 0,0-1 0 0 0,1 0 0 0 0,-1 0 0 0 0,0 1 0 0 0,1-1 0 0 0,-1 0 0 0 0,0 1 0 0 0,1-1 0 0 0,-1 1 0 0 0,0-1 0 0 0,1 1 1 0 0,-7-45 302 0 0,5 36-257 0 0,-7-38 123 0 0,-2-14-698 0 0,-5-89-1 0 0,15 110-164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8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17508 0 0,'0'1'122'0'0,"0"0"0"0"0,-1 0 0 0 0,1-1 1 0 0,-1 1-1 0 0,1 0 0 0 0,0 0 0 0 0,-1-1 1 0 0,1 1-1 0 0,0 0 0 0 0,0 0 0 0 0,0 0 1 0 0,0-1-1 0 0,0 1 0 0 0,0 0 0 0 0,0 0 0 0 0,0 0 1 0 0,0 0-1 0 0,0-1 0 0 0,0 1 0 0 0,0 0 1 0 0,1 0-1 0 0,-1 0 0 0 0,0-1 0 0 0,0 1 1 0 0,2 1-1 0 0,12 29 849 0 0,-7-16-302 0 0,16 50 708 0 0,26 115-1 0 0,-3 71-1302 0 0,-42-226-70 0 0,-2-8-507 0 0,2-1-1 0 0,0 0 1 0 0,1 0 0 0 0,0 0-1 0 0,9 16 1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8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6449 0 0,'1'11'18534'0'0,"14"8"-18271"0"0,21 28 233 0 0,-36-47-502 0 0,0 1 0 0 0,-1-1 1 0 0,1 0-1 0 0,0 1 1 0 0,0-1-1 0 0,-1 0 0 0 0,1 1 1 0 0,0-1-1 0 0,0 0 1 0 0,-1 1-1 0 0,1-1 1 0 0,0 0-1 0 0,-1 1 0 0 0,1-1 1 0 0,0 0-1 0 0,-1 0 1 0 0,1 0-1 0 0,-1 1 1 0 0,1-1-1 0 0,0 0 0 0 0,-1 0 1 0 0,1 0-1 0 0,-1 0 1 0 0,1 0-1 0 0,0 0 1 0 0,-1 0-1 0 0,1 0 0 0 0,-1 0 1 0 0,1 0-1 0 0,-1 0 1 0 0,1 0-1 0 0,-1 0 0 0 0,-17 1-218 0 0,19-1 213 0 0,-1 0-1 0 0,1 1 0 0 0,-1-1 0 0 0,1 0 1 0 0,-1 1-1 0 0,1-1 0 0 0,-1 1 0 0 0,1-1 1 0 0,-1 1-1 0 0,0-1 0 0 0,1 1 0 0 0,-1-1 0 0 0,0 1 1 0 0,1-1-1 0 0,-1 1 0 0 0,0 0 0 0 0,0-1 1 0 0,0 1-1 0 0,1-1 0 0 0,-1 1 0 0 0,0 0 1 0 0,0-1-1 0 0,0 1 0 0 0,0-1 0 0 0,0 1 1 0 0,0 0-1 0 0,0-1 0 0 0,0 1 0 0 0,-1 0 1 0 0,0 26 115 0 0,1-22-73 0 0,-2 63 47 0 0,2 0-1 0 0,4 0 1 0 0,14 75 0 0 0,-18-138-254 0 0,1 1 1 0 0,0-1 0 0 0,0 0-1 0 0,1 0 1 0 0,-1 0 0 0 0,1 0-1 0 0,0 0 1 0 0,0-1-1 0 0,1 1 1 0 0,0 0 0 0 0,-1-1-1 0 0,2 0 1 0 0,3 6 0 0 0,-5-10-285 0 0,0 0 1 0 0,0 0 0 0 0,-1 0-1 0 0,1 0 1 0 0,0 0 0 0 0,0-1-1 0 0,-1 1 1 0 0,1 0 0 0 0,0-1-1 0 0,-1 0 1 0 0,1 1 0 0 0,0-1-1 0 0,-1 0 1 0 0,1 0 0 0 0,-1 1-1 0 0,1-1 1 0 0,-1-1 0 0 0,0 1-1 0 0,1 0 1 0 0,1-2 0 0 0,-3 3 412 0 0,14-13-3206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9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341 0 6913 0 0,'-3'4'933'0'0,"-1"0"-1"0"0,0 0 0 0 0,0-1 0 0 0,0 0 0 0 0,-1 0 0 0 0,1 0 0 0 0,-9 3 0 0 0,-5 5-44 0 0,-5 4 269 0 0,-112 81 1405 0 0,119-82-2224 0 0,0 0 0 0 0,0 1 0 0 0,2 0 0 0 0,-1 1 0 0 0,-18 30-1 0 0,31-43-254 0 0,0-1 1 0 0,1 0-1 0 0,0 1 0 0 0,-1 0 0 0 0,1-1 0 0 0,0 1 0 0 0,0 0 0 0 0,1-1 0 0 0,-1 1 0 0 0,0 0 0 0 0,1 0 0 0 0,0 0 0 0 0,-1-1 0 0 0,1 1 0 0 0,0 0 0 0 0,1 0 0 0 0,-1 0 0 0 0,0 0 0 0 0,1-1 0 0 0,0 1 0 0 0,0 0 0 0 0,0 0 0 0 0,0-1 0 0 0,0 1 0 0 0,0 0 0 0 0,0-1 0 0 0,4 4 0 0 0,-2-2-26 0 0,1 0 0 0 0,0 0 0 0 0,0 0-1 0 0,1-1 1 0 0,-1 0 0 0 0,1 0 0 0 0,0 0 0 0 0,-1-1 0 0 0,1 0 0 0 0,0 0 0 0 0,1 0-1 0 0,-1 0 1 0 0,10 1 0 0 0,10 1-246 0 0,-1-2 1 0 0,1-1-1 0 0,0-1 0 0 0,0-2 1 0 0,-1 0-1 0 0,1-1 0 0 0,-1-1 1 0 0,0-2-1 0 0,33-11 0 0 0,-13 2-7798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1.3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0 11058 0 0,'3'3'931'0'0,"-1"0"-1"0"0,0 0 1 0 0,0-1-1 0 0,0 2 0 0 0,0-1 1 0 0,0 0-1 0 0,-1 0 1 0 0,1 1-1 0 0,-1-1 0 0 0,1 6 1 0 0,0-1-234 0 0,-1 0 0 0 0,0 0 1 0 0,0 0-1 0 0,-1 12 0 0 0,-4 12-1598 0 0,-10 52-1 0 0,2-25 1732 0 0,9-39-847 0 0,1 1 0 0 0,1-1-1 0 0,1 1 1 0 0,0-1 0 0 0,2 1-1 0 0,7 35 1 0 0,-8-51 23 0 0,0 0 1 0 0,0 1-1 0 0,1-1 1 0 0,0 0-1 0 0,0 0 1 0 0,1 0-1 0 0,-1 0 1 0 0,1-1-1 0 0,0 1 1 0 0,0-1-1 0 0,1 1 0 0 0,-1-1 1 0 0,1 0-1 0 0,0 0 1 0 0,0-1-1 0 0,0 1 1 0 0,1-1-1 0 0,-1 0 1 0 0,1 0-1 0 0,0 0 1 0 0,0-1-1 0 0,0 0 0 0 0,0 0 1 0 0,0 0-1 0 0,0 0 1 0 0,1-1-1 0 0,-1 0 1 0 0,0 0-1 0 0,1 0 1 0 0,5-1-1 0 0,-1 0-10 0 0,-1-1 0 0 0,1 0 0 0 0,-1-1-1 0 0,0 0 1 0 0,0 0 0 0 0,0-1 0 0 0,0 0 0 0 0,14-7-1 0 0,69-43-587 0 0,-50 27 166 0 0,47-27-3014 0 0,-68 40-3618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1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0 28574 0 0,'-1'1'-43'0'0,"1"0"-1"0"0,-1 0 0 0 0,1 0 1 0 0,-1 0-1 0 0,1 0 1 0 0,-1 1-1 0 0,1-1 1 0 0,0 0-1 0 0,0 0 1 0 0,-1 0-1 0 0,1 0 1 0 0,0 0-1 0 0,0 1 0 0 0,0-1 1 0 0,0 0-1 0 0,0 0 1 0 0,1 0-1 0 0,-1 0 1 0 0,0 0-1 0 0,0 0 1 0 0,1 1-1 0 0,-1-1 1 0 0,1 0-1 0 0,-1 0 1 0 0,2 1-1 0 0,19 34-5343 0 0,-9-18 6708 0 0,0 8-779 0 0,0 1 0 0 0,-2 0-1 0 0,-1 1 1 0 0,9 44 0 0 0,10 119-532 0 0,-19-115-1261 0 0,0-14-1084 0 0,-4-42 1503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1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12963 0 0,'-2'4'416'0'0,"1"0"0"0"0,0 1 0 0 0,0-1 0 0 0,0 1 0 0 0,0-1 1 0 0,1 1-1 0 0,0-1 0 0 0,0 1 0 0 0,0-1 0 0 0,2 9 0 0 0,12 51 3770 0 0,-10-47-4074 0 0,28 116 1732 0 0,55 210-959 0 0,-71-282-1596 0 0,-8-27-6071 0 0,-3-16-570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2.1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246 1 10594 0 0,'-25'15'3804'0'0,"17"-9"-3287"0"0,-21 14 329 0 0,0 2-1 0 0,-40 39 1 0 0,60-52-708 0 0,0 1 1 0 0,0 0-1 0 0,1 0 1 0 0,1 1-1 0 0,0 0 0 0 0,0 1 1 0 0,1 0-1 0 0,0 0 1 0 0,1 0-1 0 0,-5 19 1 0 0,9-28 24 0 0,1 1 1 0 0,-1 0 0 0 0,0 0-1 0 0,1 0 1 0 0,0-1 0 0 0,0 1-1 0 0,0 0 1 0 0,1 0-1 0 0,-1 0 1 0 0,1-1 0 0 0,0 1-1 0 0,0 0 1 0 0,0-1 0 0 0,0 1-1 0 0,1-1 1 0 0,2 6 0 0 0,0-4-38 0 0,-1-1 1 0 0,1 1-1 0 0,0-1 1 0 0,0 0-1 0 0,0-1 1 0 0,0 1-1 0 0,0-1 1 0 0,1 0-1 0 0,0 0 1 0 0,6 3-1 0 0,10 3 75 0 0,1-1 0 0 0,-1-1 1 0 0,2 0-1 0 0,30 3 0 0 0,-51-9-182 0 0,24 3 88 0 0,0-1 0 0 0,0-2 0 0 0,0 0 0 0 0,0-1-1 0 0,-1-2 1 0 0,28-5 0 0 0,34-13-2953 0 0,-65 13-5138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7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 14283 0 0,'0'1'168'0'0,"0"0"0"0"0,0 0 1 0 0,0 0-1 0 0,0 1 0 0 0,1-1 0 0 0,-1 0 0 0 0,0 0 1 0 0,0 0-1 0 0,0 0 0 0 0,1 0 0 0 0,-1 0 0 0 0,1 0 1 0 0,-1 0-1 0 0,1 0 0 0 0,-1 0 0 0 0,1-1 0 0 0,-1 1 1 0 0,1 0-1 0 0,0 0 0 0 0,0 0 0 0 0,-1-1 0 0 0,1 1 0 0 0,0 0 1 0 0,0-1-1 0 0,0 1 0 0 0,1 0 0 0 0,0 0 53 0 0,0-1 0 0 0,0 1-1 0 0,0-1 1 0 0,0 0 0 0 0,0 1 0 0 0,0-1-1 0 0,0 0 1 0 0,0 0 0 0 0,0-1-1 0 0,0 1 1 0 0,0 0 0 0 0,4-2 0 0 0,-1 1-362 0 0,0-1 0 0 0,0 1 0 0 0,-1-1 0 0 0,1-1 0 0 0,0 1 0 0 0,-1-1 0 0 0,0 0 0 0 0,0 1 0 0 0,1-2 0 0 0,-2 1 0 0 0,6-5 0 0 0,-9 7-110 0 0,1 0 0 0 0,0 0 0 0 0,-1-1 0 0 0,1 1 1 0 0,0 0-1 0 0,0 0 0 0 0,0 1 0 0 0,0-1 0 0 0,0 0 0 0 0,0 0 1 0 0,0 0-1 0 0,0 1 0 0 0,0-1 0 0 0,0 0 0 0 0,0 1 1 0 0,1-1-1 0 0,-1 1 0 0 0,0 0 0 0 0,0-1 0 0 0,1 1 0 0 0,-1 0 1 0 0,0 0-1 0 0,0-1 0 0 0,1 1 0 0 0,-1 0 0 0 0,3 1 0 0 0,0 1 177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7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26 9674 0 0,'-2'5'412'0'0,"1"-1"0"0"0,0 1 0 0 0,0-1 0 0 0,0 1 0 0 0,0-1 0 0 0,1 1 0 0 0,0 7 0 0 0,0-12-243 0 0,0 1 0 0 0,0 0 0 0 0,0 0 0 0 0,0-1 0 0 0,0 1 0 0 0,1 0 0 0 0,-1-1 0 0 0,0 1-1 0 0,0 0 1 0 0,1-1 0 0 0,-1 1 0 0 0,0 0 0 0 0,1-1 0 0 0,-1 1 0 0 0,1-1 0 0 0,-1 1 0 0 0,1 0 0 0 0,-1-1 0 0 0,1 1 0 0 0,-1-1 0 0 0,1 0-1 0 0,0 1 1 0 0,0 0-47 0 0,1-1 0 0 0,-1 0 0 0 0,0 0 0 0 0,0 0 0 0 0,0 0-1 0 0,0 0 1 0 0,1 0 0 0 0,-1-1 0 0 0,0 1 0 0 0,0 0 0 0 0,0-1-1 0 0,0 1 1 0 0,0 0 0 0 0,0-1 0 0 0,1 1 0 0 0,-1-1 0 0 0,0 0-1 0 0,-1 1 1 0 0,3-2 0 0 0,39-35-83 0 0,-11 9-693 0 0,-16 15 637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0 13363 0 0,'-2'0'230'0'0,"-1"0"0"0"0,1 1 0 0 0,0-1 0 0 0,0 0 0 0 0,0 1 0 0 0,0-1 0 0 0,0 1 0 0 0,0 0 0 0 0,0-1 0 0 0,0 1 0 0 0,0 0 0 0 0,0 1 0 0 0,0-1 0 0 0,0 0 0 0 0,0 0 0 0 0,1 1 0 0 0,-1-1 0 0 0,0 1 0 0 0,-2 2 0 0 0,2 1 88 0 0,-1-1 0 0 0,1 0 0 0 0,-1 1 0 0 0,1-1 0 0 0,1 1 0 0 0,-1-1 0 0 0,1 1 0 0 0,-2 7 0 0 0,1 6 218 0 0,0 1 0 0 0,1-1 1 0 0,3 34-1 0 0,32 222 604 0 0,-1-21-603 0 0,-24-164-528 0 0,5 0 1 0 0,25 92-1 0 0,10-31-3403 0 0,-39-123-4340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7.9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247 8 7370 0 0,'-186'66'9210'0'0,"125"-46"-5523"0"0,111-16-1222 0 0,246-19-1157 0 0,-70 0-795 0 0,113 6-141 0 0,549-31-61 0 0,-839 36-395 0 0,201-11-345 0 0,-209 15 233 0 0,0 2-1 0 0,0 2 1 0 0,0 1-1 0 0,41 11 1 0 0,-51-6-1575 0 0,-7 1-6124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9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1 174 5529 0 0,'32'-1'4524'0'0,"-12"0"-2770"0"0,1-2 1 0 0,-1-1 0 0 0,0 0 0 0 0,0-1-1 0 0,31-14 1 0 0,87-49 633 0 0,-32 13-4650 0 0,-89 48-2866 0 0,0 0-1585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09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0 10594 0 0,'-1'3'370'0'0,"0"1"0"0"0,0-1-1 0 0,1 0 1 0 0,-1 0-1 0 0,1 1 1 0 0,-1-1 0 0 0,1 1-1 0 0,0-1 1 0 0,1 0 0 0 0,-1 1-1 0 0,0-1 1 0 0,3 7-1 0 0,-1 6 378 0 0,17 160 4651 0 0,31 87-2622 0 0,-46-246-2987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0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30 3225 0 0,'-31'-30'14545'0'0,"31"31"-14306"0"0,-1 0-119 0 0,1 0 1 0 0,-1 0 0 0 0,1 0-1 0 0,0 0 1 0 0,0 0-1 0 0,0 0 1 0 0,-1 0 0 0 0,1 0-1 0 0,0 0 1 0 0,0 0 0 0 0,0 0-1 0 0,1 0 1 0 0,-1 1 0 0 0,0-1-1 0 0,1 1 1 0 0,29 123 2450 0 0,-1-13-1996 0 0,44 464 855 0 0,-68-522-1464 0 0,2 0 0 0 0,28 103 1 0 0,-26-128-325 0 0,1-1 0 0 0,2 0 0 0 0,1-1 0 0 0,1 0-1 0 0,1-1 1 0 0,35 46 0 0 0,-33-52 344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0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302 137 4145 0 0,'-36'12'2289'0'0,"-1"-2"1"0"0,-61 9-1 0 0,-32 11 6408 0 0,141-28-7441 0 0,18-3-469 0 0,145-17 459 0 0,182-11-464 0 0,616-30 194 0 0,-703 38-960 0 0,180-11-212 0 0,-138 4 58 0 0,-178 11-6977 0 0,-106 13-327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2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0 17972 0 0,'-1'2'250'0'0,"-2"1"57"0"0,0 1 0 0 0,1-1-1 0 0,0 1 1 0 0,-1 0-1 0 0,1 0 1 0 0,-1 5 0 0 0,2-9-239 0 0,1 1 0 0 0,0 0 0 0 0,0 0 0 0 0,0-1 0 0 0,0 1 0 0 0,0 0 0 0 0,0 0 0 0 0,0 0 0 0 0,0-1 0 0 0,0 1 0 0 0,0 0 0 0 0,1 0 0 0 0,-1 0 0 0 0,0-1 0 0 0,0 1 0 0 0,1 0 0 0 0,-1 0 0 0 0,0-1 0 0 0,1 1 0 0 0,-1 0 0 0 0,1-1 0 0 0,-1 1 0 0 0,1-1 0 0 0,-1 1 0 0 0,1 0 0 0 0,0-1 0 0 0,-1 1 0 0 0,1-1 0 0 0,0 0 0 0 0,-1 1 0 0 0,1-1 0 0 0,0 1 0 0 0,-1-1 0 0 0,1 0 0 0 0,0 0 0 0 0,0 1 0 0 0,0-1 0 0 0,-1 0 0 0 0,1 0 0 0 0,0 0 0 0 0,0 0 0 0 0,-1 0 0 0 0,2 0 0 0 0,3 0-97 0 0,0 0 1 0 0,-1 0-1 0 0,1-1 1 0 0,-1 0-1 0 0,1 0 0 0 0,-1 0 1 0 0,1 0-1 0 0,-1-1 0 0 0,0 0 1 0 0,1 0-1 0 0,-1 0 1 0 0,0 0-1 0 0,5-4 0 0 0,-3 2-607 0 0,-1 1 0 0 0,1 0 0 0 0,0 0 0 0 0,0 1 0 0 0,0 0 0 0 0,10-3 0 0 0,-5 5-804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2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55 6913 0 0,'7'13'9088'0'0,"-8"-12"-8956"0"0,29-4 4849 0 0,-9-6-4614 0 0,0-2 0 0 0,-1 1 1 0 0,17-15-1 0 0,-20 14-1791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4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91 8 3225 0 0,'-3'0'171'0'0,"-1"1"0"0"0,1-1 0 0 0,0-1 0 0 0,-1 1 0 0 0,1 0 1 0 0,-1-1-1 0 0,-4-1 0 0 0,-27-3 6776 0 0,34 5-6634 0 0,0 0 1 0 0,0 0 0 0 0,0 1-1 0 0,0-1 1 0 0,0 0-1 0 0,0 1 1 0 0,0-1 0 0 0,0 0-1 0 0,0 1 1 0 0,0-1-1 0 0,0 1 1 0 0,0 0 0 0 0,0-1-1 0 0,0 1 1 0 0,0 0-1 0 0,0-1 1 0 0,1 1 0 0 0,-1 0-1 0 0,0 0 1 0 0,1 0-1 0 0,-1 0 1 0 0,0 0 0 0 0,1 0-1 0 0,-1 0 1 0 0,1 0-1 0 0,0 0 1 0 0,-1 1 0 0 0,1-1-209 0 0,0-1 0 0 0,0 1 1 0 0,1 0-1 0 0,-1 0 1 0 0,0 0-1 0 0,1-1 1 0 0,-1 1-1 0 0,0 0 0 0 0,1-1 1 0 0,-1 1-1 0 0,1 0 1 0 0,-1-1-1 0 0,1 1 0 0 0,-1-1 1 0 0,1 1-1 0 0,-1 0 1 0 0,1-1-1 0 0,0 1 0 0 0,-1-1 1 0 0,1 0-1 0 0,0 1 1 0 0,-1-1-1 0 0,1 0 0 0 0,1 1 1 0 0,24 12-52 0 0,-20-11 161 0 0,59 24-125 0 0,1-3 1 0 0,1-2-1 0 0,109 17 0 0 0,79 24 72 0 0,-250-61-162 0 0,0 1 0 0 0,0 0 0 0 0,0 0 0 0 0,0 0 0 0 0,0 1 0 0 0,6 4 0 0 0,-10-7 0 0 0,0 1 0 0 0,0 0 0 0 0,0 0 0 0 0,0 0 0 0 0,-1 0 0 0 0,1 0 0 0 0,0 0 0 0 0,-1 0 0 0 0,1 1 0 0 0,0-1 0 0 0,-1 0 0 0 0,1 0 0 0 0,-1 0 0 0 0,0 1 0 0 0,1-1 0 0 0,-1 0 0 0 0,0 0 0 0 0,0 1 0 0 0,0-1 0 0 0,0 0 0 0 0,0 1 0 0 0,0-1 0 0 0,0 0 0 0 0,0 0 0 0 0,-1 1 0 0 0,1-1 0 0 0,-1 0 0 0 0,1 0 0 0 0,0 1 0 0 0,-1-1 0 0 0,0 1 0 0 0,-12 23 92 0 0,0 0 0 0 0,-2-2 0 0 0,-1 0 0 0 0,-33 38 0 0 0,-86 73 392 0 0,2-31-643 0 0,55-45-3337 0 0,63-43-1205 0 0,13-9 2279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5.9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48 5529 0 0,'-3'-5'1049'0'0,"2"0"1"0"0,-1 1-1 0 0,0-1 0 0 0,1 0 0 0 0,0 0 1 0 0,3-14 6235 0 0,16 44-5164 0 0,5 23-1422 0 0,-1 1-1 0 0,28 99 1 0 0,11 109-559 0 0,-54-226-66 0 0,13 57-90 0 0,-2-10-902 0 0,16 150 0 0 0,-33-217-1127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6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8 336 8866 0 0,'-2'-18'43'0'0,"0"8"40"0"0,0 1 0 0 0,2-1 1 0 0,-1 0-1 0 0,1 0 0 0 0,0 0 0 0 0,1 0 0 0 0,0 0 0 0 0,1 0 0 0 0,0 0 0 0 0,0 0 0 0 0,1 1 0 0 0,6-14 0 0 0,-2 10 540 0 0,1-1 1 0 0,0 2 0 0 0,1-1 0 0 0,1 1-1 0 0,0 0 1 0 0,0 1 0 0 0,1 0-1 0 0,23-17 1 0 0,-23 21-278 0 0,-1 1 1 0 0,1 0-1 0 0,1 0 1 0 0,-1 1-1 0 0,1 1 0 0 0,0 0 1 0 0,0 0-1 0 0,0 1 1 0 0,1 1-1 0 0,-1 0 0 0 0,18 0 1 0 0,92 3 1957 0 0,-110 0-2170 0 0,0 1-1 0 0,0 0 1 0 0,-1 0 0 0 0,1 1 0 0 0,-1 1 0 0 0,1-1 0 0 0,-1 2 0 0 0,12 6 0 0 0,-22-10-131 0 0,1 1 1 0 0,0-1-1 0 0,0 1 1 0 0,-1-1 0 0 0,1 1-1 0 0,-1 0 1 0 0,1 0-1 0 0,-1 0 1 0 0,0-1 0 0 0,0 1-1 0 0,0 0 1 0 0,0 1-1 0 0,0-1 1 0 0,0 0 0 0 0,-1 0-1 0 0,1 0 1 0 0,-1 0-1 0 0,1 1 1 0 0,-1-1-1 0 0,0 0 1 0 0,0 0 0 0 0,0 1-1 0 0,0-1 1 0 0,0 0-1 0 0,0 1 1 0 0,-1-1 0 0 0,1 0-1 0 0,-1 0 1 0 0,-1 3-1 0 0,-2 9-64 0 0,-1-1 0 0 0,-1 1 0 0 0,-11 19-1 0 0,9-18 73 0 0,-21 36-128 0 0,-62 80 1 0 0,-17 29 280 0 0,105-155-118 0 0,1-1 0 0 0,0 1 0 0 0,-1 0 0 0 0,1 0 0 0 0,1 0 0 0 0,-1 0 0 0 0,1 0 0 0 0,0 0 0 0 0,0 1 0 0 0,0 6 0 0 0,1-9-19 0 0,1-1 0 0 0,-1 0 0 0 0,1 0 0 0 0,-1 0 0 0 0,1 0 0 0 0,0 0 0 0 0,0 0 0 0 0,-1 0 0 0 0,1 0-1 0 0,1 0 1 0 0,-1-1 0 0 0,0 1 0 0 0,0 0 0 0 0,1 0 0 0 0,-1-1 0 0 0,1 1 0 0 0,-1-1 0 0 0,1 0 0 0 0,0 1 0 0 0,0-1 0 0 0,-1 0 0 0 0,1 0 0 0 0,0 0 0 0 0,0 0 0 0 0,0 0 0 0 0,0-1 0 0 0,4 2 0 0 0,4 1-2 0 0,0-1 0 0 0,1 0-1 0 0,-1 0 1 0 0,1-1-1 0 0,-1-1 1 0 0,1 0 0 0 0,-1 0-1 0 0,21-4 1 0 0,5-3 41 0 0,45-15 0 0 0,-50 13-3935 0 0,56-11 0 0 0,-61 17-3422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6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0 363 13363 0 0,'37'-9'5789'0'0,"-24"2"-5544"0"0,0-1 0 0 0,-1-1 1 0 0,0 0-1 0 0,-1-1 0 0 0,0 0 0 0 0,0 0 0 0 0,-1-1 0 0 0,-1-1 0 0 0,14-20 1 0 0,-14 18-30 0 0,0-1 0 0 0,-1 0 0 0 0,-1-1 0 0 0,0 0 0 0 0,-1 0 1 0 0,-1 0-1 0 0,0-1 0 0 0,2-19 0 0 0,-6 33-229 0 0,-1 1 0 0 0,1-1 1 0 0,-1 0-1 0 0,0 1 0 0 0,0-1 0 0 0,0 0 0 0 0,0 1 0 0 0,-1-1 1 0 0,1 0-1 0 0,-1 1 0 0 0,1-1 0 0 0,-1 0 0 0 0,0 1 0 0 0,0-1 1 0 0,0 1-1 0 0,0-1 0 0 0,-1 1 0 0 0,1 0 0 0 0,-1 0 1 0 0,1-1-1 0 0,-1 1 0 0 0,0 0 0 0 0,0 0 0 0 0,0 1 0 0 0,0-1 1 0 0,0 0-1 0 0,0 1 0 0 0,-1-1 0 0 0,-3-1 0 0 0,3 2-3 0 0,0 0 0 0 0,-1 0 0 0 0,1 1 0 0 0,0 0-1 0 0,0-1 1 0 0,-1 1 0 0 0,1 0 0 0 0,0 1 0 0 0,0-1-1 0 0,-1 1 1 0 0,1-1 0 0 0,0 1 0 0 0,0 0 0 0 0,0 0-1 0 0,0 0 1 0 0,0 1 0 0 0,0-1 0 0 0,0 1 0 0 0,0-1 0 0 0,1 1-1 0 0,-1 0 1 0 0,0 0 0 0 0,1 0 0 0 0,-4 4 0 0 0,-3 4 6 0 0,1 0 1 0 0,-1 0 0 0 0,2 0 0 0 0,0 1 0 0 0,0 0 0 0 0,1 1-1 0 0,0-1 1 0 0,1 1 0 0 0,0 0 0 0 0,-4 18 0 0 0,7-24 10 0 0,1 0 1 0 0,0 1-1 0 0,0-1 1 0 0,0 1 0 0 0,1 0-1 0 0,0-1 1 0 0,1 1-1 0 0,-1-1 1 0 0,1 1-1 0 0,0-1 1 0 0,1 1-1 0 0,-1-1 1 0 0,1 1-1 0 0,0-1 1 0 0,1 0 0 0 0,0 0-1 0 0,0 0 1 0 0,0-1-1 0 0,1 1 1 0 0,-1-1-1 0 0,10 10 1 0 0,-6-9-61 0 0,-1 0-1 0 0,2 0 1 0 0,-1 0 0 0 0,0-1 0 0 0,1-1 0 0 0,0 1 0 0 0,0-1-1 0 0,1-1 1 0 0,-1 1 0 0 0,14 2 0 0 0,-9-3-844 0 0,0 0 1 0 0,0-2-1 0 0,24 1 1 0 0,-9-3-5864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7.0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39 7834 0 0,'7'-19'766'0'0,"-7"18"-546"0"0,0 1 0 0 0,0-1-1 0 0,0 0 1 0 0,0 0 0 0 0,0 1 0 0 0,-1-1 0 0 0,1 0 0 0 0,0 1 0 0 0,0-1 0 0 0,-1 0-1 0 0,1 0 1 0 0,0 1 0 0 0,-1-1 0 0 0,1 1 0 0 0,-1-1 0 0 0,1 0 0 0 0,-1 1 0 0 0,1-1-1 0 0,-1 1 1 0 0,1-1 0 0 0,-1 1 0 0 0,0-1 0 0 0,1 1 0 0 0,-1 0 0 0 0,0-1 0 0 0,0 1 0 0 0,-1-1 243 0 0,1 0 0 0 0,-1 1 0 0 0,0 0 0 0 0,0-1 0 0 0,1 1 0 0 0,-1 0 0 0 0,0 0 1 0 0,0 0-1 0 0,0 0 0 0 0,1 0 0 0 0,-1 0 0 0 0,-2 1 0 0 0,-14 7 453 0 0,8 0-741 0 0,0 0 0 0 0,1 1 0 0 0,0 0 0 0 0,0 1 0 0 0,1 0 0 0 0,0 0 0 0 0,-7 14 0 0 0,-2 5-141 0 0,-19 48 0 0 0,33-70-73 0 0,0 1 1 0 0,1-1-1 0 0,1 0 1 0 0,-1 1-1 0 0,0 14 0 0 0,2-21-31 0 0,-1 0-1 0 0,1 1 1 0 0,0-1-1 0 0,0 1 1 0 0,0-1-1 0 0,0 1 0 0 0,0-1 1 0 0,0 0-1 0 0,0 1 1 0 0,1-1-1 0 0,-1 1 1 0 0,0-1-1 0 0,1 0 1 0 0,-1 1-1 0 0,1-1 0 0 0,0 0 1 0 0,-1 0-1 0 0,1 1 1 0 0,0-1-1 0 0,0 0 1 0 0,0 0-1 0 0,-1 0 1 0 0,1 0-1 0 0,0 0 0 0 0,1 0 1 0 0,-1 0-1 0 0,0 0 1 0 0,0 0-1 0 0,0-1 1 0 0,1 1-1 0 0,-1 0 0 0 0,0-1 1 0 0,0 1-1 0 0,1-1 1 0 0,-1 1-1 0 0,1-1 1 0 0,-1 0-1 0 0,3 1 1 0 0,-2-2-39 0 0,1 1 0 0 0,-1-1 1 0 0,0 0-1 0 0,1 1 0 0 0,-1-1 1 0 0,0 0-1 0 0,1-1 0 0 0,-1 1 1 0 0,0 0-1 0 0,0 0 0 0 0,0-1 1 0 0,0 0-1 0 0,0 1 0 0 0,3-4 1 0 0,25-31 282 0 0,-24 28 49 0 0,0 0-78 0 0,1-2 288 0 0,1 1 1 0 0,-1-1-1 0 0,1 2 1 0 0,1-1-1 0 0,0 1 1 0 0,0 1 0 0 0,15-11-1 0 0,-22 18-402 0 0,-1-1 0 0 0,0 1 0 0 0,0-1-1 0 0,0 1 1 0 0,1-1 0 0 0,-1 1 0 0 0,0 0 0 0 0,1 0 0 0 0,-1 0-1 0 0,0 0 1 0 0,0 0 0 0 0,1 0 0 0 0,-1 0 0 0 0,0 0 0 0 0,1 0 0 0 0,-1 1-1 0 0,0-1 1 0 0,0 0 0 0 0,0 1 0 0 0,1-1 0 0 0,-1 1 0 0 0,0-1-1 0 0,0 1 1 0 0,0 0 0 0 0,0 0 0 0 0,0-1 0 0 0,0 1 0 0 0,0 0-1 0 0,0 0 1 0 0,0 0 0 0 0,0 0 0 0 0,-1 0 0 0 0,1 0 0 0 0,0 0-1 0 0,0 0 1 0 0,-1 0 0 0 0,1 1 0 0 0,0 0 0 0 0,3 8 58 0 0,0-1 0 0 0,-1 1 0 0 0,5 19 0 0 0,-5-15 0 0 0,4 10-85 0 0,1-1 0 0 0,1 0 0 0 0,1 0 0 0 0,15 23 0 0 0,-21-37-3 0 0,1-1-1 0 0,1 0 1 0 0,-1-1 0 0 0,2 0-1 0 0,-1 0 1 0 0,1 0 0 0 0,-1 0 0 0 0,2-1-1 0 0,-1 0 1 0 0,1-1 0 0 0,0 0-1 0 0,0 0 1 0 0,17 7 0 0 0,-23-11 19 0 0,0 0-1 0 0,0-1 1 0 0,0 1 0 0 0,-1-1-1 0 0,1 1 1 0 0,0-1 0 0 0,0 0 0 0 0,0 0-1 0 0,0 0 1 0 0,0 0 0 0 0,1 0-1 0 0,-2 0 1 0 0,1-1 0 0 0,0 1 0 0 0,0-1-1 0 0,0 1 1 0 0,0-1 0 0 0,0 0-1 0 0,0 0 1 0 0,0 0 0 0 0,-1 0 0 0 0,1 0-1 0 0,0 0 1 0 0,-1 0 0 0 0,1 0-1 0 0,-1-1 1 0 0,1 1 0 0 0,-1-1 0 0 0,0 1-1 0 0,1-1 1 0 0,-1 1 0 0 0,0-1 0 0 0,0 0-1 0 0,0 0 1 0 0,0 1 0 0 0,-1-1-1 0 0,1 0 1 0 0,0 0 0 0 0,0-3 0 0 0,2-8 154 0 0,0-1 0 0 0,0 0 1 0 0,-2 0-1 0 0,1-22 1 0 0,-1 22-113 0 0,-1-58-33 0 0,0 34-340 0 0,5-47 0 0 0,-3 74 75 0 0,-1 1-1 0 0,1 0 1 0 0,1 0-1 0 0,0 0 0 0 0,1 0 1 0 0,-1 0-1 0 0,2 1 1 0 0,0-1-1 0 0,7-10 1 0 0,3 1-404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7.4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 13827 0 0,'0'1'53'0'0,"0"-1"0"0"0,0 0-1 0 0,0 0 1 0 0,0 1 0 0 0,0-1 0 0 0,0 0 0 0 0,0 0 0 0 0,0 1-1 0 0,0-1 1 0 0,0 0 0 0 0,0 0 0 0 0,0 1 0 0 0,0-1-1 0 0,0 0 1 0 0,0 0 0 0 0,1 1 0 0 0,-1-1 0 0 0,0 0 0 0 0,0 0-1 0 0,0 0 1 0 0,0 1 0 0 0,0-1 0 0 0,0 0 0 0 0,1 0-1 0 0,-1 0 1 0 0,0 1 0 0 0,0-1 0 0 0,0 0 0 0 0,1 0 0 0 0,-1 0-1 0 0,0 0 1 0 0,0 0 0 0 0,1 1 0 0 0,-1-1 0 0 0,0 0-1 0 0,0 0 1 0 0,1 0 0 0 0,15 2 1429 0 0,19-4-75 0 0,-32 1-1373 0 0,76-13 1131 0 0,18-1-4059 0 0,-69 17 2552 0 0,-20 2 276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17.5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53 9218 0 0,'0'2'816'0'0,"0"0"-656"0"0,1-1-160 0 0,2-1 0 0 0,-1 0 1152 0 0,3-1 201 0 0,1 1 39 0 0,7-2 8 0 0,3 0-560 0 0,3-4-103 0 0,3-2-33 0 0,8-3-3745 0 0,-1-3-760 0 0,-2 1-144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25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157 477 3225 0 0,'-4'-1'463'0'0,"1"0"0"0"0,0 0 0 0 0,-1-1 0 0 0,1 1 0 0 0,0-1 0 0 0,0 1 0 0 0,-3-4 0 0 0,-7-2 667 0 0,4 3-264 0 0,0 0 0 0 0,0-1 0 0 0,0 0 0 0 0,0-1-1 0 0,1 0 1 0 0,0 0 0 0 0,-11-12 0 0 0,15 13-519 0 0,0 0 0 0 0,1 0 0 0 0,0 0 0 0 0,0 0 1 0 0,0 0-1 0 0,1 0 0 0 0,-1-1 0 0 0,1 1 0 0 0,0-1 0 0 0,1 0 0 0 0,0 0 0 0 0,0 0 0 0 0,0 1 0 0 0,0-10 0 0 0,0 4-255 0 0,1-1-1 0 0,1 1 1 0 0,-1 0-1 0 0,2-1 1 0 0,0 1-1 0 0,0 0 1 0 0,1 0-1 0 0,0 0 1 0 0,1 0-1 0 0,0 1 1 0 0,1 0-1 0 0,0-1 1 0 0,0 2-1 0 0,1-1 1 0 0,1 0-1 0 0,-1 1 1 0 0,2 1-1 0 0,-1-1 1 0 0,1 1-1 0 0,0 0 1 0 0,1 1-1 0 0,0 0 0 0 0,0 0 1 0 0,20-10-1 0 0,-7 6-64 0 0,1 1-1 0 0,0 1 0 0 0,47-12 1 0 0,-56 19-26 0 0,-1-1 0 0 0,0 2 1 0 0,1-1-1 0 0,0 2 0 0 0,-1 0 1 0 0,1 1-1 0 0,-1 0 0 0 0,26 6 1 0 0,-36-7-9 0 0,0 1 1 0 0,1 0-1 0 0,-1 0 0 0 0,0 0 1 0 0,0 1-1 0 0,0-1 1 0 0,0 1-1 0 0,0 0 0 0 0,-1-1 1 0 0,1 1-1 0 0,0 1 0 0 0,-1-1 1 0 0,1 0-1 0 0,-1 0 1 0 0,0 1-1 0 0,0 0 0 0 0,0-1 1 0 0,0 1-1 0 0,3 5 1 0 0,-4-3-46 0 0,0-1 0 0 0,0 0 0 0 0,-1 0 1 0 0,1 1-1 0 0,-1-1 0 0 0,0 0 1 0 0,0 1-1 0 0,0-1 0 0 0,0 0 1 0 0,-1 0-1 0 0,0 1 0 0 0,0-1 0 0 0,-2 5 1 0 0,-5 12-289 0 0,-1-1 0 0 0,0-1-1 0 0,-2 0 1 0 0,-21 30 0 0 0,-31 38-739 0 0,30-45 1044 0 0,2 2 1 0 0,2 1 0 0 0,2 1 0 0 0,-23 55-1 0 0,47-92 126 0 0,-1 1 0 0 0,2-1 1 0 0,-1 1-1 0 0,1-1 0 0 0,1 1 0 0 0,0 0 0 0 0,0-1 0 0 0,1 1 0 0 0,0 0 0 0 0,1 0 0 0 0,0 0 0 0 0,0-1 0 0 0,1 1 0 0 0,4 10 0 0 0,-2-8 15 0 0,2 1-1 0 0,0-1 0 0 0,0-1 0 0 0,1 1 0 0 0,0-1 0 0 0,1-1 0 0 0,1 1 0 0 0,0-1 0 0 0,19 17 0 0 0,-8-10 21 0 0,1-1 0 0 0,1 0 1 0 0,1-2-1 0 0,0 0 0 0 0,0-2 0 0 0,39 15 1 0 0,-49-22-95 0 0,0-1 0 0 0,0 0 0 0 0,1 0 0 0 0,0-1 0 0 0,-1-1 0 0 0,1-1 0 0 0,0 0 0 0 0,0 0 0 0 0,0-1 0 0 0,0-1 0 0 0,0-1 0 0 0,0 0 0 0 0,0 0 0 0 0,15-6 0 0 0,-27 7-19 0 0,1 0 1 0 0,-1 0-1 0 0,1 0 0 0 0,-1 0 0 0 0,1-1 0 0 0,-1 1 1 0 0,0-1-1 0 0,0 1 0 0 0,0-1 0 0 0,0 0 0 0 0,0 0 1 0 0,0 0-1 0 0,0 0 0 0 0,-1 0 0 0 0,1 0 0 0 0,-1-1 1 0 0,1 1-1 0 0,-1-1 0 0 0,1-2 0 0 0,-1 1 16 0 0,0 1-1 0 0,0-1 0 0 0,-1 0 0 0 0,0 0 0 0 0,0 1 1 0 0,0-1-1 0 0,0 0 0 0 0,-1 1 0 0 0,1-1 0 0 0,-1 0 1 0 0,0 1-1 0 0,-2-6 0 0 0,-4-7 133 0 0,0 0 0 0 0,-1 1 0 0 0,-1 0-1 0 0,-19-25 1 0 0,13 22-59 0 0,0 0 1 0 0,-1 2-1 0 0,-1-1 0 0 0,-1 2 1 0 0,0 0-1 0 0,-21-12 1 0 0,-126-65-190 0 0,115 68-278 0 0,2-2 0 0 0,-65-48 0 0 0,73 36-2013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26.0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66 25349 0 0,'-1'0'-166'0'0,"0"0"-1"0"0,0 0 1 0 0,0 0-1 0 0,1 0 1 0 0,-1 0-1 0 0,0 0 0 0 0,0 0 1 0 0,0 0-1 0 0,0 0 1 0 0,0 0-1 0 0,1 1 0 0 0,-1-1 1 0 0,0 0-1 0 0,0 1 1 0 0,0-1-1 0 0,1 0 1 0 0,-1 1-1 0 0,0-1 0 0 0,1 1 1 0 0,-1-1-1 0 0,0 1 1 0 0,1 0-1 0 0,-1-1 0 0 0,0 2 1 0 0,-25 17 947 0 0,13-8-723 0 0,1 1-1 0 0,0 0 1 0 0,1 1-1 0 0,0 0 1 0 0,1 1 0 0 0,0 0-1 0 0,1 0 1 0 0,1 1-1 0 0,-8 19 1 0 0,13-28-83 0 0,1 0-1 0 0,0 0 0 0 0,1 0 1 0 0,0 0-1 0 0,-1 1 1 0 0,2-1-1 0 0,-1 0 1 0 0,1 1-1 0 0,0-1 1 0 0,0 0-1 0 0,1 1 1 0 0,0-1-1 0 0,0 0 1 0 0,1 1-1 0 0,-1-1 1 0 0,1 0-1 0 0,1 0 1 0 0,-1 0-1 0 0,1-1 1 0 0,0 1-1 0 0,0-1 0 0 0,1 1 1 0 0,-1-1-1 0 0,1 0 1 0 0,0 0-1 0 0,1-1 1 0 0,7 8-1 0 0,-5-6 43 0 0,1-1-1 0 0,-1 0 1 0 0,1 0-1 0 0,0 0 1 0 0,0-1-1 0 0,0 0 1 0 0,1-1-1 0 0,0 1 1 0 0,-1-2-1 0 0,1 1 1 0 0,0-1-1 0 0,0-1 0 0 0,0 0 1 0 0,1 0-1 0 0,-1-1 1 0 0,0 0-1 0 0,0 0 1 0 0,0-1-1 0 0,1 0 1 0 0,-1-1-1 0 0,0 0 1 0 0,-1 0-1 0 0,1-1 1 0 0,0 0-1 0 0,-1-1 1 0 0,1 0-1 0 0,-1 0 1 0 0,0-1-1 0 0,0 0 0 0 0,-1 0 1 0 0,0 0-1 0 0,0-1 1 0 0,0-1-1 0 0,0 1 1 0 0,-1-1-1 0 0,10-15 1 0 0,-13 17 11 0 0,0 0 0 0 0,0 0 0 0 0,-1 0 0 0 0,0 0 0 0 0,0-1-1 0 0,0 1 1 0 0,-1 0 0 0 0,0-1 0 0 0,0 0 0 0 0,0 1 0 0 0,-1-1 0 0 0,1 0 0 0 0,-1 1 0 0 0,-1-8 0 0 0,-1 4 33 0 0,0-1-1 0 0,0 1 1 0 0,-1 0 0 0 0,-1 0-1 0 0,1 0 1 0 0,-1 1 0 0 0,-10-17-1 0 0,2 8 75 0 0,-1 0 0 0 0,0 0 0 0 0,-1 2 0 0 0,-1-1 0 0 0,-1 2-1 0 0,-33-25 1 0 0,-49-20-591 0 0,94 57 72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26.3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 11979 0 0,'-2'4'456'0'0,"1"1"1"0"0,-1-1 0 0 0,1 1 0 0 0,0-1 0 0 0,0 1 0 0 0,0-1 0 0 0,1 1-1 0 0,-1 8 1 0 0,0-3-9 0 0,-10 58 2311 0 0,4-31-1735 0 0,-3 40 1 0 0,9-67-950 0 0,1-1-1 0 0,0 0 1 0 0,1 1 0 0 0,0-1-1 0 0,0 0 1 0 0,1 1 0 0 0,0-1-1 0 0,0 0 1 0 0,6 12 0 0 0,-5-16-55 0 0,0 0 1 0 0,0 0-1 0 0,0-1 1 0 0,1 1-1 0 0,-1-1 1 0 0,1 0-1 0 0,0 0 1 0 0,1 0-1 0 0,-1-1 1 0 0,0 0-1 0 0,1 1 1 0 0,0-1-1 0 0,0-1 1 0 0,0 1-1 0 0,0-1 1 0 0,0 0-1 0 0,0 0 0 0 0,1-1 1 0 0,-1 1-1 0 0,1-1 1 0 0,-1 0-1 0 0,1-1 1 0 0,-1 1-1 0 0,1-1 1 0 0,0 0-1 0 0,-1 0 1 0 0,1-1-1 0 0,-1 0 1 0 0,1 0-1 0 0,9-3 1 0 0,-10 3 12 0 0,-1-1-1 0 0,0 1 1 0 0,1-1 0 0 0,-1 0-1 0 0,0 0 1 0 0,0 0 0 0 0,0-1 0 0 0,0 1-1 0 0,0-1 1 0 0,-1 0 0 0 0,1 0 0 0 0,-1 0-1 0 0,0-1 1 0 0,0 1 0 0 0,0-1 0 0 0,0 0-1 0 0,-1 1 1 0 0,1-1 0 0 0,-1-1 0 0 0,0 1-1 0 0,0 0 1 0 0,0 0 0 0 0,-1-1-1 0 0,0 1 1 0 0,0-1 0 0 0,0 1 0 0 0,0-1-1 0 0,-1 1 1 0 0,1-1 0 0 0,-1 0 0 0 0,0 1-1 0 0,-1-1 1 0 0,1 0 0 0 0,-1 1 0 0 0,0-1-1 0 0,0 1 1 0 0,-2-5 0 0 0,-5-11-47 0 0,0 2 1 0 0,-1-1-1 0 0,-1 1 1 0 0,-1 0-1 0 0,0 1 1 0 0,-2 1-1 0 0,1 0 1 0 0,-2 0-1 0 0,0 1 1 0 0,-1 1-1 0 0,-1 0 0 0 0,0 1 1 0 0,-25-14-1 0 0,37 24-184 0 0,0 0 0 0 0,0 1 0 0 0,0 0 0 0 0,-1 0 0 0 0,1 0 0 0 0,-1 0 0 0 0,0 1 0 0 0,1-1 0 0 0,-1 1 0 0 0,0 1 0 0 0,-6-2 0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26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1 425 7370 0 0,'27'0'8121'0'0,"2"1"-3624"0"0,-9 1-4125 0 0,0 0 0 0 0,0 1 0 0 0,0 1 0 0 0,-1 0 1 0 0,24 10-1 0 0,0 5-275 0 0,-30-12-49 0 0,1-1 0 0 0,0 0-1 0 0,1-1 1 0 0,-1 0 0 0 0,1-2 0 0 0,0 1 0 0 0,18 0 0 0 0,-31-4-50 0 0,-1 0 0 0 0,1 0 0 0 0,-1-1 0 0 0,1 1 0 0 0,-1-1 0 0 0,1 0 0 0 0,-1 1 0 0 0,0-1 0 0 0,1 0 0 0 0,-1 0 0 0 0,0 0 0 0 0,0 0 0 0 0,1 0 0 0 0,-1 0 0 0 0,0 0 0 0 0,0 0 0 0 0,0 0 0 0 0,0-1 0 0 0,0 1 0 0 0,0 0 0 0 0,-1-1 0 0 0,1 1 0 0 0,0 0 0 0 0,-1-1 0 0 0,1 1 0 0 0,-1-1 0 0 0,0 1 0 0 0,1-1 0 0 0,-1 1 0 0 0,0-1 0 0 0,0 0 0 0 0,0 1 0 0 0,0-1 0 0 0,0-1 0 0 0,0-11-21 0 0,0 0 1 0 0,-4-25-1 0 0,3 29 30 0 0,1 9 0 0 0,-11-146 1180 0 0,11 128-1118 0 0,0 1 0 0 0,2-1 1 0 0,0 1-1 0 0,1-1 0 0 0,10-32 1 0 0,-10 44-60 0 0,0 1 1 0 0,0-1-1 0 0,1 1 0 0 0,0 0 1 0 0,0 0-1 0 0,1 0 1 0 0,0 1-1 0 0,0-1 0 0 0,0 1 1 0 0,0 1-1 0 0,1-1 1 0 0,0 1-1 0 0,0-1 0 0 0,0 2 1 0 0,0-1-1 0 0,1 1 1 0 0,-1 0-1 0 0,1 0 0 0 0,0 1 1 0 0,0 0-1 0 0,0 0 1 0 0,0 0-1 0 0,0 1 0 0 0,1 0 1 0 0,-1 1-1 0 0,0 0 0 0 0,0 0 1 0 0,1 0-1 0 0,-1 1 1 0 0,0 0-1 0 0,0 0 0 0 0,0 1 1 0 0,10 3-1 0 0,-13-3-15 0 0,0 0 0 0 0,-1-1 0 0 0,1 2 0 0 0,0-1 0 0 0,-1 0 0 0 0,1 1 0 0 0,-1-1 0 0 0,0 1 1 0 0,0 0-1 0 0,0 0 0 0 0,0 0 0 0 0,-1 0 0 0 0,1 1 0 0 0,-1-1 0 0 0,4 7 0 0 0,-3-3-19 0 0,-1 1 1 0 0,1-1 0 0 0,-1 1-1 0 0,0-1 1 0 0,-1 1 0 0 0,0 0-1 0 0,0 14 1 0 0,-1 4-72 0 0,-3-1-1 0 0,0 1 1 0 0,-13 49-1 0 0,-1-18-243 0 0,-9 40-100 0 0,24-87 449 0 0,1 0-1 0 0,0-1 0 0 0,0 1 1 0 0,1 0-1 0 0,0 0 1 0 0,1 0-1 0 0,3 16 0 0 0,-4-24 17 0 0,1 0 0 0 0,-1 0 0 0 0,1 0 0 0 0,0 0 0 0 0,-1-1 0 0 0,1 1 0 0 0,0 0 0 0 0,0-1 0 0 0,0 1 0 0 0,1-1 0 0 0,-1 1 0 0 0,0-1 0 0 0,0 1 0 0 0,1-1 0 0 0,-1 0 0 0 0,1 0 0 0 0,-1 1 0 0 0,1-1 0 0 0,0 0 0 0 0,-1 0 0 0 0,1-1 0 0 0,0 1 0 0 0,0 0 0 0 0,-1-1-1 0 0,1 1 1 0 0,0-1 0 0 0,0 1 0 0 0,0-1 0 0 0,0 0 0 0 0,0 0 0 0 0,0 0 0 0 0,0 0 0 0 0,0 0 0 0 0,-1 0 0 0 0,1 0 0 0 0,0-1 0 0 0,0 1 0 0 0,0-1 0 0 0,2-1 0 0 0,9-2 86 0 0,0 0 0 0 0,-1-2 0 0 0,0 0 0 0 0,16-9 1 0 0,-25 13-114 0 0,109-71 210 0 0,18-9-507 0 0,-108 70-257 0 0,0 1-1 0 0,2 1 1 0 0,-1 0 0 0 0,27-5-1 0 0,7 3-7364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2.4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 8290 0 0,'0'0'639'0'0,"4"1"229"0"0,0 0-1 0 0,1-1 1 0 0,-1 1 0 0 0,0-1 0 0 0,0 0 0 0 0,8-1 0 0 0,-12 1-659 0 0,106-14 5911 0 0,-86 10-5953 0 0,-1 0 0 0 0,1 1-1 0 0,0 1 1 0 0,-1 1-1 0 0,1 1 1 0 0,0 1 0 0 0,0 0-1 0 0,20 5 1 0 0,-24 3-1262 0 0,-13 2-2487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2.7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0,'0'52'9965'0'0,"1"-1"-4773"0"0,16 184-3497 0 0,64 237-420 0 0,-7-64 67 0 0,-51-138-168 0 0,-23-216-1126 0 0,-2 1 0 0 0,-18 103 1 0 0,12-130-2718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6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75 267 8290 0 0,'-39'4'5341'0'0,"36"-3"-4950"0"0,0-1 1 0 0,1 1-1 0 0,-1-1 1 0 0,1 1-1 0 0,-1 0 1 0 0,1 0-1 0 0,-1 0 1 0 0,1 1-1 0 0,0-1 1 0 0,0 0-1 0 0,-1 1 1 0 0,-3 3-1 0 0,7-4-311 0 0,-1-1 0 0 0,0 1 1 0 0,0 0-1 0 0,0 0 0 0 0,0 0 0 0 0,0-1 0 0 0,1 1 0 0 0,-1 0 1 0 0,0 0-1 0 0,1-1 0 0 0,-1 1 0 0 0,1 0 0 0 0,-1-1 1 0 0,1 1-1 0 0,-1 0 0 0 0,1-1 0 0 0,-1 1 0 0 0,1-1 0 0 0,0 1 1 0 0,-1-1-1 0 0,1 1 0 0 0,0-1 0 0 0,-1 1 0 0 0,1-1 1 0 0,0 0-1 0 0,0 1 0 0 0,-1-1 0 0 0,1 0 0 0 0,1 1 0 0 0,25 11-51 0 0,-2-4 99 0 0,1-2 1 0 0,0 0-1 0 0,1-2 1 0 0,-1 0-1 0 0,1-2 1 0 0,-1-1-1 0 0,32-3 1 0 0,187-33-49 0 0,-93 9-57 0 0,498-25-111 0 0,3 38-39 0 0,-525 12 126 0 0,1361-65 401 0 0,-1274 53-268 0 0,454-42 384 0 0,-618 46-500 0 0,-30 5 5 0 0,0 1 0 0 0,29-2 1 0 0,-82 22-798 0 0,46 22 1187 0 0,-12-35-370 0 0,2 8 55 0 0,1-1 1 0 0,0 0 0 0 0,1 0-1 0 0,0 0 1 0 0,1-1-1 0 0,15 18 1 0 0,-22-27-93 0 0,0-1 0 0 0,0 0 0 0 0,1 0 0 0 0,-1 1 1 0 0,0-1-1 0 0,1 0 0 0 0,-1 0 0 0 0,0 0 0 0 0,1 1 0 0 0,-1-1 0 0 0,0 0 0 0 0,1 0 1 0 0,-1 0-1 0 0,0 0 0 0 0,1 0 0 0 0,-1 1 0 0 0,0-1 0 0 0,1 0 0 0 0,-1 0 0 0 0,1 0 0 0 0,-1 0 1 0 0,0 0-1 0 0,1 0 0 0 0,-1 0 0 0 0,1 0 0 0 0,-1-1 0 0 0,0 1 0 0 0,1 0 0 0 0,-1 0 1 0 0,0 0-1 0 0,1 0 0 0 0,-1 0 0 0 0,0-1 0 0 0,1 1 0 0 0,-1 0 0 0 0,0 0 0 0 0,1-1 0 0 0,6-16 50 0 0,-4-20-75 0 0,-5 23-14 0 0,0 0-1 0 0,0 0 0 0 0,-2 0 0 0 0,0 0 1 0 0,0 0-1 0 0,-1 0 0 0 0,-1 1 0 0 0,-1 0 1 0 0,-10-17-1 0 0,16 29 45 0 0,1 0 0 0 0,0 0 1 0 0,-1 1-1 0 0,1-1 0 0 0,-1 0 0 0 0,1 0 0 0 0,-1 1 1 0 0,0-1-1 0 0,1 1 0 0 0,-1-1 0 0 0,0 0 1 0 0,1 1-1 0 0,-1-1 0 0 0,0 1 0 0 0,1-1 0 0 0,-1 1 1 0 0,0 0-1 0 0,0-1 0 0 0,0 1 0 0 0,1 0 0 0 0,-1 0 1 0 0,0-1-1 0 0,0 1 0 0 0,0 0 0 0 0,0 0 1 0 0,0 0-1 0 0,1 0 0 0 0,-1 0 0 0 0,-2 0 0 0 0,2 1 5 0 0,0 0 0 0 0,-1 0-1 0 0,1 0 1 0 0,0 0-1 0 0,0 0 1 0 0,0 0 0 0 0,0 1-1 0 0,0-1 1 0 0,0 0-1 0 0,0 0 1 0 0,0 1 0 0 0,1-1-1 0 0,-1 1 1 0 0,-1 2-1 0 0,-1 4 1 0 0,1 1-1 0 0,-1-1 0 0 0,1 1 1 0 0,-1 15-1 0 0,3-4-376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1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19 104 7370 0 0,'-13'-75'7160'0'0,"7"46"1427"0"0,9 95-8308 0 0,2-1 1 0 0,3 0 0 0 0,26 104-1 0 0,76 186-77 0 0,-48-166 329 0 0,-61-184-528 0 0,73 256 430 0 0,-63-211-230 0 0,-2 2-1 0 0,-2-1 0 0 0,0 63 1 0 0,-11-82-291 0 0,3-31-24 0 0,1 1 1 0 0,-1-1 0 0 0,0 0 0 0 0,0 0-1 0 0,0 1 1 0 0,0-1 0 0 0,0 0 0 0 0,0 0-1 0 0,0 0 1 0 0,0 0 0 0 0,0 0 0 0 0,0 0-1 0 0,-1 0 1 0 0,1-1 0 0 0,0 1 0 0 0,-1 0-1 0 0,1-1 1 0 0,-2 1 0 0 0,-3 2-552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2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223 195 7370 0 0,'-39'1'2465'0'0,"-1"2"1"0"0,1 2-1 0 0,-65 17 1 0 0,117-23 1270 0 0,60-8-2619 0 0,480-59-124 0 0,-202 27-626 0 0,-187 22-198 0 0,162-23 230 0 0,73-4 509 0 0,-392 47-1356 0 0,-9 4-14 0 0,-20 10-1026 0 0,5-4-689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3.3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0 166 6913 0 0,'41'-14'9594'0'0,"40"-6"-8054"0"0,-37 10-378 0 0,38-7-51 0 0,0 3-1 0 0,99-3 1 0 0,168 15-400 0 0,709-20-526 0 0,-1007 18-303 0 0,0-1 1 0 0,0-3-1 0 0,68-20 0 0 0,-113 24-2024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4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0 319 5529 0 0,'4'-4'895'0'0,"1"0"-1"0"0,-2 0 1 0 0,1 0-1 0 0,0-1 1 0 0,4-7-1 0 0,-4 6-140 0 0,2-3 719 0 0,0 0-1 0 0,0-1 0 0 0,6-13 0 0 0,15-60 1658 0 0,-12 33-1858 0 0,-15 50-1241 0 0,0-1 1 0 0,0 0-1 0 0,1 1 1 0 0,-1-1-1 0 0,0 0 1 0 0,0 0-1 0 0,1 1 1 0 0,-1-1-1 0 0,0 0 1 0 0,1 1-1 0 0,-1-1 1 0 0,1 1-1 0 0,-1-1 1 0 0,1 0-1 0 0,-1 1 0 0 0,1-1 1 0 0,-1 1-1 0 0,1-1 1 0 0,-1 1-1 0 0,1-1 1 0 0,0 1-1 0 0,0-1 1 0 0,0 1-21 0 0,0 0 1 0 0,-1 1-1 0 0,1-1 1 0 0,-1 0-1 0 0,1 1 1 0 0,-1-1-1 0 0,1 0 1 0 0,0 1-1 0 0,-1-1 1 0 0,1 0-1 0 0,-1 1 1 0 0,0-1-1 0 0,1 1 1 0 0,-1-1-1 0 0,1 1 1 0 0,-1-1-1 0 0,0 1 1 0 0,1-1-1 0 0,-1 1 1 0 0,0-1-1 0 0,1 2 1 0 0,15 44-96 0 0,-12-33 135 0 0,1-3-39 0 0,0 1 0 0 0,1-1 0 0 0,0 0 0 0 0,1 0-1 0 0,0-1 1 0 0,0 0 0 0 0,1 0 0 0 0,0-1 0 0 0,0 0 0 0 0,1 0 0 0 0,0-1 0 0 0,17 10 0 0 0,-25-16-2 0 0,0-1 1 0 0,-1 0 0 0 0,1 0 0 0 0,0 0 0 0 0,0 0 0 0 0,0 0-1 0 0,0 0 1 0 0,0 0 0 0 0,0 0 0 0 0,0-1 0 0 0,0 1 0 0 0,0 0-1 0 0,0 0 1 0 0,0-1 0 0 0,0 1 0 0 0,0-1 0 0 0,0 1 0 0 0,0-1-1 0 0,-1 1 1 0 0,1-1 0 0 0,0 1 0 0 0,0-1 0 0 0,-1 0 0 0 0,1 1-1 0 0,0-1 1 0 0,-1 0 0 0 0,1 0 0 0 0,-1 1 0 0 0,1-1 0 0 0,-1 0-1 0 0,1 0 1 0 0,-1 0 0 0 0,1 0 0 0 0,-1-1 0 0 0,19-39 197 0 0,-16 33-158 0 0,17-48 108 0 0,-15 40-108 0 0,0 1 0 0 0,1-1-1 0 0,1 1 1 0 0,0 0-1 0 0,1 0 1 0 0,1 1-1 0 0,12-16 1 0 0,-20 28-38 0 0,1 1 1 0 0,-1-1-1 0 0,1 0 1 0 0,0 1-1 0 0,-1-1 1 0 0,1 1-1 0 0,0 0 1 0 0,0 0-1 0 0,0 0 1 0 0,0 0-1 0 0,0 0 1 0 0,0 0-1 0 0,0 0 1 0 0,1 1-1 0 0,-1-1 1 0 0,0 1-1 0 0,0 0 1 0 0,1-1-1 0 0,-1 1 1 0 0,3 0-1 0 0,-2 1 11 0 0,1 0-1 0 0,-1 0 0 0 0,0 0 1 0 0,0 0-1 0 0,0 0 0 0 0,0 1 1 0 0,1-1-1 0 0,-2 1 0 0 0,1 0 1 0 0,0 0-1 0 0,0 0 1 0 0,2 3-1 0 0,8 8 24 0 0,-2 1 1 0 0,1 0-1 0 0,-2 1 1 0 0,11 18-1 0 0,-14-21-106 0 0,18 28-10 0 0,3 4-41 0 0,37 48 0 0 0,-65-92 110 0 0,1 0-1 0 0,-1 0 0 0 0,0 0 1 0 0,1 0-1 0 0,-1 0 0 0 0,1 0 0 0 0,-1 0 1 0 0,0 0-1 0 0,1 0 0 0 0,-1-1 1 0 0,0 1-1 0 0,1 0 0 0 0,-1 0 1 0 0,0 0-1 0 0,1 0 0 0 0,-1-1 1 0 0,0 1-1 0 0,0 0 0 0 0,1 0 1 0 0,-1-1-1 0 0,0 1 0 0 0,0 0 1 0 0,1-1-1 0 0,-1 1 0 0 0,0 0 1 0 0,0-1-1 0 0,0 1 0 0 0,0 0 0 0 0,1-1 1 0 0,-1 1-1 0 0,0 0 0 0 0,0-1 1 0 0,0 1-1 0 0,0 0 0 0 0,0-1 1 0 0,0 1-1 0 0,0 0 0 0 0,0-1 1 0 0,0 0-1 0 0,7-23-24 0 0,-5 19 25 0 0,9-28-40 0 0,27-57 0 0 0,-31 77 84 0 0,1 0 0 0 0,0 0 0 0 0,0 0 0 0 0,1 1-1 0 0,1 0 1 0 0,18-17 0 0 0,-27 28-36 0 0,0 0 1 0 0,0 0-1 0 0,-1 1 0 0 0,1-1 0 0 0,0 0 0 0 0,0 0 1 0 0,0 0-1 0 0,0 1 0 0 0,1-1 0 0 0,-1 1 0 0 0,0-1 0 0 0,0 1 1 0 0,0-1-1 0 0,0 1 0 0 0,1 0 0 0 0,-1-1 0 0 0,0 1 1 0 0,0 0-1 0 0,1 0 0 0 0,-1 0 0 0 0,0 0 0 0 0,0 0 0 0 0,1 0 1 0 0,-1 0-1 0 0,0 1 0 0 0,0-1 0 0 0,0 0 0 0 0,1 1 0 0 0,-1-1 1 0 0,0 1-1 0 0,0-1 0 0 0,0 1 0 0 0,0-1 0 0 0,0 1 1 0 0,0 0-1 0 0,0 0 0 0 0,0-1 0 0 0,0 1 0 0 0,0 0 0 0 0,0 0 1 0 0,0 0-1 0 0,-1 0 0 0 0,1 0 0 0 0,0 0 0 0 0,-1 0 1 0 0,1 0-1 0 0,0 2 0 0 0,4 8 71 0 0,-1-1 0 0 0,0 1 1 0 0,-1 0-1 0 0,3 15 0 0 0,-3-13-54 0 0,6 23-257 0 0,3 18-2693 0 0,3-2 1 0 0,31 75 0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4.9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47 4489 0 0,'-56'20'2422'0'0,"18"-14"5385"0"0,52-8-3587 0 0,10-5-2259 0 0,2-1-1201 0 0,160-18 492 0 0,331-2-1 0 0,-355 26-1097 0 0,347 16-131 0 0,-419-5-227 0 0,292 23-3448 0 0,-309-35 2408 0 0,-47 1-2074 0 0,-4 1-5810 0 0,-44-5 17882 0 0,19 4-8040 0 0,-1 1 0 0 0,0-1 0 0 0,0 1 1 0 0,1 0-1 0 0,-1 0 0 0 0,0 1 0 0 0,-5-1 0 0 0,9 1-663 0 0,-1 0 1 0 0,0 0-1 0 0,0 0 0 0 0,0 1 0 0 0,1-1 0 0 0,-1 0 0 0 0,0 1 0 0 0,0-1 1 0 0,1 1-1 0 0,-1-1 0 0 0,0 1 0 0 0,1-1 0 0 0,-1 1 0 0 0,0-1 0 0 0,1 1 1 0 0,-1 0-1 0 0,1-1 0 0 0,-1 1 0 0 0,1 0 0 0 0,-1-1 0 0 0,1 1 0 0 0,0 0 1 0 0,-1 0-1 0 0,1-1 0 0 0,0 1 0 0 0,0 0 0 0 0,-1 0 0 0 0,1 0 0 0 0,0-1 0 0 0,0 1 1 0 0,0 0-1 0 0,0 0 0 0 0,0 0 0 0 0,0 0 0 0 0,0 0 0 0 0,0-1 0 0 0,1 1 1 0 0,-1 0-1 0 0,0 0 0 0 0,1 1 0 0 0,0 5-29 0 0,1-1 0 0 0,0 1 0 0 0,0 0-1 0 0,0 0 1 0 0,1-1 0 0 0,0 1 0 0 0,0-1 0 0 0,1 0 0 0 0,0 0 0 0 0,0 0 0 0 0,0-1-1 0 0,1 1 1 0 0,0-1 0 0 0,6 5 0 0 0,-8-6-9 0 0,1-1-1 0 0,0 0 1 0 0,0 0-1 0 0,0 0 1 0 0,0 0 0 0 0,0-1-1 0 0,1 0 1 0 0,-1 1-1 0 0,1-2 1 0 0,0 1-1 0 0,-1 0 1 0 0,1-1 0 0 0,0 0-1 0 0,0 0 1 0 0,0 0-1 0 0,0-1 1 0 0,0 0-1 0 0,0 0 1 0 0,0 0 0 0 0,9-2-1 0 0,-12 2-11 0 0,0-1-1 0 0,0 0 1 0 0,-1 0-1 0 0,1 1 1 0 0,0-1-1 0 0,-1 0 1 0 0,1 0-1 0 0,-1 0 1 0 0,1-1-1 0 0,-1 1 1 0 0,1 0-1 0 0,-1 0 1 0 0,0-1-1 0 0,0 1 1 0 0,0-1-1 0 0,0 1 1 0 0,0-1-1 0 0,0 0 1 0 0,1-2-1 0 0,-1 0 3 0 0,1 0-1 0 0,-1 0 0 0 0,-1 0 1 0 0,1 0-1 0 0,-1 0 1 0 0,1-1-1 0 0,-1 1 1 0 0,-1-7-1 0 0,0 4 1 0 0,0-1 1 0 0,0 1-1 0 0,-1-1 0 0 0,0 1 0 0 0,0 0 0 0 0,-1 0 1 0 0,0 0-1 0 0,0 0 0 0 0,-7-10 0 0 0,8 15-4 0 0,1 1 0 0 0,0-1 0 0 0,-1 0 0 0 0,1 1-1 0 0,-1-1 1 0 0,1 1 0 0 0,-1 0 0 0 0,0 0 0 0 0,1-1 0 0 0,-1 1-1 0 0,0 0 1 0 0,0 0 0 0 0,0 1 0 0 0,0-1 0 0 0,0 0 0 0 0,0 1-1 0 0,0-1 1 0 0,0 1 0 0 0,0 0 0 0 0,0-1 0 0 0,-4 1 0 0 0,3 1-3 0 0,0-1-1 0 0,0 1 1 0 0,0 0 0 0 0,0 0 0 0 0,0 0 0 0 0,0 1 0 0 0,1-1 0 0 0,-1 1-1 0 0,0-1 1 0 0,1 1 0 0 0,-1 0 0 0 0,1 0 0 0 0,-4 4 0 0 0,2-3-2 0 0,1 1 1 0 0,0 0-1 0 0,-1 0 1 0 0,2 0 0 0 0,-1 1-1 0 0,0-1 1 0 0,1 1-1 0 0,0-1 1 0 0,0 1-1 0 0,0 0 1 0 0,0 0 0 0 0,1 0-1 0 0,0 0 1 0 0,0 0-1 0 0,0 0 1 0 0,1 0-1 0 0,0 0 1 0 0,0 6-1 0 0,1-6-5 0 0,1 0-1 0 0,1-1 0 0 0,-1 1 1 0 0,0 0-1 0 0,1-1 0 0 0,0 1 1 0 0,0-1-1 0 0,1 0 0 0 0,-1 0 0 0 0,1 0 1 0 0,0-1-1 0 0,0 1 0 0 0,0-1 1 0 0,8 5-1 0 0,-8-5 46 0 0,-1-1-1 0 0,0 0 1 0 0,1 0 0 0 0,0 0-1 0 0,-1 0 1 0 0,1-1 0 0 0,0 0 0 0 0,0 1-1 0 0,0-1 1 0 0,0-1 0 0 0,0 1-1 0 0,0 0 1 0 0,0-1 0 0 0,0 0 0 0 0,0 0-1 0 0,0 0 1 0 0,0-1 0 0 0,0 1-1 0 0,7-3 1 0 0,-9 2-9 0 0,0-1 0 0 0,0 1 0 0 0,-1 0 0 0 0,1-1-1 0 0,-1 1 1 0 0,1-1 0 0 0,-1 0 0 0 0,1 0 0 0 0,-1 1 0 0 0,0-1 0 0 0,0 0 0 0 0,0 0-1 0 0,0 0 1 0 0,0 0 0 0 0,-1 0 0 0 0,1 0 0 0 0,0 0 0 0 0,-1-1 0 0 0,0 1-1 0 0,1 0 1 0 0,-1 0 0 0 0,0 0 0 0 0,0-1 0 0 0,-1-3 0 0 0,1 3-76 0 0,0 0 0 0 0,0 0 0 0 0,-1 0 0 0 0,1 0-1 0 0,-1 0 1 0 0,0 1 0 0 0,0-1 0 0 0,0 0 0 0 0,0 0 0 0 0,0 1 0 0 0,-1-1 0 0 0,1 0 0 0 0,-1 1 0 0 0,0 0 0 0 0,1-1 0 0 0,-1 1 0 0 0,-4-4 0 0 0,-2 3-1895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6.8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37 9218 0 0,'-19'-37'11566'0'0,"28"50"-9785"0"0,29 57-1170 0 0,-3 1-1 0 0,44 133 1 0 0,-57-144-563 0 0,-18-50-54 0 0,-1 1-125 0 0,1 0 0 0 0,0-1 0 0 0,1 1 0 0 0,0-1 0 0 0,0 0 0 0 0,1-1 0 0 0,0 0 0 0 0,11 12 0 0 0,-17-20 50 0 0,0-1 1 0 0,0 0 0 0 0,1 0-1 0 0,-1 1 1 0 0,0-1 0 0 0,0 0-1 0 0,1 0 1 0 0,-1 1 0 0 0,0-1 0 0 0,1 0-1 0 0,-1 0 1 0 0,0 0 0 0 0,0 1-1 0 0,1-1 1 0 0,-1 0 0 0 0,0 0-1 0 0,1 0 1 0 0,-1 0 0 0 0,1 0 0 0 0,-1 0-1 0 0,0 0 1 0 0,1 0 0 0 0,-1 0-1 0 0,0 0 1 0 0,1 0 0 0 0,-1 0-1 0 0,0 0 1 0 0,1 0 0 0 0,-1 0-1 0 0,0 0 1 0 0,1 0 0 0 0,-1 0 0 0 0,0 0-1 0 0,1-1 1 0 0,-1 1 0 0 0,1 0-1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7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44 457 2761 0 0,'-4'-18'-91'0'0,"-8"-27"1233"0"0,2 0-1 0 0,-5-53 1 0 0,13 85-538 0 0,2 1 0 0 0,0-1-1 0 0,0 1 1 0 0,1-1 0 0 0,0 0 0 0 0,1 1 0 0 0,1-1-1 0 0,0 1 1 0 0,1 0 0 0 0,0 0 0 0 0,1 0 0 0 0,11-21-1 0 0,-12 28-229 0 0,1 0-1 0 0,-1 0 1 0 0,1 0 0 0 0,0 0-1 0 0,0 1 1 0 0,0 0-1 0 0,1 0 1 0 0,-1 0 0 0 0,1 1-1 0 0,0 0 1 0 0,0 0-1 0 0,1 0 1 0 0,9-2 0 0 0,-7 2-25 0 0,0 1 1 0 0,-1 0 0 0 0,1 1 0 0 0,0-1 0 0 0,0 2 0 0 0,0-1-1 0 0,0 2 1 0 0,0-1 0 0 0,16 4 0 0 0,-23-4-341 0 0,-1 0 1 0 0,1 1-1 0 0,-1-1 1 0 0,1 1-1 0 0,-1 0 1 0 0,1 0-1 0 0,-1-1 1 0 0,0 1-1 0 0,1 0 0 0 0,-1 0 1 0 0,0 0-1 0 0,1 0 1 0 0,-1 0-1 0 0,0 1 1 0 0,0-1-1 0 0,0 0 1 0 0,0 1-1 0 0,0-1 1 0 0,-1 0-1 0 0,1 1 0 0 0,0-1 1 0 0,-1 1-1 0 0,1-1 1 0 0,0 1-1 0 0,-1-1 1 0 0,0 1-1 0 0,1 0 1 0 0,-1-1-1 0 0,0 1 1 0 0,0 0-1 0 0,0-1 1 0 0,0 1-1 0 0,0-1 0 0 0,0 1 1 0 0,-1 0-1 0 0,1-1 1 0 0,-1 1-1 0 0,1-1 1 0 0,-2 4-1 0 0,-2 7-39 0 0,-1 1-1 0 0,0-1 1 0 0,-13 21-1 0 0,13-23 16 0 0,-52 80-159 0 0,39-63 147 0 0,1 0 0 0 0,1 0 1 0 0,-24 59-1 0 0,39-83 58 0 0,-1 0-1 0 0,1 0 1 0 0,0 0 0 0 0,1 0 0 0 0,-1 0 0 0 0,1 1 0 0 0,-1-1-1 0 0,1 0 1 0 0,0 0 0 0 0,0 0 0 0 0,0 0 0 0 0,1 0 0 0 0,-1 1-1 0 0,1-1 1 0 0,-1 0 0 0 0,1 0 0 0 0,0 0 0 0 0,0 0-1 0 0,1 0 1 0 0,-1-1 0 0 0,3 5 0 0 0,-1-4 9 0 0,0 0 1 0 0,1 0-1 0 0,-1 0 0 0 0,1-1 1 0 0,-1 0-1 0 0,1 1 1 0 0,0-2-1 0 0,0 1 0 0 0,0 0 1 0 0,0-1-1 0 0,0 1 1 0 0,0-1-1 0 0,0 0 0 0 0,0-1 1 0 0,7 1-1 0 0,88 3-213 0 0,-19-2-629 0 0,-53-1 111 0 0,-1-1-155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7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6449 0 0,'-4'15'17127'0'0,"42"83"-17017"0"0,-14-39 497 0 0,32 120-1 0 0,-53-165-744 0 0,4 16-646 0 0,-1 1 1 0 0,-2 0-1 0 0,1 49 0 0 0,-6-60-7031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7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17 341 12899 0 0,'-1'0'110'0'0,"0"0"-1"0"0,1 0 1 0 0,-1 0 0 0 0,1 0 0 0 0,-1 0 0 0 0,0 0 0 0 0,1 0-1 0 0,-1 0 1 0 0,1 0 0 0 0,-1 0 0 0 0,0 0 0 0 0,1-1-1 0 0,-1 1 1 0 0,1 0 0 0 0,-1 0 0 0 0,1-1 0 0 0,-1 1 0 0 0,1 0-1 0 0,-1-1 1 0 0,1 1 0 0 0,-1 0 0 0 0,1-1 0 0 0,-1 1 0 0 0,1-1-1 0 0,-1 1 1 0 0,1-1 0 0 0,0 1 0 0 0,-1-1 0 0 0,1 0-1 0 0,14-8 2395 0 0,29-4 36 0 0,33-4-1577 0 0,93-33 1 0 0,-137 39-1757 0 0,0-3-1 0 0,-1 0 1 0 0,-1-2 0 0 0,0-1-1 0 0,38-30 1 0 0,-58 39 505 0 0,-1 0-1 0 0,0 0 1 0 0,-1-1 0 0 0,9-12 0 0 0,-15 19 327 0 0,-1 0 0 0 0,1 0 1 0 0,-1 0-1 0 0,1 0 1 0 0,-1 0-1 0 0,0 0 1 0 0,0-1-1 0 0,0 1 1 0 0,0 0-1 0 0,0-1 1 0 0,0 1-1 0 0,-1 0 1 0 0,1-1-1 0 0,-1 1 1 0 0,0-1-1 0 0,0 1 1 0 0,0-1-1 0 0,0 1 1 0 0,0-1-1 0 0,0 1 1 0 0,-1-1-1 0 0,1 1 0 0 0,-1-1 1 0 0,0 1-1 0 0,1 0 1 0 0,-1-1-1 0 0,-2-3 1 0 0,3 6-3 0 0,-1 0-1 0 0,1 0 1 0 0,0 0 0 0 0,0 0 0 0 0,0-1-1 0 0,0 1 1 0 0,0 0 0 0 0,0 0 0 0 0,0 0-1 0 0,0 0 1 0 0,0 0 0 0 0,0 0 0 0 0,-1 0 0 0 0,1 0-1 0 0,0 0 1 0 0,0 0 0 0 0,0 0 0 0 0,0 0-1 0 0,0 0 1 0 0,0 0 0 0 0,0 0 0 0 0,-1-1-1 0 0,1 1 1 0 0,0 0 0 0 0,0 0 0 0 0,0 0-1 0 0,0 0 1 0 0,0 0 0 0 0,0 0 0 0 0,-1 1 0 0 0,1-1-1 0 0,0 0 1 0 0,0 0 0 0 0,0 0 0 0 0,0 0-1 0 0,0 0 1 0 0,0 0 0 0 0,-1 0 0 0 0,1 0-1 0 0,0 0 1 0 0,0 0 0 0 0,0 0 0 0 0,0 0-1 0 0,0 0 1 0 0,0 0 0 0 0,0 1 0 0 0,0-1-1 0 0,0 0 1 0 0,0 0 0 0 0,-1 0 0 0 0,1 0 0 0 0,0 0-1 0 0,0 0 1 0 0,0 0 0 0 0,0 1 0 0 0,-4 11 896 0 0,0 12-308 0 0,3 12-135 0 0,2 0 1 0 0,9 64 0 0 0,-7-80-448 0 0,1 1 1 0 0,2-1-1 0 0,0 0 1 0 0,1 0-1 0 0,1 0 1 0 0,11 20-1 0 0,-17-37-58 0 0,-1 0 0 0 0,1 0 0 0 0,0-1 0 0 0,0 1 0 0 0,0 0 0 0 0,1-1 0 0 0,-1 1 0 0 0,4 2 0 0 0,-5-5 7 0 0,-1 1 0 0 0,0-1 0 0 0,1 0 0 0 0,-1 0 0 0 0,0 0 0 0 0,1 0 0 0 0,-1 0 0 0 0,0 0 0 0 0,1 0 0 0 0,-1 1 0 0 0,0-1 0 0 0,1 0 0 0 0,-1 0 0 0 0,0 0 0 0 0,1 0 0 0 0,-1 0 1 0 0,0-1-1 0 0,1 1 0 0 0,-1 0 0 0 0,0 0 0 0 0,1 0 0 0 0,-1 0 0 0 0,0 0 0 0 0,1 0 0 0 0,-1 0 0 0 0,0-1 0 0 0,1 1 0 0 0,-1 0 0 0 0,1-1 0 0 0,6-17-131 0 0,1-49-51 0 0,-5 38 166 0 0,8-36 0 0 0,-9 57 53 0 0,0 0-1 0 0,1 1 1 0 0,-1-1-1 0 0,2 0 1 0 0,-1 1-1 0 0,1 0 1 0 0,0 0 0 0 0,1 0-1 0 0,5-7 1 0 0,-9 12-6 0 0,1 1 1 0 0,-1-1 0 0 0,0 1-1 0 0,0-1 1 0 0,1 1 0 0 0,-1 0-1 0 0,1-1 1 0 0,-1 1 0 0 0,1 0-1 0 0,0 0 1 0 0,-1 0 0 0 0,1 0 0 0 0,0 0-1 0 0,0 0 1 0 0,0 1 0 0 0,0-1-1 0 0,-1 1 1 0 0,1-1 0 0 0,0 1-1 0 0,0 0 1 0 0,0-1 0 0 0,0 1-1 0 0,0 0 1 0 0,0 1 0 0 0,0-1-1 0 0,0 0 1 0 0,0 0 0 0 0,0 1 0 0 0,0-1-1 0 0,2 2 1 0 0,-1 0 12 0 0,1 0-1 0 0,-1 0 1 0 0,-1 1-1 0 0,1 0 1 0 0,0-1 0 0 0,-1 1-1 0 0,1 0 1 0 0,-1 0 0 0 0,0 0-1 0 0,0 0 1 0 0,0 1-1 0 0,0-1 1 0 0,-1 1 0 0 0,1-1-1 0 0,0 5 1 0 0,22 70 160 0 0,-16-49-592 0 0,1-1 1 0 0,1 0 0 0 0,1 0 0 0 0,19 31-1 0 0,-12-31-1176 0 0,-9-16 765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8.2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0 265 10138 0 0,'1'1'247'0'0,"0"1"-1"0"0,0-1 0 0 0,0 0 1 0 0,1 1-1 0 0,-1-1 1 0 0,0 0-1 0 0,1 0 1 0 0,-1 0-1 0 0,0 0 1 0 0,1 0-1 0 0,-1 0 0 0 0,1 0 1 0 0,-1 0-1 0 0,1-1 1 0 0,0 1-1 0 0,-1-1 1 0 0,1 1-1 0 0,0-1 1 0 0,0 1-1 0 0,2-1 0 0 0,0 0 84 0 0,-1 0-1 0 0,0-1 1 0 0,1 1-1 0 0,-1-1 1 0 0,0 0-1 0 0,0 0 1 0 0,1 0-1 0 0,-1 0 0 0 0,0-1 1 0 0,4-2-1 0 0,-1 1-19 0 0,0-2-1 0 0,0 1 1 0 0,0-1-1 0 0,0 1 1 0 0,-1-2 0 0 0,0 1-1 0 0,0 0 1 0 0,-1-1-1 0 0,7-9 1 0 0,-5 3-200 0 0,-1 0 0 0 0,0 0 0 0 0,0 0 0 0 0,-2-1 0 0 0,1 0 0 0 0,1-17 0 0 0,-4 25-94 0 0,0 1 0 0 0,-1-1 0 0 0,0 0 0 0 0,0 0 0 0 0,0 0 0 0 0,-1 0 0 0 0,0 1 0 0 0,0-1 0 0 0,0 0 0 0 0,0 0 0 0 0,-1 1 0 0 0,1-1 0 0 0,-1 1 0 0 0,-1-1 0 0 0,1 1-1 0 0,0 0 1 0 0,-1 0 0 0 0,0 0 0 0 0,0 0 0 0 0,-5-4 0 0 0,7 7-15 0 0,1 0-1 0 0,-1 0 0 0 0,0 1 0 0 0,1-1 0 0 0,-1 0 1 0 0,0 1-1 0 0,0-1 0 0 0,0 0 0 0 0,0 1 1 0 0,0-1-1 0 0,0 1 0 0 0,1-1 0 0 0,-1 1 1 0 0,0 0-1 0 0,0-1 0 0 0,-1 1 0 0 0,1 0 1 0 0,0 0-1 0 0,0 0 0 0 0,0 0 0 0 0,0 0 1 0 0,0 0-1 0 0,0 0 0 0 0,0 0 0 0 0,0 0 1 0 0,0 0-1 0 0,0 0 0 0 0,0 1 0 0 0,0-1 1 0 0,0 0-1 0 0,0 1 0 0 0,0-1 0 0 0,0 1 1 0 0,0-1-1 0 0,0 1 0 0 0,1 0 0 0 0,-1-1 0 0 0,0 1 1 0 0,0 0-1 0 0,0-1 0 0 0,1 1 0 0 0,-1 0 1 0 0,0 0-1 0 0,1 0 0 0 0,-1 0 0 0 0,1 0 1 0 0,-1-1-1 0 0,1 1 0 0 0,0 0 0 0 0,-1 0 1 0 0,1 0-1 0 0,0 0 0 0 0,-1 1 0 0 0,1 0 1 0 0,-2 5-2 0 0,0 1 1 0 0,0-1-1 0 0,1 1 1 0 0,0-1 0 0 0,1 1-1 0 0,-1 9 1 0 0,3-3-30 0 0,0-1-1 0 0,1 0 1 0 0,0 1 0 0 0,1-1 0 0 0,0 0 0 0 0,1 0-1 0 0,0-1 1 0 0,1 1 0 0 0,1-1 0 0 0,0-1-1 0 0,1 1 1 0 0,0-1 0 0 0,0-1 0 0 0,12 12 0 0 0,-9-11-53 0 0,2 0 1 0 0,-1 0-1 0 0,2-1 1 0 0,-1 0-1 0 0,1-1 1 0 0,1-1-1 0 0,-1-1 1 0 0,1 0-1 0 0,1 0 1 0 0,-1-2-1 0 0,23 6 1 0 0,-19-9-1044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8.4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27 105 8754 0 0,'-5'-3'-509'0'0,"2"1"1183"0"0,1 1 0 0 0,-1-1-1 0 0,1 0 1 0 0,0 0 0 0 0,-1 0-1 0 0,1 0 1 0 0,0 0 0 0 0,1 0-1 0 0,-1-13 4895 0 0,20 4-3819 0 0,70-29 506 0 0,-69 31-5388 0 0,-1-1-3422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9.0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2 123 5065 0 0,'-2'-14'6781'0'0,"3"13"-6587"0"0,10-16 5969 0 0,-8 16-5949 0 0,-1 0 1 0 0,1 0 0 0 0,0 0 0 0 0,0 1 0 0 0,0-1 0 0 0,0 1 0 0 0,0 0 0 0 0,0 0 0 0 0,0 0-1 0 0,0 0 1 0 0,0 1 0 0 0,0-1 0 0 0,0 1 0 0 0,0 0 0 0 0,-1 0 0 0 0,1 0 0 0 0,0 0 0 0 0,0 0-1 0 0,-1 0 1 0 0,1 1 0 0 0,-1-1 0 0 0,1 1 0 0 0,-1 0 0 0 0,0 0 0 0 0,1 0 0 0 0,-1 0 0 0 0,0 0-1 0 0,2 3 1 0 0,9 10-230 0 0,-1 0 1 0 0,0 1-1 0 0,11 20 0 0 0,-12-18 299 0 0,-2-4-268 0 0,11 17 80 0 0,26 30 0 0 0,-39-53-61 0 0,1 0 0 0 0,-1 0 0 0 0,1-1 0 0 0,1 0 0 0 0,-1 0 0 0 0,1-1 0 0 0,1-1-1 0 0,11 7 1 0 0,-20-12-29 0 0,0 1-1 0 0,0-1 0 0 0,-1 1 1 0 0,1-1-1 0 0,0 0 0 0 0,0 1 1 0 0,0-1-1 0 0,0 0 1 0 0,0 0-1 0 0,0 0 0 0 0,-1 0 1 0 0,1 0-1 0 0,0 0 0 0 0,0 0 1 0 0,0 0-1 0 0,0 0 0 0 0,0 0 1 0 0,0 0-1 0 0,0-1 0 0 0,-1 1 1 0 0,1 0-1 0 0,0-1 0 0 0,0 1 1 0 0,0 0-1 0 0,0-1 0 0 0,0 0 1 0 0,0 0 4 0 0,0-1-1 0 0,0 1 1 0 0,0 0 0 0 0,0-1 0 0 0,0 1 0 0 0,-1-1-1 0 0,1 1 1 0 0,-1-1 0 0 0,1 1 0 0 0,-1-1-1 0 0,1 0 1 0 0,-1 1 0 0 0,0-3 0 0 0,1-9 51 0 0,-2 1 1 0 0,1 0-1 0 0,-4-16 0 0 0,3 18-10 0 0,-7-46-86 0 0,-5-53-296 0 0,13 98-134 0 0,0 0 0 0 0,1 0 0 0 0,0 0 0 0 0,1-1 1 0 0,0 2-1 0 0,0-1 0 0 0,7-17 0 0 0,0 9-7390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9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68 13363 0 0,'1'0'111'0'0,"0"1"0"0"0,0 0 0 0 0,0 0 0 0 0,-1-1 0 0 0,1 1 0 0 0,0-1 0 0 0,1 1 0 0 0,-1-1 0 0 0,0 1 0 0 0,0-1 0 0 0,0 0 0 0 0,0 1 0 0 0,0-1 0 0 0,0 0 0 0 0,0 0 0 0 0,1 0 0 0 0,-1 0 0 0 0,0 0 0 0 0,0 0 0 0 0,0 0 0 0 0,0 0 0 0 0,0 0 0 0 0,3-1 0 0 0,30-7 1635 0 0,-29 7-1574 0 0,65-28 1915 0 0,-22 9-2103 0 0,-1 6-4077 0 0,-46 14 3758 0 0,0-1 0 0 0,0 1-1 0 0,0 0 1 0 0,-1 0 0 0 0,1 0-1 0 0,0 0 1 0 0,0 0 0 0 0,0 0 0 0 0,0 0-1 0 0,-1 0 1 0 0,1 0 0 0 0,0 0-1 0 0,0 1 1 0 0,0-1 0 0 0,-1 0-1 0 0,1 1 1 0 0,4 2-1677 0 0,-2 0 1075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9.4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11522 0 0,'0'5'513'0'0,"1"-2"95"0"0,2 0-480 0 0,1-3-128 0 0,0 1 0 0 0,-1-2 0 0 0,3-1 688 0 0,0 0 112 0 0,7-1 32 0 0,3-4 0 0 0,5 0-696 0 0,-2-2-136 0 0,0-4 0 0 0,-1 2 0 0 0,2 2 0 0 0,-1-2 0 0 0,2-1 0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49.9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145 297 920 0 0,'-8'-5'500'0'0,"-1"0"-1"0"0,1 0 1 0 0,-13-11 0 0 0,15 11 350 0 0,1 0 1 0 0,-1-1-1 0 0,1 1 1 0 0,0-1-1 0 0,1-1 1 0 0,-1 1-1 0 0,1-1 1 0 0,-3-8 0 0 0,4 10-202 0 0,2 0 1 0 0,-1 0 0 0 0,0 0 0 0 0,1-1 0 0 0,0 1-1 0 0,0 0 1 0 0,1-1 0 0 0,-1 1 0 0 0,1-1 0 0 0,1 1-1 0 0,0-11 1 0 0,1 10-368 0 0,-1 1-1 0 0,1-1 1 0 0,0 0-1 0 0,0 0 1 0 0,1 1-1 0 0,0-1 1 0 0,4-5-1 0 0,-2 4-113 0 0,0 0 0 0 0,0 1 0 0 0,1 0 1 0 0,0 0-1 0 0,0 1 0 0 0,0 0 0 0 0,1 0 0 0 0,0 0 0 0 0,0 1 0 0 0,0 0 1 0 0,0 0-1 0 0,1 1 0 0 0,8-3 0 0 0,-13 5-166 0 0,0 0 0 0 0,0 0 0 0 0,0 0 0 0 0,0 1 0 0 0,0-1 0 0 0,0 1 0 0 0,0 0 0 0 0,0 0 0 0 0,0 0 0 0 0,1 0 0 0 0,-1 1 0 0 0,0-1 0 0 0,0 1 0 0 0,0 0 0 0 0,0 0 0 0 0,0 0 0 0 0,0 0 0 0 0,0 0 0 0 0,-1 1 0 0 0,1 0 0 0 0,0-1 0 0 0,-1 1 0 0 0,1 0 0 0 0,-1 0 0 0 0,1 0 0 0 0,-1 0 0 0 0,0 1 0 0 0,0-1 0 0 0,0 1 0 0 0,0-1 0 0 0,-1 1 0 0 0,1 0 1 0 0,-1-1-1 0 0,1 1 0 0 0,-1 0 0 0 0,1 5 0 0 0,1 1-98 0 0,-1 0 0 0 0,0 0 0 0 0,-1-1 0 0 0,0 1 1 0 0,0 0-1 0 0,-1 0 0 0 0,0 0 0 0 0,-1 0 1 0 0,0 0-1 0 0,-2 11 0 0 0,-5 14-641 0 0,-16 43 1 0 0,7-25-95 0 0,10-29 632 0 0,1 1 0 0 0,1 0 1 0 0,1 0-1 0 0,1 0 0 0 0,1 38 1 0 0,2-55 173 0 0,1 1 0 0 0,0-1 0 0 0,0 1 1 0 0,1-1-1 0 0,0 0 0 0 0,0 0 0 0 0,1 0 1 0 0,-1 0-1 0 0,8 11 0 0 0,-7-13 38 0 0,0-1 0 0 0,0-1 0 0 0,0 1 0 0 0,1 0 1 0 0,0-1-1 0 0,0 0 0 0 0,-1 1 0 0 0,2-2 0 0 0,-1 1 0 0 0,0 0 0 0 0,1-1 1 0 0,-1 0-1 0 0,1 0 0 0 0,0 0 0 0 0,-1-1 0 0 0,6 2 0 0 0,-5-2 124 0 0,0 0-1 0 0,0-1 1 0 0,0 0-1 0 0,0 1 1 0 0,0-2-1 0 0,-1 1 0 0 0,1 0 1 0 0,0-1-1 0 0,0 0 1 0 0,0 0-1 0 0,0-1 1 0 0,-1 1-1 0 0,1-1 1 0 0,-1 0-1 0 0,1 0 1 0 0,-1-1-1 0 0,0 1 1 0 0,0-1-1 0 0,0 0 0 0 0,0 0 1 0 0,0 0-1 0 0,-1-1 1 0 0,1 1-1 0 0,-1-1 1 0 0,0 0-1 0 0,0 0 1 0 0,0 0-1 0 0,-1 0 1 0 0,1 0-1 0 0,-1-1 0 0 0,2-4 1 0 0,-1 2-68 0 0,0 0 0 0 0,-1 0 0 0 0,0 0 0 0 0,0 0 0 0 0,0 0 0 0 0,-1-1 0 0 0,0 1 0 0 0,0 0 0 0 0,-1-1 0 0 0,0 1 0 0 0,0-1 0 0 0,-1 1 0 0 0,0 0 0 0 0,0-1 0 0 0,0 1 0 0 0,-1 0 0 0 0,-1 0 0 0 0,1 0 0 0 0,-1 0 0 0 0,-4-8 0 0 0,-1 5-63 0 0,0 1-1 0 0,0 0 1 0 0,-1 1-1 0 0,0-1 1 0 0,0 2 0 0 0,-1-1-1 0 0,0 1 1 0 0,-1 1-1 0 0,1 0 1 0 0,-1 0-1 0 0,0 1 1 0 0,-19-6 0 0 0,-14-2-728 0 0,-86-15 0 0 0,124 27 629 0 0,-55-7-2740 0 0,37 5-4464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50.7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41 144 13827 0 0,'-8'-23'7544'0'0,"8"23"-7513"0"0,0 0 0 0 0,-1 0 0 0 0,1 0 0 0 0,0 1 0 0 0,-1-1 0 0 0,1 0 0 0 0,0 0 1 0 0,-1 0-1 0 0,1 0 0 0 0,0 0 0 0 0,-1 0 0 0 0,1 1 0 0 0,0-1 0 0 0,0 0 0 0 0,-1 0 0 0 0,1 1 1 0 0,0-1-1 0 0,0 0 0 0 0,-1 0 0 0 0,1 1 0 0 0,0-1 0 0 0,0 0 0 0 0,0 1 0 0 0,0-1 0 0 0,-1 0 1 0 0,1 0-1 0 0,0 1 0 0 0,0-1 0 0 0,0 0 0 0 0,0 1 0 0 0,0-1 0 0 0,0 0 0 0 0,0 1 0 0 0,0-1 1 0 0,0 0-1 0 0,0 1 0 0 0,0 0 0 0 0,-7 22 22 0 0,2 1-1 0 0,0-1 1 0 0,1 1 0 0 0,2 0 0 0 0,0 1-1 0 0,2-1 1 0 0,0 0 0 0 0,2 0-1 0 0,1 0 1 0 0,5 25 0 0 0,-5-39-65 0 0,1 0 1 0 0,-1-1 0 0 0,1 1-1 0 0,1-1 1 0 0,0 0-1 0 0,0-1 1 0 0,1 1-1 0 0,0-1 1 0 0,0 0-1 0 0,1-1 1 0 0,0 1-1 0 0,0-1 1 0 0,12 8 0 0 0,-15-12-4 0 0,1 0 0 0 0,-1 0 1 0 0,1 0-1 0 0,-1 0 1 0 0,1-1-1 0 0,0 0 1 0 0,0 0-1 0 0,0 0 0 0 0,0-1 1 0 0,0 0-1 0 0,1 0 1 0 0,-1 0-1 0 0,0 0 1 0 0,1-1-1 0 0,-1 0 1 0 0,0 0-1 0 0,1 0 0 0 0,-1-1 1 0 0,0 0-1 0 0,0 0 1 0 0,1 0-1 0 0,-1-1 1 0 0,0 1-1 0 0,0-1 1 0 0,0-1-1 0 0,-1 1 0 0 0,6-3 1 0 0,-8 3 0 0 0,1 0 0 0 0,0 0 0 0 0,-1 0 0 0 0,0-1-1 0 0,1 1 1 0 0,-1-1 0 0 0,0 1 0 0 0,0-1 0 0 0,0 0 0 0 0,-1 1 0 0 0,1-1 0 0 0,-1 0 0 0 0,1 0 0 0 0,-1 0 0 0 0,1-6 0 0 0,-1 2 9 0 0,0 0 1 0 0,0 0-1 0 0,0 0 1 0 0,-1 1-1 0 0,-1-1 1 0 0,1 0-1 0 0,-2-8 1 0 0,-3-8 9 0 0,-2-1 1 0 0,0 1 0 0 0,-12-26-1 0 0,19 48-6 0 0,-34-71 24 0 0,23 50 50 0 0,0 0 0 0 0,1-1 0 0 0,2 0 0 0 0,0-1 0 0 0,-7-37 0 0 0,15 60-72 0 0,0-1 0 0 0,0 0 0 0 0,0 1 0 0 0,0-1 0 0 0,0 0 0 0 0,0 1-1 0 0,0-1 1 0 0,0 0 0 0 0,1 1 0 0 0,-1-1 0 0 0,1 0 0 0 0,-1 1 0 0 0,1-1 0 0 0,0 1 0 0 0,0-1 0 0 0,0 1-1 0 0,-1 0 1 0 0,1-1 0 0 0,1 1 0 0 0,-1 0 0 0 0,0-1 0 0 0,1 0 0 0 0,1 0 1 0 0,0 0 1 0 0,0 0-1 0 0,1 1 0 0 0,-1-1 1 0 0,0 1-1 0 0,0 0 0 0 0,1 0 1 0 0,-1 0-1 0 0,0 0 1 0 0,5 0-1 0 0,9 0 7 0 0,0 0 0 0 0,0 2 0 0 0,26 3-1 0 0,-37-3-7 0 0,6 0-5 0 0,-1 1 0 0 0,1 0 1 0 0,-1 1-1 0 0,1 0 0 0 0,-1 0 1 0 0,20 11-1 0 0,-27-12 1 0 0,-1 0 0 0 0,1 0 1 0 0,-1 1-1 0 0,1-1 0 0 0,-1 1 1 0 0,0 0-1 0 0,0 0 0 0 0,0 0 1 0 0,0 1-1 0 0,-1-1 0 0 0,1 1 1 0 0,-1-1-1 0 0,0 1 0 0 0,0 0 0 0 0,0 0 1 0 0,-1 0-1 0 0,1 0 0 0 0,-1 0 1 0 0,0 0-1 0 0,0 0 0 0 0,0 0 1 0 0,0 5-1 0 0,-1 20-357 0 0,-3 35 0 0 0,1-41 98 0 0,0-1 0 0 0,2 0 0 0 0,4 34 0 0 0,-3-49 247 0 0,0 0-1 0 0,1 0 0 0 0,0 0 0 0 0,1-1 0 0 0,-1 1 0 0 0,1-1 0 0 0,0 1 0 0 0,1-1 0 0 0,0 0 0 0 0,0 0 1 0 0,0 0-1 0 0,0-1 0 0 0,1 0 0 0 0,0 1 0 0 0,7 4 0 0 0,-9-8 65 0 0,-1 0 0 0 0,0 0 0 0 0,1 0 0 0 0,0-1 0 0 0,-1 1-1 0 0,1-1 1 0 0,0 0 0 0 0,0 1 0 0 0,0-1 0 0 0,0-1 0 0 0,0 1 0 0 0,0 0 0 0 0,0-1-1 0 0,0 1 1 0 0,0-1 0 0 0,0 0 0 0 0,0 0 0 0 0,0 0 0 0 0,0-1 0 0 0,0 1 0 0 0,0-1-1 0 0,0 0 1 0 0,0 1 0 0 0,0-1 0 0 0,0-1 0 0 0,0 1 0 0 0,0 0 0 0 0,-1-1 0 0 0,1 1 0 0 0,0-1-1 0 0,-1 0 1 0 0,0 0 0 0 0,1 0 0 0 0,-1 0 0 0 0,0 0 0 0 0,0 0 0 0 0,3-5 0 0 0,1 0 42 0 0,-1 0 1 0 0,0-1 0 0 0,0 0-1 0 0,0 0 1 0 0,-1 0 0 0 0,0-1 0 0 0,-1 0-1 0 0,0 1 1 0 0,0-1 0 0 0,-1 0-1 0 0,2-13 1 0 0,-3 7-148 0 0,-1 1 1 0 0,0-1-1 0 0,-1 1 1 0 0,0 0-1 0 0,-1 0 0 0 0,-1-1 1 0 0,0 1-1 0 0,-1 1 1 0 0,0-1-1 0 0,-2 0 0 0 0,1 1 1 0 0,-1 0-1 0 0,-1 1 1 0 0,-1-1-1 0 0,1 1 0 0 0,-2 0 1 0 0,0 1-1 0 0,0 0 1 0 0,-1 1-1 0 0,0 0 0 0 0,-1 0 1 0 0,0 1-1 0 0,-1 0 1 0 0,0 1-1 0 0,-21-11 0 0 0,18 11-706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51.2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1 254 10250 0 0,'32'5'710'0'0,"-24"-5"-367"0"0,0 1 0 0 0,-1 0-1 0 0,1 1 1 0 0,0 0-1 0 0,9 4 1 0 0,-14-5-187 0 0,-1 0 1 0 0,0 1-1 0 0,1-1 1 0 0,-1 1-1 0 0,0 0 1 0 0,0-1-1 0 0,0 1 0 0 0,0 0 1 0 0,0 1-1 0 0,0-1 1 0 0,0 0-1 0 0,-1 0 1 0 0,1 1-1 0 0,-1-1 1 0 0,0 1-1 0 0,0-1 0 0 0,0 1 1 0 0,0 0-1 0 0,1 3 1 0 0,0 4 573 0 0,-1-6-356 0 0,0 0 1 0 0,0 1-1 0 0,0-1 1 0 0,0 0 0 0 0,1 0-1 0 0,-1 0 1 0 0,1 0-1 0 0,0 0 1 0 0,1 0 0 0 0,-1 0-1 0 0,5 4 1 0 0,-6-10-292 0 0,1 0 0 0 0,-1 0 0 0 0,0 0 1 0 0,0 0-1 0 0,0-1 0 0 0,0 1 0 0 0,0 0 0 0 0,0-1 1 0 0,0 1-1 0 0,0-4 0 0 0,-1 4-2 0 0,24-121 912 0 0,-21 99-955 0 0,0 1 0 0 0,2-1-1 0 0,0 1 1 0 0,2 0 0 0 0,0 0 0 0 0,2 1-1 0 0,15-31 1 0 0,-23 52-33 0 0,0 1 0 0 0,-1-1 0 0 0,1 0 1 0 0,0 0-1 0 0,0 1 0 0 0,0-1 0 0 0,-1 0 0 0 0,1 1 0 0 0,0-1 0 0 0,0 1 1 0 0,0-1-1 0 0,0 1 0 0 0,0-1 0 0 0,0 1 0 0 0,0 0 0 0 0,0-1 0 0 0,0 1 1 0 0,0 0-1 0 0,0 0 0 0 0,0 0 0 0 0,0 0 0 0 0,1 0 0 0 0,-1 0 0 0 0,0 0 1 0 0,0 0-1 0 0,0 0 0 0 0,0 1 0 0 0,0-1 0 0 0,0 0 0 0 0,0 1 0 0 0,0-1 1 0 0,0 1-1 0 0,0-1 0 0 0,0 1 0 0 0,0-1 0 0 0,-1 1 0 0 0,1 0 0 0 0,0-1 1 0 0,0 1-1 0 0,0 0 0 0 0,-1 0 0 0 0,2 0 0 0 0,6 7-21 0 0,0 0 1 0 0,-1 0-1 0 0,8 10 0 0 0,-10-12 5 0 0,7 8 23 0 0,31 37-115 0 0,-39-48 126 0 0,-1 1-1 0 0,1-1 1 0 0,-1 0-1 0 0,1-1 1 0 0,0 1-1 0 0,0-1 1 0 0,0 1 0 0 0,1-1-1 0 0,-1 0 1 0 0,10 2-1 0 0,-12-4 15 0 0,0 0 0 0 0,0 0 0 0 0,0 0 0 0 0,0 0-1 0 0,0-1 1 0 0,0 1 0 0 0,0-1 0 0 0,0 1 0 0 0,0-1 0 0 0,0 0 0 0 0,0 0-1 0 0,0 0 1 0 0,0 0 0 0 0,0 0 0 0 0,-1 0 0 0 0,1 0 0 0 0,0-1 0 0 0,-1 1 0 0 0,3-3-1 0 0,29-37 141 0 0,-19 23-273 0 0,-3 5-92 0 0,2 0-18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5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62 377 3225 0 0,'-3'-1'783'0'0,"1"-1"1"0"0,0 0-1 0 0,0 0 1 0 0,-1 0-1 0 0,1 0 1 0 0,0 0-1 0 0,1 0 1 0 0,-1 0-1 0 0,0-1 1 0 0,1 1-1 0 0,-1-1 1 0 0,-1-4-1 0 0,-16-36 2315 0 0,18 41-2908 0 0,-2-9 109 0 0,0 0 0 0 0,0-1 0 0 0,1 1 0 0 0,1-1 0 0 0,-1 0 0 0 0,2 1 0 0 0,0-1 0 0 0,0 0-1 0 0,1 0 1 0 0,1 1 0 0 0,0-1 0 0 0,0 1 0 0 0,1-1 0 0 0,1 1 0 0 0,0 0 0 0 0,5-11 0 0 0,-6 16-270 0 0,0 0-1 0 0,0 1 1 0 0,0-1 0 0 0,0 1-1 0 0,1-1 1 0 0,0 1 0 0 0,1 0-1 0 0,-1 0 1 0 0,1 1 0 0 0,-1 0-1 0 0,1-1 1 0 0,1 2 0 0 0,-1-1-1 0 0,1 1 1 0 0,-1-1 0 0 0,1 1-1 0 0,0 1 1 0 0,0-1 0 0 0,0 1-1 0 0,0 0 1 0 0,1 1 0 0 0,-1-1-1 0 0,0 1 1 0 0,1 0 0 0 0,-1 1-1 0 0,1 0 1 0 0,-1 0 0 0 0,1 0-1 0 0,-1 1 1 0 0,8 1 0 0 0,-9-1-31 0 0,0 0 1 0 0,-1 1 0 0 0,1-1-1 0 0,-1 1 1 0 0,1 0 0 0 0,-1 0-1 0 0,0 1 1 0 0,0-1-1 0 0,0 1 1 0 0,0 0 0 0 0,-1 0-1 0 0,1 0 1 0 0,-1 0-1 0 0,1 1 1 0 0,3 5 0 0 0,-3-2-52 0 0,1 0 1 0 0,-2 0-1 0 0,1 1 0 0 0,-1-1 1 0 0,0 1-1 0 0,-1 0 1 0 0,1 0-1 0 0,0 10 1 0 0,1 12-325 0 0,-3 0 1 0 0,0 0 0 0 0,-6 54-1 0 0,5-83 369 0 0,-19 129-1093 0 0,12-97 1020 0 0,1 1 0 0 0,2 0 1 0 0,2 0-1 0 0,1 1 0 0 0,5 55 1 0 0,-4-89 95 0 0,0 1 1 0 0,0-1-1 0 0,0 1 1 0 0,1-1-1 0 0,-1 1 1 0 0,1-1-1 0 0,-1 1 1 0 0,1-1-1 0 0,-1 0 1 0 0,1 1-1 0 0,0-1 1 0 0,-1 0 0 0 0,1 0-1 0 0,0 0 1 0 0,0 1-1 0 0,0-1 1 0 0,0 0-1 0 0,0 0 1 0 0,0 0-1 0 0,0 0 1 0 0,1 0-1 0 0,-1-1 1 0 0,0 1-1 0 0,0 0 1 0 0,1-1-1 0 0,1 2 1 0 0,0-2 20 0 0,0 0 0 0 0,0 0 0 0 0,0 0 0 0 0,0 0 0 0 0,0 0 0 0 0,0-1 0 0 0,0 1 1 0 0,-1-1-1 0 0,1 0 0 0 0,0 0 0 0 0,0 0 0 0 0,4-2 0 0 0,6-4 142 0 0,0-1 0 0 0,-1 0 0 0 0,0-1 1 0 0,13-13-1 0 0,-16 15-67 0 0,-2-1 0 0 0,1 0 1 0 0,-1 0-1 0 0,0 0 0 0 0,-1-1 1 0 0,0 0-1 0 0,0-1 0 0 0,6-13 1 0 0,-11 19-80 0 0,1 0 1 0 0,-1 0-1 0 0,0 0 1 0 0,-1 0-1 0 0,1 0 1 0 0,-1 0-1 0 0,1 0 1 0 0,-1 0-1 0 0,-1 0 1 0 0,1 0-1 0 0,0 0 1 0 0,-1 0-1 0 0,0 0 1 0 0,0 0-1 0 0,0 0 1 0 0,0 0-1 0 0,-1 0 1 0 0,0 0-1 0 0,1 1 1 0 0,-1-1-1 0 0,0 1 1 0 0,-1-1-1 0 0,1 1 1 0 0,-1 0-1 0 0,-4-4 1 0 0,-7-9 40 0 0,-1 1 1 0 0,0 1-1 0 0,-1 1 1 0 0,-1 0-1 0 0,0 1 1 0 0,-1 1 0 0 0,0 1-1 0 0,0 0 1 0 0,-1 1-1 0 0,-1 1 1 0 0,1 1-1 0 0,-1 1 1 0 0,0 0-1 0 0,-23-2 1 0 0,-23 2 128 0 0,41 4-1968 0 0,2-1-3972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19:54.1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10 291 5985 0 0,'-10'-3'9545'0'0,"17"7"-8942"0"0,0 0 0 0 0,-1 1 0 0 0,0-1 1 0 0,0 1-1 0 0,-1 0 0 0 0,1 1 0 0 0,7 9 0 0 0,32 50 129 0 0,-15-20-344 0 0,-13-22-256 0 0,-7-7-8 0 0,1-1-1 0 0,0 0 1 0 0,1-1 0 0 0,1 0 0 0 0,1-1-1 0 0,0-1 1 0 0,18 13 0 0 0,-32-24-112 0 0,0-1 1 0 0,1 0-1 0 0,-1 0 1 0 0,0 0-1 0 0,0 0 0 0 0,1 0 1 0 0,-1 0-1 0 0,0 0 1 0 0,0 1-1 0 0,1-1 1 0 0,-1 0-1 0 0,0 0 1 0 0,0 0-1 0 0,1 0 0 0 0,-1 0 1 0 0,0 0-1 0 0,1 0 1 0 0,-1 0-1 0 0,0-1 1 0 0,0 1-1 0 0,1 0 0 0 0,-1 0 1 0 0,0 0-1 0 0,0 0 1 0 0,1 0-1 0 0,-1 0 1 0 0,0 0-1 0 0,0-1 1 0 0,1 1-1 0 0,-1 0 0 0 0,0 0 1 0 0,0 0-1 0 0,0-1 1 0 0,1 1-1 0 0,-1 0 1 0 0,0 0-1 0 0,0 0 1 0 0,0-1-1 0 0,0 1 0 0 0,5-17 448 0 0,-4-17 205 0 0,-1 34-656 0 0,-21-270 2589 0 0,5 104-3156 0 0,15 159 278 0 0,0 0 0 0 0,1 0 0 0 0,0 0 0 0 0,0 0-1 0 0,0 0 1 0 0,1 0 0 0 0,0 0 0 0 0,0 1 0 0 0,1-1 0 0 0,-1 0 0 0 0,2 1-1 0 0,-1-1 1 0 0,5-8 0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0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30 8290 0 0,'-3'-4'1255'0'0,"-19"-16"-655"0"0,21 19-431 0 0,1 1-1 0 0,-1-1 0 0 0,0 1 1 0 0,1-1-1 0 0,-1 1 0 0 0,0-1 1 0 0,0 1-1 0 0,1 0 0 0 0,-1-1 1 0 0,0 1-1 0 0,0 0 0 0 0,1 0 1 0 0,-1-1-1 0 0,0 1 1 0 0,0 0-1 0 0,0 0 0 0 0,1 0 1 0 0,-1 0-1 0 0,0 0 0 0 0,0 0 1 0 0,0 0-1 0 0,0 0 0 0 0,1 1 1 0 0,-1-1-1 0 0,0 0 1 0 0,0 0-1 0 0,1 1 0 0 0,-1-1 1 0 0,0 1-1 0 0,0-1 0 0 0,-3 16 6722 0 0,11 18-6856 0 0,-4-20 427 0 0,0 14-199 0 0,-2 47 0 0 0,0-5 134 0 0,4 274 440 0 0,-3-56 0 0 0,-8-70 146 0 0,-1-48-1007 0 0,13-94-1842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0.9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30 9218 0 0,'-6'2'541'0'0,"1"0"0"0"0,-1 0 0 0 0,1 0 0 0 0,0 1 0 0 0,0 0 0 0 0,0 0 0 0 0,0 1 0 0 0,0-1 0 0 0,-6 7 0 0 0,11-9-481 0 0,0 0-1 0 0,1-1 1 0 0,-1 1-1 0 0,0-1 1 0 0,1 1-1 0 0,-1-1 0 0 0,1 1 1 0 0,-1-1-1 0 0,1 1 1 0 0,-1-1-1 0 0,1 0 1 0 0,-1 1-1 0 0,1-1 0 0 0,-1 1 1 0 0,1-1-1 0 0,-1 0 1 0 0,1 0-1 0 0,0 1 1 0 0,-1-1-1 0 0,1 0 0 0 0,0 0 1 0 0,-1 0-1 0 0,1 0 1 0 0,-1 0-1 0 0,2 0 1 0 0,19 4 700 0 0,12-3-4 0 0,0-1 0 0 0,0-2 0 0 0,36-7 0 0 0,8-1-72 0 0,302 3 1470 0 0,-237 9-1507 0 0,150-17 0 0 0,-203-2-425 0 0,-64 10-347 0 0,-1 2 1 0 0,1 2-1 0 0,28-2 0 0 0,-56 7-888 0 0,-2 0 98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1.3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55 1376 0 0,'-14'-8'15530'0'0,"29"-11"-10893"0"0,-1 6-5477 0 0,-9 9 731 0 0,8-7 88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1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0 6265 0 0,'-14'13'704'0'0,"13"-11"-559"0"0,-1 0-1 0 0,0 0 0 0 0,0 0 0 0 0,0 0 0 0 0,0 0 0 0 0,-1-1 1 0 0,1 1-1 0 0,-1-1 0 0 0,-3 3 0 0 0,6-5-69 0 0,0 1 0 0 0,-1 0 0 0 0,1 0 0 0 0,0 0 0 0 0,0-1 0 0 0,-1 1 0 0 0,1 0 0 0 0,0 0 0 0 0,0-1 0 0 0,-1 1 0 0 0,1 0-1 0 0,0 0 1 0 0,0-1 0 0 0,0 1 0 0 0,0 0 0 0 0,0-1 0 0 0,-1 1 0 0 0,1 0 0 0 0,0-1 0 0 0,0 1 0 0 0,0 0 0 0 0,0-1 0 0 0,0 1 0 0 0,0 0 0 0 0,0-1 0 0 0,0 1 0 0 0,0 0 0 0 0,0-1 0 0 0,0 1-1 0 0,0 0 1 0 0,0-1 0 0 0,0 1 0 0 0,0 0 0 0 0,1 0 0 0 0,-1-1 0 0 0,0 1 0 0 0,0-1-101 0 0,1 1 0 0 0,-1 0 0 0 0,0-1 0 0 0,0 1 0 0 0,0 0 0 0 0,0-1 0 0 0,0 1 0 0 0,1-1 0 0 0,-1 1 0 0 0,0 0 0 0 0,0-1 0 0 0,0 1 0 0 0,0-1 0 0 0,0 1 0 0 0,0 0 0 0 0,0-1 0 0 0,0 1 0 0 0,0 0 0 0 0,0-1 0 0 0,-1 1 0 0 0,1-1 0 0 0,0 1 0 0 0,0 0 0 0 0,0-1 0 0 0,0 1 0 0 0,0 0 0 0 0,-1-1 0 0 0,1 1 0 0 0,0 0 0 0 0,0-1 0 0 0,-1 1 0 0 0,1 0 0 0 0,0-1 0 0 0,-1 1 0 0 0,1 0 0 0 0,0 0 0 0 0,0 0 0 0 0,-1-1 0 0 0,1 1 0 0 0,-1 0 0 0 0,1 0 1 0 0,0 0-1 0 0,-1 0 0 0 0,1 0 0 0 0,0-1 0 0 0,-1 1 0 0 0,1 0 0 0 0,-1 0 0 0 0,1 0 0 0 0,0 0 0 0 0,-1 0 0 0 0,1 0 0 0 0,-1 0 0 0 0,1 0 0 0 0,0 0 0 0 0,-1 1 0 0 0,1-1 0 0 0,0 0 0 0 0,-1 0 0 0 0,1 0 0 0 0,-1 1 0 0 0,-6 1-81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1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44 5929 0 0,'-5'1'952'0'0,"-1"-1"0"0"0,1 1 0 0 0,-1 1 0 0 0,1-1 0 0 0,-1 1 0 0 0,1 0 0 0 0,0 0 0 0 0,0 1 0 0 0,0-1 0 0 0,0 1 0 0 0,0 0 0 0 0,-5 5 0 0 0,54-22 2721 0 0,-22 7-3498 0 0,0 1 1 0 0,0 2-1 0 0,0 0 1 0 0,1 1-1 0 0,0 1 1 0 0,44 2-1 0 0,-41 1-163 0 0,-1-1 0 0 0,1-1 0 0 0,-1-2-1 0 0,1 0 1 0 0,27-9 0 0 0,-39 5-45 0 0,-14 7-18 0 0,0 0 0 0 0,1 0 0 0 0,-1 0 0 0 0,0 0 0 0 0,0 0-1 0 0,1 0 1 0 0,-1 0 0 0 0,0 0 0 0 0,0 0 0 0 0,0-1 0 0 0,1 1 0 0 0,-1 0-1 0 0,0 0 1 0 0,0 0 0 0 0,1 0 0 0 0,-1 0 0 0 0,0 0 0 0 0,0-1-1 0 0,0 1 1 0 0,1 0 0 0 0,-1 0 0 0 0,0 0 0 0 0,0 0 0 0 0,0-1 0 0 0,0 1-1 0 0,1 0 1 0 0,-1 0 0 0 0,0 0 0 0 0,0-1 0 0 0,0 1 0 0 0,0 0-1 0 0,0 0 1 0 0,0-1 0 0 0,0 1 0 0 0,0 0 0 0 0,0 0 0 0 0,0-1-1 0 0,0 1 1 0 0,0 0 0 0 0,0 0 0 0 0,0-1 0 0 0,0 1 0 0 0,0 0 0 0 0,0 0-1 0 0,0-1 1 0 0,0 1 0 0 0,0 0 0 0 0,0-1 0 0 0,-5 1-1443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2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4609 0 0,'5'0'916'0'0,"-1"1"1"0"0,1-1-1 0 0,-1 1 1 0 0,0 0-1 0 0,1 0 1 0 0,-1 0-1 0 0,0 1 1 0 0,0-1-1 0 0,0 1 1 0 0,0 0-1 0 0,0 0 1 0 0,6 5-1 0 0,-3-2-227 0 0,-1 0-1 0 0,-1 1 1 0 0,1 0 0 0 0,-1 0-1 0 0,0 0 1 0 0,7 11 0 0 0,-2 1-349 0 0,-1 1 1 0 0,-1 0 0 0 0,0 0 0 0 0,8 33 0 0 0,68 412 1216 0 0,-53-254-1253 0 0,14 85-340 0 0,-32-243-2674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2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47 217 6913 0 0,'-3'0'323'0'0,"0"0"0"0"0,1 0 0 0 0,-1-1 0 0 0,0 1 0 0 0,0 0-1 0 0,1-1 1 0 0,-1 0 0 0 0,0 1 0 0 0,1-1 0 0 0,-1 0-1 0 0,1-1 1 0 0,-1 1 0 0 0,1 0 0 0 0,-4-3 0 0 0,5 3-227 0 0,1 1-1 0 0,0 0 1 0 0,0 0 0 0 0,-1-1 0 0 0,1 1-1 0 0,0 0 1 0 0,0-1 0 0 0,0 1-1 0 0,0 0 1 0 0,-1-1 0 0 0,1 1 0 0 0,0 0-1 0 0,0-1 1 0 0,0 1 0 0 0,0 0 0 0 0,0-1-1 0 0,0 1 1 0 0,0-1 0 0 0,0 1 0 0 0,0 0-1 0 0,0-1 1 0 0,0 1 0 0 0,0 0 0 0 0,0-1-1 0 0,0 1 1 0 0,0 0 0 0 0,1-1 0 0 0,-1 1-1 0 0,0 0 1 0 0,0-1 0 0 0,0 1 0 0 0,1 0-1 0 0,-1-1 1 0 0,2-1 64 0 0,-1 1 0 0 0,1 0 0 0 0,0 0-1 0 0,-1 0 1 0 0,1 0 0 0 0,0 0 0 0 0,0 0 0 0 0,0 0-1 0 0,0 0 1 0 0,3 0 0 0 0,43-11 1591 0 0,85-10 0 0 0,-78 15-1195 0 0,99-9 108 0 0,158 4 0 0 0,57-3-102 0 0,-85-30-150 0 0,-3 0-157 0 0,-241 41-112 0 0,74 2 1 0 0,-103 3-381 0 0,0 0 0 0 0,0 0-1 0 0,0 1 1 0 0,0 0 0 0 0,-1 1 0 0 0,1 0 0 0 0,0 1 0 0 0,-1 0 0 0 0,0 1 0 0 0,0 0 0 0 0,15 11 0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5.1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99 183 920 0 0,'-2'-1'90'0'0,"0"0"0"0"0,0 0-1 0 0,1-1 1 0 0,-1 1 0 0 0,0 0-1 0 0,0 1 1 0 0,0-1 0 0 0,0 0 0 0 0,0 1-1 0 0,0-1 1 0 0,0 1 0 0 0,0-1-1 0 0,0 1 1 0 0,-4 0 0 0 0,-35 2 1630 0 0,16 0 1340 0 0,58-3 1408 0 0,23-3-2589 0 0,12 0-1469 0 0,559-49 3239 0 0,-377 28-2841 0 0,225-28 1938 0 0,-263 27-1639 0 0,-180 21-1041 0 0,0 2-1 0 0,1 1 1 0 0,-1 2 0 0 0,0 1 0 0 0,0 1 0 0 0,1 2 0 0 0,31 9 0 0 0,-63-14-63 0 0,0 1 0 0 0,0 0 0 0 0,-1 1 1 0 0,1-1-1 0 0,0 0 0 0 0,-1 0 0 0 0,1 0 1 0 0,0 0-1 0 0,-1 0 0 0 0,1 1 0 0 0,0-1 1 0 0,-1 0-1 0 0,1 1 0 0 0,-1-1 1 0 0,1 0-1 0 0,0 1 0 0 0,-1-1 0 0 0,1 1 1 0 0,-1-1-1 0 0,1 1 0 0 0,-1-1 0 0 0,1 1 1 0 0,-1-1-1 0 0,0 1 0 0 0,1 0 1 0 0,-1-1-1 0 0,0 1 0 0 0,1 0 0 0 0,-1-1 1 0 0,0 1-1 0 0,0 0 0 0 0,0-1 0 0 0,1 1 1 0 0,-1 0-1 0 0,0-1 0 0 0,0 1 1 0 0,0 0-1 0 0,0-1 0 0 0,0 1 0 0 0,-1 1 1 0 0,-6 10-1882 0 0,-36-6-13902 0 0,-7-19 30170 0 0,69 52-11621 0 0,-8 10-2486 0 0,-2 0-1 0 0,2 53 1 0 0,9 51-65 0 0,-8-96-164 0 0,24 145 408 0 0,-32-167-650 0 0,-1 1-1 0 0,-2 0 0 0 0,-6 60 0 0 0,4-91 0 0 0,0-1-474 0 0,0 1 1 0 0,1-1-1 0 0,-1 0 0 0 0,1 1 1 0 0,0-1-1 0 0,1 0 1 0 0,-1 1-1 0 0,1-1 1 0 0,-1 0-1 0 0,3 6 1 0 0,1-4-1368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5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229 0 1376 0 0,'11'5'11075'0'0,"-94"46"-6736"0"0,62-40-3686 0 0,-1 2 0 0 0,1 0 1 0 0,1 1-1 0 0,1 1 0 0 0,-27 27 1 0 0,45-41-647 0 0,0-1 0 0 0,1 1 0 0 0,-1-1 0 0 0,1 1 0 0 0,-1-1 0 0 0,1 1 0 0 0,-1 0 0 0 0,1 0 0 0 0,-1-1 0 0 0,1 1 0 0 0,0 0 0 0 0,-1-1 0 0 0,1 1 0 0 0,0 0 0 0 0,0 0 1 0 0,0 0-1 0 0,0-1 0 0 0,-1 1 0 0 0,1 0 0 0 0,0 0 0 0 0,0 0 0 0 0,0-1 0 0 0,1 1 0 0 0,-1 0 0 0 0,0 0 0 0 0,0 0 0 0 0,1 0 0 0 0,-1 0 1 0 0,1 0 0 0 0,0 0 0 0 0,0 0 0 0 0,0 0 0 0 0,0 0 0 0 0,1 0 0 0 0,-1 0 0 0 0,0-1 0 0 0,0 1 0 0 0,0 0 0 0 0,1-1 0 0 0,-1 1 0 0 0,0-1 0 0 0,3 1 0 0 0,9 2 49 0 0,0-1-1 0 0,25 0 0 0 0,-22-1 29 0 0,22 2-76 0 0,66 10-4 0 0,-94-12-5 0 0,-1 2 0 0 0,1-1-1 0 0,0 2 1 0 0,-1-1 0 0 0,0 1-1 0 0,0 0 1 0 0,0 1 0 0 0,9 6 0 0 0,-17-10 0 0 0,0 0 1 0 0,0 0 0 0 0,0-1-1 0 0,0 1 1 0 0,0 0 0 0 0,0 0-1 0 0,0 0 1 0 0,-1 1 0 0 0,1-1-1 0 0,0 0 1 0 0,0 0 0 0 0,-1 0-1 0 0,1 1 1 0 0,-1-1 0 0 0,1 0-1 0 0,-1 0 1 0 0,0 1 0 0 0,1-1-1 0 0,-1 0 1 0 0,0 1 0 0 0,0-1-1 0 0,0 1 1 0 0,0-1 0 0 0,0 0 0 0 0,0 1-1 0 0,0-1 1 0 0,-1 0 0 0 0,1 1-1 0 0,0-1 1 0 0,-1 0 0 0 0,1 1-1 0 0,-1-1 1 0 0,1 0 0 0 0,-1 0-1 0 0,0 0 1 0 0,0 1 0 0 0,1-1-1 0 0,-1 0 1 0 0,0 0 0 0 0,0 0-1 0 0,0 0 1 0 0,0 0 0 0 0,-1 0-1 0 0,-7 8 10 0 0,-1-1 0 0 0,1-1 0 0 0,-21 13 0 0 0,18-13-7 0 0,-41 27-151 0 0,19-13-76 0 0,1 2 0 0 0,-36 31-1 0 0,69-54 202 0 0,-1 1-1 0 0,0-1 0 0 0,1 1 0 0 0,-1-1 0 0 0,1 1 0 0 0,-1-1 0 0 0,0 1 1 0 0,1-1-1 0 0,-1 1 0 0 0,1 0 0 0 0,0-1 0 0 0,-1 1 0 0 0,1 0 1 0 0,-1-1-1 0 0,1 1 0 0 0,0 0 0 0 0,0 0 0 0 0,-1-1 0 0 0,1 1 0 0 0,0 0 1 0 0,0 0-1 0 0,0-1 0 0 0,0 1 0 0 0,0 0 0 0 0,0 0 0 0 0,0-1 1 0 0,0 1-1 0 0,0 1 0 0 0,1-1-41 0 0,0 0-1 0 0,0 0 1 0 0,0 0 0 0 0,0-1-1 0 0,0 1 1 0 0,0 0 0 0 0,0-1 0 0 0,0 1-1 0 0,0 0 1 0 0,0-1 0 0 0,0 1 0 0 0,0-1-1 0 0,1 0 1 0 0,-1 1 0 0 0,0-1-1 0 0,2 0 1 0 0,11 2-504 0 0,0 0 0 0 0,21-2-1 0 0,-23 0 599 0 0,31 0-31 0 0,-31-1 80 0 0,1 1 0 0 0,-1 0-1 0 0,0 1 1 0 0,0 0 0 0 0,0 1-1 0 0,0 0 1 0 0,0 1-1 0 0,18 6 1 0 0,-29-9-56 0 0,0 1 1 0 0,0-1-1 0 0,0 1 0 0 0,-1-1 1 0 0,1 1-1 0 0,0-1 0 0 0,-1 1 0 0 0,1 0 1 0 0,0-1-1 0 0,-1 1 0 0 0,1 0 0 0 0,0-1 1 0 0,-1 1-1 0 0,1 0 0 0 0,-1 0 1 0 0,1 0-1 0 0,-1-1 0 0 0,0 1 0 0 0,1 0 1 0 0,-1 0-1 0 0,0 0 0 0 0,0 0 1 0 0,0 0-1 0 0,1 0 0 0 0,-1 0 0 0 0,0 1 1 0 0,-1 0 6 0 0,1 1 1 0 0,-1-1 0 0 0,1 1-1 0 0,-1-1 1 0 0,0 1-1 0 0,0-1 1 0 0,0 0 0 0 0,0 1-1 0 0,-3 2 1 0 0,-3 6 96 0 0,-1-1 0 0 0,-17 17 0 0 0,23-25-79 0 0,-17 15-245 0 0,-21 23-1411 0 0,38-37 1097 0 0,-1 0 0 0 0,1 0-1 0 0,0 0 1 0 0,-1 1 0 0 0,1-1 0 0 0,1 0 0 0 0,-1 1 0 0 0,0 0 0 0 0,1-1 0 0 0,-2 8 0 0 0,3-10 494 0 0,1 0-1 0 0,-1 0 1 0 0,0 0 0 0 0,0 0-1 0 0,1 0 1 0 0,-1 0 0 0 0,1 0 0 0 0,-1 0-1 0 0,1 0 1 0 0,-1 0 0 0 0,1 0 0 0 0,0 0-1 0 0,-1 0 1 0 0,1-1 0 0 0,0 1 0 0 0,0 0-1 0 0,-1 0 1 0 0,1-1 0 0 0,0 1-1 0 0,0-1 1 0 0,0 1 0 0 0,0-1 0 0 0,0 1-1 0 0,0-1 1 0 0,0 1 0 0 0,0-1 0 0 0,0 0-1 0 0,2 1 1 0 0,-1-1 171 0 0,-1 1-1 0 0,1-1 1 0 0,-1 1 0 0 0,1-1-1 0 0,-1 1 1 0 0,1 0 0 0 0,-1 0-1 0 0,0 0 1 0 0,1 0 0 0 0,-1 0-1 0 0,0 0 1 0 0,1 0 0 0 0,-1 0-1 0 0,0 0 1 0 0,0 1-1 0 0,0-1 1 0 0,0 0 0 0 0,-1 1-1 0 0,1-1 1 0 0,0 0 0 0 0,0 3-1 0 0,9 48 10770 0 0,0 0-7710 0 0,14 80-4348 0 0,3 254-1177 0 0,-3-128 1052 0 0,0-11 1346 0 0,-24-204-160 0 0,0-14-472 0 0,1 0 1 0 0,7 35-1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7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3857 0 4321 0 0,'-35'8'9226'0'0,"-3"11"-5531"0"0,-34 30-1498 0 0,61-41-1168 0 0,10-8-1005 0 0,1 0-1 0 0,-1 0 0 0 0,1 1 1 0 0,-1-1-1 0 0,0 0 0 0 0,1 1 1 0 0,-1-1-1 0 0,1 0 0 0 0,-1 1 1 0 0,1-1-1 0 0,-1 1 0 0 0,1-1 1 0 0,0 1-1 0 0,-1-1 0 0 0,1 1 1 0 0,-1-1-1 0 0,1 1 0 0 0,0-1 1 0 0,-1 1-1 0 0,1-1 0 0 0,0 1 1 0 0,0 0-1 0 0,0-1 1 0 0,-1 1-1 0 0,1 0 0 0 0,0-1 1 0 0,0 1-1 0 0,0 0 0 0 0,0 0 1 0 0,1 0-12 0 0,0 0 0 0 0,0-1 0 0 0,0 1 0 0 0,0-1 0 0 0,0 0 0 0 0,0 1 0 0 0,0-1 0 0 0,0 0 0 0 0,0 0 0 0 0,0 1 0 0 0,0-1 0 0 0,0 0 0 0 0,0 0 1 0 0,0 0-1 0 0,2 0 0 0 0,45-5 37 0 0,-6-5 109 0 0,-28 6-125 0 0,-1 1 1 0 0,1 0-1 0 0,0 1 1 0 0,0 0-1 0 0,0 1 1 0 0,0 1-1 0 0,26 2 1 0 0,-39-2-34 0 0,0 0 0 0 0,0 0 0 0 0,-1 0 0 0 0,1 0-1 0 0,0 0 1 0 0,-1 1 0 0 0,1-1 0 0 0,0 0 0 0 0,-1 1 0 0 0,1-1 0 0 0,0 0 0 0 0,-1 1 0 0 0,1-1 0 0 0,-1 0 0 0 0,1 1 0 0 0,-1-1 0 0 0,1 1 0 0 0,-1-1 0 0 0,1 1 0 0 0,-1 0 0 0 0,1-1 0 0 0,-1 1 0 0 0,1-1 0 0 0,-1 1 0 0 0,0 0 0 0 0,0-1 0 0 0,1 2 0 0 0,-1-1 0 0 0,0 1 0 0 0,0-1 0 0 0,0 0 0 0 0,-1 1 0 0 0,1-1 0 0 0,0 0 1 0 0,-1 1-1 0 0,1-1 0 0 0,-1 0 0 0 0,1 0 0 0 0,-1 0 0 0 0,0 1 1 0 0,-1 1-1 0 0,-35 35-9 0 0,31-33 2 0 0,-28 26-134 0 0,-45 44-664 0 0,70-65 717 0 0,0 0 0 0 0,1 0 0 0 0,0 1 0 0 0,1 0 0 0 0,-11 23 0 0 0,17-33 95 0 0,0 1 0 0 0,0-1-1 0 0,1 1 1 0 0,-1 0-1 0 0,1-1 1 0 0,-1 1-1 0 0,1 0 1 0 0,0-1 0 0 0,-1 1-1 0 0,1 0 1 0 0,0-1-1 0 0,0 1 1 0 0,0 0-1 0 0,1 0 1 0 0,-1-1 0 0 0,0 1-1 0 0,1 0 1 0 0,-1-1-1 0 0,1 1 1 0 0,-1 0-1 0 0,1-1 1 0 0,1 3 0 0 0,0-2 15 0 0,-1 0 1 0 0,1-1 0 0 0,0 1 0 0 0,0-1 0 0 0,0 1 0 0 0,0-1 0 0 0,0 0-1 0 0,0 0 1 0 0,0 0 0 0 0,0 0 0 0 0,1 0 0 0 0,-1-1 0 0 0,0 1 0 0 0,4 0-1 0 0,6 1 77 0 0,0-1 0 0 0,0-1 1 0 0,0 0-1 0 0,0 0 0 0 0,14-3 0 0 0,20-5 335 0 0,-20 3-261 0 0,-1 1-1 0 0,27 0 1 0 0,-51 4-188 0 0,0 0 0 0 0,-1 0 0 0 0,1 0 0 0 0,-1 0 0 0 0,1 0 0 0 0,0 0 0 0 0,-1 0 0 0 0,1 0 0 0 0,-1 1 0 0 0,1-1 0 0 0,0 0 0 0 0,-1 0 0 0 0,1 0 0 0 0,-1 1 0 0 0,1-1 0 0 0,-1 0 0 0 0,1 1 0 0 0,-1-1 0 0 0,1 0-1 0 0,-1 1 1 0 0,1-1 0 0 0,-1 1 0 0 0,1-1 0 0 0,-1 1 0 0 0,1-1 0 0 0,-1 1 0 0 0,0-1 0 0 0,0 1 0 0 0,1-1 0 0 0,-1 1 0 0 0,0-1 0 0 0,1 2 0 0 0,-1 0-55 0 0,0 0 0 0 0,0-1 0 0 0,0 1-1 0 0,0 0 1 0 0,-1 0 0 0 0,1 0 0 0 0,0 0 0 0 0,-1 0-1 0 0,1 0 1 0 0,-2 3 0 0 0,-2 3-228 0 0,0 0 0 0 0,-1 0-1 0 0,-8 13 1 0 0,-3-4-67 0 0,12-13 289 0 0,-1 0 0 0 0,1 0 0 0 0,1 1 0 0 0,-1-1 0 0 0,1 1 1 0 0,-1 0-1 0 0,1 0 0 0 0,1 0 0 0 0,-1 0 0 0 0,1 0 0 0 0,-3 10 0 0 0,5-14-25 0 0,0-1 0 0 0,0 1-1 0 0,0-1 1 0 0,0 1 0 0 0,1 0 0 0 0,-1-1 0 0 0,0 1-1 0 0,0-1 1 0 0,1 1 0 0 0,-1-1 0 0 0,0 1-1 0 0,1-1 1 0 0,-1 1 0 0 0,1-1 0 0 0,-1 1 0 0 0,0-1-1 0 0,1 1 1 0 0,-1-1 0 0 0,1 0 0 0 0,-1 1 0 0 0,1-1-1 0 0,0 0 1 0 0,-1 1 0 0 0,1-1 0 0 0,-1 0-1 0 0,1 0 1 0 0,1 1 0 0 0,23 4-2993 0 0,0 1 8 0 0,4 15 2996 0 0,-23-16 924 0 0,-1 0 1 0 0,0 1-1 0 0,0 0 1 0 0,-1 0-1 0 0,0 0 1 0 0,0 1-1 0 0,0-1 1 0 0,4 13-1 0 0,15 31 1856 0 0,-13-31-2233 0 0,-1 1 0 0 0,-1 0 0 0 0,-1 1 0 0 0,0 0 0 0 0,3 22 0 0 0,0 61 77 0 0,-7-67-415 0 0,1 1 0 0 0,17 70 0 0 0,-20-104-87 0 0,1 0 0 0 0,-1 1 0 0 0,0-1 0 0 0,0 1 0 0 0,0-1 0 0 0,-1 1 0 0 0,1 0 0 0 0,-1-1 0 0 0,0 1 0 0 0,-1-1 0 0 0,0 6 0 0 0,0-8-15 0 0,0 0-1 0 0,0 0 1 0 0,-1 0 0 0 0,1 0 0 0 0,0 0-1 0 0,-1 0 1 0 0,0 0 0 0 0,1-1-1 0 0,-1 1 1 0 0,0 0 0 0 0,0-1-1 0 0,0 0 1 0 0,0 1 0 0 0,0-1 0 0 0,0 0-1 0 0,0 0 1 0 0,-1 0 0 0 0,1 0-1 0 0,0-1 1 0 0,0 1 0 0 0,-1 0-1 0 0,-3-1 1 0 0,-37 10 2 0 0,-1-3 0 0 0,1-2 0 0 0,-53 1 0 0 0,-135-13 79 0 0,138 2-97 0 0,-690 38-1015 0 0,472-9 953 0 0,-1216 119 65 0 0,1050-70 1 0 0,377-52 211 0 0,-28 5-704 0 0,111-24 152 0 0,0 0 0 0 0,-1-2 0 0 0,1 0 0 0 0,-1-1 0 0 0,-22-3 0 0 0,33 2 205 0 0,0 0 0 0 0,0 0 0 0 0,0 0 0 0 0,0-1 0 0 0,0 0 1 0 0,1-1-1 0 0,-1 1 0 0 0,1-1 0 0 0,0 0 0 0 0,0-1 0 0 0,-5-4 0 0 0,4 2-1209 0 0,1 1-1 0 0,1-1 0 0 0,-1 0 0 0 0,1 0 0 0 0,-5-10 0 0 0,1 2-3580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7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 3889 0 0,'3'-27'11622'0'0,"5"41"-8453"0"0,-2-1-2247 0 0,-1 0 0 0 0,0 0 0 0 0,4 23 0 0 0,8 88-187 0 0,-11-62-644 0 0,72 317 172 0 0,-48-266-273 0 0,-6 2-1 0 0,9 123 1 0 0,-29-186-1541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8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12443 0 0,'-2'-1'10087'0'0,"13"10"-10048"0"0,0 0 0 0 0,16 18 1 0 0,-15-10 13 0 0,-2 0 1 0 0,1 1-1 0 0,-2 1 1 0 0,13 37-1 0 0,14 78 296 0 0,-2-6-192 0 0,-30-115-616 0 0,1 0-1 0 0,1-1 1 0 0,10 19-1 0 0,-12-25-115 0 0,0 0 0 0 0,0 0 0 0 0,1-1 1 0 0,0 0-1 0 0,-1 0 0 0 0,2 0 0 0 0,-1 0 0 0 0,10 6 0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8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91 17 15523 0 0,'-1'-1'161'0'0,"0"-1"0"0"0,-1 1 0 0 0,1 0-1 0 0,0-1 1 0 0,-1 1 0 0 0,1 0-1 0 0,-1 0 1 0 0,0 0 0 0 0,1 0 0 0 0,-1 0-1 0 0,0 0 1 0 0,1 1 0 0 0,-1-1 0 0 0,0 1-1 0 0,0-1 1 0 0,1 1 0 0 0,-1 0 0 0 0,0-1-1 0 0,0 1 1 0 0,0 0 0 0 0,0 0 0 0 0,0 0-1 0 0,0 0 1 0 0,1 1 0 0 0,-1-1 0 0 0,0 1-1 0 0,0-1 1 0 0,0 1 0 0 0,1-1-1 0 0,-1 1 1 0 0,0 0 0 0 0,1 0 0 0 0,-1 0-1 0 0,0 0 1 0 0,-1 2 0 0 0,0-1-64 0 0,1 1 0 0 0,-1-1-1 0 0,1 1 1 0 0,0 0 0 0 0,0 0 0 0 0,0 0 0 0 0,0 1 0 0 0,0-1-1 0 0,1 0 1 0 0,-1 1 0 0 0,1-1 0 0 0,0 1 0 0 0,0-1 0 0 0,0 1-1 0 0,1 0 1 0 0,-1-1 0 0 0,1 5 0 0 0,1 9-82 0 0,0 0 1 0 0,2-1-1 0 0,0 1 0 0 0,1-1 1 0 0,1 0-1 0 0,0 0 0 0 0,1 0 1 0 0,1-1-1 0 0,0 0 1 0 0,1 0-1 0 0,0-1 0 0 0,2 0 1 0 0,18 22-1 0 0,-21-27-23 0 0,1 0-1 0 0,0 0 1 0 0,1-1-1 0 0,0 0 1 0 0,0-1-1 0 0,1 0 1 0 0,0 0-1 0 0,0-1 1 0 0,1 0-1 0 0,-1-1 1 0 0,1 0-1 0 0,0-1 1 0 0,1 0 0 0 0,-1-1-1 0 0,1 0 1 0 0,0-1-1 0 0,-1 0 1 0 0,1-1-1 0 0,0 0 1 0 0,12-1-1 0 0,-19-1-16 0 0,0 1 0 0 0,0-1 1 0 0,-1 0-1 0 0,1-1 0 0 0,0 1 0 0 0,-1-1 0 0 0,1 0 0 0 0,-1 0 0 0 0,0 0 0 0 0,0 0 0 0 0,0-1 0 0 0,0 0 0 0 0,0 0 1 0 0,0 0-1 0 0,6-6 0 0 0,-8 6 34 0 0,0 0 0 0 0,-1 1 1 0 0,1-1-1 0 0,-1 0 0 0 0,1 0 1 0 0,-1 0-1 0 0,0 0 0 0 0,0 0 1 0 0,0 0-1 0 0,0-1 0 0 0,-1 1 1 0 0,1 0-1 0 0,-1 0 0 0 0,0-1 1 0 0,0 1-1 0 0,0 0 0 0 0,0 0 1 0 0,-1-1-1 0 0,1 1 0 0 0,-1 0 1 0 0,0 0-1 0 0,0 0 0 0 0,0 0 1 0 0,-2-4-1 0 0,-5-9 107 0 0,-1 0 1 0 0,0 0-1 0 0,-1 1 0 0 0,-1 0 1 0 0,-1 1-1 0 0,-14-14 0 0 0,-84-72 452 0 0,46 53-368 0 0,58 43-509 0 0,-1 0-1 0 0,0 1 1 0 0,0 0-1 0 0,0 0 1 0 0,0 0-1 0 0,0 1 1 0 0,-1 0-1 0 0,-8-1 1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8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0 377 11979 0 0,'0'0'103'0'0,"1"0"1"0"0,-1-1 0 0 0,0 1-1 0 0,0 0 1 0 0,0-1 0 0 0,1 1-1 0 0,-1 0 1 0 0,0-1 0 0 0,1 1-1 0 0,-1 0 1 0 0,0 0 0 0 0,0-1-1 0 0,1 1 1 0 0,-1 0 0 0 0,0 0-1 0 0,1 0 1 0 0,-1 0 0 0 0,1-1-1 0 0,-1 1 1 0 0,0 0 0 0 0,1 0-1 0 0,-1 0 1 0 0,0 0 0 0 0,1 0-1 0 0,-1 0 1 0 0,1 0 0 0 0,-1 0-1 0 0,0 0 1 0 0,1 0 0 0 0,-1 0-1 0 0,0 0 1 0 0,1 0 0 0 0,-1 1-1 0 0,1-1 1 0 0,-1 0 0 0 0,0 0-1 0 0,1 0 1 0 0,-1 0 0 0 0,0 1-1 0 0,1-1 1 0 0,-1 0 0 0 0,0 0-1 0 0,1 1 1 0 0,16 7 1849 0 0,4 11-537 0 0,26 27 0 0 0,-28-26-1003 0 0,32 28-1 0 0,-43-43-313 0 0,-1 0-1 0 0,1 0 1 0 0,0 0-1 0 0,0-1 1 0 0,0 0-1 0 0,1 0 1 0 0,-1-1-1 0 0,16 3 1 0 0,-22-5-77 0 0,-1-1 1 0 0,0 0-1 0 0,0 0 0 0 0,1 0 1 0 0,-1 0-1 0 0,0 0 0 0 0,0 0 1 0 0,1 0-1 0 0,-1 0 1 0 0,0 0-1 0 0,0-1 0 0 0,1 1 1 0 0,-1-1-1 0 0,0 1 0 0 0,0-1 1 0 0,0 1-1 0 0,0-1 1 0 0,0 1-1 0 0,0-1 0 0 0,0 0 1 0 0,0 0-1 0 0,0 0 0 0 0,0 1 1 0 0,0-1-1 0 0,0 0 0 0 0,0 0 1 0 0,0 0-1 0 0,-1 0 1 0 0,1 0-1 0 0,-1-1 0 0 0,1 1 1 0 0,0 0-1 0 0,-1 0 0 0 0,0 0 1 0 0,1 0-1 0 0,-1-1 0 0 0,0 1 1 0 0,0 0-1 0 0,1 0 1 0 0,-1-1-1 0 0,0 1 0 0 0,0 0 1 0 0,-1-3-1 0 0,1-7 244 0 0,0-1 0 0 0,-1 1 0 0 0,-5-21 0 0 0,5 25-112 0 0,-28-106 885 0 0,20 86-1168 0 0,2 1 1 0 0,1-1 0 0 0,0-1 0 0 0,2 1-1 0 0,0-43 1 0 0,5 56-192 0 0,1 0 1 0 0,1 1-1 0 0,0-1 0 0 0,1 1 1 0 0,0 0-1 0 0,7-13 0 0 0,0 0 223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49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42 9674 0 0,'-2'-6'1771'0'0,"1"1"-1"0"0,-1-1 1 0 0,1 1-1 0 0,0-1 1 0 0,-1-7 0 0 0,21 48 968 0 0,-3 6-2357 0 0,19 75 0 0 0,3 7 128 0 0,-31-107-444 0 0,1 0 0 0 0,0 0 0 0 0,1 0 0 0 0,0-1 0 0 0,17 20 0 0 0,-25-33-240 0 0,13 18-1850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0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17 4145 0 0,'-18'-16'11507'0'0,"30"26"-9723"0"0,4 7-1140 0 0,0 1 0 0 0,-2 0 1 0 0,0 1-1 0 0,-1 1 1 0 0,-1 0-1 0 0,-1 1 0 0 0,0 0 1 0 0,11 36-1 0 0,-4 6-528 0 0,19 118-1 0 0,-36-172-260 0 0,13 50 114 0 0,-14-56-198 0 0,2 0 0 0 0,-1 0 0 0 0,0 0 0 0 0,0 0 1 0 0,1 0-1 0 0,0 0 0 0 0,0 0 0 0 0,-1-1 0 0 0,1 1 0 0 0,1-1 0 0 0,-1 1 1 0 0,0-1-1 0 0,1 0 0 0 0,-1 0 0 0 0,5 3 0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0.6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27 456 0 0,'-2'-27'15383'0'0,"-14"48"-14657"0"0,0 0 0 0 0,2 1-1 0 0,1 0 1 0 0,0 1 0 0 0,2 1-1 0 0,1 0 1 0 0,0 0-1 0 0,-9 45 1 0 0,18-68-713 0 0,0 1-1 0 0,1 0 0 0 0,-1 0 1 0 0,1 0-1 0 0,0 0 1 0 0,0 0-1 0 0,-1 0 1 0 0,1-1-1 0 0,0 1 0 0 0,1 0 1 0 0,-1 0-1 0 0,0 0 1 0 0,0 0-1 0 0,1 0 1 0 0,0 0-1 0 0,-1-1 0 0 0,1 1 1 0 0,0 0-1 0 0,-1 0 1 0 0,1-1-1 0 0,0 1 1 0 0,1 0-1 0 0,-1-1 0 0 0,0 1 1 0 0,0-1-1 0 0,0 0 1 0 0,1 1-1 0 0,-1-1 1 0 0,1 0-1 0 0,-1 0 0 0 0,1 0 1 0 0,2 2-1 0 0,0-2 34 0 0,0 0 0 0 0,0 0 0 0 0,1 0-1 0 0,-1-1 1 0 0,0 1 0 0 0,1-1 0 0 0,-1 0-1 0 0,0 0 1 0 0,1 0 0 0 0,-1-1 0 0 0,0 0-1 0 0,1 1 1 0 0,5-3 0 0 0,11-5 263 0 0,39-19 0 0 0,-46 20-741 0 0,1 0 0 0 0,0 0 0 0 0,0 2 0 0 0,0 0 0 0 0,26-5 0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1.2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7834 0 0,'0'0'602'0'0,"0"21"4856"0"0,14 66 977 0 0,-9-60-5709 0 0,0 0-1 0 0,1 41 1 0 0,-9-9-341 0 0,1-40-289 0 0,1-1 1 0 0,1 0-1 0 0,1 0 0 0 0,0 0 0 0 0,1 0 1 0 0,5 20-1 0 0,-6-36-68 0 0,-1 0 1 0 0,1 0-1 0 0,0 0 0 0 0,0 0 0 0 0,0 0 1 0 0,0 0-1 0 0,1 0 0 0 0,-1-1 0 0 0,0 1 1 0 0,1 0-1 0 0,-1-1 0 0 0,1 1 0 0 0,-1-1 1 0 0,1 1-1 0 0,0-1 0 0 0,0 0 0 0 0,0 0 1 0 0,-1 0-1 0 0,1 0 0 0 0,3 1 0 0 0,-1-1 9 0 0,0 0 0 0 0,0 0 0 0 0,1 0 0 0 0,-1-1 0 0 0,0 0 0 0 0,1 0 0 0 0,-1 0 0 0 0,0 0 0 0 0,7-2-1 0 0,7-2 14 0 0,-1 0 0 0 0,0-2 0 0 0,28-13 0 0 0,-45 19-50 0 0,205-100-1162 0 0,-192 92-648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1.4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 8754 0 0,'-4'0'633'0'0,"0"1"-1"0"0,0 0 1 0 0,0 0 0 0 0,0 1 0 0 0,1-1-1 0 0,-7 4 1 0 0,9-5-466 0 0,1 1 0 0 0,-1-1-1 0 0,1 0 1 0 0,-1 1 0 0 0,1-1 0 0 0,-1 1-1 0 0,1-1 1 0 0,-1 1 0 0 0,1-1 0 0 0,-1 1-1 0 0,1-1 1 0 0,0 1 0 0 0,-1-1 0 0 0,1 1-1 0 0,0 0 1 0 0,0-1 0 0 0,-1 1 0 0 0,1 0-1 0 0,0-1 1 0 0,0 1 0 0 0,0-1 0 0 0,0 1-1 0 0,0 0 1 0 0,0-1 0 0 0,0 1 0 0 0,0 0-1 0 0,0-1 1 0 0,0 1 0 0 0,0 0 0 0 0,0-1-1 0 0,1 1 1 0 0,-1 0 0 0 0,0-1 0 0 0,0 1-1 0 0,1-1 1 0 0,-1 1 0 0 0,0-1 0 0 0,1 1-1 0 0,-1 0 1 0 0,0-1 0 0 0,1 1 0 0 0,-1-1-1 0 0,1 0 1 0 0,-1 1 0 0 0,1-1 0 0 0,-1 1-1 0 0,1-1 1 0 0,-1 0 0 0 0,2 1 0 0 0,4 5 87 0 0,0 0 0 0 0,0 0 0 0 0,-1 1 0 0 0,0 0 0 0 0,-1 0 0 0 0,1 0 0 0 0,-1 0 0 0 0,-1 1 0 0 0,1 0 0 0 0,-1 0 0 0 0,3 13 0 0 0,1 9-16 0 0,4 59 0 0 0,-9-64-262 0 0,1 1 1 0 0,1-1-1 0 0,8 25 1 0 0,-7-35-400 0 0,4 13-311 0 0,-1-11-5723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1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59 5985 0 0,'-1'-5'918'0'0,"0"1"0"0"0,1-1 0 0 0,-1 1-1 0 0,1-1 1 0 0,0 1 0 0 0,2-9-1 0 0,-1-6 4823 0 0,5 35-687 0 0,4 8-4779 0 0,19 161 1118 0 0,-1-6-760 0 0,-24-158-648 0 0,2 0-1 0 0,1-1 0 0 0,0 0 1 0 0,2 0-1 0 0,0-1 1 0 0,15 24-1 0 0,-21-39 31 0 0,0 0-1 0 0,1 0 1 0 0,-1 0-1 0 0,1 0 1 0 0,-1-1-1 0 0,8 6 1 0 0,6-1-2584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2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242 18 1808 0 0,'-1'-2'-25'0'0,"0"1"-1"0"0,0 0 0 0 0,0 0 1 0 0,0 0-1 0 0,0 0 1 0 0,0 0-1 0 0,-1 0 0 0 0,1 0 1 0 0,0 0-1 0 0,-1 0 0 0 0,1 1 1 0 0,-1-1-1 0 0,-1 0 0 0 0,-1 0 597 0 0,0 0-1 0 0,0 0 0 0 0,0 1 0 0 0,0-1 0 0 0,0 1 0 0 0,-1 0 0 0 0,-7 1 0 0 0,1 1 1422 0 0,0 0 0 0 0,0 1-1 0 0,1 0 1 0 0,-14 5 0 0 0,16-3-1343 0 0,-1-1 1 0 0,1 1 0 0 0,0 1-1 0 0,0 0 1 0 0,1 0-1 0 0,-1 0 1 0 0,-10 14 0 0 0,13-15-440 0 0,1 0 1 0 0,0 1-1 0 0,0-1 1 0 0,0 1-1 0 0,1 0 1 0 0,0 0-1 0 0,0 0 1 0 0,1 0-1 0 0,0 0 1 0 0,0 1-1 0 0,0-1 1 0 0,0 8-1 0 0,1-12-192 0 0,1 0-1 0 0,1 0 0 0 0,-1 0 0 0 0,0 0 0 0 0,0 1 0 0 0,1-1 0 0 0,-1 0 1 0 0,1 0-1 0 0,0 0 0 0 0,-1 0 0 0 0,1 0 0 0 0,0 0 0 0 0,0 0 0 0 0,0-1 1 0 0,1 1-1 0 0,-1 0 0 0 0,0 0 0 0 0,3 1 0 0 0,0 1 6 0 0,-1-1 1 0 0,1 0-1 0 0,1 0 1 0 0,-1-1-1 0 0,0 1 0 0 0,1-1 1 0 0,7 3-1 0 0,6 0 55 0 0,0 0 1 0 0,0-1-1 0 0,22 1 1 0 0,-38-4-65 0 0,15 0 23 0 0,0 0 0 0 0,0-1 1 0 0,0-1-1 0 0,0 0 1 0 0,31-8-1 0 0,6-7-7315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3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0 174 7370 0 0,'4'2'412'0'0,"0"1"0"0"0,0-1 0 0 0,0 0 0 0 0,0 0 0 0 0,0-1 0 0 0,0 1 0 0 0,0-1 0 0 0,1 0 0 0 0,5 0 0 0 0,130 18 3892 0 0,73-10-2814 0 0,-28-13-378 0 0,92 2 176 0 0,191-9-182 0 0,-279 2-1116 0 0,241-12 128 0 0,-34 0 420 0 0,-216 10-380 0 0,59-10-60 0 0,13-1-89 0 0,-249 22-10 0 0,630-13 255 0 0,-490 10-184 0 0,-40 0 305 0 0,-103 3-370 0 0,0 0-1 0 0,1 1 0 0 0,-1-1 0 0 0,1 0 1 0 0,-1 0-1 0 0,0 0 0 0 0,1 0 0 0 0,-1 1 0 0 0,0-1 1 0 0,1 0-1 0 0,-1 0 0 0 0,0 1 0 0 0,1-1 1 0 0,-1 0-1 0 0,0 0 0 0 0,0 1 0 0 0,1-1 0 0 0,-1 0 1 0 0,0 1-1 0 0,0-1 0 0 0,1 0 0 0 0,-1 1 1 0 0,0-1-1 0 0,0 1 0 0 0,0-1 0 0 0,0 0 0 0 0,0 1 1 0 0,0-1-1 0 0,0 1 0 0 0,0-1 0 0 0,0 0 1 0 0,0 1-1 0 0,0-1 0 0 0,0 1 0 0 0,0 0 0 0 0,-2 22 203 0 0,0-7-136 0 0,2-13-69 0 0,0 0 0 0 0,0-1 1 0 0,0 1-1 0 0,0 0 0 0 0,1 0 1 0 0,-1-1-1 0 0,1 1 0 0 0,-1 0 0 0 0,1-1 1 0 0,0 1-1 0 0,0 0 0 0 0,0-1 1 0 0,0 0-1 0 0,1 1 0 0 0,-1-1 0 0 0,1 1 1 0 0,-1-1-1 0 0,1 0 0 0 0,0 0 1 0 0,0 0-1 0 0,0 0 0 0 0,0 0 0 0 0,0-1 1 0 0,0 1-1 0 0,0 0 0 0 0,1-1 1 0 0,-1 0-1 0 0,1 0 0 0 0,-1 1 0 0 0,1-1 1 0 0,-1-1-1 0 0,1 1 0 0 0,0 0 1 0 0,-1-1-1 0 0,1 1 0 0 0,0-1 0 0 0,0 0 1 0 0,-1 0-1 0 0,1 0 0 0 0,0 0 1 0 0,4-1-1 0 0,-2 0 2 0 0,0 0 1 0 0,0 0-1 0 0,0 0 0 0 0,0 0 1 0 0,0-1-1 0 0,0 0 0 0 0,0 0 1 0 0,-1-1-1 0 0,1 1 1 0 0,-1-1-1 0 0,1 0 0 0 0,-1 0 1 0 0,0-1-1 0 0,0 1 0 0 0,-1-1 1 0 0,1 0-1 0 0,-1 0 0 0 0,1 0 1 0 0,-1 0-1 0 0,-1-1 1 0 0,6-8-1 0 0,-7 8 16 0 0,0 1 1 0 0,0-1-1 0 0,-1 1 0 0 0,1-1 1 0 0,-1 0-1 0 0,0 1 0 0 0,0-1 1 0 0,-1 1-1 0 0,1-1 1 0 0,-1 0-1 0 0,0 1 0 0 0,0-1 1 0 0,-1 1-1 0 0,1 0 0 0 0,-1-1 1 0 0,0 1-1 0 0,0 0 1 0 0,-1 0-1 0 0,1 0 0 0 0,-1 0 1 0 0,-3-3-1 0 0,4 4-7 0 0,1 1 0 0 0,-1 0-1 0 0,0 0 1 0 0,0 0 0 0 0,-1 0 0 0 0,1 0 0 0 0,0 0-1 0 0,-1 1 1 0 0,1-1 0 0 0,-1 1 0 0 0,1 0 0 0 0,-1-1-1 0 0,0 1 1 0 0,1 0 0 0 0,-1 1 0 0 0,0-1 0 0 0,0 0-1 0 0,0 1 1 0 0,0 0 0 0 0,1-1 0 0 0,-1 1 0 0 0,0 0-1 0 0,0 1 1 0 0,0-1 0 0 0,0 0 0 0 0,0 1 0 0 0,0 0-1 0 0,1-1 1 0 0,-1 1 0 0 0,0 0 0 0 0,1 1 0 0 0,-1-1 0 0 0,0 0-1 0 0,-2 3 1 0 0,2-2-16 0 0,0 1 0 0 0,1 0 0 0 0,-1 0-1 0 0,1 0 1 0 0,0 0 0 0 0,0 0 0 0 0,0 0 0 0 0,0 1 0 0 0,0-1-1 0 0,1 1 1 0 0,0-1 0 0 0,-1 1 0 0 0,1 0 0 0 0,1-1 0 0 0,-1 1-1 0 0,0 0 1 0 0,1 0 0 0 0,0-1 0 0 0,0 1 0 0 0,0 0 0 0 0,0 0-1 0 0,1-1 1 0 0,1 7 0 0 0,-1-4-2 0 0,0 1-1 0 0,1-1 1 0 0,-1 0-1 0 0,1 0 1 0 0,1 0 0 0 0,-1 0-1 0 0,1 0 1 0 0,0-1-1 0 0,1 1 1 0 0,-1-1-1 0 0,1 0 1 0 0,0 0 0 0 0,6 6-1 0 0,-4-7 42 0 0,0 0-1 0 0,0 0 1 0 0,0-1 0 0 0,11 4-1 0 0,6-3-580 0 0,-22-4 488 0 0,0-1 0 0 0,-1 1 1 0 0,1 0-1 0 0,-1 0 0 0 0,1 0 0 0 0,0-1 0 0 0,-1 1 0 0 0,1 0 0 0 0,-1-1 0 0 0,1 1 1 0 0,-1 0-1 0 0,1-1 0 0 0,0 1 0 0 0,-1-1 0 0 0,0 1 0 0 0,1-1 0 0 0,-1 1 0 0 0,1-1 0 0 0,-1 1 1 0 0,0-1-1 0 0,1 1 0 0 0,-1-1 0 0 0,0 0 0 0 0,1 1 0 0 0,-1-1 0 0 0,0 0 0 0 0,0 1 1 0 0,0-2-1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4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231 236 2304 0 0,'-213'8'8578'0'0,"196"-8"-4311"0"0,30 4-828 0 0,-12-4-3120 0 0,5 1-17 0 0,70 8 755 0 0,133-1-1 0 0,85-21-344 0 0,-46 0-545 0 0,580-6-147 0 0,-228-13 156 0 0,-574 29-176 0 0,460-58 53 0 0,-148 26 124 0 0,-177 23-213 0 0,-132 11 32 0 0,-22 1-5 0 0,0 0 0 0 0,0 0 0 0 0,0 0 1 0 0,-1-1-1 0 0,1 0 0 0 0,0-1 1 0 0,10-3-1 0 0,-17 5 13 0 0,0 0 0 0 0,-1 1-1 0 0,1-1 1 0 0,0 0 0 0 0,-1 0 0 0 0,1 1 0 0 0,0-1 0 0 0,0 1 0 0 0,-1-1-1 0 0,1 0 1 0 0,0 1 0 0 0,0-1 0 0 0,0 0 0 0 0,0 1 0 0 0,-1-1 0 0 0,1 1 0 0 0,0-1-1 0 0,0 0 1 0 0,0 1 0 0 0,0-1 0 0 0,0 1 0 0 0,0-1 0 0 0,0 1 0 0 0,0-1 0 0 0,0 0-1 0 0,0 1 1 0 0,0-1 0 0 0,0 1 0 0 0,0-1 0 0 0,1 1 0 0 0,-1 0 0 0 0,11 19 268 0 0,19 15 124 0 0,-18-26-396 0 0,-1-1 0 0 0,2-1 1 0 0,-1 0-1 0 0,25 10 0 0 0,-33-15-1 0 0,1 0 1 0 0,-1 0-1 0 0,1-1 0 0 0,-1 0 1 0 0,1 0-1 0 0,0 0 0 0 0,-1 0 1 0 0,1-1-1 0 0,0 0 0 0 0,-1 0 0 0 0,1 0 1 0 0,0 0-1 0 0,0-1 0 0 0,-1 0 1 0 0,1 0-1 0 0,-1 0 0 0 0,1 0 1 0 0,6-4-1 0 0,-10 4 2 0 0,1 0-1 0 0,-1 0 1 0 0,1 0 0 0 0,-1 0-1 0 0,0-1 1 0 0,1 1 0 0 0,-1 0-1 0 0,0-1 1 0 0,0 1-1 0 0,0-1 1 0 0,0 1 0 0 0,0-1-1 0 0,0 0 1 0 0,0 0 0 0 0,-1 1-1 0 0,1-1 1 0 0,-1 0 0 0 0,1 0-1 0 0,-1 1 1 0 0,0-1 0 0 0,1-4-1 0 0,-1 2 6 0 0,-1-1-1 0 0,0 1 1 0 0,1 0-1 0 0,-1 0 1 0 0,-1-1-1 0 0,1 1 1 0 0,-1 0-1 0 0,1 0 1 0 0,-4-5-1 0 0,-1-1 7 0 0,0 1 1 0 0,0 0-1 0 0,-1 0 1 0 0,-1 0-1 0 0,1 1 1 0 0,-16-13-1 0 0,16 16-9 0 0,4 2 6 0 0,0 1 1 0 0,0-1-1 0 0,0 1 1 0 0,-1 0-1 0 0,1 0 1 0 0,-1 0-1 0 0,1 1 1 0 0,-7-3-1 0 0,9 4-7 0 0,-1 0-1 0 0,1 0 0 0 0,-1 0 1 0 0,1 1-1 0 0,-1-1 1 0 0,1 0-1 0 0,-1 1 0 0 0,1-1 1 0 0,-1 1-1 0 0,1 0 0 0 0,0-1 1 0 0,-1 1-1 0 0,1 0 0 0 0,0 0 1 0 0,0-1-1 0 0,0 1 1 0 0,-1 0-1 0 0,1 0 0 0 0,0 1 1 0 0,0-1-1 0 0,0 0 0 0 0,1 0 1 0 0,-1 0-1 0 0,0 1 1 0 0,0-1-1 0 0,1 0 0 0 0,-2 2 1 0 0,-3 6-14 0 0,0 1 0 0 0,1-1-1 0 0,0 1 1 0 0,-6 20 0 0 0,9-28 12 0 0,1 0-1 0 0,-1 0 0 0 0,1 0 0 0 0,-1 0 0 0 0,1 0 1 0 0,0 0-1 0 0,-1 0 0 0 0,1 0 0 0 0,0 0 0 0 0,1 1 1 0 0,-1-1-1 0 0,0 0 0 0 0,0 0 0 0 0,1 0 0 0 0,-1 0 1 0 0,1 0-1 0 0,0 0 0 0 0,0 0 0 0 0,0-1 0 0 0,0 1 1 0 0,0 0-1 0 0,0 0 0 0 0,0-1 0 0 0,0 1 0 0 0,1 0 1 0 0,-1-1-1 0 0,1 1 0 0 0,-1-1 0 0 0,1 0 0 0 0,-1 0 1 0 0,1 1-1 0 0,3 0 0 0 0,-4-1-10 0 0,0-1 0 0 0,1 0 0 0 0,-1 1 1 0 0,0-1-1 0 0,0 0 0 0 0,1 0 0 0 0,-1 0 0 0 0,0 0 0 0 0,1 0 1 0 0,-1-1-1 0 0,0 1 0 0 0,0 0 0 0 0,1 0 0 0 0,-1-1 0 0 0,0 1 0 0 0,0-1 1 0 0,0 1-1 0 0,1-1 0 0 0,-1 0 0 0 0,0 1 0 0 0,1-2 0 0 0,7-6-222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5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97 120 8290 0 0,'-8'-18'1610'0'0,"2"0"1"0"0,0 0-1 0 0,-5-24 0 0 0,4 18 6552 0 0,3 132-7667 0 0,4-62-449 0 0,-12 81 0 0 0,7-95-162 0 0,2-9-299 0 0,-1 0-1 0 0,-1 0 1 0 0,-1-1 0 0 0,-14 33-1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5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60 4609 0 0,'0'-2'411'0'0,"1"-1"-1"0"0,-1 0 1 0 0,1 0 0 0 0,0 0 0 0 0,0 1-1 0 0,0-1 1 0 0,0 0 0 0 0,0 1 0 0 0,1-1-1 0 0,-1 1 1 0 0,1-1 0 0 0,0 1 0 0 0,0 0-1 0 0,0-1 1 0 0,0 1 0 0 0,0 0 0 0 0,0 0-1 0 0,0 1 1 0 0,1-1 0 0 0,-1 0-1 0 0,1 1 1 0 0,-1 0 0 0 0,1-1 0 0 0,0 1-1 0 0,-1 0 1 0 0,1 0 0 0 0,0 0 0 0 0,0 1-1 0 0,0-1 1 0 0,3 1 0 0 0,-2-1-165 0 0,1 1 0 0 0,-1 1 1 0 0,1-1-1 0 0,-1 0 0 0 0,0 1 1 0 0,1 0-1 0 0,-1 0 0 0 0,0 1 0 0 0,1-1 1 0 0,-1 1-1 0 0,0 0 0 0 0,0 0 0 0 0,0 0 1 0 0,0 0-1 0 0,-1 1 0 0 0,1 0 1 0 0,-1 0-1 0 0,1 0 0 0 0,2 3 0 0 0,15 22-18 0 0,-1 0 1 0 0,-2 2-1 0 0,27 55 0 0 0,-2-1-127 0 0,-26-55-581 0 0,66 107 1555 0 0,-65-110-4887 0 0,28 31 1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5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1 116 7370 0 0,'25'-3'1368'0'0,"32"-13"2564"0"0,95-40 0 0 0,-83 28-3552 0 0,-45 20-350 0 0,-3 3-30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6.0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0,'3'0'258'0'0,"-1"1"-1"0"0,0 0 0 0 0,0-1 1 0 0,1 1-1 0 0,-1 0 1 0 0,0 0-1 0 0,0 0 1 0 0,0 0-1 0 0,0 1 1 0 0,0-1-1 0 0,0 0 1 0 0,-1 1-1 0 0,1 0 1 0 0,0-1-1 0 0,-1 1 1 0 0,3 3-1 0 0,21 33 1945 0 0,-14-12-1806 0 0,0 0 0 0 0,-2 1 0 0 0,-1 0 0 0 0,-1 0 0 0 0,-1 1 0 0 0,3 32 1 0 0,1 172-1222 0 0,-11-215-857 0 0,0-6-3224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0:56.6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8 100 3225 0 0,'-2'-3'714'0'0,"1"-1"0"0"0,0 0 0 0 0,0 1 0 0 0,0-1 1 0 0,1 0-1 0 0,-1 0 0 0 0,1 0 0 0 0,0 1 0 0 0,0-1 0 0 0,1-6 1 0 0,-1 8-336 0 0,1 0 0 0 0,0 1 0 0 0,0-1 0 0 0,0 0 0 0 0,0 0 0 0 0,0 1 0 0 0,0-1 0 0 0,1 0 0 0 0,-1 1 0 0 0,0-1 1 0 0,1 1-1 0 0,-1 0 0 0 0,1-1 0 0 0,-1 1 0 0 0,1 0 0 0 0,0 0 0 0 0,0 0 0 0 0,-1 0 0 0 0,1 0 0 0 0,4-1 0 0 0,5-2-132 0 0,1 0 0 0 0,0 0-1 0 0,0 1 1 0 0,0 1 0 0 0,0 0-1 0 0,0 0 1 0 0,0 1 0 0 0,18 1-1 0 0,-27 1-166 0 0,0-1 0 0 0,0 1 1 0 0,0-1-1 0 0,0 1 0 0 0,0 0 0 0 0,0 0 0 0 0,0 0 0 0 0,0 0 0 0 0,0 1 0 0 0,-1-1 1 0 0,1 1-1 0 0,0 0 0 0 0,-1 0 0 0 0,0 0 0 0 0,4 3 0 0 0,-4-2-48 0 0,0 0-1 0 0,0 0 0 0 0,-1 0 1 0 0,0 0-1 0 0,1 0 1 0 0,-1 1-1 0 0,0-1 1 0 0,0 0-1 0 0,-1 0 0 0 0,1 1 1 0 0,-1-1-1 0 0,0 0 1 0 0,0 1-1 0 0,0-1 1 0 0,0 1-1 0 0,0-1 1 0 0,-2 6-1 0 0,-2 10-89 0 0,-1 0 1 0 0,-1 0-1 0 0,-15 32 1 0 0,-6 20-85 0 0,27-70 142 0 0,0-1-1 0 0,0 1 1 0 0,0-1 0 0 0,0 0 0 0 0,0 1 0 0 0,0-1-1 0 0,0 1 1 0 0,0-1 0 0 0,0 0 0 0 0,0 1-1 0 0,0-1 1 0 0,1 0 0 0 0,-1 1 0 0 0,0-1 0 0 0,0 0-1 0 0,0 1 1 0 0,1-1 0 0 0,-1 0 0 0 0,0 1-1 0 0,0-1 1 0 0,1 0 0 0 0,-1 1 0 0 0,0-1 0 0 0,1 0-1 0 0,-1 0 1 0 0,0 0 0 0 0,1 1 0 0 0,-1-1-1 0 0,0 0 1 0 0,1 0 0 0 0,-1 0 0 0 0,1 0 0 0 0,-1 0-1 0 0,0 1 1 0 0,1-1 0 0 0,-1 0 0 0 0,1 0-1 0 0,-1 0 1 0 0,0 0 0 0 0,1 0 0 0 0,-1 0 0 0 0,1-1-1 0 0,-1 1 1 0 0,0 0 0 0 0,1 0 0 0 0,-1 0 0 0 0,1 0-1 0 0,-1 0 1 0 0,0-1 0 0 0,1 1 0 0 0,33-7 21 0 0,-19 3-27 0 0,-5 3 11 0 0,0 1-1 0 0,-1 1 1 0 0,1-1 0 0 0,0 2 0 0 0,0-1-1 0 0,0 1 1 0 0,-1 1 0 0 0,1-1 0 0 0,-1 2-1 0 0,0-1 1 0 0,0 2 0 0 0,0-1 0 0 0,0 1 0 0 0,-1 0-1 0 0,14 11 1 0 0,-18-13 2 0 0,-1 0 1 0 0,1 0-1 0 0,-1 1 0 0 0,1-1 0 0 0,-1 1 0 0 0,0 0 1 0 0,-1 0-1 0 0,1 0 0 0 0,-1 0 0 0 0,0 1 1 0 0,0-1-1 0 0,0 0 0 0 0,0 1 0 0 0,-1-1 1 0 0,0 1-1 0 0,0 0 0 0 0,0 0 0 0 0,0-1 0 0 0,-1 1 1 0 0,0 0-1 0 0,0 0 0 0 0,0-1 0 0 0,-1 1 1 0 0,1 0-1 0 0,-1 0 0 0 0,0-1 0 0 0,-1 1 1 0 0,1 0-1 0 0,-1-1 0 0 0,0 0 0 0 0,0 1 1 0 0,0-1-1 0 0,0 0 0 0 0,-4 5 0 0 0,-7 7 176 0 0,-1 0 1 0 0,0 0-1 0 0,-1-2 0 0 0,0 0 0 0 0,-2 0 0 0 0,1-1 1 0 0,-1-2-1 0 0,-1 1 0 0 0,0-2 0 0 0,-24 10 0 0 0,40-19-215 0 0,0 0 0 0 0,-1 0-1 0 0,1 0 1 0 0,0 0-1 0 0,-1 0 1 0 0,1 0-1 0 0,0-1 1 0 0,-1 1 0 0 0,1-1-1 0 0,0 0 1 0 0,-1 0-1 0 0,1 0 1 0 0,-1 0-1 0 0,1 0 1 0 0,-1 0 0 0 0,1-1-1 0 0,0 1 1 0 0,-3-2-1 0 0,0-4-239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06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 5529 0 0,'13'-22'13645'0'0,"-12"22"-13492"0"0,10 17 3252 0 0,-4 3-3714 0 0,14 111 596 0 0,-6-31-136 0 0,51 145-87 0 0,-64-240-64 0 0,17 51-6702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07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 1 3753 0 0,'-2'0'589'0'0,"0"0"0"0"0,-1 0 1 0 0,1 1-1 0 0,-1-1 0 0 0,1 1 1 0 0,0 0-1 0 0,0-1 0 0 0,-1 1 0 0 0,1 0 1 0 0,0 0-1 0 0,0 1 0 0 0,0-1 1 0 0,0 0-1 0 0,-3 3 0 0 0,-43 27 2106 0 0,46-30-2622 0 0,-15 11 543 0 0,0 1 1 0 0,1 0 0 0 0,0 1-1 0 0,1 1 1 0 0,1 0 0 0 0,-17 24-1 0 0,30-38-612 0 0,1-1 0 0 0,0 0 0 0 0,-1 0 0 0 0,1 1 1 0 0,0-1-1 0 0,0 0 0 0 0,-1 1 0 0 0,1-1 0 0 0,0 0 0 0 0,0 1 0 0 0,0-1 0 0 0,0 0 0 0 0,-1 1 0 0 0,1-1 0 0 0,0 1 0 0 0,0-1 0 0 0,0 0 0 0 0,0 1 0 0 0,0-1 1 0 0,0 1-1 0 0,0-1 0 0 0,0 0 0 0 0,0 1 0 0 0,0-1 0 0 0,0 1 0 0 0,0-1 0 0 0,0 0 0 0 0,0 1 0 0 0,1-1 0 0 0,-1 0 0 0 0,0 1 0 0 0,0-1 0 0 0,0 0 0 0 0,0 1 1 0 0,1-1-1 0 0,-1 0 0 0 0,0 1 0 0 0,1-1 0 0 0,16 0-1 0 0,21-13 166 0 0,-23 6 5 0 0,1 1 0 0 0,0 0 1 0 0,0 1-1 0 0,22-3 0 0 0,-34 7-178 0 0,1 0 0 0 0,-1 1 0 0 0,1-1 0 0 0,-1 1 0 0 0,1 0 0 0 0,0 0-1 0 0,-1 1 1 0 0,1-1 0 0 0,-1 1 0 0 0,0 0 0 0 0,1 0 0 0 0,-1 1 0 0 0,0-1 0 0 0,1 1 0 0 0,-1 0 0 0 0,0 0 0 0 0,0 0 0 0 0,0 1 0 0 0,-1 0 0 0 0,1-1 0 0 0,3 4-1 0 0,-6-4 6 0 0,0 0-1 0 0,0 0 0 0 0,0 0 0 0 0,0 0 1 0 0,0 0-1 0 0,0 0 0 0 0,-1 0 1 0 0,1 0-1 0 0,-1 0 0 0 0,1 0 0 0 0,-1 0 1 0 0,0 0-1 0 0,0 0 0 0 0,0 1 0 0 0,0-1 1 0 0,0 0-1 0 0,0 0 0 0 0,-1 0 0 0 0,1 0 1 0 0,-1 0-1 0 0,1 0 0 0 0,-1 0 0 0 0,0 0 1 0 0,0 0-1 0 0,0 0 0 0 0,0 0 0 0 0,-2 3 1 0 0,-5 7-29 0 0,-1 0 1 0 0,0-1 0 0 0,-12 12 0 0 0,6-6-144 0 0,11-11 116 0 0,-1-1-12 0 0,0 1 0 0 0,1 0 1 0 0,-1 0-1 0 0,1 1 0 0 0,-3 7 0 0 0,6-13 61 0 0,1-1-1 0 0,0 1 1 0 0,0 0-1 0 0,-1-1 1 0 0,1 1-1 0 0,0 0 1 0 0,0-1-1 0 0,0 1 1 0 0,0 0-1 0 0,0-1 1 0 0,0 1-1 0 0,0 0 1 0 0,0-1-1 0 0,0 1 1 0 0,0 0-1 0 0,0-1 1 0 0,1 1-1 0 0,-1 0 1 0 0,0-1-1 0 0,0 1 1 0 0,1 0-1 0 0,-1-1 1 0 0,0 1-1 0 0,1-1 1 0 0,0 2-1 0 0,0-1 0 0 0,1-1 1 0 0,-1 1-1 0 0,1 0 0 0 0,-1-1 0 0 0,1 1 1 0 0,0-1-1 0 0,-1 1 0 0 0,1-1 0 0 0,0 0 0 0 0,-1 1 1 0 0,1-1-1 0 0,0 0 0 0 0,0 0 0 0 0,-1-1 1 0 0,3 1-1 0 0,21-2-21 0 0,-13 0 9 0 0,-1 1 0 0 0,0 0-1 0 0,0 0 1 0 0,0 2 0 0 0,1-1 0 0 0,-1 1 0 0 0,0 1 0 0 0,0 0 0 0 0,13 4 0 0 0,-23-5 8 0 0,-1-1-1 0 0,1 0 0 0 0,-1 0 1 0 0,0 0-1 0 0,1 0 0 0 0,-1 1 1 0 0,0-1-1 0 0,1 0 1 0 0,-1 0-1 0 0,0 1 0 0 0,1-1 1 0 0,-1 0-1 0 0,0 1 0 0 0,0-1 1 0 0,1 0-1 0 0,-1 1 1 0 0,0-1-1 0 0,0 0 0 0 0,0 1 1 0 0,1-1-1 0 0,-1 1 0 0 0,0-1 1 0 0,0 0-1 0 0,0 1 1 0 0,0-1-1 0 0,0 1 0 0 0,0-1 1 0 0,0 0-1 0 0,0 1 0 0 0,0-1 1 0 0,0 1-1 0 0,0-1 1 0 0,0 1-1 0 0,-10 13-925 0 0,-22 8-1066 0 0,29-20 1839 0 0,-39 23-5467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07.9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0 4793 0 0,'5'7'13240'0'0,"-6"9"-9478"0"0,-5 16-4171 0 0,5-29 1592 0 0,-3 19-1093 0 0,1 1 1 0 0,1 0-1 0 0,0-1 1 0 0,2 1-1 0 0,1 0 1 0 0,1 0-1 0 0,5 24 1 0 0,46 159-356 0 0,-15-65 186 0 0,-33-115 239 0 0,-3 1-1 0 0,0 0 1 0 0,-1 0-1 0 0,-2 0 1 0 0,-1 0 0 0 0,-6 36-1 0 0,4-37 176 0 0,3-22-276 0 0,1-2-44 0 0,-1 0 0 0 0,1 0 1 0 0,-1 0-1 0 0,1 0 0 0 0,-1 1 0 0 0,1-1 0 0 0,0 0 1 0 0,0 0-1 0 0,0 0 0 0 0,1 1 0 0 0,-1 2 1 0 0,7-44-430 0 0,-5 9-260 0 0,3-15-1367 0 0,0 31 1804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0.4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54 147 1376 0 0,'-3'-1'386'0'0,"1"-1"0"0"0,0 1-1 0 0,-1-1 1 0 0,1 1 0 0 0,-1 0 0 0 0,1 0-1 0 0,-1 0 1 0 0,0 0 0 0 0,-4-1-1 0 0,5 2-12 0 0,0 0-1 0 0,0 0 0 0 0,1-1 0 0 0,-1 1 0 0 0,0-1 0 0 0,1 0 0 0 0,-1 1 0 0 0,1-1 0 0 0,-1 0 1 0 0,1 0-1 0 0,-3-2 0 0 0,3 2-291 0 0,1 0 1 0 0,0 0-1 0 0,0 0 0 0 0,-1 0 1 0 0,1 0-1 0 0,0 0 1 0 0,0 0-1 0 0,0 0 1 0 0,0 0-1 0 0,1 0 0 0 0,-1 0 1 0 0,0 0-1 0 0,0 0 1 0 0,1 0-1 0 0,-1 0 1 0 0,0 0-1 0 0,1 0 0 0 0,-1 0 1 0 0,1 0-1 0 0,-1 0 1 0 0,1 0-1 0 0,0 1 0 0 0,-1-1 1 0 0,1 0-1 0 0,0 0 1 0 0,-1 1-1 0 0,2-2 1 0 0,7-8 574 0 0,0 0 1 0 0,1 1 0 0 0,0 0 0 0 0,0 1 0 0 0,23-15 0 0 0,-27 19-411 0 0,0 1 0 0 0,1-1 1 0 0,0 1-1 0 0,0 0 0 0 0,0 1 1 0 0,0-1-1 0 0,0 1 1 0 0,1 1-1 0 0,-1-1 0 0 0,1 1 1 0 0,14 0-1 0 0,-18 2-190 0 0,0-1 0 0 0,-1 1 0 0 0,1 0 0 0 0,0 0-1 0 0,-1 1 1 0 0,1-1 0 0 0,-1 1 0 0 0,1-1 0 0 0,-1 1 0 0 0,0 0 0 0 0,1 0 0 0 0,-1 1-1 0 0,0-1 1 0 0,0 1 0 0 0,-1 0 0 0 0,1-1 0 0 0,-1 1 0 0 0,1 0 0 0 0,-1 0 0 0 0,0 1 0 0 0,0-1-1 0 0,0 0 1 0 0,0 1 0 0 0,-1-1 0 0 0,1 1 0 0 0,-1 0 0 0 0,0-1 0 0 0,0 1 0 0 0,0 4-1 0 0,1 2-86 0 0,-1 1-1 0 0,0-1 1 0 0,-1 0-1 0 0,0 1 0 0 0,-1-1 1 0 0,0 1-1 0 0,0-1 1 0 0,-1 0-1 0 0,-5 15 0 0 0,-21 42-582 0 0,20-49 377 0 0,0 0 1 0 0,1 1-1 0 0,-7 29 1 0 0,14-48 237 0 0,0 0 0 0 0,0 1-1 0 0,-1-1 1 0 0,1 0 0 0 0,0 1 0 0 0,0-1 0 0 0,0 0 0 0 0,0 0-1 0 0,0 1 1 0 0,0-1 0 0 0,0 0 0 0 0,0 1 0 0 0,0-1-1 0 0,0 0 1 0 0,0 1 0 0 0,1-1 0 0 0,-1 0 0 0 0,0 0-1 0 0,0 1 1 0 0,0-1 0 0 0,0 0 0 0 0,0 0 0 0 0,1 1 0 0 0,-1-1-1 0 0,0 0 1 0 0,0 0 0 0 0,0 1 0 0 0,1-1 0 0 0,-1 0-1 0 0,0 0 1 0 0,0 0 0 0 0,0 0 0 0 0,1 1 0 0 0,-1-1-1 0 0,0 0 1 0 0,1 0 0 0 0,-1 0 0 0 0,0 0 0 0 0,1 0 0 0 0,15-2 80 0 0,24-17 126 0 0,-32 15-151 0 0,-1 0 28 0 0,1 1-1 0 0,-1 0 1 0 0,1 0-1 0 0,-1 1 0 0 0,1 0 1 0 0,0 1-1 0 0,0-1 0 0 0,0 2 1 0 0,0-1-1 0 0,0 1 1 0 0,0 0-1 0 0,11 2 0 0 0,-15-1-61 0 0,0 0 0 0 0,0 0 1 0 0,0 1-1 0 0,0-1 0 0 0,0 1 0 0 0,0 0 0 0 0,0 0 0 0 0,-1 1 0 0 0,1-1 0 0 0,-1 1 0 0 0,1 0 0 0 0,-1 0 0 0 0,0 0 0 0 0,0 0 0 0 0,-1 0 0 0 0,1 0 0 0 0,-1 1 0 0 0,1 0 0 0 0,-1-1 0 0 0,0 1 0 0 0,0 0 0 0 0,-1 0 0 0 0,1 0 0 0 0,1 7 0 0 0,-2-6-3 0 0,-1 0 0 0 0,1 0 0 0 0,-1 0-1 0 0,0 0 1 0 0,0 0 0 0 0,-1 0 0 0 0,1 0-1 0 0,-1 0 1 0 0,0 0 0 0 0,-1 0-1 0 0,1 0 1 0 0,-1 0 0 0 0,0-1 0 0 0,0 1-1 0 0,0-1 1 0 0,-1 1 0 0 0,-5 7 0 0 0,-7 7 114 0 0,0 0 0 0 0,-27 24 0 0 0,25-25-105 0 0,-51 53-6753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0.7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96 14283 0 0,'-1'3'161'0'0,"0"-1"1"0"0,0 1-1 0 0,0-1 0 0 0,0 1 1 0 0,0-1-1 0 0,0 0 1 0 0,0 1-1 0 0,-1-1 0 0 0,1 0 1 0 0,-1 0-1 0 0,0 0 0 0 0,0 0 1 0 0,-3 3-1 0 0,-1 2 910 0 0,-2 6-762 0 0,1 0 0 0 0,0 0 1 0 0,1 0-1 0 0,1 1 0 0 0,0 0 0 0 0,1 0 0 0 0,0 0 0 0 0,-3 29 1 0 0,6-36-300 0 0,0 1 1 0 0,1-1-1 0 0,0 1 1 0 0,0-1-1 0 0,0 1 1 0 0,1-1 0 0 0,0 1-1 0 0,1-1 1 0 0,0 1-1 0 0,0-1 1 0 0,0 0-1 0 0,1 0 1 0 0,0 0 0 0 0,1 0-1 0 0,-1 0 1 0 0,1-1-1 0 0,1 0 1 0 0,9 12-1 0 0,-12-16 4 0 0,0 0 0 0 0,1 0 0 0 0,-1-1 0 0 0,1 1-1 0 0,0 0 1 0 0,0-1 0 0 0,-1 0 0 0 0,1 1 0 0 0,0-1-1 0 0,0 0 1 0 0,0-1 0 0 0,0 1 0 0 0,0 0 0 0 0,1-1-1 0 0,-1 0 1 0 0,0 0 0 0 0,5 0 0 0 0,-2-1 85 0 0,0 0-1 0 0,0 0 1 0 0,0-1 0 0 0,0 1 0 0 0,-1-1 0 0 0,1-1-1 0 0,0 1 1 0 0,8-6 0 0 0,-5 2-64 0 0,-1 1-1 0 0,1-2 1 0 0,-1 1 0 0 0,-1-1-1 0 0,1 0 1 0 0,-1-1 0 0 0,0 0-1 0 0,-1 0 1 0 0,0 0 0 0 0,7-14-1 0 0,-10 14 15 0 0,0 0-1 0 0,0-1 0 0 0,-1 1 1 0 0,0 0-1 0 0,-1-1 0 0 0,0 1 1 0 0,-1-1-1 0 0,1 0 0 0 0,-1 1 1 0 0,-1-1-1 0 0,0 1 0 0 0,0-1 1 0 0,-1 1-1 0 0,0-1 0 0 0,0 1 1 0 0,-1 0-1 0 0,0 0 0 0 0,0 0 1 0 0,-1 0-1 0 0,0 1 0 0 0,-1-1 1 0 0,0 1-1 0 0,-8-10 0 0 0,2 3-188 0 0,-1 1-1 0 0,0 1 1 0 0,0 0 0 0 0,-1 1-1 0 0,-1 0 1 0 0,0 1 0 0 0,-1 0-1 0 0,0 1 1 0 0,0 1 0 0 0,-31-12-1 0 0,29 14-930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1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85 384 6449 0 0,'-5'2'892'0'0,"-1"0"-1"0"0,1 0 1 0 0,-1-1-1 0 0,1 0 1 0 0,-11 1-1 0 0,14-2-373 0 0,-1 0 1 0 0,0 1-1 0 0,1-1 0 0 0,-1 0 0 0 0,1-1 0 0 0,-1 1 0 0 0,1 0 1 0 0,-1-1-1 0 0,1 1 0 0 0,-1-1 0 0 0,1 0 0 0 0,-1 0 0 0 0,1 0 1 0 0,-4-2-1 0 0,8 0-259 0 0,1 1-1 0 0,-1 0 1 0 0,1 0-1 0 0,0 0 1 0 0,-1 0 0 0 0,1 0-1 0 0,0 1 1 0 0,0-1 0 0 0,5 0-1 0 0,-8 1-152 0 0,21-7-36 0 0,0 1 0 0 0,1 1-1 0 0,-1 1 1 0 0,1 1 0 0 0,37-2-1 0 0,-36 4-7 0 0,0-1-1 0 0,0-1 1 0 0,0-1-1 0 0,40-14 1 0 0,-62 19-62 0 0,0 0 0 0 0,-1 0 0 0 0,1-1 0 0 0,0 1 0 0 0,0 0 0 0 0,0-1 0 0 0,0 1 0 0 0,-1 0 0 0 0,1-1 0 0 0,0 1 0 0 0,0-1 0 0 0,-1 1 0 0 0,1-1 0 0 0,0 1 0 0 0,-1-1 0 0 0,1 0 0 0 0,-1 1 0 0 0,1-1 0 0 0,-1 0 0 0 0,1 1 0 0 0,-1-1 0 0 0,1 0 0 0 0,-1 0 0 0 0,0 0 0 0 0,1 1 0 0 0,-1-1 0 0 0,0 0 0 0 0,1-1 0 0 0,-2 0 0 0 0,0 0 0 0 0,0 1 0 0 0,0-1 0 0 0,0 0 0 0 0,0 1 0 0 0,0-1 0 0 0,0 1 0 0 0,-1-1 0 0 0,1 1 0 0 0,-3-2 0 0 0,-7-8 0 0 0,6 5 9 0 0,-1-1 1 0 0,1 1 0 0 0,0-1-1 0 0,1 0 1 0 0,0 0-1 0 0,0-1 1 0 0,0 1-1 0 0,1-1 1 0 0,0 0-1 0 0,1 0 1 0 0,-3-14 0 0 0,4 17-4 0 0,1 0 1 0 0,-1-1-1 0 0,2 1 1 0 0,-1 0-1 0 0,0-1 1 0 0,1 1-1 0 0,0 0 1 0 0,0 0-1 0 0,1 0 1 0 0,0 0-1 0 0,-1 0 1 0 0,2 0 0 0 0,-1 0-1 0 0,0 0 1 0 0,1 1-1 0 0,0-1 1 0 0,0 1-1 0 0,0 0 1 0 0,8-7-1 0 0,-7 7 10 0 0,1 0 0 0 0,0 0-1 0 0,0 0 1 0 0,0 0 0 0 0,0 1 0 0 0,0 0-1 0 0,1 0 1 0 0,-1 1 0 0 0,1 0 0 0 0,0-1-1 0 0,0 2 1 0 0,0-1 0 0 0,0 1-1 0 0,0 0 1 0 0,0 0 0 0 0,0 1 0 0 0,1 0-1 0 0,10 0 1 0 0,-12 1-30 0 0,0 0-1 0 0,0 0 1 0 0,0 1 0 0 0,0-1-1 0 0,0 1 1 0 0,-1 0 0 0 0,1 0-1 0 0,-1 1 1 0 0,1-1 0 0 0,-1 1-1 0 0,0 0 1 0 0,0 0 0 0 0,0 0-1 0 0,0 1 1 0 0,-1-1 0 0 0,1 1-1 0 0,-1 0 1 0 0,0 0 0 0 0,0 0-1 0 0,-1 1 1 0 0,1-1 0 0 0,-1 1-1 0 0,2 5 1 0 0,7 18-295 0 0,-8-17 188 0 0,1 0 0 0 0,0 0 0 0 0,1 0 0 0 0,0-1 0 0 0,1 0 0 0 0,7 11 0 0 0,-10-19 129 0 0,-1 1 1 0 0,1-1-1 0 0,-1 0 0 0 0,1 0 0 0 0,0 0 1 0 0,-1 0-1 0 0,1 0 0 0 0,0 0 1 0 0,0-1-1 0 0,1 1 0 0 0,-1-1 1 0 0,0 0-1 0 0,0 0 0 0 0,1 0 0 0 0,-1-1 1 0 0,0 1-1 0 0,1-1 0 0 0,-1 1 1 0 0,1-1-1 0 0,-1 0 0 0 0,0-1 1 0 0,1 1-1 0 0,-1-1 0 0 0,1 1 0 0 0,5-3 1 0 0,3 0 198 0 0,-1-2 1 0 0,1 1-1 0 0,-1-1 1 0 0,1-1-1 0 0,-1 0 1 0 0,-1-1 0 0 0,15-10-1 0 0,64-65 405 0 0,-30 27-1304 0 0,-38 37 420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5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10 7370 0 0,'-4'-1'330'0'0,"1"-1"0"0"0,-1 1 0 0 0,1 0 0 0 0,-1 0 0 0 0,1 0 0 0 0,-1 0 0 0 0,0 0 0 0 0,0 1 0 0 0,1 0 0 0 0,-1 0 0 0 0,0 0 0 0 0,0 0 0 0 0,1 0 1 0 0,-1 1-1 0 0,0 0 0 0 0,1 0 0 0 0,-1 0 0 0 0,0 0 0 0 0,-4 7 2260 0 0,17-5-1358 0 0,10 0 142 0 0,63-9 1585 0 0,-67 4-2929 0 0,0 0 0 0 0,1 1 0 0 0,0 0 0 0 0,-1 1 0 0 0,1 1 0 0 0,-1 1 0 0 0,1 0 0 0 0,25 8 0 0 0,-32-8-947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6.0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77 6913 0 0,'-11'10'535'0'0,"12"-6"783"0"0,20-4 1867 0 0,-6-2-2173 0 0,90-4 6206 0 0,53-9-5036 0 0,-110 5-3138 0 0,-18-1-6144 0 0,44-21 0 0 0,-60 26 6198 0 0,3-2 710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6.6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 6913 0 0,'-31'10'4045'0'0,"30"-9"-3838"0"0,0-1 0 0 0,1 0 0 0 0,-1 1 0 0 0,0-1 1 0 0,0 0-1 0 0,0 1 0 0 0,0-1 0 0 0,0 1 1 0 0,1-1-1 0 0,-1 1 0 0 0,0-1 0 0 0,0 1 0 0 0,1 0 1 0 0,-1-1-1 0 0,1 1 0 0 0,-1 0 0 0 0,0 0 1 0 0,1-1-1 0 0,-1 1 0 0 0,1 0 0 0 0,0 0 0 0 0,-1 0 1 0 0,1 0-1 0 0,-1 1 0 0 0,4 0 134 0 0,1 1 1 0 0,-1-1-1 0 0,0 0 1 0 0,1 0-1 0 0,-1-1 0 0 0,1 1 1 0 0,0-1-1 0 0,0 1 0 0 0,6 0 1 0 0,3 3 230 0 0,57 28 268 0 0,128 84 0 0 0,-124-70-264 0 0,88 42 1 0 0,-128-76-500 0 0,65 18 0 0 0,-67-23-6 0 0,0 2 1 0 0,46 21-1 0 0,-77-31-58 0 0,0 1 0 0 0,0-1 1 0 0,0 1-1 0 0,0-1 0 0 0,0 1 0 0 0,0-1 1 0 0,0 1-1 0 0,-1 0 0 0 0,1-1 0 0 0,0 1 1 0 0,0 0-1 0 0,-1 0 0 0 0,1 0 0 0 0,-1-1 1 0 0,1 1-1 0 0,0 0 0 0 0,-1 0 0 0 0,0 0 1 0 0,1 0-1 0 0,-1 0 0 0 0,0 0 1 0 0,1 0-1 0 0,-1 0 0 0 0,0 0 0 0 0,0 0 1 0 0,0 0-1 0 0,0 2 0 0 0,0-1 19 0 0,-1 1 0 0 0,1-1 0 0 0,-1 1 1 0 0,0-1-1 0 0,0 0 0 0 0,0 1 0 0 0,0-1 0 0 0,-1 0 0 0 0,1 0 0 0 0,-1 0 0 0 0,-1 2 1 0 0,-5 6 119 0 0,-1-2 0 0 0,0 1 0 0 0,-19 12 1 0 0,-46 31-11 0 0,3 3 1 0 0,2 2 0 0 0,-114 125-1 0 0,145-135-344 0 0,-63 99 0 0 0,99-135-406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2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27 105 11979 0 0,'1'-32'2150'0'0,"-1"25"-1499"0"0,1-1 1 0 0,-1 1-1 0 0,0-1 0 0 0,-1 1 0 0 0,0-1 0 0 0,0 1 1 0 0,-4-13-1 0 0,1 64 2049 0 0,-12 479-1966 0 0,15-515-1266 0 0,1 1 0 0 0,0 0 1 0 0,1 0-1 0 0,0-1 0 0 0,0 1 0 0 0,4 10 1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2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23 115 15555 0 0,'-6'-37'1116'0'0,"5"28"-453"0"0,-1 0 0 0 0,0 0-1 0 0,0 1 1 0 0,0-1 0 0 0,-6-11 0 0 0,48 114 1151 0 0,103 129-1887 0 0,-139-218 80 0 0,0 0 0 0 0,1 0 0 0 0,0 0-1 0 0,0-1 1 0 0,0 1 0 0 0,0-1 0 0 0,0 0 0 0 0,1-1 0 0 0,0 1 0 0 0,0-1 0 0 0,0 0 0 0 0,8 2 0 0 0,-12-4-3 0 0,1-1 0 0 0,-1 1 0 0 0,0-1 0 0 0,1 0 0 0 0,-1 0-1 0 0,1 0 1 0 0,-1 0 0 0 0,1 0 0 0 0,-1 0 0 0 0,1 0 0 0 0,-1-1 0 0 0,0 0 0 0 0,1 1 0 0 0,-1-1 0 0 0,0 0 0 0 0,1 0 0 0 0,-1 0 0 0 0,0 0 0 0 0,0-1 0 0 0,0 1 0 0 0,0 0 0 0 0,0-1 0 0 0,0 0-1 0 0,0 1 1 0 0,-1-1 0 0 0,1 0 0 0 0,-1 0 0 0 0,1 0 0 0 0,-1 0 0 0 0,0 0 0 0 0,1 0 0 0 0,-1 0 0 0 0,0-1 0 0 0,-1 1 0 0 0,2-5 0 0 0,3-10 109 0 0,-1 0 1 0 0,-1-1-1 0 0,0 0 1 0 0,-1 1-1 0 0,-1-1 1 0 0,-1 0-1 0 0,-3-26 0 0 0,1 24-534 0 0,1 0 0 0 0,1 0 0 0 0,1 0 0 0 0,1 0 0 0 0,6-30 0 0 0,1 23-7154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3.0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51 236 7370 0 0,'17'18'379'0'0,"-16"-18"-137"0"0,0 1 0 0 0,0-1 0 0 0,0 1 0 0 0,0-1 0 0 0,0 1 0 0 0,0-1 0 0 0,0 0 0 0 0,0 1 0 0 0,0-1 0 0 0,0 0 0 0 0,0 0 0 0 0,1 0 0 0 0,-1 0 0 0 0,0 0 0 0 0,0 0 0 0 0,0 0 0 0 0,0 0 0 0 0,0-1 0 0 0,0 1 0 0 0,0 0-1 0 0,0-1 1 0 0,1 0 0 0 0,0 1 173 0 0,-1-1 0 0 0,1-1 0 0 0,-1 1-1 0 0,1 0 1 0 0,-1 0 0 0 0,0 0 0 0 0,0-1-1 0 0,1 1 1 0 0,-1-1 0 0 0,0 1-1 0 0,0-1 1 0 0,0 1 0 0 0,1-4 0 0 0,4-18 391 0 0,-6 11-641 0 0,1-1 0 0 0,-1 1 0 0 0,-1 0 0 0 0,0 0 0 0 0,-1 0-1 0 0,-1 0 1 0 0,1 0 0 0 0,-2 0 0 0 0,0 0 0 0 0,0 1 0 0 0,-1 0 0 0 0,0 0 0 0 0,-1 0 0 0 0,-12-16 0 0 0,17 25-152 0 0,1 1-1 0 0,-1 0 1 0 0,0 0 0 0 0,0-1-1 0 0,0 1 1 0 0,0 0 0 0 0,0 0 0 0 0,-1 0-1 0 0,1 0 1 0 0,0 0 0 0 0,0 1-1 0 0,-1-1 1 0 0,1 0 0 0 0,0 0 0 0 0,-1 1-1 0 0,1-1 1 0 0,-1 1 0 0 0,1-1 0 0 0,-1 1-1 0 0,1 0 1 0 0,-1 0 0 0 0,1 0-1 0 0,-3-1 1 0 0,2 2-14 0 0,1 0 0 0 0,0 0-1 0 0,-1 0 1 0 0,1-1 0 0 0,0 1 0 0 0,0 0-1 0 0,0 0 1 0 0,0 1 0 0 0,0-1 0 0 0,0 0-1 0 0,0 0 1 0 0,0 0 0 0 0,0 1 0 0 0,0-1-1 0 0,1 0 1 0 0,-1 1 0 0 0,1-1 0 0 0,-2 3-1 0 0,-1 7-100 0 0,1 0 0 0 0,-1 0 1 0 0,2 1-1 0 0,-1 21 0 0 0,2-25 91 0 0,0-1 0 0 0,1 1 0 0 0,0-1 0 0 0,0 1 0 0 0,1-1 0 0 0,0 0 0 0 0,1 0 1 0 0,-1 1-1 0 0,1-1 0 0 0,1-1 0 0 0,-1 1 0 0 0,1-1 0 0 0,0 1 0 0 0,1-1 0 0 0,0 0 0 0 0,0 0 0 0 0,0-1 1 0 0,0 0-1 0 0,1 0 0 0 0,0 0 0 0 0,11 7 0 0 0,-9-7-161 0 0,0-1 0 0 0,1 0 1 0 0,-1 0-1 0 0,1-1 0 0 0,0 0 1 0 0,0-1-1 0 0,0 0 0 0 0,0 0 0 0 0,14 1 1 0 0,-14-3-739 0 0,1 0 0 0 0,-1-1 1 0 0,0 1-1 0 0,1-2 0 0 0,16-4 1 0 0,-2 0-5447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3.6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23 107 8754 0 0,'-1'0'75'0'0,"1"-1"1"0"0,0 1 0 0 0,0-1-1 0 0,0 1 1 0 0,0-1-1 0 0,-1 1 1 0 0,1 0-1 0 0,0-1 1 0 0,-1 1 0 0 0,1 0-1 0 0,0-1 1 0 0,0 1-1 0 0,-1 0 1 0 0,1-1-1 0 0,-1 1 1 0 0,1 0-1 0 0,0 0 1 0 0,-1-1 0 0 0,1 1-1 0 0,-1 0 1 0 0,1 0-1 0 0,0 0 1 0 0,-1-1-1 0 0,1 1 1 0 0,-1 0 0 0 0,1 0-1 0 0,-1 0 1 0 0,1 0-1 0 0,-1 0 1 0 0,1 0-1 0 0,-1 0 1 0 0,1 0 0 0 0,0 0-1 0 0,-1 0 1 0 0,1 0-1 0 0,-1 1 1 0 0,0-1-1 0 0,-6 18 2294 0 0,7 31 262 0 0,2-33-2422 0 0,1-1-1 0 0,0-1 1 0 0,1 1 0 0 0,0 0 0 0 0,9 16-1 0 0,-12-28-204 0 0,1 1 0 0 0,-1 0 0 0 0,1 0 0 0 0,0-1-1 0 0,1 0 1 0 0,-1 1 0 0 0,0-1 0 0 0,1 0-1 0 0,0 0 1 0 0,0 0 0 0 0,0 0 0 0 0,0-1 0 0 0,0 1-1 0 0,0-1 1 0 0,1 0 0 0 0,-1 0 0 0 0,1 0-1 0 0,0 0 1 0 0,-1-1 0 0 0,1 1 0 0 0,0-1 0 0 0,0 0-1 0 0,0 0 1 0 0,6 0 0 0 0,-7-1-15 0 0,0-1-1 0 0,0 0 1 0 0,-1 0 0 0 0,1 0 0 0 0,0 0-1 0 0,0 0 1 0 0,-1 0 0 0 0,1-1-1 0 0,-1 0 1 0 0,1 1 0 0 0,-1-1 0 0 0,1 0-1 0 0,-1 0 1 0 0,0 0 0 0 0,0 0 0 0 0,0-1-1 0 0,0 1 1 0 0,-1-1 0 0 0,1 1-1 0 0,-1-1 1 0 0,1 1 0 0 0,-1-1 0 0 0,2-4-1 0 0,3-8-482 0 0,0 0 0 0 0,6-29 0 0 0,-8 20 202 0 0,-3 18 501 0 0,0 0 1 0 0,0-1-1 0 0,0 1 1 0 0,1 0-1 0 0,0 0 0 0 0,0 0 1 0 0,5-8-1 0 0,18 56 3859 0 0,-24-40-4051 0 0,1 0 0 0 0,-1-1-1 0 0,1 1 1 0 0,-1-1 0 0 0,1 1 0 0 0,-1-1 0 0 0,1 0 0 0 0,0 1-1 0 0,0-1 1 0 0,-1 0 0 0 0,1 0 0 0 0,0 0 0 0 0,0 0 0 0 0,0-1-1 0 0,0 1 1 0 0,0-1 0 0 0,0 1 0 0 0,0-1 0 0 0,0 1 0 0 0,1-1 0 0 0,-1 0-1 0 0,0 0 1 0 0,0 0 0 0 0,0 0 0 0 0,0-1 0 0 0,0 1 0 0 0,0 0-1 0 0,0-1 1 0 0,0 0 0 0 0,0 1 0 0 0,0-1 0 0 0,0 0 0 0 0,0 0-1 0 0,0 0 1 0 0,0 0 0 0 0,0 0 0 0 0,-1-1 0 0 0,3-1 0 0 0,-1 1 11 0 0,-1 0 1 0 0,1 0 0 0 0,-1-1 0 0 0,1 1 0 0 0,-1-1 0 0 0,0 0 0 0 0,0 0 0 0 0,0 0-1 0 0,0 0 1 0 0,-1 0 0 0 0,1 0 0 0 0,-1 0 0 0 0,0 0 0 0 0,0 0 0 0 0,0-1 0 0 0,0 1-1 0 0,0-1 1 0 0,-1 1 0 0 0,1 0 0 0 0,-1-1 0 0 0,0 1 0 0 0,0-1 0 0 0,-1-5 0 0 0,-2 3-14 0 0,0-1 1 0 0,0 1-1 0 0,0 0 1 0 0,0-1 0 0 0,-1 1-1 0 0,0 1 1 0 0,-1-1 0 0 0,1 1-1 0 0,-1-1 1 0 0,0 1 0 0 0,0 1-1 0 0,-1-1 1 0 0,1 1-1 0 0,-1 0 1 0 0,-8-5 0 0 0,10 7-723 0 0,-1 0-1 0 0,1 0 1 0 0,0 1 0 0 0,0-1 0 0 0,-1 1 0 0 0,1 0 0 0 0,-1 0-1 0 0,1 1 1 0 0,-5-1 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3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9674 0 0,'3'4'6133'0'0,"0"9"-3350"0"0,0 12-264 0 0,-3 95 704 0 0,2 20-2970 0 0,0-120-1953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4.9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 8290 0 0,'-6'-3'5941'0'0,"8"30"-3924"0"0,10 41-557 0 0,-9-56-1266 0 0,26 130 1559 0 0,-26-121-2132 0 0,-1 1 0 0 0,-1-1 0 0 0,-1 0 0 0 0,-4 39 0 0 0,0-44-1547 0 0,-1-1-3914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5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2 225 10594 0 0,'-1'-13'481'0'0,"1"-1"1"0"0,0 0-1 0 0,3-19 0 0 0,-3 30-291 0 0,0 1-1 0 0,1 0 1 0 0,-1-1-1 0 0,0 1 1 0 0,1 0-1 0 0,0-1 1 0 0,-1 1-1 0 0,1 0 1 0 0,0 0 0 0 0,0 0-1 0 0,0 0 1 0 0,1 0-1 0 0,-1 0 1 0 0,0 0-1 0 0,1 0 1 0 0,-1 0-1 0 0,1 0 1 0 0,-1 1-1 0 0,1-1 1 0 0,0 1 0 0 0,0-1-1 0 0,0 1 1 0 0,0 0-1 0 0,0 0 1 0 0,0-1-1 0 0,0 2 1 0 0,0-1-1 0 0,5-1 1 0 0,-4 2-63 0 0,0 1 0 0 0,0-1 1 0 0,1 1-1 0 0,-1 0 0 0 0,0 0 1 0 0,0 0-1 0 0,0 0 0 0 0,0 1 0 0 0,0-1 1 0 0,0 1-1 0 0,0 0 0 0 0,-1 0 1 0 0,1 0-1 0 0,0 0 0 0 0,1 3 1 0 0,36 38 423 0 0,-6 8-243 0 0,-20-29-189 0 0,0-1 0 0 0,21 23 0 0 0,-31-39-84 0 0,1 0 0 0 0,-1-1 0 0 0,1 0 0 0 0,0 0-1 0 0,1 0 1 0 0,-1 0 0 0 0,0-1 0 0 0,1 0 0 0 0,0 0-1 0 0,0 0 1 0 0,0-1 0 0 0,0 0 0 0 0,11 2 0 0 0,-14-3 8 0 0,0-1 1 0 0,1 1 0 0 0,-1-1-1 0 0,1 0 1 0 0,-1 0 0 0 0,1 0-1 0 0,-1 0 1 0 0,1-1 0 0 0,-1 0-1 0 0,0 1 1 0 0,1-1 0 0 0,-1-1-1 0 0,0 1 1 0 0,0 0-1 0 0,1-1 1 0 0,-1 1 0 0 0,0-1-1 0 0,5-4 1 0 0,-5 3 15 0 0,0-1-1 0 0,0 0 1 0 0,0 0 0 0 0,0 0 0 0 0,-1 0-1 0 0,1 0 1 0 0,-1 0 0 0 0,0-1-1 0 0,0 1 1 0 0,-1-1 0 0 0,0 1 0 0 0,2-6-1 0 0,0-12 115 0 0,-1 0 0 0 0,0 0 0 0 0,-2-1 0 0 0,-4-34-1 0 0,4 49-162 0 0,-3-15-162 0 0,2 14-32 0 0,0 1 0 0 0,0-1 0 0 0,0 1 1 0 0,1 0-1 0 0,0-1 0 0 0,1 1 0 0 0,0-1 0 0 0,0 1 1 0 0,3-9-1 0 0,2 9-1897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5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0 346 7834 0 0,'1'6'123'0'0,"-1"-2"59"0"0,0 1-1 0 0,0-1 0 0 0,1 0 1 0 0,0 0-1 0 0,0 1 1 0 0,3 7-1 0 0,-4-11-76 0 0,1-1-1 0 0,-1 1 1 0 0,1 0-1 0 0,0 0 0 0 0,-1-1 1 0 0,1 1-1 0 0,0 0 1 0 0,-1-1-1 0 0,1 1 1 0 0,0 0-1 0 0,0-1 0 0 0,0 1 1 0 0,0-1-1 0 0,0 0 1 0 0,-1 1-1 0 0,1-1 1 0 0,0 0-1 0 0,0 1 0 0 0,0-1 1 0 0,0 0-1 0 0,0 0 1 0 0,0 0-1 0 0,0 0 1 0 0,0 0-1 0 0,0 0 1 0 0,0 0-1 0 0,0 0 0 0 0,0 0 1 0 0,0-1-1 0 0,0 1 1 0 0,0 0-1 0 0,0-1 1 0 0,0 1-1 0 0,-1 0 0 0 0,1-1 1 0 0,0 1-1 0 0,0-1 1 0 0,1 0-1 0 0,2-2 168 0 0,1 0-1 0 0,-1-1 0 0 0,0 1 1 0 0,0-1-1 0 0,0 0 1 0 0,0 1-1 0 0,-1-2 1 0 0,0 1-1 0 0,0 0 1 0 0,0-1-1 0 0,0 0 0 0 0,0 1 1 0 0,2-9-1 0 0,5-11 502 0 0,8-35-1 0 0,-16 54-685 0 0,3-14 206 0 0,0 0 1 0 0,-1-1-1 0 0,-1 1 1 0 0,-1-1-1 0 0,-1 0 0 0 0,0 0 1 0 0,-1 0-1 0 0,-5-25 1 0 0,5 43-273 0 0,0 0 0 0 0,0 0 0 0 0,-1-1 0 0 0,1 1 0 0 0,-1 0 0 0 0,0 0 0 0 0,0 1 0 0 0,0-1 0 0 0,1 0 0 0 0,-2 0 0 0 0,1 0 0 0 0,0 0 0 0 0,0 1 0 0 0,-1-1 0 0 0,1 1 0 0 0,0-1 0 0 0,-1 1 0 0 0,0-1 0 0 0,1 1 0 0 0,-1 0 0 0 0,0 0 0 0 0,0 0 0 0 0,-2-1 0 0 0,2 1-20 0 0,0 1 1 0 0,0 0-1 0 0,0 0 0 0 0,1 0 1 0 0,-1 1-1 0 0,0-1 1 0 0,0 0-1 0 0,0 1 1 0 0,0-1-1 0 0,1 1 0 0 0,-1 0 1 0 0,0-1-1 0 0,0 1 1 0 0,1 0-1 0 0,-1 0 1 0 0,1 0-1 0 0,-1 0 0 0 0,1 1 1 0 0,-1-1-1 0 0,1 0 1 0 0,0 1-1 0 0,-1-1 1 0 0,1 0-1 0 0,0 1 0 0 0,0 0 1 0 0,-1 1-1 0 0,-4 6-97 0 0,1-1 0 0 0,0 2 0 0 0,0-1 0 0 0,1 0 0 0 0,0 1 0 0 0,0 0 0 0 0,1 0 0 0 0,1 0 0 0 0,0 0-1 0 0,0 0 1 0 0,1 1 0 0 0,0 12 0 0 0,1-16 52 0 0,0 0-1 0 0,1-1 0 0 0,0 1 1 0 0,0 0-1 0 0,0-1 1 0 0,1 1-1 0 0,0-1 1 0 0,0 0-1 0 0,1 0 1 0 0,0 1-1 0 0,0-2 0 0 0,1 1 1 0 0,-1 0-1 0 0,1-1 1 0 0,0 1-1 0 0,1-1 1 0 0,-1 0-1 0 0,1 0 0 0 0,9 7 1 0 0,1-3 44 0 0,0 0 1 0 0,0-1 0 0 0,1-1-1 0 0,0 0 1 0 0,0-1-1 0 0,1-1 1 0 0,31 6-1 0 0,24-2-2830 0 0,-49-8-3357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10 10138 0 0,'0'0'79'0'0,"0"-1"-1"0"0,-1 1 0 0 0,1-1 1 0 0,0 0-1 0 0,-1 1 1 0 0,1-1-1 0 0,-1 1 0 0 0,1-1 1 0 0,-1 1-1 0 0,1-1 0 0 0,-1 1 1 0 0,0 0-1 0 0,1-1 1 0 0,-1 1-1 0 0,1-1 0 0 0,-1 1 1 0 0,0 0-1 0 0,1 0 1 0 0,-1-1-1 0 0,0 1 0 0 0,1 0 1 0 0,-1 0-1 0 0,0 0 1 0 0,1 0-1 0 0,-1 0 0 0 0,0 0 1 0 0,0 0-1 0 0,1 0 1 0 0,-1 0-1 0 0,0 0 0 0 0,1 0 1 0 0,-1 1-1 0 0,0-1 0 0 0,1 0 1 0 0,-1 0-1 0 0,0 1 1 0 0,1-1-1 0 0,-1 0 0 0 0,1 1 1 0 0,-1-1-1 0 0,0 1 1 0 0,-6 2 238 0 0,-2 2 12 0 0,1 0 0 0 0,0 0 0 0 0,0 1 0 0 0,0 0 0 0 0,1 0 0 0 0,-1 1-1 0 0,1-1 1 0 0,1 2 0 0 0,0-1 0 0 0,0 1 0 0 0,0 0 0 0 0,1 0 0 0 0,0 1 0 0 0,1 0 0 0 0,-5 10-1 0 0,5-10-287 0 0,1 0 0 0 0,-1 1 0 0 0,2-1 0 0 0,-1 1 0 0 0,1 0 0 0 0,1-1 0 0 0,0 1 0 0 0,0 0 0 0 0,1 0 0 0 0,0 0 1 0 0,1 0-1 0 0,0 0 0 0 0,0 0 0 0 0,6 18 0 0 0,-6-26-14 0 0,0 1 1 0 0,-1-1-1 0 0,1 1 1 0 0,0-1-1 0 0,1 1 1 0 0,-1-1 0 0 0,0 0-1 0 0,1 0 1 0 0,-1 0-1 0 0,1 0 1 0 0,0 0-1 0 0,-1 0 1 0 0,1 0 0 0 0,0 0-1 0 0,0-1 1 0 0,0 1-1 0 0,0-1 1 0 0,1 1 0 0 0,-1-1-1 0 0,0 0 1 0 0,1 0-1 0 0,-1 0 1 0 0,1 0-1 0 0,3 1 1 0 0,-3-2-33 0 0,0-1 0 0 0,0 1-1 0 0,0-1 1 0 0,0 0 0 0 0,0 0 0 0 0,0 0 0 0 0,0 0-1 0 0,0 0 1 0 0,0 0 0 0 0,0-1 0 0 0,-1 1 0 0 0,1-1-1 0 0,-1 0 1 0 0,1 0 0 0 0,-1 0 0 0 0,0 0 0 0 0,1-1-1 0 0,-1 1 1 0 0,3-5 0 0 0,2-4 45 0 0,0-1 0 0 0,-1 0 0 0 0,-1 0 1 0 0,0 0-1 0 0,0 0 0 0 0,-1-1 0 0 0,-1 0 0 0 0,0 0 0 0 0,-1 0 0 0 0,2-23 1 0 0,-4 35-32 0 0,0 1 15 0 0,0 0 1 0 0,0-1-1 0 0,0 1 0 0 0,0 0 1 0 0,0-1-1 0 0,0 1 1 0 0,0-1-1 0 0,0 1 1 0 0,0 0-1 0 0,1-1 0 0 0,-1 1 1 0 0,0 0-1 0 0,0-1 1 0 0,0 1-1 0 0,0 0 1 0 0,1-1-1 0 0,-1 1 0 0 0,0 0 1 0 0,0 0-1 0 0,1-1 1 0 0,-1 1-1 0 0,0 0 1 0 0,1 0-1 0 0,-1-1 0 0 0,0 1 1 0 0,1 0-1 0 0,-1 0 1 0 0,0 0-1 0 0,1 0 1 0 0,-1-1-1 0 0,0 1 0 0 0,1 0 1 0 0,-1 0-1 0 0,1 0 1 0 0,14 6 295 0 0,16 19-281 0 0,-28-22 18 0 0,8 7-7 0 0,1-1 0 0 0,0 0 1 0 0,0-1-1 0 0,1 0 0 0 0,0-1 1 0 0,0-1-1 0 0,15 5 0 0 0,-23-8-23 0 0,1-2 1 0 0,0 1-1 0 0,0-1 0 0 0,0 1 1 0 0,0-2-1 0 0,0 1 0 0 0,0-1 1 0 0,0 0-1 0 0,0 0 0 0 0,0 0 1 0 0,0-1-1 0 0,0 0 0 0 0,0 0 1 0 0,0-1-1 0 0,0 0 0 0 0,-1 0 1 0 0,1 0-1 0 0,-1-1 0 0 0,1 1 1 0 0,5-5-1 0 0,-9 5 14 0 0,1 0-1 0 0,0 0 1 0 0,-1 0 0 0 0,0-1 0 0 0,1 1-1 0 0,-1-1 1 0 0,0 1 0 0 0,0-1 0 0 0,-1 0-1 0 0,1 0 1 0 0,-1 0 0 0 0,1 0 0 0 0,-1 0-1 0 0,0 0 1 0 0,0 0 0 0 0,0-1 0 0 0,0 1-1 0 0,-1 0 1 0 0,1-1 0 0 0,-1 1 0 0 0,0 0-1 0 0,0-1 1 0 0,0 1 0 0 0,-1 0 0 0 0,1 0-1 0 0,-1-1 1 0 0,1 1 0 0 0,-1 0 0 0 0,0 0-1 0 0,-1-1 1 0 0,1 1 0 0 0,0 0 0 0 0,-4-4 0 0 0,1-2-223 0 0,-2 0 0 0 0,1 1 0 0 0,-1 0 0 0 0,-9-11 0 0 0,-28-19-6189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6.3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 5065 0 0,'1'-2'310'0'0,"0"0"-1"0"0,0 0 1 0 0,0 1 0 0 0,0-1 0 0 0,0 0-1 0 0,0 1 1 0 0,0-1 0 0 0,0 1-1 0 0,1 0 1 0 0,-1-1 0 0 0,1 1 0 0 0,-1 0-1 0 0,1 0 1 0 0,-1 0 0 0 0,1 0-1 0 0,0 0 1 0 0,3-2 0 0 0,-4 3 0 0 0,1 0 1 0 0,-1 0-1 0 0,1 0 1 0 0,-1 0 0 0 0,1 0-1 0 0,-1 0 1 0 0,1 0-1 0 0,-1 1 1 0 0,1-1-1 0 0,-1 0 1 0 0,1 1 0 0 0,-1-1-1 0 0,1 1 1 0 0,-1 0-1 0 0,0-1 1 0 0,1 1-1 0 0,1 2 1 0 0,22 23 3512 0 0,-8 5-3550 0 0,-14-23-124 0 0,-1 0 1 0 0,-1 0 0 0 0,1 1 0 0 0,-1-1-1 0 0,-1 1 1 0 0,1-1 0 0 0,-1 1-1 0 0,-1-1 1 0 0,0 1 0 0 0,-2 11 0 0 0,-1 14 890 0 0,3-34-1008 0 0,1 1-1 0 0,0-1 1 0 0,0 1 0 0 0,0 0 0 0 0,0-1-1 0 0,0 1 1 0 0,0-1 0 0 0,0 1 0 0 0,0 0-1 0 0,0-1 1 0 0,0 1 0 0 0,1-1 0 0 0,-1 1 0 0 0,0-1-1 0 0,0 1 1 0 0,1 0 0 0 0,-1-1 0 0 0,0 1-1 0 0,0-1 1 0 0,1 1 0 0 0,-1-1 0 0 0,1 0-1 0 0,-1 1 1 0 0,0-1 0 0 0,1 1 0 0 0,-1-1-1 0 0,1 0 1 0 0,-1 1 0 0 0,1-1 0 0 0,-1 0-1 0 0,1 1 1 0 0,-1-1 0 0 0,1 0 0 0 0,0 1-1 0 0,2-1 13 0 0,-1 0-1 0 0,0 0 0 0 0,0 0 0 0 0,1 0 0 0 0,-1 0 0 0 0,0 0 0 0 0,0-1 0 0 0,1 1 0 0 0,2-2 0 0 0,46-21 159 0 0,16-21-781 0 0,-35 22-5679 0 0,-5 4-1444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7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0,'1'5'507'0'0,"1"1"1"0"0,-1-1 0 0 0,1 1-1 0 0,0-1 1 0 0,1 0 0 0 0,-1 0-1 0 0,6 8 1 0 0,-3-5 43 0 0,1-1 1 0 0,0 0-1 0 0,0-1 1 0 0,0 1-1 0 0,1-1 0 0 0,0 0 1 0 0,0-1-1 0 0,14 9 1 0 0,-18-12-346 0 0,0-1 0 0 0,1 1 0 0 0,0-1 1 0 0,-1 1-1 0 0,1-1 0 0 0,0 0 0 0 0,-1 0 0 0 0,1-1 1 0 0,0 1-1 0 0,5-1 0 0 0,-7 0-114 0 0,0 0 1 0 0,0-1 0 0 0,1 1-1 0 0,-1-1 1 0 0,0 1-1 0 0,0-1 1 0 0,0 0-1 0 0,0 0 1 0 0,0 0-1 0 0,0 0 1 0 0,0 0-1 0 0,0 0 1 0 0,-1-1-1 0 0,1 1 1 0 0,0 0 0 0 0,-1-1-1 0 0,1 0 1 0 0,-1 1-1 0 0,2-3 1 0 0,-2 2-76 0 0,0 1 0 0 0,0-1 0 0 0,0 0 1 0 0,0 0-1 0 0,-1 0 0 0 0,1 0 0 0 0,-1 0 1 0 0,1 0-1 0 0,-1 0 0 0 0,0 0 0 0 0,0-1 1 0 0,0 1-1 0 0,0 0 0 0 0,0 0 0 0 0,0 0 1 0 0,-1 0-1 0 0,1 0 0 0 0,-1 0 0 0 0,1 0 1 0 0,-1 0-1 0 0,0 0 0 0 0,0 0 0 0 0,0 0 1 0 0,0 1-1 0 0,0-1 0 0 0,0 0 0 0 0,0 0 1 0 0,0 1-1 0 0,-1-1 0 0 0,1 1 0 0 0,-1-1 1 0 0,-2-1-1 0 0,2 1 10 0 0,-1-1 0 0 0,0 0 0 0 0,0 1 0 0 0,0 0 0 0 0,-1-1 0 0 0,1 1 0 0 0,0 1 0 0 0,-1-1 0 0 0,1 0 0 0 0,-1 1 0 0 0,0 0 0 0 0,0 0 0 0 0,1 0 0 0 0,-1 0 0 0 0,0 0 0 0 0,-7 1 0 0 0,7 1-70 0 0,-1 0 1 0 0,1 1-1 0 0,-1 0 1 0 0,1-1-1 0 0,0 2 0 0 0,0-1 1 0 0,0 0-1 0 0,0 1 1 0 0,0 0-1 0 0,0 0 1 0 0,1 0-1 0 0,-5 5 0 0 0,6-6 30 0 0,1-1-1 0 0,0 0 0 0 0,0 0 0 0 0,0 0 1 0 0,0 1-1 0 0,0-1 0 0 0,0 0 0 0 0,0 1 0 0 0,0-1 1 0 0,1 1-1 0 0,-1-1 0 0 0,0 1 0 0 0,1 0 1 0 0,0-1-1 0 0,-1 1 0 0 0,1-1 0 0 0,0 1 0 0 0,0 0 1 0 0,-1-1-1 0 0,1 1 0 0 0,1 0 0 0 0,-1-1 0 0 0,0 1 1 0 0,0 0-1 0 0,1-1 0 0 0,-1 1 0 0 0,0-1 1 0 0,1 1-1 0 0,0 0 0 0 0,-1-1 0 0 0,1 1 0 0 0,0-1 1 0 0,0 0-1 0 0,0 1 0 0 0,0-1 0 0 0,0 0 1 0 0,0 1-1 0 0,2 1 0 0 0,-2-2 30 0 0,0-1 0 0 0,0 1 1 0 0,1 0-1 0 0,-1 0 0 0 0,0 0 0 0 0,0-1 0 0 0,1 1 0 0 0,-1 0 1 0 0,0-1-1 0 0,1 1 0 0 0,-1-1 0 0 0,1 0 0 0 0,-1 1 0 0 0,1-1 1 0 0,-1 0-1 0 0,0 0 0 0 0,1 0 0 0 0,-1 0 0 0 0,1 0 0 0 0,-1 0 1 0 0,1 0-1 0 0,-1-1 0 0 0,1 1 0 0 0,-1-1 0 0 0,0 1 0 0 0,1-1 1 0 0,-1 1-1 0 0,0-1 0 0 0,1 0 0 0 0,-1 1 0 0 0,0-1 0 0 0,0 0 1 0 0,0 0-1 0 0,0 0 0 0 0,0 0 0 0 0,0 0 0 0 0,0 0 0 0 0,0 0 1 0 0,2-3-1 0 0,-2 3-79 0 0,0-1 1 0 0,0 0-1 0 0,0 1 1 0 0,0-1-1 0 0,0 0 1 0 0,0 0-1 0 0,-1 0 1 0 0,1 0-1 0 0,0 0 1 0 0,-1 0-1 0 0,0 0 1 0 0,1 0-1 0 0,-1 0 1 0 0,0 0-1 0 0,0 0 1 0 0,0 0-1 0 0,0 0 1 0 0,0 0 0 0 0,-1 0-1 0 0,1 0 1 0 0,-1 0-1 0 0,1 0 1 0 0,-1 0-1 0 0,0 0 1 0 0,0 0-1 0 0,0 1 1 0 0,-2-4-1 0 0,3 4 30 0 0,0 1 0 0 0,-1 0 0 0 0,1-1 1 0 0,0 1-1 0 0,-1 0 0 0 0,1-1 0 0 0,-1 1 0 0 0,1 0 0 0 0,0 0 0 0 0,-1-1 0 0 0,1 1 1 0 0,-1 0-1 0 0,1 0 0 0 0,-1 0 0 0 0,1 0 0 0 0,-1-1 0 0 0,1 1 0 0 0,-1 0 0 0 0,1 0 1 0 0,-1 0-1 0 0,1 0 0 0 0,-2 0 0 0 0,-4 2 14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18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8 4609 0 0,'-7'9'10537'0'0,"7"-2"-10362"0"0,0 49 1639 0 0,0-53-1737 0 0,0 0 1 0 0,0 0 0 0 0,1 0 0 0 0,-1 0 0 0 0,1 0 0 0 0,0 0-1 0 0,0 0 1 0 0,0 0 0 0 0,1 0 0 0 0,-1-1 0 0 0,0 1 0 0 0,1 0-1 0 0,0-1 1 0 0,0 1 0 0 0,4 4 0 0 0,-6-7-63 0 0,0 0 0 0 0,1 0 0 0 0,-1 1 0 0 0,0-1 0 0 0,1 0 0 0 0,-1 0 0 0 0,1 0 0 0 0,-1 0 0 0 0,0 1 0 0 0,1-1 0 0 0,-1 0 0 0 0,0 0 0 0 0,1 0 0 0 0,-1 0 0 0 0,1 0 0 0 0,-1 0 0 0 0,1 0 0 0 0,-1 0 0 0 0,0 0 0 0 0,1 0 0 0 0,-1 0 0 0 0,1-1 0 0 0,-1 1 1 0 0,0 0-1 0 0,1 0 0 0 0,-1 0 0 0 0,0 0 0 0 0,1-1 0 0 0,-1 1 0 0 0,0 0 0 0 0,1-1 0 0 0,9-13 1055 0 0,-1-19 602 0 0,-9 26-1502 0 0,-1 0 0 0 0,0 0-1 0 0,-1 0 1 0 0,0 0 0 0 0,-4-12-1 0 0,5 17-161 0 0,0-1 0 0 0,0 1-1 0 0,0 0 1 0 0,-1 0 0 0 0,1 0-1 0 0,-1 0 1 0 0,1 0 0 0 0,-1 0-1 0 0,-2-2 1 0 0,4 3-10 0 0,-1 1 0 0 0,0-1 1 0 0,0 1-1 0 0,1 0 0 0 0,-1-1 1 0 0,0 1-1 0 0,0 0 0 0 0,0-1 0 0 0,1 1 1 0 0,-1 0-1 0 0,0 0 0 0 0,0-1 0 0 0,0 1 1 0 0,0 0-1 0 0,0 0 0 0 0,1 0 0 0 0,-1 0 1 0 0,0 0-1 0 0,0 1 0 0 0,0-1 1 0 0,0 0-1 0 0,0 0 0 0 0,1 1 0 0 0,-1-1 1 0 0,-1 1-1 0 0,1-1 3 0 0,0 1 0 0 0,0-1 0 0 0,1 1 0 0 0,-1 0 0 0 0,0-1 0 0 0,1 1 0 0 0,-1 0 0 0 0,0-1 0 0 0,1 1 0 0 0,-1 0 0 0 0,1-1 0 0 0,-1 1 0 0 0,1 0 0 0 0,0 0 0 0 0,-1 0 0 0 0,1 0 0 0 0,0-1 0 0 0,-1 1 0 0 0,1 0 0 0 0,0 0 0 0 0,0 0 0 0 0,0 0 0 0 0,0 0 0 0 0,0 0 0 0 0,0 0 0 0 0,0 0 0 0 0,0-1 0 0 0,0 1 0 0 0,1 0 0 0 0,-1 0 0 0 0,0 0 0 0 0,0 0 0 0 0,1 0 0 0 0,-1-1 0 0 0,1 1 0 0 0,-1 0 0 0 0,0 0 0 0 0,1 0 0 0 0,0-1 0 0 0,-1 1 0 0 0,1 0 0 0 0,-1-1 0 0 0,2 2 0 0 0,0 0 2 0 0,0 1 0 0 0,0-1 0 0 0,0 0 0 0 0,1 1 0 0 0,-1-1 0 0 0,1 0 0 0 0,-1 0 0 0 0,1-1 0 0 0,0 1 0 0 0,0-1 0 0 0,4 3 0 0 0,-5-4-1 0 0,1 1 0 0 0,-1-1 0 0 0,0 0 1 0 0,0 1-1 0 0,1-1 0 0 0,-1 0 0 0 0,0 0 0 0 0,1-1 1 0 0,-1 1-1 0 0,0 0 0 0 0,1-1 0 0 0,-1 0 0 0 0,0 1 1 0 0,0-1-1 0 0,0 0 0 0 0,1 0 0 0 0,-1 0 0 0 0,0 0 1 0 0,0-1-1 0 0,-1 1 0 0 0,1 0 0 0 0,0-1 0 0 0,0 1 1 0 0,-1-1-1 0 0,1 0 0 0 0,-1 0 0 0 0,1 1 0 0 0,-1-1 1 0 0,0 0-1 0 0,1 0 0 0 0,-1-1 0 0 0,0 1 1 0 0,-1 0-1 0 0,1 0 0 0 0,0 0 0 0 0,0 0 0 0 0,-1-1 1 0 0,0 1-1 0 0,1-4 0 0 0,-2 2-186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0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27 8290 0 0,'0'-3'595'0'0,"0"1"0"0"0,0 0 1 0 0,-10-18 7534 0 0,7 38-6846 0 0,3 0-944 0 0,2 0 1 0 0,-1 0-1 0 0,2-1 1 0 0,1 1-1 0 0,5 17 1 0 0,4 20-61 0 0,12 110 0 0 0,1 4-549 0 0,0-59-2674 0 0,-19-83-3935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0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1 6913 0 0,'-57'5'8894'0'0,"106"-7"-7005"0"0,-34 1-1724 0 0,-1 0 0 0 0,1 0-1 0 0,0 2 1 0 0,-1 0-1 0 0,27 5 1 0 0,-40-6-166 0 0,1 1-1 0 0,-1-1 1 0 0,0 1-1 0 0,0-1 1 0 0,0 1 0 0 0,0-1-1 0 0,0 1 1 0 0,-1 0-1 0 0,1-1 1 0 0,0 1 0 0 0,0 0-1 0 0,0 0 1 0 0,0-1-1 0 0,-1 1 1 0 0,1 0-1 0 0,0 0 1 0 0,-1 0 0 0 0,1 0-1 0 0,-1 0 1 0 0,1 0-1 0 0,-1 0 1 0 0,0 0 0 0 0,1 0-1 0 0,-1 1 1 0 0,0-1-1 0 0,0 0 1 0 0,1 0 0 0 0,-1 0-1 0 0,0 0 1 0 0,0 0-1 0 0,0 0 1 0 0,-1 1 0 0 0,1-1-1 0 0,0 0 1 0 0,0 0-1 0 0,-1 0 1 0 0,1 0 0 0 0,0 0-1 0 0,-1 0 1 0 0,1 0-1 0 0,-1 0 1 0 0,1 0 0 0 0,-2 1-1 0 0,-3 8-90 0 0,0-1-1 0 0,-1 1 1 0 0,-11 12-1 0 0,10-12-75 0 0,-31 36-370 0 0,26-33 425 0 0,1 0 0 0 0,0 1 0 0 0,1 1 0 0 0,1 0 0 0 0,-8 16 0 0 0,17-31 117 0 0,-1 1 0 0 0,1 0 0 0 0,0 0 0 0 0,-1-1 1 0 0,1 1-1 0 0,0 0 0 0 0,0 0 0 0 0,0-1 0 0 0,0 1 0 0 0,0 0 1 0 0,0 0-1 0 0,0-1 0 0 0,0 1 0 0 0,0 0 0 0 0,0 0 1 0 0,0-1-1 0 0,0 1 0 0 0,1 0 0 0 0,-1 0 0 0 0,0-1 1 0 0,0 1-1 0 0,1 0 0 0 0,-1-1 0 0 0,0 1 0 0 0,1 0 1 0 0,-1-1-1 0 0,1 1 0 0 0,-1 0 0 0 0,1-1 0 0 0,-1 1 0 0 0,1-1 1 0 0,0 1-1 0 0,-1-1 0 0 0,1 1 0 0 0,0-1 0 0 0,-1 0 1 0 0,1 1-1 0 0,0-1 0 0 0,-1 0 0 0 0,1 0 0 0 0,0 1 1 0 0,0-1-1 0 0,-1 0 0 0 0,1 0 0 0 0,0 0 0 0 0,0 0 1 0 0,-1 0-1 0 0,1 0 0 0 0,0 0 0 0 0,1 0 0 0 0,51-3 907 0 0,-38 1-643 0 0,-11 2-220 0 0,3 0 34 0 0,-1-1 1 0 0,1 1-1 0 0,0 1 0 0 0,-1-1 1 0 0,11 3-1 0 0,-17-3-74 0 0,1 0 0 0 0,0 1 0 0 0,0-1 0 0 0,0 0 0 0 0,0 1 0 0 0,-1-1 0 0 0,1 0 0 0 0,0 1 0 0 0,0 0 0 0 0,-1-1 1 0 0,1 1-1 0 0,0-1 0 0 0,-1 1 0 0 0,1 0 0 0 0,-1-1 0 0 0,1 1 0 0 0,-1 0 0 0 0,1-1 0 0 0,0 2 0 0 0,-1 0-2 0 0,0-1 0 0 0,0 1 0 0 0,0-1 1 0 0,0 0-1 0 0,0 1 0 0 0,0-1 0 0 0,0 0 0 0 0,0 1 1 0 0,0-1-1 0 0,-1 1 0 0 0,1-1 0 0 0,-1 0 0 0 0,1 0 1 0 0,-1 1-1 0 0,1-1 0 0 0,-2 2 0 0 0,-10 17 99 0 0,-2 0 1 0 0,0-1-1 0 0,-17 18 0 0 0,14-18 16 0 0,1 1 0 0 0,-19 32 0 0 0,34-52-168 0 0,1 1 0 0 0,-1-1-1 0 0,1 1 1 0 0,-1 0 0 0 0,1-1-1 0 0,-1 1 1 0 0,1 0 0 0 0,-1-1 0 0 0,1 1-1 0 0,0 0 1 0 0,0 0 0 0 0,-1 0-1 0 0,1-1 1 0 0,0 1 0 0 0,0 0 0 0 0,0 0-1 0 0,0 0 1 0 0,0-1 0 0 0,0 1-1 0 0,0 0 1 0 0,0 0 0 0 0,0 0-1 0 0,0 0 1 0 0,0-1 0 0 0,0 1 0 0 0,1 0-1 0 0,-1 0 1 0 0,0-1 0 0 0,0 1-1 0 0,1 0 1 0 0,-1 0 0 0 0,1-1 0 0 0,-1 1-1 0 0,1 0 1 0 0,-1-1 0 0 0,1 1-1 0 0,-1-1 1 0 0,1 1 0 0 0,0 0 0 0 0,0 0-1 0 0,4 0-475 0 0,-1 1 0 0 0,0-1 0 0 0,1 0 0 0 0,-1-1 0 0 0,1 1-1 0 0,7-1 1 0 0,23 6-1580 0 0,-33-6 1881 0 0,0 1-1 0 0,0 0 1 0 0,0 0 0 0 0,0 0-1 0 0,0 0 1 0 0,-1 0 0 0 0,1 0-1 0 0,0 0 1 0 0,-1 0 0 0 0,1 1-1 0 0,-1-1 1 0 0,1 1 0 0 0,-1-1-1 0 0,0 1 1 0 0,1 0 0 0 0,-1 0-1 0 0,0-1 1 0 0,0 1 0 0 0,0 0-1 0 0,0 0 1 0 0,-1 0 0 0 0,1 0-1 0 0,-1 0 1 0 0,1 0 0 0 0,-1 0-1 0 0,0 0 1 0 0,1 0 0 0 0,-1 3-1 0 0,-1 2-3 0 0,-1 0 0 0 0,1 1 0 0 0,-1-1 0 0 0,0 0 0 0 0,-1 0-1 0 0,-4 10 1 0 0,-7 19 870 0 0,14-32-1044 0 0,-1 1 1 0 0,1-1-1 0 0,1 1 1 0 0,-1-1-1 0 0,0 1 1 0 0,3 7-1 0 0,0 3 633 0 0,-2-3 4439 0 0,1 29 1911 0 0,7 22-3063 0 0,-1-7-2115 0 0,5 25 312 0 0,29 96-1 0 0,-2-11-606 0 0,-36-148-1175 0 0,-1 1 1 0 0,-1 1-1 0 0,-1-1 1 0 0,-2 29 0 0 0,-9 4-4885 0 0,9-46 3295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7.2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 9218 0 0,'2'-4'8208'0'0,"2"3"-7522"0"0,19-4 385 0 0,58-8 1268 0 0,-75 12-2244 0 0,0 1-1 0 0,1 0 1 0 0,-1 0-1 0 0,0 0 1 0 0,0 1-1 0 0,0 0 1 0 0,0 0 0 0 0,0 0-1 0 0,0 1 1 0 0,9 4-1 0 0,-13-5-87 0 0,0 0-1 0 0,-1 0 1 0 0,1 0-1 0 0,-1 0 0 0 0,1 1 1 0 0,-1-1-1 0 0,0 1 1 0 0,1-1-1 0 0,-1 1 1 0 0,0-1-1 0 0,0 1 1 0 0,0 0-1 0 0,0-1 1 0 0,0 1-1 0 0,-1 0 1 0 0,1 0-1 0 0,0 2 0 0 0,4 36-16 0 0,-5-35-6 0 0,0 0 0 0 0,1 0 0 0 0,-1 1 0 0 0,1-1 1 0 0,0 0-1 0 0,1 0 0 0 0,1 5 0 0 0,-3-9 16 0 0,1-1 0 0 0,-1 1 0 0 0,1-1 0 0 0,0 0 0 0 0,-1 1 0 0 0,1-1 0 0 0,-1 0 0 0 0,1 1 0 0 0,0-1 0 0 0,-1 0 0 0 0,1 0 0 0 0,0 1 0 0 0,-1-1 0 0 0,1 0 1 0 0,0 0-1 0 0,-1 0 0 0 0,1 0 0 0 0,0 0 0 0 0,-1 0 0 0 0,1 0 0 0 0,0 0 0 0 0,-1 0 0 0 0,1 0 0 0 0,0 0 0 0 0,0-1 0 0 0,24-6-9 0 0,-13 4-43 0 0,-2 2 43 0 0,1 1 0 0 0,-1-1 1 0 0,1 2-1 0 0,0 0 0 0 0,-1 0 0 0 0,1 1 1 0 0,-1 0-1 0 0,1 1 0 0 0,-1 0 0 0 0,0 0 1 0 0,0 2-1 0 0,-1-1 0 0 0,1 1 0 0 0,-1 0 1 0 0,0 1-1 0 0,0 0 0 0 0,-1 0 1 0 0,1 1-1 0 0,-1 0 0 0 0,-1 1 0 0 0,0 0 1 0 0,0 0-1 0 0,0 0 0 0 0,-1 1 0 0 0,0 0 1 0 0,-1 0-1 0 0,0 0 0 0 0,6 17 0 0 0,-9-22 12 0 0,-1 0 0 0 0,0 1-1 0 0,0-1 1 0 0,0 1 0 0 0,0-1-1 0 0,-1 1 1 0 0,0-1-1 0 0,0 1 1 0 0,0-1 0 0 0,0 1-1 0 0,-1-1 1 0 0,0 1 0 0 0,1-1-1 0 0,-2 1 1 0 0,1-1-1 0 0,-1 0 1 0 0,1 1 0 0 0,-1-1-1 0 0,0 0 1 0 0,-1 0 0 0 0,1 0-1 0 0,-1 0 1 0 0,1-1-1 0 0,-1 1 1 0 0,0-1 0 0 0,-1 0-1 0 0,1 0 1 0 0,0 0 0 0 0,-1 0-1 0 0,0 0 1 0 0,0-1-1 0 0,-7 4 1 0 0,0 1-720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7.8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35 222 456 0 0,'-34'-27'16556'0'0,"43"48"-13077"0"0,4 1-2922 0 0,1-1-1 0 0,2 0 0 0 0,33 35 1 0 0,-47-53-548 0 0,1-1 1 0 0,-1-1-1 0 0,1 1 0 0 0,0 0 1 0 0,0-1-1 0 0,-1 1 1 0 0,1-1-1 0 0,0 0 1 0 0,0 0-1 0 0,1 0 0 0 0,-1 0 1 0 0,0-1-1 0 0,0 1 1 0 0,0-1-1 0 0,0 0 0 0 0,1 0 1 0 0,2 0-1 0 0,-5 0-5 0 0,1 0 0 0 0,-1-1 0 0 0,1 1 0 0 0,-1 0 1 0 0,0-1-1 0 0,0 1 0 0 0,1 0 0 0 0,-1-1 0 0 0,0 0 0 0 0,0 1 0 0 0,1-1 0 0 0,-1 0 0 0 0,0 1 0 0 0,0-1 0 0 0,0 0 0 0 0,0 0 0 0 0,0 0 0 0 0,0 0 0 0 0,0 0 0 0 0,-1 0 1 0 0,1 0-1 0 0,0 0 0 0 0,0-1 0 0 0,-1 1 0 0 0,1 0 0 0 0,-1 0 0 0 0,1-1 0 0 0,-1 1 0 0 0,0 0 0 0 0,1-1 0 0 0,-1 1 0 0 0,0 0 0 0 0,0-1 0 0 0,0 1 0 0 0,0 0 1 0 0,0-1-1 0 0,0 1 0 0 0,0 0 0 0 0,0-1 0 0 0,-1 1 0 0 0,0-3 0 0 0,-1-3 22 0 0,0 1 0 0 0,-1-1 1 0 0,0 0-1 0 0,0 1 0 0 0,0-1 0 0 0,-1 1 1 0 0,0 0-1 0 0,0 1 0 0 0,-7-8 0 0 0,-53-49 102 0 0,23 23-114 0 0,39 37-16 0 0,-1 0 0 0 0,1-1 0 0 0,0 1 0 0 0,0-1 1 0 0,0 1-1 0 0,1-1 0 0 0,-1 1 0 0 0,1-1 0 0 0,-1 0 0 0 0,1 0 0 0 0,0 0 0 0 0,0 0 0 0 0,-1-5 1 0 0,2 7-19 0 0,1-1 0 0 0,-1 1 0 0 0,0-1 0 0 0,1 1 0 0 0,0 0 0 0 0,-1-1-1 0 0,1 1 1 0 0,0 0 0 0 0,-1-1 0 0 0,1 1 0 0 0,0 0 0 0 0,0 0 0 0 0,0 0 0 0 0,0 0 0 0 0,0 0 0 0 0,1 0 0 0 0,-1 0 0 0 0,0 0 0 0 0,0 0 0 0 0,1 1 0 0 0,-1-1 0 0 0,0 0 0 0 0,1 1 0 0 0,-1-1 0 0 0,1 1 0 0 0,-1-1 0 0 0,0 1 0 0 0,1 0 0 0 0,2-1 0 0 0,20-4-300 0 0,0 0 1 0 0,1 2-1 0 0,-1 0 0 0 0,0 2 1 0 0,34 1-1 0 0,-42 1 397 0 0,1 1 1 0 0,0 1-1 0 0,-1 0 1 0 0,0 1-1 0 0,0 1 0 0 0,0 0 1 0 0,0 1-1 0 0,25 14 1 0 0,-37-18-64 0 0,-1 1 0 0 0,1 0 1 0 0,0 0-1 0 0,-1 0 1 0 0,1 0-1 0 0,-1 0 0 0 0,0 1 1 0 0,0-1-1 0 0,0 1 1 0 0,0 0-1 0 0,-1 0 1 0 0,0 0-1 0 0,3 5 0 0 0,-2 2 54 0 0,0-1-1 0 0,0 1 1 0 0,2 21 0 0 0,-3-18-26 0 0,0-1 1 0 0,8 25 0 0 0,-9-35-32 0 0,0-1 1 0 0,0 1-1 0 0,0-1 1 0 0,0 1-1 0 0,0-1 0 0 0,0 0 1 0 0,1 0-1 0 0,0 1 1 0 0,-1-1-1 0 0,1 0 1 0 0,0-1-1 0 0,0 1 0 0 0,0 0 1 0 0,0 0-1 0 0,0-1 1 0 0,0 1-1 0 0,0-1 1 0 0,1 0-1 0 0,-1 0 1 0 0,0 0-1 0 0,1 0 0 0 0,-1 0 1 0 0,1 0-1 0 0,-1 0 1 0 0,1-1-1 0 0,0 0 1 0 0,-1 1-1 0 0,1-1 0 0 0,0 0 1 0 0,-1 0-1 0 0,5-1 1 0 0,-4 0 6 0 0,1 1 1 0 0,-1-1-1 0 0,0 0 1 0 0,0-1-1 0 0,0 1 0 0 0,0-1 1 0 0,0 1-1 0 0,0-1 1 0 0,0 0-1 0 0,0 0 0 0 0,0 0 1 0 0,-1-1-1 0 0,1 1 1 0 0,-1-1-1 0 0,0 1 1 0 0,0-1-1 0 0,0 0 0 0 0,0 1 1 0 0,0-1-1 0 0,-1 0 1 0 0,1-1-1 0 0,-1 1 1 0 0,2-6-1 0 0,0 1 82 0 0,-1 0 1 0 0,-1 0 0 0 0,0-1-1 0 0,0 1 1 0 0,0-1-1 0 0,-1 1 1 0 0,0 0-1 0 0,-1-1 1 0 0,0 1-1 0 0,0 0 1 0 0,-1-1-1 0 0,0 1 1 0 0,0 0-1 0 0,-1 0 1 0 0,0 1-1 0 0,-1-1 1 0 0,0 0 0 0 0,0 1-1 0 0,0 0 1 0 0,-1 0-1 0 0,0 0 1 0 0,-9-9-1 0 0,6 8-222 0 0,0 1-1 0 0,-1 0 1 0 0,1 0-1 0 0,-1 1 1 0 0,0 0-1 0 0,-1 1 1 0 0,-13-6 0 0 0,12 7-881 0 0,-1 0 0 0 0,0 0 1 0 0,0 1-1 0 0,0 1 1 0 0,-1 0-1 0 0,-18-1 1 0 0,6 4-6460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8.3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4 363 13827 0 0,'0'0'37'0'0,"0"0"0"0"0,-1 0 1 0 0,1-1-1 0 0,0 1 0 0 0,0 0 0 0 0,0 0 0 0 0,-1-1 1 0 0,1 1-1 0 0,0 0 0 0 0,0-1 0 0 0,0 1 0 0 0,0 0 1 0 0,-1-1-1 0 0,1 1 0 0 0,0 0 0 0 0,0-1 0 0 0,0 1 1 0 0,0 0-1 0 0,0-1 0 0 0,0 1 0 0 0,0 0 0 0 0,0-1 1 0 0,0 1-1 0 0,0 0 0 0 0,0-1 0 0 0,0 1 0 0 0,0 0 1 0 0,0-1-1 0 0,1 1 0 0 0,-1 0 0 0 0,0-1 1 0 0,0 1-1 0 0,0 0 0 0 0,0 0 0 0 0,1-1 0 0 0,-1 1 1 0 0,15-10 1000 0 0,-11 9-520 0 0,-1 0 1 0 0,1 0-1 0 0,0 0 1 0 0,-1 0-1 0 0,1 1 1 0 0,0-1-1 0 0,7 1 1 0 0,20 11 186 0 0,16 3 390 0 0,-45-13-1067 0 0,0-1 1 0 0,0 0 0 0 0,1 0-1 0 0,-1 1 1 0 0,0-2-1 0 0,0 1 1 0 0,0 0-1 0 0,0 0 1 0 0,0-1 0 0 0,1 1-1 0 0,-1-1 1 0 0,0 1-1 0 0,0-1 1 0 0,0 0 0 0 0,0 0-1 0 0,0 0 1 0 0,0 0-1 0 0,2-2 1 0 0,-3 1-25 0 0,0 1-1 0 0,0 0 1 0 0,0-1 0 0 0,0 1-1 0 0,-1-1 1 0 0,1 0 0 0 0,0 1 0 0 0,-1-1-1 0 0,1 0 1 0 0,-1 1 0 0 0,0-1-1 0 0,1 0 1 0 0,-1 0 0 0 0,0 1 0 0 0,0-1-1 0 0,0 0 1 0 0,0 0 0 0 0,0 1-1 0 0,-1-1 1 0 0,1 0 0 0 0,-1-2 0 0 0,-14-42 124 0 0,11 36-106 0 0,2 1-22 0 0,0 0 1 0 0,0 0 0 0 0,1-1-1 0 0,0 1 1 0 0,0 0-1 0 0,1 0 1 0 0,0-1-1 0 0,1 1 1 0 0,0 0-1 0 0,1 0 1 0 0,0-1-1 0 0,0 1 1 0 0,1 0 0 0 0,6-15-1 0 0,-6 17 14 0 0,0 1-1 0 0,0 0 1 0 0,1-1-1 0 0,0 1 1 0 0,0 0 0 0 0,0 1-1 0 0,1-1 1 0 0,0 1-1 0 0,0 0 1 0 0,0 0 0 0 0,1 0-1 0 0,-1 1 1 0 0,1 0-1 0 0,0 0 1 0 0,1 1 0 0 0,-1-1-1 0 0,0 1 1 0 0,1 0-1 0 0,12-3 1 0 0,-13 5-3 0 0,0 0 0 0 0,-1 0 0 0 0,1 1 0 0 0,0-1 0 0 0,0 1 0 0 0,0 1 0 0 0,0-1-1 0 0,-1 1 1 0 0,1 0 0 0 0,0 0 0 0 0,0 1 0 0 0,-1 0 0 0 0,1 0 0 0 0,-1 0 0 0 0,1 0 0 0 0,-1 1 0 0 0,0 0 0 0 0,0 0 0 0 0,0 0 0 0 0,4 5 0 0 0,-3-2-21 0 0,-1 0 0 0 0,0 0 0 0 0,0 0 0 0 0,0 1 1 0 0,-1 0-1 0 0,0 0 0 0 0,0 0 0 0 0,-1 0 0 0 0,0 1 0 0 0,0-1 0 0 0,-1 1 1 0 0,0 0-1 0 0,2 16 0 0 0,0 10-182 0 0,-4-24 175 0 0,1 0-1 0 0,0 0 0 0 0,1 1 1 0 0,0-1-1 0 0,0-1 0 0 0,1 1 1 0 0,0 0-1 0 0,1 0 1 0 0,6 11-1 0 0,-9-20 40 0 0,1 1 0 0 0,-1-1 0 0 0,1 0 0 0 0,-1 1 0 0 0,1-1 0 0 0,0 0 0 0 0,-1 0 0 0 0,1 0 0 0 0,0 0 0 0 0,0-1 0 0 0,0 1 0 0 0,0 0 0 0 0,0-1 0 0 0,0 1 0 0 0,0-1 0 0 0,0 0 0 0 0,0 0 0 0 0,0 1 0 0 0,0-1 0 0 0,0-1 0 0 0,0 1 0 0 0,0 0 0 0 0,0 0 0 0 0,0-1 0 0 0,-1 1 0 0 0,5-2 0 0 0,6-2 120 0 0,0-1-1 0 0,0 0 1 0 0,11-6 0 0 0,-17 7-91 0 0,220-131-26 0 0,-158 91-811 0 0,-29 21 331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9.1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11 6913 0 0,'-1'0'71'0'0,"0"0"-1"0"0,0 1 0 0 0,0-1 0 0 0,0 0 0 0 0,0 1 0 0 0,0-1 1 0 0,0 1-1 0 0,0-1 0 0 0,0 1 0 0 0,0 0 0 0 0,1-1 0 0 0,-1 1 1 0 0,0 0-1 0 0,0 0 0 0 0,1 0 0 0 0,-1-1 0 0 0,0 1 0 0 0,1 0 0 0 0,-1 0 1 0 0,1 0-1 0 0,-1 0 0 0 0,1 0 0 0 0,0 0 0 0 0,-1 0 0 0 0,1 0 1 0 0,0 0-1 0 0,0 0 0 0 0,-1 0 0 0 0,1 0 0 0 0,0 0 0 0 0,0 0 1 0 0,1 2-1 0 0,-1-1 121 0 0,0-1 0 0 0,1 0 0 0 0,-1 0 0 0 0,1 1 0 0 0,0-1 0 0 0,-1 0 0 0 0,1 0 0 0 0,0 0 0 0 0,0 0 0 0 0,-1 0 0 0 0,1 0 0 0 0,0 0 0 0 0,0 0 0 0 0,0 0 0 0 0,0 0 1 0 0,0-1-1 0 0,1 1 0 0 0,-1 0 0 0 0,0-1 0 0 0,0 1 0 0 0,0-1 0 0 0,1 1 0 0 0,-1-1 0 0 0,0 1 0 0 0,1-1 0 0 0,1 0 0 0 0,4 1 290 0 0,-1-2-1 0 0,1 1 0 0 0,-1-1 1 0 0,0 1-1 0 0,1-2 1 0 0,-1 1-1 0 0,9-4 1 0 0,-12 4-298 0 0,-1 0 0 0 0,1 0 1 0 0,0-1-1 0 0,-1 1 1 0 0,1-1-1 0 0,-1 1 0 0 0,1-1 1 0 0,2-3-1 0 0,-4 4-117 0 0,0 0-1 0 0,-1 0 1 0 0,1 1-1 0 0,0-1 1 0 0,-1 0-1 0 0,1 0 1 0 0,-1 0-1 0 0,1 0 1 0 0,-1 0-1 0 0,0 0 1 0 0,1 0 0 0 0,-1 0-1 0 0,0 0 1 0 0,0 0-1 0 0,1-1 1 0 0,-1 1-1 0 0,0 0 1 0 0,0 0-1 0 0,0 0 1 0 0,-1 0-1 0 0,1 0 1 0 0,0-2 0 0 0,-1 2-102 0 0,1 1 0 0 0,0-1 0 0 0,-1 0 0 0 0,1 1 0 0 0,-1-1 0 0 0,1 1 0 0 0,-1-1 0 0 0,1 1 1 0 0,-1-1-1 0 0,1 1 0 0 0,-1-1 0 0 0,0 1 0 0 0,1-1 0 0 0,-1 1 0 0 0,0 0 0 0 0,1-1 0 0 0,-1 1 1 0 0,0 0-1 0 0,0-1 0 0 0,1 1 0 0 0,-1 0 0 0 0,0 0 0 0 0,1 0 0 0 0,-1 0 0 0 0,0 0 0 0 0,0 0 1 0 0,1 0-1 0 0,-1 0 0 0 0,0 0 0 0 0,0 0 0 0 0,1 0 0 0 0,-2 1 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29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12899 0 0,'3'2'1152'0'0,"0"0"-928"0"0,-1 0-224 0 0,0-1 0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1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50 157 10594 0 0,'-8'-43'2532'0'0,"5"28"-1430"0"0,1 0 0 0 0,-2 0 0 0 0,0 0 0 0 0,0 1 0 0 0,-12-25 0 0 0,16 39-1073 0 0,0 0 1 0 0,0 0 0 0 0,0 0-1 0 0,0 0 1 0 0,0 0 0 0 0,0 0-1 0 0,0 0 1 0 0,0 0 0 0 0,0 0-1 0 0,0 0 1 0 0,0 1 0 0 0,0-1-1 0 0,0 0 1 0 0,0 0 0 0 0,0 0-1 0 0,-1 1 387 0 0,1-1-387 0 0,0 0 1 0 0,0 0 0 0 0,0 0-1 0 0,0 0 1 0 0,0 0-1 0 0,-1 0 1 0 0,1 0 0 0 0,0 0-1 0 0,0 0 1 0 0,0 0 0 0 0,0 0-1 0 0,0 0 1 0 0,0 0 0 0 0,0 0-1 0 0,0 0 1 0 0,0 0 0 0 0,-1 0-1 0 0,1 0 1 0 0,0 0 0 0 0,0 0-1 0 0,0 0 1 0 0,0 0 0 0 0,-1 0 326 0 0,1-1-327 0 0,0 1 1 0 0,0 0 0 0 0,0 0-1 0 0,-3 14 591 0 0,2 15-347 0 0,34 457 325 0 0,-23-374-497 0 0,91 627 859 0 0,-74-566-451 0 0,13 170 419 0 0,-38-288-1264 0 0,-3 1 0 0 0,-1-1 0 0 0,-4 0 0 0 0,-14 67 0 0 0,17-108-1622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2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74 1840 0 0,'-7'1'753'0'0,"1"0"0"0"0,-1 1-1 0 0,1 0 1 0 0,-1 0 0 0 0,1 1 0 0 0,-10 5-1 0 0,-6 1 1590 0 0,-26 18 3391 0 0,45-25-5363 0 0,0 0 1 0 0,0 0 0 0 0,0 1 0 0 0,0-1 0 0 0,1 1 0 0 0,-1 0-1 0 0,1-1 1 0 0,-1 1 0 0 0,1 1 0 0 0,0-1 0 0 0,0 0-1 0 0,-2 5 1 0 0,4-8-323 0 0,1 1 0 0 0,-1-1 0 0 0,0 1 0 0 0,0-1 0 0 0,0 1 0 0 0,0-1 0 0 0,0 0 0 0 0,0 1 0 0 0,0-1 0 0 0,1 1 0 0 0,-1-1 0 0 0,0 0 0 0 0,0 1 0 0 0,1-1 0 0 0,-1 0 0 0 0,0 1 0 0 0,0-1 0 0 0,1 0 0 0 0,-1 1 0 0 0,0-1 0 0 0,1 0 0 0 0,-1 0 0 0 0,1 1 0 0 0,-1-1 0 0 0,0 0 0 0 0,1 0 0 0 0,-1 0 0 0 0,1 0 0 0 0,-1 1 0 0 0,0-1 0 0 0,1 0 0 0 0,-1 0 0 0 0,1 0 0 0 0,-1 0 0 0 0,1 0 0 0 0,-1 0 0 0 0,0 0 0 0 0,1 0 0 0 0,-1 0 0 0 0,1 0 0 0 0,-1 0 0 0 0,1-1 0 0 0,-1 1 0 0 0,0 0 0 0 0,1 0 0 0 0,0-1 0 0 0,25-4 143 0 0,-24 5-136 0 0,540-100 1236 0 0,36 41-575 0 0,-497 53-702 0 0,-29 1 17 0 0,77 3 0 0 0,-114 5 365 0 0,-13 1-1828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2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6913 0 0,'-7'6'5943'0'0,"8"-6"-5817"0"0,11 5 2555 0 0,18 0-403 0 0,70-4 1885 0 0,51-6-3106 0 0,-94 3-1029 0 0,-27 2-1050 0 0,-17 1-52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2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11522 0 0,'0'2'519'0'0,"1"1"0"0"0,-1-1 0 0 0,1 0 0 0 0,-1 1 0 0 0,1-1 0 0 0,0 0 0 0 0,0 0 0 0 0,0 1 0 0 0,1-1 0 0 0,1 3 0 0 0,5 10 1087 0 0,3 21-626 0 0,-3 1 0 0 0,0 0 0 0 0,3 56-1 0 0,-3-20-754 0 0,80 572 1071 0 0,-65-498-805 0 0,67 229 0 0 0,-85-361-2474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8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72 10138 0 0,'79'4'9299'0'0,"0"3"-6840"0"0,95 3-2708 0 0,516-47 855 0 0,-225-8 2 0 0,-400 39-544 0 0,1 2 0 0 0,117 9 0 0 0,-182-5-110 0 0,-1-1 1 0 0,1 1-1 0 0,-1 0 0 0 0,1 0 1 0 0,-1 0-1 0 0,1 1 0 0 0,-1-1 1 0 0,1 0-1 0 0,-1 0 0 0 0,1 0 1 0 0,-1 0-1 0 0,1 0 0 0 0,-1 1 1 0 0,1-1-1 0 0,-1 0 0 0 0,1 0 1 0 0,-1 1-1 0 0,0-1 0 0 0,1 0 1 0 0,-1 1-1 0 0,1-1 0 0 0,-1 0 1 0 0,0 1-1 0 0,1-1 0 0 0,-1 0 1 0 0,0 1-1 0 0,1-1 0 0 0,-1 1 1 0 0,0-1-1 0 0,0 1 0 0 0,0-1 1 0 0,1 1-1 0 0,-1-1 0 0 0,0 1 1 0 0,0-1-1 0 0,0 1 0 0 0,0-1 1 0 0,0 1-1 0 0,0-1 0 0 0,0 1 1 0 0,0-1-1 0 0,0 1 0 0 0,0-1 1 0 0,0 1-1 0 0,0-1 0 0 0,0 1 1 0 0,-1-1-1 0 0,1 1 0 0 0,0-1 1 0 0,0 1-1 0 0,0-1 0 0 0,-1 1 1 0 0,1-1-1 0 0,0 1 0 0 0,-1-1 1 0 0,1 0-1 0 0,-1 1 0 0 0,0 1-560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8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0 205 2304 0 0,'18'13'16594'0'0,"-15"-11"-17747"0"0,-1 2 1376 0 0,1 0 1 0 0,-1 0-1 0 0,0 0 0 0 0,0 0 0 0 0,-1 0 0 0 0,1 0 1 0 0,-1 0-1 0 0,0 1 0 0 0,0-1 0 0 0,0 1 1 0 0,-1-1-1 0 0,0 6 0 0 0,4 14 260 0 0,-2-16-406 0 0,0 0 0 0 0,1 0 0 0 0,0-1-1 0 0,0 1 1 0 0,9 13 0 0 0,-11-21-67 0 0,-1 1 0 0 0,1 0 0 0 0,-1 0 0 0 0,1 0 0 0 0,0-1 0 0 0,-1 1 0 0 0,1 0 0 0 0,0-1-1 0 0,0 1 1 0 0,-1 0 0 0 0,1-1 0 0 0,0 1 0 0 0,0-1 0 0 0,0 0 0 0 0,0 1 0 0 0,0-1 0 0 0,0 0 0 0 0,0 1 0 0 0,0-1 0 0 0,0 0-1 0 0,0 0 1 0 0,1 0 0 0 0,0 0-5 0 0,-1-1 0 0 0,0 0 0 0 0,1 1 0 0 0,-1-1 0 0 0,0 0-1 0 0,1 0 1 0 0,-1 0 0 0 0,0 0 0 0 0,0-1 0 0 0,0 1 0 0 0,0 0 0 0 0,0 0 0 0 0,0-1-1 0 0,0 1 1 0 0,-1 0 0 0 0,1-1 0 0 0,0 1 0 0 0,-1-1 0 0 0,1-2 0 0 0,15-40 53 0 0,17-81 0 0 0,-23 85-36 0 0,-5 16 26 0 0,-3 14 7 0 0,0 0 1 0 0,0 0-1 0 0,1 0 0 0 0,0 1 1 0 0,0-1-1 0 0,1 1 1 0 0,1-1-1 0 0,0 1 1 0 0,0 0-1 0 0,7-8 1 0 0,-12 17-41 0 0,0 0 0 0 0,0-1 1 0 0,1 1-1 0 0,-1 0 0 0 0,0-1 1 0 0,1 1-1 0 0,-1 0 0 0 0,1 0 1 0 0,-1-1-1 0 0,0 1 0 0 0,1 0 0 0 0,-1 0 1 0 0,1 0-1 0 0,-1 0 0 0 0,0 0 1 0 0,1-1-1 0 0,-1 1 0 0 0,1 0 1 0 0,-1 0-1 0 0,1 0 0 0 0,-1 0 0 0 0,1 0 1 0 0,-1 0-1 0 0,0 0 0 0 0,1 0 1 0 0,-1 1-1 0 0,1-1 0 0 0,-1 0 1 0 0,1 0-1 0 0,-1 0 0 0 0,1 1 0 0 0,10 12 241 0 0,4 27-37 0 0,-13-35-155 0 0,14 56 90 0 0,-9-32-120 0 0,14 36-1 0 0,-18-58-38 0 0,0 0 0 0 0,0-1 1 0 0,0 1-1 0 0,1-1 0 0 0,0 1 0 0 0,1-1 0 0 0,-1 0 0 0 0,1-1 0 0 0,0 1 0 0 0,7 5 0 0 0,-10-10-2 0 0,0 1 1 0 0,0-1-1 0 0,0 0 0 0 0,0 0 1 0 0,0 0-1 0 0,0 0 0 0 0,0 0 1 0 0,0 0-1 0 0,0 0 0 0 0,0-1 1 0 0,0 1-1 0 0,1-1 1 0 0,-1 1-1 0 0,0-1 0 0 0,1 0 1 0 0,-1 0-1 0 0,0 0 0 0 0,0 0 1 0 0,1-1-1 0 0,-1 1 0 0 0,3-1 1 0 0,-1-1-21 0 0,-1 0 1 0 0,1 0-1 0 0,0 0 0 0 0,-1 0 1 0 0,1 0-1 0 0,-1-1 1 0 0,1 1-1 0 0,-1-1 1 0 0,0 0-1 0 0,4-6 0 0 0,4-6-56 0 0,-1 0 0 0 0,0-1 0 0 0,-1 0-1 0 0,7-19 1 0 0,1-7 213 0 0,-13 29-53 0 0,0 0 0 0 0,2 1 0 0 0,-1 0-1 0 0,1 0 1 0 0,1 1 0 0 0,0-1-1 0 0,11-11 1 0 0,-18 22-63 0 0,1 1-1 0 0,-1-1 0 0 0,1 1 1 0 0,-1-1-1 0 0,1 1 1 0 0,0-1-1 0 0,-1 1 0 0 0,1 0 1 0 0,-1 0-1 0 0,1-1 1 0 0,0 1-1 0 0,-1 0 1 0 0,1 0-1 0 0,0 0 0 0 0,-1-1 1 0 0,1 1-1 0 0,0 0 1 0 0,0 0-1 0 0,-1 0 1 0 0,1 0-1 0 0,0 0 0 0 0,-1 1 1 0 0,1-1-1 0 0,0 0 1 0 0,-1 0-1 0 0,1 0 1 0 0,0 1-1 0 0,-1-1 0 0 0,1 0 1 0 0,-1 0-1 0 0,1 1 1 0 0,0-1-1 0 0,-1 1 1 0 0,1-1-1 0 0,-1 0 0 0 0,1 1 1 0 0,-1-1-1 0 0,1 1 1 0 0,-1 0-1 0 0,1-1 1 0 0,-1 1-1 0 0,0-1 0 0 0,1 1 1 0 0,-1 0-1 0 0,20 37 291 0 0,-12-21-236 0 0,15 18-85 0 0,8 14-75 0 0,33 68 0 0 0,-63-116-53 0 0,4 10 147 0 0,0 0 0 0 0,14 19 0 0 0,2-10-1817 0 0,-20-19 1418 0 0,1 0 1 0 0,-1-1 0 0 0,0 1 0 0 0,0-1-1 0 0,1 1 1 0 0,-1-1 0 0 0,0 0-1 0 0,1 1 1 0 0,-1-1 0 0 0,1 0 0 0 0,-1 0-1 0 0,0 0 1 0 0,1 0 0 0 0,-1 0-1 0 0,0 0 1 0 0,1-1 0 0 0,1 1 0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1:59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47 6449 0 0,'-42'38'5659'0'0,"23"-25"-4014"0"0,-21 15-400 0 0,38-26-1159 0 0,0 0 0 0 0,0-1 0 0 0,0 1 0 0 0,0 0 0 0 0,1 0 0 0 0,-1 0 1 0 0,1 1-1 0 0,-1-1 0 0 0,1 0 0 0 0,-1 0 0 0 0,1 1 0 0 0,0-1 0 0 0,-1 4 0 0 0,2-5-45 0 0,0-1-1 0 0,0 1 0 0 0,0-1 0 0 0,0 0 1 0 0,0 1-1 0 0,0-1 0 0 0,0 1 0 0 0,0-1 1 0 0,0 1-1 0 0,0-1 0 0 0,1 1 0 0 0,-1-1 1 0 0,0 0-1 0 0,0 1 0 0 0,0-1 0 0 0,1 1 1 0 0,-1-1-1 0 0,0 0 0 0 0,0 1 0 0 0,1-1 1 0 0,-1 0-1 0 0,0 1 0 0 0,1-1 0 0 0,-1 0 0 0 0,0 0 1 0 0,1 1-1 0 0,-1-1 0 0 0,0 0 0 0 0,1 0 1 0 0,0 1-1 0 0,18 2 1034 0 0,22-9 465 0 0,-38 6-1408 0 0,39-8 743 0 0,46-10 142 0 0,108-6 0 0 0,289-19 213 0 0,-179 13-972 0 0,-136 11-180 0 0,-72 6-50 0 0,127 1-1 0 0,-6 20-144 0 0,-190-9-2668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0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129 373 8754 0 0,'-7'-2'2799'0'0,"-18"-5"-1887"0"0,22 7-1085 0 0,1 1 1 0 0,-1-1-1 0 0,0 1 0 0 0,1 0 0 0 0,-1 0 0 0 0,1 0 0 0 0,-1 0 0 0 0,1 1 0 0 0,-1-1 0 0 0,1 0 0 0 0,-19 13 8533 0 0,-10 0-7493 0 0,14-5 508 0 0,21-10-1213 0 0,1 0 0 0 0,-1 1 0 0 0,1-1 1 0 0,-1 1-1 0 0,1 0 0 0 0,-1 0 1 0 0,1 1-1 0 0,-1-1 0 0 0,0 1 1 0 0,1 0-1 0 0,-1 0 0 0 0,0 0 1 0 0,7 3-1 0 0,-11-4-158 0 0,0 1-2 0 0,0 0 1 0 0,-1-1-1 0 0,1 1 0 0 0,0-1 1 0 0,0 1-1 0 0,0 0 1 0 0,0-1-1 0 0,0 1 0 0 0,0-1 1 0 0,0 1-1 0 0,0 0 1 0 0,0-1-1 0 0,0 1 0 0 0,0-1 1 0 0,0 1-1 0 0,0 0 1 0 0,1-1-1 0 0,-1 1 1 0 0,0-1-1 0 0,0 1 0 0 0,1 0 1 0 0,-1-1-1 0 0,0 1 1 0 0,1 0-1 0 0,12-6-2 0 0,0 1 0 0 0,0 0 0 0 0,0 1 1 0 0,1 1-1 0 0,14-1 0 0 0,79-1-52 0 0,-39 2 20 0 0,213-34-76 0 0,-69 5-10 0 0,32 1 100 0 0,37-3-15 0 0,692-60 86 0 0,72 37-95 0 0,-600 26 150 0 0,-51 1-3 0 0,-355 26-61 0 0,0-2 1 0 0,74-21-1 0 0,-78 17-7 0 0,0 1 0 0 0,0 1-1 0 0,62-3 1 0 0,-77 13-295 0 0,-20 0 21 0 0,-10 2 3 0 0,-7 5-5949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1.2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52 133 3681 0 0,'0'-1'98'0'0,"0"1"-1"0"0,0-1 1 0 0,1 0 0 0 0,-1 1 0 0 0,0-1-1 0 0,0 1 1 0 0,0-1 0 0 0,0 0 0 0 0,0 1 0 0 0,-1-1-1 0 0,1 1 1 0 0,0-1 0 0 0,0 0 0 0 0,0 1-1 0 0,0-1 1 0 0,-1 1 0 0 0,1-1 0 0 0,0 1 0 0 0,0-1-1 0 0,-1 1 1 0 0,1-1 0 0 0,-1 1 0 0 0,1-1-1 0 0,0 1 1 0 0,-2-2 0 0 0,-9-11 3081 0 0,-12-6 4692 0 0,23 19-7566 0 0,-1 0-1 0 0,0-1 1 0 0,0 1 0 0 0,1 0-1 0 0,-1 0 1 0 0,0 0-1 0 0,0 0 1 0 0,1-1-1 0 0,-1 1 1 0 0,0 0-1 0 0,0 1 1 0 0,1-1-1 0 0,-2 0 1 0 0,1 5-154 0 0,1-1 1 0 0,0 1 0 0 0,0 0 0 0 0,0-1 0 0 0,1 1 0 0 0,-1 0 0 0 0,1-1 0 0 0,3 9 0 0 0,-4-10-150 0 0,1-1 1 0 0,0 1 0 0 0,0 0 0 0 0,0-1-1 0 0,0 1 1 0 0,1-1 0 0 0,-1 1 0 0 0,1-1-1 0 0,-1 0 1 0 0,1 0 0 0 0,0 0 0 0 0,0 0 0 0 0,0 0-1 0 0,0 0 1 0 0,0 0 0 0 0,0 0 0 0 0,0-1-1 0 0,1 1 1 0 0,-1-1 0 0 0,1 0 0 0 0,3 2-1 0 0,-2-2-3 0 0,0 0 0 0 0,0 0-1 0 0,0-1 1 0 0,0 1 0 0 0,0-1-1 0 0,0 0 1 0 0,0 0 0 0 0,0-1-1 0 0,0 1 1 0 0,0-1 0 0 0,0 0-1 0 0,0 0 1 0 0,5-2 0 0 0,-4 1 2 0 0,-1 0 1 0 0,1 0-1 0 0,-1 0 1 0 0,0-1 0 0 0,0 1-1 0 0,0-1 1 0 0,0 0-1 0 0,-1 0 1 0 0,1 0-1 0 0,-1-1 1 0 0,4-5 0 0 0,-5 7 6 0 0,0 0 0 0 0,-1-1 0 0 0,0 1 1 0 0,1-1-1 0 0,-1 1 0 0 0,0-1 0 0 0,0 1 1 0 0,-1-1-1 0 0,1 0 0 0 0,0 1 1 0 0,-1-1-1 0 0,0 0 0 0 0,0 1 0 0 0,0-1 1 0 0,0 0-1 0 0,0 0 0 0 0,0 1 0 0 0,-1-1 1 0 0,1 0-1 0 0,-2-3 0 0 0,0 0 6 0 0,-1 1 0 0 0,0-1 0 0 0,-1 0 0 0 0,1 1 0 0 0,-1 0 0 0 0,0 0 0 0 0,-1 0 0 0 0,1 0 0 0 0,-1 0 0 0 0,0 1 0 0 0,0 0 0 0 0,0 0 0 0 0,-1 1 0 0 0,1-1 0 0 0,-1 1 0 0 0,-9-3 0 0 0,14 6-13 0 0,0 0 1 0 0,1 0 0 0 0,-1 0-1 0 0,0 1 1 0 0,0-1 0 0 0,0 0-1 0 0,0 1 1 0 0,0-1 0 0 0,0 1-1 0 0,1-1 1 0 0,-1 1 0 0 0,0 0 0 0 0,0-1-1 0 0,1 1 1 0 0,-1 0 0 0 0,0-1-1 0 0,1 1 1 0 0,-1 0 0 0 0,1 0-1 0 0,-1-1 1 0 0,1 1 0 0 0,-1 0-1 0 0,1 0 1 0 0,0 0 0 0 0,-1 0-1 0 0,1 0 1 0 0,0 0 0 0 0,0 0-1 0 0,0-1 1 0 0,-1 1 0 0 0,1 0 0 0 0,0 0-1 0 0,0 0 1 0 0,1 2 0 0 0,-2 34-19 0 0,2-31 9 0 0,1-1-1 0 0,-1 0 0 0 0,1 0 1 0 0,0 1-1 0 0,0-1 0 0 0,1-1 1 0 0,-1 1-1 0 0,1 0 0 0 0,0 0 1 0 0,0-1-1 0 0,1 0 0 0 0,-1 0 0 0 0,1 0 1 0 0,8 7-1 0 0,-10-9 16 0 0,1 0 1 0 0,0 0-1 0 0,0 0 0 0 0,-1 0 0 0 0,1 0 1 0 0,0 0-1 0 0,1-1 0 0 0,-1 0 0 0 0,0 0 0 0 0,0 0 1 0 0,1 0-1 0 0,-1 0 0 0 0,0 0 0 0 0,1-1 1 0 0,-1 0-1 0 0,1 1 0 0 0,-1-1 0 0 0,1-1 1 0 0,-1 1-1 0 0,0 0 0 0 0,1-1 0 0 0,-1 0 1 0 0,0 0-1 0 0,7-2 0 0 0,-10 3 7 0 0,1-1 0 0 0,0 1 0 0 0,0-1-1 0 0,0 0 1 0 0,-1 1 0 0 0,1-1 0 0 0,0 1 0 0 0,0-1 0 0 0,-1 0-1 0 0,1 0 1 0 0,-1 0 0 0 0,1 1 0 0 0,-1-1 0 0 0,1 0 0 0 0,-1 0 0 0 0,1 0-1 0 0,-1 0 1 0 0,0 0 0 0 0,1 0 0 0 0,-1 0 0 0 0,0 0 0 0 0,0 0-1 0 0,0-1 1 0 0,-6-27 138 0 0,1 18-301 0 0,0 1-1 0 0,-13-20 1 0 0,8 17-231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2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66 332 10594 0 0,'-3'-8'388'0'0,"1"-1"-1"0"0,0 1 1 0 0,1-1-1 0 0,0 1 1 0 0,0-1 0 0 0,0 1-1 0 0,1-1 1 0 0,1 1-1 0 0,-1-1 1 0 0,3-10-1 0 0,-1 2-101 0 0,-1 6 34 0 0,1 0-1 0 0,0 0 0 0 0,0 0 0 0 0,1 1 1 0 0,0-1-1 0 0,1 1 0 0 0,1 0 0 0 0,-1-1 1 0 0,1 2-1 0 0,1-1 0 0 0,12-15 1 0 0,-13 19-211 0 0,0 0 0 0 0,1 0-1 0 0,0 0 1 0 0,1 1 0 0 0,-1 0 0 0 0,1 0 0 0 0,0 1 0 0 0,0 0 0 0 0,0 0 0 0 0,1 0 0 0 0,-1 1 0 0 0,1 0 0 0 0,0 1 0 0 0,0 0 0 0 0,0 0 0 0 0,14-1 0 0 0,-20 3-106 0 0,1-1 1 0 0,0 1-1 0 0,0 0 0 0 0,-1 0 0 0 0,1 1 1 0 0,0-1-1 0 0,0 0 0 0 0,-1 1 0 0 0,1 0 1 0 0,0-1-1 0 0,-1 1 0 0 0,1 0 1 0 0,-1 0-1 0 0,1 1 0 0 0,-1-1 0 0 0,1 1 1 0 0,-1-1-1 0 0,0 1 0 0 0,0 0 0 0 0,3 2 1 0 0,-3-1-48 0 0,1 1 0 0 0,-1-1 0 0 0,0 1 0 0 0,0 0 0 0 0,0 0 0 0 0,0 0 0 0 0,-1 0 0 0 0,0 0 0 0 0,0 0 0 0 0,0 1 0 0 0,1 6 0 0 0,-1 10-272 0 0,-1 0 0 0 0,-1 0 0 0 0,-1 0 0 0 0,-5 24 0 0 0,7-42 275 0 0,-34 141-1598 0 0,0 1 734 0 0,31-122 867 0 0,0-1 1 0 0,1 1-1 0 0,1 0 1 0 0,3 31-1 0 0,-2-51 42 0 0,1 1-1 0 0,-1-1 1 0 0,1 0-1 0 0,0 1 1 0 0,-1-1-1 0 0,2 0 1 0 0,-1 0-1 0 0,0 1 1 0 0,0-1-1 0 0,1 0 1 0 0,0-1-1 0 0,0 1 1 0 0,0 0-1 0 0,0 0 1 0 0,0-1-1 0 0,0 1 1 0 0,1-1-1 0 0,-1 0 1 0 0,1 0-1 0 0,2 3 1 0 0,-2-4 72 0 0,0 0 1 0 0,0 0-1 0 0,0 0 1 0 0,0 0-1 0 0,0-1 0 0 0,0 1 1 0 0,0-1-1 0 0,0 0 1 0 0,0 0-1 0 0,0 0 0 0 0,0 0 1 0 0,0 0-1 0 0,0-1 1 0 0,0 1-1 0 0,0-1 1 0 0,0 0-1 0 0,-1 0 0 0 0,1 0 1 0 0,0 0-1 0 0,0 0 1 0 0,-1-1-1 0 0,5-2 0 0 0,1 0 235 0 0,-1-1 0 0 0,1-1 0 0 0,-1 1 0 0 0,0-2 0 0 0,0 1 0 0 0,0 0 0 0 0,-1-1 0 0 0,0 0 0 0 0,-1-1 0 0 0,9-13 0 0 0,-13 18-248 0 0,1-1 0 0 0,-1 1 1 0 0,1-1-1 0 0,-1 0 0 0 0,0 1 0 0 0,0-1 1 0 0,-1 0-1 0 0,1 0 0 0 0,-1 1 0 0 0,0-1 1 0 0,0 0-1 0 0,0 0 0 0 0,0 0 0 0 0,-1 1 1 0 0,0-1-1 0 0,1 0 0 0 0,-1 0 0 0 0,-1 1 1 0 0,1-1-1 0 0,0 1 0 0 0,-1-1 0 0 0,0 1 0 0 0,0 0 1 0 0,0-1-1 0 0,0 1 0 0 0,0 0 0 0 0,-1 0 1 0 0,-3-3-1 0 0,-5-5 48 0 0,-1 1-1 0 0,0 0 1 0 0,-1 1 0 0 0,0 0-1 0 0,0 1 1 0 0,-1 1 0 0 0,0 0-1 0 0,0 0 1 0 0,-1 2 0 0 0,0 0-1 0 0,0 0 1 0 0,-16-1 0 0 0,1 1-692 0 0,-1 1 0 0 0,0 2 0 0 0,0 1 1 0 0,0 2-1 0 0,-34 4 0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2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0 305 4609 0 0,'2'-1'386'0'0,"-1"0"0"0"0,0 0 1 0 0,1 0-1 0 0,-1 1 0 0 0,1-1 0 0 0,-1 0 1 0 0,1 1-1 0 0,-1-1 0 0 0,1 1 0 0 0,-1-1 0 0 0,1 1 1 0 0,0 0-1 0 0,-1 0 0 0 0,1-1 0 0 0,0 1 0 0 0,-1 1 1 0 0,1-1-1 0 0,0 0 0 0 0,-1 0 0 0 0,1 0 1 0 0,-1 1-1 0 0,1-1 0 0 0,0 1 0 0 0,-1 0 0 0 0,1-1 1 0 0,-1 1-1 0 0,0 0 0 0 0,3 1 0 0 0,39 29 2762 0 0,-40-28-2990 0 0,127 120 3220 0 0,-137-131-2861 0 0,0-1 0 0 0,1 0 0 0 0,0 0 0 0 0,1 0 0 0 0,0 0 0 0 0,0-1 0 0 0,-3-10 0 0 0,-24-80 176 0 0,24 72-490 0 0,-11-31-203 0 0,-15-56-63 0 0,31 102-789 0 0,1-1-1 0 0,1 0 0 0 0,-1-20 1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7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79 277 5529 0 0,'-3'0'249'0'0,"-1"0"0"0"0,1 0 0 0 0,0 0 0 0 0,0-1 0 0 0,0 1 0 0 0,0-1 0 0 0,0 0 0 0 0,0 0 0 0 0,0 0 0 0 0,0 0 0 0 0,0 0 0 0 0,0-1 0 0 0,0 0 0 0 0,1 1 0 0 0,-1-1 0 0 0,1 0 0 0 0,-1 0 0 0 0,1 0 0 0 0,0-1 0 0 0,0 1 0 0 0,0 0 0 0 0,0-1 0 0 0,0 1 0 0 0,0-1 0 0 0,1 0 0 0 0,-1 0 0 0 0,1 0 0 0 0,0 0 0 0 0,0 0 0 0 0,0 0 0 0 0,0 0 0 0 0,0 0 0 0 0,0-6 0 0 0,0 3 138 0 0,1-1 0 0 0,0 0 0 0 0,0 1-1 0 0,1-1 1 0 0,-1 1 0 0 0,1-1 0 0 0,1 1 0 0 0,-1 0 0 0 0,1-1 0 0 0,0 1 0 0 0,1 0 0 0 0,-1 0 0 0 0,1 0 0 0 0,0 1 0 0 0,7-10 0 0 0,-1 4-176 0 0,1 1 1 0 0,0 1-1 0 0,0 0 1 0 0,1 0-1 0 0,0 1 1 0 0,0 1-1 0 0,23-12 1 0 0,-28 16-209 0 0,-1 1 0 0 0,1-1-1 0 0,0 1 1 0 0,0 0 0 0 0,0 0-1 0 0,0 1 1 0 0,0 0 0 0 0,0 0 0 0 0,0 0-1 0 0,0 1 1 0 0,0 0 0 0 0,0 0 0 0 0,1 1-1 0 0,-1-1 1 0 0,0 1 0 0 0,0 1-1 0 0,0-1 1 0 0,0 1 0 0 0,8 4 0 0 0,-10-3-42 0 0,0 0 0 0 0,0 0 0 0 0,0 0 0 0 0,-1 1 0 0 0,0-1 0 0 0,0 1 0 0 0,0 0 0 0 0,0 0 0 0 0,0 0 0 0 0,-1 0 0 0 0,0 1 0 0 0,0-1 0 0 0,0 1 0 0 0,0-1 0 0 0,-1 1 0 0 0,1 0 0 0 0,-1-1 0 0 0,-1 1 0 0 0,1 0 1 0 0,-1 0-1 0 0,0 9 0 0 0,0 5-457 0 0,-1 0 0 0 0,-1 0 0 0 0,0 0 0 0 0,-7 23 0 0 0,-12 30-978 0 0,11-42 1124 0 0,2 0-1 0 0,-8 49 0 0 0,16-77 384 0 0,-1 0 0 0 0,1 1 0 0 0,0-1 0 0 0,0 0 0 0 0,0 0-1 0 0,0 0 1 0 0,0 0 0 0 0,0 0 0 0 0,0 1 0 0 0,1-1 0 0 0,-1 0 0 0 0,1 0 0 0 0,-1 0 0 0 0,1 0 0 0 0,0 0-1 0 0,0 0 1 0 0,0 0 0 0 0,0 0 0 0 0,0-1 0 0 0,1 1 0 0 0,-1 0 0 0 0,0-1 0 0 0,1 1 0 0 0,-1 0 0 0 0,1-1-1 0 0,0 0 1 0 0,-1 1 0 0 0,1-1 0 0 0,3 2 0 0 0,-2-2 45 0 0,1-1 0 0 0,0 1 0 0 0,0-1 0 0 0,-1 1 0 0 0,1-1-1 0 0,0 0 1 0 0,0 0 0 0 0,-1-1 0 0 0,1 1 0 0 0,0-1 0 0 0,-1 0 0 0 0,1 0 0 0 0,0 0 0 0 0,-1 0-1 0 0,1-1 1 0 0,3-2 0 0 0,12-5 592 0 0,35-24 1 0 0,-49 29-565 0 0,1 0 1 0 0,-1 0-1 0 0,0 0 0 0 0,0-1 1 0 0,-1 0-1 0 0,1 0 1 0 0,-1 0-1 0 0,0 0 1 0 0,0-1-1 0 0,4-8 0 0 0,-8 12-41 0 0,1-1-1 0 0,-1 1 0 0 0,0-1 0 0 0,0 1 0 0 0,0-1 0 0 0,0 1 0 0 0,0-1 0 0 0,0 1 0 0 0,-1-1 1 0 0,0 1-1 0 0,1 0 0 0 0,-1-1 0 0 0,0 1 0 0 0,0-1 0 0 0,0 1 0 0 0,0 0 0 0 0,0 0 0 0 0,-1 0 1 0 0,1 0-1 0 0,-1 0 0 0 0,1 0 0 0 0,-1 0 0 0 0,0 0 0 0 0,0 1 0 0 0,0-1 0 0 0,-3-2 0 0 0,-6-4 50 0 0,1 1-1 0 0,-1 0 0 0 0,-20-10 0 0 0,16 10 1 0 0,-1 1-1 0 0,0 1 1 0 0,0 0 0 0 0,0 1 0 0 0,0 1 0 0 0,-27-3 0 0 0,-27 4-1432 0 0,-2 5-5439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8.0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0 176 3681 0 0,'7'-10'13719'0'0,"-8"18"-13626"0"0,1 0 1 0 0,1 0 0 0 0,-1 0 0 0 0,2 0-1 0 0,-1 0 1 0 0,1 0 0 0 0,0 0-1 0 0,0-1 1 0 0,1 1 0 0 0,0-1 0 0 0,1 1-1 0 0,-1-1 1 0 0,2 0 0 0 0,-1 0-1 0 0,1-1 1 0 0,-1 1 0 0 0,8 5 0 0 0,-5-4 8 0 0,0-1 0 0 0,1 0 0 0 0,0 0 0 0 0,0-1 1 0 0,0 0-1 0 0,1-1 0 0 0,0 0 0 0 0,0 0 1 0 0,0-1-1 0 0,1 0 0 0 0,0 0 0 0 0,0-1 0 0 0,16 3 1 0 0,-22-6-67 0 0,0 0 1 0 0,0 0 0 0 0,0 0 0 0 0,0 0-1 0 0,0 0 1 0 0,0-1 0 0 0,0 0 0 0 0,0 0-1 0 0,0 0 1 0 0,0 0 0 0 0,0 0 0 0 0,-1-1-1 0 0,5-2 1 0 0,-7 3-12 0 0,1 0 0 0 0,-1 1 0 0 0,0-1 0 0 0,0 0 0 0 0,0 0 0 0 0,0 0-1 0 0,0 0 1 0 0,0 0 0 0 0,-1-1 0 0 0,1 1 0 0 0,0 0 0 0 0,0 0 0 0 0,-1 0 0 0 0,1-1 0 0 0,-1 1-1 0 0,1 0 1 0 0,-1-1 0 0 0,1 1 0 0 0,-1 0 0 0 0,0-1 0 0 0,0 1 0 0 0,0-1 0 0 0,0 1 0 0 0,0 0-1 0 0,0-1 1 0 0,0 1 0 0 0,0-1 0 0 0,-1 1 0 0 0,1 0 0 0 0,0-1 0 0 0,-1 1 0 0 0,1 0 0 0 0,-1-1-1 0 0,1 1 1 0 0,-1 0 0 0 0,0 0 0 0 0,0-1 0 0 0,1 1 0 0 0,-1 0 0 0 0,-2-1 0 0 0,-6-9 134 0 0,0 1 0 0 0,-1 0 0 0 0,0 1 0 0 0,-1 0 0 0 0,-22-14 1 0 0,23 17-117 0 0,1 0 0 0 0,0 0 1 0 0,0-1-1 0 0,0 0 1 0 0,1-1-1 0 0,1 0 0 0 0,-1 0 1 0 0,1-1-1 0 0,0 0 1 0 0,-7-13-1 0 0,13 20-36 0 0,0 0 0 0 0,1 0 1 0 0,0-1-1 0 0,-1 1 0 0 0,1 0 0 0 0,0 0 0 0 0,0-1 1 0 0,0 1-1 0 0,0 0 0 0 0,0 0 0 0 0,0-1 0 0 0,1 1 0 0 0,-1 0 1 0 0,1 0-1 0 0,0 0 0 0 0,0-1 0 0 0,0 1 0 0 0,0 0 1 0 0,0 0-1 0 0,0 0 0 0 0,0 0 0 0 0,0 1 0 0 0,1-1 0 0 0,-1 0 1 0 0,1 1-1 0 0,-1-1 0 0 0,1 0 0 0 0,0 1 0 0 0,0 0 1 0 0,0-1-1 0 0,3-1 0 0 0,8-5-79 0 0,0 0 0 0 0,1 1 0 0 0,20-8 0 0 0,-25 11 10 0 0,8-3 23 0 0,0 0-1 0 0,1 1 1 0 0,0 1 0 0 0,0 0 0 0 0,1 2-1 0 0,32-3 1 0 0,-46 5 9 0 0,0 1-1 0 0,0 0 1 0 0,0 1-1 0 0,0-1 1 0 0,0 1 0 0 0,0 0-1 0 0,0 0 1 0 0,0 0 0 0 0,-1 1-1 0 0,1 0 1 0 0,-1 0 0 0 0,1 0-1 0 0,-1 0 1 0 0,0 1 0 0 0,1 0-1 0 0,-1 0 1 0 0,-1 0-1 0 0,1 0 1 0 0,0 0 0 0 0,-1 1-1 0 0,1 0 1 0 0,-1-1 0 0 0,0 1-1 0 0,-1 1 1 0 0,1-1 0 0 0,-1 0-1 0 0,1 1 1 0 0,-1-1-1 0 0,-1 1 1 0 0,3 7 0 0 0,0 6-371 0 0,-1 1 0 0 0,0-1-1 0 0,-1 24 1 0 0,-1-25 57 0 0,0 0-1 0 0,0 0 1 0 0,2-1-1 0 0,6 22 0 0 0,-8-35 356 0 0,0 0-1 0 0,0 0 1 0 0,0 0-1 0 0,1 0 1 0 0,-1 0-1 0 0,1-1 1 0 0,0 1-1 0 0,0-1 0 0 0,0 1 1 0 0,0-1-1 0 0,0 1 1 0 0,1-1-1 0 0,-1 0 1 0 0,1 0-1 0 0,0 0 1 0 0,-1-1-1 0 0,1 1 1 0 0,0-1-1 0 0,0 1 1 0 0,0-1-1 0 0,0 0 0 0 0,0 0 1 0 0,0 0-1 0 0,0 0 1 0 0,0-1-1 0 0,1 1 1 0 0,-1-1-1 0 0,0 0 1 0 0,0 0-1 0 0,0 0 1 0 0,1-1-1 0 0,-1 1 0 0 0,0-1 1 0 0,0 1-1 0 0,0-1 1 0 0,0 0-1 0 0,4-2 1 0 0,-3 2 89 0 0,1-1 0 0 0,-1 0 0 0 0,1 0 1 0 0,-1 0-1 0 0,0 0 0 0 0,0-1 0 0 0,0 0 1 0 0,0 0-1 0 0,0 0 0 0 0,0 0 0 0 0,-1-1 1 0 0,0 1-1 0 0,0-1 0 0 0,0 0 0 0 0,0 0 1 0 0,0 0-1 0 0,-1 0 0 0 0,0-1 0 0 0,0 1 0 0 0,0-1 1 0 0,0 1-1 0 0,-1-1 0 0 0,1 1 0 0 0,0-9 1 0 0,-3 3 54 0 0,0 0 0 0 0,0 0 0 0 0,-1 0 1 0 0,0 0-1 0 0,-1 0 0 0 0,0 0 0 0 0,0 0 1 0 0,-1 1-1 0 0,-9-16 0 0 0,5 11-36 0 0,0 0-1 0 0,-1 1 1 0 0,-1 0 0 0 0,0 0-1 0 0,-17-16 1 0 0,22 25-261 0 0,0 0 0 0 0,0 1 1 0 0,-1-1-1 0 0,1 1 0 0 0,-1 0 0 0 0,0 0 0 0 0,1 1 0 0 0,-1 0 1 0 0,0 0-1 0 0,0 0 0 0 0,-1 1 0 0 0,1 0 0 0 0,0 0 0 0 0,0 0 1 0 0,-1 1-1 0 0,-5 0 0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2:08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1 362 6913 0 0,'2'-2'552'0'0,"1"0"0"0"0,0 0-1 0 0,0 1 1 0 0,0-1-1 0 0,-1 1 1 0 0,1 0-1 0 0,0 0 1 0 0,1 0-1 0 0,-1 0 1 0 0,0 1-1 0 0,5-1 1 0 0,0-1 343 0 0,9-2 918 0 0,0 1-1 0 0,25-1 1 0 0,-30 3-1546 0 0,1 0-1 0 0,-1 0 1 0 0,0-1-1 0 0,1-1 1 0 0,-1 0 0 0 0,18-8-1 0 0,-28 10-261 0 0,-1 0-1 0 0,1 0 0 0 0,-1 0 0 0 0,0 0 0 0 0,1 0 1 0 0,-1-1-1 0 0,0 1 0 0 0,0 0 0 0 0,0-1 1 0 0,0 1-1 0 0,0-1 0 0 0,0 0 0 0 0,0 1 0 0 0,0-1 1 0 0,-1 0-1 0 0,1 1 0 0 0,0-1 0 0 0,-1 0 0 0 0,0 0 1 0 0,1 1-1 0 0,-1-1 0 0 0,0 0 0 0 0,0 0 1 0 0,0 0-1 0 0,0 1 0 0 0,-1-3 0 0 0,0-9 47 0 0,-1 2 0 0 0,-1-1-1 0 0,-4-14 1 0 0,-3-13 463 0 0,9 31-492 0 0,0 1 0 0 0,1-1 0 0 0,0 1 0 0 0,0 0 0 0 0,0-1 0 0 0,1 1 0 0 0,0 0 0 0 0,1-1 0 0 0,0 1 0 0 0,0 0 1 0 0,0 0-1 0 0,1 0 0 0 0,0 0 0 0 0,0 1 0 0 0,1-1 0 0 0,-1 1 0 0 0,2 0 0 0 0,-1 0 0 0 0,1 0 0 0 0,0 0 0 0 0,0 1 0 0 0,10-9 0 0 0,-14 14-22 0 0,0-1 0 0 0,-1 1 0 0 0,1-1 0 0 0,0 1 0 0 0,-1 0 0 0 0,1-1 0 0 0,0 1 0 0 0,0 0 0 0 0,-1 0 0 0 0,1-1 0 0 0,0 1 0 0 0,0 0 0 0 0,-1 0-1 0 0,1 0 1 0 0,0 0 0 0 0,0 0 0 0 0,0 0 0 0 0,-1 0 0 0 0,1 0 0 0 0,0 1 0 0 0,0-1 0 0 0,-1 0 0 0 0,1 0 0 0 0,0 1 0 0 0,-1-1 0 0 0,1 0 0 0 0,1 1 0 0 0,0 1 0 0 0,0 0 0 0 0,-1-1 1 0 0,1 1-1 0 0,-1 0 0 0 0,1 0 0 0 0,-1 0 1 0 0,0 0-1 0 0,1 0 0 0 0,0 3 0 0 0,14 48-15 0 0,-15-52 14 0 0,5 32-60 0 0,-4-15-6 0 0,1 0 0 0 0,1-1 1 0 0,1 0-1 0 0,10 24 0 0 0,-14-38 63 0 0,0 0 1 0 0,1 0-1 0 0,-1-1 1 0 0,1 1 0 0 0,-1 0-1 0 0,1-1 1 0 0,0 1-1 0 0,0-1 1 0 0,0 0-1 0 0,0 0 1 0 0,1 0 0 0 0,-1 0-1 0 0,1 0 1 0 0,-1 0-1 0 0,1 0 1 0 0,0-1-1 0 0,-1 0 1 0 0,1 1-1 0 0,0-1 1 0 0,0 0 0 0 0,0 0-1 0 0,0-1 1 0 0,0 1-1 0 0,0 0 1 0 0,0-1-1 0 0,0 0 1 0 0,0 0 0 0 0,0 0-1 0 0,1 0 1 0 0,-1 0-1 0 0,4-2 1 0 0,-1 1 77 0 0,-1-1 1 0 0,0 0-1 0 0,0 0 0 0 0,0-1 1 0 0,0 0-1 0 0,0 0 0 0 0,0 0 1 0 0,-1 0-1 0 0,1 0 0 0 0,6-8 1 0 0,39-49 918 0 0,-24 27-718 0 0,-19 25-511 0 0,0 0 1 0 0,1 0-1 0 0,0 1 1 0 0,0 0 0 0 0,0 1-1 0 0,1-1 1 0 0,0 2 0 0 0,0-1-1 0 0,11-4 1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5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1 208 14283 0 0,'120'4'4026'0'0,"-13"-15"-2345"0"0,140-33 0 0 0,-101 16-1047 0 0,84-17-510 0 0,125-20 570 0 0,-275 55-2431 0 0,1 3 1 0 0,119 6-1 0 0,-193 1 1260 0 0,1 0-540 0 0,0 0-1 0 0,1 1 1 0 0,-1 0-1 0 0,0 0 0 0 0,1 0 1 0 0,-1 1-1 0 0,0 1 0 0 0,0-1 1 0 0,11 7-1 0 0,-17-4 99 0 0,-7 1 691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5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 11058 0 0,'-1'0'144'0'0,"1"0"-1"0"0,-1-1 1 0 0,1 1-1 0 0,-1 0 1 0 0,1-1-1 0 0,-1 1 1 0 0,0 0-1 0 0,1 0 0 0 0,-1 0 1 0 0,1 0-1 0 0,-1-1 1 0 0,0 1-1 0 0,1 0 1 0 0,-1 0-1 0 0,0 0 1 0 0,1 0-1 0 0,-1 1 1 0 0,1-1-1 0 0,-1 0 1 0 0,0 0-1 0 0,1 0 0 0 0,-1 0 1 0 0,1 1-1 0 0,-1-1 1 0 0,0 0-1 0 0,1 0 1 0 0,-1 1-1 0 0,1-1 1 0 0,-1 0-1 0 0,1 1 1 0 0,-1-1-1 0 0,1 1 0 0 0,-1-1 1 0 0,1 1-1 0 0,0-1 1 0 0,-1 1-1 0 0,1-1 1 0 0,0 1-1 0 0,-1-1 1 0 0,1 1-1 0 0,0-1 1 0 0,0 1-1 0 0,-1 0 0 0 0,1-1 1 0 0,0 1-1 0 0,0 0 1 0 0,0-1-1 0 0,0 1 1 0 0,0-1-1 0 0,0 1 1 0 0,0 0-1 0 0,0-1 1 0 0,0 1-1 0 0,0 0 1 0 0,0-1-1 0 0,0 1 0 0 0,1 0 1 0 0,15 40 1275 0 0,-12-32-964 0 0,21 56 228 0 0,-2 1 0 0 0,23 105 0 0 0,7 141 140 0 0,-37-173-569 0 0,5 32-2972 0 0,-16-146-5092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6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10594 0 0,'3'-15'1084'0'0,"1"-1"1"0"0,24-39 9288 0 0,-28 89-10152 0 0,1 1 0 0 0,2 0 0 0 0,7 36 0 0 0,29 102-310 0 0,-35-157 203 0 0,5 23-19 0 0,21 73-257 0 0,-25-97 187 0 0,1 0 1 0 0,0-1-1 0 0,1 0 1 0 0,0 0-1 0 0,11 15 0 0 0,3-9-123 0 0,-21-20 91 0 0,0 0 1 0 0,1 1-1 0 0,-1-1 0 0 0,0 0 1 0 0,0 0-1 0 0,1 1 0 0 0,-1-1 0 0 0,0 0 1 0 0,0 1-1 0 0,1-1 0 0 0,-1 0 1 0 0,0 0-1 0 0,0 0 0 0 0,1 1 0 0 0,-1-1 1 0 0,0 0-1 0 0,1 0 0 0 0,-1 0 1 0 0,0 0-1 0 0,1 0 0 0 0,-1 1 0 0 0,1-1 1 0 0,-1 0-1 0 0,0 0 0 0 0,1 0 1 0 0,-1 0-1 0 0,0 0 0 0 0,1 0 0 0 0,-1 0 1 0 0,1 0-1 0 0,-1-1 0 0 0,0 1 1 0 0,1 0-1 0 0,-1 0 0 0 0,0 0 0 0 0,1 0 1 0 0,-1 0-1 0 0,0 0 0 0 0,1-1 1 0 0,-1 1-1 0 0,0 0 0 0 0,0 0 0 0 0,1-1 1 0 0,-1 1-1 0 0,0 0 0 0 0,1 0 1 0 0,-1-1-1 0 0,0 1 0 0 0,0 0 0 0 0,0-1 1 0 0,1 1-1 0 0,-1 0 0 0 0,0-1 1 0 0,0 1-1 0 0,0 0 0 0 0,0-1 0 0 0,0 1 1 0 0,0 0-1 0 0,0-1 0 0 0,0 1 1 0 0,0-1-1 0 0,0 1 0 0 0,0 0 0 0 0,0-1 1 0 0,0-40-265 0 0,2 0 0 0 0,2 0 0 0 0,13-61-1 0 0,-13 85 287 0 0,1 0-1 0 0,1 0 0 0 0,0 1 0 0 0,1 0 0 0 0,0 0 0 0 0,2 1 0 0 0,0 0 0 0 0,0 0 0 0 0,2 1 0 0 0,23-25 0 0 0,-32 36 9 0 0,1 1 0 0 0,-1 0 0 0 0,1-1 0 0 0,0 1 0 0 0,0 0 0 0 0,-1 1 0 0 0,1-1 0 0 0,0 0 0 0 0,1 1 0 0 0,-1 0 0 0 0,0-1 0 0 0,0 1 0 0 0,1 0 0 0 0,-1 1 0 0 0,0-1 0 0 0,1 1 0 0 0,-1-1 0 0 0,1 1 0 0 0,-1 0 0 0 0,0 0 0 0 0,5 1 0 0 0,-4 1 6 0 0,0-1 1 0 0,-1 0-1 0 0,1 1 1 0 0,0 0-1 0 0,-1 0 1 0 0,0 0-1 0 0,1 0 1 0 0,-1 1 0 0 0,0-1-1 0 0,0 1 1 0 0,-1 0-1 0 0,1 0 1 0 0,0 0-1 0 0,-1 0 1 0 0,0 0-1 0 0,0 1 1 0 0,0-1 0 0 0,2 4-1 0 0,42 98 202 0 0,-31-69-129 0 0,1 0 0 0 0,24 39-1 0 0,-1-19-1950 0 0,-6-7-3045 0 0,-20-29-2638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6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64 310 4609 0 0,'1'0'7232'0'0,"12"-10"-4681"0"0,22-22 14 0 0,-25 17-1825 0 0,-1 0 0 0 0,0 0 0 0 0,-1-1 0 0 0,10-27 0 0 0,-15 35-658 0 0,-1 1-1 0 0,1 0 0 0 0,-2-1 1 0 0,1 0-1 0 0,-1 1 1 0 0,0-1-1 0 0,-1 0 0 0 0,0 1 1 0 0,0-1-1 0 0,-1 0 1 0 0,0 0-1 0 0,0 1 0 0 0,-3-10 1 0 0,4 15-56 0 0,-1-1 1 0 0,0 1-1 0 0,0-1 1 0 0,0 1-1 0 0,0 0 1 0 0,0-1 0 0 0,0 1-1 0 0,-1 0 1 0 0,1 0-1 0 0,-1 0 1 0 0,0 0-1 0 0,1 0 1 0 0,-1 0 0 0 0,0 0-1 0 0,0 1 1 0 0,0-1-1 0 0,0 1 1 0 0,-1-1-1 0 0,1 1 1 0 0,0 0-1 0 0,-1 0 1 0 0,1 0 0 0 0,-1 0-1 0 0,1 0 1 0 0,-1 1-1 0 0,1-1 1 0 0,-1 1-1 0 0,1-1 1 0 0,-1 1-1 0 0,1 0 1 0 0,-1 0 0 0 0,0 0-1 0 0,1 0 1 0 0,-1 1-1 0 0,1-1 1 0 0,-1 1-1 0 0,-4 1 1 0 0,2 0-17 0 0,0 0 0 0 0,-1 1-1 0 0,1 0 1 0 0,0 0 0 0 0,1 0 0 0 0,-1 1 0 0 0,0-1 0 0 0,1 1-1 0 0,0 0 1 0 0,0 0 0 0 0,0 1 0 0 0,0-1 0 0 0,1 1-1 0 0,0 0 1 0 0,0 0 0 0 0,-3 5 0 0 0,3-1-20 0 0,0-1-1 0 0,0 0 1 0 0,1 1-1 0 0,0-1 1 0 0,0 1 0 0 0,1 0-1 0 0,0-1 1 0 0,0 1 0 0 0,1 0-1 0 0,0 0 1 0 0,1-1 0 0 0,0 1-1 0 0,1 0 1 0 0,-1 0-1 0 0,2-1 1 0 0,-1 1 0 0 0,1-1-1 0 0,0 0 1 0 0,1 0 0 0 0,0 0-1 0 0,10 14 1 0 0,-6-11-13 0 0,1 0 1 0 0,0 0-1 0 0,1-1 1 0 0,0-1 0 0 0,1 1-1 0 0,0-2 1 0 0,1 1-1 0 0,-1-2 1 0 0,2 0-1 0 0,-1 0 1 0 0,1-1-1 0 0,25 9 1 0 0,-22-10-136 0 0,1-1-1 0 0,-1-1 1 0 0,1 0 0 0 0,0-1 0 0 0,0-1 0 0 0,0-1-1 0 0,0 0 1 0 0,19-3 0 0 0,36-13-6316 0 0,-42 7 201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6.7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1 152 8290 0 0,'17'22'2780'0'0,"-1"-2"-661"0"0,1-1-1 0 0,0-1 0 0 0,26 21 1 0 0,-34-32-1803 0 0,0 0-1 0 0,0-1 1 0 0,1 0 0 0 0,0 0 0 0 0,0-1 0 0 0,0-1 0 0 0,1 1-1 0 0,-1-2 1 0 0,22 6 0 0 0,-29-9-273 0 0,-1 0 1 0 0,1 0-1 0 0,-1 1 0 0 0,1-1 1 0 0,-1-1-1 0 0,0 1 0 0 0,1 0 0 0 0,-1-1 1 0 0,0 1-1 0 0,1-1 0 0 0,-1 0 0 0 0,0 1 1 0 0,1-1-1 0 0,-1-1 0 0 0,0 1 1 0 0,0 0-1 0 0,0 0 0 0 0,0-1 0 0 0,0 1 1 0 0,3-4-1 0 0,-2 1 51 0 0,0 0 0 0 0,0 0 0 0 0,0 0 0 0 0,-1-1 0 0 0,0 1 0 0 0,0-1 0 0 0,0 1 0 0 0,0-1 0 0 0,1-8 0 0 0,0-5 125 0 0,0 1 0 0 0,-2-1 0 0 0,0 0 0 0 0,-3-32-1 0 0,-6 12-314 0 0,-2-16 619 0 0,12 29-2998 0 0,9 5-3566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7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23 484 12899 0 0,'-20'19'1274'0'0,"18"-13"-403"0"0,17-10 259 0 0,-8 1-598 0 0,1-1 1 0 0,-1-1-1 0 0,0 1 0 0 0,0-1 1 0 0,-1 0-1 0 0,1-1 0 0 0,-1 0 1 0 0,0 0-1 0 0,7-10 0 0 0,44-66 482 0 0,-54 77-952 0 0,8-13-46 0 0,0 0 1 0 0,-1-1-1 0 0,-1 0 0 0 0,-1-1 1 0 0,-1 0-1 0 0,0 0 1 0 0,3-25-1 0 0,-8 39-16 0 0,-1 0 1 0 0,-1-1-1 0 0,1 1 1 0 0,-1-1-1 0 0,0 1 1 0 0,-1 0-1 0 0,0-1 1 0 0,0 1-1 0 0,0 0 1 0 0,-1-1-1 0 0,1 1 1 0 0,-1 0-1 0 0,-1 0 0 0 0,1 0 1 0 0,-1 1-1 0 0,0-1 1 0 0,-1 1-1 0 0,1-1 1 0 0,-1 1-1 0 0,0 0 1 0 0,-1 0-1 0 0,1 1 1 0 0,-1-1-1 0 0,0 1 0 0 0,0 0 1 0 0,0 1-1 0 0,-10-6 1 0 0,11 6-22 0 0,-1 0 1 0 0,1 1 0 0 0,-1 0-1 0 0,0 0 1 0 0,0 1-1 0 0,0-1 1 0 0,0 1-1 0 0,0 0 1 0 0,0 1 0 0 0,-1-1-1 0 0,1 1 1 0 0,-7 0-1 0 0,9 1-23 0 0,0-1-1 0 0,1 1 0 0 0,-1 0 0 0 0,0 0 1 0 0,1 0-1 0 0,-1 0 0 0 0,1 0 0 0 0,-1 0 0 0 0,1 1 1 0 0,0-1-1 0 0,-1 1 0 0 0,1 0 0 0 0,0-1 1 0 0,0 1-1 0 0,0 0 0 0 0,0 0 0 0 0,1 0 0 0 0,-1 1 1 0 0,0-1-1 0 0,1 0 0 0 0,0 1 0 0 0,-1-1 1 0 0,1 1-1 0 0,0-1 0 0 0,-1 4 0 0 0,0 4-7 0 0,0 0-1 0 0,0 0 0 0 0,1 0 1 0 0,0 1-1 0 0,0-1 0 0 0,1 0 1 0 0,1 1-1 0 0,0-1 0 0 0,0 0 1 0 0,1 0-1 0 0,0 0 0 0 0,1 0 1 0 0,0 0-1 0 0,1 0 1 0 0,0-1-1 0 0,5 10 0 0 0,4 4 236 0 0,0 0 0 0 0,1-1-1 0 0,2-1 1 0 0,0 0 0 0 0,22 21 0 0 0,-21-26-98 0 0,-1-1 0 0 0,2 0 1 0 0,0-2-1 0 0,1 0 0 0 0,0-1 1 0 0,1-1-1 0 0,0-1 0 0 0,22 9 1 0 0,-20-12-2133 0 0,0 0 0 0 0,28 4 1 0 0,-11-4-4869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7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0,'1'2'11948'0'0,"8"15"-10213"0"0,-1 10-366 0 0,-1 0 1 0 0,-1 1 0 0 0,3 45 0 0 0,3 12-1084 0 0,-11-80-284 0 0,1 0 0 0 0,-1 0 0 0 0,1 0 0 0 0,0 0 1 0 0,1 0-1 0 0,-1 0 0 0 0,1-1 0 0 0,3 6 0 0 0,-5-10-23 0 0,0 1 0 0 0,-1 0 0 0 0,1 0-1 0 0,0-1 1 0 0,-1 1 0 0 0,1 0 0 0 0,0-1 0 0 0,0 1 0 0 0,-1-1-1 0 0,1 1 1 0 0,0-1 0 0 0,0 1 0 0 0,0-1 0 0 0,0 0 0 0 0,0 1-1 0 0,0-1 1 0 0,0 0 0 0 0,0 0 0 0 0,0 0 0 0 0,1 1 0 0 0,-1-2-29 0 0,0 1 0 0 0,0-1 0 0 0,0 1 0 0 0,0-1 0 0 0,0 1 0 0 0,1-1 0 0 0,-1 0 0 0 0,0 0 0 0 0,-1 1 0 0 0,1-1 0 0 0,0 0 0 0 0,0 0 0 0 0,0 0 0 0 0,0 0 0 0 0,-1 0 0 0 0,1 0 0 0 0,0 0 0 0 0,-1 0 0 0 0,1 0 0 0 0,0-3 0 0 0,5-12-634 0 0,0-1 1 0 0,-1 0-1 0 0,6-32 0 0 0,-10 36 743 0 0,2-1 0 0 0,0 1 0 0 0,1 0 0 0 0,0 0 1 0 0,1 1-1 0 0,0-1 0 0 0,1 1 0 0 0,9-15 0 0 0,-11 21 221 0 0,1-1 1 0 0,1 1-1 0 0,-1 0 1 0 0,1 0-1 0 0,0 1 0 0 0,1-1 1 0 0,-1 1-1 0 0,8-4 1 0 0,-12 8-232 0 0,-1 0 0 0 0,1 1-1 0 0,0-1 1 0 0,0 0 0 0 0,-1 1 0 0 0,1-1 0 0 0,0 1 0 0 0,0-1-1 0 0,0 1 1 0 0,0 0 0 0 0,0-1 0 0 0,-1 1 0 0 0,1 0 0 0 0,0 1-1 0 0,0-1 1 0 0,0 0 0 0 0,0 0 0 0 0,0 1 0 0 0,-1-1 0 0 0,1 1-1 0 0,0 0 1 0 0,0-1 0 0 0,-1 1 0 0 0,1 0 0 0 0,0 0 0 0 0,-1 0-1 0 0,1 0 1 0 0,-1 0 0 0 0,1 1 0 0 0,-1-1 0 0 0,0 0 0 0 0,1 1-1 0 0,-1-1 1 0 0,0 1 0 0 0,0-1 0 0 0,0 1 0 0 0,0-1 0 0 0,0 1-1 0 0,0 0 1 0 0,0 2 0 0 0,12 26 360 0 0,15 50 0 0 0,-19-51-569 0 0,2 0-1 0 0,16 33 0 0 0,-19-47-860 0 0,0 0-1 0 0,14 16 0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7.8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14283 0 0,'9'10'3104'0'0,"1"11"-1771"0"0,-3 30 1688 0 0,-7-44-3147 0 0,1 0 1 0 0,-1 0 0 0 0,1 0-1 0 0,1 0 1 0 0,-1-1-1 0 0,1 1 1 0 0,0-1 0 0 0,5 12-1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8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4 15203 0 0,'-6'-3'672'0'0,"3"2"145"0"0,1 1-657 0 0,1 0-160 0 0,1 1 336 0 0,1 2 32 0 0,1 1 8 0 0,1 2 0 0 0,-1 1-104 0 0,1 1-16 0 0,1 1-8 0 0,0 0 0 0 0,2-1-1816 0 0,1-1-353 0 0,5-2-79 0 0,-1-2-16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8.6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 17052 0 0,'3'1'115'0'0,"0"-1"0"0"0,-1 1 0 0 0,1 0 0 0 0,-1 0 0 0 0,0 0 0 0 0,1 0 0 0 0,-1 1 0 0 0,0-1 0 0 0,1 1 0 0 0,-1-1 0 0 0,0 1 0 0 0,0 0 0 0 0,0 0 0 0 0,-1 0 0 0 0,1 0 0 0 0,2 4 0 0 0,26 39 1689 0 0,-29-43-1693 0 0,38 81 685 0 0,-27-52-683 0 0,19 31 1 0 0,-27-54-143 0 0,1-1 0 0 0,0 0 0 0 0,1 0 0 0 0,-1 0 0 0 0,1 0 0 0 0,1-1 1 0 0,-1 0-1 0 0,14 10 0 0 0,-19-16 22 0 0,-1 1 0 0 0,1-1 0 0 0,0 0 0 0 0,-1 1 0 0 0,1-1 0 0 0,-1 0 0 0 0,1 0 0 0 0,0 1 0 0 0,-1-1 0 0 0,1 0 0 0 0,0 0 0 0 0,-1 0 0 0 0,1 0 0 0 0,-1 0 0 0 0,1 0 0 0 0,0 0 0 0 0,-1 0 0 0 0,1 0 0 0 0,0 0 0 0 0,-1 0 0 0 0,1 0 0 0 0,0-1 0 0 0,-1 1 0 0 0,1 0 0 0 0,-1 0 0 0 0,1-1 0 0 0,1 0 0 0 0,10-17 22 0 0,1-34 364 0 0,-11 43-249 0 0,7-34 211 0 0,18-49-1 0 0,-23 79-308 0 0,1 2 0 0 0,0-1 0 0 0,1 0 0 0 0,0 1 0 0 0,1 0-1 0 0,0 0 1 0 0,1 1 0 0 0,16-17 0 0 0,-23 25-26 0 0,1 1 0 0 0,-1-1 0 0 0,1 1 0 0 0,-1 0 0 0 0,1-1 0 0 0,0 1 0 0 0,0 0 0 0 0,0 0 0 0 0,0 0 0 0 0,0 0 0 0 0,0 0 0 0 0,0 1 0 0 0,0-1 0 0 0,0 0 0 0 0,0 1 0 0 0,0 0 0 0 0,0-1 0 0 0,1 1 0 0 0,-1 0 0 0 0,0 0 0 0 0,4 1 0 0 0,-4 0 13 0 0,1 0-1 0 0,-1 0 0 0 0,0 0 0 0 0,0 1 1 0 0,0-1-1 0 0,0 1 0 0 0,0-1 0 0 0,0 1 1 0 0,0 0-1 0 0,0 0 0 0 0,-1 0 0 0 0,1 0 1 0 0,-1 0-1 0 0,1 0 0 0 0,1 4 0 0 0,3 7 56 0 0,0 1-1 0 0,-1 1 1 0 0,0-1 0 0 0,4 27-1 0 0,-7-30-153 0 0,4 19-853 0 0,16 49 0 0 0,-12-54-6907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3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52 14747 0 0,'-2'-7'626'0'0,"-1"0"0"0"0,1 0 0 0 0,0 0 0 0 0,-2-11 0 0 0,3 12 678 0 0,-12 48 1968 0 0,9 17-3205 0 0,2-1 0 0 0,3 1 1 0 0,9 65-1 0 0,-3-62-39 0 0,4-1 0 0 0,30 100 0 0 0,56 115 258 0 0,-73-213-189 0 0,100 283 526 0 0,-25 8-156 0 0,-96-344-443 0 0,42 224 435 0 0,-39-190-456 0 0,-2 0 0 0 0,-1 0 0 0 0,-6 60-1 0 0,3-101-100 0 0,0-2 16 0 0,0 1-1 0 0,0-1 1 0 0,0 0 0 0 0,0 1-1 0 0,0-1 1 0 0,-1 0-1 0 0,1 0 1 0 0,0 0 0 0 0,-1 1-1 0 0,1-1 1 0 0,0 0 0 0 0,-1 0-1 0 0,0 0 1 0 0,1 0-1 0 0,-1 0 1 0 0,0 0 0 0 0,1 0-1 0 0,-1 0 1 0 0,-1 1 0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4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189 185 7834 0 0,'-98'-2'2760'0'0,"7"0"2689"0"0,314-24-2740 0 0,69-5-605 0 0,388-22 72 0 0,-643 45-2106 0 0,54-18 0 0 0,-61 16-208 0 0,-1 2-1 0 0,62-10 1 0 0,-90 18 62 0 0,0 0-1 0 0,1 0 1 0 0,-1-1 0 0 0,0 1 0 0 0,1 0 0 0 0,-1 1-1 0 0,0-1 1 0 0,0 0 0 0 0,1 0 0 0 0,-1 0 0 0 0,0 1-1 0 0,0-1 1 0 0,1 1 0 0 0,-1-1 0 0 0,2 2-1 0 0,-3-2-41 0 0,1 1 0 0 0,-1-1 0 0 0,0 1 0 0 0,1-1 0 0 0,-1 1 0 0 0,0-1 0 0 0,1 1 0 0 0,-1-1-1 0 0,0 1 1 0 0,0-1 0 0 0,0 1 0 0 0,0 0 0 0 0,1-1 0 0 0,-1 1 0 0 0,0-1 0 0 0,0 1-1 0 0,0 0 1 0 0,0-1 0 0 0,0 1 0 0 0,0-1 0 0 0,-1 1 0 0 0,1-1 0 0 0,0 2 0 0 0,-2 4-974 0 0,-1 0 0 0 0,0-1 0 0 0,0 1 0 0 0,0-1 0 0 0,-5 6 0 0 0,0 2-387 0 0,-7 10-961 0 0,-2 0 1466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6.1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72 108 5529 0 0,'-4'1'240'0'0,"1"0"0"0"0,-1-1-1 0 0,0 1 1 0 0,1 0-1 0 0,-1 1 1 0 0,1-1 0 0 0,-1 0-1 0 0,1 1 1 0 0,0 0 0 0 0,-6 4-1 0 0,5-3 518 0 0,0 0 0 0 0,1 0 0 0 0,-1 0 0 0 0,1 0 0 0 0,0 1 0 0 0,0-1 0 0 0,0 1 0 0 0,3 8 3115 0 0,28-10-2985 0 0,526-44 1280 0 0,-280 14-1647 0 0,256-12-86 0 0,-300 21-234 0 0,65-4-24 0 0,-186 17-168 0 0,92-2-26 0 0,-154 9 58 0 0,0 2 1 0 0,61 12 0 0 0,2 9 454 0 0,-26-5-1378 0 0,-27-8-3716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6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20 370 3209 0 0,'-9'-7'-859'0'0,"-1"-14"8241"0"0,10 21-7259 0 0,17 0 2455 0 0,24 13-249 0 0,-33-10-1890 0 0,0 0 0 0 0,0 0 0 0 0,0-1 1 0 0,9 1-1 0 0,-13-3-361 0 0,-1 1-1 0 0,1-2 1 0 0,-1 1 0 0 0,1 0 0 0 0,-1-1 0 0 0,1 1 0 0 0,-1-1 0 0 0,1 0-1 0 0,-1 0 1 0 0,0 0 0 0 0,1-1 0 0 0,-1 1 0 0 0,5-4 0 0 0,3-2 14 0 0,-1-1 0 0 0,0-1 1 0 0,0 1-1 0 0,-1-1 0 0 0,0-1 0 0 0,14-20 0 0 0,38-72 937 0 0,-45 71 168 0 0,38-53 1 0 0,-53 83-1189 0 0,0 0 0 0 0,0 0 0 0 0,-1-1 1 0 0,1 1-1 0 0,0 0 0 0 0,0 0 0 0 0,0 0 1 0 0,0 0-1 0 0,1 0 0 0 0,-1 0 0 0 0,0 1 1 0 0,0-1-1 0 0,0 0 0 0 0,1 0 0 0 0,-1 1 1 0 0,0-1-1 0 0,1 1 0 0 0,-1-1 0 0 0,1 1 1 0 0,-1 0-1 0 0,0 0 0 0 0,1-1 0 0 0,2 1 1 0 0,-3 1 5 0 0,0-1 0 0 0,1 1 0 0 0,-1 0 1 0 0,0 0-1 0 0,1 0 0 0 0,-1 0 0 0 0,0 0 1 0 0,0 0-1 0 0,0 0 0 0 0,0 0 1 0 0,0 0-1 0 0,0 0 0 0 0,0 0 0 0 0,0 1 1 0 0,0-1-1 0 0,-1 0 0 0 0,1 1 1 0 0,0 1-1 0 0,4 9 75 0 0,-1 0 0 0 0,-1 0 0 0 0,4 25 0 0 0,-1 12-96 0 0,-5-29-2 0 0,2 0-1 0 0,0 1 1 0 0,1-1-1 0 0,1 0 1 0 0,1 0 0 0 0,0-1-1 0 0,10 20 1 0 0,-14-37 5 0 0,-1 0 0 0 0,0 1 0 0 0,1-1 0 0 0,-1 0 1 0 0,1 0-1 0 0,0 0 0 0 0,-1 0 0 0 0,1 0 0 0 0,0 0 1 0 0,0-1-1 0 0,1 1 0 0 0,-1-1 0 0 0,0 1 1 0 0,0-1-1 0 0,1 0 0 0 0,-1 0 0 0 0,1 0 0 0 0,-1 0 1 0 0,1 0-1 0 0,-1-1 0 0 0,1 1 0 0 0,-1-1 0 0 0,1 1 1 0 0,0-1-1 0 0,-1 0 0 0 0,1 0 0 0 0,0 0 0 0 0,-1-1 1 0 0,1 1-1 0 0,0-1 0 0 0,-1 1 0 0 0,1-1 1 0 0,-1 0-1 0 0,1 0 0 0 0,-1 0 0 0 0,0 0 0 0 0,1 0 1 0 0,-1-1-1 0 0,0 1 0 0 0,4-4 0 0 0,3-1-7 0 0,-1-1 0 0 0,0 0-1 0 0,0-1 1 0 0,-1 1 0 0 0,0-2 0 0 0,0 1-1 0 0,-1-1 1 0 0,10-17 0 0 0,-7 4 107 0 0,0-1 0 0 0,-2 0 1 0 0,6-28-1 0 0,-10 35-25 0 0,1-1 0 0 0,0 1 1 0 0,1 0-1 0 0,1 1 1 0 0,0-1-1 0 0,1 1 0 0 0,1 1 1 0 0,14-22-1 0 0,-21 35-70 0 0,0 0 0 0 0,0 0 1 0 0,-1 0-1 0 0,1 0 0 0 0,0 0 0 0 0,1 0 1 0 0,-1 0-1 0 0,0 0 0 0 0,0 0 0 0 0,0 1 0 0 0,0-1 1 0 0,1 0-1 0 0,-1 1 0 0 0,0-1 0 0 0,1 1 0 0 0,-1-1 1 0 0,0 1-1 0 0,1 0 0 0 0,-1 0 0 0 0,1-1 0 0 0,-1 1 1 0 0,0 0-1 0 0,1 0 0 0 0,-1 0 0 0 0,3 1 1 0 0,-2 0 7 0 0,1 0 1 0 0,0 0 0 0 0,-1 1-1 0 0,1-1 1 0 0,-1 1 0 0 0,1 0-1 0 0,-1-1 1 0 0,0 1 0 0 0,0 0-1 0 0,0 0 1 0 0,4 5 0 0 0,4 6 40 0 0,-1 1 0 0 0,-1 1 1 0 0,10 21-1 0 0,-16-32-50 0 0,21 47-16 0 0,-5-12-43 0 0,29 50 0 0 0,-41-78 47 0 0,1-1-1 0 0,0 0 1 0 0,1-1-1 0 0,0 0 0 0 0,1 0 1 0 0,0 0-1 0 0,0-1 1 0 0,0-1-1 0 0,16 10 0 0 0,-24-16 2 0 0,0-1 0 0 0,0 1 0 0 0,0 0 0 0 0,0-1 0 0 0,0 1-1 0 0,0-1 1 0 0,0 1 0 0 0,0-1 0 0 0,0 0 0 0 0,0 1 0 0 0,1-1-1 0 0,-1 0 1 0 0,0 0 0 0 0,0 0 0 0 0,0 1 0 0 0,1-1 0 0 0,-1-1-1 0 0,0 1 1 0 0,0 0 0 0 0,0 0 0 0 0,0 0 0 0 0,1-1 0 0 0,-1 1-1 0 0,0 0 1 0 0,0-1 0 0 0,0 1 0 0 0,0-1 0 0 0,0 1-1 0 0,0-1 1 0 0,0 0 0 0 0,0 0 0 0 0,0 1 0 0 0,0-1 0 0 0,0 0-1 0 0,-1 0 1 0 0,1 0 0 0 0,0 0 0 0 0,0 0 0 0 0,-1 0 0 0 0,1 0-1 0 0,0-2 1 0 0,3-5-440 0 0,-2-1-1 0 0,1 1 0 0 0,-1-1 1 0 0,2-17-1 0 0,3-7-5764 0 0,-1 15-254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7.6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2288 0 0,'1'4'299'0'0,"0"-1"-1"0"0,-1 1 0 0 0,1-1 0 0 0,0 0 0 0 0,1 1 0 0 0,-1-1 0 0 0,1 0 0 0 0,-1 0 0 0 0,1 1 0 0 0,0-1 0 0 0,0-1 0 0 0,3 4 0 0 0,-3-4 184 0 0,0-1-1 0 0,-1 1 1 0 0,1-1-1 0 0,0 0 0 0 0,0 0 1 0 0,0 0-1 0 0,0 0 1 0 0,0 0-1 0 0,0 0 0 0 0,0 0 1 0 0,0-1-1 0 0,1 1 1 0 0,-1-1-1 0 0,0 1 0 0 0,0-1 1 0 0,0 0-1 0 0,1 0 1 0 0,-1 0-1 0 0,0 0 0 0 0,3-1 1 0 0,49-8 3395 0 0,-8 1-2952 0 0,61-3 1 0 0,91 0-464 0 0,-96 3-297 0 0,147 7 0 0 0,296 69-9 0 0,74-12-223 0 0,-212-51 123 0 0,137-38-1235 0 0,-526 33-197 0 0,-15 0 1101 0 0,0 0 1 0 0,1 0-1 0 0,-1 0 0 0 0,0 0 0 0 0,1 0 1 0 0,-1-1-1 0 0,0 1 0 0 0,0-1 1 0 0,6-2-1 0 0,-9 3 307 0 0,0-1 1 0 0,0 0-1 0 0,0 1 1 0 0,0-1-1 0 0,0 1 1 0 0,0-1 0 0 0,0 1-1 0 0,0-1 1 0 0,0 0-1 0 0,0 1 1 0 0,0-1-1 0 0,-1 1 1 0 0,1-1-1 0 0,0 1 1 0 0,0-1-1 0 0,-1 1 1 0 0,1-1 0 0 0,0 1-1 0 0,-1-1 1 0 0,1 1-1 0 0,0-1 1 0 0,-1 1-1 0 0,1 0 1 0 0,-1-1-1 0 0,1 1 1 0 0,-1-1-1 0 0,1 1 1 0 0,-1 0-1 0 0,1 0 1 0 0,-1-1 0 0 0,1 1-1 0 0,-1 0 1 0 0,1 0-1 0 0,-1 0 1 0 0,0-1-1 0 0,-22-11 2079 0 0,22 12-2028 0 0,0-1 0 0 0,-1 1 0 0 0,1-1 0 0 0,0 1 0 0 0,-1 0 0 0 0,1-1 0 0 0,0 1 0 0 0,-1 0 0 0 0,1 0 0 0 0,-1 0 1 0 0,1 0-1 0 0,0 0 0 0 0,-1 0 0 0 0,1 1 0 0 0,0-1 0 0 0,-1 0 0 0 0,-1 1 0 0 0,3 0-59 0 0,-1-1 0 0 0,0 1 0 0 0,1 0 0 0 0,-1-1 1 0 0,1 1-1 0 0,-1 0 0 0 0,0-1 0 0 0,1 1 0 0 0,0 0 0 0 0,-1 0 0 0 0,1-1 0 0 0,-1 1 0 0 0,1 0 1 0 0,0 0-1 0 0,0 0 0 0 0,-1-1 0 0 0,1 1 0 0 0,0 0 0 0 0,0 0 0 0 0,0 1 0 0 0,0 5-21 0 0,1 1 0 0 0,0-1 0 0 0,0 0 0 0 0,0 1 0 0 0,4 7-1 0 0,-3-6 102 0 0,0-4-93 0 0,-1 0 0 0 0,1 1 0 0 0,0-1 0 0 0,1 0 0 0 0,-1 0 0 0 0,1-1 0 0 0,0 1 0 0 0,1-1 0 0 0,-1 1 0 0 0,1-1 0 0 0,-1 0 0 0 0,1 0 0 0 0,1 0 0 0 0,-1-1 0 0 0,10 7 0 0 0,-12-9-11 0 0,0 0 1 0 0,1 0 0 0 0,-1 0-1 0 0,1 0 1 0 0,-1-1-1 0 0,1 1 1 0 0,-1-1 0 0 0,1 0-1 0 0,-1 1 1 0 0,1-1-1 0 0,0 0 1 0 0,-1 0 0 0 0,1-1-1 0 0,-1 1 1 0 0,1 0-1 0 0,0-1 1 0 0,-1 0-1 0 0,1 1 1 0 0,-1-1 0 0 0,0 0-1 0 0,1-1 1 0 0,-1 1-1 0 0,0 0 1 0 0,1 0 0 0 0,-1-1-1 0 0,0 0 1 0 0,0 1-1 0 0,0-1 1 0 0,0 0-1 0 0,-1 0 1 0 0,1 0 0 0 0,0 0-1 0 0,-1 0 1 0 0,0 0-1 0 0,3-5 1 0 0,0-3 76 0 0,1 0-1 0 0,-2-1 1 0 0,1 1 0 0 0,-1-1 0 0 0,-1 0-1 0 0,0 0 1 0 0,0 0 0 0 0,-1 0 0 0 0,-1 0-1 0 0,-1-22 1 0 0,1 17 149 0 0,0 16-220 0 0,0 0 0 0 0,0 0 1 0 0,0 0-1 0 0,0 0 0 0 0,0-1 1 0 0,0 1-1 0 0,0 0 1 0 0,0 0-1 0 0,0 0 0 0 0,0 0 1 0 0,0-1-1 0 0,0 1 0 0 0,0 0 1 0 0,0 0-1 0 0,1 0 1 0 0,-1 0-1 0 0,0-1 0 0 0,-1 1 1 0 0,1 0-1 0 0,0 0 1 0 0,0 0-1 0 0,0 0 0 0 0,0-1 1 0 0,0 1-1 0 0,0 0 0 0 0,0 0 1 0 0,0 0-1 0 0,0 0 1 0 0,0 0-1 0 0,0-1 0 0 0,0 1 1 0 0,0 0-1 0 0,-1 0 1 0 0,1 0-1 0 0,0 0 0 0 0,0 0 1 0 0,0 0-1 0 0,0-1 0 0 0,0 1 1 0 0,-1 0-1 0 0,1 0 1 0 0,0 0-1 0 0,0 0 0 0 0,0 0 1 0 0,0 0-1 0 0,0 0 1 0 0,-1 0-1 0 0,1 0 0 0 0,0 0 1 0 0,0 0-1 0 0,0 0 0 0 0,0 0 1 0 0,-1 0-1 0 0,1 0 1 0 0,0 0-1 0 0,0 0 0 0 0,0 0 1 0 0,0 0-1 0 0,-1 0 0 0 0,1 0 1 0 0,0 0-1 0 0,0 0 1 0 0,0 0-1 0 0,0 0 0 0 0,-1 1 1 0 0,-11 13 25 0 0,-9 23-395 0 0,20-33 253 0 0,0-1 0 0 0,0 0 0 0 0,0 0 0 0 0,0 1 0 0 0,1-1 0 0 0,-1 1 0 0 0,1-1 0 0 0,0 1 0 0 0,0 3 0 0 0,6 7-3376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5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14283 0 0,'-8'1'576'0'0,"-3"2"330"0"0,11-3-901 0 0,0 1 0 0 0,0-1-1 0 0,0 0 1 0 0,0 0 0 0 0,0 1 0 0 0,0-1-1 0 0,0 0 1 0 0,1 0 0 0 0,-1 1 0 0 0,0-1 0 0 0,0 0-1 0 0,0 0 1 0 0,0 0 0 0 0,0 1 0 0 0,1-1-1 0 0,-1 0 1 0 0,0 0 0 0 0,0 0 0 0 0,0 1-1 0 0,0-1 1 0 0,1 0 0 0 0,-1 0 0 0 0,0 0-1 0 0,0 0 1 0 0,1 0 0 0 0,-1 0 0 0 0,0 1-1 0 0,0-1 1 0 0,1 0 0 0 0,-1 0 0 0 0,0 0 0 0 0,0 0-1 0 0,1 0 1 0 0,-1 0 0 0 0,0 0 0 0 0,0 0-1 0 0,1 0 1 0 0,-1 0 0 0 0,0 0 0 0 0,0 0-1 0 0,1 0 1 0 0,-1 0 0 0 0,0 0 0 0 0,1-1-1 0 0,33 9 1832 0 0,0-2-1 0 0,0-1 1 0 0,52 1-1 0 0,43-7-3612 0 0,-51 0-4344 0 0,-57 1-524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5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4609 0 0,'-3'4'639'0'0,"1"1"-1"0"0,1 0 1 0 0,-1 0-1 0 0,1 0 1 0 0,0 1 0 0 0,0-1-1 0 0,0 0 1 0 0,1 0-1 0 0,-1 1 1 0 0,1-1 0 0 0,1 0-1 0 0,0 6 1 0 0,-1-5-170 0 0,23 205 7391 0 0,-4-72-6627 0 0,85 622 853 0 0,-89-665-1864 0 0,4 140 0 0 0,-23-94-7561 0 0,3-123-251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8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29 3225 0 0,'-31'-28'12310'0'0,"29"41"-8768"0"0,13 196-475 0 0,-1-137-4733 0 0,5-3-3769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9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45 148 2304 0 0,'-44'11'17218'0'0,"64"-14"-15322"0"0,56-10-845 0 0,-39 5-983 0 0,2 2 0 0 0,71-2 0 0 0,429 25-576 0 0,696 44-84 0 0,-621-42 510 0 0,-273-13 104 0 0,-8 3 478 0 0,591 22-603 0 0,-553-16 4 0 0,228 14 433 0 0,-435-23-44 0 0,196-16 0 0 0,-259-2-290 0 0,154-36 0 0 0,-85 12 0 0 0,-137 31-25 0 0,-16 2-139 0 0,0 0 0 0 0,0 0 0 0 0,-1-2-1 0 0,28-10 1 0 0,-43 15 164 0 0,0 0 0 0 0,0-1 0 0 0,-1 1 0 0 0,1 0 0 0 0,0 0 0 0 0,0-1-1 0 0,-1 1 1 0 0,1-1 0 0 0,0 1 0 0 0,0 0 0 0 0,-1-1 0 0 0,1 1 0 0 0,-1-1 0 0 0,1 0-1 0 0,0 1 1 0 0,-1-1 0 0 0,1 0 0 0 0,-1 1 0 0 0,1-1 0 0 0,-1 0 0 0 0,0 1 0 0 0,1-1-1 0 0,-1 0 1 0 0,0 0 0 0 0,1 0 0 0 0,-1 1 0 0 0,0-1 0 0 0,0 0 0 0 0,0 0 0 0 0,0 0-1 0 0,1 0 1 0 0,-1 1 0 0 0,-1-1 0 0 0,1 0 0 0 0,0 0 0 0 0,0 0 0 0 0,0 0 0 0 0,0 1-1 0 0,0-1 1 0 0,-1 0 0 0 0,1 0 0 0 0,0 0 0 0 0,-1 0 0 0 0,-2-3-18 0 0,-1 0-1 0 0,1 1 1 0 0,-1-1 0 0 0,1 1 0 0 0,-1 0-1 0 0,-5-3 1 0 0,-4-5 343 0 0,10 37 813 0 0,3-21-1124 0 0,1-1 1 0 0,-1 1-1 0 0,1 0 1 0 0,-1 0-1 0 0,1-1 1 0 0,1 1-1 0 0,-1-1 1 0 0,1 1-1 0 0,0-1 0 0 0,0 1 1 0 0,0-1-1 0 0,0 0 1 0 0,1 0-1 0 0,-1 0 1 0 0,1 0-1 0 0,6 5 1 0 0,-7-7-24 0 0,0 0 1 0 0,1 0 0 0 0,-1 0 0 0 0,0 0 0 0 0,1-1-1 0 0,-1 1 1 0 0,1-1 0 0 0,-1 0 0 0 0,1 1 0 0 0,0-1-1 0 0,-1-1 1 0 0,1 1 0 0 0,0 0 0 0 0,0-1 0 0 0,0 1-1 0 0,0-1 1 0 0,-1 0 0 0 0,1 0 0 0 0,0 0 0 0 0,0 0-1 0 0,0 0 1 0 0,0-1 0 0 0,0 1 0 0 0,0-1 0 0 0,-1 0-1 0 0,1 0 1 0 0,4-2 0 0 0,-5 1-3 0 0,0 1 0 0 0,0-1 1 0 0,-1 0-1 0 0,1 0 0 0 0,0 0 0 0 0,-1 0 0 0 0,1 0 0 0 0,-1 0 1 0 0,0-1-1 0 0,0 1 0 0 0,0 0 0 0 0,0-1 0 0 0,0 1 0 0 0,0-1 1 0 0,-1 1-1 0 0,1-1 0 0 0,-1 1 0 0 0,0-1 0 0 0,1 1 1 0 0,-1-1-1 0 0,0 0 0 0 0,-1 1 0 0 0,0-6 0 0 0,0-5 8 0 0,-1 1-1 0 0,0-1 1 0 0,-6-17 0 0 0,4 18 92 0 0,0 1 0 0 0,-1 0 1 0 0,-10-18-1 0 0,13 26-61 0 0,1 1 0 0 0,0 0-1 0 0,-1 0 1 0 0,1-1 0 0 0,-1 1-1 0 0,0 0 1 0 0,1 1 0 0 0,-1-1-1 0 0,0 0 1 0 0,0 0 0 0 0,-1 1-1 0 0,1-1 1 0 0,0 1 0 0 0,0 0-1 0 0,-1-1 1 0 0,1 1 0 0 0,-1 0-1 0 0,1 1 1 0 0,-1-1-1 0 0,1 0 1 0 0,-1 1 0 0 0,1-1-1 0 0,-5 1 1 0 0,6 0-25 0 0,0 0-1 0 0,1 0 0 0 0,-1 0 1 0 0,0 1-1 0 0,0-1 0 0 0,0 0 1 0 0,0 1-1 0 0,0-1 1 0 0,0 1-1 0 0,0-1 0 0 0,1 1 1 0 0,-1-1-1 0 0,0 1 0 0 0,0-1 1 0 0,1 1-1 0 0,-1 0 1 0 0,0 0-1 0 0,1-1 0 0 0,-1 1 1 0 0,1 0-1 0 0,-1 0 0 0 0,1 0 1 0 0,-1-1-1 0 0,1 1 1 0 0,-1 1-1 0 0,0 2-1 0 0,0-1 0 0 0,1 0 0 0 0,-1 0 0 0 0,1 1 0 0 0,0-1 0 0 0,0 0 0 0 0,0 7 0 0 0,1-1-2 0 0,1 1 0 0 0,0-1 0 0 0,0 0-1 0 0,6 15 1 0 0,-6-20 49 0 0,1 0 0 0 0,-1 0 0 0 0,1 0 0 0 0,-1 0 0 0 0,1 0 0 0 0,0 0-1 0 0,1-1 1 0 0,4 5 0 0 0,-6-7-130 0 0,-1 1-1 0 0,1-1 1 0 0,-1 0-1 0 0,1 0 1 0 0,0 0-1 0 0,-1 0 1 0 0,1-1-1 0 0,0 1 1 0 0,0 0-1 0 0,-1-1 1 0 0,1 1-1 0 0,0-1 1 0 0,0 0-1 0 0,0 1 1 0 0,0-1-1 0 0,0 0 1 0 0,-1 0 0 0 0,1 0-1 0 0,0-1 1 0 0,0 1-1 0 0,0 0 1 0 0,0-1-1 0 0,0 1 1 0 0,1-2-1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0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220 474 3225 0 0,'-69'-38'1600'0'0,"-81"-66"10213"0"0,172 121-10705 0 0,114 87 3847 0 0,-105-76-4927 0 0,101 86 429 0 0,-109-96-361 0 0,1-1 0 0 0,1-1 0 0 0,48 22 0 0 0,-56-34 96 0 0,-16-4-179 0 0,-1-1 1 0 0,0 1-1 0 0,0 0 1 0 0,1 0-1 0 0,-1 0 0 0 0,0 0 1 0 0,0 0-1 0 0,1 0 1 0 0,-1-1-1 0 0,0 1 0 0 0,0 0 1 0 0,1 0-1 0 0,-1 0 1 0 0,0-1-1 0 0,0 1 0 0 0,0 0 1 0 0,0 0-1 0 0,1-1 1 0 0,-1 1-1 0 0,0 0 1 0 0,0 0-1 0 0,0-1 0 0 0,0 1 1 0 0,0 0-1 0 0,0-1 1 0 0,0 1-1 0 0,0 0 0 0 0,0 0 1 0 0,0-1-1 0 0,0 1 1 0 0,0-1-1 0 0,-9-28 831 0 0,5 17-767 0 0,-4-14 91 0 0,0-1 0 0 0,3 0-1 0 0,0 0 1 0 0,1 0 0 0 0,2 0 0 0 0,1-1 0 0 0,1 1-1 0 0,4-28 1 0 0,1 11-341 0 0,3 0 0 0 0,1 1 0 0 0,2 1 0 0 0,20-51 1 0 0,-27 82-44 0 0,1 1 0 0 0,0 0 0 0 0,0 0 0 0 0,1 0 0 0 0,13-16 0 0 0,-18 24 102 0 0,1 0 0 0 0,0 0 0 0 0,-1 0 0 0 0,1 0 0 0 0,0 1 0 0 0,0-1 0 0 0,0 1 0 0 0,0-1 0 0 0,0 1 0 0 0,0 0 0 0 0,1 0 0 0 0,-1 0 0 0 0,0 0 0 0 0,1 0 0 0 0,-1 0 0 0 0,0 0 0 0 0,1 1 0 0 0,-1 0 0 0 0,1-1 0 0 0,-1 1 0 0 0,1 0 0 0 0,-1 0 0 0 0,1 0 0 0 0,-1 0 0 0 0,1 1 0 0 0,-1-1 0 0 0,1 1 0 0 0,-1 0 0 0 0,1-1 0 0 0,-1 1 0 0 0,0 0 0 0 0,4 2 0 0 0,11 11-910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0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16 7834 0 0,'-22'-16'10555'0'0,"30"30"-7053"0"0,16 28-2994 0 0,-2 1 0 0 0,-2 1-1 0 0,-2 0 1 0 0,19 69-1 0 0,-22-62-672 0 0,2 0 0 0 0,3-2 0 0 0,35 64 0 0 0,-24-70-1241 0 0,-4-23-2496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1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18 451 5985 0 0,'-1'0'35'0'0,"0"0"0"0"0,0-1 0 0 0,0 1-1 0 0,0 0 1 0 0,0-1 0 0 0,1 1 0 0 0,-1-1 0 0 0,0 1-1 0 0,0-1 1 0 0,0 0 0 0 0,1 1 0 0 0,-1-1-1 0 0,0 0 1 0 0,1 0 0 0 0,-1 1 0 0 0,1-1 0 0 0,-1 0-1 0 0,1 0 1 0 0,-1 0 0 0 0,1 0 0 0 0,-1 1-1 0 0,1-1 1 0 0,0 0 0 0 0,-1 0 0 0 0,1 0 0 0 0,0 0-1 0 0,0-1 1 0 0,0 0 75 0 0,1 0 0 0 0,-1 0 1 0 0,1 0-1 0 0,-1 0 0 0 0,1 0 0 0 0,0 0 0 0 0,0 0 0 0 0,0 1 0 0 0,0-1 0 0 0,0 0 0 0 0,0 1 1 0 0,3-3-1 0 0,5-6 409 0 0,1 1 0 0 0,0 1 0 0 0,13-9 0 0 0,-22 15-502 0 0,115-72 2956 0 0,-65 43-1675 0 0,63-50 0 0 0,-75 48 411 0 0,56-59 0 0 0,-84 79-872 0 0,-9 9-617 0 0,1 1 0 0 0,-1-1 0 0 0,1 1 0 0 0,0-1 0 0 0,0 1 0 0 0,1 0 1 0 0,-1 0-1 0 0,8-4 0 0 0,-10 7-191 0 0,-1 0 0 0 0,1 0 0 0 0,-1 0 0 0 0,1 0 0 0 0,-1 1 0 0 0,0-1 0 0 0,1 0 1 0 0,-1 1-1 0 0,1-1 0 0 0,-1 0 0 0 0,0 0 0 0 0,1 1 0 0 0,-1-1 0 0 0,0 1 0 0 0,1-1 0 0 0,-1 0 1 0 0,0 1-1 0 0,0-1 0 0 0,0 1 0 0 0,1-1 0 0 0,-1 1 0 0 0,0-1 0 0 0,0 1 0 0 0,0-1 0 0 0,0 1 0 0 0,0-1 1 0 0,0 1-1 0 0,5 20 72 0 0,-4-17-13 0 0,7 29-53 0 0,0 4 73 0 0,25 69 0 0 0,-29-97-97 0 0,-1 0-1 0 0,2 0 0 0 0,-1 0 0 0 0,1-1 0 0 0,1 0 1 0 0,-1 0-1 0 0,1 0 0 0 0,1-1 0 0 0,-1 0 0 0 0,1 0 1 0 0,1-1-1 0 0,14 11 0 0 0,-21-17-10 0 0,-1 1 0 0 0,1-1 1 0 0,0 1-1 0 0,0-1 0 0 0,0 1 0 0 0,0-1 1 0 0,0 0-1 0 0,-1 0 0 0 0,1 1 0 0 0,0-1 1 0 0,0 0-1 0 0,0 0 0 0 0,0 0 0 0 0,0 0 0 0 0,0 0 1 0 0,0 0-1 0 0,0 0 0 0 0,0-1 0 0 0,0 1 1 0 0,0 0-1 0 0,-1 0 0 0 0,1-1 0 0 0,0 1 0 0 0,0 0 1 0 0,0-1-1 0 0,0 1 0 0 0,-1-1 0 0 0,1 1 1 0 0,0-1-1 0 0,0 0 0 0 0,-1 1 0 0 0,1-1 0 0 0,0 0 1 0 0,-1 1-1 0 0,1-1 0 0 0,-1 0 0 0 0,1 0 1 0 0,-1 0-1 0 0,1 1 0 0 0,-1-1 0 0 0,0 0 0 0 0,1 0 1 0 0,-1 0-1 0 0,0 0 0 0 0,0 0 0 0 0,1 0 1 0 0,-1 0-1 0 0,0-1 0 0 0,2-8 6 0 0,0-1 0 0 0,0 0 1 0 0,-1-15-1 0 0,0 12 3 0 0,0-1 17 0 0,1 0-1 0 0,0 0 0 0 0,1 0 0 0 0,1 1 0 0 0,0-1 1 0 0,1 1-1 0 0,0 0 0 0 0,10-18 0 0 0,-14 32-12 0 0,-1-1 0 0 0,1 0 0 0 0,0 0 0 0 0,-1 0 0 0 0,1 0 0 0 0,0 0 0 0 0,-1 1 0 0 0,1-1 0 0 0,0 0 0 0 0,0 1 0 0 0,0-1 0 0 0,0 0 0 0 0,0 1 1 0 0,0 0-1 0 0,0-1 0 0 0,0 1 0 0 0,0-1 0 0 0,0 1 0 0 0,0 0 0 0 0,0 0 0 0 0,0-1 0 0 0,0 1 0 0 0,0 0 0 0 0,0 0 0 0 0,2 0 0 0 0,-1 1 7 0 0,0 0 0 0 0,0 0 0 0 0,0-1 1 0 0,0 1-1 0 0,0 0 0 0 0,-1 1 0 0 0,1-1 1 0 0,0 0-1 0 0,0 0 0 0 0,-1 1 0 0 0,1-1 0 0 0,1 3 1 0 0,5 6 40 0 0,-1 1 0 0 0,0 0 0 0 0,8 16 0 0 0,-12-22-61 0 0,14 29-15 0 0,-7-14-264 0 0,0 0 0 0 0,2 0-1 0 0,0-1 1 0 0,0 0 0 0 0,2-1 0 0 0,1-1-1 0 0,19 19 1 0 0,-15-20-5247 0 0,1 0-1796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1.3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42 427 10594 0 0,'12'-2'8355'0'0,"-4"-8"-7972"0"0,0 0-1 0 0,-1 0 1 0 0,-1 0-1 0 0,0-1 1 0 0,0 0-1 0 0,-1 0 1 0 0,-1-1-1 0 0,1 1 1 0 0,-2-1-1 0 0,0 0 1 0 0,2-15-1 0 0,1-12-286 0 0,-2 0 1 0 0,0-50-1 0 0,-5 81-75 0 0,1 0 0 0 0,-1 1 0 0 0,0-1 0 0 0,-1 0 0 0 0,0 1 0 0 0,0-1 0 0 0,-1 1 0 0 0,1 0 0 0 0,-2 0 0 0 0,-3-8 0 0 0,6 13-13 0 0,0 1-1 0 0,0 0 0 0 0,-1-1 0 0 0,1 1 1 0 0,0-1-1 0 0,0 1 0 0 0,-1 0 0 0 0,1 0 1 0 0,0 0-1 0 0,-1 0 0 0 0,1 0 0 0 0,-1 0 1 0 0,1 0-1 0 0,-1 0 0 0 0,0 1 0 0 0,1-1 1 0 0,-1 1-1 0 0,0-1 0 0 0,-2 0 0 0 0,1 2-3 0 0,1-1-1 0 0,-1 1 1 0 0,1-1-1 0 0,0 1 0 0 0,-1 0 1 0 0,1-1-1 0 0,0 1 1 0 0,-1 1-1 0 0,1-1 0 0 0,0 0 1 0 0,0 0-1 0 0,0 1 1 0 0,0-1-1 0 0,0 1 1 0 0,0 0-1 0 0,1-1 0 0 0,-1 1 1 0 0,-2 3-1 0 0,0 1-41 0 0,0 1 0 0 0,0-1 0 0 0,0 1 0 0 0,1 0 0 0 0,0 0-1 0 0,0 0 1 0 0,1 0 0 0 0,0 1 0 0 0,0-1 0 0 0,1 1 0 0 0,0-1 0 0 0,0 1 0 0 0,1-1-1 0 0,-1 1 1 0 0,2 0 0 0 0,1 14 0 0 0,0-8-51 0 0,1 1 0 0 0,0 0 0 0 0,1-1 0 0 0,1 1 0 0 0,0-1 0 0 0,1-1 0 0 0,12 23 0 0 0,-13-30 89 0 0,-1 1 0 0 0,1-1 0 0 0,0-1 0 0 0,0 1 1 0 0,1-1-1 0 0,0 0 0 0 0,0 0 0 0 0,0-1 0 0 0,0 0 0 0 0,1 0 1 0 0,0 0-1 0 0,0-1 0 0 0,0 0 0 0 0,0 0 0 0 0,0 0 0 0 0,0-1 0 0 0,9 1 1 0 0,0 0-571 0 0,0-2 1 0 0,1 0 0 0 0,-1 0 0 0 0,0-2 0 0 0,0 0 0 0 0,0-1 0 0 0,17-3 0 0 0,-10-1-6188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2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3 465 4609 0 0,'-1'-28'735'0'0,"0"18"945"0"0,0 0 0 0 0,1 0 0 0 0,0 1 0 0 0,1-1-1 0 0,0 0 1 0 0,1 0 0 0 0,0 0 0 0 0,3-11 0 0 0,-5 21-1615 0 0,0 0 0 0 0,1-1 0 0 0,-1 1 0 0 0,0-1 0 0 0,0 1 0 0 0,0 0 0 0 0,0-1 0 0 0,1 1 0 0 0,-1 0 0 0 0,0-1 0 0 0,0 1 1 0 0,1 0-1 0 0,-1-1 0 0 0,0 1 0 0 0,1 0 0 0 0,-1 0 0 0 0,0-1 0 0 0,1 1 0 0 0,-1 0 0 0 0,0 0 0 0 0,1-1 0 0 0,-1 1 0 0 0,0 0 0 0 0,1 0 0 0 0,-1 0 0 0 0,1 0 0 0 0,-1 0 0 0 0,0 0 0 0 0,1 0 0 0 0,-1 0 0 0 0,1 0 0 0 0,-1 0 0 0 0,0 0 0 0 0,1 0 0 0 0,-1 0 1 0 0,1 0-1 0 0,-1 0 0 0 0,0 0 0 0 0,1 0 0 0 0,-1 0 0 0 0,1 0 0 0 0,-1 1 0 0 0,0-1 0 0 0,1 0 0 0 0,-1 1 0 0 0,11 1 1248 0 0,-10-3-1293 0 0,0-1 1 0 0,-1 1-1 0 0,1-1 0 0 0,0 1 1 0 0,0-1-1 0 0,0 1 0 0 0,0 0 1 0 0,1-1-1 0 0,-1 1 0 0 0,0 0 1 0 0,3-2 536 0 0,0 5-493 0 0,10 6-47 0 0,-2 0 0 0 0,1 0 0 0 0,-1 1-1 0 0,17 16 1 0 0,25 19-106 0 0,-37-31 106 0 0,1-2-1 0 0,0 0 1 0 0,0 0 0 0 0,1-2-1 0 0,0 0 1 0 0,1-1 0 0 0,21 5 0 0 0,-39-13-3 0 0,1 1 0 0 0,0-1 0 0 0,-1 1 0 0 0,1-1 0 0 0,0 0 0 0 0,-1 0 0 0 0,1 0 0 0 0,0-1 0 0 0,0 1 0 0 0,-1-1 0 0 0,1 1 0 0 0,0-1 0 0 0,-1 0 0 0 0,1 0 0 0 0,-1 0 0 0 0,1 0 0 0 0,3-3 0 0 0,-4 2 20 0 0,0 0 0 0 0,-1 1 1 0 0,1-1-1 0 0,-1 0 1 0 0,1 0-1 0 0,-1-1 1 0 0,0 1-1 0 0,0 0 0 0 0,0 0 1 0 0,0-1-1 0 0,0 1 1 0 0,-1 0-1 0 0,1-1 0 0 0,-1 1 1 0 0,1 0-1 0 0,-1-4 1 0 0,0-9 179 0 0,-1 1 1 0 0,0-1-1 0 0,-1 0 1 0 0,-1 0-1 0 0,-5-17 1 0 0,3 13-42 0 0,1 0-189 0 0,1 0 0 0 0,1 0 1 0 0,1-1-1 0 0,1 1 0 0 0,0 0 0 0 0,1-1 0 0 0,2 1 0 0 0,0 0 0 0 0,8-28 0 0 0,-5 25-2880 0 0,2 2-1 0 0,12-27 1 0 0,-9 26-5365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3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0,'24'32'8490'0'0,"-2"11"-4982"0"0,16 57-3891 0 0,-13-32 950 0 0,7 13-471 0 0,50 115 246 0 0,-62-154-460 0 0,2-1 1 0 0,42 57-1 0 0,-29-63-3212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22 255 6913 0 0,'-3'-7'343'0'0,"0"1"-1"0"0,0-1 1 0 0,0 0-1 0 0,1 0 1 0 0,0 0-1 0 0,0 0 1 0 0,1 0-1 0 0,0-1 0 0 0,0 1 1 0 0,1 0-1 0 0,0-1 1 0 0,0 1-1 0 0,1 0 1 0 0,0-1-1 0 0,0 1 0 0 0,0 0 1 0 0,1 0-1 0 0,0 0 1 0 0,1 0-1 0 0,0 0 1 0 0,6-12-1 0 0,-5 13-93 0 0,0-1 0 0 0,1 1 0 0 0,0 0 0 0 0,0 1 0 0 0,0-1 0 0 0,1 1 0 0 0,0 0 0 0 0,0 0 0 0 0,0 1 0 0 0,0-1 0 0 0,1 2 0 0 0,0-1 0 0 0,0 1-1 0 0,0 0 1 0 0,0 0 0 0 0,0 0 0 0 0,1 1 0 0 0,-1 1 0 0 0,1-1 0 0 0,-1 1 0 0 0,1 0 0 0 0,-1 1 0 0 0,1 0 0 0 0,0 0 0 0 0,-1 1 0 0 0,1 0 0 0 0,13 3 0 0 0,-19-3-246 0 0,0-1 1 0 0,-1 1 0 0 0,1 0-1 0 0,-1 0 1 0 0,1 0-1 0 0,-1 0 1 0 0,0 0-1 0 0,1 0 1 0 0,-1 0-1 0 0,0 0 1 0 0,0 1-1 0 0,0-1 1 0 0,0 0-1 0 0,0 1 1 0 0,0-1-1 0 0,0 1 1 0 0,0-1 0 0 0,-1 1-1 0 0,1 0 1 0 0,0-1-1 0 0,-1 1 1 0 0,0 0-1 0 0,1-1 1 0 0,-1 1-1 0 0,0 0 1 0 0,0-1-1 0 0,0 1 1 0 0,0 0-1 0 0,0 0 1 0 0,0-1 0 0 0,0 1-1 0 0,-1 0 1 0 0,1-1-1 0 0,-1 1 1 0 0,0 2-1 0 0,-3 9-70 0 0,0 0 0 0 0,-1 0 1 0 0,-9 17-1 0 0,8-17 23 0 0,-16 33-184 0 0,12-29 324 0 0,1 1-1 0 0,0 1 1 0 0,2-1 0 0 0,0 2 0 0 0,1-1 0 0 0,-6 38 0 0 0,12-55-54 0 0,0 1 1 0 0,0-1 0 0 0,0 1-1 0 0,1-1 1 0 0,-1 1 0 0 0,0-1 0 0 0,1 1-1 0 0,0-1 1 0 0,0 1 0 0 0,0-1-1 0 0,0 0 1 0 0,0 1 0 0 0,0-1 0 0 0,0 0-1 0 0,1 0 1 0 0,-1 0 0 0 0,1 0-1 0 0,0 0 1 0 0,1 2 0 0 0,2-1 13 0 0,-1 1 0 0 0,0-2 0 0 0,1 1 0 0 0,0 0 1 0 0,-1-1-1 0 0,1 0 0 0 0,0 0 0 0 0,9 2 0 0 0,6 0 49 0 0,0 0 1 0 0,-1-2-1 0 0,36 0 0 0 0,48-11-102 0 0,-72 5-1028 0 0,55 1 0 0 0,-71 4-310 0 0,0 3-304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4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50 3225 0 0,'-5'-6'1181'0'0,"0"-1"1"0"0,-1 0 0 0 0,-37-23 13769 0 0,48 50-14089 0 0,-1-5-600 0 0,27 111 395 0 0,8 33-337 0 0,-30-133-371 0 0,0 1 1 0 0,2-1-1 0 0,24 42 1 0 0,-28-57-146 0 0,1 0 1 0 0,0 0 0 0 0,13 13-1 0 0,-16-19-578 0 0,1 0 0 0 0,-1 0-1 0 0,1-1 1 0 0,9 6 0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4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4 341 6449 0 0,'-1'0'25'0'0,"1"0"0"0"0,0-1 0 0 0,-1 1 0 0 0,1-1 0 0 0,0 1 0 0 0,0-1 0 0 0,0 1-1 0 0,-1-1 1 0 0,1 1 0 0 0,0-1 0 0 0,0 1 0 0 0,0-1 0 0 0,0 1 0 0 0,0-1 0 0 0,0 1-1 0 0,0-1 1 0 0,0 1 0 0 0,0-1 0 0 0,0 0 0 0 0,0 1 0 0 0,0-1 0 0 0,0 1 0 0 0,1-1-1 0 0,-1 1 1 0 0,0-1 0 0 0,0 1 0 0 0,0 0 0 0 0,1-1 0 0 0,-1 1 0 0 0,0-1 0 0 0,1 1-1 0 0,-1-1 1 0 0,0 1 0 0 0,1 0 0 0 0,-1-1 0 0 0,1 1 0 0 0,-1 0 0 0 0,0-1 0 0 0,1 1-1 0 0,-1 0 1 0 0,1 0 0 0 0,-1-1 0 0 0,1 1 0 0 0,0 0 0 0 0,30-20 1097 0 0,-22 15-730 0 0,140-87 4466 0 0,-80 52-3260 0 0,-2-3 1 0 0,67-57-1 0 0,-126 93-1401 0 0,9-8-373 0 0,-17 15 227 0 0,0 0 1 0 0,0 1-1 0 0,0-1 1 0 0,0 0-1 0 0,0 0 0 0 0,0 0 1 0 0,0 0-1 0 0,0 1 0 0 0,0-1 1 0 0,0 0-1 0 0,0 0 1 0 0,0 0-1 0 0,0 0 0 0 0,0 1 1 0 0,0-1-1 0 0,1 0 0 0 0,-1 0 1 0 0,0 0-1 0 0,0 0 1 0 0,0 0-1 0 0,0 1 52 0 0,0-1-52 0 0,0 0 1 0 0,1 0-1 0 0,-1 0 0 0 0,0 0 1 0 0,0 0-1 0 0,0 0 0 0 0,0 0 1 0 0,0 0-1 0 0,1 1 1 0 0,-1-1-1 0 0,0 0 0 0 0,0 0 1 0 0,0 0-1 0 0,0 0 0 0 0,1 0 1 0 0,-1 0-1 0 0,0 0 1 0 0,0 0-1 0 0,0 0 0 0 0,0 0 1 0 0,1 0-1 0 0,-1 0 0 0 0,0 0 1 0 0,0 0-1 0 0,0-1 1 0 0,0 1-1 0 0,0 0 0 0 0,1 0 1 0 0,-1 0-1 0 0,0 0 1 0 0,0 0-1 0 0,0 0 0 0 0,0 0 1 0 0,0 0-1 0 0,1 0 0 0 0,-1-1 1 0 0,0 1-1 0 0,0 0 1 0 0,0 0-1 0 0,0 0 0 0 0,0 0 1 0 0,0 12 45 0 0,0 0 1 0 0,0 0 0 0 0,1 1 0 0 0,1-1-1 0 0,0 0 1 0 0,4 13 0 0 0,0 4-18 0 0,-1 2-42 0 0,1 5 52 0 0,16 51 0 0 0,-19-78-92 0 0,0 0-1 0 0,0 0 1 0 0,1 0-1 0 0,1-1 1 0 0,-1 0-1 0 0,1 0 1 0 0,1 0-1 0 0,-1 0 1 0 0,1-1-1 0 0,13 12 1 0 0,-18-18-5 0 0,-1 0-1 0 0,1-1 1 0 0,0 1 0 0 0,-1-1 0 0 0,1 1 0 0 0,0-1 0 0 0,-1 1 0 0 0,1-1 0 0 0,0 1 0 0 0,0-1 0 0 0,-1 1 0 0 0,1-1 0 0 0,0 0 0 0 0,0 0 0 0 0,0 1 0 0 0,0-1-1 0 0,0 0 1 0 0,-1 0 0 0 0,1 0 0 0 0,0 0 0 0 0,0 0 0 0 0,0 0 0 0 0,0 0 0 0 0,0 0 0 0 0,-1 0 0 0 0,1-1 0 0 0,0 1 0 0 0,0 0 0 0 0,0 0 0 0 0,0-1 0 0 0,-1 1-1 0 0,1-1 1 0 0,0 1 0 0 0,0 0 0 0 0,-1-1 0 0 0,1 0 0 0 0,0 1 0 0 0,-1-1 0 0 0,1 1 0 0 0,-1-1 0 0 0,1 0 0 0 0,0 1 0 0 0,-1-1 0 0 0,1 0 0 0 0,-1 0 0 0 0,0 1-1 0 0,1-1 1 0 0,-1 0 0 0 0,0 0 0 0 0,1 0 0 0 0,-1 0 0 0 0,0-1 0 0 0,3-7-14 0 0,-1-1-1 0 0,0 0 0 0 0,2-17 1 0 0,-3 14 104 0 0,2-7-50 0 0,1 1-1 0 0,1 0 1 0 0,14-34-1 0 0,-18 48 1 0 0,1 0 0 0 0,1 0 0 0 0,-1 0 0 0 0,1 1-1 0 0,0-1 1 0 0,0 1 0 0 0,0 0 0 0 0,0 0 0 0 0,1 0 0 0 0,0 0-1 0 0,0 1 1 0 0,0-1 0 0 0,0 1 0 0 0,0 0 0 0 0,1 0 0 0 0,-1 0 0 0 0,1 1-1 0 0,0 0 1 0 0,8-3 0 0 0,-11 5-20 0 0,1-1-1 0 0,-1 1 1 0 0,1 0 0 0 0,0 0-1 0 0,-1 0 1 0 0,1 0 0 0 0,-1 1 0 0 0,1-1-1 0 0,-1 1 1 0 0,1 0 0 0 0,-1-1-1 0 0,1 1 1 0 0,-1 0 0 0 0,0 0-1 0 0,1 1 1 0 0,-1-1 0 0 0,0 0-1 0 0,0 1 1 0 0,0 0 0 0 0,0-1-1 0 0,0 1 1 0 0,0 0 0 0 0,0 0-1 0 0,-1 0 1 0 0,1 0 0 0 0,-1 0 0 0 0,3 4-1 0 0,4 8 23 0 0,-1 0-1 0 0,-1 0 1 0 0,8 26-1 0 0,-4-11-28 0 0,-2-10-75 0 0,1-1 0 0 0,0 0 1 0 0,2-1-1 0 0,-1 0 0 0 0,15 16 0 0 0,-16-23-351 0 0,0 0 0 0 0,1-1-1 0 0,15 11 1 0 0,-18-14-495 0 0,1-1 1 0 0,0-1-1 0 0,0 1 0 0 0,0-1 1 0 0,15 4-1 0 0,-6-3-5269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5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53 157 1840 0 0,'-32'-32'12555'0'0,"31"32"-12070"0"0,0-1 1 0 0,-1 1 0 0 0,1 0-1 0 0,0 0 1 0 0,0-1-1 0 0,0 1 1 0 0,0 0 0 0 0,-2 0-1 0 0,3 1-336 0 0,1 0 0 0 0,0-1 0 0 0,0 0 0 0 0,0 1 0 0 0,-1-1 0 0 0,1 1 0 0 0,0-1-1 0 0,0 0 1 0 0,0 0 0 0 0,0 1 0 0 0,0-1 0 0 0,0 0 0 0 0,0 0 0 0 0,-1 0 0 0 0,1 0 0 0 0,0 0-1 0 0,0 0 1 0 0,0 0 0 0 0,0-1 0 0 0,0 1 0 0 0,0 0 0 0 0,0 0 0 0 0,0-1 0 0 0,-1 1 0 0 0,1 0-1 0 0,0-1 1 0 0,1 0 0 0 0,10-5-147 0 0,0-1 1 0 0,0 0-1 0 0,15-13 0 0 0,-25 18 11 0 0,1 0 0 0 0,-1 0 0 0 0,1 0 0 0 0,-1 0 0 0 0,0-1 0 0 0,0 1 0 0 0,0-1 0 0 0,0 1 0 0 0,0-1 0 0 0,-1 0 0 0 0,1 0 0 0 0,-1 0 0 0 0,1 0 0 0 0,-1 0 0 0 0,0 0 0 0 0,0 0 0 0 0,-1 0 0 0 0,1 0 0 0 0,-1-1 0 0 0,1 1 0 0 0,-1 0 0 0 0,-1-4 0 0 0,1 4-41 0 0,0 2 20 0 0,0 1 0 0 0,0-1 0 0 0,1 1 0 0 0,-1-1 0 0 0,-1 1 0 0 0,1-1 1 0 0,0 1-1 0 0,0-1 0 0 0,0 1 0 0 0,0-1 0 0 0,0 1 0 0 0,0 0 0 0 0,0-1 0 0 0,-1 1 1 0 0,1-1-1 0 0,0 1 0 0 0,0-1 0 0 0,-1 1 0 0 0,1 0 0 0 0,0-1 0 0 0,-1 1 0 0 0,1-1 1 0 0,0 1-1 0 0,-1 0 0 0 0,1-1 0 0 0,0 1 0 0 0,-1 0 0 0 0,1 0 0 0 0,-1-1 0 0 0,1 1 0 0 0,-1 0 1 0 0,1 0-1 0 0,-1 0 0 0 0,1 0 0 0 0,-1-1 0 0 0,1 1 0 0 0,0 0 0 0 0,-1 0 0 0 0,1 0 1 0 0,-1 0-1 0 0,1 0 0 0 0,-1 0 0 0 0,1 0 0 0 0,-1 0 0 0 0,1 0 0 0 0,-1 1 0 0 0,1-1 1 0 0,-1 0-1 0 0,1 0 0 0 0,-1 0 0 0 0,1 0 0 0 0,-1 1 0 0 0,1-1 0 0 0,0 0 0 0 0,-1 1 1 0 0,1-1-1 0 0,-1 1 0 0 0,-6 2 18 0 0,0 1 1 0 0,1 0-1 0 0,0 0 1 0 0,0 0-1 0 0,0 1 1 0 0,0 0-1 0 0,1 0 1 0 0,0 1 0 0 0,0-1-1 0 0,0 1 1 0 0,0 0-1 0 0,1 1 1 0 0,0-1-1 0 0,1 1 1 0 0,0 0-1 0 0,0-1 1 0 0,-3 9-1 0 0,2-4-7 0 0,1-1 0 0 0,0 0 0 0 0,1 1 0 0 0,0-1 0 0 0,0 1 0 0 0,1 0-1 0 0,1 0 1 0 0,0-1 0 0 0,0 1 0 0 0,1 0 0 0 0,3 14 0 0 0,-2-19-3 0 0,-1 0-1 0 0,2 0 1 0 0,-1-1 0 0 0,0 1-1 0 0,1-1 1 0 0,0 0 0 0 0,1 1 0 0 0,-1-1-1 0 0,1-1 1 0 0,0 1 0 0 0,0 0-1 0 0,0-1 1 0 0,1 0 0 0 0,-1 0-1 0 0,1 0 1 0 0,0-1 0 0 0,0 0 0 0 0,1 0-1 0 0,-1 0 1 0 0,1 0 0 0 0,-1-1-1 0 0,1 0 1 0 0,0 0 0 0 0,0 0 0 0 0,0-1-1 0 0,11 1 1 0 0,-8-1-1 0 0,-1-1 1 0 0,1 0 0 0 0,-1 0-1 0 0,1-1 1 0 0,0 0-1 0 0,-1-1 1 0 0,0 0 0 0 0,1 0-1 0 0,-1-1 1 0 0,0 0-1 0 0,0 0 1 0 0,0-1-1 0 0,-1 0 1 0 0,1 0 0 0 0,-1-1-1 0 0,0 0 1 0 0,0 0-1 0 0,9-9 1 0 0,0-6-1528 0 0,0-1 0 0 0,22-37 1 0 0,-17 26-1333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5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14 227 2288 0 0,'-13'-29'19498'0'0,"19"31"-18191"0"0,0-3-953 0 0,0 0 0 0 0,-1 0 1 0 0,1 0-1 0 0,0 0 0 0 0,9-5 0 0 0,-10 4-287 0 0,-4 2-67 0 0,1 0 0 0 0,-1 0 0 0 0,1 0 0 0 0,-1 0 0 0 0,1 0 0 0 0,-1 0 0 0 0,1 0 0 0 0,-1 0 0 0 0,1 1 0 0 0,-1-1 0 0 0,1 1 0 0 0,-1-1 0 0 0,0 1 0 0 0,1-1 0 0 0,-1 1 0 0 0,2 1 0 0 0,23 16 0 0 0,-21-14 0 0 0,-2-2 0 0 0,19 15 15 0 0,1-1-1 0 0,33 16 0 0 0,-48-28-4 0 0,0-1 0 0 0,0 0 0 0 0,0 0 0 0 0,0-1-1 0 0,0 0 1 0 0,0 0 0 0 0,1-1 0 0 0,-1 0 0 0 0,1 0 0 0 0,-1-1-1 0 0,0 0 1 0 0,11-2 0 0 0,-17 1 45 0 0,-1 1 0 0 0,1-1 1 0 0,-1 1-1 0 0,1-1 0 0 0,-1 0 0 0 0,1 0 0 0 0,-1 0 1 0 0,0 1-1 0 0,1-1 0 0 0,-1-1 0 0 0,0 1 0 0 0,0 0 0 0 0,0 0 1 0 0,0 0-1 0 0,0-1 0 0 0,0 1 0 0 0,0 0 0 0 0,0-1 0 0 0,0 1 1 0 0,-1-1-1 0 0,1 1 0 0 0,-1-1 0 0 0,1 1 0 0 0,-1-1 0 0 0,1 1 1 0 0,-1-1-1 0 0,0 0 0 0 0,0-1 0 0 0,1-10 161 0 0,0 0 0 0 0,-2-23 0 0 0,0 1-19 0 0,2 22-345 0 0,1 0-1 0 0,1-1 1 0 0,0 1 0 0 0,1 0 0 0 0,10-22 0 0 0,8-5-7266 0 0,-3 12-1022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9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11 131 8754 0 0,'-3'-13'928'0'0,"0"0"1"0"0,-1-24-1 0 0,4 31-183 0 0,0 0 0 0 0,0-1 0 0 0,0 1-1 0 0,1 0 1 0 0,0 0 0 0 0,1-1 0 0 0,0 1 0 0 0,2-6 0 0 0,-4 11-689 0 0,0 1 1 0 0,0 0-1 0 0,0 0 1 0 0,0-1-1 0 0,0 1 1 0 0,0 0-1 0 0,0 0 1 0 0,0 0-1 0 0,1-1 1 0 0,-1 1 0 0 0,0 0-1 0 0,0 0 1 0 0,0-1-1 0 0,0 1 1 0 0,0 0-1 0 0,1 0 1 0 0,-1 0-1 0 0,0-1 1 0 0,0 1-1 0 0,0 0 1 0 0,0 0-1 0 0,1 0 1 0 0,-1 0 0 0 0,0 0-1 0 0,0 0 1 0 0,1-1-1 0 0,-1 1 1 0 0,0 0-1 0 0,0 0 1 0 0,1 0-1 0 0,-1 0 1 0 0,0 0-1 0 0,0 0 1 0 0,1 0 0 0 0,-1 0-1 0 0,0 0 1 0 0,0 0-1 0 0,1 0 1 0 0,-1 0-1 0 0,0 0 1 0 0,1 0-1 0 0,6 11 1102 0 0,2 16-474 0 0,-3 14-491 0 0,-3 1 0 0 0,-1 0 0 0 0,-2-1-1 0 0,-8 66 1 0 0,4-53-108 0 0,-8 271 102 0 0,14-275-238 0 0,2 0 1 0 0,2 0 0 0 0,3 0 0 0 0,22 72 0 0 0,-21-90-136 0 0,26 76-3414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09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2 125 11058 0 0,'-1'-1'123'0'0,"1"0"-1"0"0,0 0 1 0 0,-1-1-1 0 0,1 1 1 0 0,0 0-1 0 0,0-1 1 0 0,0 1-1 0 0,0 0 1 0 0,0 0-1 0 0,0-1 1 0 0,1 1 0 0 0,-1 0-1 0 0,0 0 1 0 0,1-1-1 0 0,-1 1 1 0 0,1 0-1 0 0,-1 0 1 0 0,1 0-1 0 0,0-1 1 0 0,-1 1-1 0 0,1 0 1 0 0,0 0-1 0 0,0 0 1 0 0,1-1-1 0 0,-1 1 85 0 0,1 1 0 0 0,-1 0 0 0 0,1-1 1 0 0,-1 1-1 0 0,1 0 0 0 0,-1 0 0 0 0,1 0 0 0 0,0 0 0 0 0,-1 0 0 0 0,1 0 0 0 0,-1 0 0 0 0,1 0 0 0 0,-1 1 1 0 0,1-1-1 0 0,-1 0 0 0 0,1 1 0 0 0,-1 0 0 0 0,0-1 0 0 0,1 1 0 0 0,-1 0 0 0 0,2 0 0 0 0,9 7 181 0 0,-1-1 0 0 0,0 2-1 0 0,0-1 1 0 0,0 1 0 0 0,-1 1 0 0 0,-1 0-1 0 0,0 0 1 0 0,10 15 0 0 0,3 8-125 0 0,29 56 0 0 0,4 32-98 0 0,-36-73-134 0 0,3-1 1 0 0,44 71-1 0 0,-58-106-31 0 0,1 0 0 0 0,0 0-1 0 0,1-1 1 0 0,0-1 0 0 0,0 0 0 0 0,1 0-1 0 0,0-1 1 0 0,1 0 0 0 0,0-1 0 0 0,1 0 0 0 0,-1-1-1 0 0,1-1 1 0 0,27 10 0 0 0,-35-14 15 0 0,0-1 1 0 0,0 0-1 0 0,0 0 1 0 0,1 0-1 0 0,-1 0 1 0 0,0-1 0 0 0,0 0-1 0 0,1 0 1 0 0,-1 0-1 0 0,0-1 1 0 0,1 0-1 0 0,-1 0 1 0 0,0 0-1 0 0,0-1 1 0 0,0 1-1 0 0,0-1 1 0 0,7-4-1 0 0,-7 3 38 0 0,0-1 0 0 0,0 0 0 0 0,-1 0 0 0 0,1-1 0 0 0,-1 1-1 0 0,0-1 1 0 0,0 0 0 0 0,0 0 0 0 0,-1-1 0 0 0,0 1 0 0 0,0 0 0 0 0,0-1-1 0 0,0 0 1 0 0,1-8 0 0 0,4-12 90 0 0,-1-1 0 0 0,-2-1 0 0 0,5-53 0 0 0,-8-89 612 0 0,-2 82-599 0 0,1 40-896 0 0,-1-1-1 0 0,-3 0 1 0 0,-17-86-1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0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92 104 7834 0 0,'4'-7'-243'0'0,"13"-28"3080"0"0,-16 33-2357 0 0,0 0 0 0 0,0 1 0 0 0,-1-1 0 0 0,1 0 0 0 0,-1-1 0 0 0,0 1 0 0 0,1 0 0 0 0,-1 0 0 0 0,0 0 0 0 0,0 0 0 0 0,-1 0 0 0 0,1 0 0 0 0,0 0 0 0 0,-1 0 0 0 0,0-3 0 0 0,1 5-402 0 0,-1-1 0 0 0,1 1 0 0 0,0-1 0 0 0,-1 1 0 0 0,1-1 0 0 0,-1 1 0 0 0,1-1 0 0 0,-1 1 0 0 0,1 0 0 0 0,-1-1 1 0 0,1 1-1 0 0,-1 0 0 0 0,1-1 0 0 0,-1 1 0 0 0,1 0 0 0 0,-1 0 0 0 0,0 0 0 0 0,1-1 0 0 0,-1 1 0 0 0,1 0 0 0 0,-1 0 0 0 0,0 0 0 0 0,1 0 0 0 0,-1 0 0 0 0,0 0 0 0 0,1 0 0 0 0,-1 0 1 0 0,0 0-1 0 0,1 0 0 0 0,-1 1 0 0 0,1-1 0 0 0,-1 0 0 0 0,0 0 0 0 0,1 1 0 0 0,-1-1 0 0 0,1 0 0 0 0,-1 1 0 0 0,1-1 0 0 0,-1 0 0 0 0,1 1 0 0 0,-1-1 0 0 0,1 1 0 0 0,-1 0 0 0 0,-23 20 514 0 0,23-20-563 0 0,-6 8-27 0 0,0 1 0 0 0,0 0 0 0 0,1 0 0 0 0,0 0 0 0 0,0 1 0 0 0,1 0 0 0 0,1 0 0 0 0,0 0 0 0 0,1 1 0 0 0,0-1 0 0 0,0 1 0 0 0,1 0 0 0 0,1 0 0 0 0,0 0 0 0 0,1 16 0 0 0,0-19-11 0 0,1-1-1 0 0,0 0 1 0 0,1 0-1 0 0,0 0 1 0 0,0 0-1 0 0,0 0 1 0 0,1-1-1 0 0,0 1 1 0 0,1-1-1 0 0,5 10 0 0 0,-5-12-13 0 0,0 0-1 0 0,-1 0 0 0 0,2-1 0 0 0,-1 0 0 0 0,0 0 0 0 0,1 0 0 0 0,0 0 1 0 0,0-1-1 0 0,0 1 0 0 0,0-1 0 0 0,1-1 0 0 0,-1 1 0 0 0,1-1 0 0 0,-1 0 1 0 0,8 2-1 0 0,-6-3 33 0 0,-1 0 1 0 0,0 0-1 0 0,1 0 1 0 0,-1-1-1 0 0,1 0 1 0 0,-1 0-1 0 0,1-1 1 0 0,-1 1-1 0 0,1-2 1 0 0,-1 1 0 0 0,0-1-1 0 0,1 0 1 0 0,-1 0-1 0 0,0 0 1 0 0,0-1-1 0 0,0 0 1 0 0,-1 0-1 0 0,1-1 1 0 0,-1 1-1 0 0,0-1 1 0 0,0 0-1 0 0,0-1 1 0 0,0 1-1 0 0,-1-1 1 0 0,0 0 0 0 0,0 0-1 0 0,0-1 1 0 0,0 1-1 0 0,-1-1 1 0 0,0 0-1 0 0,0 1 1 0 0,-1-1-1 0 0,0-1 1 0 0,0 1-1 0 0,0 0 1 0 0,0 0-1 0 0,-1-1 1 0 0,0 1-1 0 0,-1-1 1 0 0,0 1-1 0 0,0-1 1 0 0,0 1 0 0 0,0-1-1 0 0,-1 1 1 0 0,0-1-1 0 0,-3-8 1 0 0,-1 2-7 0 0,-1 0-1 0 0,0 0 1 0 0,0 0 0 0 0,-2 1 0 0 0,1 0 0 0 0,-2 1-1 0 0,1 0 1 0 0,-2 0 0 0 0,1 1 0 0 0,-1 0 0 0 0,-1 1-1 0 0,0 0 1 0 0,0 0 0 0 0,-1 1 0 0 0,0 1 0 0 0,0 0-1 0 0,-1 1 1 0 0,1 0 0 0 0,-16-5 0 0 0,-6 7-1489 0 0,17 5 171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0.5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0 402 10594 0 0,'5'-3'304'0'0,"0"0"0"0"0,0 1 0 0 0,0-1 0 0 0,1 1 0 0 0,-1 1 0 0 0,1-1 0 0 0,-1 1 0 0 0,1-1 1 0 0,8 1-1 0 0,54-2 3386 0 0,-57 3-3044 0 0,-3 0-429 0 0,0 1 0 0 0,1 0 0 0 0,-1 0 0 0 0,0 1 0 0 0,0 0 0 0 0,0 0 0 0 0,0 1 0 0 0,0 0 0 0 0,12 6 0 0 0,-16-7-124 0 0,0 0 0 0 0,-1 1 0 0 0,1 0-1 0 0,-1-1 1 0 0,1 1 0 0 0,-1 0 0 0 0,0 1 0 0 0,0-1-1 0 0,0 1 1 0 0,0-1 0 0 0,-1 1 0 0 0,1 0-1 0 0,-1 0 1 0 0,0 0 0 0 0,0 0 0 0 0,-1 0-1 0 0,1 0 1 0 0,-1 1 0 0 0,1 5 0 0 0,-1-10-79 0 0,-1 0 0 0 0,0 1 0 0 0,0-1-1 0 0,0 0 1 0 0,0 0 0 0 0,0 0 0 0 0,0 0 0 0 0,0 0 0 0 0,0 0 0 0 0,0 1 0 0 0,0-1 0 0 0,0 0 0 0 0,0 0 0 0 0,0 0 0 0 0,0 0 0 0 0,0 0 0 0 0,0 0 0 0 0,0 1 0 0 0,0-1 0 0 0,0 0 0 0 0,0 0-1 0 0,0 0 1 0 0,0 0 0 0 0,0 0 0 0 0,0 1 0 0 0,0-1 0 0 0,0 0 0 0 0,0 0 0 0 0,0 0 0 0 0,-1 0 0 0 0,1 0 0 0 0,0 0 0 0 0,0 0 0 0 0,0 0 0 0 0,0 1 0 0 0,0-1 0 0 0,0 0 0 0 0,0 0 0 0 0,0 0 0 0 0,-1 0-1 0 0,1 0 1 0 0,0 0 0 0 0,0 0 0 0 0,0 0 0 0 0,0 0 0 0 0,0 0 0 0 0,-1 0 0 0 0,1 0 0 0 0,0 0 0 0 0,0 0 0 0 0,0 0 0 0 0,0 0 0 0 0,-9-5 383 0 0,-7-12 2 0 0,7 4-459 0 0,0 0-1 0 0,0-1 1 0 0,2-1 0 0 0,0 1 0 0 0,0-1-1 0 0,1-1 1 0 0,1 1 0 0 0,1-1 0 0 0,0 0 0 0 0,1 0-1 0 0,1 0 1 0 0,0 0 0 0 0,1 0 0 0 0,1-1 0 0 0,0 1-1 0 0,2 0 1 0 0,-1 0 0 0 0,2 0 0 0 0,0 0 0 0 0,8-21-1 0 0,20-43-2978 0 0,-11 44-4010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0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5065 0 0,'9'-11'-22'0'0,"14"-16"1829"0"0,-22 26-1318 0 0,0 0-1 0 0,0-1 0 0 0,0 1 0 0 0,1 0 0 0 0,-1 0 0 0 0,0 0 0 0 0,1 0 0 0 0,-1 0 1 0 0,1 0-1 0 0,-1 0 0 0 0,1 1 0 0 0,-1-1 0 0 0,4 0 0 0 0,-4 1-263 0 0,-1 1 0 0 0,1-1 1 0 0,0 1-1 0 0,-1-1 0 0 0,1 1 0 0 0,-1-1 0 0 0,1 1 0 0 0,-1 0 0 0 0,1-1 0 0 0,-1 1 0 0 0,0 0 1 0 0,1-1-1 0 0,-1 1 0 0 0,0 0 0 0 0,1-1 0 0 0,-1 1 0 0 0,0 0 0 0 0,0 0 0 0 0,0-1 0 0 0,0 1 0 0 0,0 0 1 0 0,0 0-1 0 0,0 1 0 0 0,2 25 694 0 0,-2-22-542 0 0,8 437 2604 0 0,-8-309-2772 0 0,0-92-276 0 0,2 0 1 0 0,2 0-1 0 0,2 0 0 0 0,12 42 1 0 0,-8-50-3529 0 0,15 35 0 0 0,-13-39-3317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1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67 6449 0 0,'-7'-1'596'0'0,"-30"-1"-847"0"0,36 2 439 0 0,0 0 0 0 0,0 0 0 0 0,0 0 0 0 0,0 0 0 0 0,-1-1 0 0 0,1 1-1 0 0,0 0 1 0 0,0-1 0 0 0,0 1 0 0 0,0 0 0 0 0,0-1 0 0 0,0 1 0 0 0,0-1 0 0 0,0 0 0 0 0,0 1-1 0 0,0-1 1 0 0,0 0 0 0 0,0 1 0 0 0,0-1 0 0 0,1 0 0 0 0,-1 0 0 0 0,-1-1 0 0 0,2 1 8 0 0,1 0 0 0 0,-1 0 0 0 0,1 0 0 0 0,-1 0 1 0 0,0 1-1 0 0,1-1 0 0 0,0 0 0 0 0,-1 0 0 0 0,1 1 0 0 0,-1-1 0 0 0,1 0 1 0 0,0 1-1 0 0,-1-1 0 0 0,1 1 0 0 0,0-1 0 0 0,0 1 0 0 0,-1-1 1 0 0,1 1-1 0 0,0 0 0 0 0,0-1 0 0 0,0 1 0 0 0,0 0 0 0 0,1-1 1 0 0,28-8 723 0 0,-25 8-414 0 0,73-17 839 0 0,-25 12-6373 0 0,-18 4-793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1.3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90 3225 0 0,'-1'-2'385'0'0,"0"0"1"0"0,0 1 0 0 0,1-1-1 0 0,-1 1 1 0 0,-1-1 0 0 0,1 1-1 0 0,0-1 1 0 0,0 1 0 0 0,-1-1-1 0 0,1 1 1 0 0,0 0 0 0 0,-1 0 0 0 0,1 0-1 0 0,-1 0 1 0 0,0 0 0 0 0,1 0-1 0 0,-1 0 1 0 0,0 1 0 0 0,1-1-1 0 0,-1 0 1 0 0,0 1 0 0 0,-2-1-1 0 0,1 1 6 0 0,0 0-1 0 0,0 0 0 0 0,0 1 0 0 0,0-1 0 0 0,-1 1 1 0 0,1 0-1 0 0,0-1 0 0 0,0 1 0 0 0,1 1 0 0 0,-1-1 1 0 0,0 0-1 0 0,-3 3 0 0 0,-2 1-124 0 0,1-1 0 0 0,1 2 0 0 0,-1-1 0 0 0,1 1 0 0 0,0 0-1 0 0,0 0 1 0 0,1 1 0 0 0,0-1 0 0 0,-6 11 0 0 0,8-11-225 0 0,0 0 0 0 0,0 1 0 0 0,1-1 0 0 0,0 1 1 0 0,0-1-1 0 0,0 1 0 0 0,1 0 0 0 0,0-1 0 0 0,1 1 0 0 0,0 0 0 0 0,0 0 0 0 0,0-1 1 0 0,0 1-1 0 0,1 0 0 0 0,1 0 0 0 0,-1-1 0 0 0,1 1 0 0 0,0-1 0 0 0,0 1 0 0 0,1-1 1 0 0,0 0-1 0 0,0 0 0 0 0,0 0 0 0 0,1 0 0 0 0,0-1 0 0 0,0 1 0 0 0,0-1 0 0 0,1 0 1 0 0,6 5-1 0 0,-4-3-42 0 0,0-1 0 0 0,0-1 0 0 0,1 0 1 0 0,0 0-1 0 0,0 0 0 0 0,0-1 0 0 0,1 0 1 0 0,-1 0-1 0 0,1-1 0 0 0,0 0 0 0 0,0-1 0 0 0,0 0 1 0 0,0 0-1 0 0,0-1 0 0 0,1-1 0 0 0,-1 1 1 0 0,0-1-1 0 0,1-1 0 0 0,-1 0 0 0 0,18-3 0 0 0,-19 1 45 0 0,0 1 0 0 0,0-1-1 0 0,0 0 1 0 0,-1-1 0 0 0,1 0-1 0 0,-1 0 1 0 0,0-1 0 0 0,0 1-1 0 0,-1-2 1 0 0,1 1-1 0 0,-1-1 1 0 0,0 0 0 0 0,-1 0-1 0 0,8-10 1 0 0,-10 11 20 0 0,0 0-1 0 0,-1-1 1 0 0,1 1 0 0 0,-1 0-1 0 0,0-1 1 0 0,0 0 0 0 0,-1 1-1 0 0,0-1 1 0 0,0 0 0 0 0,0 0-1 0 0,-1 0 1 0 0,0 0 0 0 0,0 0-1 0 0,0 0 1 0 0,-1 0 0 0 0,1 1-1 0 0,-2-1 1 0 0,1 0 0 0 0,-1 0-1 0 0,1 1 1 0 0,-4-7 0 0 0,-1-1 24 0 0,-1 0 1 0 0,-1 0-1 0 0,0 0 1 0 0,-1 1 0 0 0,0 0-1 0 0,0 1 1 0 0,-16-15-1 0 0,17 18-141 0 0,-1 1-1 0 0,1 0 1 0 0,-1 1-1 0 0,0 0 1 0 0,-1 0-1 0 0,1 1 1 0 0,-1 0-1 0 0,0 1 1 0 0,0 0-1 0 0,-20-4 1 0 0,27 7-97 0 0,0 1 1 0 0,0-1 0 0 0,0 1 0 0 0,0 0 0 0 0,0 0 0 0 0,0 1-1 0 0,0-1 1 0 0,0 0 0 0 0,0 1 0 0 0,0 0 0 0 0,0 0 0 0 0,1 0-1 0 0,-6 2 1 0 0,-4 5-626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11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44 3225 0 0,'1'-3'504'0'0,"0"0"1"0"0,0 0 0 0 0,0 0 0 0 0,0 1-1 0 0,0-1 1 0 0,1 0 0 0 0,-1 1-1 0 0,1-1 1 0 0,0 1 0 0 0,0 0 0 0 0,0 0-1 0 0,0-1 1 0 0,0 1 0 0 0,4-2 0 0 0,-5 3-276 0 0,-1 1 1 0 0,1 0 0 0 0,0-1 0 0 0,0 1 0 0 0,0 0 0 0 0,-1-1 0 0 0,1 1 0 0 0,0 0-1 0 0,0 0 1 0 0,0 0 0 0 0,0-1 0 0 0,-1 1 0 0 0,1 0 0 0 0,0 0 0 0 0,0 0 0 0 0,0 1-1 0 0,0-1 1 0 0,0 0 0 0 0,-1 0 0 0 0,2 1 0 0 0,0 0-59 0 0,-1-1 0 0 0,0 1 1 0 0,0 0-1 0 0,0 0 0 0 0,1 0 0 0 0,-1 0 1 0 0,0 0-1 0 0,-1 1 0 0 0,1-1 0 0 0,0 0 0 0 0,0 0 1 0 0,0 1-1 0 0,-1-1 0 0 0,1 0 0 0 0,0 4 1 0 0,6 16 254 0 0,-2 1 0 0 0,0 0 0 0 0,-2 1 0 0 0,2 41 1 0 0,-4-37-12 0 0,2-1 1 0 0,11 53 0 0 0,-12-71-430 0 0,0 0-56 0 0,0 0 1 0 0,0 0-1 0 0,1 0 1 0 0,0-1 0 0 0,1 1-1 0 0,-1-1 1 0 0,1 1-1 0 0,10 12 1 0 0,-13-20 56 0 0,-1 0 0 0 0,1 0 0 0 0,-1 0 0 0 0,1-1 0 0 0,-1 1 0 0 0,1 0 0 0 0,-1 0 0 0 0,1-1 0 0 0,-1 1 0 0 0,1 0 0 0 0,-1 0 0 0 0,1-1 0 0 0,-1 1 0 0 0,0 0 0 0 0,1-1 0 0 0,-1 1 0 0 0,1-1 0 0 0,-1 1 0 0 0,0-1 0 0 0,0 1 0 0 0,1 0 0 0 0,-1-1 0 0 0,0 1 0 0 0,0-1 0 0 0,1 1 0 0 0,-1-1 0 0 0,0 1 0 0 0,0-1 0 0 0,0 0 0 0 0,0 1 0 0 0,0-1 0 0 0,0 1 0 0 0,0-1 1 0 0,0 1-1 0 0,0-1 0 0 0,0 0 0 0 0,6-29 622 0 0,-5 26-539 0 0,5-27 199 0 0,1 0 0 0 0,2 1 1 0 0,1 0-1 0 0,20-42 1 0 0,-25 63-237 0 0,0-1 1 0 0,0 1-1 0 0,1 0 1 0 0,0 0 0 0 0,0 1-1 0 0,1 0 1 0 0,1 0 0 0 0,-1 1-1 0 0,1-1 1 0 0,0 2 0 0 0,1-1-1 0 0,-1 1 1 0 0,1 0-1 0 0,1 1 1 0 0,-1 0 0 0 0,1 1-1 0 0,10-4 1 0 0,-18 7-18 0 0,1 1 0 0 0,0-1 0 0 0,0 1 0 0 0,0-1 1 0 0,0 1-1 0 0,0 0 0 0 0,0 0 0 0 0,0 0 0 0 0,0 1 0 0 0,0-1 0 0 0,0 1 0 0 0,0 0 0 0 0,-1-1 0 0 0,1 1 1 0 0,0 0-1 0 0,0 1 0 0 0,-1-1 0 0 0,1 0 0 0 0,-1 1 0 0 0,1 0 0 0 0,-1-1 0 0 0,1 1 0 0 0,-1 0 1 0 0,0 0-1 0 0,3 4 0 0 0,4 5 35 0 0,-1 1 0 0 0,-1 0-1 0 0,0 0 1 0 0,7 19 0 0 0,9 13 116 0 0,-15-31-398 0 0,1-1 0 0 0,0 0 0 0 0,1-1 0 0 0,0 0-1 0 0,1 0 1 0 0,0-1 0 0 0,1-1 0 0 0,15 11 0 0 0,5-1-7683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7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 10138 0 0,'-2'3'271'0'0,"1"0"0"0"0,-1 0 1 0 0,0 0-1 0 0,1 1 0 0 0,0-1 0 0 0,-1 0 0 0 0,1 1 0 0 0,0-1 0 0 0,1 1 0 0 0,-1-1 1 0 0,0 7-1 0 0,0 41 1260 0 0,23 239 397 0 0,-5-115-1191 0 0,89 853 1436 0 0,-103-1000-2167 0 0,29 272 294 0 0,-7 344 0 0 0,-11 173 850 0 0,7 431-500 0 0,-45-9-194 0 0,20-835-378 0 0,3 262 28 0 0,-6 283 76 0 0,-9 193-182 0 0,15-928 0 0 0,-4 281 9 0 0,18 996 69 0 0,55-658 153 0 0,-3-58-149 0 0,-48-457-25 0 0,41 555-42 0 0,5-36 68 0 0,-4-119 215 0 0,26-3 731 0 0,-68-576-551 0 0,34 205-104 0 0,2 18-656 0 0,-50-335 158 0 0,-2-10 33 0 0,1-1 1 0 0,0 0 0 0 0,2 0-1 0 0,-1 0 1 0 0,12 28 0 0 0,-9-35-224 0 0,-1-5-78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9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10138 0 0,'0'0'3'0'0,"19"-21"5197"0"0,-12 24-2423 0 0,-3 15-2119 0 0,11 87 1220 0 0,47 167 1 0 0,-11-60-1430 0 0,-18-17 32 0 0,-21-108-242 0 0,45 160 0 0 0,-48-221-455 0 0,2-1-1 0 0,1 0 0 0 0,1-1 1 0 0,1 0-1 0 0,1-1 0 0 0,32 37 1 0 0,-42-46-2157 0 0,-6-6 1157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9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1125 209 3225 0 0,'-2'-10'422'0'0,"0"1"0"0"0,0 0 0 0 0,-1 0 0 0 0,0 1 0 0 0,-1-1 0 0 0,0 1 1 0 0,0-1-1 0 0,-1 1 0 0 0,0 0 0 0 0,0 1 0 0 0,-1-1 0 0 0,0 1 0 0 0,0 1 1 0 0,-12-11-1 0 0,9 9-46 0 0,-1 0 0 0 0,0 1 1 0 0,0 0-1 0 0,0 0 1 0 0,-1 1-1 0 0,0 1 0 0 0,0-1 1 0 0,-1 2-1 0 0,0 0 0 0 0,0 0 1 0 0,0 1-1 0 0,0 0 0 0 0,0 1 1 0 0,0 1-1 0 0,-1 0 1 0 0,-15 1-1 0 0,5 2 42 0 0,-1 1 0 0 0,0 0-1 0 0,1 2 1 0 0,0 1 0 0 0,0 1 0 0 0,0 1 0 0 0,-33 18-1 0 0,15-5-193 0 0,0 3-1 0 0,2 1 1 0 0,1 2-1 0 0,1 1 1 0 0,-61 63-1 0 0,45-34-298 0 0,3 2 0 0 0,-73 113-1 0 0,109-151 30 0 0,1 1 0 0 0,0 1 0 0 0,2 1 0 0 0,1-1 0 0 0,1 2 0 0 0,1-1 0 0 0,1 1 0 0 0,1 0 0 0 0,1 1 0 0 0,1-1 0 0 0,2 1 0 0 0,0 0 0 0 0,2 0 0 0 0,1-1 0 0 0,5 31 0 0 0,-1-27-88 0 0,2 1 0 0 0,0-1 0 0 0,3-1 0 0 0,0 0 0 0 0,2 0-1 0 0,0-1 1 0 0,2-1 0 0 0,1 0 0 0 0,1-1 0 0 0,2 0 0 0 0,0-2 0 0 0,1 0-1 0 0,2-1 1 0 0,35 30 0 0 0,-23-25 86 0 0,1-2-1 0 0,1-1 1 0 0,2-2-1 0 0,0-1 1 0 0,1-2-1 0 0,1-2 1 0 0,1-1 0 0 0,0-3-1 0 0,69 15 1 0 0,-70-21 338 0 0,0-3 0 0 0,1-1 1 0 0,0-1-1 0 0,-1-3 0 0 0,1-1 1 0 0,-1-2-1 0 0,0-2 0 0 0,0-1 1 0 0,59-20-1 0 0,-53 12 53 0 0,0-3-1 0 0,-2-1 1 0 0,0-3 0 0 0,-1-1 0 0 0,-1-2-1 0 0,-1-2 1 0 0,56-49 0 0 0,-83 65-310 0 0,-1-1 0 0 0,0-1 0 0 0,-1 0 0 0 0,0 0 0 0 0,-1-1 0 0 0,-1 0 0 0 0,0-1 0 0 0,-1 0 0 0 0,0-1 0 0 0,-1 1 0 0 0,-1-1 0 0 0,-1-1 0 0 0,0 1 0 0 0,-1-1 0 0 0,-1 0 0 0 0,0 0 0 0 0,-1 0 0 0 0,-1 0 0 0 0,-1 0 0 0 0,0 0 0 0 0,-2 0 0 0 0,-5-31 0 0 0,-2 6-6 0 0,-3 0 1 0 0,-1 0 0 0 0,-2 1 0 0 0,-2 1-1 0 0,-2 1 1 0 0,-1 0 0 0 0,-2 2 0 0 0,-34-45-1 0 0,-1 9-132 0 0,-4 2 0 0 0,-126-114 0 0 0,178 176-17 0 0,-1 1 0 0 0,-1 0 0 0 0,-14-9 0 0 0,22 15-8 0 0,0 0 0 0 0,-1 1 0 0 0,1-1 0 0 0,0 1 0 0 0,0 0 0 0 0,-1 0 0 0 0,1 0 0 0 0,-1 1 1 0 0,1-1-1 0 0,-1 1 0 0 0,1 0 0 0 0,-1-1 0 0 0,1 2 0 0 0,-1-1 0 0 0,1 0 0 0 0,-1 1 0 0 0,-6 1 0 0 0,-13 9-805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29.9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43 6449 0 0,'-28'-43'14858'0'0,"36"77"-14426"0"0,-2-1-1 0 0,-1 1 1 0 0,0 56-1 0 0,-3-35-235 0 0,15 111 680 0 0,2-85-1929 0 0,-12-58-2371 0 0,16 33 1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0.4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262 159 5529 0 0,'0'-8'701'0'0,"0"-1"0"0"0,-1 1-1 0 0,0 0 1 0 0,0-1 0 0 0,-1 1-1 0 0,-2-9 1 0 0,3 15-583 0 0,1 1 0 0 0,-1 0 1 0 0,1-1-1 0 0,-1 1 0 0 0,0 0 0 0 0,1 0 0 0 0,-1 0 1 0 0,0-1-1 0 0,0 1 0 0 0,0 0 0 0 0,0 0 0 0 0,0 0 0 0 0,0 0 1 0 0,0 0-1 0 0,0 1 0 0 0,-1-1 0 0 0,1 0 0 0 0,0 0 1 0 0,0 1-1 0 0,-1-1 0 0 0,1 1 0 0 0,0-1 0 0 0,-1 1 0 0 0,1-1 1 0 0,-1 1-1 0 0,1 0 0 0 0,0 0 0 0 0,-1 0 0 0 0,1 0 0 0 0,-1 0 1 0 0,1 0-1 0 0,-1 0 0 0 0,1 0 0 0 0,0 1 0 0 0,-1-1 1 0 0,1 0-1 0 0,-1 1 0 0 0,1-1 0 0 0,0 1 0 0 0,0 0 0 0 0,-1-1 1 0 0,1 1-1 0 0,-1 1 0 0 0,-10 5 110 0 0,0 0 0 0 0,1 1 0 0 0,0 1 0 0 0,0 0 0 0 0,1 0 0 0 0,0 1 0 0 0,1 0 0 0 0,-14 20 0 0 0,-4 10-588 0 0,-24 47 0 0 0,48-81 254 0 0,-8 19-1105 0 0,13-18-14 0 0,11-13 60 0 0,10-15 1008 0 0,-2-1 1 0 0,0 0-1 0 0,-1-2 1 0 0,-1 0-1 0 0,23-40 1 0 0,-19 29 1288 0 0,-12 18 933 0 0,14-34-1 0 0,-1 3 1768 0 0,-23 47-3785 0 0,0 1 1 0 0,-1-1-1 0 0,1 1 1 0 0,0 0-1 0 0,0-1 1 0 0,-1 1-1 0 0,1-1 1 0 0,0 1-1 0 0,0 0 1 0 0,0 0-1 0 0,-1 0 0 0 0,1-1 1 0 0,0 1-1 0 0,0 0 1 0 0,0 0-1 0 0,0 0 1 0 0,0 0-1 0 0,-1 0 1 0 0,1 0-1 0 0,0 1 1 0 0,0-1-1 0 0,0 0 1 0 0,0 0-1 0 0,-1 0 1 0 0,1 1-1 0 0,0-1 1 0 0,0 1-1 0 0,0-1 1 0 0,-1 0-1 0 0,1 1 1 0 0,0-1-1 0 0,-1 1 1 0 0,2 1-1 0 0,28 20-84 0 0,-28-20 88 0 0,17 14-193 0 0,-2 1 0 0 0,0 1-1 0 0,-1 0 1 0 0,-1 1 0 0 0,-1 1 0 0 0,-1 0 0 0 0,18 37-1 0 0,-13-21-980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1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9218 0 0,'-1'1'184'0'0,"0"0"-1"0"0,0 0 1 0 0,0 0-1 0 0,0 0 1 0 0,1 0 0 0 0,-1 0-1 0 0,0 0 1 0 0,0 1-1 0 0,1-1 1 0 0,-1 0-1 0 0,1 1 1 0 0,-1-1 0 0 0,1 0-1 0 0,0 1 1 0 0,-1-1-1 0 0,1 1 1 0 0,0-1 0 0 0,0 1-1 0 0,0-1 1 0 0,0 0-1 0 0,0 1 1 0 0,0-1 0 0 0,0 1-1 0 0,1 1 1 0 0,7 48 2172 0 0,-6-39-1679 0 0,50 221 2161 0 0,7 54-1722 0 0,65 506 174 0 0,-34-65 374 0 0,-72-544-1236 0 0,52 236 0 0 0,-43-274-242 0 0,-14-66-1142 0 0,44 146 1 0 0,-55-217 552 0 0,9 17 1009 0 0,-2-21-2252 0 0,4-12-3425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6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116 107 7370 0 0,'-16'7'621'0'0,"0"-1"1"0"0,0 2-1 0 0,1 0 0 0 0,0 1 1 0 0,-19 15-1 0 0,33-24-593 0 0,1 0-1 0 0,0 0 0 0 0,0 0 1 0 0,0 0-1 0 0,0 0 1 0 0,-1 1-1 0 0,1-1 0 0 0,0 0 1 0 0,0 0-1 0 0,0 0 0 0 0,0 0 1 0 0,0 0-1 0 0,-1 1 0 0 0,1-1 1 0 0,0 0-1 0 0,0 0 1 0 0,0 0-1 0 0,0 0 0 0 0,0 0 1 0 0,0 1-1 0 0,0-1 0 0 0,0 0 1 0 0,0 0-1 0 0,0 0 0 0 0,0 1 1 0 0,0-1-1 0 0,0 0 0 0 0,0 0 1 0 0,0 0-1 0 0,0 1 1 0 0,0-1-1 0 0,0 0 0 0 0,0 0 1 0 0,0 0-1 0 0,0 0 0 0 0,0 1 1 0 0,0-1-1 0 0,0 0 0 0 0,0 0 1 0 0,0 0-1 0 0,0 0 1 0 0,0 1-1 0 0,1-1 0 0 0,9 3 657 0 0,16-3-296 0 0,371-47 1293 0 0,-57 3 8 0 0,480-9 1198 0 0,-328 38-2601 0 0,-242 8-203 0 0,-115 8 30 0 0,-77 1-290 0 0,1-2-1 0 0,62-10 0 0 0,-105 4-720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7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 9362 0 0,'2'-2'287'0'0,"-1"0"-1"0"0,1 1 1 0 0,-1-1 0 0 0,1 0-1 0 0,0 1 1 0 0,-1 0 0 0 0,1-1-1 0 0,0 1 1 0 0,0 0 0 0 0,0 0-1 0 0,0 0 1 0 0,0 0 0 0 0,1 0-1 0 0,-1 1 1 0 0,0-1 0 0 0,0 1-1 0 0,0-1 1 0 0,1 1 0 0 0,2 0 0 0 0,-1-1 265 0 0,0 1 1 0 0,-1 0-1 0 0,1 0 1 0 0,0 0-1 0 0,0 0 1 0 0,0 1 0 0 0,-1-1-1 0 0,1 1 1 0 0,0 0-1 0 0,6 3 1 0 0,-4 0-392 0 0,-1 0 0 0 0,0 0 1 0 0,-1 0-1 0 0,1 1 0 0 0,-1-1 0 0 0,0 1 1 0 0,0 0-1 0 0,0 0 0 0 0,-1 1 0 0 0,1-1 1 0 0,-1 1-1 0 0,-1 0 0 0 0,1-1 0 0 0,-1 1 1 0 0,3 11-1 0 0,1 10-293 0 0,-1 1 0 0 0,2 35 0 0 0,-4-39 360 0 0,14 170-77 0 0,-5-54-189 0 0,38 188 0 0 0,-7-169 23 0 0,7 34 89 0 0,-43-154-96 0 0,-1 0 0 0 0,-2 1 0 0 0,-1 43 0 0 0,-4 17-2247 0 0,3-70-5419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7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1 7370 0 0,'-2'0'277'0'0,"1"0"-1"0"0,0 0 1 0 0,-1 0 0 0 0,1 0 0 0 0,0 0 0 0 0,0 1 0 0 0,-1-1 0 0 0,1 0 0 0 0,0 1 0 0 0,0-1 0 0 0,-1 1 0 0 0,1 0 0 0 0,0-1 0 0 0,0 1 0 0 0,0 0 0 0 0,-1 1 0 0 0,2 3 1819 0 0,14-1-1068 0 0,55-7-263 0 0,-45 1-502 0 0,39 2 0 0 0,-58 1-285 0 0,1-1 0 0 0,0 1 0 0 0,-1 0 0 0 0,1 0-1 0 0,0 1 1 0 0,-1 0 0 0 0,0 0 0 0 0,1 0 0 0 0,-1 1 0 0 0,0-1 0 0 0,9 7-1 0 0,-13-8 4 0 0,-1 0-1 0 0,1 0 1 0 0,0 0-1 0 0,0 0 1 0 0,-1 0-1 0 0,1 0 0 0 0,0 0 1 0 0,-1 0-1 0 0,1 0 1 0 0,-1 0-1 0 0,0 1 1 0 0,1-1-1 0 0,-1 0 0 0 0,0 0 1 0 0,1 0-1 0 0,-1 1 1 0 0,0-1-1 0 0,0 0 1 0 0,0 0-1 0 0,0 0 0 0 0,-1 1 1 0 0,1-1-1 0 0,0 0 1 0 0,0 0-1 0 0,-1 0 0 0 0,1 1 1 0 0,0-1-1 0 0,-1 0 1 0 0,1 0-1 0 0,-1 0 1 0 0,0 0-1 0 0,1 0 0 0 0,-1 0 1 0 0,0 0-1 0 0,0 0 1 0 0,1 0-1 0 0,-1 0 1 0 0,-2 1-1 0 0,-4 5-162 0 0,0 0 0 0 0,0 0 1 0 0,-13 7-1 0 0,18-12 136 0 0,-99 67-956 0 0,56-41 933 0 0,2 2 0 0 0,-46 42 1 0 0,87-71 102 0 0,1 0-1 0 0,-1 1 1 0 0,1-1 0 0 0,-1 0-1 0 0,1 1 1 0 0,0-1 0 0 0,0 1-1 0 0,0-1 1 0 0,0 1 0 0 0,0 0-1 0 0,0-1 1 0 0,0 1 0 0 0,0 0 0 0 0,1 0-1 0 0,-1 0 1 0 0,1-1 0 0 0,-1 1-1 0 0,1 0 1 0 0,0 0 0 0 0,0 0-1 0 0,-1 0 1 0 0,1 0 0 0 0,1 0-1 0 0,-1 2 1 0 0,1-2-9 0 0,0 0 0 0 0,1 0 0 0 0,-1 0 0 0 0,0-1 1 0 0,1 1-1 0 0,-1-1 0 0 0,1 1 0 0 0,-1-1 0 0 0,1 0 0 0 0,0 1 0 0 0,-1-1 0 0 0,1 0 0 0 0,0 0 0 0 0,0 0 0 0 0,0 0 0 0 0,0-1 0 0 0,0 1 0 0 0,0 0 1 0 0,0-1-1 0 0,0 0 0 0 0,0 1 0 0 0,3-1 0 0 0,90 7 433 0 0,1-1-265 0 0,-86-5-228 0 0,1 1 0 0 0,-1 1 0 0 0,0 0 0 0 0,0 0-1 0 0,0 1 1 0 0,17 8 0 0 0,-26-11 39 0 0,0-1-1 0 0,0 0 1 0 0,1 1-1 0 0,-1 0 0 0 0,0-1 1 0 0,0 1-1 0 0,0 0 1 0 0,0-1-1 0 0,0 1 1 0 0,0 0-1 0 0,0 0 0 0 0,0 0 1 0 0,-1 0-1 0 0,1 0 1 0 0,0 0-1 0 0,0 0 0 0 0,-1 0 1 0 0,1 0-1 0 0,-1 0 1 0 0,1 0-1 0 0,-1 1 1 0 0,1-1-1 0 0,-1 0 0 0 0,0 0 1 0 0,1 0-1 0 0,-1 1 1 0 0,0-1-1 0 0,0 0 1 0 0,0 1-1 0 0,0-1 0 0 0,0 0 1 0 0,0 0-1 0 0,0 1 1 0 0,-1-1-1 0 0,1 0 1 0 0,0 0-1 0 0,-1 0 0 0 0,1 1 1 0 0,-1-1-1 0 0,1 0 1 0 0,-1 0-1 0 0,0 0 0 0 0,1 0 1 0 0,-1 0-1 0 0,0 0 1 0 0,-1 1-1 0 0,-6 6 109 0 0,1-1 0 0 0,-1-1 0 0 0,0 1 1 0 0,-17 9-1 0 0,9-6 156 0 0,-68 43 723 0 0,58-39-947 0 0,0 2-1 0 0,1 1 1 0 0,1 1 0 0 0,-30 29-1 0 0,53-47-103 0 0,0 1-1 0 0,0-1 0 0 0,1 1 1 0 0,-1-1-1 0 0,0 1 0 0 0,1 0 1 0 0,-1-1-1 0 0,0 1 0 0 0,1 0 1 0 0,-1-1-1 0 0,1 1 0 0 0,-1 0 1 0 0,1 0-1 0 0,-1 0 0 0 0,1-1 1 0 0,0 1-1 0 0,-1 0 0 0 0,1 0 1 0 0,0 0-1 0 0,0 0 0 0 0,0 0 1 0 0,0 0-1 0 0,0 0 0 0 0,0-1 1 0 0,0 1-1 0 0,0 0 0 0 0,0 0 1 0 0,0 0-1 0 0,0 0 0 0 0,0 0 1 0 0,1 0-1 0 0,-1 0 0 0 0,0-1 1 0 0,1 1-1 0 0,-1 0 0 0 0,0 0 1 0 0,1 0-1 0 0,-1-1 0 0 0,1 1 1 0 0,0 0-1 0 0,-1 0 0 0 0,1-1 1 0 0,0 1-1 0 0,2 1-259 0 0,0 0 1 0 0,0-1-1 0 0,0 0 0 0 0,0 0 1 0 0,0 0-1 0 0,0 0 0 0 0,0 0 1 0 0,1-1-1 0 0,-1 1 0 0 0,0-1 1 0 0,5 0-1 0 0,9 0-879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8.2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6913 0 0,'0'0'23'0'0,"0"0"-1"0"0,0 0 0 0 0,-1 1 0 0 0,1-1 0 0 0,0 0 0 0 0,0 0 0 0 0,0 0 1 0 0,0 1-1 0 0,0-1 0 0 0,0 0 0 0 0,0 0 0 0 0,0 1 0 0 0,0-1 1 0 0,-1 0-1 0 0,1 0 0 0 0,0 0 0 0 0,0 1 0 0 0,0-1 0 0 0,0 0 0 0 0,0 0 1 0 0,0 1-1 0 0,0-1 0 0 0,1 0 0 0 0,-1 0 0 0 0,0 0 0 0 0,0 1 0 0 0,0-1 1 0 0,0 0-1 0 0,0 0 0 0 0,0 1 0 0 0,0-1 0 0 0,0 0 0 0 0,0 0 0 0 0,1 0 1 0 0,-1 0-1 0 0,0 1 0 0 0,0-1 0 0 0,0 0 0 0 0,0 0 0 0 0,1 0 0 0 0,-1 1 1 0 0,15 7 1292 0 0,22 3 2588 0 0,-34-11-3074 0 0,14 4 1450 0 0,1-1 0 0 0,20 1 0 0 0,31 5-337 0 0,-66-8-1918 0 0,0 1 0 0 0,-1-1 0 0 0,1 1 0 0 0,-1-1 0 0 0,1 1 0 0 0,-1 0 0 0 0,0 0 1 0 0,0 1-1 0 0,0-1 0 0 0,0 0 0 0 0,0 1 0 0 0,0-1 0 0 0,-1 1 0 0 0,1-1 0 0 0,-1 1 0 0 0,1 0 0 0 0,-1-1 0 0 0,0 1 0 0 0,1 4 0 0 0,2 8 100 0 0,0 0 0 0 0,3 20-1 0 0,-1 28-53 0 0,-2 0-1 0 0,-6 72 1 0 0,0-69-69 0 0,11 117 0 0 0,6-81-1 0 0,19 186 0 0 0,43 434 208 0 0,-56-406-171 0 0,0-8-2 0 0,-18-283-43 0 0,8 39-230 0 0,-4 0-1 0 0,-2 0 0 0 0,-6 106 0 0 0,-2-147-1483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8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2932 53 3225 0 0,'39'-7'3867'0'0,"-37"7"-3449"0"0,1-1 1 0 0,-1 0-1 0 0,0 0 0 0 0,0 0 0 0 0,0 0 0 0 0,0 0 0 0 0,0 0 0 0 0,0 0 0 0 0,0-1 0 0 0,0 1 0 0 0,-1-1 0 0 0,1 1 0 0 0,0-1 0 0 0,2-3 0 0 0,-4 4-322 0 0,0 1 1 0 0,0-1-1 0 0,0 1 1 0 0,0-1-1 0 0,0 1 0 0 0,0 0 1 0 0,0-1-1 0 0,0 1 1 0 0,0-1-1 0 0,0 1 1 0 0,0-1-1 0 0,0 1 1 0 0,0 0-1 0 0,-1-1 0 0 0,1 1 1 0 0,0-1-1 0 0,0 1 1 0 0,0 0-1 0 0,-1-1 1 0 0,1 1-1 0 0,0-1 0 0 0,0 1 1 0 0,-1 0-1 0 0,1 0 1 0 0,0-1-1 0 0,-1 1 1 0 0,1 0-1 0 0,0-1 1 0 0,-1 1-1 0 0,1 0 0 0 0,0 0 1 0 0,-1 0-1 0 0,1-1 1 0 0,-1 1-1 0 0,1 0 1 0 0,0 0-1 0 0,-1 0 0 0 0,1 0 1 0 0,-1 0-1 0 0,1 0 1 0 0,-1 0-1 0 0,1 0 1 0 0,-1 0-1 0 0,-24-4 1527 0 0,21 4-1232 0 0,-104-7 1078 0 0,-138 8-1 0 0,-704 17 95 0 0,487 5-1995 0 0,319-13 253 0 0,-7-2 311 0 0,-167-13 0 0 0,188 2 235 0 0,-167 18-1 0 0,214-9-979 0 0,10-1-2414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39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6 266 11026 0 0,'-6'-3'1159'0'0,"14"-3"-547"0"0,11-3 258 0 0,4 4-874 0 0,1 1 0 0 0,-1 1 0 0 0,1 1 0 0 0,0 2 0 0 0,40 3 0 0 0,-24-2-36 0 0,539 34 2498 0 0,-203-10-300 0 0,571-31 772 0 0,-4-91-1826 0 0,-794 75-1187 0 0,261-32-98 0 0,115 5 7 0 0,-404 33-267 0 0,38-3-11 0 0,-134 18 425 0 0,-1 1 1 0 0,1 1-1 0 0,0 1 0 0 0,33 7 0 0 0,-57-9 50 0 0,-1 0-1 0 0,1 0 0 0 0,0 1 0 0 0,-1-1 0 0 0,1 0 0 0 0,0 1 0 0 0,-1-1 0 0 0,1 1 0 0 0,-1-1 1 0 0,1 1-1 0 0,0-1 0 0 0,-1 1 0 0 0,1-1 0 0 0,-1 1 0 0 0,0-1 0 0 0,1 1 0 0 0,-1 0 0 0 0,1-1 1 0 0,-1 1-1 0 0,0 0 0 0 0,0-1 0 0 0,1 1 0 0 0,-1 0 0 0 0,0 0 0 0 0,0-1 0 0 0,0 1 0 0 0,0 0 0 0 0,0 0 1 0 0,0-1-1 0 0,0 1 0 0 0,0 0 0 0 0,0 0 0 0 0,0 1 0 0 0,-8 33 565 0 0,2-11-448 0 0,6-18-139 0 0,0-1 0 0 0,1 1 1 0 0,0-1-1 0 0,0 0 0 0 0,1 1 0 0 0,0-1 0 0 0,-1 0 0 0 0,2 0 0 0 0,-1 0 1 0 0,1 0-1 0 0,-1 0 0 0 0,1-1 0 0 0,0 1 0 0 0,1-1 0 0 0,-1 0 1 0 0,1 0-1 0 0,0 0 0 0 0,0 0 0 0 0,0 0 0 0 0,1-1 0 0 0,-1 0 0 0 0,1 0 1 0 0,7 3-1 0 0,-3 0-80 0 0,1-1 1 0 0,0-1-1 0 0,0 0 1 0 0,0 0 0 0 0,0-1-1 0 0,0-1 1 0 0,1 1-1 0 0,-1-2 1 0 0,1 1-1 0 0,-1-1 1 0 0,16-1 0 0 0,-21-1 46 0 0,-1 1 0 0 0,1-1 1 0 0,-1 0-1 0 0,1-1 1 0 0,-1 1-1 0 0,0-1 0 0 0,1 0 1 0 0,-1 0-1 0 0,0 0 1 0 0,0 0-1 0 0,0-1 0 0 0,-1 1 1 0 0,1-1-1 0 0,0 0 1 0 0,-1-1-1 0 0,0 1 0 0 0,0 0 1 0 0,0-1-1 0 0,0 0 1 0 0,0 1-1 0 0,-1-1 0 0 0,0 0 1 0 0,0-1-1 0 0,0 1 1 0 0,0 0-1 0 0,-1-1 0 0 0,1 1 1 0 0,-1 0-1 0 0,0-1 1 0 0,0 0-1 0 0,-1 1 1 0 0,1-6-1 0 0,-1 2 132 0 0,0-1 1 0 0,0 1-1 0 0,0 0 0 0 0,-1-1 1 0 0,-1 1-1 0 0,1 0 0 0 0,-1 0 1 0 0,-1 0-1 0 0,1 0 0 0 0,-1 1 0 0 0,-1-1 1 0 0,1 1-1 0 0,-1-1 0 0 0,-1 1 1 0 0,1 0-1 0 0,-1 1 0 0 0,-9-10 1 0 0,13 14-84 0 0,-1 1 1 0 0,0-1 0 0 0,1 1-1 0 0,-1-1 1 0 0,0 1-1 0 0,1 0 1 0 0,-1 0 0 0 0,0 0-1 0 0,0 0 1 0 0,0 0-1 0 0,0 0 1 0 0,0 1 0 0 0,0-1-1 0 0,0 1 1 0 0,0-1-1 0 0,-1 1 1 0 0,1 0-1 0 0,0 0 1 0 0,0 0 0 0 0,0 0-1 0 0,0 0 1 0 0,-5 1-1 0 0,4 0-2 0 0,0 0-1 0 0,0 1 1 0 0,0 0-1 0 0,0 0 1 0 0,0-1-1 0 0,0 1 1 0 0,1 1-1 0 0,-1-1 0 0 0,1 0 1 0 0,-1 1-1 0 0,1-1 1 0 0,0 1-1 0 0,-2 3 1 0 0,-2 3-7 0 0,1-1 1 0 0,0 2-1 0 0,1-1 1 0 0,0 0-1 0 0,0 1 1 0 0,1 0-1 0 0,0 0 1 0 0,-2 17-1 0 0,4-16 53 0 0,1 0-1 0 0,1 0 1 0 0,-1 0-1 0 0,2 0 0 0 0,3 15 1 0 0,-4-22-92 0 0,0-1 0 0 0,0 1 0 0 0,1 0 0 0 0,-1-1-1 0 0,1 0 1 0 0,0 1 0 0 0,0-1 0 0 0,5 6 0 0 0,-6-8-88 0 0,0 0 0 0 0,1 0-1 0 0,-1 0 1 0 0,0 0 0 0 0,1 0 0 0 0,-1 0 0 0 0,1 0-1 0 0,0 0 1 0 0,-1 0 0 0 0,1-1 0 0 0,0 1-1 0 0,-1 0 1 0 0,1-1 0 0 0,0 0 0 0 0,0 1 0 0 0,-1-1-1 0 0,1 0 1 0 0,0 0 0 0 0,2 0 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0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77 5065 0 0,'-16'3'923'0'0,"-9"1"4027"0"0,51-6-2118 0 0,436-31-956 0 0,-189 29-955 0 0,-96 2-280 0 0,526 12 1199 0 0,-155 1-1580 0 0,411-46-314 0 0,-650 19 124 0 0,162 5 497 0 0,-345 9-469 0 0,53 3 73 0 0,-171 0-158 0 0,-2-1 2 0 0,0 0-1 0 0,-1 0 1 0 0,1 1 0 0 0,-1 0-1 0 0,1 0 1 0 0,-1 0-1 0 0,1 1 1 0 0,-1 0 0 0 0,0 0-1 0 0,1 0 1 0 0,7 5-1 0 0,-13-6-7 0 0,1 0 0 0 0,-1-1-1 0 0,0 1 1 0 0,0-1 0 0 0,0 1-1 0 0,1 0 1 0 0,-1-1 0 0 0,0 1 0 0 0,0 0-1 0 0,0-1 1 0 0,0 1 0 0 0,0 0-1 0 0,0-1 1 0 0,0 1 0 0 0,-1-1-1 0 0,1 1 1 0 0,0 0 0 0 0,0-1-1 0 0,0 1 1 0 0,-1-1 0 0 0,1 1-1 0 0,0 0 1 0 0,-1-1 0 0 0,1 1-1 0 0,0-1 1 0 0,-1 1 0 0 0,1-1 0 0 0,-1 1-1 0 0,-19 22 340 0 0,8-9-198 0 0,11-11-152 0 0,-1-1 0 0 0,1 1-1 0 0,-1 0 1 0 0,1 0-1 0 0,0 0 1 0 0,0 0 0 0 0,0 0-1 0 0,1 0 1 0 0,-1 0-1 0 0,1 0 1 0 0,0 0 0 0 0,0 0-1 0 0,0 0 1 0 0,0 0-1 0 0,0 0 1 0 0,1 0-1 0 0,-1 0 1 0 0,1 0 0 0 0,0 0-1 0 0,0 0 1 0 0,0 0-1 0 0,0 0 1 0 0,0 0 0 0 0,1 0-1 0 0,-1-1 1 0 0,1 1-1 0 0,0-1 1 0 0,2 4-1 0 0,0-2-5 0 0,0-1-1 0 0,0 1 1 0 0,1-1-1 0 0,-1 0 1 0 0,1 0-1 0 0,0 0 1 0 0,-1 0-1 0 0,1-1 1 0 0,0 0-1 0 0,1 0 1 0 0,-1-1-1 0 0,0 1 1 0 0,0-1-1 0 0,1 0 1 0 0,5 0-1 0 0,3 0-25 0 0,0-1 0 0 0,0-1 0 0 0,0-1 0 0 0,0 1 0 0 0,0-2 0 0 0,0 0 0 0 0,-1-1-1 0 0,23-9 1 0 0,-31 11 46 0 0,-1 0-1 0 0,1-1 1 0 0,-1 0-1 0 0,1 0 1 0 0,-1 0-1 0 0,0 0 1 0 0,0 0-1 0 0,-1-1 1 0 0,1 0-1 0 0,-1 0 1 0 0,6-7-1 0 0,-8 7 58 0 0,1 1 0 0 0,-1-1-1 0 0,1 1 1 0 0,-1-1 0 0 0,0 1 0 0 0,-1-1-1 0 0,1 0 1 0 0,-1 1 0 0 0,1-1-1 0 0,-1 0 1 0 0,0 0 0 0 0,0 1-1 0 0,-1-1 1 0 0,1 0 0 0 0,-1 0 0 0 0,0 1-1 0 0,0-1 1 0 0,-1-3 0 0 0,0 4-35 0 0,1 0 0 0 0,-1-1 0 0 0,0 1 0 0 0,0 1 0 0 0,-1-1 0 0 0,1 0 0 0 0,-1 0 0 0 0,1 1 0 0 0,-1-1 0 0 0,0 1 0 0 0,0 0 0 0 0,0 0 0 0 0,0 0 0 0 0,0 0 0 0 0,0 1 0 0 0,0-1 0 0 0,-1 1 0 0 0,1 0 0 0 0,-1 0 0 0 0,1 0 0 0 0,-1 0 0 0 0,1 1 0 0 0,-1-1 0 0 0,0 1 0 0 0,1 0 0 0 0,-1 0 0 0 0,-5 1 0 0 0,5-1-33 0 0,1 0 1 0 0,-1 0-1 0 0,1 1 0 0 0,-1-1 0 0 0,1 1 0 0 0,-1 0 0 0 0,1 0 0 0 0,0 0 1 0 0,-1 0-1 0 0,1 1 0 0 0,0-1 0 0 0,0 1 0 0 0,0 0 0 0 0,0 0 1 0 0,0 0-1 0 0,0 0 0 0 0,1 0 0 0 0,-1 1 0 0 0,1-1 0 0 0,-1 1 1 0 0,1 0-1 0 0,0 0 0 0 0,0 0 0 0 0,0 0 0 0 0,1 0 0 0 0,-1 0 1 0 0,1 0-1 0 0,-2 4 0 0 0,3-5-54 0 0,0 0 1 0 0,1 0-1 0 0,-1 0 0 0 0,0 0 0 0 0,1-1 1 0 0,-1 1-1 0 0,1 0 0 0 0,0 0 1 0 0,0-1-1 0 0,-1 1 0 0 0,1-1 1 0 0,0 1-1 0 0,0-1 0 0 0,1 1 1 0 0,-1-1-1 0 0,0 1 0 0 0,0-1 1 0 0,1 0-1 0 0,-1 0 0 0 0,1 1 1 0 0,-1-1-1 0 0,1 0 0 0 0,-1-1 1 0 0,1 1-1 0 0,0 0 0 0 0,-1 0 1 0 0,1-1-1 0 0,0 1 0 0 0,0-1 1 0 0,-1 1-1 0 0,1-1 0 0 0,0 0 0 0 0,3 1 1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2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94 8754 0 0,'-1'-5'500'0'0,"0"0"0"0"0,0-1 0 0 0,0 1 0 0 0,1 0 0 0 0,0 0 0 0 0,0 0 0 0 0,1 0-1 0 0,-1 0 1 0 0,1-1 0 0 0,0 1 0 0 0,0 0 0 0 0,1 0 0 0 0,-1 1 0 0 0,1-1 0 0 0,0 0 0 0 0,3-4 0 0 0,-4 9-421 0 0,-1-1 0 0 0,0 1 1 0 0,1 0-1 0 0,-1-1 0 0 0,0 1 0 0 0,1 0 0 0 0,-1 0 1 0 0,0-1-1 0 0,1 1 0 0 0,-1 0 0 0 0,1 0 0 0 0,-1 0 1 0 0,1 0-1 0 0,-1 0 0 0 0,0-1 0 0 0,1 1 0 0 0,-1 0 1 0 0,1 0-1 0 0,-1 0 0 0 0,1 0 0 0 0,-1 0 0 0 0,1 0 1 0 0,-1 0-1 0 0,0 1 0 0 0,1-1 0 0 0,-1 0 0 0 0,1 0 0 0 0,-1 0 1 0 0,1 0-1 0 0,-1 0 0 0 0,0 1 0 0 0,1-1 0 0 0,12 15 1023 0 0,4 20-399 0 0,6 41-196 0 0,16 94 1 0 0,-15-58-469 0 0,-15-75-295 0 0,38 155 190 0 0,-9-66-4575 0 0,-31-106-1927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2.7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1 205 3225 0 0,'3'-52'1578'0'0,"-3"38"265"0"0,1 0 0 0 0,0 0 0 0 0,1 1 1 0 0,0-1-1 0 0,8-21 0 0 0,-9 33-1662 0 0,0 0 0 0 0,1 0-1 0 0,-1 0 1 0 0,1 0 0 0 0,-1 0-1 0 0,1 0 1 0 0,0 1 0 0 0,0-1 0 0 0,0 0-1 0 0,0 1 1 0 0,0 0 0 0 0,0-1-1 0 0,0 1 1 0 0,0 0 0 0 0,0 0 0 0 0,1 0-1 0 0,4-1 1 0 0,48-9 888 0 0,-34 8-730 0 0,-11 1-180 0 0,-1 1-1 0 0,0 0 1 0 0,1 0 0 0 0,-1 0-1 0 0,1 2 1 0 0,0-1 0 0 0,16 4-1 0 0,-24-4-164 0 0,0 1 0 0 0,1 0 0 0 0,-1 0 0 0 0,0 0 0 0 0,0 0 0 0 0,0 0 0 0 0,0 0 0 0 0,0 1 0 0 0,0-1 0 0 0,0 1 0 0 0,0-1 0 0 0,0 1-1 0 0,-1 0 1 0 0,1 0 0 0 0,-1 0 0 0 0,1-1 0 0 0,-1 2 0 0 0,0-1 0 0 0,0 0 0 0 0,0 0 0 0 0,0 0 0 0 0,0 0 0 0 0,0 1 0 0 0,0-1 0 0 0,-1 0 0 0 0,0 1 0 0 0,1-1-1 0 0,-1 1 1 0 0,0-1 0 0 0,0 1 0 0 0,0-1 0 0 0,0 0 0 0 0,0 1 0 0 0,-1-1 0 0 0,0 4 0 0 0,-1 5-234 0 0,-1 1 1 0 0,0-1-1 0 0,-1 0 0 0 0,0 0 0 0 0,-1 0 1 0 0,0-1-1 0 0,-6 11 0 0 0,-52 69 70 0 0,28-42 157 0 0,11-16 170 0 0,16-23-102 0 0,1 0 0 0 0,0 1 0 0 0,0 0 0 0 0,1 0 0 0 0,0 0-1 0 0,1 1 1 0 0,0-1 0 0 0,1 1 0 0 0,-4 17 0 0 0,8-26-9 0 0,0 1 0 0 0,0-1 0 0 0,0 0 0 0 0,0 0 0 0 0,1 0 1 0 0,-1 0-1 0 0,1 0 0 0 0,-1 0 0 0 0,1 0 0 0 0,0 0 0 0 0,0 0 0 0 0,0 0 0 0 0,0 0 0 0 0,0-1 0 0 0,0 1 0 0 0,1 0 1 0 0,-1-1-1 0 0,1 1 0 0 0,-1-1 0 0 0,1 1 0 0 0,-1-1 0 0 0,1 0 0 0 0,0 1 0 0 0,0-1 0 0 0,-1 0 0 0 0,1 0 1 0 0,0 0-1 0 0,0-1 0 0 0,0 1 0 0 0,0 0 0 0 0,0-1 0 0 0,0 1 0 0 0,4-1 0 0 0,7 3 36 0 0,0-1 0 0 0,0-1 1 0 0,0 0-1 0 0,14-1 0 0 0,50-1 411 0 0,1 3 1 0 0,116 19-1 0 0,-150-16-2277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4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11522 0 0,'9'-3'855'0'0,"0"1"-1"0"0,0 0 1 0 0,0 0-1 0 0,0 1 1 0 0,0 1-1 0 0,0-1 1 0 0,0 1 0 0 0,1 1-1 0 0,12 2 1 0 0,-19-3-752 0 0,1 1 0 0 0,0 0 0 0 0,-1 0 0 0 0,1 0 0 0 0,-1 0 0 0 0,1 1 0 0 0,-1-1 0 0 0,0 1 0 0 0,1 0 0 0 0,-1 0 0 0 0,0 0 0 0 0,0 0 0 0 0,-1 1 0 0 0,1-1 0 0 0,0 1 0 0 0,-1 0 0 0 0,1 0 0 0 0,-1 0 0 0 0,0 0 0 0 0,0 0 0 0 0,0 0 0 0 0,-1 0 0 0 0,1 1 0 0 0,-1-1 0 0 0,2 5 0 0 0,6 25 190 0 0,2-2 0 0 0,28 61 0 0 0,-23-57-321 0 0,-10-20 28 0 0,-1 0 0 0 0,-1 0 0 0 0,0 1 0 0 0,-1 0 0 0 0,-1 0 0 0 0,0 0 0 0 0,-1 19 0 0 0,0-6 0 0 0,-1-28-1 0 0,0 1 1 0 0,0-1-1 0 0,0 1 1 0 0,0 0-1 0 0,1-1 0 0 0,-1 1 1 0 0,0-1-1 0 0,1 0 1 0 0,-1 1-1 0 0,1-1 1 0 0,-1 1-1 0 0,1-1 0 0 0,0 0 1 0 0,0 1-1 0 0,1 1 1 0 0,4-5-50 0 0,1-14-43 0 0,-2-5 69 0 0,1 0 0 0 0,2 0 0 0 0,0 1 0 0 0,21-37 0 0 0,-22 44 13 0 0,1 1 1 0 0,0 1-1 0 0,1 0 0 0 0,0 0 1 0 0,1 0-1 0 0,0 1 0 0 0,1 1 1 0 0,19-14-1 0 0,-23 19 22 0 0,0 0 1 0 0,1 1-1 0 0,-1 0 0 0 0,1 0 1 0 0,0 1-1 0 0,-1 0 0 0 0,1 0 1 0 0,0 1-1 0 0,1 0 0 0 0,-1 0 1 0 0,10 1-1 0 0,-15 0-6 0 0,1 0 0 0 0,-1 0 0 0 0,1 0-1 0 0,-1 1 1 0 0,1 0 0 0 0,-1 0 0 0 0,1 0 0 0 0,-1 0 0 0 0,0 0 0 0 0,1 0-1 0 0,-1 1 1 0 0,0 0 0 0 0,0 0 0 0 0,0 0 0 0 0,0 0 0 0 0,-1 0 0 0 0,1 0-1 0 0,0 1 1 0 0,-1-1 0 0 0,0 1 0 0 0,1 0 0 0 0,-1 0 0 0 0,0 0 0 0 0,-1 0-1 0 0,1 0 1 0 0,0 0 0 0 0,1 5 0 0 0,2 16-30 0 0,0-1 0 0 0,-2 1 0 0 0,1 33 0 0 0,-3-39-104 0 0,0 1 1 0 0,0-1-1 0 0,2 0 1 0 0,0 0-1 0 0,2 0 1 0 0,0 0-1 0 0,8 20 1 0 0,-1-22-1059 0 0,-6-11 77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4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77 5529 0 0,'12'-12'2860'0'0,"-20"29"2726"0"0,-1 1-5107 0 0,5-9-345 0 0,1 0 1 0 0,1 0 0 0 0,-1 1 0 0 0,1-1-1 0 0,1 0 1 0 0,0 1 0 0 0,0-1-1 0 0,1 1 1 0 0,0 0 0 0 0,2 10 0 0 0,-1-17-103 0 0,-1 0 0 0 0,0 0 1 0 0,1 0-1 0 0,0 0 0 0 0,0 0 1 0 0,0 0-1 0 0,0-1 0 0 0,0 1 1 0 0,1 0-1 0 0,-1 0 0 0 0,1-1 1 0 0,0 1-1 0 0,-1-1 0 0 0,1 1 1 0 0,0-1-1 0 0,1 0 0 0 0,-1 0 1 0 0,0 0-1 0 0,1 0 0 0 0,-1 0 1 0 0,1 0-1 0 0,-1-1 0 0 0,1 1 1 0 0,0-1-1 0 0,0 0 0 0 0,0 0 1 0 0,0 0-1 0 0,0 0 0 0 0,0 0 1 0 0,0-1-1 0 0,0 1 0 0 0,0-1 1 0 0,0 0-1 0 0,0 0 0 0 0,4 0 1 0 0,0-1 61 0 0,0-1 0 0 0,0 1 0 0 0,0-1 0 0 0,-1 0 1 0 0,1-1-1 0 0,0 0 0 0 0,-1 0 0 0 0,0 0 0 0 0,0-1 1 0 0,0 1-1 0 0,0-2 0 0 0,0 1 0 0 0,-1-1 0 0 0,0 1 1 0 0,0-1-1 0 0,0-1 0 0 0,0 1 0 0 0,-1-1 0 0 0,0 0 1 0 0,0 0-1 0 0,4-9 0 0 0,-6 11-37 0 0,0 0 1 0 0,0 0-1 0 0,0-1 1 0 0,0 1-1 0 0,-1-1 0 0 0,0 1 1 0 0,0-1-1 0 0,0 1 1 0 0,0-1-1 0 0,-1 0 0 0 0,0 0 1 0 0,0 1-1 0 0,0-1 0 0 0,0 0 1 0 0,-1 1-1 0 0,0-1 1 0 0,0 0-1 0 0,0 1 0 0 0,0-1 1 0 0,-1 1-1 0 0,0-1 1 0 0,0 1-1 0 0,0 0 0 0 0,0 0 1 0 0,-1 0-1 0 0,0 0 1 0 0,1 0-1 0 0,-1 0 0 0 0,-1 1 1 0 0,1 0-1 0 0,-1-1 0 0 0,-4-2 1 0 0,-1 0-371 0 0,0 1 0 0 0,-1 0 0 0 0,1 0 0 0 0,-1 1 0 0 0,0 1 0 0 0,0 0 0 0 0,-1 0 0 0 0,1 1 0 0 0,0 0-1 0 0,-20 0 1 0 0,3 0-6155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0 180 8290 0 0,'5'-2'380'0'0,"1"0"0"0"0,-1 1 0 0 0,0-1 0 0 0,1 1 0 0 0,-1 1 0 0 0,1-1 0 0 0,0 1 0 0 0,-1 0 0 0 0,1 0 0 0 0,-1 0 0 0 0,1 1 0 0 0,-1 0 0 0 0,1 0 0 0 0,-1 1 0 0 0,0-1 0 0 0,1 1 0 0 0,-1 0 0 0 0,0 1 0 0 0,0-1 0 0 0,0 1 0 0 0,6 5 0 0 0,2 2 282 0 0,0 1-1 0 0,-1 0 1 0 0,0 1 0 0 0,-1 0 0 0 0,19 27-1 0 0,-30-36-327 0 0,-10-9 28 0 0,-12-14 399 0 0,18 13-699 0 0,-1 0 0 0 0,1 0 0 0 0,1-1 0 0 0,-1 1 0 0 0,1-1 0 0 0,1 0 0 0 0,-1 0 0 0 0,1 0 0 0 0,1 0 0 0 0,0 0 0 0 0,0 0 0 0 0,0-1 0 0 0,1-10 0 0 0,2 2-663 0 0,0 1-1 0 0,1-1 1 0 0,0 1-1 0 0,2 0 1 0 0,10-27-1 0 0,-5 20-6459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5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0,'0'0'529'0'0,"10"25"5565"0"0,15 85 620 0 0,0 58-4383 0 0,-6-30-2977 0 0,-15-114-220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5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0 147 7834 0 0,'20'-1'641'0'0,"1"-2"1"0"0,-1 0 0 0 0,28-8 0 0 0,75-26 1833 0 0,-82 24-1893 0 0,6-2 224 0 0,16-6 565 0 0,117-21 0 0 0,-179 42-1340 0 0,-1 0-1 0 0,0 1 0 0 0,1-1 0 0 0,-1 0 1 0 0,1 0-1 0 0,-1 1 0 0 0,1-1 1 0 0,-1 1-1 0 0,0-1 0 0 0,1 0 1 0 0,-1 1-1 0 0,0-1 0 0 0,1 1 0 0 0,-1-1 1 0 0,0 0-1 0 0,1 1 0 0 0,-1-1 1 0 0,0 1-1 0 0,0-1 0 0 0,0 1 1 0 0,0-1-1 0 0,1 1 0 0 0,-1-1 0 0 0,0 1 1 0 0,0 0-1 0 0,0-1 0 0 0,0 1 1 0 0,0-1-1 0 0,0 1 0 0 0,0-1 1 0 0,0 1-1 0 0,-1-1 0 0 0,1 1 0 0 0,0-1 1 0 0,0 1-1 0 0,0-1 0 0 0,0 1 1 0 0,-1-1-1 0 0,1 1 0 0 0,-9 35 1506 0 0,6-24-1238 0 0,2-10-299 0 0,-8 65-360 0 0,9-63 341 0 0,-1-1 1 0 0,1 0-1 0 0,0 1 1 0 0,0-1-1 0 0,1 0 1 0 0,-1 1-1 0 0,1-1 0 0 0,0 0 1 0 0,0 0-1 0 0,0 1 1 0 0,0-1-1 0 0,0 0 0 0 0,1 0 1 0 0,-1 0-1 0 0,1 0 1 0 0,0-1-1 0 0,3 5 0 0 0,-4-6-40 0 0,0-1-1 0 0,0 1 0 0 0,0-1 0 0 0,0 1 0 0 0,0-1 0 0 0,0 0 0 0 0,0 1 0 0 0,0-1 0 0 0,0 0 0 0 0,0 0 0 0 0,0 1 0 0 0,1-1 0 0 0,-1 0 0 0 0,0 0 0 0 0,0-1 0 0 0,0 1 0 0 0,0 0 0 0 0,0 0 1 0 0,0 0-1 0 0,0-1 0 0 0,0 1 0 0 0,1 0 0 0 0,-1-1 0 0 0,0 1 0 0 0,0-1 0 0 0,-1 0 0 0 0,1 1 0 0 0,0-1 0 0 0,0 0 0 0 0,0 1 0 0 0,0-1 0 0 0,0 0 0 0 0,-1 0 0 0 0,1 0 0 0 0,0 0 1 0 0,-1 1-1 0 0,2-3 0 0 0,24-38-1870 0 0,-23 37 1635 0 0,1-3-152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6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85 1840 0 0,'-19'2'13434'0'0,"20"14"-7611"0"0,2-2-7032 0 0,1-1 1374 0 0,1 1 0 0 0,1-1 0 0 0,0-1 0 0 0,0 1 0 0 0,1-1 0 0 0,1 0 0 0 0,0-1 0 0 0,0 0 0 0 0,1 0 0 0 0,1-1-1 0 0,0 0 1 0 0,16 12 0 0 0,-21-18-129 0 0,1 0-1 0 0,0 0 1 0 0,0 0-1 0 0,0-1 1 0 0,0 0-1 0 0,1-1 1 0 0,-1 1-1 0 0,1-1 1 0 0,0 0-1 0 0,-1-1 1 0 0,14 2-1 0 0,-15-3-22 0 0,0-1 0 0 0,0 1 0 0 0,1-1 0 0 0,-1 0 0 0 0,0 0 0 0 0,0 0 1 0 0,0-1-1 0 0,0 0 0 0 0,0 0 0 0 0,-1 0 0 0 0,1-1 0 0 0,-1 1 0 0 0,1-1 0 0 0,-1 0 0 0 0,0 0 0 0 0,0-1 0 0 0,5-5 0 0 0,-5 5 17 0 0,-1 0 0 0 0,0 0 0 0 0,0-1 0 0 0,0 0 0 0 0,0 1 0 0 0,-1-1 0 0 0,0 0 0 0 0,0 0 0 0 0,0-1 1 0 0,0 1-1 0 0,-1 0 0 0 0,0-1 0 0 0,0 1 0 0 0,0 0 0 0 0,-1-1 0 0 0,0 1 0 0 0,0-1 0 0 0,0 1 0 0 0,-1-1 0 0 0,0 1 0 0 0,0 0 0 0 0,0-1 0 0 0,-1 1 1 0 0,1 0-1 0 0,-6-10 0 0 0,2 4-283 0 0,0 0-1 0 0,-1 0 1 0 0,0 0 0 0 0,-1 1 0 0 0,-16-18 0 0 0,16 20-1099 0 0,-1 1 0 0 0,0 0 0 0 0,-13-9 0 0 0,0 3-5754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6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3225 0 0,'2'-1'448'0'0,"0"0"-1"0"0,0 0 1 0 0,0 0 0 0 0,0 1 0 0 0,0-1 0 0 0,0 0 0 0 0,0 1 0 0 0,0 0 0 0 0,0-1 0 0 0,0 1 0 0 0,0 0-1 0 0,1 0 1 0 0,-1 0 0 0 0,0 1 0 0 0,0-1 0 0 0,0 0 0 0 0,0 1 0 0 0,0-1 0 0 0,0 1 0 0 0,0 0-1 0 0,0 0 1 0 0,0 0 0 0 0,0 0 0 0 0,-1 0 0 0 0,1 0 0 0 0,0 0 0 0 0,1 2 0 0 0,-1-1-182 0 0,0 0-1 0 0,0 0 1 0 0,0 1 0 0 0,0-1 0 0 0,-1 1-1 0 0,1-1 1 0 0,-1 1 0 0 0,0 0 0 0 0,0-1-1 0 0,1 1 1 0 0,-2 0 0 0 0,1 0 0 0 0,0 0-1 0 0,-1 0 1 0 0,1 0 0 0 0,-1 0 0 0 0,0 0-1 0 0,0 3 1 0 0,-1 4-218 0 0,0-5-22 0 0,1-1 0 0 0,0 1 0 0 0,0 0 1 0 0,0-1-1 0 0,0 1 0 0 0,2 5 0 0 0,-2-9-23 0 0,0-1 0 0 0,0 1 0 0 0,0-1-1 0 0,1 1 1 0 0,-1-1 0 0 0,0 1 0 0 0,0-1 0 0 0,1 1-1 0 0,-1-1 1 0 0,0 1 0 0 0,1-1 0 0 0,-1 0 0 0 0,0 1 0 0 0,1-1-1 0 0,-1 1 1 0 0,1-1 0 0 0,-1 0 0 0 0,1 0 0 0 0,-1 1 0 0 0,1-1-1 0 0,-1 0 1 0 0,1 0 0 0 0,0 1 0 0 0,0-1-1 0 0,1 0 0 0 0,-1 0 0 0 0,0 0-1 0 0,1-1 1 0 0,-1 1 0 0 0,1 0 0 0 0,-1-1 0 0 0,0 1 0 0 0,0-1 0 0 0,1 1 0 0 0,-1-1 0 0 0,0 1 0 0 0,2-2 0 0 0,11-8 57 0 0,-1 0 0 0 0,0 0 0 0 0,-1-2 1 0 0,-1 1-1 0 0,0-2 0 0 0,0 1 0 0 0,11-19 0 0 0,-5 8 87 0 0,24-25-1 0 0,-39 47-120 0 0,-1-1 0 0 0,0 1 0 0 0,1-1 1 0 0,-1 1-1 0 0,1 0 0 0 0,-1-1 0 0 0,1 1 0 0 0,-1 0 1 0 0,1 0-1 0 0,0 0 0 0 0,0 1 0 0 0,-1-1 1 0 0,1 0-1 0 0,0 0 0 0 0,0 1 0 0 0,0 0 0 0 0,0-1 1 0 0,0 1-1 0 0,0 0 0 0 0,0 0 0 0 0,0 0 0 0 0,0 0 1 0 0,0 0-1 0 0,0 0 0 0 0,-1 0 0 0 0,1 1 1 0 0,0-1-1 0 0,0 1 0 0 0,0 0 0 0 0,0-1 0 0 0,0 1 1 0 0,-1 0-1 0 0,1 0 0 0 0,0 0 0 0 0,-1 0 1 0 0,1 0-1 0 0,-1 1 0 0 0,1-1 0 0 0,-1 0 0 0 0,3 4 1 0 0,5 6-49 0 0,-1 0 0 0 0,0 1 0 0 0,-1 0 0 0 0,11 24 0 0 0,-3-7-1239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8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35 6913 0 0,'-47'-34'9505'0'0,"52"36"-8763"0"0,-1 1-1 0 0,0 0 0 0 0,0 0 0 0 0,0 0 1 0 0,0 1-1 0 0,6 6 0 0 0,19 33 776 0 0,15 53-1764 0 0,-38-83 575 0 0,57 170 106 0 0,2 6-155 0 0,-52-160-869 0 0,0-1 0 0 0,2-1 0 0 0,0 0 0 0 0,27 34 0 0 0,-27-42-6983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8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8754 0 0,'6'0'1032'0'0,"-1"-1"0"0"0,1 0 0 0 0,-1 0 1 0 0,1 0-1 0 0,-1 0 0 0 0,10-5 0 0 0,36-22 2265 0 0,43-42-666 0 0,-31 13-2448 0 0,-37 31-3288 0 0,-14 15 81 0 0,10-10-3839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8.5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6 2304 0 0,'-4'-6'97'0'0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8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5337 0 0,'0'2'232'0'0,"2"0"56"0"0,-1-1-224 0 0,-2-2-64 0 0,1-1 0 0 0,0 1-120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9.2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11522 0 0,'0'0'1191'0'0,"40"35"5451"0"0,2-5-4227 0 0,-24-17-2179 0 0,0 0 0 0 0,-1 1 0 0 0,23 23 0 0 0,-1 15 36 0 0,-36-47-358 0 0,-1 0 0 0 0,1 0-1 0 0,-1 0 1 0 0,0 0 0 0 0,0 0 0 0 0,-1 0-1 0 0,1 0 1 0 0,-1 1 0 0 0,1 10-1 0 0,-3-36-223 0 0,1 2-138 0 0,0 1 0 0 0,4-24-1 0 0,27-93 825 0 0,-25 115-273 0 0,1-1-1 0 0,0 2 1 0 0,2-1-1 0 0,18-29 1 0 0,-27 47-78 0 0,1 0 1 0 0,-1 0-1 0 0,1 0 1 0 0,0 0-1 0 0,-1 0 1 0 0,1 0-1 0 0,0 0 1 0 0,0 0-1 0 0,0 0 1 0 0,0 0-1 0 0,0 1 1 0 0,0-1-1 0 0,0 0 1 0 0,0 1-1 0 0,0-1 1 0 0,0 1-1 0 0,0-1 1 0 0,0 1-1 0 0,0-1 1 0 0,0 1-1 0 0,1 0 1 0 0,-1-1-1 0 0,0 1 1 0 0,0 0-1 0 0,1 0 1 0 0,-1 0-1 0 0,0 0 1 0 0,0 0-1 0 0,0 0 1 0 0,1 0-1 0 0,-1 1 1 0 0,0-1-1 0 0,0 0 1 0 0,0 1-1 0 0,1-1 1 0 0,-1 0-1 0 0,0 1 1 0 0,0 0-1 0 0,0-1 1 0 0,0 1-1 0 0,0 0 1 0 0,0-1-1 0 0,0 1 1 0 0,0 0-1 0 0,0 0 1 0 0,-1 0-1 0 0,1 0 1 0 0,1 1-1 0 0,5 7 69 0 0,-1 0-1 0 0,0 0 1 0 0,0 0-1 0 0,6 15 1 0 0,-6-13 36 0 0,25 49-168 0 0,13 23-21 0 0,-11-30-2710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9.5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14 114 11522 0 0,'-9'-25'2205'0'0,"5"17"973"0"0,4 18 21 0 0,1-9-2740 0 0,0 4-156 0 0,4 6-229 0 0,1 0 0 0 0,-1 0 1 0 0,2-1-1 0 0,-1 0 0 0 0,1 0 1 0 0,1-1-1 0 0,0 0 0 0 0,0 0 0 0 0,12 9 1 0 0,-14-13-143 0 0,0 0 1 0 0,0 0-1 0 0,0 0 1 0 0,1-1 0 0 0,0 0-1 0 0,0 0 1 0 0,0-1 0 0 0,0 0-1 0 0,0 0 1 0 0,1-1-1 0 0,-1 0 1 0 0,1 0 0 0 0,-1-1-1 0 0,1 0 1 0 0,0 0-1 0 0,9-1 1 0 0,-14 0 49 0 0,-1 0 1 0 0,1-1-1 0 0,0 0 0 0 0,-1 0 0 0 0,1 1 1 0 0,-1-2-1 0 0,1 1 0 0 0,-1 0 0 0 0,0 0 1 0 0,0-1-1 0 0,1 1 0 0 0,-1-1 0 0 0,0 0 1 0 0,0 0-1 0 0,0 1 0 0 0,-1-1 0 0 0,1-1 1 0 0,0 1-1 0 0,-1 0 0 0 0,1 0 0 0 0,-1 0 1 0 0,0-1-1 0 0,0 1 0 0 0,0-1 0 0 0,0 1 1 0 0,0-1-1 0 0,0 0 0 0 0,-1 1 0 0 0,1-1 1 0 0,-1 1-1 0 0,0-1 0 0 0,0-4 0 0 0,1-3 39 0 0,-2 1-1 0 0,1 0 0 0 0,-1 0 1 0 0,0-1-1 0 0,-1 1 0 0 0,0 0 1 0 0,-1 0-1 0 0,-3-9 0 0 0,-3-1 71 0 0,-19-33 1 0 0,8 25-5703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49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0 198 7370 0 0,'6'2'709'0'0,"0"0"1"0"0,0 1 0 0 0,0 0-1 0 0,-1-1 1 0 0,1 2 0 0 0,-1-1-1 0 0,0 1 1 0 0,0-1 0 0 0,8 10-1 0 0,-6-8 183 0 0,27 34 606 0 0,-31-34-1196 0 0,1 0-1 0 0,0 1 0 0 0,1-1 0 0 0,-1-1 0 0 0,1 1 0 0 0,0-1 1 0 0,0 0-1 0 0,10 6 0 0 0,-15-9-240 0 0,0-1 0 0 0,1 0-1 0 0,-1 1 1 0 0,0-1 0 0 0,1 0 0 0 0,-1 0 0 0 0,0 0 0 0 0,1 1 0 0 0,-1-1-1 0 0,1 0 1 0 0,-1 0 0 0 0,1 0 0 0 0,-1 0 0 0 0,0 0 0 0 0,1 0 0 0 0,-1 0-1 0 0,1 0 1 0 0,-1 0 0 0 0,1 0 0 0 0,-1 0 0 0 0,1 0 0 0 0,-1 0 0 0 0,0 0-1 0 0,1 0 1 0 0,-1 0 0 0 0,1 0 0 0 0,-1-1 0 0 0,0 1 0 0 0,1 0 0 0 0,-1 0-1 0 0,1 0 1 0 0,-1-1 0 0 0,0 1 0 0 0,1 0 0 0 0,-1-1 0 0 0,0 1 0 0 0,1-1-1 0 0,0-19 891 0 0,-12-21-583 0 0,5 25-232 0 0,0-1 1 0 0,1 1-1 0 0,1-1 0 0 0,1 0 0 0 0,-2-26 0 0 0,5 34-371 0 0,0-1-1 0 0,1 0 0 0 0,0 1 0 0 0,3-14 0 0 0,-1 13-1037 0 0,0 1 0 0 0,1-1 0 0 0,0 1 0 0 0,8-15 1 0 0,0 6-5814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50.2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23 6449 0 0,'-9'-23'10132'0'0,"10"36"-7189"0"0,4 6-2512 0 0,0 0 0 0 0,2-1 0 0 0,0 1 0 0 0,1-1 0 0 0,1 0 0 0 0,14 20 0 0 0,17 36 513 0 0,-18-22-1506 0 0,-6-13-2608 0 0,31 52-1 0 0,-34-70-3961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50.3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77 12443 0 0,'-2'1'3149'0'0,"22"-8"-1248"0"0,32-15-497 0 0,-3-2-2622 0 0,2 5-3362 0 0,-31 13 2755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3:50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6913 0 0,'-1'23'13499'0'0,"2"-22"-14083"0"0,6-5-432 0 0,5-5-80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37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48 8754 0 0,'-2'-6'1643'0'0,"0"0"0"0"0,0 0 1 0 0,1 0-1 0 0,-1-1 0 0 0,1-9 0 0 0,15 33 1803 0 0,-5-7-3151 0 0,11 16-124 0 0,-1 1 0 0 0,-1 0 0 0 0,-1 2 0 0 0,-2 0 0 0 0,-1 1 0 0 0,-1 0 0 0 0,-2 1 0 0 0,-1 1 0 0 0,-1-1 0 0 0,7 52 0 0 0,-7 80 28 0 0,-8-110-88 0 0,2 0 0 0 0,2 0 1 0 0,16 65-1 0 0,-11-96-686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38.3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7 383 8290 0 0,'-2'-11'226'0'0,"0"1"1"0"0,1 0-1 0 0,0-1 1 0 0,0 1-1 0 0,1 0 1 0 0,1-1-1 0 0,0 1 1 0 0,0 0-1 0 0,1-1 1 0 0,0 1-1 0 0,6-15 1 0 0,-4 12 240 0 0,1-1 0 0 0,1 1 0 0 0,0 0 0 0 0,0 1 1 0 0,1 0-1 0 0,1 0 0 0 0,0 0 0 0 0,1 1 0 0 0,0 0 0 0 0,1 0 1 0 0,0 1-1 0 0,0 1 0 0 0,1 0 0 0 0,0 0 0 0 0,1 1 0 0 0,0 0 1 0 0,0 1-1 0 0,1 1 0 0 0,0 0 0 0 0,0 0 0 0 0,0 1 0 0 0,21-4 1 0 0,-9 3-120 0 0,-1 2 0 0 0,50-3 0 0 0,-66 6-304 0 0,0 1 0 0 0,-1 0 0 0 0,1 1 0 0 0,0 0 1 0 0,-1 0-1 0 0,1 1 0 0 0,-1 0 0 0 0,1 0 0 0 0,-1 0 0 0 0,0 1 0 0 0,0 0 0 0 0,0 1 0 0 0,0 0 0 0 0,6 4 0 0 0,-11-6-41 0 0,0 0 0 0 0,0 0 0 0 0,0 0 0 0 0,-1 0-1 0 0,1 0 1 0 0,-1 0 0 0 0,1 0 0 0 0,-1 1 0 0 0,0-1-1 0 0,0 1 1 0 0,1-1 0 0 0,-2 1 0 0 0,1-1 0 0 0,0 1 0 0 0,-1 0-1 0 0,1 4 1 0 0,-1-2-4 0 0,0 0 0 0 0,0 1 0 0 0,-1-1 0 0 0,1 0-1 0 0,-1 0 1 0 0,-1 0 0 0 0,1 0 0 0 0,-3 6 0 0 0,-3 4-88 0 0,-1 1 1 0 0,0-2-1 0 0,-1 1 1 0 0,-14 16-1 0 0,-22 22-37 0 0,-77 71-1 0 0,57-61 700 0 0,63-61-534 0 0,-1 1-1 0 0,1-1 1 0 0,0 0 0 0 0,0 1 0 0 0,0-1-1 0 0,0 1 1 0 0,1 0 0 0 0,-1 0-1 0 0,1 0 1 0 0,-1 0 0 0 0,1 0 0 0 0,-1 5-1 0 0,2-6-21 0 0,0-1 0 0 0,0 0 0 0 0,0 1-1 0 0,0-1 1 0 0,1 1 0 0 0,-1-1-1 0 0,1 1 1 0 0,-1-1 0 0 0,1 0 0 0 0,0 1-1 0 0,-1-1 1 0 0,1 0 0 0 0,0 0 0 0 0,0 1-1 0 0,0-1 1 0 0,0 0 0 0 0,0 0 0 0 0,0 0-1 0 0,0 0 1 0 0,0 0 0 0 0,0 0 0 0 0,1-1-1 0 0,-1 1 1 0 0,0 0 0 0 0,0 0 0 0 0,1-1-1 0 0,-1 1 1 0 0,1-1 0 0 0,1 1 0 0 0,36 12 216 0 0,0-1 1 0 0,73 12 0 0 0,-29-7 85 0 0,-83-17-321 0 0,168 46 517 0 0,-149-39-838 0 0,0 1 0 0 0,-1 1 0 0 0,0 0 0 0 0,-1 1 0 0 0,0 1 1 0 0,26 21-1 0 0,-31-21-420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38.9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 14259 0 0,'0'0'37'0'0,"0"0"1"0"0,0-1-1 0 0,0 1 1 0 0,0 0-1 0 0,0 0 0 0 0,0 0 1 0 0,0 0-1 0 0,0-1 1 0 0,0 1-1 0 0,0 0 0 0 0,0 0 1 0 0,0 0-1 0 0,0 0 1 0 0,0 0-1 0 0,0-1 0 0 0,0 1 1 0 0,0 0-1 0 0,0 0 1 0 0,0 0-1 0 0,1 0 0 0 0,-1 0 1 0 0,0 0-1 0 0,0-1 1 0 0,0 1-1 0 0,0 0 0 0 0,0 0 1 0 0,0 0-1 0 0,1 0 1 0 0,-1 0-1 0 0,0 0 0 0 0,0 0 1 0 0,0 0-1 0 0,0 0 0 0 0,0 0 1 0 0,1 0-1 0 0,-1 0 1 0 0,0 0-1 0 0,0 0 0 0 0,0 0 1 0 0,0 0-1 0 0,1 0 1 0 0,-1 0-1 0 0,0 0 0 0 0,0 0 1 0 0,0 0-1 0 0,0 0 1 0 0,0 0-1 0 0,1 0 0 0 0,-1 0 1 0 0,0 0-1 0 0,0 0 1 0 0,0 0-1 0 0,0 0 0 0 0,13 8 1937 0 0,9 13 97 0 0,-13-6-1814 0 0,0 0 1 0 0,-1 1-1 0 0,0 0 0 0 0,-1 0 1 0 0,-1 1-1 0 0,7 29 0 0 0,-5-2-246 0 0,7 67-1 0 0,-14-89-39 0 0,-2-15 19 0 0,1-1-1 0 0,1 1 0 0 0,-1 0 1 0 0,1 0-1 0 0,1 0 1 0 0,-1-1-1 0 0,1 1 0 0 0,5 11 1 0 0,1-67-604 0 0,-1 13 743 0 0,2 1 0 0 0,16-42-1 0 0,-17 57-6 0 0,1 1-1 0 0,0 0 0 0 0,1 0 0 0 0,1 0 1 0 0,15-18-1 0 0,-24 35-88 0 0,1-1 0 0 0,-1 0-1 0 0,0 1 1 0 0,1-1 0 0 0,0 1 0 0 0,-1 0 0 0 0,1 0 0 0 0,0 0-1 0 0,0 0 1 0 0,0 0 0 0 0,1 1 0 0 0,-1-1 0 0 0,0 1 0 0 0,0 0 0 0 0,1 0-1 0 0,-1 0 1 0 0,1 0 0 0 0,-1 1 0 0 0,5-1 0 0 0,-3 2 8 0 0,0-1 1 0 0,0 1-1 0 0,0 0 1 0 0,0 0-1 0 0,0 1 0 0 0,-1 0 1 0 0,1 0-1 0 0,-1 0 1 0 0,1 0-1 0 0,-1 0 1 0 0,0 1-1 0 0,5 4 0 0 0,4 4-10 0 0,0 0 0 0 0,-1 2 0 0 0,0-1 0 0 0,-1 2 0 0 0,-1-1 0 0 0,16 27 0 0 0,-14-15-432 0 0,14 38 1 0 0,4 7-2561 0 0,-22-53 1930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39.3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1 273 12123 0 0,'2'-22'359'0'0,"4"-29"2751"0"0,2 19 2529 0 0,-8 32-5615 0 0,0 0 0 0 0,0 0 0 0 0,0 0 0 0 0,0 0 0 0 0,0 0 0 0 0,1 1 430 0 0,-1-1-430 0 0,0 0 0 0 0,0 0 0 0 0,0 0 0 0 0,0 0 0 0 0,0 0 0 0 0,0 0 0 0 0,0 0 0 0 0,0 0 0 0 0,0 0-1 0 0,0 0 1 0 0,1 0 0 0 0,-1 0 0 0 0,0 0 0 0 0,0 0 0 0 0,0 0 0 0 0,0 0 0 0 0,1 0 430 0 0,-1 0-430 0 0,0 0 0 0 0,3 11 353 0 0,2 14-292 0 0,-4-12-69 0 0,1 0 0 0 0,0 0 1 0 0,1 0-1 0 0,0 0 0 0 0,1-1 1 0 0,1 1-1 0 0,6 12 0 0 0,-9-21-13 0 0,0-1 1 0 0,0 1-1 0 0,0-1 0 0 0,0 0 0 0 0,1 0 0 0 0,0 0 0 0 0,-1 0 0 0 0,1-1 0 0 0,0 1 1 0 0,1-1-1 0 0,-1 1 0 0 0,0-1 0 0 0,1 0 0 0 0,-1 0 0 0 0,1-1 0 0 0,-1 1 0 0 0,1-1 1 0 0,0 0-1 0 0,0 0 0 0 0,-1 0 0 0 0,1 0 0 0 0,0-1 0 0 0,0 1 0 0 0,0-1 0 0 0,0 0 1 0 0,0 0-1 0 0,0-1 0 0 0,4 0 0 0 0,1 0 18 0 0,-1-1-1 0 0,0-1 0 0 0,0 1 1 0 0,0-1-1 0 0,0-1 1 0 0,0 1-1 0 0,0-1 1 0 0,-1 0-1 0 0,0-1 1 0 0,0 0-1 0 0,0 0 1 0 0,0-1-1 0 0,-1 0 1 0 0,0 0-1 0 0,0 0 1 0 0,-1-1-1 0 0,0 0 1 0 0,6-9-1 0 0,-8 11-6 0 0,0 0 0 0 0,-1 0 0 0 0,0 0 0 0 0,0-1 0 0 0,0 1 0 0 0,-1 0 0 0 0,0-1 0 0 0,0 1 0 0 0,0-1 0 0 0,-1 1 0 0 0,1-1 0 0 0,-1 1 0 0 0,-1-1 0 0 0,1 0 0 0 0,-1 1 0 0 0,0-1 0 0 0,0 1 0 0 0,-1 0 0 0 0,1-1 0 0 0,-1 1 0 0 0,0 0 0 0 0,-1 0 0 0 0,1 0 0 0 0,-1 0 0 0 0,0 0 0 0 0,0 1 0 0 0,-1-1 0 0 0,-7-7 0 0 0,-7-3-475 0 0,-1 0 0 0 0,0 1-1 0 0,-1 0 1 0 0,-1 2 0 0 0,-40-18 0 0 0,32 16-2893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39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0 211 8290 0 0,'1'-3'373'0'0,"-1"1"1"0"0,1-1-1 0 0,-1 0 0 0 0,1 0 1 0 0,0 0-1 0 0,0 0 1 0 0,0 1-1 0 0,0-1 0 0 0,0 0 1 0 0,1 1-1 0 0,-1-1 1 0 0,1 1-1 0 0,0 0 0 0 0,0-1 1 0 0,0 1-1 0 0,0 0 1 0 0,0 0-1 0 0,0 0 0 0 0,0 0 1 0 0,1 1-1 0 0,-1-1 1 0 0,1 1-1 0 0,-1-1 1 0 0,4 0-1 0 0,-2 0-117 0 0,0 0 0 0 0,0 1 0 0 0,0-1 0 0 0,0 1-1 0 0,1 0 1 0 0,-1 0 0 0 0,0 1 0 0 0,1-1 0 0 0,-1 1 0 0 0,0 0 0 0 0,1 0 0 0 0,-1 0 0 0 0,0 1 0 0 0,1 0-1 0 0,6 1 1 0 0,-6 0-199 0 0,0 1-1 0 0,0-1 1 0 0,0 1-1 0 0,0 0 1 0 0,0 0-1 0 0,0 0 1 0 0,-1 1-1 0 0,1 0 1 0 0,-1-1-1 0 0,0 2 1 0 0,-1-1-1 0 0,1 0 1 0 0,-1 1-1 0 0,1 0 1 0 0,-1-1-1 0 0,-1 1 1 0 0,1 1-1 0 0,-1-1 1 0 0,0 0-1 0 0,0 0 1 0 0,0 1-1 0 0,-1-1 1 0 0,0 1-1 0 0,1 7 1 0 0,-13-46 804 0 0,10 17-821 0 0,0-1-1 0 0,1 1 0 0 0,1 0 1 0 0,1 0-1 0 0,0-1 1 0 0,8-28-1 0 0,9-12-7031 0 0,-8 32-443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39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16099 0 0,'0'0'787'0'0,"6"20"1160"0"0,18 189 3326 0 0,-3-12-5266 0 0,-19-188-73 0 0,24 141 326 0 0,-20-126-1037 0 0,1 0 0 0 0,0-1-1 0 0,2 0 1 0 0,14 26-1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0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0 120 10594 0 0,'38'-17'7822'0'0,"11"-3"-4391"0"0,115-37-4586 0 0,-137 50 921 0 0,1 1-1 0 0,51-4 0 0 0,-44 7 235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0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96 114 6449 0 0,'-10'10'1740'0'0,"1"1"-1"0"0,1 0 0 0 0,0 0 0 0 0,-8 14 0 0 0,13-19-1234 0 0,0 0 0 0 0,0 0 0 0 0,0 0 0 0 0,1 0 0 0 0,0 0 0 0 0,0 1-1 0 0,1-1 1 0 0,-1 1 0 0 0,1 0 0 0 0,0 9 0 0 0,2-14-432 0 0,-1 0-1 0 0,0 0 0 0 0,1 0 1 0 0,0 0-1 0 0,-1 0 1 0 0,1 0-1 0 0,0 0 0 0 0,0 0 1 0 0,0 0-1 0 0,0-1 1 0 0,0 1-1 0 0,1 0 0 0 0,-1-1 1 0 0,0 1-1 0 0,1-1 1 0 0,-1 0-1 0 0,1 1 1 0 0,-1-1-1 0 0,1 0 0 0 0,0 0 1 0 0,0 0-1 0 0,-1 0 1 0 0,1 0-1 0 0,0 0 0 0 0,0-1 1 0 0,0 1-1 0 0,0 0 1 0 0,0-1-1 0 0,0 0 0 0 0,0 1 1 0 0,0-1-1 0 0,0 0 1 0 0,0 0-1 0 0,0 0 1 0 0,3-1-1 0 0,2 1-103 0 0,1 0 1 0 0,-1-1-1 0 0,0 0 1 0 0,0-1 0 0 0,1 1-1 0 0,-1-1 1 0 0,0-1-1 0 0,10-4 1 0 0,-12 4 41 0 0,0 1 1 0 0,-1-1-1 0 0,1 0 1 0 0,-1 0-1 0 0,1-1 1 0 0,-1 1-1 0 0,0-1 1 0 0,0 0 0 0 0,-1 0-1 0 0,1-1 1 0 0,-1 1-1 0 0,3-6 1 0 0,-5 8-20 0 0,0-1 1 0 0,0 0-1 0 0,0 0 1 0 0,-1 0-1 0 0,1 0 1 0 0,-1 0-1 0 0,0 1 1 0 0,0-1-1 0 0,0 0 1 0 0,0 0 0 0 0,-1 0-1 0 0,1 0 1 0 0,-1 0-1 0 0,1 0 1 0 0,-1 0-1 0 0,0 0 1 0 0,0 1-1 0 0,0-1 1 0 0,-1 0-1 0 0,1 1 1 0 0,-1-1-1 0 0,1 1 1 0 0,-5-5-1 0 0,-12-16-131 0 0,-1 2 0 0 0,-1 0-1 0 0,-1 1 1 0 0,-1 1-1 0 0,-42-29 1 0 0,62 47-45 0 0,0-1-1 0 0,0 1 1 0 0,0 0 0 0 0,0 0 0 0 0,0 0-1 0 0,0 1 1 0 0,0-1 0 0 0,0 0-1 0 0,-4 0 1 0 0,-1 3-767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1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0 163 12443 0 0,'2'-2'468'0'0,"0"0"1"0"0,0 0-1 0 0,0 0 1 0 0,0 0 0 0 0,0 1-1 0 0,0-1 1 0 0,0 0-1 0 0,1 1 1 0 0,-1 0 0 0 0,1 0-1 0 0,4-2 1 0 0,32-10 2900 0 0,-37 12-3257 0 0,0 0-1 0 0,0 1 1 0 0,0-1-1 0 0,0 1 1 0 0,0 0-1 0 0,0 0 1 0 0,0-1-1 0 0,0 1 1 0 0,0 0-1 0 0,0 1 1 0 0,0-1-1 0 0,0 0 1 0 0,0 1-1 0 0,0-1 1 0 0,0 1-1 0 0,2 0 1 0 0,-3 0-128 0 0,1 0 0 0 0,-1 1 0 0 0,0-1-1 0 0,0 0 1 0 0,0 1 0 0 0,1-1 0 0 0,-1 1 0 0 0,-1 0 0 0 0,1-1 0 0 0,0 1 0 0 0,0-1 0 0 0,0 1-1 0 0,-1 0 1 0 0,1 0 0 0 0,-1-1 0 0 0,0 1 0 0 0,1 2 0 0 0,4 2 8 0 0,-5-6 2 0 0,1 0 1 0 0,-1 0 0 0 0,1 1 0 0 0,-1-1 0 0 0,0 0 0 0 0,1 1-1 0 0,-1-1 1 0 0,0 0 0 0 0,1 1 0 0 0,-1-1 0 0 0,0 0-1 0 0,1 1 1 0 0,-1-1 0 0 0,0 1 0 0 0,0-1 0 0 0,1 0-1 0 0,-1 1 1 0 0,0-1 0 0 0,0 1 0 0 0,0-1 0 0 0,0 1 0 0 0,0-1-1 0 0,0 1 1 0 0,0-1 0 0 0,0 1 0 0 0,0-1 0 0 0,0 1-1 0 0,0 0 1 0 0,0 1 18 0 0,-1 0-19 0 0,1-1 0 0 0,-1 1-1 0 0,1-1 1 0 0,0 1-1 0 0,0-1 1 0 0,0 1 0 0 0,-1-1-1 0 0,1 1 1 0 0,1-1 0 0 0,-1 1-1 0 0,0-1 1 0 0,0 1 0 0 0,0-1-1 0 0,1 1 1 0 0,-1-1 0 0 0,1 1-1 0 0,-1-1 1 0 0,1 1-1 0 0,0-1 1 0 0,0 0 0 0 0,-1 0-1 0 0,1 1 1 0 0,0-1 0 0 0,0 0-1 0 0,0 0 1 0 0,0 0 0 0 0,0 0-1 0 0,1 0 1 0 0,-1 0 0 0 0,1 1-1 0 0,1 0 8 0 0,-1 1 1 0 0,0-1-1 0 0,0 1 0 0 0,0-1 0 0 0,-1 1 0 0 0,1 0 1 0 0,-1 0-1 0 0,1 0 0 0 0,-1 0 0 0 0,1 3 1 0 0,-1-2-3 0 0,0-1 1 0 0,0 0 0 0 0,1 0-1 0 0,0 1 1 0 0,-1-1 0 0 0,1 0 0 0 0,0 0-1 0 0,0-1 1 0 0,3 4 0 0 0,25 14 0 0 0,-34-13-1690 0 0,-10-24 1800 0 0,15 15-83 0 0,0 0 0 0 0,0 0 0 0 0,-1 0 0 0 0,1 1 0 0 0,-1-1 0 0 0,1 0 0 0 0,-1 0 0 0 0,0 0 1 0 0,1 0-1 0 0,-1 0 0 0 0,0 0 0 0 0,-1 0 0 0 0,1 0 0 0 0,0 0 0 0 0,-1-2 0 0 0,0-10 20 0 0,2 3 54 0 0,0 1 0 0 0,0 0 0 0 0,2-1 0 0 0,-1 1 0 0 0,1 0-1 0 0,0 0 1 0 0,1 1 0 0 0,0-1 0 0 0,1 1 0 0 0,0 0 0 0 0,9-12 0 0 0,-7 11-25 0 0,0 0-1 0 0,1 1 0 0 0,0 0 0 0 0,1 0 1 0 0,0 1-1 0 0,0 0 0 0 0,1 0 0 0 0,0 1 1 0 0,16-8-1 0 0,-15 10-40 0 0,1 0 0 0 0,1 1 0 0 0,-1 0-1 0 0,0 0 1 0 0,1 2 0 0 0,0 0 0 0 0,0 0 0 0 0,-1 1 0 0 0,26 1-1 0 0,-33 0-13 0 0,0 1 0 0 0,0 0-1 0 0,0-1 1 0 0,0 2-1 0 0,0-1 1 0 0,0 0 0 0 0,0 1-1 0 0,-1 0 1 0 0,1 0 0 0 0,-1 1-1 0 0,1-1 1 0 0,-1 1-1 0 0,0 0 1 0 0,0 0 0 0 0,0 0-1 0 0,0 1 1 0 0,0-1-1 0 0,-1 1 1 0 0,0 0 0 0 0,1 0-1 0 0,-2 0 1 0 0,1 1-1 0 0,0-1 1 0 0,-1 1 0 0 0,0-1-1 0 0,0 1 1 0 0,2 7 0 0 0,0 8 10 0 0,-1 1 1 0 0,-1-1 0 0 0,-1 0 0 0 0,0 1 0 0 0,-4 29-1 0 0,1-29-629 0 0,1 0-1 0 0,1 1 0 0 0,1-1 0 0 0,6 36 0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1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74 13363 0 0,'-1'0'30'0'0,"-17"10"1335"0"0,19-6-195 0 0,12-4 523 0 0,5-2-959 0 0,0-2-1 0 0,-1 0 1 0 0,1-1 0 0 0,-1-1-1 0 0,0 0 1 0 0,17-10 0 0 0,-15 7-1412 0 0,0 1 1 0 0,1 1 0 0 0,0 0 0 0 0,24-4 0 0 0,-41 10 618 0 0,-1 1 1 0 0,1-1 0 0 0,-1 1-1 0 0,1 0 1 0 0,-1 0-1 0 0,1 0 1 0 0,-1 0 0 0 0,1 0-1 0 0,-1 0 1 0 0,0 0 0 0 0,1 1-1 0 0,-1 0 1 0 0,1-1-1 0 0,-1 1 1 0 0,0 0 0 0 0,1 0-1 0 0,-1 0 1 0 0,0 0-1 0 0,0 1 1 0 0,0-1 0 0 0,0 1-1 0 0,3 1 1 0 0,-1 7 58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2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4 149 9674 0 0,'-1'1'132'0'0,"1"-1"1"0"0,0 1-1 0 0,-1-1 0 0 0,1 1 0 0 0,0-1 1 0 0,-1 1-1 0 0,1-1 0 0 0,0 1 1 0 0,0 0-1 0 0,0-1 0 0 0,0 1 1 0 0,0-1-1 0 0,-1 1 0 0 0,1 0 0 0 0,0-1 1 0 0,0 1-1 0 0,0 0 0 0 0,0-1 1 0 0,1 1-1 0 0,-1-1 0 0 0,0 1 0 0 0,0 0 1 0 0,0-1-1 0 0,0 1 0 0 0,1-1 1 0 0,-1 1-1 0 0,0-1 0 0 0,1 1 0 0 0,-1-1 1 0 0,0 1-1 0 0,1-1 0 0 0,-1 1 1 0 0,0-1-1 0 0,1 1 0 0 0,-1-1 0 0 0,1 1 1 0 0,-1-1-1 0 0,1 0 0 0 0,-1 1 1 0 0,1-1-1 0 0,-1 0 0 0 0,1 0 0 0 0,0 1 1 0 0,-1-1-1 0 0,1 0 0 0 0,-1 0 1 0 0,1 0-1 0 0,-1 0 0 0 0,1 0 0 0 0,0 0 1 0 0,-1 1-1 0 0,1-2 0 0 0,0 1 1 0 0,-1 0-1 0 0,1 0 0 0 0,0 0 0 0 0,3 0 184 0 0,0 0 0 0 0,0 0 0 0 0,0 0-1 0 0,0-1 1 0 0,0 0 0 0 0,0 0 0 0 0,0 0-1 0 0,0 0 1 0 0,0 0 0 0 0,6-4 0 0 0,40-24 460 0 0,-30 16-589 0 0,23-13-380 0 0,-19 10-815 0 0,2 1 0 0 0,0 1-1 0 0,37-14 1 0 0,-34 18 992 0 0,-4 0 83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2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14283 0 0,'-1'4'577'0'0,"1"0"0"0"0,0 0 0 0 0,0 0 0 0 0,0 0 0 0 0,0-1 1 0 0,2 8-1 0 0,13 56 2062 0 0,25 69 0 0 0,-24-89-2721 0 0,-3 1 0 0 0,-1-1 0 0 0,11 97 0 0 0,-23-131-1503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2.7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48 189 920 0 0,'-4'-4'548'0'0,"0"1"1"0"0,0-1-1 0 0,0 0 0 0 0,0 0 1 0 0,1-1-1 0 0,0 1 0 0 0,0-1 1 0 0,0 0-1 0 0,0 1 0 0 0,1-1 0 0 0,0 0 1 0 0,0-1-1 0 0,0 1 0 0 0,0 0 1 0 0,0-7-1 0 0,2 8-266 0 0,0 1-1 0 0,0 0 1 0 0,0-1 0 0 0,1 1 0 0 0,-1 0-1 0 0,1-1 1 0 0,0 1 0 0 0,0 0 0 0 0,0 0-1 0 0,0 0 1 0 0,0 0 0 0 0,1 0 0 0 0,0 0-1 0 0,-1 0 1 0 0,1 0 0 0 0,0 0 0 0 0,1 1-1 0 0,-1-1 1 0 0,0 1 0 0 0,1 0 0 0 0,-1 0-1 0 0,1-1 1 0 0,0 2 0 0 0,-1-1 0 0 0,7-3-1 0 0,1 0-19 0 0,1 0 0 0 0,0 0 0 0 0,0 1-1 0 0,0 1 1 0 0,0 0 0 0 0,1 0 0 0 0,-1 1 0 0 0,1 1-1 0 0,-1 0 1 0 0,1 0 0 0 0,0 2 0 0 0,-1-1 0 0 0,1 1-1 0 0,0 1 1 0 0,-1 0 0 0 0,1 0 0 0 0,16 7-1 0 0,-21-7-251 0 0,0 1-1 0 0,0 0 0 0 0,-1 1 0 0 0,1-1 0 0 0,-1 1 1 0 0,0 0-1 0 0,0 1 0 0 0,-1 0 0 0 0,1-1 0 0 0,-1 2 0 0 0,0-1 1 0 0,0 1-1 0 0,0-1 0 0 0,-1 1 0 0 0,0 1 0 0 0,0-1 1 0 0,-1 1-1 0 0,0-1 0 0 0,0 1 0 0 0,0 0 0 0 0,-1 0 0 0 0,0 0 1 0 0,0 0-1 0 0,-1 0 0 0 0,0 1 0 0 0,0-1 0 0 0,-1 0 1 0 0,-1 13-1 0 0,0-8 17 0 0,0 0-1 0 0,-1 1 1 0 0,-1-1 0 0 0,0 0 0 0 0,-1-1 0 0 0,0 1-1 0 0,0 0 1 0 0,-2-1 0 0 0,-8 15 0 0 0,-6 3 139 0 0,0-1 1 0 0,-25 25-1 0 0,4-5-119 0 0,38-45-15 0 0,0 1 1 0 0,0 0 0 0 0,1 0-1 0 0,0 0 1 0 0,-1 0 0 0 0,1 0-1 0 0,1 1 1 0 0,-1-1-1 0 0,-1 7 1 0 0,3-10-18 0 0,0 0 1 0 0,0 1-1 0 0,0-1 0 0 0,0 0 1 0 0,0 0-1 0 0,0 0 1 0 0,0 0-1 0 0,0 0 0 0 0,1 1 1 0 0,-1-1-1 0 0,0 0 0 0 0,1 0 1 0 0,-1 0-1 0 0,1 0 0 0 0,-1 0 1 0 0,1 0-1 0 0,0 0 0 0 0,-1 0 1 0 0,1 0-1 0 0,0 0 1 0 0,0-1-1 0 0,0 1 0 0 0,-1 0 1 0 0,1 0-1 0 0,0-1 0 0 0,0 1 1 0 0,0 0-1 0 0,0-1 0 0 0,0 1 1 0 0,0-1-1 0 0,1 1 0 0 0,-1-1 1 0 0,0 0-1 0 0,0 0 1 0 0,0 1-1 0 0,0-1 0 0 0,0 0 1 0 0,1 0-1 0 0,-1 0 0 0 0,0 0 1 0 0,0 0-1 0 0,2-1 0 0 0,25 1 5 0 0,1-2 0 0 0,-1 0 0 0 0,49-13-1 0 0,8 0-611 0 0,-54 11-1204 0 0,1-1-5911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4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 8290 0 0,'0'-1'232'0'0,"0"0"0"0"0,0 0 0 0 0,0 0 0 0 0,0-1 1 0 0,0 1-1 0 0,0 0 0 0 0,0 0 0 0 0,0 0 0 0 0,1 0 0 0 0,-1 0 1 0 0,0 0-1 0 0,1-1 0 0 0,-1 1 0 0 0,1 0 0 0 0,-1 0 1 0 0,1 0-1 0 0,0-1 0 0 0,-1 2-151 0 0,0 0 0 0 0,0-1 1 0 0,1 1-1 0 0,-1 0 0 0 0,0-1 0 0 0,0 1 1 0 0,0 0-1 0 0,0 0 0 0 0,1-1 0 0 0,-1 1 1 0 0,0 0-1 0 0,0 0 0 0 0,0 0 0 0 0,1-1 1 0 0,-1 1-1 0 0,0 0 0 0 0,0 0 1 0 0,1 0-1 0 0,-1 0 0 0 0,0-1 0 0 0,1 1 1 0 0,-1 0-1 0 0,0 0 0 0 0,1 0 0 0 0,-1 0 1 0 0,0 0-1 0 0,0 0 0 0 0,1 0 0 0 0,-1 0 1 0 0,0 0-1 0 0,1 0 0 0 0,-1 0 0 0 0,0 0 1 0 0,1 0-1 0 0,-1 0 0 0 0,0 0 0 0 0,1 0 1 0 0,-1 0-1 0 0,0 1 0 0 0,0-1 0 0 0,1 0 1 0 0,-1 0-1 0 0,0 0 0 0 0,0 0 1 0 0,1 1-1 0 0,-1-1 0 0 0,0 0 0 0 0,0 0 1 0 0,1 0-1 0 0,-1 1 0 0 0,0-1 0 0 0,0 0 1 0 0,0 0-1 0 0,0 1 0 0 0,1-1 0 0 0,-1 0 1 0 0,0 1-1 0 0,0-1 0 0 0,0 0 0 0 0,0 0 1 0 0,0 1-1 0 0,0-1 0 0 0,0 0 0 0 0,0 1 1 0 0,0-1-1 0 0,0 1 0 0 0,5 18 722 0 0,-1 0 0 0 0,-1 1 0 0 0,1 28 0 0 0,4 20-107 0 0,54 189 935 0 0,-30-148-4000 0 0,-12-43-2198 0 0,-16-48-2531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4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46 206 9218 0 0,'-8'-2'438'0'0,"6"1"-240"0"0,0 0-1 0 0,-1 1 1 0 0,1-1-1 0 0,0 1 1 0 0,0-1-1 0 0,0 1 1 0 0,-1 0-1 0 0,1 0 1 0 0,0 0-1 0 0,-1 0 1 0 0,1 0-1 0 0,0 1 1 0 0,0-1-1 0 0,-4 2 1 0 0,8-1 248 0 0,1 0 1 0 0,0 1 0 0 0,-1-2 0 0 0,1 1 0 0 0,0 0-1 0 0,-1 0 1 0 0,1-1 0 0 0,0 1 0 0 0,0-1-1 0 0,5 0 1 0 0,15-2-238 0 0,-1-1 0 0 0,1-1 0 0 0,0 0 1 0 0,-1-2-1 0 0,0-1 0 0 0,0 0 0 0 0,21-12 0 0 0,138-84-1756 0 0,-149 83 1644 0 0,-30 19-60 0 0,7-5 429 0 0,0 0 0 0 0,1 1 0 0 0,0 0 0 0 0,0 1 0 0 0,12-4-1 0 0,-21 8-374 0 0,1 0 0 0 0,-1 0-1 0 0,0 1 1 0 0,0-1-1 0 0,0 0 1 0 0,1 1 0 0 0,-1-1-1 0 0,0 1 1 0 0,0-1 0 0 0,0 1-1 0 0,0 0 1 0 0,0-1-1 0 0,0 1 1 0 0,0 0 0 0 0,0 0-1 0 0,0 0 1 0 0,0-1-1 0 0,0 1 1 0 0,-1 0 0 0 0,1 0-1 0 0,0 0 1 0 0,-1 1 0 0 0,1-1-1 0 0,0 1 1 0 0,17 35 113 0 0,-14-28-36 0 0,83 216 280 0 0,-66-162-637 0 0,-20-60 140 0 0,0 0 0 0 0,0 0 0 0 0,0-1 0 0 0,0 1 0 0 0,1 0 0 0 0,0 0 0 0 0,-1-1 0 0 0,1 1 0 0 0,0-1 0 0 0,0 1 0 0 0,0-1 0 0 0,1 0 0 0 0,3 4 0 0 0,-5-6 18 0 0,0 0 0 0 0,-1 1 1 0 0,1-1-1 0 0,0 0 0 0 0,0 0 1 0 0,0 1-1 0 0,-1-1 0 0 0,1 0 0 0 0,0 0 1 0 0,0 0-1 0 0,0 0 0 0 0,-1 0 1 0 0,1 0-1 0 0,0 0 0 0 0,0 0 1 0 0,0 0-1 0 0,0-1 0 0 0,-1 1 0 0 0,1 0 1 0 0,1-1-1 0 0,0 0-10 0 0,0 0 1 0 0,-1-1-1 0 0,1 1 0 0 0,0-1 1 0 0,-1 1-1 0 0,1-1 0 0 0,-1 1 1 0 0,0-1-1 0 0,0 0 0 0 0,1 0 1 0 0,0-2-1 0 0,6-14 17 0 0,-1 1 0 0 0,0-1 0 0 0,-2-1 0 0 0,0 1-1 0 0,3-23 1 0 0,13-48 821 0 0,-17 80-680 0 0,-1 0-1 0 0,1 0 1 0 0,0 1 0 0 0,1-1 0 0 0,0 1-1 0 0,0 0 1 0 0,9-10 0 0 0,-12 16-82 0 0,-1 1 1 0 0,0-1 0 0 0,1 1 0 0 0,-1-1-1 0 0,0 1 1 0 0,1 0 0 0 0,0 0 0 0 0,-1 0-1 0 0,1-1 1 0 0,0 2 0 0 0,-1-1 0 0 0,1 0-1 0 0,0 0 1 0 0,0 0 0 0 0,0 1-1 0 0,0-1 1 0 0,0 1 0 0 0,0 0 0 0 0,2-1-1 0 0,-2 2-16 0 0,0-1 0 0 0,-1 1 0 0 0,1-1 0 0 0,0 1 0 0 0,-1-1 0 0 0,1 1 0 0 0,-1 0 0 0 0,1 0 0 0 0,-1 0 0 0 0,1 0 0 0 0,-1 0 0 0 0,0 0-1 0 0,1 0 1 0 0,-1 0 0 0 0,0 1 0 0 0,0-1 0 0 0,2 3 0 0 0,1 3 12 0 0,0 1 0 0 0,0-1 0 0 0,0 1 1 0 0,-1 1-1 0 0,0-1 0 0 0,0 0 0 0 0,1 12 0 0 0,5 31-56 0 0,-3-12 25 0 0,22 71 0 0 0,-23-97-395 0 0,0-1 1 0 0,0 1 0 0 0,2-1 0 0 0,-1 0-1 0 0,2-1 1 0 0,-1 1 0 0 0,1-2 0 0 0,1 1 0 0 0,14 13-1 0 0,-5-8-7070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5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3 182 9674 0 0,'-1'-3'10344'0'0,"20"3"-7757"0"0,-8 0-2533 0 0,0-1 1 0 0,0 1-1 0 0,13-4 0 0 0,-20 3-51 0 0,0 0 0 0 0,0 0 0 0 0,0 0 1 0 0,0-1-1 0 0,0 0 0 0 0,-1 0 0 0 0,1 0 0 0 0,0 0 0 0 0,-1 0 0 0 0,0-1 0 0 0,0 0 0 0 0,1 1 0 0 0,-2-1 0 0 0,1 0 0 0 0,0-1 0 0 0,2-3 1 0 0,-3 4-5 0 0,-1 0 1 0 0,0 0 0 0 0,-1-1 0 0 0,1 1-1 0 0,-1 0 1 0 0,1 0 0 0 0,-1 0-1 0 0,0-1 1 0 0,0 1 0 0 0,0 0 0 0 0,-1 0-1 0 0,1 0 1 0 0,-1-1 0 0 0,0 1 0 0 0,1 0-1 0 0,-2 0 1 0 0,1 0 0 0 0,0 0 0 0 0,0 0-1 0 0,-1 0 1 0 0,-3-3 0 0 0,2 0 33 0 0,-1 1 0 0 0,0 0 0 0 0,0 0-1 0 0,-1 0 1 0 0,1 1 0 0 0,-1-1 0 0 0,0 1 0 0 0,-9-5 0 0 0,12 7-21 0 0,0 1 0 0 0,0-1 0 0 0,0 1-1 0 0,0 0 1 0 0,0 0 0 0 0,-1 0 0 0 0,1 0 0 0 0,0 1 0 0 0,0-1 0 0 0,-1 1-1 0 0,1-1 1 0 0,-1 1 0 0 0,1 0 0 0 0,0 0 0 0 0,-1 0 0 0 0,1 0-1 0 0,0 0 1 0 0,-1 0 0 0 0,1 1 0 0 0,-1-1 0 0 0,1 1 0 0 0,0 0 0 0 0,0-1-1 0 0,-1 1 1 0 0,1 0 0 0 0,-2 2 0 0 0,2-1-11 0 0,0 1 0 0 0,0-1-1 0 0,0 1 1 0 0,1-1 0 0 0,-1 1 0 0 0,1 0 0 0 0,-1 0-1 0 0,1 0 1 0 0,0-1 0 0 0,0 1 0 0 0,1 0 0 0 0,-1 0-1 0 0,1 1 1 0 0,-1-1 0 0 0,1 0 0 0 0,0 0-1 0 0,0 0 1 0 0,0 0 0 0 0,1 0 0 0 0,-1 0 0 0 0,2 6-1 0 0,1 6 0 0 0,1-1 0 0 0,0 0-1 0 0,7 15 1 0 0,-7-18-11 0 0,1-1-1 0 0,0 0 1 0 0,0 0 0 0 0,1 0-1 0 0,0-1 1 0 0,1 0-1 0 0,0 0 1 0 0,0-1 0 0 0,1 1-1 0 0,0-2 1 0 0,0 1 0 0 0,1-1-1 0 0,0 0 1 0 0,0-1-1 0 0,1 0 1 0 0,0-1 0 0 0,0 0-1 0 0,0 0 1 0 0,0-1-1 0 0,1-1 1 0 0,0 1 0 0 0,0-2-1 0 0,0 1 1 0 0,0-2 0 0 0,0 1-1 0 0,0-2 1 0 0,0 1-1 0 0,0-1 1 0 0,1-1 0 0 0,-1 0-1 0 0,19-5 1 0 0,-6 0-933 0 0,0 0 0 0 0,23-11 1 0 0,-18 4-6416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5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75 10594 0 0,'-2'-1'421'0'0,"1"-1"0"0"0,0 0 0 0 0,0 1 0 0 0,0-1 0 0 0,0 0 0 0 0,0 0 0 0 0,0 0 0 0 0,1 0 0 0 0,-1 0 0 0 0,1 0-1 0 0,-1 0 1 0 0,1 0 0 0 0,-1 0 0 0 0,1 0 0 0 0,0 0 0 0 0,0 0 0 0 0,0 0 0 0 0,0 0 0 0 0,1 0 0 0 0,-1 0 0 0 0,1-2 0 0 0,-1 3-326 0 0,1 0 1 0 0,-1 1 0 0 0,0-1 0 0 0,0 1-1 0 0,0-1 1 0 0,1 1 0 0 0,-1-1 0 0 0,0 1-1 0 0,1-1 1 0 0,-1 1 0 0 0,1-1 0 0 0,-1 1 0 0 0,0-1-1 0 0,1 1 1 0 0,-1 0 0 0 0,1-1 0 0 0,-1 1-1 0 0,1 0 1 0 0,-1-1 0 0 0,1 1 0 0 0,-1 0-1 0 0,1 0 1 0 0,0 0 0 0 0,-1-1 0 0 0,1 1-1 0 0,-1 0 1 0 0,1 0 0 0 0,1 0-73 0 0,-1 1 1 0 0,1-1-1 0 0,-1 0 0 0 0,0 1 1 0 0,1-1-1 0 0,-1 1 0 0 0,0 0 0 0 0,1 0 1 0 0,-1-1-1 0 0,0 1 0 0 0,0 0 1 0 0,0 0-1 0 0,0 0 0 0 0,0 0 1 0 0,0 0-1 0 0,0 0 0 0 0,1 2 1 0 0,55 71 390 0 0,-34-42-364 0 0,52 56 0 0 0,-67-81-50 0 0,0 1-1 0 0,0-1 0 0 0,1 0 0 0 0,0-1 1 0 0,0 0-1 0 0,1-1 0 0 0,0 0 0 0 0,0 0 0 0 0,0-1 1 0 0,0 0-1 0 0,17 3 0 0 0,-24-6 12 0 0,0 0-1 0 0,-1-1 1 0 0,1 1 0 0 0,0-1 0 0 0,0 0-1 0 0,-1 0 1 0 0,1 0 0 0 0,0-1-1 0 0,0 1 1 0 0,-1 0 0 0 0,1-1 0 0 0,0 0-1 0 0,-1 0 1 0 0,1 0 0 0 0,-1 0-1 0 0,1 0 1 0 0,-1 0 0 0 0,1 0 0 0 0,-1-1-1 0 0,0 1 1 0 0,0-1 0 0 0,0 0-1 0 0,0 0 1 0 0,0 0 0 0 0,0 0 0 0 0,0 0-1 0 0,0 0 1 0 0,-1 0 0 0 0,1-1 0 0 0,-1 1-1 0 0,0 0 1 0 0,0-1 0 0 0,1 0-1 0 0,-2 1 1 0 0,1-1 0 0 0,0 1 0 0 0,0-1-1 0 0,-1-4 1 0 0,3-11 50 0 0,-1-1 0 0 0,-1 0-1 0 0,0 0 1 0 0,-5-30 0 0 0,2 18-344 0 0,4-59-3599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6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13 284 15203 0 0,'13'-4'4275'0'0,"14"-15"-3477"0"0,-15 8-664 0 0,0 1-1 0 0,-1-2 1 0 0,0 0-1 0 0,-1 0 1 0 0,0-1-1 0 0,9-16 1 0 0,-15 22-68 0 0,0 1-1 0 0,-1-1 1 0 0,0 0 0 0 0,0-1 0 0 0,0 1-1 0 0,-1 0 1 0 0,0-1 0 0 0,-1 1-1 0 0,1-1 1 0 0,-1 0 0 0 0,-1 1 0 0 0,0-1-1 0 0,0 0 1 0 0,-2-14 0 0 0,2 21-54 0 0,-1-1 1 0 0,1 0 0 0 0,-1 0 0 0 0,1 0-1 0 0,-1 1 1 0 0,0-1 0 0 0,0 0 0 0 0,0 0-1 0 0,0 1 1 0 0,0-1 0 0 0,0 1-1 0 0,0-1 1 0 0,-1 1 0 0 0,1 0 0 0 0,0-1-1 0 0,-1 1 1 0 0,1 0 0 0 0,-1 0 0 0 0,0 0-1 0 0,1 0 1 0 0,-1 0 0 0 0,0 0-1 0 0,1 1 1 0 0,-1-1 0 0 0,0 0 0 0 0,0 1-1 0 0,0 0 1 0 0,0-1 0 0 0,0 1 0 0 0,1 0-1 0 0,-1 0 1 0 0,0 0 0 0 0,0 0-1 0 0,0 0 1 0 0,0 0 0 0 0,0 1 0 0 0,0-1-1 0 0,-2 1 1 0 0,-1 1-14 0 0,-1-1 1 0 0,1 1-1 0 0,-1 0 0 0 0,1 1 1 0 0,0-1-1 0 0,0 1 0 0 0,0 0 1 0 0,0 0-1 0 0,1 0 0 0 0,-1 1 1 0 0,-5 6-1 0 0,5-5-8 0 0,1 0 1 0 0,0 1-1 0 0,0 0 1 0 0,1-1-1 0 0,0 1 1 0 0,0 0-1 0 0,0 1 1 0 0,1-1-1 0 0,0 0 1 0 0,0 1-1 0 0,0-1 1 0 0,1 1-1 0 0,0-1 1 0 0,1 1-1 0 0,-1 12 1 0 0,2-10 43 0 0,0-1 0 0 0,1 0 0 0 0,0 0 1 0 0,0 0-1 0 0,1 0 0 0 0,0 0 0 0 0,0 0 0 0 0,1 0 0 0 0,0-1 1 0 0,0 0-1 0 0,9 11 0 0 0,-7-9-158 0 0,2-1 0 0 0,-1 0 1 0 0,1 0-1 0 0,0 0 0 0 0,1-1 0 0 0,0-1 0 0 0,0 1 1 0 0,0-1-1 0 0,1-1 0 0 0,0 0 0 0 0,0 0 0 0 0,0-1 1 0 0,0 0-1 0 0,1-1 0 0 0,0 0 0 0 0,0-1 0 0 0,0 0 1 0 0,0 0-1 0 0,16-1 0 0 0,-4-3-7277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6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97 5065 0 0,'0'-8'1320'0'0,"0"-1"1"0"0,1 1-1 0 0,0-1 0 0 0,1 1 0 0 0,-1-1 1 0 0,2 1-1 0 0,-1 0 0 0 0,1 0 1 0 0,4-9-1 0 0,-6 17-1239 0 0,-1 0 0 0 0,0-1 0 0 0,0 1-1 0 0,0 0 1 0 0,0 0 0 0 0,0-1 0 0 0,1 1 0 0 0,-1 0 0 0 0,0 0 0 0 0,0-1 0 0 0,0 1 0 0 0,1 0 0 0 0,-1 0-1 0 0,0 0 1 0 0,0-1 0 0 0,1 1 0 0 0,-1 0 0 0 0,0 0 0 0 0,1 0 0 0 0,-1 0 0 0 0,0 0 0 0 0,0-1 0 0 0,1 1-1 0 0,-1 0 1 0 0,0 0 0 0 0,1 0 0 0 0,-1 0 0 0 0,0 0 0 0 0,1 0 0 0 0,-1 0 0 0 0,0 0 0 0 0,1 0-1 0 0,-1 0 1 0 0,0 1 0 0 0,1-1 0 0 0,8 10 1182 0 0,6 21-841 0 0,-13-26-229 0 0,52 141 758 0 0,-16-40-835 0 0,-26-86-446 0 0,-11-20 281 0 0,-1 1 1 0 0,1-1-1 0 0,-1 0 1 0 0,1 1-1 0 0,-1-1 1 0 0,1 0 0 0 0,-1 0-1 0 0,1 1 1 0 0,-1-1-1 0 0,1 0 1 0 0,-1 0-1 0 0,1 0 1 0 0,0 0 0 0 0,-1 0-1 0 0,1 0 1 0 0,-1 0-1 0 0,1 0 1 0 0,0 0 0 0 0,-1 0-1 0 0,1 0 1 0 0,-1 0-1 0 0,2 0 1 0 0,0-2-102 0 0,1 1 0 0 0,-1-1 1 0 0,1 0-1 0 0,-1 0 0 0 0,0 0 1 0 0,0 0-1 0 0,0 0 0 0 0,0-1 1 0 0,0 1-1 0 0,0-1 0 0 0,2-4 0 0 0,36-74-689 0 0,-29 57 1404 0 0,1 0 0 0 0,21-34 0 0 0,-29 52-473 0 0,0 1-1 0 0,0 0 1 0 0,1-1 0 0 0,0 1-1 0 0,0 1 1 0 0,0-1-1 0 0,0 1 1 0 0,1 0 0 0 0,-1 0-1 0 0,1 0 1 0 0,0 1-1 0 0,1 0 1 0 0,-1 0 0 0 0,9-2-1 0 0,-11 4-59 0 0,-1 0 0 0 0,0 0 0 0 0,1 0 0 0 0,-1 1 0 0 0,0-1 0 0 0,1 1 0 0 0,-1 0 0 0 0,0 0 0 0 0,1 0 0 0 0,-1 1 0 0 0,1-1 0 0 0,-1 1 0 0 0,0 0 0 0 0,1-1 0 0 0,-1 2 0 0 0,0-1 0 0 0,0 0 0 0 0,0 1 0 0 0,0-1 0 0 0,0 1 0 0 0,0 0 0 0 0,0 0 0 0 0,-1 0 0 0 0,1 0 0 0 0,2 3 0 0 0,0 2-17 0 0,0 0 0 0 0,-1 0 0 0 0,0 1-1 0 0,0 0 1 0 0,-1-1 0 0 0,1 1 0 0 0,-2 0 0 0 0,4 15 0 0 0,-5-17-203 0 0,1 1 0 0 0,0-1 0 0 0,0 0 0 0 0,0 0 0 0 0,0-1 0 0 0,1 1 0 0 0,0 0-1 0 0,6 6 1 0 0,-1-3-362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6.7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11979 0 0,'7'7'1019'0'0,"-1"0"1"0"0,0 1 0 0 0,-1-1 0 0 0,1 1 0 0 0,-1 0-1 0 0,-1 0 1 0 0,0 1 0 0 0,4 9 0 0 0,-1 5-479 0 0,8 43 0 0 0,-6-22-851 0 0,2-9-2049 0 0,0-14-4996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6.9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47 17508 0 0,'-3'-8'603'0'0,"1"5"-364"0"0,1 1 0 0 0,0-1 0 0 0,0 0 0 0 0,0 1 1 0 0,0-1-1 0 0,0 0 0 0 0,1 1 0 0 0,-1-1 1 0 0,1 0-1 0 0,0 0 0 0 0,0 0 0 0 0,0-3 1 0 0,3 8-233 0 0,0-1 0 0 0,0 0 0 0 0,-1 1 0 0 0,1 0 0 0 0,0-1 0 0 0,-1 1 0 0 0,1 0 0 0 0,-1 0 0 0 0,4 5 0 0 0,13 9-608 0 0,-8-9 579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7.2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 9218 0 0,'2'0'313'0'0,"-1"-1"0"0"0,1 1 1 0 0,0 0-1 0 0,0-1 0 0 0,0 1 0 0 0,0 0 0 0 0,0 0 1 0 0,-1 1-1 0 0,1-1 0 0 0,0 0 0 0 0,0 1 1 0 0,0-1-1 0 0,-1 1 0 0 0,1-1 0 0 0,0 1 0 0 0,0 0 1 0 0,-1 0-1 0 0,1 0 0 0 0,0 0 0 0 0,-1 0 0 0 0,1 0 1 0 0,1 2-1 0 0,1 0 256 0 0,1 1 0 0 0,-1 0 0 0 0,-1 0 0 0 0,1 0 0 0 0,0 0 1 0 0,4 7-1 0 0,-6-4-394 0 0,1 0 0 0 0,0 0 1 0 0,-1 0-1 0 0,-1 0 0 0 0,1 1 1 0 0,0 8-1 0 0,-2-10-172 0 0,1-1 0 0 0,0 1 0 0 0,0 0 0 0 0,0-1 0 0 0,1 1 0 0 0,0 0 0 0 0,0-1 0 0 0,0 0 0 0 0,0 0 0 0 0,7 9 0 0 0,-9-13-42 0 0,1 0 0 0 0,0-1 0 0 0,0 1 1 0 0,-1-1-1 0 0,1 1 0 0 0,0-1 0 0 0,0 0 0 0 0,0 1 0 0 0,0-1 0 0 0,-1 0 0 0 0,1 1 1 0 0,0-1-1 0 0,0 0 0 0 0,0 0 0 0 0,0 0 0 0 0,0 0 0 0 0,0 0 0 0 0,0 0 1 0 0,0 0-1 0 0,0 0 0 0 0,-1 0 0 0 0,1 0 0 0 0,0-1 0 0 0,0 1 0 0 0,0 0 0 0 0,0-1 1 0 0,0 1-1 0 0,-1-1 0 0 0,1 1 0 0 0,0 0 0 0 0,0-1 0 0 0,0 0 0 0 0,-1 1 1 0 0,1-1-1 0 0,0 1 0 0 0,-1-1 0 0 0,1 0 0 0 0,-1 0 0 0 0,1 1 0 0 0,-1-1 0 0 0,2-1 1 0 0,24-38-508 0 0,-24 36 486 0 0,8-12 195 0 0,0 1-1 0 0,1 1 1 0 0,0 0 0 0 0,1 0-1 0 0,20-17 1 0 0,-26 26 8 0 0,0 0 0 0 0,0 0 0 0 0,0 0 0 0 0,1 1 0 0 0,-1 0 0 0 0,1 1 0 0 0,0-1 0 0 0,0 1 0 0 0,1 1 0 0 0,-1-1 0 0 0,0 1 0 0 0,1 0 0 0 0,0 1 0 0 0,-1 0 0 0 0,11 0-1 0 0,-15 1-92 0 0,1 0-1 0 0,-1 1 1 0 0,0-1-1 0 0,1 1 1 0 0,-1 0-1 0 0,0 0 1 0 0,0 0-1 0 0,1 0 1 0 0,-1 1-1 0 0,0-1 1 0 0,0 1-1 0 0,-1 0 0 0 0,1 0 1 0 0,0 0-1 0 0,0 0 1 0 0,-1 0-1 0 0,0 1 1 0 0,3 2-1 0 0,1 3 2 0 0,-1 1-1 0 0,0-1 0 0 0,0 1 0 0 0,5 17 1 0 0,3 4-609 0 0,-7-17 286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4:47.4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17052 0 0,'0'2'1664'0'0,"1"-2"-1480"0"0,-1 1-184 0 0,1-1 0 0 0,-1 2 0 0 0,0 0-80 0 0,2 2 8 0 0,-1-1 0 0 0,5 0 72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0.7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56 7370 0 0,'0'-55'12626'0'0,"0"78"-11052"0"0,-6 303-441 0 0,6 242-1138 0 0,18-319 120 0 0,10 252 477 0 0,-62-39-252 0 0,32-455-1983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1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56 161 9674 0 0,'-9'0'1659'0'0,"0"1"0"0"0,0 0-1 0 0,0 0 1 0 0,-10 4 0 0 0,82-19 2116 0 0,42 5-3122 0 0,-33 4-308 0 0,413-34 543 0 0,-160 8-761 0 0,-100 7-73 0 0,-48 6-44 0 0,201-10-1520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1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21 155 8754 0 0,'-8'0'85'0'0,"-4"-3"1821"0"0,12 3-1827 0 0,0 0 1 0 0,0-1 0 0 0,0 1 0 0 0,0 0 0 0 0,0-1-1 0 0,0 1 1 0 0,0 0 0 0 0,0-1 0 0 0,0 1 0 0 0,0 0-1 0 0,0-1 1 0 0,0 1 0 0 0,0 0 0 0 0,0-1 0 0 0,0 1 0 0 0,1 0-1 0 0,-1-1 1 0 0,0 1 0 0 0,0 0 0 0 0,1-1 0 0 0,-1 1-1 0 0,0 0 1 0 0,0 0 0 0 0,1-1 0 0 0,-1 1 0 0 0,0 0-1 0 0,0 0 1 0 0,1 0 0 0 0,-1-1 0 0 0,0 1 0 0 0,1 0-1 0 0,-1 0 1 0 0,0 0 0 0 0,1 0 0 0 0,0 0 0 0 0,22-16 1220 0 0,1 2 0 0 0,0 1 0 0 0,1 0 0 0 0,36-11 0 0 0,-6 6-177 0 0,62-12 1 0 0,-90 25-1471 0 0,1 1 1 0 0,37-1 0 0 0,-14 7-6826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2.1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9674 0 0,'-2'7'10256'0'0,"21"406"-7230"0"0,-8-97-2849 0 0,46 128 177 0 0,3 59-308 0 0,-63-297-407 0 0,-1-171 74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3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2 187 10594 0 0,'0'0'-30'0'0,"0"0"1"0"0,0 1-1 0 0,0-1 0 0 0,0 0 0 0 0,0 0 0 0 0,0 0 1 0 0,0 0-1 0 0,0 0 0 0 0,0 0 0 0 0,0 0 0 0 0,0 0 1 0 0,0 0-1 0 0,0 0 0 0 0,0 1 0 0 0,0-1 0 0 0,0 0 1 0 0,0 0-1 0 0,0 0 0 0 0,0 0 0 0 0,0 0 0 0 0,0 0 1 0 0,0 0-1 0 0,0 0 0 0 0,0 0 0 0 0,0 0 0 0 0,0 1 1 0 0,0-1-1 0 0,-1 0-298 0 0,1 0 298 0 0,0 0 1 0 0,16 1 308 0 0,24-5 951 0 0,92-16 2375 0 0,229-7 0 0 0,48 7-1322 0 0,-172 6-1862 0 0,245-20 445 0 0,-400 28-790 0 0,400-40 393 0 0,-390 37-504 0 0,-35 2-513 0 0,0 3 1 0 0,111 6 0 0 0,-150 0-6820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6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14 260 456 0 0,'-1'0'62'0'0,"1"0"0"0"0,-1 0 0 0 0,1 0-1 0 0,-1 0 1 0 0,1 0 0 0 0,-1 0 0 0 0,1 0 0 0 0,-1 0 0 0 0,1 1 0 0 0,-1-1-1 0 0,1 0 1 0 0,-1 0 0 0 0,1 0 0 0 0,-1 1 0 0 0,1-1 0 0 0,0 0-1 0 0,-1 0 1 0 0,1 1 0 0 0,-1-1 0 0 0,1 0 0 0 0,0 1 0 0 0,-1-1-1 0 0,1 0 1 0 0,0 1 0 0 0,0-1 0 0 0,-1 1 0 0 0,1-1 0 0 0,0 1 0 0 0,0-1-1 0 0,-1 0 1 0 0,1 1 0 0 0,0-1 0 0 0,0 1 0 0 0,0-1 0 0 0,0 1-1 0 0,0-1 1 0 0,0 1 0 0 0,0-1 0 0 0,0 1 0 0 0,0-1 0 0 0,0 1 0 0 0,0-1-1 0 0,0 1 1 0 0,0-1 0 0 0,0 1 0 0 0,0-1 0 0 0,1 1 0 0 0,-1-1-1 0 0,0 1 1 0 0,0-1 0 0 0,0 0 0 0 0,1 1 0 0 0,-1-1 0 0 0,0 1-1 0 0,1-1 1 0 0,-1 0 0 0 0,0 1 0 0 0,1-1 0 0 0,-1 0 0 0 0,0 1 0 0 0,1-1-1 0 0,0 0 1 0 0,1 2 154 0 0,1 0-1 0 0,-1 0 0 0 0,1-1 0 0 0,-1 1 1 0 0,1-1-1 0 0,0 0 0 0 0,0 0 1 0 0,0 0-1 0 0,3 1 0 0 0,15 0 589 0 0,-1-1 0 0 0,1-1 0 0 0,0-1 0 0 0,-1-1 0 0 0,36-7 0 0 0,102-36 2178 0 0,-33 9-1050 0 0,142-19 255 0 0,298-20-1 0 0,126 11-1389 0 0,-660 60-834 0 0,53-3 648 0 0,-76 7-816 0 0,0 0 0 0 0,0 0 0 0 0,0 1 0 0 0,0 0 0 0 0,0 1 0 0 0,0 0 0 0 0,15 5 0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6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29 920 0 0,'-11'-29'15459'0'0,"16"51"-12902"0"0,21 163-647 0 0,4 255 0 0 0,-21-245-1772 0 0,35 212 0 0 0,-7-198-521 0 0,-34-192-181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7.2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252 59 6161 0 0,'0'-3'335'0'0,"1"1"-1"0"0,0 0 0 0 0,-1 0 1 0 0,1-1-1 0 0,-1 1 0 0 0,0 0 1 0 0,1-1-1 0 0,-1 1 0 0 0,-1 0 1 0 0,1-1-1 0 0,0 1 0 0 0,0 0 1 0 0,-1-1-1 0 0,1 1 0 0 0,-1 0 1 0 0,0-1-1 0 0,0 1 0 0 0,0 0 1 0 0,0 0-1 0 0,-1-2 0 0 0,0 3-79 0 0,1 0 1 0 0,-1 0-1 0 0,1 0 0 0 0,-1 0 0 0 0,0 1 1 0 0,1-1-1 0 0,-1 0 0 0 0,0 1 1 0 0,0-1-1 0 0,0 1 0 0 0,1 0 0 0 0,-1 0 1 0 0,0 0-1 0 0,0 0 0 0 0,0 0 0 0 0,1 0 1 0 0,-1 0-1 0 0,0 0 0 0 0,0 1 0 0 0,0-1 1 0 0,1 1-1 0 0,-1-1 0 0 0,0 1 0 0 0,1 0 1 0 0,-4 1-1 0 0,-17 8 305 0 0,0 1 1 0 0,0 1-1 0 0,1 1 1 0 0,1 1-1 0 0,0 1 1 0 0,1 0-1 0 0,-25 27 1 0 0,43-42-560 0 0,1 1 1 0 0,-1-1 0 0 0,0 1-1 0 0,1 0 1 0 0,-1-1 0 0 0,1 1-1 0 0,-1 0 1 0 0,1-1 0 0 0,-1 1-1 0 0,1 0 1 0 0,-1 0 0 0 0,1 0-1 0 0,0-1 1 0 0,0 1 0 0 0,-1 0-1 0 0,1 0 1 0 0,0 0 0 0 0,0 0-1 0 0,0 0 1 0 0,0 0 0 0 0,0-1-1 0 0,0 1 1 0 0,0 0 0 0 0,0 0 0 0 0,0 1-1 0 0,1-1-19 0 0,0 0 0 0 0,0 0-1 0 0,-1 0 1 0 0,1 0 0 0 0,0 0-1 0 0,0 0 1 0 0,0-1 0 0 0,0 1-1 0 0,0 0 1 0 0,0-1 0 0 0,0 1-1 0 0,0-1 1 0 0,1 1 0 0 0,-1-1 0 0 0,0 0-1 0 0,2 1 1 0 0,8 1-181 0 0,1 0 0 0 0,0-1-1 0 0,13 0 1 0 0,-13 0 123 0 0,13-1-315 0 0,29 3-457 0 0,-52-3 779 0 0,0 0 0 0 0,0 1 0 0 0,1-1 1 0 0,-1 1-1 0 0,0-1 0 0 0,0 1 0 0 0,0 0 1 0 0,0 0-1 0 0,0 0 0 0 0,0 0 0 0 0,0 1 1 0 0,0-1-1 0 0,0 0 0 0 0,0 1 0 0 0,0-1 1 0 0,-1 1-1 0 0,1 0 0 0 0,1 2 0 0 0,-3-3 41 0 0,1 1-1 0 0,-1 0 0 0 0,1 0 0 0 0,-1 0 0 0 0,0-1 0 0 0,0 1 0 0 0,0 0 0 0 0,0 0 1 0 0,0 0-1 0 0,-1-1 0 0 0,1 1 0 0 0,0 0 0 0 0,-1 0 0 0 0,0 0 0 0 0,1-1 1 0 0,-1 1-1 0 0,0 0 0 0 0,0-1 0 0 0,0 1 0 0 0,0-1 0 0 0,-2 3 0 0 0,-25 30 20 0 0,1-8 3 0 0,-18 19 20 0 0,42-42-24 0 0,0 1-1 0 0,0 0 1 0 0,0 0 0 0 0,1 0-1 0 0,-1 0 1 0 0,1 1-1 0 0,0-1 1 0 0,0 1 0 0 0,-2 8-1 0 0,4-12-6 0 0,1 0 0 0 0,-1 0 0 0 0,0 0 0 0 0,0 0 0 0 0,0 0 0 0 0,1 0 0 0 0,-1 0 0 0 0,0 0 1 0 0,1 0-1 0 0,-1 0 0 0 0,1 0 0 0 0,-1 0 0 0 0,1 0 0 0 0,-1-1 0 0 0,1 1 0 0 0,0 0 0 0 0,0 0 0 0 0,-1 0 0 0 0,1-1 0 0 0,0 1 0 0 0,0 0 0 0 0,0-1 0 0 0,0 1 0 0 0,-1-1 0 0 0,1 1 0 0 0,0-1 0 0 0,0 0 0 0 0,0 1 0 0 0,0-1 0 0 0,0 0 0 0 0,0 1 0 0 0,0-1 0 0 0,1 0 0 0 0,-1 0 0 0 0,0 0 0 0 0,0 0 0 0 0,0 0 0 0 0,1 0 0 0 0,46-1-560 0 0,-44 1 511 0 0,59-10-164 0 0,-50 7 184 0 0,-1 0 0 0 0,1 1 0 0 0,0 0 0 0 0,0 1 1 0 0,0 1-1 0 0,24 2 0 0 0,-37-2 48 0 0,1 0-1 0 0,-1 0 1 0 0,1 0 0 0 0,-1 0-1 0 0,0 0 1 0 0,1 0 0 0 0,-1 1-1 0 0,1-1 1 0 0,-1 0 0 0 0,1 0-1 0 0,-1 0 1 0 0,0 1 0 0 0,1-1-1 0 0,-1 0 1 0 0,0 1 0 0 0,1-1 0 0 0,-1 0-1 0 0,0 1 1 0 0,1-1 0 0 0,-1 0-1 0 0,0 1 1 0 0,0-1 0 0 0,1 0-1 0 0,-1 1 1 0 0,0-1 0 0 0,0 1-1 0 0,0-1 1 0 0,0 0 0 0 0,1 1-1 0 0,-1-1 1 0 0,0 1 0 0 0,-6 16 125 0 0,-18 14 133 0 0,22-29-245 0 0,-38 39 205 0 0,-24 26-1091 0 0,59-60 196 0 0,0 0 0 0 0,0 1 0 0 0,0 0 0 0 0,-4 11 0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7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3225 0 0,'1'-1'1072'0'0,"1"3"-258"0"0,0 0 0 0 0,-1 1 1 0 0,0-1-1 0 0,1 1 0 0 0,-1-1 0 0 0,0 1 1 0 0,0 0-1 0 0,0-1 0 0 0,-1 1 0 0 0,1 0 1 0 0,0 5-1 0 0,1 39 1219 0 0,-1-23-856 0 0,19 340 3134 0 0,20 188-3277 0 0,32 58-79 0 0,-70-595-1110 0 0,0 10 132 0 0,-7-8-3230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0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29 12899 0 0,'0'-1'273'0'0,"-1"0"0"0"0,1 0 0 0 0,-1-1 0 0 0,1 1 0 0 0,0 0 0 0 0,-1 0 0 0 0,1-1 0 0 0,0 1 0 0 0,0 0 0 0 0,0-1 0 0 0,0 1 0 0 0,0 0 0 0 0,0 0 0 0 0,1-1 0 0 0,-1 1 0 0 0,1-2 0 0 0,-1 2-172 0 0,1 1 0 0 0,-1 0 0 0 0,0-1 0 0 0,1 1-1 0 0,-1-1 1 0 0,1 1 0 0 0,-1 0 0 0 0,0 0-1 0 0,1-1 1 0 0,-1 1 0 0 0,1 0 0 0 0,-1 0 0 0 0,1 0-1 0 0,-1-1 1 0 0,1 1 0 0 0,0 0 0 0 0,-1 0 0 0 0,1 0-1 0 0,-1 0 1 0 0,1 0 0 0 0,-1 0 0 0 0,1 0 0 0 0,-1 0-1 0 0,1 0 1 0 0,-1 0 0 0 0,2 1 0 0 0,1 0 54 0 0,1 0 1 0 0,0 0 0 0 0,-1 1-1 0 0,1 0 1 0 0,-1 0-1 0 0,1 0 1 0 0,-1 0 0 0 0,0 0-1 0 0,6 6 1 0 0,7 10 11 0 0,0 1 1 0 0,-1 0-1 0 0,-1 1 1 0 0,15 29-1 0 0,39 93-47 0 0,-52-108-34 0 0,30 68-42 0 0,79 165-1787 0 0,-109-236-5840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0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0 111 6913 0 0,'6'52'3692'0'0,"2"-27"-3553"0"0,0 0 0 0 0,2-1 1 0 0,0 0-1 0 0,2-1 0 0 0,1 0 0 0 0,0-1 1 0 0,2 0-1 0 0,0-1 0 0 0,2-1 1 0 0,0 0-1 0 0,1-2 0 0 0,1 0 0 0 0,1 0 1 0 0,0-2-1 0 0,1-1 0 0 0,1 0 0 0 0,0-2 1 0 0,30 13-1 0 0,-49-24-125 0 0,1 0 1 0 0,0 0-1 0 0,0-1 1 0 0,0 1-1 0 0,0-1 1 0 0,0 0-1 0 0,0 0 0 0 0,0-1 1 0 0,0 1-1 0 0,0-1 1 0 0,1 0-1 0 0,-1 0 1 0 0,0 0-1 0 0,0 0 1 0 0,0-1-1 0 0,0 0 1 0 0,0 0-1 0 0,0 0 0 0 0,7-3 1 0 0,-8 2 118 0 0,1-1 0 0 0,0 0 0 0 0,-1 1 0 0 0,1-1 0 0 0,-1-1 0 0 0,0 1-1 0 0,0-1 1 0 0,0 1 0 0 0,0-1 0 0 0,-1 0 0 0 0,1 0 0 0 0,-1 0 0 0 0,0 0 0 0 0,-1 0 0 0 0,1 0 0 0 0,0-1 0 0 0,0-7 0 0 0,2-5 238 0 0,-2 0 1 0 0,0 0 0 0 0,-1-1 0 0 0,-1 1-1 0 0,-1 0 1 0 0,0-1 0 0 0,-1 1-1 0 0,-7-27 1 0 0,0 9-224 0 0,-2 1-1 0 0,-1 0 1 0 0,-19-36-1 0 0,25 57-158 0 0,-1 1-1 0 0,0 0 1 0 0,-1 1-1 0 0,0-1 0 0 0,-1 2 1 0 0,0-1-1 0 0,-12-9 1 0 0,15 15-410 0 0,0 1-1 0 0,0-1 1 0 0,0 2 0 0 0,0-1 0 0 0,-8-3 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0.9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1 278 13363 0 0,'0'0'77'0'0,"0"0"1"0"0,0 0-1 0 0,0-1 1 0 0,0 1-1 0 0,0 0 1 0 0,0 0-1 0 0,0-1 1 0 0,0 1-1 0 0,0 0 1 0 0,0 0-1 0 0,0 0 1 0 0,0-1-1 0 0,0 1 1 0 0,0 0-1 0 0,0 0 1 0 0,2-2 542 0 0,-2 2-543 0 0,0 0 1 0 0,0 0-1 0 0,0 0 1 0 0,1 0-1 0 0,-1 0 1 0 0,0-1-1 0 0,0 1 1 0 0,0 0-1 0 0,1 0 1 0 0,-1 0-1 0 0,0 0 1 0 0,0 0-1 0 0,1 0 1 0 0,-1 0-1 0 0,0 0 1 0 0,0 0-1 0 0,1 0 0 0 0,12 5 1506 0 0,10 9-230 0 0,-23-14-1350 0 0,37 26 547 0 0,0-1-1 0 0,1-2 1 0 0,56 25-1 0 0,-13-10 46 0 0,-81-43-517 0 0,-1 0 0 0 0,1 0 0 0 0,-1 1 0 0 0,0-1 0 0 0,0 0 0 0 0,0 1 0 0 0,-3-5 0 0 0,-65-215 892 0 0,34 70-3175 0 0,29 124-5602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2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 8290 0 0,'-2'0'167'0'0,"0"1"1"0"0,0 0-1 0 0,0 0 1 0 0,0 0 0 0 0,1 1-1 0 0,-1-1 1 0 0,0 0-1 0 0,1 1 1 0 0,-1-1-1 0 0,1 1 1 0 0,-1-1 0 0 0,1 1-1 0 0,0 0 1 0 0,-1 0-1 0 0,0 2 1 0 0,2-4-145 0 0,0 1 0 0 0,0-1 0 0 0,0 1-1 0 0,0-1 1 0 0,0 0 0 0 0,0 1 0 0 0,0-1 0 0 0,0 1 0 0 0,0-1 0 0 0,0 1 0 0 0,0-1 0 0 0,0 0-1 0 0,0 1 1 0 0,1-1 0 0 0,-1 0 0 0 0,0 1 0 0 0,0-1 0 0 0,0 1 0 0 0,1-1 0 0 0,-1 0 0 0 0,0 1-1 0 0,0-1 1 0 0,1 0 0 0 0,-1 0 0 0 0,0 1 0 0 0,1-1 0 0 0,-1 0 0 0 0,1 1 0 0 0,22 5 159 0 0,37-5 688 0 0,96-8 0 0 0,-17-1 424 0 0,369 29 2141 0 0,-92 0-2692 0 0,230-54 491 0 0,-588 28-1191 0 0,89-6 236 0 0,1 7 0 0 0,-1 5 1 0 0,161 24-1 0 0,-287-22-483 0 0,53 5-1212 0 0,-27-13-3110 0 0,-46 5 4255 0 0,0 0 1 0 0,0 0 0 0 0,0 0 0 0 0,0-1 0 0 0,0 1 0 0 0,0 0 0 0 0,0-1 0 0 0,0 1 0 0 0,0-1 0 0 0,-1 1 0 0 0,1-1-1 0 0,0 0 1 0 0,0 1 0 0 0,-1-1 0 0 0,1 0 0 0 0,0 0 0 0 0,-1 1 0 0 0,2-2 0 0 0,1-4-1297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2.4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12 181 3681 0 0,'-11'5'11593'0'0,"28"11"-7787"0"0,-2-4-3479 0 0,2-2 2 0 0,1-1 0 0 0,0 0 0 0 0,0-1 0 0 0,1-1 0 0 0,0-1 0 0 0,20 5 0 0 0,-31-9-310 0 0,1-1 1 0 0,-1 1-1 0 0,1-1 1 0 0,0-1-1 0 0,-1 0 0 0 0,1 0 1 0 0,0 0-1 0 0,-1-1 0 0 0,1-1 1 0 0,0 1-1 0 0,-1-1 1 0 0,0-1-1 0 0,1 1 0 0 0,-1-2 1 0 0,0 1-1 0 0,9-6 0 0 0,-13 5 16 0 0,0 0 0 0 0,0 0-1 0 0,0 0 1 0 0,0-1 0 0 0,-1 1-1 0 0,0-1 1 0 0,0 0 0 0 0,0 0-1 0 0,0 0 1 0 0,-1 0 0 0 0,0-1-1 0 0,0 1 1 0 0,0-1 0 0 0,-1 1-1 0 0,0-1 1 0 0,0 1 0 0 0,0-1-1 0 0,-1 0 1 0 0,1 0 0 0 0,-2 1-1 0 0,1-1 1 0 0,0 0 0 0 0,-1 1-1 0 0,0-1 1 0 0,-4-9 0 0 0,4 9-20 0 0,0 0 0 0 0,-1 1 1 0 0,0-1-1 0 0,0 1 0 0 0,0-1 0 0 0,-1 1 1 0 0,1 0-1 0 0,-2 0 0 0 0,1 0 1 0 0,0 0-1 0 0,-1 1 0 0 0,0 0 1 0 0,0-1-1 0 0,0 1 0 0 0,0 0 0 0 0,-1 1 1 0 0,0-1-1 0 0,1 1 0 0 0,-1 0 1 0 0,-1 0-1 0 0,1 1 0 0 0,0-1 0 0 0,-1 1 1 0 0,1 0-1 0 0,-8-1 0 0 0,9 3-94 0 0,0 0 1 0 0,0 0-1 0 0,0 0 0 0 0,0 0 0 0 0,0 1 0 0 0,0-1 0 0 0,0 1 0 0 0,0 0 0 0 0,0 1 0 0 0,0-1 0 0 0,0 1 0 0 0,0-1 1 0 0,1 1-1 0 0,-1 0 0 0 0,1 0 0 0 0,-1 1 0 0 0,1-1 0 0 0,0 1 0 0 0,0 0 0 0 0,0 0 0 0 0,0 0 0 0 0,1 0 0 0 0,-1 0 1 0 0,1 1-1 0 0,0-1 0 0 0,0 1 0 0 0,0-1 0 0 0,0 1 0 0 0,-1 4 0 0 0,-6 15-568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3.1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48 101 3225 0 0,'-16'16'1592'0'0,"14"-15"-735"0"0,-28 6 11878 0 0,41-3-11726 0 0,15 3-959 0 0,27-6 219 0 0,1-2 0 0 0,67-10 0 0 0,12-1 192 0 0,427-27 487 0 0,-491 33-854 0 0,898-55 302 0 0,-836 55-9 0 0,207 17 1 0 0,-327-9-398 0 0,-1 0-1 0 0,0 0 1 0 0,0 1 0 0 0,12 6 0 0 0,3 0-1538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3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6913 0 0,'-1'5'621'0'0,"0"1"-1"0"0,0-1 0 0 0,0 0 1 0 0,1 1-1 0 0,-1-1 0 0 0,1 1 1 0 0,1-1-1 0 0,-1 1 0 0 0,3 9 1 0 0,-1-3 225 0 0,1 0 0 0 0,1 0 0 0 0,5 14 0 0 0,-6-19-652 0 0,1-1 0 0 0,-1 1 0 0 0,1-1 0 0 0,0 0 0 0 0,1 0 0 0 0,0 0 0 0 0,0 0 0 0 0,0-1 0 0 0,0 0 0 0 0,1 0 0 0 0,8 6 0 0 0,-12-10-156 0 0,1 0 0 0 0,-1 1 1 0 0,1-1-1 0 0,-1 0 0 0 0,1 0 1 0 0,-1 0-1 0 0,1-1 0 0 0,0 1 1 0 0,-1 0-1 0 0,1-1 1 0 0,0 0-1 0 0,0 0 0 0 0,-1 0 1 0 0,1 0-1 0 0,0 0 0 0 0,0 0 1 0 0,-1-1-1 0 0,1 1 0 0 0,0-1 1 0 0,-1 0-1 0 0,1 0 0 0 0,0 0 1 0 0,-1 0-1 0 0,1 0 0 0 0,-1-1 1 0 0,0 1-1 0 0,1-1 0 0 0,-1 1 1 0 0,0-1-1 0 0,0 0 0 0 0,0 0 1 0 0,0 0-1 0 0,2-3 0 0 0,-1 1 39 0 0,0 0-1 0 0,-1 1 0 0 0,0-1 0 0 0,1 0 0 0 0,-1 0 1 0 0,-1 0-1 0 0,1-1 0 0 0,-1 1 0 0 0,1 0 1 0 0,-1-1-1 0 0,0 1 0 0 0,-1-1 0 0 0,1 1 1 0 0,-1-1-1 0 0,0 1 0 0 0,0-1 0 0 0,0 1 0 0 0,-1-1 1 0 0,0 1-1 0 0,-2-9 0 0 0,2 10-132 0 0,0 0-1 0 0,0-1 1 0 0,-1 1-1 0 0,0 0 1 0 0,1 0-1 0 0,-1 0 1 0 0,0 0-1 0 0,0 1 1 0 0,-1-1-1 0 0,1 0 1 0 0,-1 1-1 0 0,-2-3 1 0 0,2 3-325 0 0,0 1 1 0 0,0-1-1 0 0,1 0 1 0 0,-1 1-1 0 0,-1 0 1 0 0,1 0-1 0 0,0 0 1 0 0,0 0-1 0 0,0 0 1 0 0,-1 0-1 0 0,1 1 1 0 0,0 0-1 0 0,0-1 1 0 0,-5 2-1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3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 12443 0 0,'5'-3'4131'0'0,"-4"3"-4063"0"0,4 12 1852 0 0,2 19-550 0 0,-2 44-85 0 0,-4 86 0 0 0,-1-27-4299 0 0,1-109-4047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4.2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 7834 0 0,'4'-3'612'0'0,"1"0"1"0"0,0 0-1 0 0,-1 0 1 0 0,1 1-1 0 0,0-1 1 0 0,1 1 0 0 0,-1 1-1 0 0,0-1 1 0 0,1 1-1 0 0,6-2 1 0 0,-2 2 402 0 0,0-1-1 0 0,0 1 1 0 0,0 1 0 0 0,19 1 0 0 0,-21 1-724 0 0,1 0 1 0 0,-1 0 0 0 0,1 1-1 0 0,-1 1 1 0 0,0-1 0 0 0,-1 1 0 0 0,1 1-1 0 0,11 7 1 0 0,56 51 318 0 0,-56-46-493 0 0,40 41-84 0 0,-3 3-1 0 0,-3 2 1 0 0,48 75-1 0 0,-77-106-319 0 0,3 11-2098 0 0,-15-24-5028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4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1 153 4609 0 0,'8'-8'563'0'0,"1"1"0"0"0,0 0 1 0 0,0 0-1 0 0,0 1 0 0 0,1 1 0 0 0,0 0 1 0 0,0 0-1 0 0,1 1 0 0 0,0 0 0 0 0,11-3 0 0 0,16-6-101 0 0,-12 2 66 0 0,13-5-888 0 0,1 1 0 0 0,59-13 0 0 0,-75 24 360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4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 10594 0 0,'7'-9'9544'0'0,"-3"13"-8842"0"0,7 5-505 0 0,-1 0 0 0 0,-1 1-1 0 0,0 0 1 0 0,0 1 0 0 0,-1 0-1 0 0,0 0 1 0 0,-1 1-1 0 0,0 0 1 0 0,-1 0 0 0 0,0 1-1 0 0,-1-1 1 0 0,4 16 0 0 0,6 24-177 0 0,15 93 0 0 0,-13-24-14 0 0,-8-49-820 0 0,28 111 0 0 0,-31-161-125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5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0 152 1840 0 0,'8'-13'1046'0'0,"1"0"0"0"0,0 1-1 0 0,1 0 1 0 0,0 0-1 0 0,1 1 1 0 0,0 1-1 0 0,1-1 1 0 0,0 2-1 0 0,0 0 1 0 0,1 0 0 0 0,0 1-1 0 0,20-8 1 0 0,-31 15-871 0 0,0 0 0 0 0,0 0 0 0 0,0 0 1 0 0,0 1-1 0 0,0-1 0 0 0,0 1 0 0 0,0-1 1 0 0,0 1-1 0 0,1 0 0 0 0,-1 0 0 0 0,0 0 1 0 0,0 0-1 0 0,0 0 0 0 0,0 0 1 0 0,1 1-1 0 0,-1-1 0 0 0,0 1 0 0 0,0-1 1 0 0,0 1-1 0 0,0 0 0 0 0,4 2 0 0 0,-4-1-35 0 0,1 0 0 0 0,-1 1 0 0 0,1-1 0 0 0,-1 1 0 0 0,0-1 0 0 0,0 1 0 0 0,0 0 0 0 0,0 0 0 0 0,0 0 0 0 0,-1 0-1 0 0,0 0 1 0 0,2 6 0 0 0,2 7 29 0 0,-2 0-1 0 0,0 1 0 0 0,0-1 0 0 0,-1 25 1 0 0,-2-30-182 0 0,0-2 16 0 0,0 0 0 0 0,1-1 1 0 0,0 1-1 0 0,0-1 0 0 0,5 16 0 0 0,-5-22-14 0 0,0 0-1 0 0,0-1 0 0 0,0 1 0 0 0,0-1 1 0 0,0 1-1 0 0,0-1 0 0 0,0 1 1 0 0,0-1-1 0 0,0 1 0 0 0,1-1 0 0 0,-1 0 1 0 0,0 0-1 0 0,1 0 0 0 0,0 0 0 0 0,-1 0 1 0 0,1 0-1 0 0,-1 0 0 0 0,1 0 1 0 0,0-1-1 0 0,-1 1 0 0 0,1 0 0 0 0,0-1 1 0 0,0 0-1 0 0,0 1 0 0 0,0-1 0 0 0,-1 0 1 0 0,1 0-1 0 0,0 0 0 0 0,0 0 1 0 0,0 0-1 0 0,0-1 0 0 0,-1 1 0 0 0,4-1 1 0 0,8-2-64 0 0,0 1 1 0 0,0 0-1 0 0,0 1 1 0 0,0 0-1 0 0,0 1 1 0 0,18 2-1 0 0,-28-1 79 0 0,1 0 0 0 0,-1 0 0 0 0,0 0 0 0 0,0 0 0 0 0,0 0 0 0 0,0 0 0 0 0,0 1 0 0 0,0 0 0 0 0,0-1 0 0 0,0 1 1 0 0,0 0-1 0 0,-1 1 0 0 0,1-1 0 0 0,-1 0 0 0 0,0 1 0 0 0,0-1 0 0 0,0 1 0 0 0,0 0 0 0 0,0-1 0 0 0,0 1 0 0 0,-1 0 0 0 0,1 0 0 0 0,-1 0 0 0 0,0 1 0 0 0,0-1 0 0 0,0 0 0 0 0,0 0 0 0 0,-1 1 0 0 0,1-1 0 0 0,-1 5 1 0 0,1 2 97 0 0,-1 0 1 0 0,-1 0 0 0 0,0 1 0 0 0,0-1 0 0 0,-1 0-1 0 0,0 0 1 0 0,-1 0 0 0 0,0 0 0 0 0,0-1 0 0 0,-1 1-1 0 0,-1-1 1 0 0,-5 10 0 0 0,-25 31-6202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8.5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8290 0 0,'11'25'7671'0'0,"4"18"-4916"0"0,24 62-1119 0 0,80 102 496 0 0,-35-68-3351 0 0,-36-43-4763 0 0,-40-78-595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8.8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20 10594 0 0,'-1'-1'85'0'0,"0"1"0"0"0,1-1 0 0 0,-1 0 1 0 0,0 0-1 0 0,1 0 0 0 0,-1 1 0 0 0,1-1 0 0 0,-1 0 0 0 0,1 0 0 0 0,-1 0 0 0 0,1 0 0 0 0,0 0 0 0 0,-1 0 0 0 0,1 0 0 0 0,0 0 0 0 0,0-2 0 0 0,0 3 17 0 0,0-1 1 0 0,1 1-1 0 0,-1 0 0 0 0,0 0 0 0 0,1-1 0 0 0,-1 1 0 0 0,0 0 0 0 0,1 0 0 0 0,-1 0 0 0 0,1 0 0 0 0,-1 0 0 0 0,0 0 0 0 0,1 0 0 0 0,-1 0 0 0 0,0-1 0 0 0,1 1 0 0 0,-1 0 0 0 0,1 1 0 0 0,-1-1 0 0 0,0 0 0 0 0,1 0 0 0 0,-1 0 0 0 0,1 0 0 0 0,-1 0 0 0 0,0 0 0 0 0,1 0 0 0 0,-1 0 0 0 0,1 1 0 0 0,32 16 3522 0 0,-21-5-3120 0 0,0-1 1 0 0,-1 2 0 0 0,-1 0-1 0 0,0 0 1 0 0,12 20 0 0 0,38 81 291 0 0,-28-50-682 0 0,77 110-67 0 0,-72-120-506 0 0,-20-20-3035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9.1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36 6913 0 0,'5'-10'303'0'0,"-4"7"-309"0"0,0 0-1 0 0,0 1 0 0 0,0-1 0 0 0,1 0 0 0 0,-1 1 0 0 0,1 0 0 0 0,3-5 1 0 0,-12 23 5403 0 0,-6 15-4531 0 0,1 1 0 0 0,2 0 0 0 0,1 0 0 0 0,2 1 0 0 0,1 0 0 0 0,-3 48 0 0 0,9-75-681 0 0,1 0 0 0 0,-1 0 0 0 0,1 0 0 0 0,0 0 0 0 0,0-1 0 0 0,1 1 0 0 0,0 0 0 0 0,0-1 0 0 0,0 1 0 0 0,1-1 0 0 0,-1 0 0 0 0,1 0 0 0 0,1 0 0 0 0,3 5 0 0 0,-5-8-147 0 0,0 0 1 0 0,-1 0 0 0 0,1-1 0 0 0,0 1 0 0 0,0-1 0 0 0,1 0 0 0 0,-1 1 0 0 0,0-1 0 0 0,0 0-1 0 0,1 0 1 0 0,-1 0 0 0 0,0-1 0 0 0,1 1 0 0 0,-1-1 0 0 0,1 1 0 0 0,-1-1 0 0 0,1 0 0 0 0,-1 0-1 0 0,1 0 1 0 0,-1 0 0 0 0,1 0 0 0 0,-1 0 0 0 0,1-1 0 0 0,-1 1 0 0 0,1-1 0 0 0,-1 0 0 0 0,0 0-1 0 0,1 0 1 0 0,-1 0 0 0 0,0 0 0 0 0,0 0 0 0 0,0-1 0 0 0,0 1 0 0 0,0-1 0 0 0,3-2 0 0 0,8-7 58 0 0,0 0 1 0 0,21-26 0 0 0,-28 28-421 0 0,1 0 1 0 0,1 1 0 0 0,0 0-1 0 0,0 1 1 0 0,1-1 0 0 0,-1 1-1 0 0,1 1 1 0 0,1 0 0 0 0,15-7 0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8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0 10594 0 0,'0'0'964'0'0,"-28"8"3064"0"0,20-4-3728 0 0,0 1 0 0 0,1 1 0 0 0,-1 0-1 0 0,1 0 1 0 0,0 0 0 0 0,1 1 0 0 0,-1 0 0 0 0,1 0 0 0 0,1 1 0 0 0,-1 0-1 0 0,1 0 1 0 0,-6 12 0 0 0,11-19-289 0 0,0 0 0 0 0,0-1 0 0 0,0 1 0 0 0,1-1 0 0 0,-1 1 0 0 0,0-1-1 0 0,0 1 1 0 0,0-1 0 0 0,0 1 0 0 0,1-1 0 0 0,-1 1 0 0 0,0-1 0 0 0,0 1 0 0 0,1-1 0 0 0,-1 1-1 0 0,0-1 1 0 0,1 1 0 0 0,-1-1 0 0 0,1 1 0 0 0,-1-1 0 0 0,0 0 0 0 0,1 1 0 0 0,-1-1 0 0 0,1 0-1 0 0,-1 1 1 0 0,1-1 0 0 0,-1 0 0 0 0,1 0 0 0 0,-1 0 0 0 0,1 1 0 0 0,-1-1 0 0 0,1 0 0 0 0,0 0 0 0 0,-1 0-1 0 0,1 0 1 0 0,-1 0 0 0 0,1 0 0 0 0,-1 0 0 0 0,1 0 0 0 0,0 0 0 0 0,-1 0 0 0 0,1 0 0 0 0,-1-1-1 0 0,1 1 1 0 0,28-3 371 0 0,-9-4-383 0 0,-1-1 0 0 0,24-13 0 0 0,-29 14 0 0 0,0 0 1 0 0,1 0-1 0 0,-1 1 0 0 0,1 1 0 0 0,22-4 0 0 0,-36 8 4 0 0,1 1-1 0 0,-1 0 0 0 0,1-1 1 0 0,-1 1-1 0 0,1 0 1 0 0,-1 0-1 0 0,1 0 0 0 0,-1 0 1 0 0,1 0-1 0 0,-1 1 1 0 0,1-1-1 0 0,-1 0 0 0 0,1 1 1 0 0,-1-1-1 0 0,1 1 0 0 0,-1-1 1 0 0,0 1-1 0 0,1 0 1 0 0,-1 0-1 0 0,2 1 0 0 0,-2-1 4 0 0,-1 0 1 0 0,1 0-1 0 0,-1 0 0 0 0,1 0 0 0 0,-1 1 0 0 0,1-1 0 0 0,-1 0 1 0 0,0 0-1 0 0,0 0 0 0 0,1 1 0 0 0,-1-1 0 0 0,0 0 1 0 0,0 0-1 0 0,0 0 0 0 0,0 1 0 0 0,-1-1 0 0 0,1 0 0 0 0,0 0 1 0 0,-1 2-1 0 0,-3 8 56 0 0,0-1-1 0 0,0 0 1 0 0,-1 0 0 0 0,-9 12 0 0 0,12-19-45 0 0,-24 36 409 0 0,-51 57 0 0 0,-10 14 67 0 0,87-110-496 0 0,-4 5 23 0 0,1 0 0 0 0,-1 1 0 0 0,1-1 0 0 0,1 1 0 0 0,-1-1-1 0 0,-2 8 1 0 0,5-12-20 0 0,0 0-1 0 0,0 0 0 0 0,0 0 1 0 0,0 0-1 0 0,0 0 0 0 0,0 0 1 0 0,0 0-1 0 0,0 0 0 0 0,1 0 1 0 0,-1 0-1 0 0,0 0 0 0 0,1 0 1 0 0,-1 0-1 0 0,0 0 0 0 0,1 0 1 0 0,-1 0-1 0 0,1-1 0 0 0,-1 1 1 0 0,1 0-1 0 0,0 0 0 0 0,-1 0 1 0 0,1-1-1 0 0,0 1 0 0 0,0 0 1 0 0,0 0-1 0 0,-1-1 0 0 0,1 1 1 0 0,0-1-1 0 0,0 1 0 0 0,0-1 1 0 0,0 1-1 0 0,0-1 0 0 0,0 0 1 0 0,0 1-1 0 0,0-1 0 0 0,0 0 1 0 0,0 0-1 0 0,0 0 0 0 0,0 0 1 0 0,0 0-1 0 0,0 0 0 0 0,2 0 1 0 0,48 2-248 0 0,-43-2 130 0 0,1-1 0 0 0,0 2 1 0 0,0-1-1 0 0,-1 1 1 0 0,1 0-1 0 0,0 1 0 0 0,-1 0 1 0 0,1 0-1 0 0,13 7 0 0 0,-20-8 118 0 0,0 1 0 0 0,0-1 0 0 0,-1 1 0 0 0,1 0 0 0 0,-1 0 0 0 0,1 0 0 0 0,-1 0 0 0 0,1 0 0 0 0,-1 0-1 0 0,0 0 1 0 0,0 0 0 0 0,0 0 0 0 0,0 0 0 0 0,-1 1 0 0 0,1-1 0 0 0,0 0 0 0 0,-1 1 0 0 0,0-1 0 0 0,0 0-1 0 0,1 1 1 0 0,-1-1 0 0 0,-1 1 0 0 0,1-1 0 0 0,0 0 0 0 0,0 1 0 0 0,-1-1 0 0 0,0 0 0 0 0,1 1 0 0 0,-1-1-1 0 0,-2 4 1 0 0,-3 9 230 0 0,-1 1-1 0 0,-1-2 1 0 0,-13 21 0 0 0,9-17-100 0 0,7-9-467 0 0,1-4 522 0 0,1 1-1 0 0,-1 0 1 0 0,2 0 0 0 0,-1 0 0 0 0,-2 8 0 0 0,4-13-270 0 0,1 1 0 0 0,0-1 0 0 0,0 0 0 0 0,0 1-1 0 0,0-1 1 0 0,0 0 0 0 0,0 0 0 0 0,0 1-1 0 0,0-1 1 0 0,1 0 0 0 0,-1 1 0 0 0,0-1 0 0 0,1 2-1 0 0,0-2-220 0 0,0 0-1 0 0,0 0 1 0 0,-1 0-1 0 0,1 0 0 0 0,0 0 1 0 0,0 0-1 0 0,0 0 0 0 0,0 0 1 0 0,0 0-1 0 0,0 0 1 0 0,1-1-1 0 0,-1 1 0 0 0,0 0 1 0 0,0-1-1 0 0,2 1 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8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4210 2 3225 0 0,'2'-1'252'0'0,"1"1"0"0"0,-1 0 0 0 0,0-1 0 0 0,0 1 0 0 0,0 0 1 0 0,0 0-1 0 0,1 1 0 0 0,-1-1 0 0 0,0 0 0 0 0,0 1 0 0 0,0-1 1 0 0,0 1-1 0 0,0 0 0 0 0,0-1 0 0 0,0 1 0 0 0,0 0 0 0 0,3 2 0 0 0,-1 0 208 0 0,0 1-1 0 0,-1-1 1 0 0,1 0-1 0 0,0 1 1 0 0,-1 0-1 0 0,0 0 1 0 0,4 6-1 0 0,-1 1 260 0 0,0 0 0 0 0,-1 0-1 0 0,0 1 1 0 0,0 0 0 0 0,3 18-1 0 0,8 43 1834 0 0,3-1 1 0 0,32 80-1 0 0,18 59-1908 0 0,-2-5-662 0 0,49 151 159 0 0,-99-298-88 0 0,-14-47 7 0 0,-1-1-1 0 0,0 1 1 0 0,-1-1 0 0 0,0 1-1 0 0,-2 20 1 0 0,0-3 75 0 0,1-30-176 0 0,-1-1 1 0 0,0 1-1 0 0,-1-1 0 0 0,1 1 0 0 0,0-1 0 0 0,0 1 0 0 0,-1 0 1 0 0,1-1-1 0 0,0 1 0 0 0,-3-1 0 0 0,4 2 24 0 0,-3-3 6 0 0,0 0 0 0 0,-1 1 0 0 0,1-1 1 0 0,-1 1-1 0 0,1 0 0 0 0,-1 0 1 0 0,1 1-1 0 0,-1-1 0 0 0,0 1 1 0 0,0-1-1 0 0,0 1 0 0 0,0 1 1 0 0,-5-2-1 0 0,-57 0 33 0 0,33 1-32 0 0,-146 0-306 0 0,-183 21-1 0 0,88-2 310 0 0,-259 24-309 0 0,100-6 98 0 0,-3-28-49 0 0,78-33-108 0 0,2 1 42 0 0,240 21 140 0 0,-126 14 1 0 0,-308 56 487 0 0,400-46 77 0 0,-141 12-330 0 0,97-24-3157 0 0,158-10-3827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9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0 200 920 0 0,'4'-17'1005'0'0,"1"0"1"0"0,0 0-1 0 0,11-21 0 0 0,11-17-2060 0 0,-12 25-1959 0 0,-10 4 9504 0 0,-14 65-1681 0 0,17 67-116 0 0,20 53-2260 0 0,-4-25-1438 0 0,53 558 1091 0 0,-58-486-1824 0 0,1 140-120 0 0,-13-175-3025 0 0,-5-145 1940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0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2 109 1840 0 0,'1'-61'20559'0'0,"7"36"-20552"0"0,-8 25 3 0 0,0-1-1 0 0,1 0 1 0 0,-1 1-1 0 0,0-1 1 0 0,0 1-1 0 0,0-1 1 0 0,1 0-1 0 0,-1 1 0 0 0,0-1 1 0 0,0 0-1 0 0,0 1 1 0 0,0-1-1 0 0,0 0 1 0 0,0 1-1 0 0,0-1 1 0 0,-1 0-1 0 0,1 1 1 0 0,0-1-1 0 0,0 1 0 0 0,0-1 1 0 0,-1 0-1 0 0,1 1 1 0 0,0-1-1 0 0,-1 1 1 0 0,1-1-1 0 0,0 1 1 0 0,-1-1-1 0 0,1 1 1 0 0,-1-1-1 0 0,1 1 0 0 0,-1-1 1 0 0,1 1-1 0 0,-1-1 1 0 0,1 1-1 0 0,-1 0 1 0 0,1-1-1 0 0,-1 1 1 0 0,1 0-1 0 0,-1 0 0 0 0,0-1 1 0 0,1 1-1 0 0,-2 0 129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1.3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4145 0 0,'7'-8'14659'0'0,"-3"13"-14457"0"0,0 1 1 0 0,0-1-1 0 0,-1 1 0 0 0,0 0 1 0 0,0 0-1 0 0,0 0 0 0 0,0 1 1 0 0,-1-1-1 0 0,0 0 0 0 0,0 1 1 0 0,-1 0-1 0 0,0-1 0 0 0,0 12 1 0 0,1 18 239 0 0,-2 44 1 0 0,-1-66-336 0 0,-5 71-55 0 0,2-61-35 0 0,2 1 1 0 0,0-1-1 0 0,2 1 0 0 0,1-1 0 0 0,1 1 0 0 0,8 41 0 0 0,-9-62 4 0 0,1 0 0 0 0,0 0 0 0 0,-1 0 0 0 0,1-1 0 0 0,1 1 0 0 0,-1-1 0 0 0,0 1 0 0 0,1-1 0 0 0,0 0 0 0 0,0 0 1 0 0,0 0-1 0 0,0 0 0 0 0,0-1 0 0 0,1 1 0 0 0,-1-1 0 0 0,1 0 0 0 0,-1 0 0 0 0,1 0 0 0 0,0 0 0 0 0,0-1 0 0 0,0 0 0 0 0,0 1 0 0 0,0-1 0 0 0,0-1 0 0 0,0 1 0 0 0,7 0 1 0 0,11 0 77 0 0,0-1 0 0 0,-1-1 0 0 0,44-8 0 0 0,-28 4-312 0 0,-30 4-131 0 0,50-7-1294 0 0,-19 0-5658 0 0,-23 4 1135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1.6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0 5985 0 0,'-12'12'7554'0'0,"11"-11"-7240"0"0,2 24 3610 0 0,14 29-1419 0 0,-12-44-1719 0 0,65 181 1339 0 0,-15-65-4948 0 0,-41-99-4536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2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31 6449 0 0,'-28'-30'8678'0'0,"35"48"-4154"0"0,23 57-2939 0 0,36 130-1 0 0,-33-93-919 0 0,25 113-5708 0 0,-46-174 3963 0 0,-10-41-1063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2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22 456 0 0,'2'-2'556'0'0,"-1"0"-1"0"0,0 0 1 0 0,0 0 0 0 0,1 1-1 0 0,-1-1 1 0 0,1 1 0 0 0,-1-1-1 0 0,1 1 1 0 0,-1-1-1 0 0,1 1 1 0 0,0 0 0 0 0,0 0-1 0 0,0 0 1 0 0,14 3 6410 0 0,-16-2-6805 0 0,-2 22 1967 0 0,-50 108 1121 0 0,36-94-2579 0 0,1 2 0 0 0,-12 46 0 0 0,26-82-632 0 0,0 0-1 0 0,1 0 1 0 0,-1 0-1 0 0,1 0 1 0 0,0 0 0 0 0,-1 1-1 0 0,1-1 1 0 0,0 0 0 0 0,0 0-1 0 0,1 0 1 0 0,-1 0 0 0 0,0 1-1 0 0,1-1 1 0 0,-1 0-1 0 0,1 0 1 0 0,0 0 0 0 0,0 0-1 0 0,0 0 1 0 0,0 0 0 0 0,0 0-1 0 0,0 0 1 0 0,0-1 0 0 0,0 1-1 0 0,1 0 1 0 0,-1-1 0 0 0,4 4-1 0 0,-1-3 5 0 0,0 0 0 0 0,1 0 0 0 0,-1 0 0 0 0,0-1 0 0 0,1 1 0 0 0,-1-1 0 0 0,1 0 0 0 0,0 0 0 0 0,-1-1 0 0 0,1 1 0 0 0,8-1 0 0 0,16-2 77 0 0,0 0-1 0 0,30-8 1 0 0,-37 6-344 0 0,0 0 0 0 0,0 1 0 0 0,1 2 0 0 0,40 2 0 0 0,22 12-5445 0 0,-56-12 2771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5.3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99 7834 0 0,'-13'-31'4131'0'0,"-4"-37"1651"0"0,25 73-5181 0 0,9 7-152 0 0,27 35-21 0 0,-2 2 0 0 0,66 100 0 0 0,-68-90-362 0 0,61 95 13 0 0,66 88-10 0 0,-161-234-33 0 0,0 0-8 0 0,0 0 0 0 0,1 0 0 0 0,0 0 0 0 0,1-1 0 0 0,0 0 0 0 0,0-1 0 0 0,12 9 0 0 0,-19-15 0 0 0,0 0 1 0 0,-1 1-1 0 0,1-1 1 0 0,0 0-1 0 0,0 0 1 0 0,-1 0-1 0 0,1 0 0 0 0,0 1 1 0 0,0-1-1 0 0,-1 0 1 0 0,1 0-1 0 0,0 0 1 0 0,0-1-1 0 0,-1 1 0 0 0,1 0 1 0 0,0 0-1 0 0,0 0 1 0 0,-1 0-1 0 0,1-1 1 0 0,0 1-1 0 0,-1 0 0 0 0,1-1 1 0 0,0 1-1 0 0,-1-1 1 0 0,2 0-1 0 0,12-20 550 0 0,-1-33 33 0 0,-12 48-585 0 0,15-101 318 0 0,1-158 0 0 0,-3 23-2443 0 0,-10 213-5476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5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55 6449 0 0,'0'-6'768'0'0,"2"1"-1"0"0,-1-1 1 0 0,0 1-1 0 0,1 0 0 0 0,0-1 1 0 0,1 1-1 0 0,-1 0 1 0 0,5-6-1 0 0,-7 11-694 0 0,0 0-1 0 0,1 0 0 0 0,-1 0 1 0 0,0 0-1 0 0,1 0 1 0 0,-1 0-1 0 0,0 0 0 0 0,0 0 1 0 0,1 0-1 0 0,-1 0 1 0 0,0 0-1 0 0,1 1 0 0 0,-1-1 1 0 0,0 0-1 0 0,0 0 1 0 0,1 0-1 0 0,-1 1 1 0 0,0-1-1 0 0,0 0 0 0 0,0 0 1 0 0,1 0-1 0 0,-1 1 1 0 0,0-1-1 0 0,0 0 0 0 0,0 0 1 0 0,0 1-1 0 0,1-1 1 0 0,-1 0-1 0 0,0 1 0 0 0,0-1 1 0 0,0 0-1 0 0,0 1 1 0 0,0-1-1 0 0,0 0 0 0 0,0 0 1 0 0,0 1-1 0 0,0-1 1 0 0,0 0-1 0 0,0 1 0 0 0,0-1 1 0 0,0 0-1 0 0,0 1 1 0 0,3 16 781 0 0,0 202 2595 0 0,0-3-3828 0 0,-1-195-71 0 0,5 42-1950 0 0,-3-49 891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6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0,'3'-1'220'0'0,"0"1"0"0"0,0 0 0 0 0,0 0 0 0 0,0 0 0 0 0,0 0 0 0 0,-1 1 0 0 0,1-1 0 0 0,0 1 0 0 0,0 0 0 0 0,0 0 0 0 0,0 0 0 0 0,-1 0 0 0 0,1 0-1 0 0,0 0 1 0 0,3 4 0 0 0,43 28 2195 0 0,-41-27-1968 0 0,6 5-64 0 0,-1 2 1 0 0,0 0 0 0 0,-1 0 0 0 0,22 30 0 0 0,35 67 290 0 0,-58-91-664 0 0,23 48-997 0 0,-24-46-32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6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0 147 8290 0 0,'2'-4'736'0'0,"-1"0"-584"0"0,2 0-152 0 0,-1 1 0 0 0,0 0 64 0 0,1-1-64 0 0,3-3 72 0 0,4-3-72 0 0,6-5 104 0 0,2-2-24 0 0,3 1-8 0 0,-1 1 0 0 0,2 1-216 0 0,0 3-48 0 0,0 2 0 0 0,1 3-8 0 0,0 3 200 0 0,2 2-64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6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9674 0 0,'1'3'530'0'0,"-1"0"1"0"0,1 1-1 0 0,0-1 1 0 0,0 0-1 0 0,0 0 0 0 0,1 0 1 0 0,-1 0-1 0 0,1 0 0 0 0,-1 0 1 0 0,1 0-1 0 0,0-1 1 0 0,3 3-1 0 0,7 16 848 0 0,1 13-386 0 0,-1 1 0 0 0,9 40 0 0 0,4 15-934 0 0,-19-71-1158 0 0,1-1 1 0 0,16 29-1 0 0,-20-40-951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7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4 235 2240 0 0,'-1'-6'269'0'0,"0"-1"-1"0"0,0 0 0 0 0,0 0 0 0 0,1 0 0 0 0,1 1 0 0 0,-1-1 0 0 0,1 0 0 0 0,0 0 0 0 0,0 1 0 0 0,1-1 0 0 0,4-12 0 0 0,-1 8 249 0 0,0 0-1 0 0,0 0 1 0 0,1 1-1 0 0,0-1 1 0 0,0 2-1 0 0,9-11 1 0 0,-9 14-145 0 0,1 0 0 0 0,-1 0 0 0 0,1 0 1 0 0,0 1-1 0 0,0 0 0 0 0,14-7 0 0 0,-17 10-244 0 0,-1 0-1 0 0,1 1 0 0 0,-1-1 1 0 0,1 1-1 0 0,0 0 0 0 0,0 0 1 0 0,0 0-1 0 0,0 0 1 0 0,0 1-1 0 0,0 0 0 0 0,0 0 1 0 0,0 0-1 0 0,0 0 0 0 0,0 0 1 0 0,0 1-1 0 0,0 0 1 0 0,4 1-1 0 0,-5 0-43 0 0,-1-1 1 0 0,0 1-1 0 0,1 0 1 0 0,-1 0-1 0 0,0 0 0 0 0,0 0 1 0 0,0 0-1 0 0,0 1 0 0 0,0-1 1 0 0,-1 0-1 0 0,1 1 1 0 0,-1 0-1 0 0,1-1 0 0 0,-1 1 1 0 0,0 0-1 0 0,0 0 1 0 0,0 0-1 0 0,0-1 0 0 0,-1 1 1 0 0,1 6-1 0 0,1 6 304 0 0,-1 0 0 0 0,-1 26 1 0 0,-3-13 151 0 0,-8 36 1 0 0,7-46-512 0 0,0 0 0 0 0,2 1 0 0 0,0-1 0 0 0,1 1 1 0 0,2 31-1 0 0,-1-48-59 0 0,1-1 1 0 0,-1 1-1 0 0,0-1 1 0 0,1 1-1 0 0,-1-1 1 0 0,1 1-1 0 0,-1-1 1 0 0,1 1-1 0 0,0-1 0 0 0,0 1 1 0 0,0-1-1 0 0,-1 0 1 0 0,1 0-1 0 0,0 1 1 0 0,1-1-1 0 0,-1 0 1 0 0,0 0-1 0 0,0 0 1 0 0,0 0-1 0 0,1 0 0 0 0,-1 0 1 0 0,0 0-1 0 0,1-1 1 0 0,-1 1-1 0 0,1 0 1 0 0,-1-1-1 0 0,1 1 1 0 0,-1-1-1 0 0,1 0 1 0 0,0 1-1 0 0,-1-1 0 0 0,1 0 1 0 0,-1 0-1 0 0,1 0 1 0 0,0 0-1 0 0,-1 0 1 0 0,1 0-1 0 0,-1-1 1 0 0,3 0-1 0 0,9-1-213 0 0,-1-2-1 0 0,0 0 1 0 0,1 0-1 0 0,12-7 1 0 0,2-1 173 0 0,-22 11 74 0 0,0-1 0 0 0,0 1 0 0 0,0 0 0 0 0,0 0 0 0 0,0 0-1 0 0,0 1 1 0 0,0 0 0 0 0,0 0 0 0 0,0 0 0 0 0,0 0 0 0 0,6 2 0 0 0,-9-1 6 0 0,0 0 1 0 0,0 0-1 0 0,0 0 1 0 0,0 0 0 0 0,0 0-1 0 0,0 0 1 0 0,0 1-1 0 0,0-1 1 0 0,0 1-1 0 0,-1-1 1 0 0,1 1 0 0 0,-1 0-1 0 0,1-1 1 0 0,-1 1-1 0 0,0 0 1 0 0,1 0 0 0 0,-1 0-1 0 0,0 0 1 0 0,0 0-1 0 0,-1 0 1 0 0,1 1 0 0 0,0-1-1 0 0,-1 0 1 0 0,1 0-1 0 0,-1 1 1 0 0,1 2-1 0 0,-1 6 254 0 0,1 0 0 0 0,-2 1 0 0 0,0-1 0 0 0,0 0 0 0 0,-1 0 0 0 0,0 0 0 0 0,-1 0-1 0 0,0 0 1 0 0,-1-1 0 0 0,0 1 0 0 0,-8 14 0 0 0,-7 9-414 0 0,0-2-1 0 0,-26 31 1 0 0,34-47-989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7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83 10594 0 0,'-2'6'6022'0'0,"2"-6"-5918"0"0,11-2 2348 0 0,11-6-2049 0 0,39-25 305 0 0,-47 24-1329 0 0,1 1 1 0 0,0 1 0 0 0,26-10-1 0 0,-26 13-5834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7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49 5529 0 0,'1'0'600'0'0,"1"0"-600"0"0,-1 0 352 0 0,1 0 56 0 0,0 0 9 0 0,2-2 7 0 0,2 0 440 0 0,-1-1 80 0 0,4 0 16 0 0,-1-1 8 0 0,0-1-824 0 0,1-2-144 0 0,4-3-72 0 0,-2-2 8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8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11 382 9674 0 0,'-10'2'8750'0'0,"13"6"-9400"0"0,24 65 1740 0 0,2-1-1 0 0,48 82 0 0 0,-66-135-1050 0 0,1 0 0 0 0,1-1 1 0 0,0 0-1 0 0,1-1 0 0 0,1 0 1 0 0,0-2-1 0 0,2 1 0 0 0,-1-2 0 0 0,2 0 1 0 0,0-2-1 0 0,0 1 0 0 0,33 14 1 0 0,-48-26-20 0 0,-1 1 1 0 0,1-1 0 0 0,0 0 0 0 0,0 0 0 0 0,-1-1-1 0 0,1 1 1 0 0,0 0 0 0 0,0-1 0 0 0,0 0 0 0 0,0 0-1 0 0,0 0 1 0 0,0 0 0 0 0,0 0 0 0 0,-1 0 0 0 0,1-1-1 0 0,0 1 1 0 0,0-1 0 0 0,3-1 0 0 0,-3 0 8 0 0,-1 0-1 0 0,0 0 1 0 0,1 0 0 0 0,-1 0 0 0 0,0 0 0 0 0,0 0 0 0 0,-1 0-1 0 0,1-1 1 0 0,0 1 0 0 0,-1-1 0 0 0,0 0 0 0 0,1 1-1 0 0,-1-1 1 0 0,0 0 0 0 0,0 1 0 0 0,0-1 0 0 0,-1 0 0 0 0,1-3-1 0 0,7-42 250 0 0,-3-1-1 0 0,0-66 0 0 0,-2 28-143 0 0,-1 32-163 0 0,17-190 78 0 0,-13 200-771 0 0,2 1 0 0 0,2 0 1 0 0,22-61-1 0 0,-21 78-836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8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 13827 0 0,'-6'-15'6140'0'0,"21"31"-4414"0"0,-12-14-1482 0 0,8 13-72 0 0,-1 1 0 0 0,0 0 0 0 0,-1 1 0 0 0,0 0 0 0 0,-1 1 0 0 0,-2 0 0 0 0,0 0 0 0 0,5 22 0 0 0,0-2-31 0 0,27 85 218 0 0,54 158-3464 0 0,-81-254-4444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9.0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5985 0 0,'0'-1'55'0'0,"0"0"-1"0"0,1-1 1 0 0,-1 1 0 0 0,0 0-1 0 0,1 0 1 0 0,-1-1-1 0 0,1 1 1 0 0,-1 0 0 0 0,1 0-1 0 0,0 0 1 0 0,-1 0-1 0 0,1 0 1 0 0,0 0-1 0 0,0 0 1 0 0,0 0 0 0 0,0 0-1 0 0,0 0 1 0 0,0 0-1 0 0,0 1 1 0 0,0-1 0 0 0,0 0-1 0 0,0 1 1 0 0,0-1-1 0 0,2 0 1 0 0,40-20 774 0 0,-31 15-347 0 0,26-15-135 0 0,0-3 0 0 0,37-30 0 0 0,5-4-3348 0 0,-79 58 3129 0 0,-1-1 1 0 0,1 1-1 0 0,0 0 0 0 0,-1 0 0 0 0,1 0 0 0 0,-1 0 0 0 0,1-1 0 0 0,0 1 0 0 0,-1 0 0 0 0,1 0 0 0 0,-1 0 0 0 0,1 0 0 0 0,0 0 0 0 0,-1 0 0 0 0,1 1 0 0 0,0-1 0 0 0,-1 0 1 0 0,1 0-1 0 0,-1 0 0 0 0,1 0 0 0 0,-1 1 0 0 0,1-1 0 0 0,0 0 0 0 0,-1 1 0 0 0,1-1 0 0 0,0 1 0 0 0,16 16 1751 0 0,9 25 550 0 0,-8-6-926 0 0,-2 2 1 0 0,14 46-1 0 0,1 6-881 0 0,-15-56-737 0 0,-15-32 111 0 0,-1-1 0 0 0,1 0 0 0 0,0 0 0 0 0,-1 1 0 0 0,1-1 0 0 0,0 0 0 0 0,0 0 0 0 0,0 0 0 0 0,0 0 0 0 0,0 0 0 0 0,0 0 0 0 0,0 0 0 0 0,0 0 0 0 0,0 0 0 0 0,0-1 0 0 0,1 1 0 0 0,-1 0 0 0 0,0-1 0 0 0,1 1 0 0 0,-1-1 0 0 0,0 1 0 0 0,1-1 0 0 0,1 1 0 0 0,-2-2 3 0 0,0 1 0 0 0,-1-1-1 0 0,1 1 1 0 0,0-1 0 0 0,-1 0 0 0 0,1 1-1 0 0,0-1 1 0 0,-1 0 0 0 0,1 1 0 0 0,-1-1 0 0 0,1 0-1 0 0,-1 0 1 0 0,1 1 0 0 0,-1-1 0 0 0,0 0-1 0 0,1 0 1 0 0,-1 0 0 0 0,0 0 0 0 0,0 0-1 0 0,0 1 1 0 0,1-3 0 0 0,2-23-46 0 0,-3 22 38 0 0,3-37-70 0 0,8-69 37 0 0,-9 99 42 0 0,1 0 1 0 0,0 0-1 0 0,1 0 1 0 0,0 0-1 0 0,0 1 1 0 0,1 0 0 0 0,9-15-1 0 0,-13 24 12 0 0,-1-1-1 0 0,1 1 1 0 0,0 0-1 0 0,0 0 1 0 0,0 0-1 0 0,0 0 1 0 0,0-1 0 0 0,0 1-1 0 0,0 0 1 0 0,0 1-1 0 0,1-1 1 0 0,-1 0-1 0 0,0 0 1 0 0,1 0 0 0 0,-1 1-1 0 0,0-1 1 0 0,1 1-1 0 0,-1-1 1 0 0,1 1-1 0 0,-1 0 1 0 0,0-1-1 0 0,1 1 1 0 0,-1 0 0 0 0,1 0-1 0 0,-1 0 1 0 0,1 0-1 0 0,-1 0 1 0 0,1 0-1 0 0,-1 0 1 0 0,1 1-1 0 0,-1-1 1 0 0,1 1 0 0 0,-1-1-1 0 0,1 1 1 0 0,-1-1-1 0 0,0 1 1 0 0,1 0-1 0 0,-1 0 1 0 0,0-1 0 0 0,0 1-1 0 0,0 0 1 0 0,0 0-1 0 0,1 0 1 0 0,-1 0-1 0 0,1 3 1 0 0,8 6 134 0 0,-2 1 1 0 0,1 0-1 0 0,-1 1 0 0 0,6 13 1 0 0,-4-8-83 0 0,4 4-277 0 0,51 74-5752 0 0,-50-77-203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9.4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0 279 4145 0 0,'25'-17'4129'0'0,"-17"9"-3602"0"0,0 1-1 0 0,-1-2 1 0 0,0 1 0 0 0,-1-1 0 0 0,0 0 0 0 0,0 0-1 0 0,-1 0 1 0 0,-1-1 0 0 0,5-10 0 0 0,-4 6-75 0 0,-1 1 0 0 0,0-1 1 0 0,0 0-1 0 0,-2-1 0 0 0,1 1 0 0 0,-1-19 1 0 0,-2 31-437 0 0,0 0 1 0 0,0 0 0 0 0,0 0 0 0 0,0 0 0 0 0,-1 0-1 0 0,1 0 1 0 0,-1 0 0 0 0,1 0 0 0 0,-1 1 0 0 0,0-1-1 0 0,0 0 1 0 0,0 0 0 0 0,0 1 0 0 0,0-1 0 0 0,0 0-1 0 0,0 1 1 0 0,0-1 0 0 0,-1 1 0 0 0,1 0 0 0 0,0-1-1 0 0,-1 1 1 0 0,0 0 0 0 0,1 0 0 0 0,-1 0 0 0 0,0 0-1 0 0,1 0 1 0 0,-1 0 0 0 0,-3-1 0 0 0,3 2-17 0 0,0 0 0 0 0,1-1-1 0 0,-1 1 1 0 0,0 0 0 0 0,1 0 0 0 0,-1 0 0 0 0,0 1 0 0 0,1-1-1 0 0,-1 0 1 0 0,1 1 0 0 0,-1-1 0 0 0,0 1 0 0 0,1-1 0 0 0,-1 1-1 0 0,1 0 1 0 0,-1-1 0 0 0,1 1 0 0 0,0 0 0 0 0,-1 0 0 0 0,1 0-1 0 0,0 0 1 0 0,0 0 0 0 0,-1 1 0 0 0,1-1 0 0 0,0 0 0 0 0,0 0-1 0 0,0 1 1 0 0,1-1 0 0 0,-1 1 0 0 0,0-1 0 0 0,0 1 0 0 0,1-1-1 0 0,-1 1 1 0 0,0 1 0 0 0,-1 3 26 0 0,1 1 1 0 0,-1-1-1 0 0,1 0 0 0 0,1 0 1 0 0,-1 1-1 0 0,1-1 0 0 0,0 0 0 0 0,0 1 1 0 0,0-1-1 0 0,1 0 0 0 0,0 1 1 0 0,1-1-1 0 0,-1 0 0 0 0,5 9 1 0 0,-2-6 48 0 0,0-1 0 0 0,1 1 0 0 0,0-1 1 0 0,0 0-1 0 0,1 0 0 0 0,0-1 1 0 0,1 0-1 0 0,0 0 0 0 0,7 6 1 0 0,-3-4-30 0 0,-1-1 1 0 0,1-1-1 0 0,1 0 1 0 0,-1 0 0 0 0,1-1-1 0 0,0-1 1 0 0,1 0 0 0 0,-1 0-1 0 0,1-1 1 0 0,0-1 0 0 0,0 0-1 0 0,0-1 1 0 0,0-1-1 0 0,14 1 1 0 0,-19-3-541 0 0,-1 1 1 0 0,0-2-1 0 0,1 1 0 0 0,-1-1 1 0 0,13-5-1 0 0,-6 1-5378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9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 5065 0 0,'6'12'7459'0'0,"6"-2"-4512"0"0,2 1-2120 0 0,37 51 2269 0 0,23 23-727 0 0,-65-75-2180 0 0,1-1 0 0 0,-1-1 0 0 0,2 0 0 0 0,-1 0-1 0 0,1-1 1 0 0,15 7 0 0 0,-25-14-168 0 0,-1 1 0 0 0,1-1 0 0 0,0 0 0 0 0,-1 0 0 0 0,1 1 0 0 0,-1-1 1 0 0,1 0-1 0 0,0 0 0 0 0,-1 0 0 0 0,1 0 0 0 0,0 0 0 0 0,-1 0 0 0 0,1 0 0 0 0,0 0 0 0 0,-1 0 0 0 0,1 0 0 0 0,0 0 1 0 0,-1-1-1 0 0,1 1 0 0 0,-1 0 0 0 0,1 0 0 0 0,0-1 0 0 0,-1 1 0 0 0,1 0 0 0 0,-1-1 0 0 0,1 1 0 0 0,0-1 0 0 0,10-20 420 0 0,-5-29 48 0 0,-5 45-458 0 0,-2-152-1314 0 0,2 127-7059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4.8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65 258 8290 0 0,'-3'0'113'0'0,"1"0"1"0"0,-1-1 0 0 0,1 0 0 0 0,-1 0-1 0 0,1 1 1 0 0,-1-1 0 0 0,1-1 0 0 0,0 1-1 0 0,-1 0 1 0 0,1-1 0 0 0,0 1-1 0 0,0-1 1 0 0,0 1 0 0 0,0-1 0 0 0,0 0-1 0 0,0 0 1 0 0,1 0 0 0 0,-3-4-1 0 0,0 0 205 0 0,2-1 0 0 0,-1 1 0 0 0,1-1-1 0 0,0 0 1 0 0,0 0 0 0 0,0-7 0 0 0,0 3 22 0 0,1 0 0 0 0,1 1 1 0 0,-1-1-1 0 0,2 0 0 0 0,-1 1 0 0 0,5-20 1 0 0,-4 26-170 0 0,0-1 0 0 0,0 0 1 0 0,0 1-1 0 0,1-1 0 0 0,0 0 0 0 0,0 1 1 0 0,0 0-1 0 0,1-1 0 0 0,-1 1 1 0 0,1 0-1 0 0,0 0 0 0 0,0 1 0 0 0,1-1 1 0 0,-1 1-1 0 0,1-1 0 0 0,-1 1 1 0 0,6-3-1 0 0,-7 5-121 0 0,-1 0-1 0 0,1 1 1 0 0,0-1-1 0 0,0 0 1 0 0,-1 1 0 0 0,1 0-1 0 0,0-1 1 0 0,0 1 0 0 0,-1 0-1 0 0,1 0 1 0 0,0 0 0 0 0,0 0-1 0 0,0 0 1 0 0,-1 0 0 0 0,1 1-1 0 0,0-1 1 0 0,0 1 0 0 0,-1-1-1 0 0,1 1 1 0 0,0-1 0 0 0,-1 1-1 0 0,1 0 1 0 0,-1 0 0 0 0,1 0-1 0 0,-1 0 1 0 0,1 0 0 0 0,-1 0-1 0 0,0 1 1 0 0,1-1-1 0 0,-1 0 1 0 0,0 1 0 0 0,0-1-1 0 0,0 0 1 0 0,0 1 0 0 0,0-1-1 0 0,0 1 1 0 0,1 3 0 0 0,2 2-4 0 0,-1 1 0 0 0,0 0 0 0 0,0 0-1 0 0,0 0 1 0 0,-1 0 0 0 0,2 15 0 0 0,-3 17 84 0 0,-1 1 0 0 0,-10 73-1 0 0,1-32 315 0 0,9-79-398 0 0,-1 0 0 0 0,1-1 1 0 0,0 1-1 0 0,0 0 1 0 0,0 0-1 0 0,0 0 1 0 0,1 0-1 0 0,-1 0 1 0 0,1 0-1 0 0,0 0 0 0 0,0 0 1 0 0,0 0-1 0 0,0-1 1 0 0,0 1-1 0 0,0 0 1 0 0,1-1-1 0 0,-1 1 1 0 0,1-1-1 0 0,0 1 0 0 0,0-1 1 0 0,3 3-1 0 0,-3-4-10 0 0,1 1 0 0 0,0-1 0 0 0,0 0 0 0 0,0 0-1 0 0,0 0 1 0 0,0 0 0 0 0,0-1 0 0 0,0 1 0 0 0,0-1-1 0 0,0 1 1 0 0,0-1 0 0 0,0 0 0 0 0,0-1 0 0 0,0 1-1 0 0,0 0 1 0 0,0-1 0 0 0,0 0 0 0 0,0 1 0 0 0,0-1-1 0 0,5-3 1 0 0,62-29 780 0 0,-37 16-2007 0 0,2 2-5395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5.21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13 125 9674 0 0,'-2'-3'623'0'0,"0"0"-1"0"0,0 0 1 0 0,1-1-1 0 0,0 1 0 0 0,-1 0 1 0 0,1-1-1 0 0,0-3 1 0 0,1 7-471 0 0,-1-1 0 0 0,1 1 0 0 0,0 0 1 0 0,0-1-1 0 0,0 1 0 0 0,0-1 0 0 0,1 1 0 0 0,-1-1 0 0 0,3-4 2435 0 0,-2 4-2435 0 0,0 1-73 0 0,0-1 1 0 0,0 1-1 0 0,1 0 0 0 0,-1 0 1 0 0,0 0-1 0 0,0 0 0 0 0,0 0 1 0 0,1 0-1 0 0,-1 0 0 0 0,0 0 1 0 0,0 0-1 0 0,0 0 1 0 0,0 1-1 0 0,2 0 0 0 0,1 0 9 0 0,0 1 1 0 0,0 0-1 0 0,-1 0 0 0 0,1 0 0 0 0,-1 1 0 0 0,1-1 1 0 0,-1 1-1 0 0,0 0 0 0 0,0 0 0 0 0,0 0 1 0 0,0 0-1 0 0,-1 1 0 0 0,1-1 0 0 0,2 5 0 0 0,28 61 340 0 0,-22-45-328 0 0,2 3 13 0 0,0-1 0 0 0,35 47 0 0 0,-44-67-113 0 0,0 0-1 0 0,1 0 0 0 0,0-1 0 0 0,0 1 0 0 0,1-1 0 0 0,-1-1 0 0 0,1 1 0 0 0,0-1 0 0 0,0 0 0 0 0,0 0 0 0 0,1-1 0 0 0,0 0 0 0 0,-1 0 0 0 0,1 0 0 0 0,0-1 0 0 0,0 0 0 0 0,13 2 0 0 0,-18-4 16 0 0,1 0 0 0 0,-1 0 0 0 0,1-1 0 0 0,-1 1 0 0 0,1 0 0 0 0,-1-1 1 0 0,0 1-1 0 0,1-1 0 0 0,-1 0 0 0 0,0 0 0 0 0,0 0 0 0 0,1 0 0 0 0,-1 0 0 0 0,0 0 1 0 0,0-1-1 0 0,0 1 0 0 0,0-1 0 0 0,2-2 0 0 0,-1 0 10 0 0,0 1 0 0 0,0-1 1 0 0,-1 0-1 0 0,0 0 0 0 0,0 0 0 0 0,0-1 1 0 0,0 1-1 0 0,0 0 0 0 0,1-6 0 0 0,0-5 19 0 0,-1-1 0 0 0,0 0 0 0 0,0 0 0 0 0,-3-26 0 0 0,-11-67-725 0 0,-1-7-4730 0 0,13 87-891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5.62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36 7 6913 0 0,'-8'-6'3646'0'0,"3"16"-1121"0"0,1 17-1385 0 0,0 0-1 0 0,3 0 0 0 0,2 49 1 0 0,0-10-370 0 0,-2 83 231 0 0,-1 77-768 0 0,-8-76-3087 0 0,8-129 1369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6.02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157 80 6913 0 0,'-18'32'1309'0'0,"-32"53"-654"0"0,-38 70-181 0 0,97-179-119 0 0,0 0 0 0 0,6-26 0 0 0,11-32 1200 0 0,-20 68-1109 0 0,0 0 1 0 0,1 1 0 0 0,1 0-1 0 0,0 0 1 0 0,0 0 0 0 0,1 1-1 0 0,1 1 1 0 0,0-1 0 0 0,17-13-1 0 0,-23 21-249 0 0,0 1 0 0 0,1 0 0 0 0,0 0 0 0 0,0 0-1 0 0,0 0 1 0 0,0 1 0 0 0,0 0 0 0 0,1 0 0 0 0,-1 0-1 0 0,1 1 1 0 0,-1 0 0 0 0,1 0 0 0 0,-1 0 0 0 0,1 0-1 0 0,0 1 1 0 0,-1 0 0 0 0,1 1 0 0 0,0-1 0 0 0,-1 1-1 0 0,1 0 1 0 0,-1 0 0 0 0,1 1 0 0 0,-1-1 0 0 0,1 1 0 0 0,-1 1-1 0 0,0-1 1 0 0,0 1 0 0 0,5 3 0 0 0,5 4-95 0 0,-1 1 0 0 0,0 0 0 0 0,0 1 0 0 0,-1 0 0 0 0,16 21 0 0 0,-6-3-710 0 0,30 50 0 0 0,-37-51-521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6.48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 10594 0 0,'1'-1'5219'0'0,"40"330"-678"0"0,-25-160-3907 0 0,22 218-146 0 0,-21-199-4951 0 0,-14-153-1828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6.81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16 75 1584 0 0,'-2'-3'164'0'0,"0"0"0"0"0,0-1 0 0 0,0 1 0 0 0,1 0-1 0 0,-1-1 1 0 0,1 1 0 0 0,0-1 0 0 0,0 0 0 0 0,0-7-1 0 0,8-18 12557 0 0,1 39-10640 0 0,4 12-1135 0 0,-6-10-528 0 0,2 7 129 0 0,2 0 0 0 0,0 0 1 0 0,24 32-1 0 0,-30-47-467 0 0,-1 0-1 0 0,1 0 1 0 0,0 0-1 0 0,0-1 1 0 0,1 0 0 0 0,-1 0-1 0 0,0 0 1 0 0,11 5-1 0 0,-12-7-42 0 0,0 0 0 0 0,0 0-1 0 0,0 0 1 0 0,0-1-1 0 0,0 1 1 0 0,0-1-1 0 0,1 0 1 0 0,-1 0-1 0 0,0 0 1 0 0,0 0 0 0 0,0-1-1 0 0,0 1 1 0 0,1-1-1 0 0,-1 1 1 0 0,0-1-1 0 0,4-2 1 0 0,-2 0-11 0 0,-1 1-1 0 0,1-1 1 0 0,-1 0 0 0 0,1-1-1 0 0,-1 1 1 0 0,0-1 0 0 0,0 0-1 0 0,-1 0 1 0 0,1 0 0 0 0,-1 0-1 0 0,0-1 1 0 0,0 1 0 0 0,2-6-1 0 0,6-12-45 0 0,14-37 0 0 0,-12 24-177 0 0,-5 17-1470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8.97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 28 6913 0 0,'-17'-28'5939'0'0,"17"44"-2520"0"0,17 163-76 0 0,-12 88-2481 0 0,-4-152-726 0 0,1-73-584 0 0,8 44 0 0 0,4-1-3649 0 0,-9-56-1768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9.3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176 74 5985 0 0,'-1'-1'128'0'0,"-1"1"0"0"0,0 0 0 0 0,0 0 0 0 0,1-1 0 0 0,-1 1 0 0 0,0 0 0 0 0,0 1-1 0 0,0-1 1 0 0,1 0 0 0 0,-1 0 0 0 0,0 1 0 0 0,0-1 0 0 0,1 1 0 0 0,-1 0 0 0 0,0-1 0 0 0,1 1 0 0 0,-1 0-1 0 0,1 0 1 0 0,-1 0 0 0 0,1 0 0 0 0,-2 2 0 0 0,-32 24 1051 0 0,22-16-962 0 0,2 1 0 0 0,0 0 0 0 0,0 1 0 0 0,1 0 1 0 0,1 0-1 0 0,0 1 0 0 0,1 0 0 0 0,-10 23 0 0 0,18-37-215 0 0,0 0 0 0 0,-1 1 1 0 0,1-1-1 0 0,0 0 0 0 0,0 1 1 0 0,-1-1-1 0 0,1 0 0 0 0,0 1 1 0 0,0-1-1 0 0,0 0 0 0 0,0 1 1 0 0,0-1-1 0 0,-1 1 0 0 0,1-1 0 0 0,0 1 1 0 0,0-1-1 0 0,0 0 0 0 0,0 1 1 0 0,0-1-1 0 0,0 1 0 0 0,0-1 1 0 0,0 0-1 0 0,1 1 0 0 0,-1-1 0 0 0,0 1 1 0 0,0-1-1 0 0,0 0 0 0 0,0 1 1 0 0,0-1-1 0 0,1 1 0 0 0,-1-1 1 0 0,0 0-1 0 0,0 1 0 0 0,1-1 0 0 0,-1 0 1 0 0,0 1-1 0 0,0-1 0 0 0,1 0 1 0 0,15-8-179 0 0,16-22-14 0 0,21-43 937 0 0,-41 55 111 0 0,0-1 1 0 0,2 2-1 0 0,0 0 0 0 0,0 1 1 0 0,2 0-1 0 0,25-20 1 0 0,-38 34-683 0 0,-1 0 1 0 0,1 1-1 0 0,0-1 1 0 0,-1 1-1 0 0,1 0 1 0 0,0 0-1 0 0,0 0 1 0 0,0 0-1 0 0,0 1 1 0 0,0-1-1 0 0,0 1 1 0 0,0-1-1 0 0,0 1 1 0 0,0 0-1 0 0,0 0 1 0 0,0 1-1 0 0,0-1 1 0 0,4 1-1 0 0,-2 1-78 0 0,0 0 0 0 0,-1 0 0 0 0,1 1-1 0 0,-1-1 1 0 0,1 1 0 0 0,-1 0 0 0 0,0 0 0 0 0,0 0-1 0 0,0 0 1 0 0,3 5 0 0 0,6 7-45 0 0,-1 1 0 0 0,-1 0-1 0 0,0 0 1 0 0,13 29 0 0 0,77 185-2291 0 0,-85-185-5274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8.17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204 308 3225 0 0,'-6'1'344'0'0,"-1"1"0"0"0,1-1 0 0 0,0 1 0 0 0,0 1 0 0 0,0-1 0 0 0,0 1 0 0 0,1 0 0 0 0,-6 3 0 0 0,-17 8 810 0 0,27-13-1114 0 0,-8 3 580 0 0,0-1 1 0 0,0 0-1 0 0,-1 0 0 0 0,-11 1 0 0 0,19-3-465 0 0,1-1-1 0 0,-1 0 1 0 0,0 1 0 0 0,1-1-1 0 0,-1 0 1 0 0,0 0 0 0 0,0 0-1 0 0,1-1 1 0 0,-1 1 0 0 0,0 0-1 0 0,1-1 1 0 0,-1 1 0 0 0,0-1 0 0 0,1 1-1 0 0,-1-1 1 0 0,0 0 0 0 0,1 0-1 0 0,-1 0 1 0 0,1 0 0 0 0,0 0-1 0 0,-1 0 1 0 0,1 0 0 0 0,0 0-1 0 0,0-1 1 0 0,-1 1 0 0 0,1 0 0 0 0,0-1-1 0 0,0 1 1 0 0,0-1 0 0 0,1 1-1 0 0,-2-3 1 0 0,-1-5-23 0 0,1 0 0 0 0,0 0 0 0 0,1-1 0 0 0,0 1 0 0 0,0 0 0 0 0,1-1 0 0 0,0 1 0 0 0,0-1 0 0 0,1 1-1 0 0,1 0 1 0 0,0-1 0 0 0,0 1 0 0 0,1 0 0 0 0,0 0 0 0 0,0 1 0 0 0,7-13 0 0 0,-3 7 73 0 0,1 0 0 0 0,0 0-1 0 0,2 1 1 0 0,-1 0 0 0 0,2 1 0 0 0,-1 0 0 0 0,2 1-1 0 0,23-19 1 0 0,-29 25-225 0 0,1 1 0 0 0,0 0-1 0 0,-1 0 1 0 0,2 1 0 0 0,-1-1-1 0 0,0 1 1 0 0,1 1 0 0 0,-1 0-1 0 0,1 0 1 0 0,0 0-1 0 0,15 0 1 0 0,-20 2 9 0 0,1 0 0 0 0,-1 0 0 0 0,1 1-1 0 0,-1-1 1 0 0,1 1 0 0 0,-1 0 0 0 0,0 0 0 0 0,1 0 0 0 0,-1 0-1 0 0,0 1 1 0 0,0 0 0 0 0,1-1 0 0 0,-1 1 0 0 0,-1 0 0 0 0,1 0-1 0 0,0 1 1 0 0,0-1 0 0 0,-1 1 0 0 0,1-1 0 0 0,-1 1-1 0 0,0 0 1 0 0,0 0 0 0 0,0 0 0 0 0,0 0 0 0 0,-1 0 0 0 0,1 0-1 0 0,-1 0 1 0 0,2 5 0 0 0,1 6-147 0 0,-1 0 0 0 0,0 1 0 0 0,-1-1 1 0 0,-1 0-1 0 0,0 1 0 0 0,-1-1 0 0 0,0 0 0 0 0,-3 17 0 0 0,-25 115-952 0 0,24-130 1017 0 0,-4 17-106 0 0,-1 0 74 0 0,2 0 0 0 0,1 0 0 0 0,-2 48 0 0 0,8-74 132 0 0,-1 0 0 0 0,2 1-1 0 0,-1-1 1 0 0,1 0 0 0 0,0 1-1 0 0,0-1 1 0 0,1 0-1 0 0,0 0 1 0 0,0 0 0 0 0,1 0-1 0 0,0-1 1 0 0,0 1 0 0 0,1-1-1 0 0,0 1 1 0 0,0-1 0 0 0,0 0-1 0 0,1-1 1 0 0,-1 1-1 0 0,2-1 1 0 0,-1 0 0 0 0,9 7-1 0 0,-12-11 37 0 0,-1 0-1 0 0,1 0 1 0 0,-1 1-1 0 0,1-2 1 0 0,0 1-1 0 0,-1 0 0 0 0,1 0 1 0 0,0-1-1 0 0,0 1 1 0 0,0-1-1 0 0,0 1 0 0 0,0-1 1 0 0,-1 0-1 0 0,1 1 1 0 0,0-1-1 0 0,0 0 1 0 0,0-1-1 0 0,0 1 0 0 0,0 0 1 0 0,0 0-1 0 0,0-1 1 0 0,-1 1-1 0 0,1-1 1 0 0,2-1-1 0 0,-1 0 51 0 0,0 0 0 0 0,0 0-1 0 0,-1 0 1 0 0,1-1 0 0 0,-1 1 0 0 0,0-1 0 0 0,0 1 0 0 0,0-1-1 0 0,0 0 1 0 0,0 0 0 0 0,-1 0 0 0 0,3-5 0 0 0,0-4 145 0 0,0 0 0 0 0,-1 0 0 0 0,0 0-1 0 0,0 0 1 0 0,-2 0 0 0 0,1-20 0 0 0,-2 20-101 0 0,-1 0 0 0 0,0-1 0 0 0,-1 1 0 0 0,-1 0 0 0 0,0 1-1 0 0,0-1 1 0 0,-1 0 0 0 0,-1 1 0 0 0,0 0 0 0 0,0 0 0 0 0,-1 0 0 0 0,-1 1 0 0 0,0 0-1 0 0,0 0 1 0 0,-14-14 0 0 0,11 15-123 0 0,0 0 0 0 0,-1 1-1 0 0,0 0 1 0 0,0 1 0 0 0,0 0-1 0 0,-1 1 1 0 0,0 0 0 0 0,0 1-1 0 0,-1 0 1 0 0,0 1 0 0 0,0 1-1 0 0,0 0 1 0 0,0 0 0 0 0,-16 0-1 0 0,14 2-548 0 0,0 0 0 0 0,0 1-1 0 0,-1 0 1 0 0,1 1-1 0 0,-23 5 1 0 0,21 0-756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8.56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86 8754 0 0,'0'-2'242'0'0,"-1"0"-1"0"0,1-1 1 0 0,0 1 0 0 0,0 0-1 0 0,0-1 1 0 0,1 1 0 0 0,-1 0 0 0 0,1-1-1 0 0,-1 1 1 0 0,1 0 0 0 0,0-1 0 0 0,-1 1-1 0 0,1 0 1 0 0,0 0 0 0 0,2-2-1 0 0,-3 3-61 0 0,1 1-1 0 0,-1-1 0 0 0,1 1 0 0 0,-1-1 0 0 0,1 1 0 0 0,-1-1 0 0 0,1 1 0 0 0,-1 0 0 0 0,1-1 0 0 0,-1 1 0 0 0,1 0 0 0 0,0-1 0 0 0,-1 1 1 0 0,1 0-1 0 0,-1 0 0 0 0,1 0 0 0 0,0 0 0 0 0,-1-1 0 0 0,1 1 0 0 0,0 0 0 0 0,1 0 0 0 0,-1 1 23 0 0,0-1 0 0 0,1 1 0 0 0,-1-1 0 0 0,1 1 0 0 0,-1-1 0 0 0,0 1 0 0 0,0 0 0 0 0,1 0 0 0 0,-1 0 0 0 0,0 0 0 0 0,0 0 0 0 0,0 0 0 0 0,2 2 0 0 0,77 99 2719 0 0,0 2-2476 0 0,-70-93-404 0 0,1 0-1 0 0,0-1 0 0 0,1 0 0 0 0,0-1 0 0 0,0-1 1 0 0,21 12-1 0 0,-33-20-33 0 0,1 1 1 0 0,-1-1 0 0 0,1 1-1 0 0,-1-1 1 0 0,1 1-1 0 0,0-1 1 0 0,-1 0-1 0 0,1 1 1 0 0,0-1-1 0 0,-1 0 1 0 0,1 1-1 0 0,0-1 1 0 0,0 0 0 0 0,-1 0-1 0 0,1 0 1 0 0,0 0-1 0 0,0 0 1 0 0,-1 0-1 0 0,1 0 1 0 0,0 0-1 0 0,0 0 1 0 0,-1 0 0 0 0,1 0-1 0 0,0 0 1 0 0,-1 0-1 0 0,1-1 1 0 0,0 1-1 0 0,0 0 1 0 0,-1-1-1 0 0,1 1 1 0 0,0 0-1 0 0,-1-1 1 0 0,1 1 0 0 0,-1-1-1 0 0,1 1 1 0 0,0-1-1 0 0,-1 1 1 0 0,1-1-1 0 0,-1 1 1 0 0,0-1-1 0 0,1 0 1 0 0,-1 1 0 0 0,1-1-1 0 0,-1 0 1 0 0,0 1-1 0 0,1-1 1 0 0,-1 0-1 0 0,0 1 1 0 0,0-1-1 0 0,0 0 1 0 0,0 0-1 0 0,1 1 1 0 0,-1-1 0 0 0,0 0-1 0 0,0 0 1 0 0,0 1-1 0 0,0-1 1 0 0,-1 0-1 0 0,1-1 1 0 0,-1-9 64 0 0,-1 0 0 0 0,1 0 0 0 0,-6-14 0 0 0,4 12-29 0 0,-25-134-535 0 0,23 83-5977 0 0,4 24-781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9.80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1 9674 0 0,'-4'7'3694'0'0,"2"16"-2397"0"0,2-19-797 0 0,0 26 861 0 0,2 0 1 0 0,11 56 0 0 0,-2-17-592 0 0,11 205 727 0 0,14 89-917 0 0,-36-362-580 0 0,10 65-842 0 0,-10-22-2693 0 0,-3-25-3023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0.09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30 103 2761 0 0,'-1'0'95'0'0,"1"0"0"0"0,-1 1 1 0 0,0-1-1 0 0,0 0 0 0 0,0 0 1 0 0,1 1-1 0 0,-1-1 0 0 0,0 0 1 0 0,0 0-1 0 0,0 0 0 0 0,1 0 1 0 0,-1 0-1 0 0,0 0 0 0 0,0 0 1 0 0,0 0-1 0 0,1 0 1 0 0,-1-1-1 0 0,0 1 0 0 0,0 0 1 0 0,0 0-1 0 0,1-1 0 0 0,-1 1 1 0 0,0-1-1 0 0,1 1 0 0 0,-1 0 1 0 0,-1-2-1 0 0,1 1 101 0 0,1 1 1 0 0,-1-1-1 0 0,0 0 0 0 0,1 1 0 0 0,-1-1 1 0 0,1 0-1 0 0,-1 0 0 0 0,1 0 0 0 0,-1 0 1 0 0,1 1-1 0 0,0-1 0 0 0,-1 0 0 0 0,1 0 1 0 0,0 0-1 0 0,0 0 0 0 0,-1 0 0 0 0,1 0 1 0 0,0 0-1 0 0,0 0 0 0 0,0 0 0 0 0,0 0 1 0 0,0 0-1 0 0,1 0 0 0 0,-1 0 0 0 0,0 0 1 0 0,0 0-1 0 0,1 0 0 0 0,-1 1 0 0 0,0-1 1 0 0,1 0-1 0 0,-1 0 0 0 0,1 0 0 0 0,-1 0 1 0 0,1 1-1 0 0,0-1 0 0 0,-1 0 0 0 0,1 0 1 0 0,0 1-1 0 0,-1-1 0 0 0,1 0 0 0 0,0 1 1 0 0,0-1-1 0 0,-1 1 0 0 0,1-1 0 0 0,0 1 1 0 0,0 0-1 0 0,0-1 0 0 0,0 1 1 0 0,0 0-1 0 0,0-1 0 0 0,0 1 0 0 0,0 0 1 0 0,0 0-1 0 0,0 0 0 0 0,0 0 0 0 0,0 0 1 0 0,0 0-1 0 0,-1 0 0 0 0,3 1 0 0 0,6 0 335 0 0,0 0-1 0 0,-1 1 1 0 0,1 1-1 0 0,0-1 1 0 0,-1 1-1 0 0,1 1 1 0 0,-1 0-1 0 0,13 7 1 0 0,34 15 285 0 0,-39-21-653 0 0,-7-2 25 0 0,0 0-1 0 0,0 0 1 0 0,18 2 0 0 0,-25-5-155 0 0,0 0 0 0 0,0 0 0 0 0,0 0 1 0 0,0 0-1 0 0,0 0 0 0 0,0 0 0 0 0,0-1 0 0 0,-1 1 1 0 0,1-1-1 0 0,0 1 0 0 0,0-1 0 0 0,0 0 1 0 0,0 0-1 0 0,-1 1 0 0 0,1-1 0 0 0,0 0 0 0 0,-1-1 1 0 0,1 1-1 0 0,-1 0 0 0 0,1 0 0 0 0,-1-1 1 0 0,0 1-1 0 0,1-1 0 0 0,0-2 0 0 0,51-88-345 0 0,-38 67-24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1.0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65 294 11058 0 0,'-14'-14'2240'0'0,"0"1"0"0"0,-22-16-1 0 0,49 62 239 0 0,65 175-969 0 0,9 20-740 0 0,-75-201-722 0 0,2 0 0 0 0,1-1-1 0 0,1-1 1 0 0,2 0 0 0 0,0-2 0 0 0,22 23 0 0 0,-35-41-30 0 0,1 0 1 0 0,-1 0-1 0 0,1 0 0 0 0,0-1 0 0 0,0 0 1 0 0,0 0-1 0 0,1-1 0 0 0,0 0 1 0 0,-1 0-1 0 0,1 0 0 0 0,0-1 1 0 0,0 0-1 0 0,12 2 0 0 0,-14-4 8 0 0,0 0-1 0 0,-1 0 0 0 0,1 0 1 0 0,0 0-1 0 0,0-1 0 0 0,0 0 0 0 0,-1 0 1 0 0,1-1-1 0 0,-1 1 0 0 0,1-1 1 0 0,-1 0-1 0 0,1 0 0 0 0,-1 0 1 0 0,0-1-1 0 0,0 1 0 0 0,0-1 1 0 0,0 0-1 0 0,-1 0 0 0 0,1-1 1 0 0,-1 1-1 0 0,5-7 0 0 0,3-6 63 0 0,0 0 0 0 0,-2 0 0 0 0,0-1-1 0 0,0 0 1 0 0,-2-1 0 0 0,0 0-1 0 0,5-24 1 0 0,22-136 330 0 0,-31 159-377 0 0,19-176 66 0 0,-16 119-1403 0 0,3 1 0 0 0,35-134 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1.33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15 10594 0 0,'2'-1'195'0'0,"-1"-1"0"0"0,0 1 0 0 0,0 0 0 0 0,1 0 0 0 0,-1 0 0 0 0,1 0 0 0 0,-1 0 0 0 0,1 0 0 0 0,0 0 0 0 0,-1 1-1 0 0,1-1 1 0 0,0 0 0 0 0,-1 1 0 0 0,1 0 0 0 0,0-1 0 0 0,0 1 0 0 0,-1 0 0 0 0,1 0 0 0 0,0 0 0 0 0,0 0 0 0 0,-1 0 0 0 0,4 1 0 0 0,-1 0 149 0 0,-1 0 1 0 0,0 1 0 0 0,1-1 0 0 0,-1 1 0 0 0,0 0 0 0 0,0 0 0 0 0,0 0 0 0 0,0 0 0 0 0,0 0 0 0 0,3 5 0 0 0,4 4 287 0 0,-1 1 0 0 0,0 0-1 0 0,-1 0 1 0 0,10 21 0 0 0,6 19 85 0 0,34 112-1 0 0,-17-15-2602 0 0,-32-116 739 0 0,-3-11-6241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1.8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1 273 6913 0 0,'8'-2'-114'0'0,"0"1"-1"0"0,1-1 1 0 0,-1-1-1 0 0,0 1 1 0 0,0-1-1 0 0,-1-1 1 0 0,14-6-1 0 0,2-2 383 0 0,99-47 849 0 0,-66 27-2730 0 0,60-46 1 0 0,-107 72 1586 0 0,46-33 1342 0 0,-16 20 3559 0 0,-38 19-4607 0 0,1 0 0 0 0,-1-1 0 0 0,0 1 0 0 0,1 1 0 0 0,-1-1 0 0 0,1 0 0 0 0,-1 0 0 0 0,1 0 0 0 0,-1 1 0 0 0,0-1 0 0 0,1 1 0 0 0,-1-1 0 0 0,0 1 0 0 0,1 0 0 0 0,-1-1 0 0 0,0 1 0 0 0,0 0 0 0 0,0 0 0 0 0,1 0 0 0 0,-1 0 0 0 0,0 0 1 0 0,0 0-1 0 0,-1 0 0 0 0,1 0 0 0 0,0 0 0 0 0,0 0 0 0 0,0 1 0 0 0,-1-1 0 0 0,1 0 0 0 0,0 3 0 0 0,18 43 1673 0 0,-6 6-1186 0 0,-3-13-295 0 0,25 67 0 0 0,-30-96-440 0 0,0 0 0 0 0,0-1 0 0 0,1 1-1 0 0,1-1 1 0 0,0 0 0 0 0,0-1 0 0 0,1 1-1 0 0,0-2 1 0 0,0 1 0 0 0,15 11 0 0 0,-21-19-39 0 0,0 1 1 0 0,0-1 0 0 0,0 1-1 0 0,0-1 1 0 0,0 0 0 0 0,0 0-1 0 0,0 0 1 0 0,0 0 0 0 0,0 0-1 0 0,1 0 1 0 0,-1-1 0 0 0,0 1-1 0 0,1-1 1 0 0,-1 0-1 0 0,0 1 1 0 0,1-1 0 0 0,-1 0-1 0 0,0 0 1 0 0,1-1 0 0 0,-1 1-1 0 0,1 0 1 0 0,-1-1 0 0 0,0 0-1 0 0,0 1 1 0 0,1-1 0 0 0,-1 0-1 0 0,0 0 1 0 0,3-2-1 0 0,-1-1-55 0 0,0 1 0 0 0,1-1 0 0 0,-2-1 0 0 0,1 1 0 0 0,-1-1 0 0 0,1 1 0 0 0,-1-1 0 0 0,0 0 0 0 0,-1 0 0 0 0,5-10 0 0 0,21-60 129 0 0,32-68 1001 0 0,-60 141-1033 0 0,1 1 0 0 0,-1 0 0 0 0,1 0 0 0 0,-1 0 0 0 0,1 0 0 0 0,-1 0 0 0 0,1 0 0 0 0,0 0 0 0 0,-1 0 0 0 0,1 0 0 0 0,0 0 0 0 0,0 0 0 0 0,0 0 0 0 0,0 1 0 0 0,0-1 0 0 0,0 0 0 0 0,0 1 0 0 0,0-1 0 0 0,0 1 0 0 0,0-1 0 0 0,0 1 0 0 0,0-1 0 0 0,1 1 0 0 0,-1 0 0 0 0,0-1 0 0 0,2 1 0 0 0,-1 0-4 0 0,0 1 1 0 0,-1 0 0 0 0,1-1 0 0 0,0 1 0 0 0,-1 0 0 0 0,1 0-1 0 0,0 0 1 0 0,-1 0 0 0 0,1 0 0 0 0,-1 0 0 0 0,0 1 0 0 0,1-1-1 0 0,-1 0 1 0 0,0 1 0 0 0,2 1 0 0 0,5 9 13 0 0,0 1 0 0 0,-1 0 0 0 0,8 18 0 0 0,-13-27-32 0 0,2 7-354 0 0,2-1-1 0 0,-1 1 1 0 0,2-1 0 0 0,-1 0 0 0 0,1-1 0 0 0,12 12 0 0 0,-13-14-702 0 0,2-1 1 0 0,-1 0-1 0 0,1 0 1 0 0,-1-1-1 0 0,11 5 0 0 0,2-1-4475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18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7 276 6913 0 0,'12'-12'1007'0'0,"0"-1"-1"0"0,-1-1 0 0 0,0 0 0 0 0,-1 0 0 0 0,15-31 0 0 0,-21 36-865 0 0,0 0-1 0 0,-1-1 1 0 0,0 1-1 0 0,0-1 1 0 0,-1 1 0 0 0,0-1-1 0 0,-1 0 1 0 0,0 0-1 0 0,0 0 1 0 0,-1 0 0 0 0,-1 0-1 0 0,-1-10 1 0 0,2 19-118 0 0,0-1 1 0 0,0 1-1 0 0,-1 0 1 0 0,1-1-1 0 0,0 1 1 0 0,0 0-1 0 0,-1 0 1 0 0,1-1-1 0 0,-1 1 1 0 0,1 0-1 0 0,-1 0 1 0 0,0 0-1 0 0,0 0 1 0 0,1 0-1 0 0,-1-1 1 0 0,0 1-1 0 0,0 1 1 0 0,0-1-1 0 0,0 0 1 0 0,0 0-1 0 0,0 0 1 0 0,0 0-1 0 0,-2 0 1 0 0,2 1 37 0 0,-1-1 1 0 0,1 1-1 0 0,-1 0 1 0 0,1 0-1 0 0,-1 0 1 0 0,1 1-1 0 0,-1-1 1 0 0,1 0-1 0 0,-1 1 1 0 0,1-1-1 0 0,0 0 1 0 0,-1 1-1 0 0,1 0 1 0 0,0-1 0 0 0,-1 1-1 0 0,1 0 1 0 0,-2 1-1 0 0,-2 2 158 0 0,-1 0-1 0 0,1 1 1 0 0,0 0 0 0 0,0 0 0 0 0,1 0-1 0 0,-1 1 1 0 0,-5 10 0 0 0,6-9-131 0 0,1 1 0 0 0,0-1 0 0 0,1 1 0 0 0,0 0 0 0 0,0 0 1 0 0,1 0-1 0 0,0 0 0 0 0,0 0 0 0 0,1 0 0 0 0,0 0 0 0 0,0 0 0 0 0,1 0 1 0 0,0 0-1 0 0,0 0 0 0 0,1 0 0 0 0,0 0 0 0 0,1 0 0 0 0,0-1 1 0 0,0 1-1 0 0,0-1 0 0 0,1 0 0 0 0,0 0 0 0 0,0 0 0 0 0,1 0 1 0 0,0-1-1 0 0,0 1 0 0 0,1-2 0 0 0,-1 1 0 0 0,1 0 0 0 0,1-1 1 0 0,-1 0-1 0 0,1-1 0 0 0,0 1 0 0 0,0-1 0 0 0,0-1 0 0 0,0 1 0 0 0,13 3 1 0 0,36 8-3202 0 0,-37-12-3616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44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1 101 4145 0 0,'0'-3'245'0'0,"1"0"0"0"0,0 0 0 0 0,0 0 1 0 0,0-1-1 0 0,0 1 0 0 0,0 0 0 0 0,1 0 0 0 0,6-7 1545 0 0,-8 10-1635 0 0,0 0-1 0 0,1 0 1 0 0,-1 0-1 0 0,0 0 1 0 0,1 0-1 0 0,-1 0 1 0 0,1 0-1 0 0,-1 0 1 0 0,0 0-1 0 0,1 0 1 0 0,-1 0-1 0 0,0 0 1 0 0,1 0-1 0 0,-1 0 1 0 0,1 0-1 0 0,-1 0 1 0 0,0 0-1 0 0,1 0 1 0 0,14 16 4546 0 0,13 36-329 0 0,-19-32-3408 0 0,22 32 1 0 0,-27-47-893 0 0,0 1 0 0 0,0-1 1 0 0,1 0-1 0 0,0-1 0 0 0,0 1 0 0 0,0-1 1 0 0,0 0-1 0 0,1 0 0 0 0,-1 0 1 0 0,7 2-1 0 0,-11-5-69 0 0,0-1 1 0 0,0 1 0 0 0,1 0-1 0 0,-1-1 1 0 0,0 1-1 0 0,0-1 1 0 0,1 1 0 0 0,-1-1-1 0 0,0 0 1 0 0,0 0-1 0 0,1 1 1 0 0,-1-1 0 0 0,0 0-1 0 0,1 0 1 0 0,-1 0-1 0 0,0 0 1 0 0,1-1-1 0 0,-1 1 1 0 0,0 0 0 0 0,1 0-1 0 0,-1-1 1 0 0,0 1-1 0 0,0-1 1 0 0,1 1 0 0 0,-1-1-1 0 0,0 0 1 0 0,0 1-1 0 0,0-1 1 0 0,0 0 0 0 0,0 0-1 0 0,0 0 1 0 0,0 0-1 0 0,0 0 1 0 0,0 0-1 0 0,0 0 1 0 0,-1 0 0 0 0,1 0-1 0 0,0 0 1 0 0,-1 0-1 0 0,1 0 1 0 0,-1-1 0 0 0,1 1-1 0 0,-1 0 1 0 0,1 0-1 0 0,-1-3 1 0 0,2-7 31 0 0,0 0 0 0 0,-1-1 0 0 0,0 1 0 0 0,-1-17 0 0 0,0 7-15 0 0,4-37-1572 0 0,6 0-3353 0 0,-3 31-2201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74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84 10138 0 0,'15'-19'7897'0'0,"15"-18"-6978"0"0,-27 33-1573 0 0,-1 1-1 0 0,2 0 1 0 0,-1 0-1 0 0,0 1 1 0 0,1-1-1 0 0,-1 1 1 0 0,1-1 0 0 0,4-1-1 0 0,-7 4 595 0 0,0 0-1 0 0,-1 0 1 0 0,1 0-1 0 0,0 0 1 0 0,0 0-1 0 0,0 0 0 0 0,-1 1 1 0 0,1-1-1 0 0,0 0 1 0 0,0 0-1 0 0,-1 1 1 0 0,1-1-1 0 0,0 0 1 0 0,0 1-1 0 0,-1-1 1 0 0,1 1-1 0 0,0-1 1 0 0,-1 1-1 0 0,1-1 1 0 0,-1 1-1 0 0,1-1 1 0 0,-1 1-1 0 0,1 0 1 0 0,-1-1-1 0 0,1 1 1 0 0,-1 0-1 0 0,1-1 1 0 0,-1 1-1 0 0,0 0 1 0 0,1 0-1 0 0,-1-1 0 0 0,0 1 1 0 0,0 0-1 0 0,0 0 1 0 0,0 0-1 0 0,1-1 1 0 0,-1 1-1 0 0,0 0 1 0 0,0 0-1 0 0,-1 0 1 0 0,1 1-1 0 0,-2 4-11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85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86 3225 0 0,'0'1'65'0'0,"0"-1"-1"0"0,0 1 1 0 0,0-1 0 0 0,0 1 0 0 0,-1 0 0 0 0,1-1 0 0 0,1 1-1 0 0,-1-1 1 0 0,0 1 0 0 0,0 0 0 0 0,0-1 0 0 0,0 1 0 0 0,0-1-1 0 0,0 1 1 0 0,1 0 0 0 0,-1-1 0 0 0,0 1 0 0 0,0-1 0 0 0,1 1-1 0 0,-1-1 1 0 0,0 1 0 0 0,1-1 0 0 0,-1 0 0 0 0,1 1 0 0 0,-1-1-1 0 0,1 1 1 0 0,-1-1 0 0 0,0 0 0 0 0,1 1 0 0 0,0-1 0 0 0,-1 0 0 0 0,1 1-1 0 0,-1-1 1 0 0,1 0 0 0 0,-1 0 0 0 0,2 1 0 0 0,1-1 338 0 0,0 0 0 0 0,1 1-1 0 0,-1-1 1 0 0,0 0 0 0 0,1-1 0 0 0,-1 1 0 0 0,6-2 0 0 0,4-1 878 0 0,0-1 0 0 0,23-9-1 0 0,-12 1-1135 0 0,-2-1-1 0 0,37-25 1 0 0,-38 19-145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3.4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103 340 6449 0 0,'-5'-1'233'0'0,"-1"-1"1"0"0,1 1-1 0 0,0-1 0 0 0,0-1 0 0 0,0 1 0 0 0,0-1 0 0 0,0 0 0 0 0,0 0 0 0 0,1 0 1 0 0,0-1-1 0 0,-1 1 0 0 0,1-1 0 0 0,1 0 0 0 0,-1 0 0 0 0,0-1 0 0 0,1 1 0 0 0,0-1 0 0 0,0 0 1 0 0,1 0-1 0 0,-1 0 0 0 0,1 0 0 0 0,0 0 0 0 0,0 0 0 0 0,1-1 0 0 0,-1 1 0 0 0,0-6 1 0 0,1 3 10 0 0,0 1 1 0 0,0 0-1 0 0,1 0 1 0 0,0-1 0 0 0,0 1-1 0 0,1 0 1 0 0,0-1-1 0 0,0 1 1 0 0,1 0 0 0 0,-1 0-1 0 0,2 0 1 0 0,-1 0-1 0 0,1 0 1 0 0,0 1 0 0 0,0-1-1 0 0,1 1 1 0 0,0-1 0 0 0,0 1-1 0 0,8-8 1 0 0,-2 4-118 0 0,0 1 0 0 0,1 1 0 0 0,0 0 0 0 0,1 0 0 0 0,0 1 0 0 0,0 0 0 0 0,0 1 0 0 0,1 1 0 0 0,14-5 0 0 0,-23 8-115 0 0,-1 1 1 0 0,1 0-1 0 0,0 0 1 0 0,0 1 0 0 0,-1-1-1 0 0,1 1 1 0 0,0 0-1 0 0,0-1 1 0 0,0 2 0 0 0,-1-1-1 0 0,1 0 1 0 0,0 1-1 0 0,0 0 1 0 0,-1 0 0 0 0,1 0-1 0 0,0 0 1 0 0,-1 1 0 0 0,1-1-1 0 0,-1 1 1 0 0,1 0-1 0 0,-1 0 1 0 0,0 0 0 0 0,0 0-1 0 0,0 1 1 0 0,0-1-1 0 0,-1 1 1 0 0,1 0 0 0 0,0 0-1 0 0,-1 0 1 0 0,0 0-1 0 0,0 0 1 0 0,0 0 0 0 0,0 1-1 0 0,0-1 1 0 0,-1 0 0 0 0,3 8-1 0 0,-1 0-150 0 0,0 1 0 0 0,-1-1 1 0 0,0 1-1 0 0,0-1 0 0 0,-1 1 0 0 0,-1 0 0 0 0,0 0 0 0 0,-2 13 0 0 0,-3 10-805 0 0,-14 47-1 0 0,12-60 668 0 0,2 0 0 0 0,0 1 0 0 0,2 0-1 0 0,0 0 1 0 0,1 40 0 0 0,3-55 269 0 0,0 1-1 0 0,1-1 1 0 0,0 1 0 0 0,0-1-1 0 0,1 0 1 0 0,0 0 0 0 0,0 0-1 0 0,1 0 1 0 0,0 0 0 0 0,0-1-1 0 0,1 0 1 0 0,0 0 0 0 0,1 0-1 0 0,-1-1 1 0 0,1 1 0 0 0,10 7-1 0 0,-11-10 28 0 0,-1-1 0 0 0,1 0-1 0 0,0 0 1 0 0,0-1 0 0 0,0 1-1 0 0,0-1 1 0 0,0 0 0 0 0,1-1-1 0 0,-1 1 1 0 0,1-1-1 0 0,-1 0 1 0 0,1 0 0 0 0,-1-1-1 0 0,1 0 1 0 0,-1 0 0 0 0,1 0-1 0 0,-1 0 1 0 0,1-1-1 0 0,-1 0 1 0 0,1 0 0 0 0,-1-1-1 0 0,1 1 1 0 0,-1-1 0 0 0,0 0-1 0 0,0-1 1 0 0,7-4 0 0 0,-5 3 180 0 0,0-1 0 0 0,0 0 0 0 0,-1 0 0 0 0,0-1 0 0 0,0 0 0 0 0,0 0 0 0 0,-1 0 0 0 0,1-1 0 0 0,-2 0 0 0 0,1 0 0 0 0,-1 0 0 0 0,0-1 0 0 0,0 1 0 0 0,4-16 0 0 0,-6 18-33 0 0,-1 0-1 0 0,0 0 1 0 0,0-1 0 0 0,0 1-1 0 0,-1 0 1 0 0,1-1 0 0 0,-1 1 0 0 0,-1 0-1 0 0,1-1 1 0 0,-1 1 0 0 0,0 0-1 0 0,0 0 1 0 0,0 0 0 0 0,-1-1 0 0 0,1 1-1 0 0,-2 1 1 0 0,1-1 0 0 0,0 0-1 0 0,-1 0 1 0 0,0 1 0 0 0,0-1 0 0 0,0 1-1 0 0,0 0 1 0 0,-6-5 0 0 0,0 2-79 0 0,-1 0 1 0 0,1 0-1 0 0,-1 1 0 0 0,0 1 1 0 0,0-1-1 0 0,-1 2 0 0 0,1-1 1 0 0,-1 2-1 0 0,0-1 1 0 0,-14-1-1 0 0,-18-2-195 0 0,-61-3-1 0 0,25 4-519 0 0,19-2-2561 0 0,47 6-518 0 0,-6 0-2921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3.82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1 229 14747 0 0,'29'34'3936'0'0,"-7"-12"-3221"0"0,-1 1 0 0 0,-1 1 0 0 0,-2 1 0 0 0,0 0 0 0 0,17 34 0 0 0,-25-39-699 0 0,-1-3 60 0 0,20 32 0 0 0,-26-45-70 0 0,0-1 1 0 0,0 1-1 0 0,0 0 1 0 0,0-1-1 0 0,1 0 1 0 0,0 0-1 0 0,-1 0 1 0 0,1 0-1 0 0,0 0 1 0 0,1-1-1 0 0,-1 0 1 0 0,0 0-1 0 0,5 2 1 0 0,-8-4-8 0 0,1 0 1 0 0,-1 0-1 0 0,0 1 0 0 0,0-1 1 0 0,0-1-1 0 0,0 1 1 0 0,0 0-1 0 0,0 0 1 0 0,1 0-1 0 0,-1-1 1 0 0,0 1-1 0 0,0 0 1 0 0,0-1-1 0 0,0 1 0 0 0,0-1 1 0 0,0 1-1 0 0,0-1 1 0 0,0 0-1 0 0,0 1 1 0 0,0-1-1 0 0,-1 0 1 0 0,1 0-1 0 0,0 1 1 0 0,0-1-1 0 0,0 0 0 0 0,-1 0 1 0 0,1 0-1 0 0,-1 0 1 0 0,1 0-1 0 0,-1 0 1 0 0,1 0-1 0 0,-1 0 1 0 0,1 0-1 0 0,-1-2 1 0 0,11-42 202 0 0,-10 40-179 0 0,8-51 116 0 0,32-157 67 0 0,-31 175-643 0 0,1 1 0 0 0,2 0 0 0 0,26-52 0 0 0,-24 61-626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4.43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5768 0 10594 0 0,'5'5'1544'0'0,"-1"0"-1"0"0,0 1 0 0 0,0-1 1 0 0,-1 1-1 0 0,5 9 0 0 0,14 42 1604 0 0,6 69-3719 0 0,-20-87 1467 0 0,23 113-518 0 0,118 479-225 0 0,-116-532-145 0 0,-11-39-90 0 0,-4 1 0 0 0,-2 0 1 0 0,9 66-1 0 0,-24-122 73 0 0,-1-1 0 0 0,1 1 0 0 0,-1 0 0 0 0,0 0 0 0 0,0 0 0 0 0,0 0 0 0 0,0 0 0 0 0,-1-1 0 0 0,0 1 0 0 0,0 0 0 0 0,-1 0 0 0 0,1-1 0 0 0,-1 1 0 0 0,0-1 0 0 0,0 1 0 0 0,0-1 0 0 0,-1 0 0 0 0,1 0 0 0 0,-1 0 0 0 0,0 0 0 0 0,-1 0 0 0 0,1-1 0 0 0,0 1 0 0 0,-1-1 0 0 0,0 0 0 0 0,0 0 1 0 0,0 0-1 0 0,0-1 0 0 0,0 1 0 0 0,-1-1 0 0 0,1 0 0 0 0,-6 2 0 0 0,-29 10 162 0 0,0-1 1 0 0,-1-1 0 0 0,-60 9-1 0 0,-128 5 648 0 0,143-18-701 0 0,-1616 225-771 0 0,905-127 460 0 0,-3-42 72 0 0,370-31 132 0 0,-163 10-26 0 0,-1-40-25 0 0,329-20 85 0 0,89 6-1957 0 0,60 4-3543 0 0,38 5-1505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4.7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18 11058 0 0,'10'-16'1109'0'0,"-9"16"-1068"0"0,-1 0-1 0 0,0 0 0 0 0,1 0 0 0 0,-1-1 1 0 0,0 1-1 0 0,1 0 0 0 0,-1 0 1 0 0,0 0-1 0 0,1 0 0 0 0,-1 0 0 0 0,1 0 1 0 0,-1 0-1 0 0,0 0 0 0 0,1 0 0 0 0,-1 0 1 0 0,1 0-1 0 0,-1 0 0 0 0,0 0 1 0 0,1 0-1 0 0,-1 0 0 0 0,0 0 0 0 0,1 0 1 0 0,-1 0-1 0 0,0 0 0 0 0,1 0 1 0 0,0 1-1 0 0,0 0 110 0 0,1 1 0 0 0,-1-1 1 0 0,1 1-1 0 0,-1 0 0 0 0,0 0 1 0 0,0-1-1 0 0,1 1 0 0 0,-1 0 1 0 0,0 0-1 0 0,-1 0 0 0 0,1 0 1 0 0,0 0-1 0 0,0 3 0 0 0,13 57 1323 0 0,-3-1 1 0 0,6 105-1 0 0,-6-47-940 0 0,13 110-254 0 0,34 277 310 0 0,-4-170-3245 0 0,-38-256-4065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5.0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0 254 6913 0 0,'1'-2'53'0'0,"0"0"-1"0"0,0 0 0 0 0,0 0 0 0 0,0-1 0 0 0,0 1 0 0 0,1 0 1 0 0,-1 0-1 0 0,0 1 0 0 0,1-1 0 0 0,0 0 0 0 0,-1 0 0 0 0,1 1 1 0 0,0-1-1 0 0,0 1 0 0 0,0 0 0 0 0,0-1 0 0 0,0 1 0 0 0,0 0 1 0 0,3-1-1 0 0,49-13 1099 0 0,-34 10-664 0 0,110-19 2355 0 0,251-14 0 0 0,-211 26-1999 0 0,1137-45 1979 0 0,2 71-2555 0 0,205 2 670 0 0,-435-86-3142 0 0,-915 42-71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4.20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37 61 2304 0 0,'-8'-15'747'0'0,"6"9"50"0"0,-1 1-1 0 0,0-1 1 0 0,0 1-1 0 0,0 0 1 0 0,0 0 0 0 0,-9-8-1 0 0,15 26 3839 0 0,1 27-3545 0 0,-3-23-403 0 0,48 596 5065 0 0,-18-191-4652 0 0,-25-370-3440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4.6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1 146 7834 0 0,'0'-4'136'0'0,"-1"0"0"0"0,1 0 0 0 0,0 0-1 0 0,0 0 1 0 0,0 0 0 0 0,1 0 0 0 0,0 0 0 0 0,-1 0 0 0 0,1 0 0 0 0,1 1 0 0 0,-1-1 0 0 0,0 0 0 0 0,1 1 0 0 0,0-1 0 0 0,3-5 0 0 0,1 0 351 0 0,0 0 0 0 0,0 0 1 0 0,0 0-1 0 0,14-12 0 0 0,-17 18-263 0 0,-1 1-1 0 0,1 0 1 0 0,0 0-1 0 0,0 1 1 0 0,0-1-1 0 0,0 0 0 0 0,0 1 1 0 0,0 0-1 0 0,0 0 1 0 0,0 0-1 0 0,0 0 1 0 0,1 0-1 0 0,-1 1 1 0 0,0-1-1 0 0,1 1 1 0 0,4 0-1 0 0,-2 0 31 0 0,1 1-1 0 0,-1 0 1 0 0,1 1-1 0 0,-1 0 1 0 0,0 0-1 0 0,1 0 1 0 0,-1 0-1 0 0,6 4 1 0 0,1 2 46 0 0,0 0-1 0 0,-1 1 1 0 0,0 0-1 0 0,0 1 1 0 0,-1 0-1 0 0,17 20 1 0 0,-19-19-251 0 0,-1 1 0 0 0,0 0-1 0 0,-1 0 1 0 0,0 1 0 0 0,-1 0-1 0 0,0 0 1 0 0,-1 0 0 0 0,-1 1 0 0 0,0 0-1 0 0,-1 0 1 0 0,0 0 0 0 0,0 24 0 0 0,-2-27-83 0 0,-1 0 1 0 0,-1 0 0 0 0,0 0-1 0 0,-1 0 1 0 0,0 0-1 0 0,0 0 1 0 0,-2 0 0 0 0,1 0-1 0 0,-1-1 1 0 0,0 0 0 0 0,-1 0-1 0 0,-1 0 1 0 0,1 0 0 0 0,-1-1-1 0 0,-1 0 1 0 0,-12 14 0 0 0,4-9-182 0 0,1 0 0 0 0,-2-1 0 0 0,-31 21 0 0 0,42-31 186 0 0,0 0-1 0 0,0 0 1 0 0,0 0-1 0 0,-1-1 1 0 0,1 1-1 0 0,-1-1 1 0 0,0-1-1 0 0,1 1 1 0 0,-1-1-1 0 0,0 0 1 0 0,0 0-1 0 0,0-1 0 0 0,0 1 1 0 0,0-1-1 0 0,0-1 1 0 0,0 1-1 0 0,-9-3 1 0 0,15 3 75 0 0,-1 0 0 0 0,0 0 0 0 0,0 0 0 0 0,0 0 0 0 0,1 0 0 0 0,-1 0 0 0 0,0-1 0 0 0,0 1 1 0 0,1 0-1 0 0,-1-1 0 0 0,0 1 0 0 0,0 0 0 0 0,1-1 0 0 0,-1 1 0 0 0,0-1 0 0 0,1 1 0 0 0,-1-1 0 0 0,1 1 0 0 0,-1-1 1 0 0,1 0-1 0 0,-1 1 0 0 0,1-1 0 0 0,-1 0 0 0 0,1 1 0 0 0,-1-1 0 0 0,1 0 0 0 0,0 1 0 0 0,0-1 0 0 0,-1-1 0 0 0,2 1 12 0 0,-1 0-1 0 0,1 0 1 0 0,0 0-1 0 0,0 0 0 0 0,0 1 1 0 0,0-1-1 0 0,0 0 0 0 0,0 0 1 0 0,0 1-1 0 0,0-1 0 0 0,0 0 1 0 0,0 1-1 0 0,0-1 1 0 0,0 1-1 0 0,3-1 0 0 0,51-12 477 0 0,-40 10-477 0 0,1 1 0 0 0,0 1 0 0 0,0 1 0 0 0,0 0 0 0 0,-1 1 0 0 0,30 6 0 0 0,-35-5-48 0 0,-1 1 0 0 0,1 0 1 0 0,-1 0-1 0 0,0 1 0 0 0,-1 1 1 0 0,1 0-1 0 0,-1 0 0 0 0,1 0 1 0 0,-2 1-1 0 0,1 0 0 0 0,-1 0 1 0 0,10 12-1 0 0,2 4-904 0 0,26 39 0 0 0,-31-37-6573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5.27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0 250 3225 0 0,'3'1'664'0'0,"0"1"0"0"0,0-1 0 0 0,1 0 0 0 0,-1 0 1 0 0,0 0-1 0 0,1 0 0 0 0,-1 0 0 0 0,0-1 0 0 0,7 1 1 0 0,-6 0 130 0 0,9 1-37 0 0,0-1 0 0 0,0 0-1 0 0,0-1 1 0 0,0 0 0 0 0,0-1 0 0 0,14-2-1 0 0,-22 2-534 0 0,0 0-1 0 0,-1-1 0 0 0,1 1 1 0 0,0-1-1 0 0,-1 0 0 0 0,1 0 0 0 0,-1 0 1 0 0,0 0-1 0 0,0-1 0 0 0,0 0 1 0 0,0 0-1 0 0,0 0 0 0 0,0 0 1 0 0,-1 0-1 0 0,1-1 0 0 0,-1 0 0 0 0,0 0 1 0 0,0 0-1 0 0,2-5 0 0 0,0 4-336 0 0,0 0 0 0 0,1 1 0 0 0,-1-1 0 0 0,1 1 0 0 0,0 0 0 0 0,9-4 0 0 0,4-1-992 0 0,-17 8 1097 0 0,1 1 0 0 0,0-1 0 0 0,-1 0 1 0 0,1 0-1 0 0,0-1 0 0 0,-1 1 0 0 0,1 0 0 0 0,-1-1 0 0 0,0 0 0 0 0,1 1 0 0 0,-1-1 0 0 0,0 0 0 0 0,0 0 0 0 0,0 0 0 0 0,0-1 0 0 0,-1 1 0 0 0,1 0 0 0 0,-1-1 1 0 0,1 1-1 0 0,-1-1 0 0 0,0 1 0 0 0,0-1 0 0 0,0 0 0 0 0,0 1 0 0 0,0-1 0 0 0,-1 0 0 0 0,1 0 0 0 0,-1-3 0 0 0,1 0 129 0 0,-1 1 0 0 0,0-1-1 0 0,0 0 1 0 0,0 1-1 0 0,-1-1 1 0 0,0 1 0 0 0,0-1-1 0 0,0 1 1 0 0,-1 0 0 0 0,0 0-1 0 0,-4-9 1 0 0,5 12-72 0 0,0 0 0 0 0,-1 1 1 0 0,1-1-1 0 0,-1 0 0 0 0,1 1 0 0 0,-1-1 1 0 0,0 1-1 0 0,0 0 0 0 0,1 0 0 0 0,-1-1 1 0 0,0 1-1 0 0,0 0 0 0 0,0 0 0 0 0,0 1 0 0 0,0-1 1 0 0,-1 0-1 0 0,1 1 0 0 0,0-1 0 0 0,0 1 1 0 0,0 0-1 0 0,-1 0 0 0 0,1 0 0 0 0,0 0 0 0 0,0 0 1 0 0,0 0-1 0 0,-1 0 0 0 0,1 1 0 0 0,0-1 1 0 0,0 1-1 0 0,0 0 0 0 0,0-1 0 0 0,-3 3 1 0 0,0-1-42 0 0,0 0 1 0 0,0 0-1 0 0,1 0 1 0 0,-1 1-1 0 0,1 0 1 0 0,0 0-1 0 0,0 0 1 0 0,0 0-1 0 0,0 1 1 0 0,0-1-1 0 0,1 1 1 0 0,-1 0-1 0 0,1 0 1 0 0,0 0-1 0 0,-4 9 1 0 0,3-5 18 0 0,1-1 0 0 0,1 1 1 0 0,-1 0-1 0 0,1 0 1 0 0,1 0-1 0 0,-1 0 0 0 0,2 0 1 0 0,-1 0-1 0 0,1 14 1 0 0,1-11-2 0 0,0 0 1 0 0,0 0-1 0 0,1 1 1 0 0,1-1 0 0 0,0-1-1 0 0,0 1 1 0 0,1 0-1 0 0,1-1 1 0 0,0 0 0 0 0,0 0-1 0 0,1 0 1 0 0,0 0-1 0 0,0-1 1 0 0,16 16 0 0 0,-17-21-272 0 0,0 0 1 0 0,1 0 0 0 0,0 0-1 0 0,0-1 1 0 0,0 0-1 0 0,0-1 1 0 0,0 1 0 0 0,1-1-1 0 0,-1 0 1 0 0,1 0-1 0 0,-1-1 1 0 0,1 0 0 0 0,-1 0-1 0 0,1-1 1 0 0,0 0 0 0 0,0 0-1 0 0,-1 0 1 0 0,1-1-1 0 0,0 0 1 0 0,-1 0 0 0 0,9-3-1 0 0,5-4-5958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5.49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 0 6449 0 0,'-1'1'312'0'0,"0"0"0"0"0,0 0 0 0 0,1 0 0 0 0,-1 0-1 0 0,0 0 1 0 0,1 0 0 0 0,-1 0 0 0 0,1 0 0 0 0,0 0 0 0 0,-1 0-1 0 0,1 0 1 0 0,0 0 0 0 0,-1 0 0 0 0,1 0 0 0 0,0 0 0 0 0,0 0-1 0 0,0 0 1 0 0,0 0 0 0 0,0 0 0 0 0,0 0 0 0 0,0 0-1 0 0,0 1 1 0 0,1 0 0 0 0,2 30 1998 0 0,4 10 187 0 0,20 61-1 0 0,24 36-1618 0 0,-34-105-1302 0 0,2 5-4794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5.71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89 456 0 0,'0'-4'640'0'0,"0"0"1"0"0,1-1-1 0 0,-1 1 0 0 0,1 0 0 0 0,0 0 1 0 0,0 0-1 0 0,0 0 0 0 0,1 0 0 0 0,0 0 0 0 0,-1 1 1 0 0,1-1-1 0 0,0 0 0 0 0,1 1 0 0 0,-1-1 1 0 0,1 1-1 0 0,-1 0 0 0 0,1 0 0 0 0,6-5 1 0 0,-7 6-406 0 0,0 1-1 0 0,1 0 1 0 0,-1-1 0 0 0,1 1 0 0 0,-1 0 0 0 0,1 0 0 0 0,-1 0 0 0 0,1 1 0 0 0,-1-1-1 0 0,1 0 1 0 0,0 1 0 0 0,-1 0 0 0 0,1 0 0 0 0,0 0 0 0 0,-1 0 0 0 0,1 0 0 0 0,0 0-1 0 0,-1 1 1 0 0,1-1 0 0 0,0 1 0 0 0,-1 0 0 0 0,1-1 0 0 0,-1 1 0 0 0,1 1-1 0 0,-1-1 1 0 0,0 0 0 0 0,1 1 0 0 0,-1-1 0 0 0,4 4 0 0 0,4 4-79 0 0,0 1 0 0 0,0 0 0 0 0,-1 1 1 0 0,-1 0-1 0 0,0 1 0 0 0,0-1 0 0 0,-1 1 0 0 0,-1 1 1 0 0,0-1-1 0 0,5 16 0 0 0,-4-10 12 0 0,-2-1 1 0 0,0 0-1 0 0,-1 1 1 0 0,-1 0-1 0 0,-1 0 1 0 0,-1 0-1 0 0,0 25 1 0 0,-1-38-543 0 0,0 1 1 0 0,-1-1-1 0 0,0 0 1 0 0,0 0-1 0 0,0 0 1 0 0,-1 0-1 0 0,1 0 1 0 0,-1 0-1 0 0,0 0 1 0 0,0-1-1 0 0,-1 1 1 0 0,0-1-1 0 0,0 1 1 0 0,0-1-1 0 0,0 0 0 0 0,0 0 1 0 0,-1-1-1 0 0,0 1 1 0 0,0-1-1 0 0,0 1 1 0 0,0-1-1 0 0,0 0 1 0 0,-8 3-1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6.10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36 10594 0 0,'6'-35'11649'0'0,"-1"55"-10575"0"0,23 191-185 0 0,-23-152-890 0 0,2 0 0 0 0,30 114 1 0 0,-9-96-931 0 0,-14-45-5177 0 0,-3-9-1271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6.56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161 27 2761 0 0,'-2'-2'337'0'0,"1"1"0"0"0,0-1 0 0 0,0 0 0 0 0,-1 0 1 0 0,1 1-1 0 0,-1-1 0 0 0,1 0 0 0 0,-1 1 1 0 0,0 0-1 0 0,0-1 0 0 0,1 1 0 0 0,-1 0 0 0 0,0 0 1 0 0,0 0-1 0 0,0 0 0 0 0,0 0 0 0 0,-1 1 0 0 0,1-1 1 0 0,0 1-1 0 0,0-1 0 0 0,0 1 0 0 0,0 0 1 0 0,-1-1-1 0 0,1 1 0 0 0,0 0 0 0 0,0 1 0 0 0,0-1 1 0 0,-1 0-1 0 0,1 1 0 0 0,0-1 0 0 0,0 1 1 0 0,0 0-1 0 0,0 0 0 0 0,0-1 0 0 0,0 1 0 0 0,0 1 1 0 0,0-1-1 0 0,0 0 0 0 0,0 0 0 0 0,1 1 0 0 0,-4 2 1 0 0,-1 2 57 0 0,0 1-1 0 0,0-1 1 0 0,1 1 0 0 0,0 0 0 0 0,0 1 0 0 0,0-1 0 0 0,1 1 0 0 0,1 0 0 0 0,-6 14-1 0 0,2 1 126 0 0,-7 46-1 0 0,13-60-495 0 0,0 0 0 0 0,1 1 0 0 0,0-1 0 0 0,0 0 0 0 0,1 1 0 0 0,0-1 0 0 0,0 0 0 0 0,4 10 0 0 0,-5-18-84 0 0,0 1 0 0 0,1-1 0 0 0,-1 1 0 0 0,1-1-1 0 0,-1 1 1 0 0,1-1 0 0 0,-1 1 0 0 0,1-1-1 0 0,0 0 1 0 0,0 0 0 0 0,0 1 0 0 0,0-1 0 0 0,0 0-1 0 0,0 0 1 0 0,0 0 0 0 0,0 0 0 0 0,0 0-1 0 0,0 0 1 0 0,0 0 0 0 0,1 0 0 0 0,-1 0 0 0 0,0-1-1 0 0,1 1 1 0 0,-1 0 0 0 0,1-1 0 0 0,-1 1-1 0 0,1-1 1 0 0,-1 0 0 0 0,1 1 0 0 0,-1-1 0 0 0,1 0-1 0 0,-1 0 1 0 0,1 0 0 0 0,-1 0 0 0 0,1 0-1 0 0,-1-1 1 0 0,1 1 0 0 0,-1 0 0 0 0,1-1 0 0 0,-1 1-1 0 0,1-1 1 0 0,-1 1 0 0 0,0-1 0 0 0,1 0-1 0 0,-1 1 1 0 0,0-1 0 0 0,1 0 0 0 0,0-1 0 0 0,3-2-392 0 0,0 1 0 0 0,0-1 0 0 0,-1 0 0 0 0,0 0 1 0 0,0-1-1 0 0,0 1 0 0 0,0-1 0 0 0,-1 0 0 0 0,1 0 1 0 0,-1 0-1 0 0,3-7 0 0 0,-3-1 134 0 0,0 1 1 0 0,0-1 0 0 0,1-17-1 0 0,-3 18 1263 0 0,1 0 1 0 0,0 0-1 0 0,8-23 1735 0 0,-9 35-2598 0 0,-1 0 1 0 0,0 0 0 0 0,0 0-1 0 0,0 0 1 0 0,1 0-1 0 0,-1 0 1 0 0,0 0 0 0 0,0 0-1 0 0,0 0 1 0 0,1 0-1 0 0,-1 0 1 0 0,0 0 0 0 0,0 0-1 0 0,1 0 1 0 0,-1 0-1 0 0,0 0 1 0 0,0 0 0 0 0,0 0-1 0 0,1 0 1 0 0,-1 0-1 0 0,0 0 1 0 0,0 0 0 0 0,0 0-1 0 0,1 1 1 0 0,10 10 1361 0 0,9 22-1221 0 0,-18-29 55 0 0,13 23-204 0 0,-6-11-159 0 0,0 0 0 0 0,19 24-1 0 0,-24-34-416 0 0,1-1 1 0 0,1 1-1 0 0,-1-1 0 0 0,1-1 0 0 0,11 8 1 0 0,6 0-6379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6.84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123 57 3225 0 0,'1'-2'280'0'0,"-1"-1"1"0"0,0 1-1 0 0,0 0 1 0 0,0 0-1 0 0,-1 0 0 0 0,1 0 1 0 0,0-1-1 0 0,-1 1 1 0 0,0 0-1 0 0,1 0 1 0 0,-1 0-1 0 0,0 0 1 0 0,0 0-1 0 0,0 0 1 0 0,0 1-1 0 0,0-1 1 0 0,-1 0-1 0 0,1 0 0 0 0,-1 1 1 0 0,1-1-1 0 0,-1 1 1 0 0,1-1-1 0 0,-1 1 1 0 0,0 0-1 0 0,0-1 1 0 0,1 1-1 0 0,-1 0 1 0 0,0 0-1 0 0,0 1 1 0 0,0-1-1 0 0,0 0 0 0 0,-1 1 1 0 0,1-1-1 0 0,0 1 1 0 0,0-1-1 0 0,0 1 1 0 0,0 0-1 0 0,0 0 1 0 0,-1 0-1 0 0,1 0 1 0 0,0 0-1 0 0,0 1 1 0 0,0-1-1 0 0,0 1 0 0 0,0-1 1 0 0,0 1-1 0 0,0 0 1 0 0,0 0-1 0 0,0 0 1 0 0,0 0-1 0 0,0 0 1 0 0,-2 2-1 0 0,-1 3-38 0 0,0 0 0 0 0,1 0 0 0 0,0 0 0 0 0,1 1 0 0 0,-1 0 0 0 0,1-1 0 0 0,0 1 0 0 0,1 0 0 0 0,-1 1 0 0 0,2-1 0 0 0,-1 0-1 0 0,1 0 1 0 0,0 1 0 0 0,0 9 0 0 0,0-2-68 0 0,1 0 0 0 0,1 0 0 0 0,1 0 0 0 0,0 0 0 0 0,1 0 0 0 0,5 16 0 0 0,-7-25-245 0 0,1-1 1 0 0,0 1 0 0 0,1-1 0 0 0,-1 0 0 0 0,1 1-1 0 0,0-1 1 0 0,0-1 0 0 0,1 1 0 0 0,-1 0-1 0 0,1-1 1 0 0,0 0 0 0 0,0 0 0 0 0,1 0 0 0 0,-1 0-1 0 0,1-1 1 0 0,0 1 0 0 0,0-1 0 0 0,0-1 0 0 0,0 1-1 0 0,0-1 1 0 0,1 1 0 0 0,-1-2 0 0 0,1 1 0 0 0,0 0-1 0 0,-1-1 1 0 0,1 0 0 0 0,0-1 0 0 0,0 1 0 0 0,-1-1-1 0 0,8-1 1 0 0,8-1-7406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7.17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1 379 3225 0 0,'14'-3'1275'0'0,"0"0"0"0"0,-1-1 0 0 0,1-1 0 0 0,-1 0 0 0 0,25-14 0 0 0,-25 11-708 0 0,0 0 0 0 0,0-1-1 0 0,-1-1 1 0 0,-1 0 0 0 0,19-20 0 0 0,-24 23-501 0 0,0 1 0 0 0,-1-1 0 0 0,1 0 0 0 0,-2-1 0 0 0,1 1 0 0 0,-1-1 0 0 0,0 0 0 0 0,-1 0 0 0 0,0 0 0 0 0,0 0 0 0 0,-1-1 0 0 0,0 1 0 0 0,0-1 0 0 0,-1 0 0 0 0,0 1 0 0 0,-1-1 0 0 0,0 0 0 0 0,0 0 0 0 0,0 1 0 0 0,-2-1 0 0 0,1 0 0 0 0,-1 1 0 0 0,0-1 0 0 0,-5-11 0 0 0,6 17-12 0 0,0 0-1 0 0,0 1 1 0 0,0-1 0 0 0,-1 0-1 0 0,1 0 1 0 0,-1 1 0 0 0,0-1-1 0 0,0 1 1 0 0,0 0 0 0 0,0-1-1 0 0,0 1 1 0 0,-1 0 0 0 0,1 0-1 0 0,-1 0 1 0 0,1 1 0 0 0,-1-1-1 0 0,1 1 1 0 0,-1-1 0 0 0,0 1-1 0 0,0 0 1 0 0,0 0 0 0 0,0 0-1 0 0,0 0 1 0 0,0 1 0 0 0,0-1-1 0 0,0 1 1 0 0,0 0 0 0 0,0-1-1 0 0,0 2 1 0 0,0-1 0 0 0,0 0-1 0 0,0 0 1 0 0,-1 1 0 0 0,1 0-1 0 0,1 0 1 0 0,-1 0 0 0 0,0 0-1 0 0,0 0 1 0 0,-5 3 0 0 0,3-1 102 0 0,0 0 0 0 0,-1 0 1 0 0,1 0-1 0 0,0 1 0 0 0,1 0 1 0 0,-1 0-1 0 0,1 0 0 0 0,-1 1 1 0 0,1-1-1 0 0,1 1 0 0 0,-1 0 1 0 0,1 0-1 0 0,0 1 0 0 0,0-1 1 0 0,0 1-1 0 0,1-1 0 0 0,-1 1 1 0 0,1 0-1 0 0,-1 10 0 0 0,2-11-87 0 0,0 1 0 0 0,1 0 0 0 0,0 0 0 0 0,1 0 0 0 0,-1-1 0 0 0,1 1 0 0 0,0 0 0 0 0,0 0-1 0 0,1-1 1 0 0,0 1 0 0 0,0-1 0 0 0,0 1 0 0 0,0-1 0 0 0,1 0 0 0 0,0 0 0 0 0,6 8 0 0 0,-3-7-32 0 0,0 0-1 0 0,0-1 1 0 0,0 1 0 0 0,0-1-1 0 0,1-1 1 0 0,0 1 0 0 0,0-1-1 0 0,1 0 1 0 0,-1-1 0 0 0,15 5 0 0 0,-4-3-107 0 0,0 0 1 0 0,0-2-1 0 0,1 0 1 0 0,-1-1 0 0 0,1-1-1 0 0,0-1 1 0 0,0 0-1 0 0,-1-2 1 0 0,34-5 0 0 0,-31 1-1288 0 0,1-1 0 0 0,23-11 1 0 0,-17 5-179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7.7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 18 2304 0 0,'-1'-2'480'0'0,"-1"1"-1"0"0,0-1 0 0 0,1 1 0 0 0,-1 0 0 0 0,0-1 0 0 0,1 1 0 0 0,-1 0 0 0 0,0 0 1 0 0,0 0-1 0 0,0 0 0 0 0,0 0 0 0 0,0 1 0 0 0,0-1 0 0 0,0 1 0 0 0,0-1 0 0 0,-4 1 0 0 0,5 0-326 0 0,0 0 0 0 0,-1 1-1 0 0,1-1 1 0 0,0 1-1 0 0,0-1 1 0 0,0 1 0 0 0,0-1-1 0 0,0 1 1 0 0,0 0-1 0 0,0-1 1 0 0,0 1 0 0 0,1 0-1 0 0,-1 0 1 0 0,0 0 0 0 0,0 0-1 0 0,1 0 1 0 0,-1 0-1 0 0,0 0 1 0 0,1 0 0 0 0,-1 0-1 0 0,1 0 1 0 0,-1 0-1 0 0,1 0 1 0 0,0 0 0 0 0,-1 0-1 0 0,1 0 1 0 0,0 1-1 0 0,0-1 1 0 0,0 0 0 0 0,0 0-1 0 0,0 0 1 0 0,0 1-1 0 0,0 0 1 0 0,1 22 793 0 0,1 0-1 0 0,0 0 1 0 0,2 0 0 0 0,11 39-1 0 0,-3-17-339 0 0,10 68 108 0 0,-9-45-1391 0 0,31 101-1 0 0,-28-124-6618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8.95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 94 5985 0 0,'-11'-47'1680'0'0,"5"12"1760"0"0,3 48 1104 0 0,0 29-2222 0 0,2-16-1710 0 0,1 9 35 0 0,1 1 0 0 0,10 64 1 0 0,-10-92-686 0 0,1 1 0 0 0,0-1 0 0 0,0 1 0 0 0,1-1 1 0 0,0 0-1 0 0,1 0 0 0 0,0-1 0 0 0,0 1 0 0 0,1-1 1 0 0,0 0-1 0 0,0 0 0 0 0,0 0 0 0 0,1-1 0 0 0,0 1 1 0 0,0-2-1 0 0,1 1 0 0 0,9 6 0 0 0,-12-10 37 0 0,0 0 0 0 0,0 0 0 0 0,0 0 0 0 0,0 0 0 0 0,1-1 0 0 0,-1 1 0 0 0,1-1 0 0 0,-1 0 0 0 0,1 0 0 0 0,-1-1 0 0 0,1 0 0 0 0,0 0-1 0 0,-1 0 1 0 0,1 0 0 0 0,0 0 0 0 0,-1-1 0 0 0,1 0 0 0 0,-1 0 0 0 0,1 0 0 0 0,-1-1 0 0 0,0 0 0 0 0,1 1 0 0 0,-1-1 0 0 0,0-1 0 0 0,0 1 0 0 0,0-1 0 0 0,-1 1 0 0 0,1-1-1 0 0,0 0 1 0 0,5-7 0 0 0,-3 3 51 0 0,0 0-1 0 0,-1 0 1 0 0,0 0 0 0 0,0-1-1 0 0,0 1 1 0 0,-1-1-1 0 0,0 0 1 0 0,-1-1-1 0 0,0 1 1 0 0,0 0 0 0 0,-1-1-1 0 0,0 0 1 0 0,-1 1-1 0 0,1-1 1 0 0,-1-12-1 0 0,-2 9-52 0 0,0 0 0 0 0,0 1 0 0 0,-2-1 0 0 0,1 0 0 0 0,-1 1 0 0 0,-1 0 0 0 0,0 0 0 0 0,0 0 0 0 0,-1 0 0 0 0,-1 0 0 0 0,0 1 0 0 0,-11-14 0 0 0,12 17-18 0 0,-1 0 0 0 0,0 1 1 0 0,-1-1-1 0 0,1 2 0 0 0,-1-1 0 0 0,0 1 0 0 0,-1 0 0 0 0,1 0 0 0 0,-1 1 1 0 0,0 0-1 0 0,0 0 0 0 0,-1 1 0 0 0,1 0 0 0 0,0 1 0 0 0,-1 0 0 0 0,0 0 1 0 0,-12-1-1 0 0,19 3-109 0 0,-1 0-1 0 0,0 0 1 0 0,0 0 0 0 0,0 0 0 0 0,0 0 0 0 0,0 1 0 0 0,0-1 0 0 0,1 1-1 0 0,-1 0 1 0 0,0 0 0 0 0,0 0 0 0 0,1 0 0 0 0,-1 0 0 0 0,1 1 0 0 0,-1-1 0 0 0,1 1-1 0 0,-1 0 1 0 0,1 0 0 0 0,0 0 0 0 0,0 0 0 0 0,0 0 0 0 0,0 0 0 0 0,-3 4 0 0 0,3-2-207 0 0,0 1 0 0 0,0-1 1 0 0,0 0-1 0 0,1 1 0 0 0,-1-1 1 0 0,1 1-1 0 0,0 0 0 0 0,0-1 1 0 0,1 1-1 0 0,-1 0 0 0 0,1-1 1 0 0,0 1-1 0 0,1 8 0 0 0,1 2 227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9.34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22 29 11979 0 0,'-8'-13'946'0'0,"-5"-3"4178"0"0,16 33-3653 0 0,8 22-809 0 0,2 0 0 0 0,17 38 0 0 0,-25-67-644 0 0,0 0-1 0 0,0 0 1 0 0,1 0-1 0 0,0-1 1 0 0,1 0-1 0 0,0 0 1 0 0,0-1-1 0 0,1 0 1 0 0,0 0-1 0 0,0-1 1 0 0,1 0-1 0 0,0-1 1 0 0,10 6-1 0 0,-17-10-80 0 0,0-1-1 0 0,0 0 1 0 0,0-1 0 0 0,0 1-1 0 0,0 0 1 0 0,0 0-1 0 0,1-1 1 0 0,-1 0 0 0 0,0 1-1 0 0,0-1 1 0 0,1 0-1 0 0,-1 0 1 0 0,0 0-1 0 0,0 0 1 0 0,1 0 0 0 0,-1-1-1 0 0,0 1 1 0 0,0-1-1 0 0,1 0 1 0 0,-1 1 0 0 0,2-2-1 0 0,-1-1-26 0 0,0 1 0 0 0,0 0-1 0 0,0 0 1 0 0,0-1 0 0 0,-1 0 0 0 0,1 0-1 0 0,-1 1 1 0 0,0-1 0 0 0,0 0 0 0 0,0-1-1 0 0,3-5 1 0 0,1-7-68 0 0,-1 1 0 0 0,0-1 1 0 0,-1 0-1 0 0,3-28 0 0 0,-5 5 50 0 0,-2 31 313 0 0,-1 0-1 0 0,2 0 1 0 0,0 0 0 0 0,0 0-1 0 0,3-11 1 0 0,15 56 2700 0 0,-12-23-2909 0 0,0 0-1 0 0,1 0 1 0 0,1 0 0 0 0,11 12 0 0 0,11 1-6619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9.67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37 8290 0 0,'2'-1'456'0'0,"1"0"0"0"0,-1 0 0 0 0,1 0 0 0 0,0 0 0 0 0,-1 0-1 0 0,1 1 1 0 0,0-1 0 0 0,-1 1 0 0 0,1 0 0 0 0,0 0 0 0 0,0 0 0 0 0,-1 0 0 0 0,1 0 0 0 0,4 2 0 0 0,-3-1-97 0 0,1 0 0 0 0,-1 1 0 0 0,0 0 0 0 0,0 0-1 0 0,0 0 1 0 0,0 1 0 0 0,0-1 0 0 0,4 5 0 0 0,5 6-19 0 0,1 1-1 0 0,-2 0 1 0 0,17 24-1 0 0,-6-7 451 0 0,-16-22-539 0 0,27 30 85 0 0,-23-29 347 0 0,-9-10-13 0 0,-4-6 295 0 0,-1-1-1146 0 0,-1-1 0 0 0,1-1 0 0 0,1 1 0 0 0,-1 0 0 0 0,2-1 0 0 0,-1 1 0 0 0,1-1 0 0 0,0 1 0 0 0,1-1 0 0 0,0 0 0 0 0,0 1 0 0 0,1-1 0 0 0,0 1 0 0 0,0-1 0 0 0,1 1 0 0 0,0-1 1 0 0,1 1-1 0 0,0 0 0 0 0,0 0 0 0 0,1 0 0 0 0,7-11 0 0 0,4-3-6887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0.33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185 0 10594 0 0,'-17'9'750'0'0,"0"0"-1"0"0,1 0 0 0 0,0 2 1 0 0,0 0-1 0 0,1 1 0 0 0,1 0 1 0 0,0 1-1 0 0,-16 20 0 0 0,27-29-573 0 0,-1 0-1 0 0,1 0 1 0 0,1 0-1 0 0,-1 0 0 0 0,0 0 1 0 0,1 1-1 0 0,0-1 1 0 0,0 1-1 0 0,1-1 0 0 0,-3 10 1 0 0,4-12-140 0 0,0 0 0 0 0,0 0 1 0 0,0 0-1 0 0,0 0 0 0 0,0 0 0 0 0,1 0 1 0 0,-1-1-1 0 0,1 1 0 0 0,-1 0 0 0 0,1 0 1 0 0,0 0-1 0 0,0-1 0 0 0,0 1 1 0 0,0 0-1 0 0,0-1 0 0 0,0 1 0 0 0,0-1 1 0 0,0 1-1 0 0,1-1 0 0 0,-1 0 0 0 0,1 0 1 0 0,-1 1-1 0 0,1-1 0 0 0,-1 0 0 0 0,1 0 1 0 0,-1 0-1 0 0,1 0 0 0 0,0-1 1 0 0,0 1-1 0 0,0 0 0 0 0,2 0 0 0 0,63 19-203 0 0,-45-14 89 0 0,1 1 1 0 0,-1 1 0 0 0,39 19-1 0 0,-56-24 70 0 0,0 0-1 0 0,0 0 0 0 0,0 1 0 0 0,0 0 0 0 0,-1 0 1 0 0,1 0-1 0 0,-1 0 0 0 0,0 1 0 0 0,0 0 0 0 0,-1 0 0 0 0,1 0 1 0 0,-1 0-1 0 0,0 0 0 0 0,-1 1 0 0 0,1-1 0 0 0,-1 1 0 0 0,0 0 1 0 0,0-1-1 0 0,1 12 0 0 0,-2-13 34 0 0,-1 0 0 0 0,1-1 0 0 0,-1 1 0 0 0,0 0 0 0 0,0 0 0 0 0,0 0 0 0 0,-1 0 0 0 0,1 0 0 0 0,-1 0 0 0 0,0 0 0 0 0,0 0 0 0 0,-1-1 0 0 0,1 1 0 0 0,-1 0 0 0 0,1-1 0 0 0,-1 1 0 0 0,0-1 0 0 0,0 0 0 0 0,-1 1 0 0 0,1-1 0 0 0,-1 0 0 0 0,0 0 0 0 0,0-1 0 0 0,1 1 0 0 0,-2-1 0 0 0,1 1 0 0 0,0-1 0 0 0,0 0 0 0 0,-1 0 0 0 0,1 0 0 0 0,-7 1 0 0 0,-2 1-241 0 0,0 0 0 0 0,-1-2 0 0 0,0 1 0 0 0,1-2 0 0 0,-1 0 0 0 0,0 0 1 0 0,1-1-1 0 0,-20-2 0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0.71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43 50 10594 0 0,'-2'0'253'0'0,"0"1"1"0"0,-1-1-1 0 0,1 1 0 0 0,0 0 0 0 0,0 0 1 0 0,0 0-1 0 0,0 1 0 0 0,0-1 0 0 0,0 0 1 0 0,0 1-1 0 0,0-1 0 0 0,1 1 0 0 0,-1 0 1 0 0,0-1-1 0 0,1 1 0 0 0,-1 0 0 0 0,1 0 0 0 0,0 0 1 0 0,0 0-1 0 0,0 0 0 0 0,0 0 0 0 0,0 0 1 0 0,0 1-1 0 0,0-1 0 0 0,1 0 0 0 0,-1 1 1 0 0,1-1-1 0 0,0 0 0 0 0,-1 1 0 0 0,1-1 0 0 0,0 0 1 0 0,0 1-1 0 0,1 3 0 0 0,0 1-67 0 0,1 0-1 0 0,-1 0 1 0 0,1 0-1 0 0,0 0 1 0 0,1 0-1 0 0,0-1 1 0 0,0 1-1 0 0,0-1 1 0 0,1 0-1 0 0,5 7 1 0 0,-1-3-106 0 0,1-1 1 0 0,0 1-1 0 0,0-2 1 0 0,1 0-1 0 0,0 0 1 0 0,1-1-1 0 0,12 8 1 0 0,-19-13-87 0 0,-1 0 1 0 0,0-1-1 0 0,0 1 1 0 0,1 0-1 0 0,0-1 1 0 0,-1 0-1 0 0,1 0 1 0 0,-1 0-1 0 0,1 0 1 0 0,0-1 0 0 0,0 1-1 0 0,-1-1 1 0 0,1 0-1 0 0,0 0 1 0 0,0 0-1 0 0,0-1 1 0 0,-1 1-1 0 0,1-1 1 0 0,0 0-1 0 0,-1 0 1 0 0,1 0-1 0 0,-1-1 1 0 0,1 1-1 0 0,-1-1 1 0 0,1 0-1 0 0,-1 0 1 0 0,0 0-1 0 0,4-4 1 0 0,-5 4-26 0 0,0 0 0 0 0,0-1 0 0 0,0 1-1 0 0,-1-1 1 0 0,1 1 0 0 0,-1-1 0 0 0,1 1 0 0 0,-1-1 0 0 0,0 0 0 0 0,0 0 0 0 0,0 0-1 0 0,-1 1 1 0 0,1-1 0 0 0,-1 0 0 0 0,1-5 0 0 0,-1 2-15 0 0,-1-1 1 0 0,1 1-1 0 0,-1-1 0 0 0,-1 1 1 0 0,1 0-1 0 0,-5-12 0 0 0,1 5 25 0 0,-1 0-1 0 0,-1 0 1 0 0,0 1-1 0 0,-1 0 1 0 0,-17-21-1 0 0,18 25-276 0 0,-1 1 0 0 0,0 0 1 0 0,0 0-1 0 0,0 0 0 0 0,-14-7 0 0 0,0 2-6527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1.19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101 1 4609 0 0,'-8'2'513'0'0,"0"0"-1"0"0,0 1 1 0 0,0 0 0 0 0,1 0 0 0 0,-1 1-1 0 0,1 0 1 0 0,-12 9 0 0 0,16-11-264 0 0,0 1 0 0 0,1-1 0 0 0,0 1 0 0 0,0 0 0 0 0,0 0 0 0 0,0 0-1 0 0,0 0 1 0 0,0 0 0 0 0,1 1 0 0 0,0-1 0 0 0,0 0 0 0 0,0 1 0 0 0,0-1 0 0 0,0 1 0 0 0,0-1 0 0 0,1 1 0 0 0,0-1 0 0 0,0 1 0 0 0,0-1 0 0 0,1 7 0 0 0,0 4 346 0 0,1-1 0 0 0,0 0 0 0 0,1 1 0 0 0,1-1 0 0 0,0 0 0 0 0,1-1 0 0 0,11 23 0 0 0,-14-31-606 0 0,0 0 1 0 0,0 0 0 0 0,1 0 0 0 0,0 0-1 0 0,0-1 1 0 0,0 1 0 0 0,0-1-1 0 0,1 1 1 0 0,-1-1 0 0 0,1 0-1 0 0,0-1 1 0 0,-1 1 0 0 0,1-1-1 0 0,1 1 1 0 0,-1-1 0 0 0,0 0-1 0 0,0-1 1 0 0,1 1 0 0 0,-1-1-1 0 0,1 0 1 0 0,-1 0 0 0 0,1 0-1 0 0,0-1 1 0 0,-1 1 0 0 0,1-1-1 0 0,5-1 1 0 0,-7 1-148 0 0,0-1 1 0 0,0 0 0 0 0,0 0-1 0 0,0 0 1 0 0,0 0-1 0 0,0-1 1 0 0,-1 1-1 0 0,1-1 1 0 0,0 0-1 0 0,-1 0 1 0 0,1 1-1 0 0,-1-2 1 0 0,0 1-1 0 0,0 0 1 0 0,0 0 0 0 0,0-1-1 0 0,0 1 1 0 0,0-1-1 0 0,-1 1 1 0 0,1-1-1 0 0,-1 0 1 0 0,1 0-1 0 0,-1 0 1 0 0,0 0-1 0 0,0 0 1 0 0,-1 0 0 0 0,1 0-1 0 0,0-5 1 0 0,1-10-137 0 0,0 0 0 0 0,-1-1 0 0 0,-2-28 0 0 0,0 32 644 0 0,1 5-138 0 0,-1 4 67 0 0,0 0 0 0 0,1-1-1 0 0,0 1 1 0 0,1-1 0 0 0,-1 1-1 0 0,1-1 1 0 0,1 1 0 0 0,-1 0 0 0 0,4-10-1 0 0,-5 16-218 0 0,0 0-1 0 0,0-1 0 0 0,0 1 0 0 0,1 0 0 0 0,-1 0 0 0 0,0 0 0 0 0,0-1 0 0 0,0 1 1 0 0,0 0-1 0 0,0 0 0 0 0,0 0 0 0 0,1 0 0 0 0,-1 0 0 0 0,0 0 0 0 0,0-1 0 0 0,0 1 1 0 0,0 0-1 0 0,1 0 0 0 0,-1 0 0 0 0,0 0 0 0 0,0 0 0 0 0,0 0 0 0 0,1 0 0 0 0,-1 0 0 0 0,0 0 1 0 0,0 0-1 0 0,0 0 0 0 0,1 0 0 0 0,-1 0 0 0 0,0 0 0 0 0,0 0 0 0 0,0 0 0 0 0,1 0 1 0 0,-1 0-1 0 0,0 0 0 0 0,0 0 0 0 0,0 0 0 0 0,1 0 0 0 0,-1 0 0 0 0,0 0 0 0 0,0 0 1 0 0,0 1-1 0 0,1-1 0 0 0,-1 0 0 0 0,0 0 0 0 0,0 0 0 0 0,0 1 0 0 0,10 12 1298 0 0,2 17-296 0 0,-12-30-1045 0 0,7 20 304 0 0,1 0 0 0 0,0 0 0 0 0,2-1 0 0 0,15 24 0 0 0,-18-34-688 0 0,0 0-1 0 0,1 0 1 0 0,14 12 0 0 0,-13-13-1409 0 0,0-1 1 0 0,1 0 0 0 0,20 10-1 0 0,-14-9-4397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1.60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1 223 10594 0 0,'0'-1'124'0'0,"0"0"0"0"0,0 0 0 0 0,0 0-1 0 0,0 0 1 0 0,1 0 0 0 0,-1 0 0 0 0,0 0 0 0 0,1 0-1 0 0,-1 0 1 0 0,1 0 0 0 0,-1 0 0 0 0,1 0 0 0 0,-1 0-1 0 0,1 0 1 0 0,0 0 0 0 0,-1 1 0 0 0,1-1-1 0 0,0 0 1 0 0,0 1 0 0 0,0-1 0 0 0,0 0 0 0 0,0 0-1 0 0,22-17 2287 0 0,-21 17-2258 0 0,0 0-1 0 0,0 0 0 0 0,0 1 0 0 0,0-1 0 0 0,0 0 1 0 0,0 1-1 0 0,0 0 0 0 0,0-1 0 0 0,1 1 0 0 0,-1 0 1 0 0,0 0-1 0 0,0 0 0 0 0,0 1 0 0 0,0-1 1 0 0,0 0-1 0 0,0 1 0 0 0,0-1 0 0 0,0 1 0 0 0,0 0 1 0 0,0 0-1 0 0,0 0 0 0 0,0 0 0 0 0,0 0 0 0 0,0 0 1 0 0,-1 0-1 0 0,1 1 0 0 0,0-1 0 0 0,-1 0 0 0 0,3 4 1 0 0,5 5 193 0 0,0 0 0 0 0,-1 1 1 0 0,12 20-1 0 0,-8-12 19 0 0,1 3-204 0 0,-2-4 337 0 0,-13-39 62 0 0,-1 6-481 0 0,1-1 0 0 0,0 0 0 0 0,1 0 0 0 0,1 0 0 0 0,1 0 0 0 0,3-24 0 0 0,1 10-952 0 0,2-1 1 0 0,14-39-1 0 0,-10 39-6805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1.91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139 4 13763 0 0,'-2'-1'279'0'0,"-1"1"-1"0"0,1-1 1 0 0,0 1 0 0 0,0-1-1 0 0,-1 1 1 0 0,1 0 0 0 0,0 0-1 0 0,-1 0 1 0 0,1 0 0 0 0,0 0-1 0 0,0 1 1 0 0,-1-1 0 0 0,1 0-1 0 0,0 1 1 0 0,0 0 0 0 0,-1 0-1 0 0,1 0 1 0 0,-2 1-1 0 0,0 0-55 0 0,1 1-1 0 0,-1 0 0 0 0,1 0 0 0 0,0 0 0 0 0,0 0 0 0 0,0 0 0 0 0,0 1 1 0 0,0-1-1 0 0,-2 5 0 0 0,-4 9-133 0 0,1 1 0 0 0,0 0 1 0 0,-8 28-1 0 0,11-31 16 0 0,2-4-49 0 0,0 1 0 0 0,0-1 1 0 0,1 1-1 0 0,1 0 0 0 0,0-1 1 0 0,0 1-1 0 0,3 22 1 0 0,-2-29-64 0 0,0-1 0 0 0,1 0 0 0 0,0 1 0 0 0,0-1 0 0 0,0 0 0 0 0,1 0 0 0 0,-1 0 0 0 0,1 0 0 0 0,0 0 0 0 0,0 0 0 0 0,1 0 0 0 0,-1 0 0 0 0,1-1 0 0 0,0 1 0 0 0,0-1 0 0 0,0 0 1 0 0,0 0-1 0 0,0 0 0 0 0,1 0 0 0 0,-1-1 0 0 0,1 1 0 0 0,0-1 0 0 0,0 0 0 0 0,6 3 0 0 0,2-2-1672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2.22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1 339 6913 0 0,'1'2'280'0'0,"1"-1"-1"0"0,0 0 0 0 0,0 0 1 0 0,0 0-1 0 0,1 0 0 0 0,-1-1 0 0 0,0 1 1 0 0,0 0-1 0 0,0-1 0 0 0,1 0 0 0 0,-1 1 1 0 0,0-1-1 0 0,0 0 0 0 0,1 0 0 0 0,-1 0 1 0 0,0 0-1 0 0,1-1 0 0 0,-1 1 0 0 0,0-1 1 0 0,0 1-1 0 0,4-2 0 0 0,47-21 2784 0 0,-51 22-3036 0 0,10-5 171 0 0,-1-1-1 0 0,0 0 1 0 0,0-1-1 0 0,-1 0 0 0 0,0 0 1 0 0,0-1-1 0 0,-1-1 0 0 0,0 0 1 0 0,-1 0-1 0 0,0-1 1 0 0,10-17-1 0 0,-14 21-160 0 0,-1 1-1 0 0,0-1 1 0 0,0 0 0 0 0,0-1 0 0 0,-1 1-1 0 0,0 0 1 0 0,0-1 0 0 0,-1 1 0 0 0,0-1-1 0 0,0 1 1 0 0,-1-1 0 0 0,0 1 0 0 0,0-1-1 0 0,-1 0 1 0 0,0 1 0 0 0,0-1-1 0 0,-1 1 1 0 0,0 0 0 0 0,0-1 0 0 0,-1 1-1 0 0,-5-10 1 0 0,8 15-18 0 0,-1 1 1 0 0,0-1-1 0 0,0 1 0 0 0,0-1 1 0 0,0 0-1 0 0,0 1 0 0 0,0 0 0 0 0,0-1 1 0 0,0 1-1 0 0,0 0 0 0 0,-1-1 0 0 0,1 1 1 0 0,-1 0-1 0 0,1 0 0 0 0,-1 0 1 0 0,1 0-1 0 0,-1 0 0 0 0,1 1 0 0 0,-1-1 1 0 0,0 0-1 0 0,1 1 0 0 0,-1-1 0 0 0,0 1 1 0 0,0-1-1 0 0,0 1 0 0 0,1 0 1 0 0,-1 0-1 0 0,0 0 0 0 0,0 0 0 0 0,0 0 1 0 0,1 0-1 0 0,-1 1 0 0 0,0-1 1 0 0,0 1-1 0 0,1-1 0 0 0,-1 1 0 0 0,0 0 1 0 0,1-1-1 0 0,-1 1 0 0 0,0 0 0 0 0,1 0 1 0 0,-2 1-1 0 0,-2 2 105 0 0,1 0 0 0 0,-1-1 0 0 0,1 1 0 0 0,0 1-1 0 0,0-1 1 0 0,1 1 0 0 0,-1-1 0 0 0,1 1 0 0 0,0 0 0 0 0,1 0 0 0 0,-1 0-1 0 0,-2 8 1 0 0,3-5-35 0 0,-1 0 0 0 0,2 0-1 0 0,-1 0 1 0 0,1 1 0 0 0,1-1-1 0 0,-1 0 1 0 0,1 1-1 0 0,1-1 1 0 0,-1 0 0 0 0,1 1-1 0 0,1-1 1 0 0,0 0 0 0 0,5 14-1 0 0,-5-16-151 0 0,2 1-1 0 0,-1-1 0 0 0,1 0 1 0 0,0 0-1 0 0,0 0 0 0 0,0 0 1 0 0,1-1-1 0 0,0 0 0 0 0,0 0 1 0 0,1 0-1 0 0,-1-1 0 0 0,1 0 1 0 0,0 0-1 0 0,0 0 0 0 0,0 0 1 0 0,11 3-1 0 0,8 2-1822 0 0,1 0-5379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2.86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27 7 4145 0 0,'10'-6'12141'0'0,"-12"10"-10710"0"0,-5 16-1025 0 0,0 1-1 0 0,1 1 1 0 0,1-1-1 0 0,1 1 1 0 0,1 0-1 0 0,1 0 1 0 0,1 0-1 0 0,1 0 1 0 0,1 0-1 0 0,1 0 1 0 0,1 0-1 0 0,8 30 1 0 0,-9-44-450 0 0,1-1 1 0 0,0 0-1 0 0,0 0 1 0 0,1 0-1 0 0,-1 0 1 0 0,2-1-1 0 0,-1 0 1 0 0,11 12-1 0 0,-14-17 29 0 0,1 1-1 0 0,-1-1 0 0 0,1 0 0 0 0,-1 0 0 0 0,1 1 0 0 0,0-1 0 0 0,0 0 0 0 0,0 0 1 0 0,-1-1-1 0 0,1 1 0 0 0,0 0 0 0 0,0-1 0 0 0,0 1 0 0 0,0-1 0 0 0,0 0 0 0 0,0 1 1 0 0,0-1-1 0 0,0 0 0 0 0,1 0 0 0 0,-1 0 0 0 0,0-1 0 0 0,0 1 0 0 0,0 0 0 0 0,0-1 0 0 0,0 1 1 0 0,0-1-1 0 0,-1 0 0 0 0,1 0 0 0 0,0 0 0 0 0,0 0 0 0 0,0 0 0 0 0,-1 0 0 0 0,1 0 1 0 0,0 0-1 0 0,-1-1 0 0 0,1 1 0 0 0,1-3 0 0 0,2-1-316 0 0,0 0 0 0 0,0-1 0 0 0,-1 0 0 0 0,1 0 0 0 0,-1 0 0 0 0,-1 0 0 0 0,1-1 0 0 0,-1 0 0 0 0,4-12 0 0 0,-1-1-625 0 0,-2 0 0 0 0,3-22-1 0 0,1-8 415 0 0,-8 50 559 0 0,0 0 0 0 0,0 0 0 0 0,0 0 0 0 0,0 0 0 0 0,0 0 0 0 0,0 1 0 0 0,0-1-1 0 0,0 0 1 0 0,0 0 0 0 0,0 0 0 0 0,0 0 0 0 0,0 0 0 0 0,0 0 0 0 0,0 0 0 0 0,0 0 0 0 0,0 0 0 0 0,0 1 0 0 0,0-1-1 0 0,0 0 1 0 0,0 0 0 0 0,0 0 0 0 0,0 0 0 0 0,0 0 0 0 0,0 0 0 0 0,1 0 0 0 0,-1 0 0 0 0,0 0 0 0 0,0 0-1 0 0,0 0 1 0 0,0 0 0 0 0,0 0 0 0 0,0 0 0 0 0,0 0 0 0 0,0 0 0 0 0,0 0 0 0 0,1 0 0 0 0,-1 0 0 0 0,0 0 0 0 0,0 0-1 0 0,0 0 1 0 0,0 0 0 0 0,0 0 0 0 0,0 0 0 0 0,0 0 0 0 0,0 0 0 0 0,0 0 0 0 0,1 0 0 0 0,-1 0 0 0 0,0 0-1 0 0,0 0 1 0 0,0 0 0 0 0,0 0 0 0 0,0 0 0 0 0,0 0 0 0 0,0 0 0 0 0,0 0 0 0 0,0 0 0 0 0,0 0 0 0 0,0-1-1 0 0,0 1 1 0 0,1 0 0 0 0,-1 0 0 0 0,0 0 0 0 0,0 0 0 0 0,0 0 0 0 0,0 0 0 0 0,7 14 776 0 0,5 15 391 0 0,-10-24-1065 0 0,0 0 0 0 0,0 0 0 0 0,0 0 0 0 0,1-1 0 0 0,0 1 0 0 0,0-1 0 0 0,0 0 0 0 0,0 0 0 0 0,1 0 0 0 0,0 0 0 0 0,-1 0 0 0 0,1-1 0 0 0,1 0 0 0 0,-1 1 0 0 0,0-2 0 0 0,1 1 0 0 0,0 0 0 0 0,8 2 0 0 0,-9-3-90 0 0,1-1 1 0 0,-1 0-1 0 0,1-1 1 0 0,-1 1 0 0 0,1-1-1 0 0,0 0 1 0 0,-1 0 0 0 0,1 0-1 0 0,-1-1 1 0 0,1 1-1 0 0,0-1 1 0 0,-1 0 0 0 0,0 0-1 0 0,1-1 1 0 0,-1 0-1 0 0,0 1 1 0 0,1-1 0 0 0,-1-1-1 0 0,0 1 1 0 0,-1-1 0 0 0,7-4-1 0 0,-3 1-48 0 0,-1 1-1 0 0,0-1 0 0 0,0 0 1 0 0,-1-1-1 0 0,0 1 0 0 0,0-1 1 0 0,0 0-1 0 0,-1 0 0 0 0,6-12 1 0 0,-9 15-751 0 0,0 0 1 0 0,1 0 0 0 0,-1 0 0 0 0,-1-1 0 0 0,1 1 0 0 0,-1 0-1 0 0,0-7 1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0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6449 0 0,'3'7'1539'0'0,"-1"-1"0"0"0,1 0 0 0 0,0 0 0 0 0,0 0 0 0 0,0 0-1 0 0,8 8 1 0 0,7 13 739 0 0,24 72 624 0 0,-31-70-3329 0 0,2 0 0 0 0,0-1-1 0 0,21 31 1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24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 0 7834 0 0,'-2'2'696'0'0,"1"-1"-560"0"0,2 0-136 0 0,1 2 0 0 0,0 1 1712 0 0,0 0-768 0 0,-1 2 9 0 0,3 2-425 0 0,2 3-80 0 0,2 3-24 0 0,-1-2 0 0 0,1 2-1240 0 0,2-1-248 0 0,2 2-57 0 0,-1-2 1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5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10594 0 0,'8'0'4571'0'0,"-8"1"-4453"0"0,7 11 3025 0 0,5 25-203 0 0,-8-26-2524 0 0,16 47 908 0 0,52 177 725 0 0,-65-209-2352 0 0,-2 1 0 0 0,-1-1 0 0 0,-2 1 0 0 0,0-1 0 0 0,-4 53 0 0 0,-1-60-637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9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0 291 6449 0 0,'44'-39'1125'0'0,"2"2"0"0"0,77-49 0 0 0,-64 46-1075 0 0,-38 26-131 0 0,1 1-1 0 0,0 0 0 0 0,1 2 1 0 0,0 0-1 0 0,1 2 1 0 0,25-7-1 0 0,-46 15 373 0 0,-1 1-1 0 0,0 0 0 0 0,0 0 1 0 0,0 0-1 0 0,0 0 0 0 0,0 0 1 0 0,0 1-1 0 0,0-1 0 0 0,0 1 1 0 0,0-1-1 0 0,0 1 0 0 0,0 0 0 0 0,0 0 1 0 0,0 0-1 0 0,0 0 0 0 0,0 0 1 0 0,0 0-1 0 0,-1 0 0 0 0,1 1 1 0 0,-1-1-1 0 0,1 1 0 0 0,-1-1 1 0 0,1 1-1 0 0,-1-1 0 0 0,0 1 1 0 0,0 0-1 0 0,1 0 0 0 0,-1 0 1 0 0,-1 0-1 0 0,1-1 0 0 0,1 4 1 0 0,4 9 270 0 0,-1 0 0 0 0,-1 0 0 0 0,4 19 0 0 0,-5-21-280 0 0,9 38-114 0 0,22 82 563 0 0,-28-116-666 0 0,0-1-1 0 0,0 0 1 0 0,2 0-1 0 0,-1 0 1 0 0,2-1-1 0 0,11 14 1 0 0,-19-26-84 0 0,0-1 0 0 0,0 0 0 0 0,0 1 0 0 0,0-1 0 0 0,0 0 1 0 0,0 0-1 0 0,1 0 0 0 0,-1 0 0 0 0,0 0 0 0 0,1 0 0 0 0,-1 0 0 0 0,1 0 1 0 0,-1 0-1 0 0,1-1 0 0 0,-1 1 0 0 0,1-1 0 0 0,0 1 0 0 0,-1-1 0 0 0,1 1 1 0 0,0-1-1 0 0,-1 0 0 0 0,1 0 0 0 0,0 0 0 0 0,-1 0 0 0 0,1 0 0 0 0,0 0 0 0 0,-1-1 1 0 0,1 1-1 0 0,0 0 0 0 0,-1-1 0 0 0,1 1 0 0 0,-1-1 0 0 0,1 0 0 0 0,0 0 1 0 0,-1 1-1 0 0,0-1 0 0 0,1 0 0 0 0,-1 0 0 0 0,0 0 0 0 0,1-1 0 0 0,-1 1 1 0 0,0 0-1 0 0,2-2 0 0 0,5-7-199 0 0,1-1 1 0 0,-1 0-1 0 0,-1 0 1 0 0,9-18 0 0 0,-9 16 175 0 0,66-135 1194 0 0,-73 147-1098 0 0,1 0-1 0 0,0-1 1 0 0,0 1-1 0 0,0 0 1 0 0,0 0-1 0 0,0 0 1 0 0,0 0-1 0 0,0 0 1 0 0,0 0-1 0 0,1 0 1 0 0,-1 0-1 0 0,0 0 1 0 0,0 0-1 0 0,1 1 1 0 0,-1-1-1 0 0,1 0 1 0 0,-1 1-1 0 0,0-1 1 0 0,1 1-1 0 0,-1 0 1 0 0,3-1-1 0 0,-1 1-6 0 0,0 0 0 0 0,0 1 0 0 0,0-1 0 0 0,0 1 0 0 0,0 0 0 0 0,0-1 0 0 0,0 1 0 0 0,0 0 1 0 0,0 1-1 0 0,3 1 0 0 0,7 5-35 0 0,0 1 1 0 0,-1 0-1 0 0,17 17 1 0 0,-21-19-25 0 0,36 31-2228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4.48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25 233 3225 0 0,'4'-9'780'0'0,"0"0"0"0"0,0 0-1 0 0,1 0 1 0 0,0 0 0 0 0,1 1 0 0 0,11-14 0 0 0,12-19 1700 0 0,-25 33-1921 0 0,0 0-1 0 0,0-1 1 0 0,-1 0 0 0 0,4-15 0 0 0,-6 22-414 0 0,-1-1 0 0 0,1 1 1 0 0,0 0-1 0 0,-1-1 0 0 0,0 1 0 0 0,0 0 0 0 0,1-1 0 0 0,-2 1 0 0 0,1 0 0 0 0,0-1 0 0 0,0 1 1 0 0,-1 0-1 0 0,1 0 0 0 0,-1-1 0 0 0,1 1 0 0 0,-1 0 0 0 0,0 0 0 0 0,0 0 0 0 0,0 0 1 0 0,0 0-1 0 0,-1 0 0 0 0,1 0 0 0 0,-3-3 0 0 0,3 4-58 0 0,0 1 0 0 0,-1 0 0 0 0,1-1 0 0 0,0 1 0 0 0,0 0 1 0 0,0 0-1 0 0,0 0 0 0 0,-1 0 0 0 0,1 0 0 0 0,0 0 0 0 0,0 0 0 0 0,0 0 0 0 0,0 0 0 0 0,0 1 0 0 0,-1-1 0 0 0,1 0 0 0 0,0 1 0 0 0,0-1 0 0 0,0 1 1 0 0,0-1-1 0 0,0 1 0 0 0,0-1 0 0 0,0 1 0 0 0,0 0 0 0 0,0 0 0 0 0,0-1 0 0 0,1 1 0 0 0,-1 0 0 0 0,0 0 0 0 0,0 1 0 0 0,-23 29 1068 0 0,16-17-951 0 0,0 1-1 0 0,1 1 0 0 0,1-1 1 0 0,0 1-1 0 0,1 0 1 0 0,1 1-1 0 0,-4 30 0 0 0,8-42-196 0 0,0 1 0 0 0,0-1 0 0 0,0 1 0 0 0,1-1 0 0 0,-1 1 0 0 0,1-1-1 0 0,0 1 1 0 0,1-1 0 0 0,0 0 0 0 0,0 1 0 0 0,5 8 0 0 0,-5-10-9 0 0,1-1-1 0 0,-1 1 1 0 0,1-1 0 0 0,0 0 0 0 0,0 0 0 0 0,0-1-1 0 0,1 1 1 0 0,-1-1 0 0 0,1 1 0 0 0,-1-1-1 0 0,1 0 1 0 0,0 0 0 0 0,0-1 0 0 0,0 1 0 0 0,0-1-1 0 0,0 0 1 0 0,7 1 0 0 0,-6-1-25 0 0,0 0 0 0 0,0-1 1 0 0,-1 0-1 0 0,1 0 0 0 0,0 0 0 0 0,0-1 1 0 0,0 0-1 0 0,-1 0 0 0 0,1 0 0 0 0,0 0 1 0 0,-1-1-1 0 0,1 1 0 0 0,-1-1 0 0 0,0 0 1 0 0,1-1-1 0 0,-1 1 0 0 0,0-1 1 0 0,0 0-1 0 0,-1 0 0 0 0,1 0 0 0 0,3-5 1 0 0,7-7-191 0 0,0-1 1 0 0,-2-1 0 0 0,19-32-1 0 0,5-6-180 0 0,-35 53 429 0 0,0 1 0 0 0,0 0 0 0 0,0-1 1 0 0,0 1-1 0 0,0 0 0 0 0,0 0 0 0 0,0 0 0 0 0,1 0 1 0 0,-1 0-1 0 0,0 0 0 0 0,1 0 0 0 0,-1 1 0 0 0,1-1 1 0 0,-1 0-1 0 0,1 1 0 0 0,-1-1 0 0 0,1 1 0 0 0,-1 0 1 0 0,1-1-1 0 0,-1 1 0 0 0,1 0 0 0 0,0 0 0 0 0,-1 0 1 0 0,1 0-1 0 0,0 0 0 0 0,-1 0 0 0 0,1 1 0 0 0,2 0 1 0 0,-1 0-13 0 0,0 1 1 0 0,0-1 0 0 0,0 1 0 0 0,-1 0-1 0 0,1 0 1 0 0,-1 0 0 0 0,1 0 0 0 0,-1 0-1 0 0,0 1 1 0 0,0-1 0 0 0,0 1 0 0 0,0 0-1 0 0,2 3 1 0 0,3 6-298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5.28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244 9 12611 0 0,'-2'-1'106'0'0,"1"0"1"0"0,-1 0-1 0 0,0 0 1 0 0,1 0 0 0 0,-1 0-1 0 0,0 1 1 0 0,0-1-1 0 0,0 1 1 0 0,1-1 0 0 0,-1 1-1 0 0,0 0 1 0 0,0-1-1 0 0,0 1 1 0 0,0 0 0 0 0,0 0-1 0 0,0 0 1 0 0,1 1-1 0 0,-1-1 1 0 0,0 0 0 0 0,0 1-1 0 0,0-1 1 0 0,-2 2-1 0 0,-46 20 2265 0 0,38-16-1789 0 0,-3 2-188 0 0,0 0 0 0 0,1 1 1 0 0,0 0-1 0 0,-13 12 0 0 0,22-17-318 0 0,0 0 0 0 0,1 1 0 0 0,0-1 0 0 0,0 1 0 0 0,0-1 0 0 0,0 1 0 0 0,1 0-1 0 0,0 1 1 0 0,0-1 0 0 0,0 1 0 0 0,1-1 0 0 0,0 1 0 0 0,0 0 0 0 0,-2 9 0 0 0,4-11-68 0 0,0-1 0 0 0,0 0 0 0 0,1 1 0 0 0,0-1 0 0 0,-1 0 0 0 0,1 1 0 0 0,0-1 0 0 0,0 0 0 0 0,1 0 0 0 0,-1 0 0 0 0,1 0 0 0 0,0 0 0 0 0,-1 0 0 0 0,1-1 0 0 0,0 1 0 0 0,1-1 0 0 0,-1 1 0 0 0,0-1 0 0 0,1 0 0 0 0,-1 1 0 0 0,1-1 0 0 0,0-1 0 0 0,0 1 0 0 0,4 2 0 0 0,8 5 32 0 0,1-1 0 0 0,1-1-1 0 0,17 6 1 0 0,-32-13-39 0 0,68 19-122 0 0,-55-17 71 0 0,-1 1 0 0 0,1 1-1 0 0,-1 0 1 0 0,0 1 0 0 0,0 1 0 0 0,24 13-1 0 0,-36-17 36 0 0,0-1 0 0 0,0 1 0 0 0,0 0 0 0 0,0-1 0 0 0,0 1-1 0 0,-1 0 1 0 0,1 0 0 0 0,-1 0 0 0 0,1 0 0 0 0,-1 0-1 0 0,1 1 1 0 0,-1-1 0 0 0,0 0 0 0 0,0 1 0 0 0,0-1-1 0 0,-1 1 1 0 0,1-1 0 0 0,0 1 0 0 0,-1-1 0 0 0,0 1-1 0 0,1 2 1 0 0,-2 0 31 0 0,1-1-1 0 0,-1 1 1 0 0,0-1 0 0 0,0 1-1 0 0,-1-1 1 0 0,1 0-1 0 0,-1 1 1 0 0,0-1 0 0 0,0 0-1 0 0,0 0 1 0 0,-3 4-1 0 0,-4 3 144 0 0,0 0-1 0 0,-1 0 0 0 0,0 0 0 0 0,0-1 0 0 0,-1-1 1 0 0,-19 13-1 0 0,23-18-88 0 0,1 0 1 0 0,0-1-1 0 0,-1 0 1 0 0,1 0 0 0 0,-1 0-1 0 0,0-1 1 0 0,-9 2-1 0 0,13-4-184 0 0,0 1-1 0 0,0-1 0 0 0,0 0 1 0 0,-1 0-1 0 0,1 0 1 0 0,0 0-1 0 0,0-1 0 0 0,-1 1 1 0 0,1-1-1 0 0,0 0 0 0 0,0 0 1 0 0,0 0-1 0 0,0 0 0 0 0,0-1 1 0 0,0 1-1 0 0,0-1 0 0 0,1 0 1 0 0,-4-2-1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5.71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 0 15203 0 0,'-1'1'190'0'0,"1"0"0"0"0,-1 0 0 0 0,1 0 0 0 0,-1 1 0 0 0,1-1 0 0 0,0 0 0 0 0,0 0 0 0 0,0 0 0 0 0,-1 0 0 0 0,1 1-1 0 0,0-1 1 0 0,0 0 0 0 0,1 0 0 0 0,-1 0 0 0 0,0 1 0 0 0,0-1 0 0 0,1 1 0 0 0,7 29 1554 0 0,-4-18-1259 0 0,23 114 1424 0 0,19 79-1112 0 0,-33-160-655 0 0,2 0 0 0 0,30 61-1 0 0,4 7-1502 0 0,-49-129 653 0 0,1 0 1 0 0,0 0 0 0 0,5-16-1 0 0,-3 10 441 0 0,2-8 253 0 0,0 1-1 0 0,2 1 1 0 0,17-44-1 0 0,-19 58 279 0 0,1 1 1 0 0,0-1-1 0 0,1 2 0 0 0,0-1 0 0 0,1 1 1 0 0,0 0-1 0 0,0 0 0 0 0,1 1 0 0 0,18-16 1 0 0,-25 25-227 0 0,-1-1 0 0 0,1 1 0 0 0,-1 0 0 0 0,1 0 0 0 0,0 0 1 0 0,-1 0-1 0 0,1 0 0 0 0,0 0 0 0 0,0 0 0 0 0,-1 1 0 0 0,1-1 0 0 0,0 0 0 0 0,0 1 1 0 0,0 0-1 0 0,0-1 0 0 0,0 1 0 0 0,0 0 0 0 0,0 0 0 0 0,0 0 0 0 0,0 0 1 0 0,0 1-1 0 0,0-1 0 0 0,0 0 0 0 0,0 1 0 0 0,-1-1 0 0 0,1 1 0 0 0,0 0 1 0 0,0 0-1 0 0,0 0 0 0 0,-1 0 0 0 0,1 0 0 0 0,0 0 0 0 0,-1 0 0 0 0,1 0 0 0 0,-1 1 1 0 0,1-1-1 0 0,-1 0 0 0 0,0 1 0 0 0,0-1 0 0 0,0 1 0 0 0,1 0 0 0 0,0 2 1 0 0,5 9 54 0 0,-1 0 0 0 0,0 0 0 0 0,0 1 0 0 0,5 24 0 0 0,-3-13 44 0 0,-3-12-131 0 0,1 1 1 0 0,0-1 0 0 0,1 0 0 0 0,1 0 0 0 0,0-1 0 0 0,0 0-1 0 0,1-1 1 0 0,1 0 0 0 0,0 0 0 0 0,16 13 0 0 0,-17-17-1492 0 0,1 0 0 0 0,0 0 1 0 0,1-1-1 0 0,15 7 0 0 0,-8-6-5835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05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81 104 3225 0 0,'-13'8'15767'0'0,"8"1"-15627"0"0,1 0 1 0 0,-1 0-1 0 0,1 0 0 0 0,1 1 1 0 0,0 0-1 0 0,0-1 0 0 0,1 1 1 0 0,0 0-1 0 0,1 0 0 0 0,0 0 1 0 0,1 0-1 0 0,0 0 1 0 0,0 1-1 0 0,1-1 0 0 0,3 11 1 0 0,-3-14-31 0 0,0 0 1 0 0,1-1 0 0 0,0 1 0 0 0,1-1 0 0 0,0 0 0 0 0,0 1 0 0 0,0-1-1 0 0,0-1 1 0 0,1 1 0 0 0,7 8 0 0 0,-7-10-80 0 0,-1-1 1 0 0,1 0-1 0 0,0 0 0 0 0,0 0 0 0 0,0 0 1 0 0,0-1-1 0 0,0 0 0 0 0,0 1 1 0 0,1-2-1 0 0,-1 1 0 0 0,1 0 0 0 0,0-1 1 0 0,-1 0-1 0 0,1 0 0 0 0,0 0 1 0 0,6-1-1 0 0,-5 0-41 0 0,0 0 0 0 0,-1 0 0 0 0,1-1 0 0 0,-1 0 0 0 0,1 0 0 0 0,-1 0 0 0 0,0-1 0 0 0,1 0-1 0 0,-1 0 1 0 0,0 0 0 0 0,0 0 0 0 0,0-1 0 0 0,-1 0 0 0 0,1 0 0 0 0,0 0 0 0 0,-1-1 0 0 0,0 0 0 0 0,0 0 0 0 0,0 0 0 0 0,-1 0 0 0 0,7-8 0 0 0,-6 5-2 0 0,0 0 0 0 0,-1 1 0 0 0,1-1 0 0 0,-2 0 0 0 0,1-1 0 0 0,-1 1 0 0 0,0 0 0 0 0,0-1 0 0 0,0 1 0 0 0,-1-1 1 0 0,-1 0-1 0 0,1 1 0 0 0,-1-1 0 0 0,-1 0 0 0 0,-1-9 0 0 0,0 5 26 0 0,-1 0 0 0 0,0 1 0 0 0,-1-1 0 0 0,-1 1 0 0 0,1 0 0 0 0,-2 1 0 0 0,1-1 0 0 0,-2 1 1 0 0,1 0-1 0 0,-1 0 0 0 0,-1 1 0 0 0,0 0 0 0 0,-14-12 0 0 0,16 15-250 0 0,0 2 1 0 0,0-1-1 0 0,-1 1 0 0 0,1 0 1 0 0,-1 0-1 0 0,0 1 0 0 0,0 0 1 0 0,0 0-1 0 0,-1 1 0 0 0,1 0 1 0 0,-1 0-1 0 0,0 0 0 0 0,1 1 1 0 0,-1 0-1 0 0,0 1 0 0 0,1 0 0 0 0,-1 0 1 0 0,0 1-1 0 0,0 0 0 0 0,1 0 1 0 0,-16 5-1 0 0,6 0-1447 0 0,4 2-12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32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95 1376 0 0,'23'24'1765'0'0,"25"36"0"0"0,13 33 13691 0 0,-68-101-13664 0 0,-7-14-1116 0 0,11 15-674 0 0,1-1 0 0 0,0 0 0 0 0,1 0 0 0 0,-1 1 0 0 0,2-1 0 0 0,-1 0 0 0 0,1 0 0 0 0,0 0-1 0 0,1 0 1 0 0,0 0 0 0 0,0 0 0 0 0,3-9 0 0 0,2-2-371 0 0,1 0 0 0 0,0 1 0 0 0,18-31 0 0 0,-9 23-118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6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18316 0 0,'23'40'1369'0'0,"-1"1"0"0"0,-3 0 0 0 0,21 66 1 0 0,29 61-971 0 0,-16-79-474 0 0,7 14-1172 0 0,-53-88-105 0 0,-1-1 0 0 0,8 30-1 0 0,-10-22-5585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80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26 86 9674 0 0,'-6'-1'308'0'0,"5"0"-247"0"0,-1 1 1 0 0,0 0 0 0 0,1-1-1 0 0,-1 0 1 0 0,1 1 0 0 0,-1-1 0 0 0,1 0-1 0 0,-1 1 1 0 0,1-1 0 0 0,-1 0 0 0 0,0-2-1 0 0,29-6 7022 0 0,44-4-3962 0 0,78-16-3046 0 0,-68 13-2307 0 0,-42 8 1067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3.50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21 200 5985 0 0,'13'-52'2812'0'0,"-6"26"-865"0"0,-1 0-1 0 0,-1 0 1 0 0,2-43 0 0 0,-9 79 2274 0 0,-8 54-3236 0 0,18 1008-576 0 0,9-300-417 0 0,-21-473 87 0 0,3 406 679 0 0,-3-484-297 0 0,0-187-377 0 0,-1-1 0 0 0,-1 0 0 0 0,-2 0 0 0 0,-18 49 0 0 0,26-81-212 0 0,-1 0 0 0 0,1 0 0 0 0,0 0-1 0 0,-1 0 1 0 0,1 0 0 0 0,-1 0 0 0 0,0 0 0 0 0,1 0 0 0 0,-1 0-1 0 0,0 0 1 0 0,0 0 0 0 0,0 0 0 0 0,1 0 0 0 0,-1-1-1 0 0,0 1 1 0 0,0 0 0 0 0,-2 0 0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4.28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3 305 4609 0 0,'-3'-3'4080'0'0,"9"-4"-2505"0"0,7-2-1293 0 0,-2 2 83 0 0,0 0-1 0 0,0 1 0 0 0,1 0 1 0 0,0 1-1 0 0,0 0 0 0 0,0 1 1 0 0,1 1-1 0 0,23-4 0 0 0,8 1 22 0 0,52 1 0 0 0,-79 4-296 0 0,727-66 111 0 0,-452 34-82 0 0,-287 33-116 0 0,1238-112 4379 0 0,-649 103-3258 0 0,-476 7-422 0 0,12 1 109 0 0,-130 1-814 0 0,1 0-16 0 0,1 0 0 0 0,0 0 0 0 0,-1 0 0 0 0,1 0 0 0 0,-1 0 0 0 0,1 1 0 0 0,0-1 0 0 0,-1 1 0 0 0,1-1 0 0 0,-1 1 0 0 0,1-1 0 0 0,-1 1 0 0 0,1 0 0 0 0,-1-1 0 0 0,0 1 0 0 0,1 0 0 0 0,-1 0 0 0 0,0 0 0 0 0,2 2 0 0 0,-1 0-390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4.6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136 1 8754 0 0,'-3'1'397'0'0,"-1"1"0"0"0,1 0 0 0 0,0 0 1 0 0,0 1-1 0 0,1-1 0 0 0,-1 1 0 0 0,0-1 0 0 0,1 1 1 0 0,-1 0-1 0 0,1 0 0 0 0,0 0 0 0 0,0 0 0 0 0,0 0 1 0 0,0 0-1 0 0,1 1 0 0 0,-1-1 0 0 0,1 1 0 0 0,0-1 1 0 0,-1 7-1 0 0,-2 9 846 0 0,0 1 1 0 0,0 32-1 0 0,2-16-353 0 0,-32 167 718 0 0,20-138-1447 0 0,3 0-1 0 0,3 1 1 0 0,0 79 0 0 0,13-88-792 0 0,6-21-4462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5.23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187 0 6761 0 0,'-13'0'1140'0'0,"1"1"0"0"0,-1 1 0 0 0,1 0-1 0 0,0 0 1 0 0,0 1 0 0 0,-16 6 0 0 0,21-6-592 0 0,0 0 1 0 0,0 0 0 0 0,0 1 0 0 0,0 0-1 0 0,0 0 1 0 0,1 1 0 0 0,0 0 0 0 0,0 0-1 0 0,0 1 1 0 0,1-1 0 0 0,-7 9 0 0 0,12-14-534 0 0,0 1 0 0 0,-1 0 0 0 0,1-1-1 0 0,0 1 1 0 0,0 0 0 0 0,0 0 0 0 0,-1-1 0 0 0,1 1 0 0 0,0 0 0 0 0,0 0 0 0 0,0 0 0 0 0,0-1 0 0 0,0 1 0 0 0,1 0 0 0 0,-1 0 0 0 0,0-1 0 0 0,0 1 0 0 0,0 0 0 0 0,1 0 0 0 0,-1-1 0 0 0,0 1 0 0 0,1 0 0 0 0,-1-1 0 0 0,0 1 0 0 0,1 0 0 0 0,-1-1 0 0 0,1 1 0 0 0,-1-1 0 0 0,1 1 0 0 0,-1-1 0 0 0,1 1 0 0 0,0-1 0 0 0,-1 1 0 0 0,1-1 0 0 0,0 1 0 0 0,-1-1 0 0 0,1 0 0 0 0,0 1 0 0 0,0-1 0 0 0,-1 0 0 0 0,1 0 0 0 0,1 1 0 0 0,40 12-444 0 0,-36-11 434 0 0,-4-2 4 0 0,15 5-101 0 0,0 0 0 0 0,29 14-1 0 0,-43-18 54 0 0,0 1-1 0 0,0-1 0 0 0,0 1 1 0 0,0-1-1 0 0,-1 1 0 0 0,1 0 0 0 0,-1 0 1 0 0,1 0-1 0 0,-1 0 0 0 0,0 1 1 0 0,1-1-1 0 0,-1 1 0 0 0,-1-1 0 0 0,1 1 1 0 0,0 0-1 0 0,0 0 0 0 0,-1 0 1 0 0,0-1-1 0 0,0 2 0 0 0,0-1 0 0 0,0 0 1 0 0,0 0-1 0 0,0 4 0 0 0,-2-1 4 0 0,0 0-1 0 0,0 0 1 0 0,-1 0 0 0 0,0-1-1 0 0,0 1 1 0 0,-1 0-1 0 0,1-1 1 0 0,-1 1-1 0 0,-1-1 1 0 0,1 0-1 0 0,-1 0 1 0 0,1 0-1 0 0,-2 0 1 0 0,-7 7-1 0 0,7-8 6 0 0,1 0-1 0 0,0 1 0 0 0,0-1 0 0 0,0 1 0 0 0,0 0 1 0 0,1 0-1 0 0,0 0 0 0 0,0 1 0 0 0,0-1 0 0 0,1 1 0 0 0,0 0 1 0 0,0-1-1 0 0,0 1 0 0 0,-1 11 0 0 0,3-15 29 0 0,0-1 0 0 0,0 1 0 0 0,1-1 0 0 0,-1 1 0 0 0,0-1 0 0 0,1 1 0 0 0,-1-1 1 0 0,1 0-1 0 0,0 1 0 0 0,0-1 0 0 0,-1 1 0 0 0,1-1 0 0 0,0 0 0 0 0,0 0 0 0 0,0 0 0 0 0,0 1 0 0 0,0-1 0 0 0,0 0 0 0 0,1 0 0 0 0,-1 0 0 0 0,0-1 0 0 0,1 1 0 0 0,-1 0 0 0 0,0 0 0 0 0,1-1 0 0 0,-1 1 0 0 0,1-1 0 0 0,-1 1 1 0 0,1-1-1 0 0,-1 0 0 0 0,1 1 0 0 0,-1-1 0 0 0,1 0 0 0 0,-1 0 0 0 0,1 0 0 0 0,-1 0 0 0 0,3-1 0 0 0,9 1-36 0 0,0-1 0 0 0,0-1 0 0 0,18-4-1 0 0,-20 4 26 0 0,18-6-51 0 0,-23 6 45 0 0,1 0-1 0 0,-1 0 1 0 0,0 1 0 0 0,1-1-1 0 0,-1 1 1 0 0,0 1 0 0 0,1-1-1 0 0,-1 1 1 0 0,1 0 0 0 0,-1 1-1 0 0,9 1 1 0 0,-15-2 20 0 0,1 0 0 0 0,-1 0 0 0 0,0 1-1 0 0,1-1 1 0 0,-1 0 0 0 0,0 0 0 0 0,1 1 0 0 0,-1-1 0 0 0,0 0 0 0 0,1 0-1 0 0,-1 1 1 0 0,0-1 0 0 0,0 0 0 0 0,0 1 0 0 0,1-1 0 0 0,-1 0 0 0 0,0 1-1 0 0,0-1 1 0 0,0 0 0 0 0,0 1 0 0 0,0-1 0 0 0,1 1 0 0 0,-1-1 0 0 0,0 0-1 0 0,0 1 1 0 0,0-1 0 0 0,0 0 0 0 0,0 1 0 0 0,0-1 0 0 0,0 1 0 0 0,-1 0-1 0 0,-5 17-7 0 0,-14 11 10 0 0,19-29-2 0 0,-136 159 235 0 0,134-156-519 0 0,1 1 1 0 0,0-1-1 0 0,-1 1 1 0 0,2-1-1 0 0,-1 1 0 0 0,0 0 1 0 0,1 0-1 0 0,-2 5 1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5.63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6681 0 0,'9'2'11377'0'0,"-1"14"-8103"0"0,2 22-1556 0 0,1 51-796 0 0,-2 108-1 0 0,-4 28-1364 0 0,-2-153 338 0 0,-4-49-44 0 0,0 0-1 0 0,-8 39 1 0 0,4-37-157 0 0,-1 47 0 0 0,6-71 263 0 0,0-1-1 0 0,0 1 1 0 0,0-1 0 0 0,0 0-1 0 0,0 1 1 0 0,0-1 0 0 0,0 0-1 0 0,0 1 1 0 0,0-1 0 0 0,0 1-1 0 0,0-1 1 0 0,0 0 0 0 0,1 1 0 0 0,-1-1-1 0 0,0 0 1 0 0,0 1 0 0 0,0-1-1 0 0,1 0 1 0 0,-1 1 0 0 0,0-1-1 0 0,0 0 1 0 0,1 1 0 0 0,-1-1-1 0 0,0 0 1 0 0,1 0 0 0 0,-1 1-1 0 0,3-1-938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6.49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99 156 6449 0 0,'-1'0'224'0'0,"0"1"-1"0"0,1-1 0 0 0,-1 1 0 0 0,1 0 0 0 0,-1-1 0 0 0,1 1 1 0 0,-1 0-1 0 0,1-1 0 0 0,0 1 0 0 0,-1 0 0 0 0,1 0 1 0 0,0 0-1 0 0,-1-1 0 0 0,1 1 0 0 0,0 0 0 0 0,0 0 0 0 0,0 0 1 0 0,0-1-1 0 0,0 1 0 0 0,0 0 0 0 0,0 0 0 0 0,0 0 1 0 0,0 0-1 0 0,0-1 0 0 0,0 1 0 0 0,1 0 0 0 0,-1 1 0 0 0,1 0 74 0 0,1 0 0 0 0,-1 0-1 0 0,0 0 1 0 0,1 0 0 0 0,-1 0-1 0 0,1-1 1 0 0,0 1 0 0 0,-1-1-1 0 0,1 1 1 0 0,2 1 0 0 0,1 0 165 0 0,0 0 0 0 0,0 0 0 0 0,0-1 0 0 0,1 1 0 0 0,-1-1 1 0 0,0 0-1 0 0,11 2 0 0 0,-15-4-431 0 0,1 0-1 0 0,-1 0 1 0 0,0 1-1 0 0,1-1 1 0 0,-1 0 0 0 0,1 0-1 0 0,-1 0 1 0 0,1 0 0 0 0,-1 0-1 0 0,0-1 1 0 0,1 1-1 0 0,-1 0 1 0 0,0-1 0 0 0,1 1-1 0 0,-1-1 1 0 0,0 1 0 0 0,1-1-1 0 0,-1 0 1 0 0,0 1 0 0 0,0-1-1 0 0,0 0 1 0 0,0 0-1 0 0,0 0 1 0 0,0 0 0 0 0,0 0-1 0 0,0 0 1 0 0,0 0 0 0 0,0 0-1 0 0,0-1 1 0 0,-1 1 0 0 0,1 0-1 0 0,0 0 1 0 0,-1-1-1 0 0,1 1 1 0 0,-1 0 0 0 0,1-1-1 0 0,-1 1 1 0 0,0 0 0 0 0,0-1-1 0 0,0 1 1 0 0,0-1 0 0 0,0 1-1 0 0,0-2 1 0 0,0-1-57 0 0,-1-1 1 0 0,0 1 0 0 0,0 0-1 0 0,0-1 1 0 0,0 1-1 0 0,-1 0 1 0 0,1 0 0 0 0,-1 0-1 0 0,0 0 1 0 0,-1 0-1 0 0,1 1 1 0 0,-6-7-1 0 0,0 2-63 0 0,0-1-1 0 0,-1 2 0 0 0,-1-1 1 0 0,1 2-1 0 0,-16-10 0 0 0,21 14 68 0 0,1 0 0 0 0,0 0 0 0 0,-1 1 0 0 0,1 0 0 0 0,-1-1 0 0 0,0 1 0 0 0,1 0 0 0 0,-1 0-1 0 0,0 1 1 0 0,0-1 0 0 0,0 1 0 0 0,1 0 0 0 0,-1 0 0 0 0,0 0 0 0 0,0 1 0 0 0,0-1 0 0 0,1 1 0 0 0,-1 0-1 0 0,0 0 1 0 0,1 0 0 0 0,-5 2 0 0 0,6-2 21 0 0,0 0-1 0 0,1 0 1 0 0,-1 1 0 0 0,0-1-1 0 0,1 1 1 0 0,-1-1 0 0 0,1 1-1 0 0,-1-1 1 0 0,1 1-1 0 0,0 0 1 0 0,-1 0 0 0 0,1-1-1 0 0,0 1 1 0 0,0 0 0 0 0,1 0-1 0 0,-1 0 1 0 0,0 0 0 0 0,1 1-1 0 0,-1-1 1 0 0,1 0-1 0 0,-1 0 1 0 0,1 0 0 0 0,0 0-1 0 0,0 0 1 0 0,0 1 0 0 0,0-1-1 0 0,1 0 1 0 0,-1 0-1 0 0,0 0 1 0 0,1 0 0 0 0,-1 0-1 0 0,1 0 1 0 0,0 0 0 0 0,1 2-1 0 0,0 0 0 0 0,-1 0-1 0 0,1-1 1 0 0,1 0-1 0 0,-1 1 1 0 0,0-1-1 0 0,1 0 1 0 0,-1 0-1 0 0,1 0 0 0 0,0-1 1 0 0,0 1-1 0 0,0-1 1 0 0,0 1-1 0 0,1-1 1 0 0,-1 0-1 0 0,1 0 1 0 0,-1 0-1 0 0,1-1 1 0 0,3 2-1 0 0,0-2 133 0 0,0 0 1 0 0,-1 0-1 0 0,1 0 0 0 0,0-1 0 0 0,0 0 1 0 0,0 0-1 0 0,-1-1 0 0 0,8-1 0 0 0,-12 2-100 0 0,-1 0-1 0 0,1-1 0 0 0,-1 1 0 0 0,0 0 0 0 0,1-1 0 0 0,-1 0 0 0 0,1 1 0 0 0,-1-1 1 0 0,0 0-1 0 0,0 1 0 0 0,1-1 0 0 0,-1 0 0 0 0,0 0 0 0 0,0 0 0 0 0,0 0 0 0 0,0 0 1 0 0,0-1-1 0 0,0 1 0 0 0,0 0 0 0 0,-1 0 0 0 0,1 0 0 0 0,0-1 0 0 0,-1 1 0 0 0,1-1 0 0 0,-1 1 1 0 0,1 0-1 0 0,-1-1 0 0 0,0 1 0 0 0,1-1 0 0 0,-1 1 0 0 0,0-1 0 0 0,0 1 0 0 0,0-1 1 0 0,0 1-1 0 0,0-1 0 0 0,0 1 0 0 0,-1 0 0 0 0,1-1 0 0 0,0 1 0 0 0,-1-1 0 0 0,1 1 1 0 0,-2-2-1 0 0,-2-10 88 0 0,-2 1 1 0 0,1 0-1 0 0,-1 0 1 0 0,-15-21-1 0 0,17 28-114 0 0,0 0 0 0 0,0 0-1 0 0,0 1 1 0 0,-1-1-1 0 0,1 1 1 0 0,-1 0 0 0 0,0 0-1 0 0,0 0 1 0 0,0 1-1 0 0,-1 0 1 0 0,1 0 0 0 0,-10-4-1 0 0,-1 8-863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7.14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 22 6913 0 0,'0'0'1'0'0,"-23"24"1276"0"0,22-24-1228 0 0,1 1 1 0 0,0-1-1 0 0,0 0 1 0 0,0 1-1 0 0,0-1 1 0 0,0 0-1 0 0,0 1 0 0 0,0-1 1 0 0,-1 0-1 0 0,1 1 1 0 0,0-1-1 0 0,0 0 1 0 0,0 1-1 0 0,0-1 1 0 0,0 0-1 0 0,0 1 1 0 0,0-1-1 0 0,1 0 0 0 0,-1 1 1 0 0,0-1-1 0 0,0 0 1 0 0,0 0-1 0 0,0 1 1 0 0,0-1-1 0 0,0 0 1 0 0,1 1-1 0 0,-1-1 0 0 0,0 0 1 0 0,0 0-1 0 0,1 1 1 0 0,18 4 2109 0 0,8-4-278 0 0,0-2 0 0 0,31-5 0 0 0,-29 3-1050 0 0,51 0 0 0 0,28 9-398 0 0,338 4 1080 0 0,-314-17-893 0 0,2-2-18 0 0,237 15-1 0 0,-285-2-364 0 0,0-4 0 0 0,168-21 0 0 0,-147 9-37 0 0,-47 10-51 0 0,-42 2-382 0 0,-1 0 0 0 0,0-1 0 0 0,25-6 0 0 0,-1-9-5906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7.53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61 155 656 0 0,'-21'-10'2540'0'0,"18"7"-1342"0"0,2 3-798 0 0,1-1-1 0 0,-1 0 1 0 0,-1 0-1 0 0,1 1 1 0 0,0-1-1 0 0,0 0 1 0 0,0 1-1 0 0,0-1 1 0 0,0 1-1 0 0,0 0 1 0 0,-1-1-1 0 0,1 1 1 0 0,0 0 0 0 0,0 0-1 0 0,-1 0 1 0 0,1 0-1 0 0,0 0 1 0 0,0 0-1 0 0,-1 0 1 0 0,1 0-1 0 0,0 0 1 0 0,0 0-1 0 0,-1 1 1 0 0,1-1-1 0 0,-2 2 1 0 0,2-2-294 0 0,1 1 0 0 0,-1-1 0 0 0,1 1-1 0 0,0 0 1 0 0,-1-1 0 0 0,1 1 0 0 0,0 0 0 0 0,0-1 0 0 0,0 1 0 0 0,-1 0 0 0 0,1-1 0 0 0,0 1 0 0 0,0 0-1 0 0,0 0 1 0 0,0-1 0 0 0,0 1 0 0 0,0 0 0 0 0,0-1 0 0 0,0 1 0 0 0,0 0 0 0 0,1 0 0 0 0,-1-1 0 0 0,0 1 0 0 0,0 0-1 0 0,1-1 1 0 0,-1 1 0 0 0,0 0 0 0 0,1-1 0 0 0,-1 1 0 0 0,0-1 0 0 0,1 1 0 0 0,-1-1 0 0 0,1 1 0 0 0,-1-1-1 0 0,1 1 1 0 0,0-1 0 0 0,-1 1 0 0 0,1-1 0 0 0,-1 1 0 0 0,1-1 0 0 0,0 0 0 0 0,-1 0 0 0 0,1 1 0 0 0,0-1 0 0 0,-1 0-1 0 0,2 1 1 0 0,1 0 97 0 0,0 1-1 0 0,1-1 0 0 0,-1 1 1 0 0,0-1-1 0 0,1 0 1 0 0,-1 0-1 0 0,0-1 0 0 0,6 1 1 0 0,-6-1-163 0 0,0 0 1 0 0,0 0 0 0 0,0-1 0 0 0,0 1 0 0 0,0-1-1 0 0,-1 0 1 0 0,1 0 0 0 0,0 0 0 0 0,0 0 0 0 0,0 0-1 0 0,-1-1 1 0 0,1 1 0 0 0,-1-1 0 0 0,1 0 0 0 0,-1 1-1 0 0,0-1 1 0 0,1-1 0 0 0,-1 1 0 0 0,0 0-1 0 0,0 0 1 0 0,-1-1 0 0 0,3-2 0 0 0,-3 1-37 0 0,1 1-1 0 0,-1-1 1 0 0,-1 0 0 0 0,1 1-1 0 0,0-1 1 0 0,-1 1 0 0 0,0-1-1 0 0,0 0 1 0 0,0 0 0 0 0,0 1-1 0 0,0-1 1 0 0,-1 0 0 0 0,0 1-1 0 0,1-1 1 0 0,-1 1 0 0 0,-1-1-1 0 0,1 1 1 0 0,-2-4 0 0 0,2 6-2 0 0,-21-42 69 0 0,21 41-69 0 0,0 1 0 0 0,0-1 0 0 0,0 1 0 0 0,0-1 0 0 0,0 1 0 0 0,0-1 0 0 0,-1 1 0 0 0,1 0 0 0 0,0 0 0 0 0,-1-1 0 0 0,1 1 0 0 0,-1 0 0 0 0,1 0 0 0 0,-1 1-1 0 0,0-1 1 0 0,1 0 0 0 0,-1 0 0 0 0,0 1 0 0 0,0-1 0 0 0,1 1 0 0 0,-1 0 0 0 0,0-1 0 0 0,-2 1 0 0 0,3 1-14 0 0,0-1 0 0 0,0 1-1 0 0,0-1 1 0 0,0 1 0 0 0,1 0 0 0 0,-1 0 0 0 0,0-1-1 0 0,1 1 1 0 0,-1 0 0 0 0,0 0 0 0 0,1 0 0 0 0,-1 0 0 0 0,1 0-1 0 0,-1 0 1 0 0,1 0 0 0 0,0 0 0 0 0,-1 0 0 0 0,1 0 0 0 0,0 0-1 0 0,0 0 1 0 0,-1 0 0 0 0,1 0 0 0 0,0 2 0 0 0,-1 5-296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8.31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25 456 0 0,'2'-24'17032'0'0,"5"40"-15900"0"0,5 32-132 0 0,-2 1 0 0 0,-3 0 0 0 0,3 81 0 0 0,-15 152-1058 0 0,0-166 152 0 0,6 147 172 0 0,-1-253-425 0 0,0 4-1004 0 0,2-4-3157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8.92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214 56 3225 0 0,'2'-2'491'0'0,"-1"0"0"0"0,1-1 1 0 0,-1 1-1 0 0,0-1 0 0 0,0 1 0 0 0,0-1 1 0 0,0 0-1 0 0,0 1 0 0 0,0-1 0 0 0,-1 0 1 0 0,1 0-1 0 0,-1 0 0 0 0,0 1 0 0 0,0-1 1 0 0,-1-6-1 0 0,1 9-376 0 0,-1-1 0 0 0,0 0 0 0 0,0 1 0 0 0,1-1 1 0 0,-1 0-1 0 0,0 1 0 0 0,0-1 0 0 0,0 1 0 0 0,0-1 0 0 0,0 1 0 0 0,0 0 0 0 0,0-1 0 0 0,0 1 0 0 0,0 0 0 0 0,0 0 1 0 0,0-1-1 0 0,0 1 0 0 0,0 0 0 0 0,0 0 0 0 0,0 0 0 0 0,0 0 0 0 0,0 1 0 0 0,0-1 0 0 0,0 0 0 0 0,-2 1 0 0 0,-30 8 1907 0 0,27-7-1659 0 0,-8 2-22 0 0,1 0 0 0 0,0 1-1 0 0,0 1 1 0 0,0 1 0 0 0,1 0 0 0 0,-22 15-1 0 0,30-18-249 0 0,0-1-1 0 0,0 0 0 0 0,0 1 1 0 0,1 0-1 0 0,-1 0 0 0 0,1 0 1 0 0,0 0-1 0 0,1 0 0 0 0,-1 1 0 0 0,1-1 1 0 0,-1 1-1 0 0,1 0 0 0 0,1 0 1 0 0,-1-1-1 0 0,1 1 0 0 0,0 0 1 0 0,0 0-1 0 0,0 1 0 0 0,1-1 1 0 0,-1 0-1 0 0,1 0 0 0 0,2 8 0 0 0,-2-9-91 0 0,2-1 0 0 0,-1 0-1 0 0,0 1 1 0 0,1-1-1 0 0,0 0 1 0 0,-1 0-1 0 0,1 0 1 0 0,0 0-1 0 0,1 0 1 0 0,-1 0 0 0 0,0-1-1 0 0,1 1 1 0 0,0-1-1 0 0,-1 1 1 0 0,1-1-1 0 0,0 0 1 0 0,0 0-1 0 0,1-1 1 0 0,-1 1 0 0 0,0-1-1 0 0,0 1 1 0 0,1-1-1 0 0,4 1 1 0 0,10 4-12 0 0,1-2 1 0 0,36 5 0 0 0,-51-8 11 0 0,49 1 1 0 0,-63 7-29 0 0,4-1-146 0 0,0 0 0 0 0,0 0 0 0 0,1 1 0 0 0,0 0 0 0 0,1 0 1 0 0,-1 0-1 0 0,2 0 0 0 0,-1 1 0 0 0,2-1 0 0 0,-1 1 0 0 0,-1 11 0 0 0,4-20 174 0 0,0 0-1 0 0,1 0 1 0 0,-1 0 0 0 0,0 0-1 0 0,0-1 1 0 0,0 1 0 0 0,0 0-1 0 0,1 0 1 0 0,-1 0 0 0 0,0-1-1 0 0,1 1 1 0 0,-1 0 0 0 0,1 0-1 0 0,-1-1 1 0 0,1 1 0 0 0,-1 0-1 0 0,1-1 1 0 0,-1 1 0 0 0,1 0-1 0 0,-1-1 1 0 0,1 1 0 0 0,0-1-1 0 0,0 1 1 0 0,-1-1 0 0 0,1 0-1 0 0,1 2 1 0 0,1-2-4 0 0,0 1-1 0 0,0 0 1 0 0,0 0 0 0 0,0-1-1 0 0,0 0 1 0 0,0 0 0 0 0,0 0-1 0 0,3 0 1 0 0,6-1-10 0 0,-1-1 0 0 0,1 0 0 0 0,11-4 0 0 0,-11 2 126 0 0,-8 2-31 0 0,0 0-1 0 0,-1 1 1 0 0,1-1-1 0 0,0 1 1 0 0,0 0-1 0 0,0 0 0 0 0,0 1 1 0 0,0-1-1 0 0,0 1 1 0 0,0 0-1 0 0,0 0 1 0 0,6 1-1 0 0,-9-1-70 0 0,-1 1 0 0 0,1 0-1 0 0,-1-1 1 0 0,1 1 0 0 0,-1-1-1 0 0,0 1 1 0 0,1 0 0 0 0,-1-1-1 0 0,0 1 1 0 0,0 0 0 0 0,1-1 0 0 0,-1 1-1 0 0,0 0 1 0 0,0 0 0 0 0,0-1-1 0 0,0 1 1 0 0,0 0 0 0 0,0-1-1 0 0,0 1 1 0 0,0 0 0 0 0,0 0-1 0 0,0-1 1 0 0,-1 1 0 0 0,1 0-1 0 0,0-1 1 0 0,0 1 0 0 0,-1 0 0 0 0,1-1-1 0 0,0 1 1 0 0,-1 0 0 0 0,0 0-1 0 0,-15 27 102 0 0,13-23-186 0 0,-4 7-1252 0 0,0 1-1 0 0,1 0 0 0 0,0 0 0 0 0,1 0 1 0 0,-7 28-1 0 0,10-29-3221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9.31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 0 3225 0 0,'-4'11'10186'0'0,"-4"19"-6752"0"0,-6 48 1 0 0,1 99-1289 0 0,8-99-1703 0 0,-4 39-96 0 0,6 0-1 0 0,18 188 1 0 0,-11-275-351 0 0,2 14-65 0 0,0 48-1 0 0,-7-80-317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9.99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3578 51 4145 0 0,'-6'4'559'0'0,"0"0"0"0"0,0 0 1 0 0,0-1-1 0 0,-1 1 0 0 0,1-1 1 0 0,-1-1-1 0 0,1 0 0 0 0,-1 1 0 0 0,0-2 1 0 0,-9 2-1 0 0,-31 11 1437 0 0,36-9-1515 0 0,1 0 0 0 0,0-1 0 0 0,-1 0 0 0 0,0-1 0 0 0,0 0 0 0 0,0-1 0 0 0,0 0 0 0 0,-1-1-1 0 0,1 0 1 0 0,0-1 0 0 0,-1 0 0 0 0,1 0 0 0 0,0-1 0 0 0,-15-4 0 0 0,-20-3-598 0 0,0 2 0 0 0,0 3 0 0 0,0 1 0 0 0,-54 5 1 0 0,-91-5-235 0 0,17-24 588 0 0,109 14-23 0 0,-88-4-1 0 0,-223-11 435 0 0,331 23-866 0 0,-59-1-170 0 0,-148 13 0 0 0,-7 1-26 0 0,-119-34 1700 0 0,353 22-1244 0 0,-44 0 526 0 0,-96 8-1 0 0,-18 0-141 0 0,129-5-86 0 0,1 2 0 0 0,-101 17 0 0 0,126-12-281 0 0,0 1 1 0 0,1 2-1 0 0,-39 19 0 0 0,-32 11-12 0 0,97-40-63 0 0,1 0 1 0 0,-1 0-1 0 0,0 0 0 0 0,0 0 1 0 0,0 1-1 0 0,0-2 0 0 0,1 1 1 0 0,-1 0-1 0 0,0 0 0 0 0,0 0 1 0 0,0 0-1 0 0,0 0 1 0 0,1-1-1 0 0,-1 1 0 0 0,0 0 1 0 0,0-1-1 0 0,1 1 0 0 0,-2-2 1 0 0,1 2-32 0 0,1 0 1 0 0,-1 0 0 0 0,1-1-1 0 0,0 1 1 0 0,-1 0 0 0 0,1 0 0 0 0,-1-1-1 0 0,1 1 1 0 0,-1 0 0 0 0,1 0-1 0 0,0 0 1 0 0,-1 0 0 0 0,1 0 0 0 0,-1 0-1 0 0,1 0 1 0 0,-1 0 0 0 0,1 0-1 0 0,-1 0 1 0 0,1 0 0 0 0,-1 0-1 0 0,1 0 1 0 0,-1 0 0 0 0,0 0 0 0 0,-5-1-492 0 0,5 0 527 0 0,-4-3-9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0.49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66 0 1376 0 0,'-1'22'3000'0'0,"-8"39"-1"0"0,0 17-148 0 0,8 164 3004 0 0,8 0-3896 0 0,-4 299-714 0 0,-7-494-409 0 0,-3 0 0 0 0,-15 59-1 0 0,13-69-612 0 0,9-34-218 0 0,-4 9 14 0 0,1 1 0 0 0,1-1 0 0 0,0 1 1 0 0,1-1-1 0 0,0 1 0 0 0,1 0 0 0 0,2 23 0 0 0,0-32-1502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2.99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90 148 920 0 0,'-4'3'311'0'0,"-1"1"1"0"0,1 0-1 0 0,0-1 0 0 0,1 1 1 0 0,-6 7-1 0 0,-4 4 319 0 0,-2-2-2 0 0,11-9-212 0 0,-1 0 1 0 0,0 0 0 0 0,1 0-1 0 0,0 1 1 0 0,-7 9-1 0 0,50-24 8458 0 0,-30 9-8296 0 0,138-27 2655 0 0,159-26-1314 0 0,-75 19-1028 0 0,162-17-266 0 0,-174 45-503 0 0,-67 4-27 0 0,-25-3 205 0 0,153-29 0 0 0,-263 32-295 0 0,-1 0-1 0 0,1 2 0 0 0,-1 0 0 0 0,1 0 0 0 0,0 2 0 0 0,-1 0 0 0 0,1 1 1 0 0,0 0-1 0 0,-1 2 0 0 0,0 0 0 0 0,0 1 0 0 0,0 0 0 0 0,-1 1 0 0 0,1 1 1 0 0,-1 0-1 0 0,-1 2 0 0 0,16 10 0 0 0,-19-13-2713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3.61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23 47 3225 0 0,'-1'1'410'0'0,"-1"1"0"0"0,1-1 0 0 0,0 1 0 0 0,-1-1 0 0 0,1 1 1 0 0,0 0-1 0 0,0-1 0 0 0,0 1 0 0 0,0 0 0 0 0,0 0 0 0 0,0 0 1 0 0,1 0-1 0 0,-1-1 0 0 0,1 1 0 0 0,-1 0 0 0 0,1 0 0 0 0,0 0 1 0 0,0 0-1 0 0,-1 1 0 0 0,1-1 0 0 0,1 0 0 0 0,-1 0 0 0 0,0 0 1 0 0,1 0-1 0 0,-1 0 0 0 0,1 0 0 0 0,0 3 0 0 0,3 2 257 0 0,0-1 0 0 0,0 1 0 0 0,1 0 0 0 0,0-1 0 0 0,10 10 0 0 0,7 11 1522 0 0,-35-90-2381 0 0,8 49 36 0 0,-1 0-1 0 0,0 1 0 0 0,-1-1 0 0 0,-17-23 0 0 0,24 37 148 0 0,0 0 0 0 0,0 0 0 0 0,0 0-1 0 0,0-1 1 0 0,0 1 0 0 0,0 0 0 0 0,0 0-1 0 0,0 0 1 0 0,0 0 0 0 0,0 0 0 0 0,0 0 0 0 0,-1 0-1 0 0,1-1 1 0 0,0 1 0 0 0,0 0 0 0 0,0 0 0 0 0,0 0-1 0 0,0 0 1 0 0,0 0 0 0 0,0 0 0 0 0,-1 0-1 0 0,1 0 1 0 0,0 0 0 0 0,0 0 0 0 0,0 0 0 0 0,0 0-1 0 0,0 0 1 0 0,0 0 0 0 0,-1 0 0 0 0,1 0-1 0 0,0 0 1 0 0,0 0 0 0 0,0 0 0 0 0,0 0 0 0 0,0 0-1 0 0,-1 0 1 0 0,1 0 0 0 0,0 0 0 0 0,0 0-1 0 0,0 0 1 0 0,0 0 0 0 0,0 0 0 0 0,0 0 0 0 0,-1 0-1 0 0,1 0 1 0 0,0 0 0 0 0,0 0 0 0 0,0 0-1 0 0,0 1 1 0 0,0-1 0 0 0,0 0 0 0 0,0 0 0 0 0,0 0-1 0 0,0 0 1 0 0,0 0 0 0 0,-1 0 0 0 0,1 0-1 0 0,0 1 1 0 0,0-1 0 0 0,0 0 0 0 0,0 0 0 0 0,-1 15-372 0 0,3 17-339 0 0,0-20 478 0 0,0-1 1 0 0,1 0 0 0 0,1 0-1 0 0,5 12 1 0 0,-9-20 269 0 0,1-1 0 0 0,0 0 0 0 0,0 0 0 0 0,0 0 1 0 0,0 0-1 0 0,0 0 0 0 0,1 0 0 0 0,-1 0 0 0 0,0-1 0 0 0,1 1 1 0 0,-1 0-1 0 0,1-1 0 0 0,0 1 0 0 0,0-1 0 0 0,-1 0 0 0 0,1 1 0 0 0,0-1 1 0 0,0 0-1 0 0,0 0 0 0 0,0 0 0 0 0,1 0 0 0 0,-1-1 0 0 0,0 1 0 0 0,0-1 1 0 0,0 1-1 0 0,1-1 0 0 0,-1 0 0 0 0,4 1 0 0 0,-4-2 82 0 0,0 0-1 0 0,-1 0 1 0 0,1 0-1 0 0,-1 0 1 0 0,1 0-1 0 0,-1 0 1 0 0,1 0-1 0 0,-1-1 1 0 0,0 1-1 0 0,0 0 1 0 0,1-1-1 0 0,-1 1 1 0 0,0-1-1 0 0,0 0 1 0 0,0 1-1 0 0,-1-1 1 0 0,1 0-1 0 0,0 1 1 0 0,-1-1-1 0 0,1 0 1 0 0,-1 0-1 0 0,1 1 1 0 0,-1-1-1 0 0,0 0 1 0 0,0 0-1 0 0,0-3 1 0 0,1-3 43 0 0,-1 1 0 0 0,0-1-1 0 0,0 0 1 0 0,-1 0 0 0 0,-2-9 0 0 0,1 11-127 0 0,0 0 0 0 0,-1 0-1 0 0,1 0 1 0 0,-2 0 0 0 0,1 1 0 0 0,0-1-1 0 0,-6-5 1 0 0,8 9-26 0 0,0 1-1 0 0,-1-1 1 0 0,1 0 0 0 0,-1 0-1 0 0,0 1 1 0 0,1-1 0 0 0,-1 0-1 0 0,0 1 1 0 0,0 0-1 0 0,0-1 1 0 0,0 1 0 0 0,0 0-1 0 0,0 0 1 0 0,0 0 0 0 0,0 1-1 0 0,-1-1 1 0 0,1 0 0 0 0,0 1-1 0 0,-1-1 1 0 0,1 1-1 0 0,0 0 1 0 0,-5 0 0 0 0,6 1-7 0 0,0-1 1 0 0,0 1-1 0 0,0 0 1 0 0,0 0-1 0 0,0 0 0 0 0,0 0 1 0 0,0-1-1 0 0,0 1 1 0 0,1 1-1 0 0,-1-1 1 0 0,0 0-1 0 0,1 0 1 0 0,-1 0-1 0 0,1 0 1 0 0,-1 0-1 0 0,1 0 1 0 0,-1 1-1 0 0,1-1 0 0 0,0 0 1 0 0,0 0-1 0 0,-1 1 1 0 0,1-1-1 0 0,0 0 1 0 0,0 1-1 0 0,0-1 1 0 0,1 0-1 0 0,-1 0 1 0 0,0 1-1 0 0,0-1 1 0 0,1 0-1 0 0,0 2 1 0 0,11 40-377 0 0,-11-41 415 0 0,0 0-1 0 0,1 0 1 0 0,-1 1 0 0 0,1-1 0 0 0,0 0 0 0 0,0 0 0 0 0,0-1 0 0 0,0 1 0 0 0,0 0 0 0 0,0-1 0 0 0,0 1 0 0 0,3 0 0 0 0,-4-1-95 0 0,-1-1 1 0 0,1 0-1 0 0,0 1 1 0 0,-1-1-1 0 0,1 0 1 0 0,0 1-1 0 0,-1-1 1 0 0,1 0-1 0 0,0 0 1 0 0,0 0-1 0 0,-1 0 1 0 0,1 0-1 0 0,0 0 1 0 0,0 0-1 0 0,-1 0 0 0 0,1 0 1 0 0,0 0-1 0 0,0 0 1 0 0,-1-1-1 0 0,1 1 1 0 0,0 0-1 0 0,-1 0 1 0 0,2-1-1 0 0,4-13-4875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4.71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30 1 10594 0 0,'-24'528'10442'0'0,"22"-506"-10463"0"0,1-11-22 0 0,-1-1-1 0 0,2 1 0 0 0,-1-1 1 0 0,1 1-1 0 0,1-1 1 0 0,0 1-1 0 0,1 0 0 0 0,0-1 1 0 0,6 19-1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0 110 8290 0 0,'6'-11'917'0'0,"0"-1"0"0"0,0 1 1 0 0,1 1-1 0 0,0-1 1 0 0,1 1-1 0 0,13-13 0 0 0,-19 21-715 0 0,0 0 1 0 0,1 0-1 0 0,-1 0 0 0 0,1 0 0 0 0,0 1 0 0 0,-1-1 1 0 0,1 1-1 0 0,0-1 0 0 0,0 1 0 0 0,0 0 0 0 0,0 0 1 0 0,0 0-1 0 0,0 1 0 0 0,1-1 0 0 0,-1 1 0 0 0,0 0 0 0 0,0 0 1 0 0,0 0-1 0 0,0 0 0 0 0,1 0 0 0 0,-1 1 0 0 0,0-1 1 0 0,0 1-1 0 0,0 0 0 0 0,0 0 0 0 0,0 0 0 0 0,0 0 1 0 0,0 1-1 0 0,0-1 0 0 0,4 4 0 0 0,10 7-101 0 0,0 1 0 0 0,-1 0 0 0 0,-1 2 0 0 0,0-1 0 0 0,-1 2 0 0 0,-1 0 0 0 0,20 31 0 0 0,66 137 886 0 0,-49-82-772 0 0,-49-101-215 0 0,26 40 33 0 0,-26-39-117 0 0,0-1 0 0 0,0 0 0 0 0,0 0 1 0 0,0 1-1 0 0,1-1 0 0 0,-1 0 0 0 0,0 0 0 0 0,1 0 1 0 0,-1-1-1 0 0,0 1 0 0 0,1 0 0 0 0,-1-1 0 0 0,1 1 1 0 0,0 0-1 0 0,-1-1 0 0 0,1 0 0 0 0,-1 1 0 0 0,1-1 1 0 0,0 0-1 0 0,-1 0 0 0 0,1 0 0 0 0,0 0 0 0 0,-1 0 1 0 0,1 0-1 0 0,-1 0 0 0 0,4-1 0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5.20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0 136 3225 0 0,'19'-18'3118'0'0,"1"1"-1013"0"0,65-45 3986 0 0,-76 56-5887 0 0,0 1 0 0 0,1 0 0 0 0,-1 1-1 0 0,1 0 1 0 0,0 0 0 0 0,0 1 0 0 0,19-4 0 0 0,-26 7-551 0 0,0 0 0 0 0,0 0-1 0 0,0 0 1 0 0,0 0 0 0 0,0 0-1 0 0,0 1 1 0 0,0-1 0 0 0,0 1 0 0 0,0 0-1 0 0,0-1 1 0 0,0 1 0 0 0,0 1 0 0 0,-1-1-1 0 0,1 0 1 0 0,0 1 0 0 0,-1 0-1 0 0,1-1 1 0 0,-1 1 0 0 0,3 3 0 0 0,4 9-2117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5.81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32 26 9674 0 0,'-31'-26'11178'0'0,"39"47"-9463"0"0,10 24-1560 0 0,-2 2-1 0 0,-2 0 0 0 0,-2 0 1 0 0,-3 1-1 0 0,5 54 0 0 0,-12-85-681 0 0,-1 0 0 0 0,-1 0 0 0 0,-3 27 0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6.23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0 232 3225 0 0,'5'-20'1113'0'0,"0"0"1"0"0,2 1-1 0 0,16-36 1 0 0,-17 43-172 0 0,0 1 1 0 0,0 0-1 0 0,2 0 0 0 0,-1 1 1 0 0,1 0-1 0 0,1 0 1 0 0,13-12-1 0 0,-19 20-702 0 0,-1 0 1 0 0,1 0-1 0 0,0 0 1 0 0,-1 0-1 0 0,1 0 1 0 0,0 1-1 0 0,0-1 0 0 0,0 1 1 0 0,0 0-1 0 0,1 0 1 0 0,-1 0-1 0 0,0 1 1 0 0,0-1-1 0 0,1 1 1 0 0,-1-1-1 0 0,0 1 0 0 0,1 0 1 0 0,-1 1-1 0 0,0-1 1 0 0,6 1-1 0 0,-6 1-161 0 0,-1-1 0 0 0,1 0 0 0 0,0 1 0 0 0,-1-1 0 0 0,1 1 0 0 0,-1 0-1 0 0,0-1 1 0 0,0 1 0 0 0,0 0 0 0 0,1 1 0 0 0,-2-1 0 0 0,1 0 0 0 0,0 1 0 0 0,0-1 0 0 0,-1 1 0 0 0,1-1-1 0 0,-1 1 1 0 0,0 0 0 0 0,0-1 0 0 0,0 1 0 0 0,0 0 0 0 0,-1 0 0 0 0,2 4 0 0 0,1 16-29 0 0,-1 0 0 0 0,-1 1-1 0 0,-3 31 1 0 0,2 32 43 0 0,0-86-94 0 0,0-1-1 0 0,-1 1 1 0 0,1 0 0 0 0,0-1 0 0 0,0 1-1 0 0,0-1 1 0 0,0 1 0 0 0,0-1 0 0 0,0 1 0 0 0,0 0-1 0 0,1-1 1 0 0,-1 1 0 0 0,0-1 0 0 0,0 1 0 0 0,0-1-1 0 0,0 1 1 0 0,1-1 0 0 0,-1 1 0 0 0,0-1-1 0 0,1 1 1 0 0,-1-1 0 0 0,0 1 0 0 0,1-1 0 0 0,-1 0-1 0 0,0 1 1 0 0,1-1 0 0 0,-1 1 0 0 0,1-1 0 0 0,-1 0-1 0 0,1 0 1 0 0,-1 1 0 0 0,1-1 0 0 0,-1 0-1 0 0,1 0 1 0 0,-1 1 0 0 0,1-1 0 0 0,-1 0 0 0 0,1 0-1 0 0,0 0 1 0 0,-1 0 0 0 0,1 0 0 0 0,-1 0-1 0 0,1 0 1 0 0,-1 0 0 0 0,1 0 0 0 0,-1 0 0 0 0,1 0-1 0 0,0 0 1 0 0,-1 0 0 0 0,1-1 0 0 0,-1 1 0 0 0,1 0-1 0 0,-1 0 1 0 0,1-1 0 0 0,-1 1 0 0 0,1 0-1 0 0,-1-1 1 0 0,1 1 0 0 0,-1 0 0 0 0,0-1 0 0 0,1 1-1 0 0,0-1 1 0 0,35-34-146 0 0,-23 21 84 0 0,-6 9 41 0 0,-1 0 0 0 0,1 0 0 0 0,0 1 0 0 0,0 0 0 0 0,0 0 0 0 0,0 1 0 0 0,10-3 0 0 0,-13 4 15 0 0,0 1 0 0 0,1 0 0 0 0,-1 0 0 0 0,0 1 0 0 0,0-1 0 0 0,0 1 0 0 0,1 0 0 0 0,-1 0-1 0 0,0 0 1 0 0,0 1 0 0 0,1-1 0 0 0,-1 1 0 0 0,0 0 0 0 0,0 1 0 0 0,6 1 0 0 0,-9-2 10 0 0,1 0 0 0 0,-1 1 0 0 0,1-1 1 0 0,-1 0-1 0 0,0 1 0 0 0,0-1 1 0 0,1 0-1 0 0,-1 1 0 0 0,0 0 0 0 0,0-1 1 0 0,-1 1-1 0 0,1 0 0 0 0,0-1 0 0 0,0 1 1 0 0,-1 0-1 0 0,1 0 0 0 0,-1 0 0 0 0,1-1 1 0 0,-1 1-1 0 0,0 0 0 0 0,0 0 1 0 0,0 0-1 0 0,0 0 0 0 0,0 0 0 0 0,0 0 1 0 0,-2 3-1 0 0,0 7 45 0 0,0 0 0 0 0,-9 23 1 0 0,7-25-26 0 0,-8 24 67 0 0,-2 0 1 0 0,-27 47 0 0 0,5-21-6259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7.55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0 12931 0 0,'-6'1'2719'0'0,"6"-1"-2657"0"0,0 0 0 0 0,0 0 0 0 0,0 1 0 0 0,0-1-1 0 0,0 0 1 0 0,0 0 0 0 0,0 0 0 0 0,0 0 0 0 0,0 1-1 0 0,0-1 1 0 0,0 0 0 0 0,0 0 0 0 0,0 0 0 0 0,0 1 0 0 0,4 15 1857 0 0,9 17-592 0 0,26 40 27 0 0,30 67-303 0 0,-39-56-504 0 0,-15-42-1629 0 0,0-1-4402 0 0,-2-10-1476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7.82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6913 0 0,'3'18'6906'0'0,"5"3"-3362"0"0,29 41-1794 0 0,-29-48-821 0 0,113 198 1418 0 0,-115-201-2710 0 0,0-1 0 0 0,0 0 0 0 0,0 0 0 0 0,1-1 0 0 0,13 14 0 0 0,-13-18-1308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8.09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103 6 6913 0 0,'-2'-5'2526'0'0,"1"5"-2456"0"0,1 0 1 0 0,0 0-1 0 0,0 0 0 0 0,0 0 0 0 0,0 0 0 0 0,-1 0 0 0 0,1-1 1 0 0,0 1-1 0 0,0 0 0 0 0,0 0 0 0 0,-1 0 0 0 0,-8 7 1846 0 0,-7 12-86 0 0,2 13-989 0 0,1 0 0 0 0,1 1 0 0 0,2 1 0 0 0,-8 48 0 0 0,16-75-657 0 0,1-1 0 0 0,0 1 0 0 0,0-1 0 0 0,1 1 0 0 0,0 0-1 0 0,0-1 1 0 0,1 8 0 0 0,0-13-120 0 0,-1 0 0 0 0,0 1 0 0 0,0-1 0 0 0,1 0 0 0 0,-1 0 0 0 0,1 0 0 0 0,-1 0 0 0 0,1 0 0 0 0,-1 0 0 0 0,1-1 0 0 0,0 1 0 0 0,-1 0 0 0 0,1 0 0 0 0,0 0-1 0 0,0 0 1 0 0,0-1 0 0 0,0 1 0 0 0,-1 0 0 0 0,3 0 0 0 0,-2-1-2 0 0,1 1 0 0 0,0-1 0 0 0,-1 0 0 0 0,1 1 0 0 0,0-1-1 0 0,0 0 1 0 0,-1 0 0 0 0,1 0 0 0 0,0-1 0 0 0,-1 1 0 0 0,1 0 0 0 0,0-1 0 0 0,0 1-1 0 0,-1-1 1 0 0,1 1 0 0 0,2-2 0 0 0,79-41 1053 0 0,-14 7-1951 0 0,-19 17-4976 0 0,-32 15-1287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8.89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19 65 5985 0 0,'-4'-7'1350'0'0,"1"0"-1"0"0,-1-1 0 0 0,1 0 0 0 0,1 1 1 0 0,0-1-1 0 0,4-12 5202 0 0,6 34-5758 0 0,0 11-610 0 0,-1 1 1 0 0,-2 1-1 0 0,0-1 1 0 0,-2 1-1 0 0,-1 0 0 0 0,-1 33 1 0 0,0-20-192 0 0,9 67 0 0 0,-9-103 13 0 0,-1 0 0 0 0,1-1 0 0 0,0 1 0 0 0,0 0 0 0 0,0-1 0 0 0,1 1 0 0 0,0-1 0 0 0,-1 1 0 0 0,1-1 0 0 0,0 0 0 0 0,0 1 0 0 0,1-1 0 0 0,-1 0 0 0 0,1-1 0 0 0,-1 1 0 0 0,1 0 0 0 0,0-1 0 0 0,0 0 0 0 0,5 4 0 0 0,-2-4 3 0 0,-1 0 1 0 0,1 0-1 0 0,0 0 0 0 0,0-1 1 0 0,0 0-1 0 0,1 0 0 0 0,-1 0 1 0 0,0-1-1 0 0,0 0 0 0 0,0 0 1 0 0,8-2-1 0 0,4 1-308 0 0,0-1 1 0 0,0-1-1 0 0,-1 0 1 0 0,0-2-1 0 0,1 0 1 0 0,-2-1-1 0 0,1 0 1 0 0,-1-1-1 0 0,0-1 1 0 0,0-1-1 0 0,19-14 1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9.14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 0 7370 0 0,'-11'11'681'0'0,"4"5"4848"0"0,8 2 187 0 0,3-2-4701 0 0,30 152 2130 0 0,-21-97-3820 0 0,38 122-1 0 0,-45-175-401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9.43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12 14 4609 0 0,'-12'-13'12326'0'0,"22"38"-6320"0"0,-2-5-6405 0 0,22 72 908 0 0,59 150-216 0 0,-81-226-423 0 0,-1 1-497 0 0,1-2-1 0 0,0 1 1 0 0,15 20-1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9.70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79 0 5985 0 0,'-20'46'1886'0'0,"-24"83"0"0"0,42-121-1868 0 0,-1 1 533 0 0,1 0 0 0 0,-1 0 0 0 0,2 0-1 0 0,-1 0 1 0 0,1 16 0 0 0,1-23-403 0 0,0 0 0 0 0,0 0 0 0 0,1-1 0 0 0,-1 1 0 0 0,1 0 0 0 0,-1 0 0 0 0,1-1 0 0 0,0 1 0 0 0,-1 0 0 0 0,1-1 0 0 0,0 1 0 0 0,0 0 0 0 0,0-1 0 0 0,0 1 0 0 0,1-1 0 0 0,-1 0 0 0 0,0 1 0 0 0,1-1 0 0 0,-1 0 0 0 0,0 0 0 0 0,1 0 0 0 0,0 0 0 0 0,-1 0 0 0 0,1 0 0 0 0,-1 0 0 0 0,1-1 0 0 0,0 1 0 0 0,0-1 0 0 0,0 1 0 0 0,-1-1 0 0 0,1 1 0 0 0,0-1 0 0 0,0 0 0 0 0,2 0 0 0 0,7 0 226 0 0,0 0 0 0 0,0 0 0 0 0,0-1 0 0 0,0-1 0 0 0,0 1 0 0 0,18-7 0 0 0,62-27-351 0 0,-89 34-48 0 0,18-7-191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7.75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 14 10594 0 0,'-4'-13'1892'0'0,"10"22"88"0"0,9 23 102 0 0,4 34-611 0 0,-3 1 1 0 0,14 135-1 0 0,-24-153-1286 0 0,13 153 535 0 0,11 71-3844 0 0,-26-246-3712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8.41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88 15 4145 0 0,'1'-1'82'0'0,"0"0"0"0"0,0-1 0 0 0,0 1 0 0 0,1 0 1 0 0,-1 0-1 0 0,1 0 0 0 0,-1 0 0 0 0,1 0 0 0 0,-1 0 0 0 0,1 0 0 0 0,-1 0 1 0 0,1 1-1 0 0,0-1 0 0 0,1 0 0 0 0,-2 1 83 0 0,0 1 1 0 0,0-1-1 0 0,-1 1 0 0 0,1-1 1 0 0,0 1-1 0 0,0-1 1 0 0,-1 1-1 0 0,1 0 0 0 0,-1-1 1 0 0,1 1-1 0 0,-1 0 0 0 0,1-1 1 0 0,-1 1-1 0 0,1 0 1 0 0,-1 0-1 0 0,0-1 0 0 0,1 1 1 0 0,-1 0-1 0 0,0 0 0 0 0,0 0 1 0 0,1 0-1 0 0,-1-1 1 0 0,0 1-1 0 0,0 0 0 0 0,0 0 1 0 0,0 0-1 0 0,0 0 0 0 0,0 0 1 0 0,0 0-1 0 0,-1-1 1 0 0,1 1-1 0 0,0 1 0 0 0,-1 2-195 0 0,0-1-1 0 0,0 1 0 0 0,0 0 1 0 0,-1-1-1 0 0,1 1 0 0 0,-1-1 0 0 0,0 0 1 0 0,0 0-1 0 0,0 1 0 0 0,0-1 1 0 0,-1 0-1 0 0,1-1 0 0 0,-1 1 0 0 0,0 0 1 0 0,1-1-1 0 0,-1 0 0 0 0,-5 4 1 0 0,-1 0-250 0 0,-1 1 0 0 0,1-2 0 0 0,-1 1 0 0 0,-19 6 0 0 0,16-9 3292 0 0,20-9 8 0 0,21-10-900 0 0,-12 11-1647 0 0,1 0-1 0 0,0 1 0 0 0,0 1 0 0 0,0 1 1 0 0,0 0-1 0 0,30 1 0 0 0,-23 2-304 0 0,1 1 0 0 0,-1 1 0 0 0,0 2 0 0 0,28 8 1 0 0,-46-12-168 0 0,1 1 1 0 0,-1 0-1 0 0,0 1 1 0 0,0-1 0 0 0,-1 1-1 0 0,1 1 1 0 0,-1-1 0 0 0,1 1-1 0 0,-1 0 1 0 0,0 0 0 0 0,0 0-1 0 0,-1 1 1 0 0,1-1-1 0 0,-1 1 1 0 0,0 0 0 0 0,0 1-1 0 0,-1-1 1 0 0,1 1 0 0 0,-1-1-1 0 0,0 1 1 0 0,-1 0 0 0 0,0 0-1 0 0,0 1 1 0 0,0-1 0 0 0,0 0-1 0 0,-1 0 1 0 0,0 1-1 0 0,-1-1 1 0 0,1 1 0 0 0,-1-1-1 0 0,0 1 1 0 0,-1-1 0 0 0,0 1-1 0 0,0-1 1 0 0,0 0 0 0 0,-1 1-1 0 0,0-1 1 0 0,-2 7 0 0 0,-6 9-36 0 0,0 1 0 0 0,-1-1 1 0 0,-2-1-1 0 0,0 0 1 0 0,-1-1-1 0 0,-1-1 0 0 0,-1 0 1 0 0,0 0-1 0 0,-28 22 0 0 0,22-28 693 0 0,23-13-275 0 0,10-4-240 0 0,43-18 10 0 0,-31 12-55 0 0,1 1 0 0 0,1 1 0 0 0,28-6 0 0 0,-46 14-363 0 0,1 0 0 0 0,0 0 0 0 0,-1 1 0 0 0,1 0 0 0 0,-1 1 0 0 0,1 0 0 0 0,-1 0 0 0 0,0 0 0 0 0,0 1 0 0 0,0 0 0 0 0,12 7 0 0 0,35 12-3684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8.71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35 0 5985 0 0,'-2'14'13975'0'0,"-13"110"-11293"0"0,7-68-2906 0 0,2 0-1 0 0,2 1 0 0 0,5 70 0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8.95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52 1840 0 0,'1'-4'1116'0'0,"0"0"0"0"0,0 0 0 0 0,1 1 0 0 0,-1-1 0 0 0,1 0 0 0 0,0 1 0 0 0,0-1 0 0 0,0 1 0 0 0,0-1 0 0 0,3-3 0 0 0,-4 7-791 0 0,0-1 1 0 0,0 0-1 0 0,0 0 0 0 0,0 1 0 0 0,0-1 0 0 0,0 0 0 0 0,1 1 1 0 0,-1-1-1 0 0,0 1 0 0 0,0-1 0 0 0,0 1 0 0 0,0 0 0 0 0,1 0 0 0 0,-1-1 1 0 0,0 1-1 0 0,0 0 0 0 0,1 0 0 0 0,1 0 0 0 0,18 8 456 0 0,-4 4-498 0 0,0 1 1 0 0,-1 0-1 0 0,-1 1 0 0 0,0 0 1 0 0,24 31-1 0 0,-7-2-411 0 0,27 49 0 0 0,-38-53-3335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12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0 112 6913 0 0,'0'-2'197'0'0,"0"0"0"0"0,0-1-1 0 0,0 1 1 0 0,1 0-1 0 0,-1-1 1 0 0,0 1-1 0 0,1 0 1 0 0,0-1 0 0 0,-1 1-1 0 0,1 0 1 0 0,0 0-1 0 0,0 0 1 0 0,0 0-1 0 0,0 0 1 0 0,1 0 0 0 0,-1 0-1 0 0,1 0 1 0 0,-1 0-1 0 0,1 0 1 0 0,-1 1-1 0 0,1-1 1 0 0,0 1-1 0 0,0-1 1 0 0,3-1 0 0 0,7-6 730 0 0,1 2 0 0 0,21-12 0 0 0,-28 16-1036 0 0,34-13-236 0 0,-28 10 345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36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10594 0 0,'6'12'9338'0'0,"12"47"-8140"0"0,-2 1-1 0 0,15 108 1 0 0,-30-148-1839 0 0,-1-14-394 0 0,1 1 1 0 0,-1-1-1 0 0,1 0 1 0 0,1 0-1 0 0,2 9 1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74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26 5985 0 0,'1'-2'102'0'0,"0"1"-1"0"0,0-1 0 0 0,1 0 1 0 0,-1 1-1 0 0,0-1 1 0 0,1 1-1 0 0,-1-1 0 0 0,1 1 1 0 0,-1 0-1 0 0,1-1 1 0 0,0 1-1 0 0,-1 0 1 0 0,1 0-1 0 0,0 0 0 0 0,0 0 1 0 0,0 1-1 0 0,0-1 1 0 0,0 0-1 0 0,0 1 0 0 0,0 0 1 0 0,0-1-1 0 0,4 1 1 0 0,-3 0 252 0 0,0 1 0 0 0,0 0 0 0 0,0-1 0 0 0,0 1 1 0 0,0 1-1 0 0,0-1 0 0 0,-1 0 0 0 0,1 1 1 0 0,0-1-1 0 0,-1 1 0 0 0,1 0 0 0 0,-1 0 1 0 0,5 4-1 0 0,-1-1 297 0 0,-1 2 0 0 0,1-1-1 0 0,-1 1 1 0 0,-1 0 0 0 0,1 0 0 0 0,-1 0 0 0 0,0 0 0 0 0,-1 1 0 0 0,1 0 0 0 0,3 14-1 0 0,-5 42-709 0 0,1 6-54 0 0,-3-66 107 0 0,1 1 0 0 0,0-1 0 0 0,0 1 0 0 0,0 0-1 0 0,1-1 1 0 0,0 0 0 0 0,0 1 0 0 0,0-1 0 0 0,0 0 0 0 0,0 0 0 0 0,5 5 0 0 0,-2-4 2 0 0,1-1 0 0 0,-1 1 0 0 0,1-1 0 0 0,0-1 0 0 0,0 1 0 0 0,1-1 0 0 0,-1 0 0 0 0,1 0 0 0 0,-1-1 0 0 0,12 3 0 0 0,-11-4 1 0 0,-1 1 1 0 0,0 0 0 0 0,0 0-1 0 0,0 0 1 0 0,0 1 0 0 0,0 0-1 0 0,0 0 1 0 0,-1 1 0 0 0,1-1-1 0 0,-1 1 1 0 0,0 0 0 0 0,5 6-1 0 0,-9-7 20 0 0,1-1-1 0 0,-1 1 0 0 0,0 1 0 0 0,0-1 1 0 0,0 0-1 0 0,0 0 0 0 0,-1 0 0 0 0,1 0 0 0 0,-1 1 1 0 0,0-1-1 0 0,0 0 0 0 0,0 1 0 0 0,0-1 1 0 0,0 0-1 0 0,-1 0 0 0 0,0 1 0 0 0,1-1 1 0 0,-1 0-1 0 0,0 0 0 0 0,-1 0 0 0 0,1 0 1 0 0,-1 0-1 0 0,1 0 0 0 0,-3 3 0 0 0,-5 8-421 0 0,0 1-1 0 0,-1-1 1 0 0,-13 14-1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96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3225 0 0,'14'6'8305'0'0,"-7"-3"-7159"0"0,13 3-2180 0 0,-17-6 1034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50.1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85 4609 0 0,'8'0'1166'0'0,"1"-1"0"0"0,-1 0 0 0 0,0 0 0 0 0,1-1 1 0 0,-1 0-1 0 0,0-1 0 0 0,9-3 0 0 0,52-30 1160 0 0,-23 10-4339 0 0,-33 20-3148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50.49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40 8754 0 0,'10'-6'1144'0'0,"1"0"0"0"0,-1 0 0 0 0,1 1 0 0 0,0 1 0 0 0,22-7 0 0 0,-30 11-992 0 0,-1-1-1 0 0,1 1 0 0 0,0 0 1 0 0,0-1-1 0 0,-1 1 0 0 0,1 0 0 0 0,0 1 1 0 0,-1-1-1 0 0,1 0 0 0 0,0 1 0 0 0,-1-1 1 0 0,1 1-1 0 0,-1 0 0 0 0,1 0 0 0 0,-1 0 1 0 0,1 0-1 0 0,-1 1 0 0 0,0-1 1 0 0,1 1-1 0 0,-1-1 0 0 0,0 1 0 0 0,0 0 1 0 0,0 0-1 0 0,0 0 0 0 0,0 0 0 0 0,-1 0 1 0 0,1 0-1 0 0,-1 0 0 0 0,1 0 1 0 0,-1 1-1 0 0,2 4 0 0 0,2 5 23 0 0,0 0-1 0 0,-1 1 1 0 0,-1 0 0 0 0,0 0 0 0 0,-1 0-1 0 0,1 15 1 0 0,-3 81 146 0 0,-1-83-304 0 0,0-1 0 0 0,2 1 0 0 0,0 0-1 0 0,8 37 1 0 0,-8-61-8 0 0,0 1 0 0 0,-1 0 0 0 0,1-1 0 0 0,0 1 0 0 0,0-1 0 0 0,0 1 0 0 0,1-1-1 0 0,-1 1 1 0 0,1-1 0 0 0,-1 0 0 0 0,1 0 0 0 0,0 0 0 0 0,0 0 0 0 0,0 0 0 0 0,0 0 0 0 0,0 0 0 0 0,0-1 0 0 0,0 1 0 0 0,1-1 0 0 0,-1 1-1 0 0,1-1 1 0 0,-1 0 0 0 0,1 0 0 0 0,3 1 0 0 0,3 0-474 0 0,-1-1 0 0 0,0-1 0 0 0,0 0 0 0 0,1 0 0 0 0,-1 0 0 0 0,16-4-1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50.63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11979 0 0,'2'16'528'0'0,"-1"-8"112"0"0,1 1-512 0 0,-1-4-128 0 0,2-2 0 0 0,-2-2 0 0 0,0 2 264 0 0,4-2 24 0 0,3 1 8 0 0,0-5 0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8.64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46 17 13363 0 0,'-13'-10'264'0'0,"2"3"4597"0"0,10 26-1810 0 0,8 80-3191 0 0,-4 0 0 0 0,-4-1 0 0 0,-20 138 0 0 0,17-209-4977 0 0,0 0-1703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8.93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62 6913 0 0,'2'-4'318'0'0,"0"0"0"0"0,0 0 0 0 0,0 0 0 0 0,0 1 0 0 0,1-1 0 0 0,-1 1-1 0 0,1 0 1 0 0,0 0 0 0 0,0 0 0 0 0,1 0 0 0 0,-1 0 0 0 0,0 0 0 0 0,1 1-1 0 0,0 0 1 0 0,-1 0 0 0 0,1 0 0 0 0,0 0 0 0 0,0 1 0 0 0,0-1 0 0 0,0 1-1 0 0,1 0 1 0 0,-1 0 0 0 0,0 0 0 0 0,0 1 0 0 0,1 0 0 0 0,-1-1 0 0 0,0 2-1 0 0,0-1 1 0 0,1 0 0 0 0,-1 1 0 0 0,0 0 0 0 0,0 0 0 0 0,1 0 0 0 0,-1 0-1 0 0,0 1 1 0 0,0 0 0 0 0,-1 0 0 0 0,1 0 0 0 0,0 0 0 0 0,-1 0 0 0 0,1 1-1 0 0,-1-1 1 0 0,6 6 0 0 0,26 36 507 0 0,-1 1 0 0 0,30 53 0 0 0,-17-25-515 0 0,115 195-526 0 0,-152-254-303 0 0,0-3-145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9.13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46 7370 0 0,'40'-7'7488'0'0,"1"-8"-3475"0"0,-32 11-3880 0 0,0 0 0 0 0,1 1-1 0 0,-1 0 1 0 0,1 0-1 0 0,-1 1 1 0 0,1 0 0 0 0,18-1-1 0 0,-26 4-390 0 0,0-1-1 0 0,0 0 1 0 0,0 1-1 0 0,-1-1 1 0 0,1 1-1 0 0,0 0 1 0 0,0-1-1 0 0,0 1 1 0 0,-1 0-1 0 0,4 2 1 0 0,2 3-1228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1.73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84 0 2304 0 0,'-26'23'189'0'0,"19"-17"-387"0"0,0 2 0 0 0,0-1 1 0 0,1 1-1 0 0,0-1 1 0 0,-6 11-1 0 0,10-15 143 0 0,1 0 0 0 0,-1 0 1 0 0,1 0-1 0 0,-1 0 0 0 0,1 1 0 0 0,0-1 0 0 0,1 0 0 0 0,-1 1 0 0 0,0-1 0 0 0,1 0 0 0 0,0 1 0 0 0,0-1 0 0 0,0 1 1 0 0,0-1-1 0 0,0 0 0 0 0,1 1 0 0 0,-1-1 0 0 0,9 11 3884 0 0,-8-27 509 0 0,-1 13-4365 0 0,-5-39 4486 0 0,5 38-4131 0 0,0-1 0 0 0,0 1 0 0 0,-1-1 0 0 0,1 1 0 0 0,1-1 0 0 0,-1 0 0 0 0,0 1-1 0 0,0-1 1 0 0,0 1 0 0 0,1-1 0 0 0,-1 1 0 0 0,1-1 0 0 0,-1 1 0 0 0,1 0 0 0 0,0-1 0 0 0,0 1 0 0 0,-1 0 0 0 0,1-1 0 0 0,0 1 0 0 0,0 0 0 0 0,0 0 0 0 0,0 0 0 0 0,1-1 0 0 0,-1 1 0 0 0,0 1 0 0 0,2-2 0 0 0,-3 2-273 0 0,1 0 0 0 0,-1 0 0 0 0,1 0 0 0 0,-1 1 0 0 0,1-1 1 0 0,-1 0-1 0 0,1 1 0 0 0,-1-1 0 0 0,1 0 0 0 0,-1 1 0 0 0,1-1 1 0 0,-1 1-1 0 0,0-1 0 0 0,1 0 0 0 0,-1 1 0 0 0,0-1 0 0 0,1 1 0 0 0,-1-1 1 0 0,0 1-1 0 0,0-1 0 0 0,1 1 0 0 0,-1 0 0 0 0,0-1 0 0 0,0 1 1 0 0,0-1-1 0 0,0 1 0 0 0,0 0 0 0 0,5 19 40 0 0,7 65 138 0 0,-3 0 1 0 0,-3 1-1 0 0,-5 0 1 0 0,-3 0 0 0 0,-17 110-1 0 0,8-118-199 0 0,3 0 0 0 0,6 138 0 0 0,1-196-324 0 0,1 17-486 0 0,7-19-2563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2.44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 1 3225 0 0,'-10'4'-368'0'0,"-25"12"6798"0"0,34-15-6235 0 0,1-1 0 0 0,-1 0-1 0 0,0 0 1 0 0,1 1 0 0 0,-1-1-1 0 0,0 0 1 0 0,1 1 0 0 0,-1-1-1 0 0,1 1 1 0 0,-1-1 0 0 0,1 1-1 0 0,-1-1 1 0 0,1 1 0 0 0,-1 0-1 0 0,1-1 1 0 0,-1 1 0 0 0,1-1-1 0 0,0 1 1 0 0,-1 0 0 0 0,1-1-1 0 0,0 1 1 0 0,0 0 0 0 0,0-1-1 0 0,-1 1 1 0 0,1 0 0 0 0,0 0 0 0 0,0-1-1 0 0,0 1 1 0 0,0 0 0 0 0,0 0-1 0 0,0-1 1 0 0,0 1 0 0 0,0 0-1 0 0,1-1 1 0 0,-1 1 0 0 0,0 0-1 0 0,0-1 1 0 0,1 1 0 0 0,0 1-1 0 0,0 0 11 0 0,1-1 0 0 0,0 1 0 0 0,0 0 0 0 0,0-1 0 0 0,0 0 0 0 0,0 1 0 0 0,0-1 0 0 0,0 0 0 0 0,0 0 0 0 0,1 0 0 0 0,-1 0 0 0 0,0-1 0 0 0,4 1 0 0 0,38 5 1126 0 0,-21-3-899 0 0,1 1-322 0 0,-1 1 0 0 0,23 9 0 0 0,-39-12-91 0 0,-1 1 1 0 0,1-1-1 0 0,-1 1 0 0 0,0 1 1 0 0,0-1-1 0 0,0 1 0 0 0,0 0 1 0 0,-1 1-1 0 0,0-1 0 0 0,1 1 0 0 0,6 8 1 0 0,-11-11-20 0 0,-1 0 0 0 0,1 0 0 0 0,0 0 0 0 0,-1 0 0 0 0,1 0 0 0 0,-1 0 0 0 0,0 0 0 0 0,0 0 0 0 0,1 0 0 0 0,-1 0 0 0 0,-1 0 0 0 0,1 0 0 0 0,0 0 0 0 0,0 0 0 0 0,-1 0 0 0 0,1 0 0 0 0,-1 0 0 0 0,0 0 0 0 0,1 0 0 0 0,-1 0 0 0 0,0 0 0 0 0,0 0 0 0 0,0-1 0 0 0,-3 4 0 0 0,-4 6 0 0 0,0 0 0 0 0,-15 16 0 0 0,16-20 0 0 0,-9 9 7 0 0,3-2 13 0 0,0 0 0 0 0,1 1 1 0 0,0 0-1 0 0,1 1 0 0 0,-9 18 0 0 0,20-33-19 0 0,-1 0 1 0 0,1-1-1 0 0,0 1 0 0 0,0 0 1 0 0,0 0-1 0 0,-1-1 1 0 0,1 1-1 0 0,0 0 1 0 0,0 0-1 0 0,0 0 0 0 0,0-1 1 0 0,0 1-1 0 0,0 0 1 0 0,1 0-1 0 0,-1 0 0 0 0,0-1 1 0 0,0 1-1 0 0,0 0 1 0 0,1 0-1 0 0,-1-1 1 0 0,0 1-1 0 0,1 0 0 0 0,-1-1 1 0 0,1 1-1 0 0,-1 0 1 0 0,1-1-1 0 0,-1 1 0 0 0,1-1 1 0 0,-1 1-1 0 0,1-1 1 0 0,0 1-1 0 0,-1-1 1 0 0,1 1-1 0 0,0-1 0 0 0,-1 1 1 0 0,1-1-1 0 0,0 0 1 0 0,0 0-1 0 0,-1 1 1 0 0,1-1-1 0 0,0 0 0 0 0,0 0 1 0 0,0 0-1 0 0,-1 0 1 0 0,1 0-1 0 0,0 0 0 0 0,0 0 1 0 0,0 0-1 0 0,50 1 110 0 0,-39-2-90 0 0,-1 1 4 0 0,0 1 0 0 0,0 0 0 0 0,0 0 0 0 0,0 1 0 0 0,16 5 0 0 0,-26-7-25 0 0,1 1 1 0 0,0-1-1 0 0,-1 1 0 0 0,1-1 0 0 0,-1 1 0 0 0,1 0 1 0 0,-1-1-1 0 0,1 1 0 0 0,-1 0 0 0 0,0 0 0 0 0,1 0 0 0 0,-1 0 1 0 0,0 0-1 0 0,0 0 0 0 0,0 0 0 0 0,1 1 0 0 0,-1-1 1 0 0,0 0-1 0 0,-1 1 0 0 0,1-1 0 0 0,0 0 0 0 0,0 1 0 0 0,-1-1 1 0 0,1 1-1 0 0,-1-1 0 0 0,1 1 0 0 0,-1 0 0 0 0,1-1 1 0 0,-1 1-1 0 0,0-1 0 0 0,0 1 0 0 0,0 0 0 0 0,0-1 0 0 0,0 1 1 0 0,0 0-1 0 0,-1-1 0 0 0,1 1 0 0 0,0-1 0 0 0,-1 1 1 0 0,1 0-1 0 0,-1-1 0 0 0,0 1 0 0 0,1-1 0 0 0,-1 0 0 0 0,0 1 1 0 0,-1 1-1 0 0,-10 15 0 0 0,-1-1 0 0 0,-17 19 0 0 0,20-26 0 0 0,1 0 0 0 0,0 1 0 0 0,1 0 0 0 0,0 0 0 0 0,1 1 0 0 0,0 0 0 0 0,1 0 0 0 0,-7 17 0 0 0,12-26 0 0 0,1-1 0 0 0,-1 0 1 0 0,1 1-1 0 0,-1-1 0 0 0,1 0 0 0 0,0 1 0 0 0,0-1 1 0 0,0 0-1 0 0,0 1 0 0 0,0-1 0 0 0,0 0 1 0 0,1 1-1 0 0,-1-1 0 0 0,1 0 0 0 0,0 0 1 0 0,0 1-1 0 0,0-1 0 0 0,0 0 0 0 0,0 0 0 0 0,0 0 1 0 0,0 0-1 0 0,1 0 0 0 0,-1 0 0 0 0,1 0 1 0 0,-1-1-1 0 0,1 1 0 0 0,3 2 0 0 0,4 2-29 0 0,0-2 0 0 0,0 1 0 0 0,0-1 0 0 0,0 0-1 0 0,16 3 1 0 0,-17-5-710 0 0,0 1 1 0 0,0 0-1 0 0,0 0 0 0 0,0 0 1 0 0,-1 1-1 0 0,12 8 0 0 0,-12-6-730 0 0,-5-4 1108 0 0,-1 0-1 0 0,0-1 0 0 0,1 0 1 0 0,-1 1-1 0 0,1-1 0 0 0,-1 0 1 0 0,1 1-1 0 0,-1-1 0 0 0,1 0 1 0 0,0 0-1 0 0,0-1 0 0 0,0 1 1 0 0,3 1-1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2.7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43 1 3681 0 0,'0'2'576'0'0,"0"1"1"0"0,0 0 0 0 0,0 0-1 0 0,1-1 1 0 0,-1 1 0 0 0,1 0-1 0 0,0 0 1 0 0,0-1 0 0 0,0 1-1 0 0,0-1 1 0 0,0 1 0 0 0,0-1-1 0 0,1 1 1 0 0,-1-1 0 0 0,1 0-1 0 0,0 1 1 0 0,0-1 0 0 0,-1 0-1 0 0,1 0 1 0 0,4 2 0 0 0,-3-1 135 0 0,0 1 0 0 0,0-1 0 0 0,0 1 1 0 0,0-1-1 0 0,0 1 0 0 0,-1 0 0 0 0,0 0 1 0 0,3 7-1 0 0,-3 3-504 0 0,0-1 0 0 0,-1 1-1 0 0,-1-1 1 0 0,0 1 0 0 0,-1-1 0 0 0,-1 1 0 0 0,0-1 0 0 0,-4 14 0 0 0,-2 19 133 0 0,-12 89 293 0 0,7-63-533 0 0,3 0 0 0 0,0 133-1 0 0,15-7 57 0 0,-7-153-185 0 0,-2-1 0 0 0,-12 63-1 0 0,14-99-213 0 0,-1 5-777 0 0,0-1 0 0 0,0 25 0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3.3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80 0 14283 0 0,'-2'32'4714'0'0,"-23"45"-2450"0"0,-13 49-887 0 0,34-107-1195 0 0,0 1 0 0 0,1 0 1 0 0,1-1-1 0 0,1 30 0 0 0,1-45-136 0 0,0 1 1 0 0,1-1-1 0 0,-1 0 0 0 0,1 0 1 0 0,0 1-1 0 0,1-1 0 0 0,-1 0 1 0 0,1 0-1 0 0,-1 0 0 0 0,1 0 1 0 0,1 0-1 0 0,-1 0 0 0 0,0-1 1 0 0,1 1-1 0 0,0-1 0 0 0,0 0 1 0 0,3 4-1 0 0,0-3-2 0 0,-1 0 0 0 0,1 0 1 0 0,0-1-1 0 0,0 0 0 0 0,0 0 1 0 0,1 0-1 0 0,-1-1 0 0 0,1 0 0 0 0,-1 0 1 0 0,8 1-1 0 0,6 0-44 0 0,0-2 0 0 0,0 0 0 0 0,0-1 0 0 0,0 0-1 0 0,-1-2 1 0 0,34-7 0 0 0,-37 5-622 0 0,0 0 0 0 0,0-1 0 0 0,-1-1 0 0 0,0 0 0 0 0,20-11 0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3.5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15 1 11522 0 0,'-14'13'10551'0'0,"14"-12"-10282"0"0,8 20 276 0 0,-2 0 1 0 0,-1 1-1 0 0,0 0 0 0 0,-2 0 0 0 0,2 26 0 0 0,-6 118 72 0 0,-2-116-1796 0 0,2 1 1 0 0,11 84-1 0 0,-6-111-6992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3.90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 5985 0 0,'5'-8'16276'0'0,"3"20"-16012"0"0,-1 0 0 0 0,-1 0 1 0 0,0 1-1 0 0,-1 0 0 0 0,0 0 0 0 0,-1 0 1 0 0,-1 1-1 0 0,0-1 0 0 0,2 25 1 0 0,-2 6 79 0 0,-7 78 1 0 0,0 22-477 0 0,5-126 121 0 0,0-1 1 0 0,2-1-1 0 0,0 1 0 0 0,1 0 1 0 0,0-1-1 0 0,10 22 1 0 0,-14-37-38 0 0,1 2-253 0 0,0 0-1 0 0,1-1 1 0 0,-1 1 0 0 0,1 0 0 0 0,-1-1 0 0 0,1 1 0 0 0,0-1 0 0 0,0 0 0 0 0,3 4-1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4.19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101 15 4033 0 0,'-1'-1'292'0'0,"-1"0"0"0"0,1-1 0 0 0,-1 1 1 0 0,1 0-1 0 0,-1 0 0 0 0,0 0 0 0 0,0 0 0 0 0,1 0 1 0 0,-1 0-1 0 0,0 0 0 0 0,0 1 0 0 0,0-1 0 0 0,0 1 0 0 0,0-1 1 0 0,0 1-1 0 0,0 0 0 0 0,0 0 0 0 0,0 0 0 0 0,0 0 1 0 0,0 0-1 0 0,0 0 0 0 0,0 0 0 0 0,0 1 0 0 0,0-1 0 0 0,0 1 1 0 0,0 0-1 0 0,0-1 0 0 0,1 1 0 0 0,-1 0 0 0 0,0 0 1 0 0,0 0-1 0 0,1 0 0 0 0,-1 0 0 0 0,0 1 0 0 0,1-1 0 0 0,-3 3 1 0 0,1-1 108 0 0,0 0 0 0 0,0 1 1 0 0,0-1-1 0 0,1 0 1 0 0,-1 1-1 0 0,1 0 0 0 0,0-1 1 0 0,0 1-1 0 0,1 0 1 0 0,-1 0-1 0 0,1 0 0 0 0,0 0 1 0 0,0 0-1 0 0,0 1 1 0 0,0-1-1 0 0,1 0 0 0 0,-1 5 1 0 0,2-7-323 0 0,0 0 0 0 0,-1 0 0 0 0,1 0 1 0 0,0 0-1 0 0,0 0 0 0 0,1 0 0 0 0,-1 0 0 0 0,0-1 1 0 0,1 1-1 0 0,-1 0 0 0 0,0-1 0 0 0,1 1 1 0 0,0-1-1 0 0,-1 1 0 0 0,1-1 0 0 0,0 0 0 0 0,0 0 1 0 0,0 0-1 0 0,0 0 0 0 0,0 0 0 0 0,3 1 0 0 0,47 13 653 0 0,-38-12-638 0 0,0-1 0 0 0,0-1 0 0 0,0 0 0 0 0,0 0 0 0 0,0-2 1 0 0,1 0-1 0 0,21-4 0 0 0,-25 2-1966 0 0,0 0 0 0 0,-1 0 0 0 0,14-7 0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5.28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97 320 6913 0 0,'-8'1'384'0'0,"-1"-1"0"0"0,0 0-1 0 0,1 0 1 0 0,-18-3-1 0 0,-10-8 4834 0 0,48 11-1412 0 0,19-4-3198 0 0,-16 1-359 0 0,81-11 1029 0 0,48-4 23 0 0,38 11-704 0 0,238 22 0 0 0,-271-8-596 0 0,0-6 0 0 0,190-23 0 0 0,125-42 15 0 0,-364 49 34 0 0,214-35 132 0 0,192-28 190 0 0,36 24-67 0 0,-513 56-587 0 0,-29-2 269 0 0,0 0-1 0 0,0 0 1 0 0,0 0-1 0 0,0 0 1 0 0,0 0-1 0 0,0 0 1 0 0,0 0-1 0 0,0 0 1 0 0,1 0-1 0 0,-1 0 1 0 0,0 0-1 0 0,0 0 1 0 0,0 0 0 0 0,0 0-1 0 0,0 0 1 0 0,0 0-1 0 0,0 0 1 0 0,0 0-1 0 0,0 0 1 0 0,0 0-1 0 0,0 0 1 0 0,1 0-1 0 0,-1 0 1 0 0,0 0-1 0 0,0 0 1 0 0,0 1-1 0 0,0-1 1 0 0,0 0-1 0 0,0 0 1 0 0,0 0-1 0 0,0 0 1 0 0,0 0-1 0 0,0 0 1 0 0,0 0 0 0 0,0 0-1 0 0,0 0 1 0 0,0 0-1 0 0,0 0 1 0 0,0 1-1 0 0,0-1 1 0 0,0 0-1 0 0,0 0 1 0 0,0 0-1 0 0,0 0 1 0 0,0 0-1 0 0,0 0 1 0 0,0 0-1 0 0,0 0 1 0 0,0 0-1 0 0,0 0 1 0 0,0 1-1 0 0,0-1 1 0 0,0 0-1 0 0,0 0 1 0 0,0 0-1 0 0,0 0 1 0 0,0 0 0 0 0,0 0-1 0 0,0 0 1 0 0,0 0-1 0 0,0 0 1 0 0,0 0-1 0 0,0 0 1 0 0,-1 0-1 0 0,-14 5-1552 0 0,-38 12-6298 0 0,8-2 3102 0 0,14-12 6308 0 0,29-3-1203 0 0,1 0 0 0 0,-1 0-1 0 0,1 0 1 0 0,-1 0 0 0 0,1 0-1 0 0,-1 0 1 0 0,1 1 0 0 0,0-1-1 0 0,-1 0 1 0 0,1 1 0 0 0,-1-1-1 0 0,1 1 1 0 0,0-1 0 0 0,-1 1-1 0 0,1 0 1 0 0,0 0 0 0 0,0-1-1 0 0,-1 1 1 0 0,1 0 0 0 0,0 0-1 0 0,0 0 1 0 0,0 0 0 0 0,0 0-1 0 0,0 1 1 0 0,0-1 0 0 0,1 0-1 0 0,-1 0 1 0 0,0 0-1 0 0,1 1 1 0 0,-2 1 0 0 0,1 2-78 0 0,1 0 0 0 0,0-1 0 0 0,-1 1 0 0 0,1 0 0 0 0,1-1 0 0 0,-1 1 0 0 0,1 0 0 0 0,1 7 0 0 0,1 1-194 0 0,1 0-1 0 0,0-1 1 0 0,0 1-1 0 0,1-1 1 0 0,1 0-1 0 0,0 0 1 0 0,1-1-1 0 0,13 19 1 0 0,-16-25-49 0 0,0 0 0 0 0,0-1 0 0 0,0 0 0 0 0,1 0 0 0 0,0 0 1 0 0,-1 0-1 0 0,1-1 0 0 0,1 1 0 0 0,-1-1 0 0 0,0-1 0 0 0,1 1 1 0 0,0-1-1 0 0,-1 0 0 0 0,1 0 0 0 0,0 0 0 0 0,0-1 1 0 0,0 0-1 0 0,0 0 0 0 0,0-1 0 0 0,0 0 0 0 0,8 0 0 0 0,-12 0 6 0 0,1-1 0 0 0,0 1 0 0 0,-1-1 0 0 0,1 1 0 0 0,-1-1 1 0 0,1 0-1 0 0,-1 0 0 0 0,0 0 0 0 0,1 0 0 0 0,-1 0 0 0 0,0-1 0 0 0,0 1 0 0 0,1-1 0 0 0,-1 1 0 0 0,0-1 0 0 0,-1 0 0 0 0,1 0 0 0 0,0 0 0 0 0,0 0 0 0 0,1-2 0 0 0,-1-1 23 0 0,0 0 0 0 0,0 0 1 0 0,0 1-1 0 0,0-1 0 0 0,-1 0 0 0 0,0 0 0 0 0,0-1 1 0 0,0 1-1 0 0,0-9 0 0 0,-2-5 48 0 0,0 0 0 0 0,-1 1 0 0 0,-1-1 0 0 0,-8-27-1 0 0,9 39-89 0 0,0 1-1 0 0,0 0 1 0 0,-1 0-1 0 0,0 1 1 0 0,0-1-1 0 0,0 0 1 0 0,0 1-1 0 0,-6-6 1 0 0,8 9-46 0 0,0 1 0 0 0,0 0 0 0 0,-1-1 0 0 0,1 1 0 0 0,0 0 0 0 0,-1 0 0 0 0,1 0 0 0 0,-1 0 0 0 0,0 0 0 0 0,1 0 0 0 0,-1 0 0 0 0,0 1 1 0 0,0-1-1 0 0,1 1 0 0 0,-1-1 0 0 0,0 1 0 0 0,0 0 0 0 0,0-1 0 0 0,1 1 0 0 0,-1 0 0 0 0,0 0 0 0 0,0 0 0 0 0,0 1 0 0 0,0-1 0 0 0,0 0 1 0 0,1 1-1 0 0,-1-1 0 0 0,0 1 0 0 0,0-1 0 0 0,1 1 0 0 0,-1 0 0 0 0,-1 1 0 0 0,-15 9-442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6.2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12 197 8754 0 0,'-11'-6'7099'0'0,"23"10"-6851"0"0,1 0 0 0 0,-1-1 1 0 0,1-1-1 0 0,0 1 0 0 0,0-2 1 0 0,0 0-1 0 0,0-1 0 0 0,17-1 1 0 0,111-19 271 0 0,-63 6-353 0 0,137-6 1537 0 0,262 8 1 0 0,-49 4-1044 0 0,140-32-57 0 0,-6-34 551 0 0,-523 66-1092 0 0,1 3-1 0 0,0 1 1 0 0,0 2 0 0 0,0 1-1 0 0,0 3 1 0 0,0 1 0 0 0,0 1-1 0 0,0 3 1 0 0,-1 1 0 0 0,50 18-1 0 0,-36-1-59 0 0,10 3-227 0 0,-58-26 74 0 0,1-1 0 0 0,-1 0 0 0 0,1 0 0 0 0,0 0 0 0 0,0-1-1 0 0,0 1 1 0 0,-1-2 0 0 0,1 1 0 0 0,0 0 0 0 0,5-2 0 0 0,49-15-2967 0 0,-36 6-3903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6.62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72 130 7834 0 0,'-18'-4'342'0'0,"14"3"138"0"0,0 0 1 0 0,1 0-1 0 0,-1 1 0 0 0,0 0 0 0 0,0-1 1 0 0,1 1-1 0 0,-7 1 0 0 0,9-1-322 0 0,0 1 0 0 0,0-1 0 0 0,0 1-1 0 0,0-1 1 0 0,0 1 0 0 0,0-1 0 0 0,0 1 0 0 0,0 0-1 0 0,1-1 1 0 0,-1 1 0 0 0,0 0 0 0 0,0 0 0 0 0,1 0-1 0 0,-1 0 1 0 0,0-1 0 0 0,1 1 0 0 0,-1 0 0 0 0,1 0-1 0 0,0 0 1 0 0,-1 0 0 0 0,1 0 0 0 0,0 0 0 0 0,-1 0-1 0 0,1 1 1 0 0,0-1 0 0 0,0 0 0 0 0,0 0-1 0 0,0 0 1 0 0,0 0 0 0 0,0 0 0 0 0,0 2 0 0 0,1 7 222 0 0,0-1 1 0 0,1 1-1 0 0,0-1 1 0 0,0 1-1 0 0,1-1 1 0 0,0 0-1 0 0,0 0 1 0 0,1 0-1 0 0,0 0 1 0 0,1-1-1 0 0,0 0 1 0 0,1 0-1 0 0,-1 0 1 0 0,13 13-1 0 0,-13-16-318 0 0,0 1-1 0 0,1-1 1 0 0,-1-1-1 0 0,1 1 1 0 0,0-1-1 0 0,0 0 1 0 0,1 0-1 0 0,-1 0 1 0 0,1-1-1 0 0,0 0 1 0 0,0-1-1 0 0,0 1 1 0 0,0-1-1 0 0,0-1 1 0 0,0 1-1 0 0,1-1 1 0 0,-1-1-1 0 0,0 1 1 0 0,15-2-1 0 0,-17 0-40 0 0,-1 0 1 0 0,1-1-1 0 0,0 0 0 0 0,-1 0 0 0 0,1 0 0 0 0,-1 0 1 0 0,0-1-1 0 0,0 0 0 0 0,0 1 0 0 0,0-2 0 0 0,0 1 1 0 0,-1 0-1 0 0,0-1 0 0 0,1 1 0 0 0,-1-1 0 0 0,0 0 1 0 0,-1 0-1 0 0,1 0 0 0 0,-1-1 0 0 0,0 1 0 0 0,0-1 1 0 0,0 1-1 0 0,0-1 0 0 0,1-7 0 0 0,1-5 55 0 0,0 1 0 0 0,-2-1-1 0 0,1 0 1 0 0,-2 0 0 0 0,-1-31-1 0 0,-1 41-150 0 0,0-1-1 0 0,0 0 0 0 0,0 1 0 0 0,-1-1 1 0 0,0 1-1 0 0,-1-1 0 0 0,0 1 0 0 0,0 0 1 0 0,0 0-1 0 0,-1 0 0 0 0,0 0 1 0 0,0 1-1 0 0,-6-7 0 0 0,8 11 40 0 0,-1-1-1 0 0,1 1 1 0 0,-1-1-1 0 0,0 1 1 0 0,0 0 0 0 0,0 0-1 0 0,0 0 1 0 0,0 0-1 0 0,-1 1 1 0 0,1-1 0 0 0,0 1-1 0 0,-1 0 1 0 0,1 0-1 0 0,-1 0 1 0 0,1 0 0 0 0,-1 1-1 0 0,1-1 1 0 0,-1 1-1 0 0,0 0 1 0 0,1 0 0 0 0,-1 1-1 0 0,0-1 1 0 0,1 1-1 0 0,-1-1 1 0 0,1 1-1 0 0,-1 0 1 0 0,1 0 0 0 0,0 1-1 0 0,-6 2 1 0 0,2-1-133 0 0,0 1 0 0 0,-1-1 0 0 0,2 2 0 0 0,-1-1 0 0 0,0 1 0 0 0,1 0-1 0 0,0 0 1 0 0,0 0 0 0 0,0 1 0 0 0,1 0 0 0 0,0 1 0 0 0,-5 6 0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7.8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 8930 0 0,'16'13'2307'0'0,"-13"-11"-1780"0"0,-1 1 0 0 0,1-1 0 0 0,-1 0-1 0 0,1 1 1 0 0,-1-1 0 0 0,0 1 0 0 0,0-1-1 0 0,0 1 1 0 0,2 4 0 0 0,-3-5-227 0 0,0-1-1 0 0,0 1 1 0 0,1-1 0 0 0,-1 1 0 0 0,0-1 0 0 0,1 0-1 0 0,-1 0 1 0 0,1 1 0 0 0,-1-1 0 0 0,1 0 0 0 0,-1 0-1 0 0,4 1 1 0 0,-5-2-324 0 0,1 0 1 0 0,-1 0-1 0 0,1 1 0 0 0,-1-1 0 0 0,0 0 0 0 0,1 0 0 0 0,-1 0 0 0 0,1 0 0 0 0,-1 0 1 0 0,1 0-1 0 0,-1 0 0 0 0,1 0 0 0 0,-1 0 0 0 0,1 0 0 0 0,-1 0 0 0 0,0 0 1 0 0,1 0-1 0 0,-1 0 0 0 0,1 0 0 0 0,-1 0 0 0 0,1 0 0 0 0,-1-1 0 0 0,1 1 0 0 0,-1 0 1 0 0,0 0-1 0 0,1-1 0 0 0,-1 1 0 0 0,0 0 0 0 0,1 0 0 0 0,-1-1 0 0 0,1 1 0 0 0,-1 0 1 0 0,0-1-1 0 0,0 1 0 0 0,1-1 0 0 0,-1 1 0 0 0,0 0 0 0 0,0-1 0 0 0,0 1 1 0 0,1-1-1 0 0,-1 1 0 0 0,0-1 0 0 0,0 1 0 0 0,0-1 0 0 0,0 1 0 0 0,0 0 0 0 0,0-1 1 0 0,0 1-1 0 0,0-1 0 0 0,0 1 0 0 0,0-1 0 0 0,0 1 0 0 0,0-1 0 0 0,1-3-260 0 0,0 1 0 0 0,1 0-1 0 0,-1 1 1 0 0,1-1-1 0 0,0 0 1 0 0,-1 0 0 0 0,1 1-1 0 0,4-5 1 0 0,8-12-1411 0 0,-12 12 515 0 0,-13 26-1127 0 0,7-10 2385 0 0,1-2 93 0 0,0 0 0 0 0,0-1 0 0 0,1 1 0 0 0,0 0 0 0 0,0 0 1 0 0,0 1-1 0 0,0 10 0 0 0,2-17-218 0 0,0-1 1 0 0,0 0-1 0 0,0 1 1 0 0,1-1 0 0 0,-1 0-1 0 0,0 1 1 0 0,0-1-1 0 0,0 0 1 0 0,1 1-1 0 0,-1-1 1 0 0,0 0-1 0 0,0 1 1 0 0,1-1 0 0 0,-1 0-1 0 0,0 0 1 0 0,1 1-1 0 0,-1-1 1 0 0,0 0-1 0 0,1 0 1 0 0,-1 1-1 0 0,0-1 1 0 0,1 0 0 0 0,-1 0-1 0 0,0 0 1 0 0,1 0-1 0 0,-1 0 1 0 0,1 0-1 0 0,-1 0 1 0 0,0 0-1 0 0,1 0 1 0 0,-1 0 0 0 0,0 0-1 0 0,1 0 1 0 0,-1 0-1 0 0,1 0 1 0 0,-1 0-1 0 0,0 0 1 0 0,1 0-1 0 0,-1 0 1 0 0,1 0 0 0 0,-1 0-1 0 0,0-1 1 0 0,1 1-1 0 0,-1 0 1 0 0,0 0-1 0 0,1-1 1 0 0,-1 1-1 0 0,0 0 1 0 0,0 0 0 0 0,1-1-1 0 0,-1 1 1 0 0,0 0-1 0 0,0-1 1 0 0,1 1-1 0 0,-1 0 1 0 0,0-1-1 0 0,0 1 1 0 0,0 0 0 0 0,1-1-1 0 0,-1 0-183 0 0,1 0-1 0 0,0 0 1 0 0,-1 1 0 0 0,1-1-1 0 0,0 0 1 0 0,-1 0-1 0 0,1 0 1 0 0,-1 1 0 0 0,1-1-1 0 0,-1 0 1 0 0,0 0 0 0 0,1 0-1 0 0,-1 0 1 0 0,0 0 0 0 0,0 0-1 0 0,0 0 1 0 0,1 0-1 0 0,-1 0 1 0 0,0 0 0 0 0,0 0-1 0 0,0 0 1 0 0,-1 0 0 0 0,1 0-1 0 0,0 0 1 0 0,0 0-1 0 0,0 0 1 0 0,-1 0 0 0 0,0-1-1 0 0,-8-8 140 0 0,8 9 98 0 0,0 0-1 0 0,0 1 0 0 0,0-1 1 0 0,0 0-1 0 0,0 0 0 0 0,1 0 1 0 0,-1 0-1 0 0,0 0 0 0 0,0 0 0 0 0,1 0 1 0 0,-1 0-1 0 0,0 0 0 0 0,1 0 1 0 0,0-1-1 0 0,-1 1 0 0 0,1 0 1 0 0,-1 0-1 0 0,1 0 0 0 0,0-1 1 0 0,0 1-1 0 0,0 0 0 0 0,0 0 0 0 0,0-1 1 0 0,0 1-1 0 0,0 0 0 0 0,0 0 1 0 0,0-1-1 0 0,1 1 0 0 0,-1 0 1 0 0,0 0-1 0 0,1 0 0 0 0,-1 0 1 0 0,1-1-1 0 0,0 1 0 0 0,-1 0 1 0 0,1 0-1 0 0,0 0 0 0 0,-1 0 0 0 0,2-1 1 0 0,2-2-7 0 0,-5 8 0 0 0,0 0 0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8.08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2 6449 0 0,'-9'-1'12627'0'0,"9"5"-11824"0"0,-4 96 2470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9.79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32 1 12443 0 0,'-1'0'177'0'0,"0"0"0"0"0,0-1 1 0 0,0 1-1 0 0,0 0 0 0 0,0 0 1 0 0,0 0-1 0 0,-1 0 0 0 0,1 0 1 0 0,0 1-1 0 0,0-1 0 0 0,0 0 1 0 0,0 0-1 0 0,0 1 0 0 0,0-1 1 0 0,0 1-1 0 0,0-1 0 0 0,0 1 1 0 0,0-1-1 0 0,0 1 0 0 0,0 0 1 0 0,1-1-1 0 0,-1 1 0 0 0,0 0 1 0 0,0 0-1 0 0,1-1 0 0 0,-1 1 1 0 0,0 0-1 0 0,1 0 0 0 0,-1 0 1 0 0,1 0-1 0 0,-1 0 0 0 0,1 0 1 0 0,-1 0-1 0 0,1 0 0 0 0,0 0 0 0 0,-1 0 1 0 0,1 0-1 0 0,0 0 0 0 0,0 0 1 0 0,0 1-1 0 0,0-1 0 0 0,0 0 1 0 0,0 0-1 0 0,0 0 0 0 0,0 0 1 0 0,1 2-1 0 0,1 5 161 0 0,1 0 0 0 0,0 0 0 0 0,0 0 0 0 0,8 14-1 0 0,-4-9-63 0 0,7 22-101 0 0,0 1 1 0 0,-3 0-1 0 0,11 58 1 0 0,8 115 405 0 0,-30-209-579 0 0,1 17-585 0 0,0 1 1 0 0,0-1-1 0 0,-4 20 0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0.3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38 456 0 0,'2'-1'13424'0'0,"18"-9"-10039"0"0,31-10-1551 0 0,-39 18-1663 0 0,0 0 0 0 0,0 0 0 0 0,0 1 0 0 0,1 1 0 0 0,-1 0 0 0 0,0 1 0 0 0,0 0 0 0 0,0 1 1 0 0,0 0-1 0 0,0 1 0 0 0,0 1 0 0 0,12 4 0 0 0,-18-5-100 0 0,-1-1 0 0 0,0 1 0 0 0,1 0 1 0 0,-1 1-1 0 0,0-1 0 0 0,0 1 0 0 0,-1 0 0 0 0,1 0 0 0 0,-1 1 0 0 0,0-1 1 0 0,0 1-1 0 0,0 0 0 0 0,-1 0 0 0 0,0 0 0 0 0,0 1 0 0 0,0-1 1 0 0,-1 1-1 0 0,1-1 0 0 0,-1 1 0 0 0,-1 0 0 0 0,1 0 0 0 0,-1 0 0 0 0,0 0 1 0 0,0 0-1 0 0,-1 12 0 0 0,-1-3-71 0 0,0-1 0 0 0,-1 1 0 0 0,-1 0 0 0 0,-6 17 0 0 0,-5 35 0 0 0,14-66-1 0 0,0-1-1 0 0,0 1 1 0 0,0 0-1 0 0,0-1 1 0 0,0 1-1 0 0,0-1 1 0 0,0 1-1 0 0,1 0 1 0 0,-1-1-1 0 0,0 1 1 0 0,0-1 0 0 0,1 1-1 0 0,-1 0 1 0 0,0-1-1 0 0,1 1 1 0 0,-1-1-1 0 0,1 1 1 0 0,-1-1-1 0 0,0 0 1 0 0,1 1 0 0 0,-1-1-1 0 0,1 1 1 0 0,-1-1-1 0 0,1 0 1 0 0,0 1-1 0 0,-1-1 1 0 0,1 0-1 0 0,-1 0 1 0 0,1 1 0 0 0,0-1-1 0 0,-1 0 1 0 0,1 0-1 0 0,-1 0 1 0 0,1 0-1 0 0,0 0 1 0 0,-1 0-1 0 0,1 0 1 0 0,0 0 0 0 0,-1 0-1 0 0,2 0 1 0 0,39-4-104 0 0,-12 0 61 0 0,-22 5 44 0 0,-1-1-1 0 0,0 1 1 0 0,0 0-1 0 0,0 0 1 0 0,0 1 0 0 0,0-1-1 0 0,0 1 1 0 0,-1 1-1 0 0,9 3 1 0 0,-12-4 1 0 0,0-1-1 0 0,0 1 1 0 0,0-1 0 0 0,-1 1 0 0 0,1 0 0 0 0,0 0-1 0 0,-1 0 1 0 0,1 0 0 0 0,-1 0 0 0 0,1 0-1 0 0,-1 0 1 0 0,0 1 0 0 0,0-1 0 0 0,0 0-1 0 0,0 1 1 0 0,-1-1 0 0 0,1 0 0 0 0,-1 1 0 0 0,1-1-1 0 0,-1 1 1 0 0,0-1 0 0 0,0 1 0 0 0,0-1-1 0 0,0 1 1 0 0,-1 3 0 0 0,-5 31 163 0 0,-2 0 0 0 0,-1 0 0 0 0,-2-1 0 0 0,-1-1 0 0 0,-21 42 0 0 0,31-71-140 0 0,-1-1 0 0 0,0 0 0 0 0,0 0-1 0 0,0 0 1 0 0,-1-1 0 0 0,0 1 0 0 0,1-1 0 0 0,-2 0 0 0 0,-6 6-1 0 0,-15 3-6858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4.62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1989 1 3225 0 0,'1'0'-72'0'0,"-1"0"0"0"0,1 0 0 0 0,0 1 0 0 0,0-1 1 0 0,0 1-1 0 0,-1-1 0 0 0,1 0 0 0 0,0 1 0 0 0,-1-1 0 0 0,1 1 1 0 0,0 0-1 0 0,-1-1 0 0 0,1 1 0 0 0,0-1 0 0 0,-1 1 0 0 0,1 0 1 0 0,-1 0-1 0 0,1-1 0 0 0,-1 1 0 0 0,0 0 0 0 0,1 0 1 0 0,-1-1-1 0 0,0 1 0 0 0,0 0 0 0 0,1 0 0 0 0,-1 1 0 0 0,0 1 14 0 0,0-1 0 0 0,0 0-1 0 0,-1 0 1 0 0,1 1 0 0 0,-1-1-1 0 0,1 0 1 0 0,-1 0 0 0 0,0 0-1 0 0,0 0 1 0 0,-1 3 0 0 0,-1 0 173 0 0,0 0 1 0 0,0 0-1 0 0,-1 0 1 0 0,0 0 0 0 0,0-1-1 0 0,0 1 1 0 0,-6 4-1 0 0,8-8 562 0 0,0 0 0 0 0,1-1 1 0 0,-1 1-1 0 0,0 0 0 0 0,0-1 0 0 0,0 0 0 0 0,1 1 0 0 0,-1-1 0 0 0,0 0 0 0 0,0 0 0 0 0,0 0 0 0 0,0 0 0 0 0,1 0 0 0 0,-1-1 0 0 0,-3 0 1 0 0,-34-11 3188 0 0,1 1-2850 0 0,-14 8-276 0 0,-79 6-1 0 0,50 1-41 0 0,-502 43-21 0 0,347-7-753 0 0,-32 3 2 0 0,150-29 226 0 0,-62 4 377 0 0,147-16-445 0 0,0-2 0 0 0,1-1 1 0 0,-48-9-1 0 0,64 8 12 0 0,16 2-123 0 0,0 0 1 0 0,0 0-1 0 0,-1 0 0 0 0,1 0 0 0 0,0 0 1 0 0,-1 0-1 0 0,1-1 0 0 0,0 1 0 0 0,-1 0 1 0 0,1 0-1 0 0,0 0 0 0 0,0 0 0 0 0,-1 1 1 0 0,1-1-1 0 0,0 0 0 0 0,-1 0 0 0 0,1 0 1 0 0,0 0-1 0 0,0 0 0 0 0,-1 0 0 0 0,1 0 1 0 0,0 0-1 0 0,0 1 0 0 0,-1-1 0 0 0,1 0 1 0 0,0 0-1 0 0,0 0 0 0 0,-1 1 0 0 0,1-1 1 0 0,0 0-1 0 0,0 0 0 0 0,0 1 0 0 0,0-1 1 0 0,-1 0-1 0 0,1 0 0 0 0,0 1 0 0 0,0-1 1 0 0,0 1-1 0 0,1 3-924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4.98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29 0 10594 0 0,'-6'7'3748'0'0,"6"-7"-3540"0"0,0 1 0 0 0,-1-1 1 0 0,1 1-1 0 0,0-1 0 0 0,0 1 0 0 0,0-1 1 0 0,0 1-1 0 0,0-1 0 0 0,0 1 0 0 0,0 0 0 0 0,-6 24 1594 0 0,6-24-1788 0 0,-6 36 631 0 0,1 0-1 0 0,2 0 1 0 0,2 0 0 0 0,3 38-1 0 0,25 148 546 0 0,-14-162-1075 0 0,3-1 0 0 0,3 0 0 0 0,51 109 0 0 0,-30-75-123 0 0,-35-82-26 0 0,-1-1 0 0 0,0 1 0 0 0,-1 0 0 0 0,2 20-1 0 0,-5 3-7148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5.79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93 1 6305 0 0,'-1'2'197'0'0,"-1"0"-1"0"0,0 0 1 0 0,1 0-1 0 0,-1 0 1 0 0,0-1-1 0 0,0 1 1 0 0,0-1-1 0 0,0 1 1 0 0,-1-1-1 0 0,1 0 1 0 0,0 1-1 0 0,-1-1 1 0 0,-3 1-1 0 0,-19 12 1589 0 0,21-11-1416 0 0,0 1 1 0 0,1 0-1 0 0,-1 0 0 0 0,1 0 1 0 0,0 1-1 0 0,0-1 0 0 0,1 1 1 0 0,-1 0-1 0 0,-2 7 0 0 0,5-11-266 0 0,0 0 0 0 0,-1 0 0 0 0,1 1-1 0 0,0-1 1 0 0,-1 0 0 0 0,1 0 0 0 0,0 1-1 0 0,0-1 1 0 0,0 0 0 0 0,0 1 0 0 0,0-1-1 0 0,1 0 1 0 0,-1 1 0 0 0,0-1 0 0 0,1 0 0 0 0,-1 0-1 0 0,0 1 1 0 0,1-1 0 0 0,0 0 0 0 0,-1 0-1 0 0,1 0 1 0 0,0 0 0 0 0,-1 0 0 0 0,1 0 0 0 0,0 0-1 0 0,0 0 1 0 0,0 0 0 0 0,0 0 0 0 0,0 0-1 0 0,0 0 1 0 0,0 0 0 0 0,0-1 0 0 0,0 1 0 0 0,1-1-1 0 0,-1 1 1 0 0,0-1 0 0 0,0 1 0 0 0,0-1-1 0 0,1 1 1 0 0,-1-1 0 0 0,2 0 0 0 0,144 36 2219 0 0,-102-29-2322 0 0,-32-6-35 0 0,0 1 0 0 0,-1 1-1 0 0,0 0 1 0 0,13 4-1 0 0,-24-6 35 0 0,0-1-1 0 0,0 1 1 0 0,0 0 0 0 0,0-1-1 0 0,-1 1 1 0 0,1 0-1 0 0,0-1 1 0 0,0 1-1 0 0,-1 0 1 0 0,1 0-1 0 0,0 0 1 0 0,-1-1-1 0 0,1 1 1 0 0,0 0-1 0 0,-1 0 1 0 0,0 0-1 0 0,1 0 1 0 0,-1 0-1 0 0,1 0 1 0 0,-1 0-1 0 0,0 0 1 0 0,0 1-1 0 0,0-1 1 0 0,0 0-1 0 0,0 0 1 0 0,0 0-1 0 0,0 0 1 0 0,0 0-1 0 0,0 0 1 0 0,0 0-1 0 0,0 0 1 0 0,-1 0-1 0 0,1 0 1 0 0,0 0-1 0 0,-1 0 1 0 0,1 0-1 0 0,-1 0 1 0 0,1 0-1 0 0,-1 0 1 0 0,0 0-1 0 0,1 0 1 0 0,-2 0-1 0 0,-3 8-17 0 0,-1 0-1 0 0,-1-1 1 0 0,-8 10 0 0 0,11-14 16 0 0,-88 84-100 0 0,71-71 95 0 0,1 1 0 0 0,0 2 0 0 0,1 0 0 0 0,1 0 0 0 0,1 2 0 0 0,-16 27-1 0 0,32-48 9 0 0,1 0-1 0 0,-1 0 1 0 0,1-1-1 0 0,-1 1 1 0 0,1 0-1 0 0,0 0 0 0 0,-1 0 1 0 0,1 0-1 0 0,0 0 1 0 0,-1 0-1 0 0,1 0 0 0 0,0 0 1 0 0,0 0-1 0 0,0 0 1 0 0,0 0-1 0 0,0 0 0 0 0,0 1 1 0 0,0-1-1 0 0,1 0 1 0 0,-1 0-1 0 0,0 0 1 0 0,1 0-1 0 0,-1 0 0 0 0,0-1 1 0 0,1 2-1 0 0,0 0 10 0 0,1-1-1 0 0,-1 0 1 0 0,0 0-1 0 0,0 0 1 0 0,1 0-1 0 0,-1-1 1 0 0,1 1-1 0 0,-1 0 1 0 0,1-1-1 0 0,-1 1 1 0 0,1 0-1 0 0,-1-1 1 0 0,1 0-1 0 0,2 1 1 0 0,8 0 93 0 0,1 0 1 0 0,-1-1-1 0 0,19-1 1 0 0,-20 0-21 0 0,12-1 114 0 0,35-2 247 0 0,-55 4-429 0 0,-1 0-1 0 0,0 0 1 0 0,1 1 0 0 0,-1-1 0 0 0,0 1-1 0 0,1-1 1 0 0,-1 1 0 0 0,0 0-1 0 0,1-1 1 0 0,-1 1 0 0 0,0 0 0 0 0,0 1-1 0 0,0-1 1 0 0,0 0 0 0 0,0 1 0 0 0,0-1-1 0 0,0 1 1 0 0,2 2 0 0 0,-4-3-7 0 0,1 0 0 0 0,-1 0 0 0 0,0 0 1 0 0,0 0-1 0 0,0 0 0 0 0,0 0 0 0 0,0 0 0 0 0,0-1 0 0 0,0 1 1 0 0,0 0-1 0 0,0 0 0 0 0,-1 0 0 0 0,1 0 0 0 0,0 0 1 0 0,0-1-1 0 0,-1 1 0 0 0,1 0 0 0 0,-1 0 0 0 0,1 0 1 0 0,-1-1-1 0 0,1 1 0 0 0,-1 1 0 0 0,-16 19 146 0 0,12-15-138 0 0,-13 16 9 0 0,-26 37 86 0 0,40-54-102 0 0,1 1-1 0 0,0 0 1 0 0,0 0 0 0 0,1 0-1 0 0,-1 0 1 0 0,1 1 0 0 0,1-1-1 0 0,-3 11 1 0 0,4-15-107 0 0,1-1 0 0 0,-1 0 0 0 0,0 1 0 0 0,0-1 0 0 0,0 0-1 0 0,1 1 1 0 0,-1-1 0 0 0,1 0 0 0 0,-1 0 0 0 0,1 0 0 0 0,-1 1 0 0 0,1-1 0 0 0,0 0 0 0 0,-1 0 0 0 0,1 0 0 0 0,0 0 0 0 0,0 0 0 0 0,0 0 0 0 0,0 0 0 0 0,0-1-1 0 0,0 1 1 0 0,0 0 0 0 0,0 0 0 0 0,0-1 0 0 0,0 1 0 0 0,1 0 0 0 0,-1-1 0 0 0,0 0 0 0 0,0 1 0 0 0,1-1 0 0 0,-1 0 0 0 0,2 1 0 0 0,7 1-1261 0 0,1 0 1 0 0,0 0-1 0 0,12-1 0 0 0,2 1-210 0 0,-6 1-1442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6.3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37 0 1368 0 0,'-35'24'14825'0'0,"35"-24"-14638"0"0,-1 1-1 0 0,1 0 1 0 0,0 0-1 0 0,0 0 1 0 0,0-1-1 0 0,0 1 1 0 0,0 0 0 0 0,0 0-1 0 0,0 0 1 0 0,0 0-1 0 0,0-1 1 0 0,0 1-1 0 0,0 0 1 0 0,0 0-1 0 0,0-1 1 0 0,1 1 0 0 0,-1 0-1 0 0,0 0 1 0 0,1-1-1 0 0,-1 1 1 0 0,1 0-1 0 0,-1 0 1 0 0,1-1-1 0 0,-1 1 1 0 0,1-1 0 0 0,-1 1-1 0 0,1 0 1 0 0,0 0-1 0 0,5 6 118 0 0,0 1 0 0 0,-1 0 0 0 0,-1 1 0 0 0,1-1 0 0 0,-1 1 0 0 0,-1 0 0 0 0,5 15-1 0 0,11 72 117 0 0,-11-55-271 0 0,-7-32-130 0 0,64 283 244 0 0,-11-15-199 0 0,-42-201-56 0 0,0-8 3 0 0,-3-21 12 0 0,-2 1 0 0 0,2 93 0 0 0,-8-121 7 0 0,0-1-1 0 0,1 0 1 0 0,1 0-1 0 0,9 30 1 0 0,5 32 46 0 0,-13-26-23 0 0,-4-43-54 0 0,0-1 0 0 0,1 0-1 0 0,0 1 1 0 0,1-1 0 0 0,0 0 0 0 0,1 0 0 0 0,0 0 0 0 0,0-1 0 0 0,2 1 0 0 0,7 15-1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6.9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36 35 3225 0 0,'-3'3'481'0'0,"1"-1"-1"0"0,-1 0 1 0 0,1 0 0 0 0,-1 1 0 0 0,1 0 0 0 0,0-1 0 0 0,0 1 0 0 0,0 0 0 0 0,0 0 0 0 0,-2 6-1 0 0,2-7-124 0 0,1 0-1 0 0,0 1 0 0 0,0-1 0 0 0,1 0 0 0 0,-1 0 0 0 0,0 1 0 0 0,1-1 0 0 0,-1 0 0 0 0,1 1 0 0 0,0-1 1 0 0,0 1-1 0 0,0-1 0 0 0,0 1 0 0 0,0-1 0 0 0,0 0 0 0 0,1 4 0 0 0,0-5-279 0 0,0 0 0 0 0,0 0-1 0 0,0-1 1 0 0,-1 1 0 0 0,1 0 0 0 0,0 0-1 0 0,0-1 1 0 0,0 1 0 0 0,0-1 0 0 0,0 1-1 0 0,1-1 1 0 0,-1 1 0 0 0,0-1 0 0 0,0 0-1 0 0,0 1 1 0 0,0-1 0 0 0,0 0 0 0 0,1 0-1 0 0,-1 0 1 0 0,0 0 0 0 0,0 0 0 0 0,0 0-1 0 0,3 0 1 0 0,32-7 558 0 0,-27 5-313 0 0,23-2 46 0 0,45-1 0 0 0,-46 4 72 0 0,56-9 0 0 0,-12-5-95 0 0,1 3 0 0 0,1 3-1 0 0,98 1 1 0 0,-103 8-19 0 0,-1-4 0 0 0,116-22 0 0 0,-145 19-112 0 0,0 1-1 0 0,1 2 1 0 0,-1 1-1 0 0,1 3 1 0 0,0 2 0 0 0,71 11-1 0 0,-74-7 10 0 0,-1-1 1 0 0,1-3-1 0 0,0-1 0 0 0,55-5 0 0 0,-88 4-253 0 0,12-2-198 0 0,-18 2 221 0 0,-1 0-1 0 0,1 0 0 0 0,-1 0 0 0 0,1 0 0 0 0,-1 0 0 0 0,1-1 0 0 0,-1 1 0 0 0,1 0 0 0 0,-1 0 0 0 0,0 0 0 0 0,1-1 0 0 0,-1 1 1 0 0,1 0-1 0 0,-1 0 0 0 0,0-1 0 0 0,1 1 0 0 0,-1 0 0 0 0,0-1 0 0 0,1 1 0 0 0,-1-1 0 0 0,0 1 0 0 0,1 0 0 0 0,-1-1 0 0 0,0 1 1 0 0,0-1-1 0 0,0 1 0 0 0,1-1 0 0 0,-1 1 0 0 0,0 0 0 0 0,0-2 0 0 0,0-1-367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8.64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20 15 7370 0 0,'-20'-15'10488'0'0,"27"34"-7474"0"0,20 44-1349 0 0,-2-8-1263 0 0,35 114 0 0 0,-46-102-456 0 0,10 38 154 0 0,-20-95-275 0 0,-1 1 0 0 0,1-1-1 0 0,1 1 1 0 0,0-1 0 0 0,1-1 0 0 0,0 1 0 0 0,7 9 0 0 0,-6-11-823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8.93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39 0 3209 0 0,'-39'13'13207'0'0,"40"-12"-12992"0"0,7 13 802 0 0,33 46 1703 0 0,-15-24-1820 0 0,34 63 1 0 0,-45-71-961 0 0,53 118 806 0 0,-57-119-1560 0 0,-1 1 0 0 0,-2 0 1 0 0,8 42-1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9.27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96 18 2304 0 0,'-10'-18'8245'0'0,"-1"25"-5843"0"0,2 7-1929 0 0,0-1-1 0 0,1 1 1 0 0,0 1 0 0 0,1-1 0 0 0,1 1 0 0 0,0 1 0 0 0,1-1-1 0 0,1 1 1 0 0,0 0 0 0 0,1 0 0 0 0,1 0 0 0 0,-1 24-1 0 0,3-37-312 0 0,0 0-1 0 0,0 0 1 0 0,0 0-1 0 0,1 1 1 0 0,-1-1-1 0 0,1 0 0 0 0,-1 0 1 0 0,1 0-1 0 0,0 0 1 0 0,0 0-1 0 0,1 0 1 0 0,-1 0-1 0 0,1 0 0 0 0,-1 0 1 0 0,1-1-1 0 0,0 1 1 0 0,0-1-1 0 0,0 1 1 0 0,0-1-1 0 0,4 3 1 0 0,-3-3-120 0 0,0-1 1 0 0,0 1 0 0 0,0-1 0 0 0,0 0-1 0 0,0 0 1 0 0,1 0 0 0 0,-1 0 0 0 0,0-1-1 0 0,1 0 1 0 0,-1 1 0 0 0,0-1 0 0 0,1 0 0 0 0,-1 0-1 0 0,1-1 1 0 0,-1 1 0 0 0,0-1 0 0 0,1 0-1 0 0,-1 0 1 0 0,4-1 0 0 0,105-45 306 0 0,-78 31-1977 0 0,62-20-1 0 0,-78 31 664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4.57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 21 13827 0 0,'-3'-21'5379'0'0,"7"29"-2874"0"0,9 30-1662 0 0,9 64-510 0 0,-5 1 0 0 0,-4 1 0 0 0,-1 137 0 0 0,-25-4-8185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4.94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1 360 8754 0 0,'0'-27'859'0'0,"2"0"1"0"0,0 0 0 0 0,2 1-1 0 0,10-38 1 0 0,-9 49-164 0 0,-1 1-1 0 0,2 0 1 0 0,0 0 0 0 0,1 1 0 0 0,0-1 0 0 0,1 1-1 0 0,0 1 1 0 0,1 0 0 0 0,15-17 0 0 0,-19 25-561 0 0,0 0 0 0 0,0 0 1 0 0,0 0-1 0 0,1 1 0 0 0,0 0 1 0 0,-1 0-1 0 0,1 1 1 0 0,0-1-1 0 0,0 1 0 0 0,0 0 1 0 0,0 1-1 0 0,9-2 0 0 0,-13 3-127 0 0,-1 0-1 0 0,1-1 0 0 0,0 1 0 0 0,0 0 0 0 0,0 0 0 0 0,0 0 0 0 0,-1 1 0 0 0,1-1 0 0 0,0 0 0 0 0,0 1 0 0 0,0-1 0 0 0,-1 1 1 0 0,1-1-1 0 0,0 1 0 0 0,-1 0 0 0 0,1 0 0 0 0,-1 0 0 0 0,1 0 0 0 0,-1 0 0 0 0,1 0 0 0 0,-1 0 0 0 0,1 1 0 0 0,-1-1 0 0 0,0 0 1 0 0,0 1-1 0 0,0-1 0 0 0,0 1 0 0 0,0-1 0 0 0,0 1 0 0 0,0 0 0 0 0,0-1 0 0 0,-1 1 0 0 0,1 0 0 0 0,-1-1 0 0 0,1 1 1 0 0,-1 0-1 0 0,0 0 0 0 0,1 0 0 0 0,-1 0 0 0 0,0-1 0 0 0,0 1 0 0 0,0 0 0 0 0,-1 0 0 0 0,1 0 0 0 0,-1 2 0 0 0,-1 9 7 0 0,-1-1-1 0 0,0 0 0 0 0,-1 0 0 0 0,-1 0 0 0 0,0-1 0 0 0,0 1 0 0 0,-1-1 0 0 0,0-1 0 0 0,-16 20 1 0 0,9-11 99 0 0,-16 33 0 0 0,28-50-93 0 0,0 1 0 0 0,0-1 0 0 0,0 1 0 0 0,1 0-1 0 0,-1-1 1 0 0,1 1 0 0 0,-1 0 0 0 0,1 0 0 0 0,0-1 0 0 0,0 1 0 0 0,1 0 0 0 0,-1-1 0 0 0,0 1 0 0 0,1 0 0 0 0,0-1 0 0 0,-1 1 0 0 0,1 0-1 0 0,0-1 1 0 0,0 1 0 0 0,1-1 0 0 0,-1 0 0 0 0,0 1 0 0 0,1-1 0 0 0,-1 0 0 0 0,1 0 0 0 0,0 0 0 0 0,0 0 0 0 0,3 3 0 0 0,7 5 134 0 0,0-1 1 0 0,0 0-1 0 0,1-1 1 0 0,14 7 0 0 0,-5-3-82 0 0,18 14-193 0 0,-28-17-303 0 0,1 0 1 0 0,-1-1 0 0 0,1-1-1 0 0,1 0 1 0 0,0-1-1 0 0,0 0 1 0 0,15 3 0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3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91 111 2304 0 0,'-8'-50'4356'0'0,"8"43"-2805"0"0,0 0 0 0 0,-1 0-1 0 0,0 0 1 0 0,-1 0 0 0 0,0 0 0 0 0,-4-12 0 0 0,1 30 2665 0 0,-1 22-3513 0 0,-51 297 347 0 0,56-318-1182 0 0,0-1 0 0 0,0 1 0 0 0,1 0 0 0 0,3 21 0 0 0,-3-29-34 0 0,1 0 0 0 0,0 0 0 0 0,0 0 0 0 0,0-1 0 0 0,1 1 0 0 0,-1 0 0 0 0,1 0 0 0 0,0-1 0 0 0,0 1 0 0 0,0-1 0 0 0,1 0 0 0 0,-1 1 0 0 0,1-1 0 0 0,-1 0 0 0 0,1-1 0 0 0,0 1 1 0 0,5 3-1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57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58 456 0 0,'0'-5'-801'0'0,"20"-47"19735"0"0,-18 52-18522 0 0,19 2 577 0 0,-13 0-711 0 0,0 2-1 0 0,0-1 1 0 0,-1 1 0 0 0,1 0 0 0 0,-1 1 0 0 0,0-1 0 0 0,0 2 0 0 0,0-1 0 0 0,9 10 0 0 0,6 9 59 0 0,22 28 1 0 0,-27-30-291 0 0,0 1-1 0 0,-2 1 1 0 0,24 47 0 0 0,-34-57-829 0 0,0 0 1 0 0,6 25-1 0 0,-7-20-6885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75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2 153 2761 0 0,'-2'-12'6131'0'0,"3"11"-5945"0"0,14-12 3019 0 0,27-6-917 0 0,-37 17-1710 0 0,1 0-293 0 0,185-85 640 0 0,-162 71-937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96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 1 11058 0 0,'-1'1'158'0'0,"1"0"-1"0"0,-1 0 0 0 0,1 0 0 0 0,-1 0 0 0 0,1 0 0 0 0,0 0 0 0 0,-1 1 1 0 0,1-1-1 0 0,0 0 0 0 0,0 0 0 0 0,0 0 0 0 0,-1 0 0 0 0,1 1 0 0 0,1-1 1 0 0,-1 0-1 0 0,0 0 0 0 0,0 0 0 0 0,0 0 0 0 0,1 3 0 0 0,10 28 3181 0 0,-5-16-2310 0 0,4 23 1058 0 0,8 71 0 0 0,-8 42-5275 0 0,-9-132-3902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6.35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0 127 4609 0 0,'2'-5'265'0'0,"0"0"-1"0"0,0 0 1 0 0,0-1 0 0 0,0 2-1 0 0,1-1 1 0 0,0 0 0 0 0,0 0 0 0 0,0 1-1 0 0,0 0 1 0 0,1 0 0 0 0,0 0-1 0 0,0 0 1 0 0,0 0 0 0 0,0 1-1 0 0,10-6 1 0 0,-2 1 442 0 0,0 1-1 0 0,1 0 0 0 0,-1 0 1 0 0,2 2-1 0 0,13-5 1 0 0,-22 8-383 0 0,0 1 0 0 0,1 0 1 0 0,-1 0-1 0 0,1 0 0 0 0,-1 1 0 0 0,1-1 1 0 0,-1 1-1 0 0,1 1 0 0 0,-1-1 0 0 0,11 3 1 0 0,-14-3-207 0 0,-1 1 0 0 0,0-1 0 0 0,1 1 1 0 0,-1 0-1 0 0,0-1 0 0 0,1 1 1 0 0,-1 0-1 0 0,0 0 0 0 0,0 0 0 0 0,0 0 1 0 0,0 0-1 0 0,0 0 0 0 0,0 0 1 0 0,0 0-1 0 0,0 0 0 0 0,0 1 0 0 0,1 1 1 0 0,-2 0-56 0 0,1-1 0 0 0,-1 0 0 0 0,1 1 0 0 0,-1-1 0 0 0,0 1 0 0 0,0-1 0 0 0,0 0 0 0 0,0 1 0 0 0,0-1 0 0 0,0 1 0 0 0,-1-1 0 0 0,1 0 0 0 0,-1 1 0 0 0,-1 2 0 0 0,-4 12-312 0 0,-2-1 0 0 0,0 1 0 0 0,-15 22 0 0 0,12-22-83 0 0,2 0 0 0 0,-12 27 0 0 0,21-43 324 0 0,-1 0 0 0 0,0 0 1 0 0,1 0-1 0 0,0 1 0 0 0,-1-1 1 0 0,1 0-1 0 0,0 0 0 0 0,0 1 1 0 0,0-1-1 0 0,0 0 0 0 0,0 1 1 0 0,0-1-1 0 0,0 0 0 0 0,0 1 1 0 0,0-1-1 0 0,0 0 1 0 0,1 0-1 0 0,-1 1 0 0 0,1-1 1 0 0,-1 0-1 0 0,1 0 0 0 0,-1 0 1 0 0,1 0-1 0 0,0 1 0 0 0,-1-1 1 0 0,1 0-1 0 0,0 0 0 0 0,0 0 1 0 0,0 0-1 0 0,0-1 0 0 0,0 1 1 0 0,0 0-1 0 0,0 0 0 0 0,0-1 1 0 0,0 1-1 0 0,0 0 0 0 0,1-1 1 0 0,-1 1-1 0 0,0-1 0 0 0,0 1 1 0 0,1-1-1 0 0,1 1 0 0 0,7 1 81 0 0,1-1-1 0 0,-1 0 1 0 0,1 0-1 0 0,14-2 0 0 0,-8 1 72 0 0,11 0-8 0 0,43 3 435 0 0,-66-2-544 0 0,-1 0 0 0 0,1 0-1 0 0,-1 0 1 0 0,1 0 0 0 0,-1 1 0 0 0,0 0 0 0 0,1-1 0 0 0,-1 2 0 0 0,0-1-1 0 0,0 0 1 0 0,-1 1 0 0 0,6 4 0 0 0,-7-5 6 0 0,0 0 0 0 0,-1 1 1 0 0,0-1-1 0 0,1 0 0 0 0,-1 1 0 0 0,0-1 0 0 0,0 1 0 0 0,0-1 1 0 0,-1 1-1 0 0,1-1 0 0 0,-1 1 0 0 0,1 0 0 0 0,-1-1 1 0 0,0 1-1 0 0,0 0 0 0 0,0-1 0 0 0,0 1 0 0 0,-1 0 0 0 0,1-1 1 0 0,-1 1-1 0 0,1-1 0 0 0,-1 1 0 0 0,0-1 0 0 0,0 1 1 0 0,0-1-1 0 0,0 1 0 0 0,-1-1 0 0 0,-1 3 0 0 0,-4 7 253 0 0,0 0-1 0 0,-1-1 1 0 0,-18 20 0 0 0,-114 115 850 0 0,128-126-2098 0 0,9-11-29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6.65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 24 7834 0 0,'-9'7'1680'0'0,"19"-4"2197"0"0,21-4-310 0 0,-3-11-2665 0 0,16-6-946 0 0,-43 17-212 0 0,1 1 0 0 0,0-1 0 0 0,0 1-1 0 0,0 0 1 0 0,-1 0 0 0 0,1-1 0 0 0,0 2 0 0 0,0-1-1 0 0,0 0 1 0 0,0 0 0 0 0,2 1 0 0 0,-3-1 243 0 0,-1 1 0 0 0,1-1 0 0 0,-1 1 1 0 0,1-1-1 0 0,-1 0 0 0 0,1 1 0 0 0,-1-1 1 0 0,1 1-1 0 0,-1-1 0 0 0,0 1 0 0 0,1-1 0 0 0,-1 1 1 0 0,0 0-1 0 0,1-1 0 0 0,-1 1 0 0 0,0-1 0 0 0,0 1 1 0 0,0 0-1 0 0,1-1 0 0 0,-1 1 0 0 0,0 0 0 0 0,0-1 1 0 0,0 1-1 0 0,0-1 0 0 0,0 1 0 0 0,0 0 1 0 0,0-1-1 0 0,-1 1 0 0 0,1 0 0 0 0,0-1 0 0 0,0 1 1 0 0,0 0-1 0 0,-1 0 0 0 0,-2 5 13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6.77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34 2304 0 0,'2'5'8423'0'0,"-2"-4"-8299"0"0,19-3 4138 0 0,23-8-1829 0 0,27-13-4709 0 0,-53 19 1985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0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14 14747 0 0,'0'-1'166'0'0,"0"1"1"0"0,0-1-1 0 0,0 1 0 0 0,0-1 0 0 0,0 1 0 0 0,0 0 1 0 0,-1-1-1 0 0,1 1 0 0 0,5-9 3490 0 0,-4 9-3489 0 0,8 9 1819 0 0,7 22-1245 0 0,-4 7-519 0 0,-2-1 1 0 0,-2 2-1 0 0,-2-1 1 0 0,4 64-1 0 0,7 50-194 0 0,7-41-192 0 0,-4-38-6433 0 0,-5-30-781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37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 3 8754 0 0,'-8'-3'11084'0'0,"12"8"-10271"0"0,8 13-624 0 0,-1 0 0 0 0,0 1 0 0 0,-1 0 0 0 0,-1 1 1 0 0,-1 0-1 0 0,9 36 0 0 0,21 139 1410 0 0,-21-97-1296 0 0,47 179-8542 0 0,-58-260 1499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64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270 5 2761 0 0,'-3'-1'613'0'0,"1"0"1"0"0,0 1-1 0 0,0-1 1 0 0,-1 0-1 0 0,1 1 1 0 0,0 0-1 0 0,-1-1 1 0 0,1 1-1 0 0,-1 0 1 0 0,1 0-1 0 0,0 0 1 0 0,-5 1-1 0 0,-31 13 3083 0 0,20-3-2834 0 0,1 0 0 0 0,-18 15 0 0 0,29-21-374 0 0,-7 5-217 0 0,0 1-1 0 0,1 0 1 0 0,0 0-1 0 0,1 1 1 0 0,0 0-1 0 0,1 1 0 0 0,0 1 1 0 0,-12 22-1 0 0,21-33-211 0 0,0-1-1 0 0,0 1 1 0 0,0-1-1 0 0,0 1 0 0 0,1-1 1 0 0,-1 1-1 0 0,1-1 1 0 0,-1 1-1 0 0,1-1 1 0 0,0 1-1 0 0,0 0 1 0 0,0-1-1 0 0,1 1 0 0 0,-1-1 1 0 0,1 1-1 0 0,-1 0 1 0 0,1-1-1 0 0,2 5 1 0 0,-1-3-5 0 0,0-1 1 0 0,1 1 0 0 0,-1-1 0 0 0,1 1-1 0 0,0-1 1 0 0,0 0 0 0 0,0 0 0 0 0,0 0-1 0 0,1-1 1 0 0,5 4 0 0 0,2 1-12 0 0,1-1 1 0 0,0-1-1 0 0,0 0 0 0 0,0 0 1 0 0,1-1-1 0 0,17 3 1 0 0,28 0-768 0 0,-38-6-81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98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19 14283 0 0,'-13'-18'4495'0'0,"19"33"-423"0"0,0 14-3629 0 0,6 58 0 0 0,-3-9-257 0 0,6 20-224 0 0,-10-54-364 0 0,2 0 1 0 0,2-1-1 0 0,1 0 1 0 0,28 67 0 0 0,-25-80-7457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9.23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3681 0 0,'2'8'10889'0'0,"0"11"-5187"0"0,12 113-3491 0 0,-5 189-902 0 0,0 2-3252 0 0,-4-276-5887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0.70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21 8290 0 0,'0'-1'193'0'0,"0"1"1"0"0,0-1 0 0 0,0 0 0 0 0,0 1-1 0 0,0-1 1 0 0,0 0 0 0 0,0 1-1 0 0,0-1 1 0 0,0 0 0 0 0,0 1 0 0 0,1-1-1 0 0,-1 0 1 0 0,0 1 0 0 0,0-1-1 0 0,1 1 1 0 0,-1-1 0 0 0,0 0 0 0 0,1 1-1 0 0,-1-1 1 0 0,1 1 0 0 0,-1-1-1 0 0,1 1 1 0 0,-1-1 0 0 0,1 1 0 0 0,-1 0-1 0 0,1-1 1 0 0,0 0 0 0 0,0 1-104 0 0,-1 0 0 0 0,0-1-1 0 0,1 1 1 0 0,-1-1 0 0 0,1 1 0 0 0,-1 0 0 0 0,1 0 0 0 0,-1-1 0 0 0,1 1 0 0 0,0 0 0 0 0,-1 0 0 0 0,1 0-1 0 0,-1-1 1 0 0,1 1 0 0 0,-1 0 0 0 0,1 0 0 0 0,0 0 0 0 0,-1 0 0 0 0,1 0 0 0 0,-1 0 0 0 0,1 0 0 0 0,0 0 0 0 0,-1 1-1 0 0,1-1 1 0 0,-1 0 0 0 0,1 0 0 0 0,-1 0 0 0 0,1 1 0 0 0,-1-1 0 0 0,1 0 0 0 0,-1 0 0 0 0,1 1 0 0 0,-1-1 0 0 0,1 1-1 0 0,-1-1 1 0 0,1 0 0 0 0,-1 1 0 0 0,1-1 0 0 0,-1 1 0 0 0,0-1 0 0 0,1 1 0 0 0,-1 0 0 0 0,2 3 209 0 0,0 1 1 0 0,0 0 0 0 0,0 0 0 0 0,-1 0-1 0 0,0 0 1 0 0,0 0 0 0 0,0 0-1 0 0,0 0 1 0 0,-1 0 0 0 0,0 0-1 0 0,-1 7 1 0 0,-10 60 561 0 0,7-53-672 0 0,-6 32-80 0 0,-10 66 282 0 0,18-103-353 0 0,1 0 1 0 0,1 1-1 0 0,0 0 1 0 0,1-1-1 0 0,6 28 1 0 0,-6-39-36 0 0,-1 0-1 0 0,1 0 1 0 0,0 0 0 0 0,0 0 0 0 0,0-1 0 0 0,1 1-1 0 0,-1 0 1 0 0,1-1 0 0 0,-1 1 0 0 0,1-1-1 0 0,0 0 1 0 0,0 0 0 0 0,0 1 0 0 0,0-1-1 0 0,0 0 1 0 0,1-1 0 0 0,-1 1 0 0 0,1 0-1 0 0,3 1 1 0 0,-2-1 7 0 0,0-1 0 0 0,1 1 0 0 0,-1-1 0 0 0,1-1 0 0 0,0 1 0 0 0,-1-1 0 0 0,1 1 0 0 0,0-1 0 0 0,-1 0 0 0 0,1-1 0 0 0,5 0 0 0 0,10-4 20 0 0,0-1 1 0 0,0 0-1 0 0,-1-2 1 0 0,25-12-1 0 0,-43 20-30 0 0,81-45-469 0 0,-29 12-3051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0.91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56 1 2761 0 0,'-17'-1'568'0'0,"16"2"-151"0"0,0-1 1 0 0,-1 0 0 0 0,1 1-1 0 0,0-1 1 0 0,0 1-1 0 0,0 0 1 0 0,-1-1-1 0 0,1 1 1 0 0,0 0-1 0 0,0-1 1 0 0,0 1 0 0 0,0 0-1 0 0,-1 1 1 0 0,-8 18 5453 0 0,5-4-5258 0 0,2-3 159 0 0,1 0 0 0 0,1 0 0 0 0,0 0 0 0 0,1 0-1 0 0,1 0 1 0 0,3 23 0 0 0,22 81 681 0 0,-16-79-1122 0 0,5 35-692 0 0,-10-41-5522 0 0,-2-10-1237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1.25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0 11522 0 0,'6'8'7288'0'0,"22"30"-4933"0"0,-15-20-2015 0 0,-1 1 1 0 0,-1 1-1 0 0,0 0 1 0 0,-2 0-1 0 0,0 1 0 0 0,-2 0 1 0 0,6 25-1 0 0,21 157 185 0 0,-5-20-1245 0 0,-23-158-536 0 0,2-2-4333 0 0,1-5-1665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1.5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202 8 7370 0 0,'-1'-7'3244'0'0,"1"7"-3175"0"0,0 0 0 0 0,0 0 0 0 0,-1 0 0 0 0,1 0 0 0 0,0 0 0 0 0,0 0 0 0 0,0 0 0 0 0,0 0 0 0 0,-1 0 0 0 0,1 0 0 0 0,0 0 0 0 0,0 0 0 0 0,0 0 0 0 0,0 0 0 0 0,-1 0 0 0 0,1 0 1 0 0,0 0-1 0 0,0 0 0 0 0,-1 0 0 0 0,-17 11 3005 0 0,-21 23-241 0 0,19-13-2141 0 0,1 1-1 0 0,1 0 1 0 0,1 2-1 0 0,-15 27 1 0 0,27-42-567 0 0,1-1-1 0 0,-1 1 1 0 0,2 0 0 0 0,-1 0 0 0 0,1 1 0 0 0,0-1-1 0 0,1 1 1 0 0,0-1 0 0 0,1 1 0 0 0,0 0 0 0 0,0 0 0 0 0,1 0-1 0 0,1-1 1 0 0,-1 1 0 0 0,4 16 0 0 0,-2-21-77 0 0,0 0-1 0 0,0-1 1 0 0,1 1-1 0 0,-1-1 1 0 0,1 1-1 0 0,0-1 1 0 0,0 0-1 0 0,0 0 1 0 0,0 0-1 0 0,1-1 1 0 0,0 1 0 0 0,0-1-1 0 0,0 0 1 0 0,0 0-1 0 0,0 0 1 0 0,0-1-1 0 0,1 1 1 0 0,0-1-1 0 0,-1 0 1 0 0,1 0-1 0 0,0-1 1 0 0,0 1 0 0 0,0-1-1 0 0,0 0 1 0 0,6 0-1 0 0,14 1 12 0 0,1 0 0 0 0,0-2 0 0 0,44-5 0 0 0,-44 3-101 0 0,-5 0-495 0 0,20-2-43 0 0,-18 11-9047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00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10 7498 0 0,'8'-10'0'0'0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16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 43 5985 0 0,'0'0'106'0'0,"-1"0"0"0"0,1 0 0 0 0,0 0 0 0 0,0 0 0 0 0,-1 0 0 0 0,1 0 0 0 0,-2 2 637 0 0,2-2-637 0 0,0 0 0 0 0,0 1 0 0 0,0-1 0 0 0,-1 0 0 0 0,1 0 0 0 0,0 1 0 0 0,0-1 0 0 0,0 0 0 0 0,0 1 0 0 0,0-1 0 0 0,0 0 0 0 0,0 1 0 0 0,0-1 0 0 0,0 0 0 0 0,0 1 0 0 0,0-1 0 0 0,0 0 0 0 0,0 1 0 0 0,0-1 0 0 0,0 0 0 0 0,0 0 0 0 0,0 1 0 0 0,0-1 0 0 0,0 0 0 0 0,0 1 0 0 0,0-1 0 0 0,0 0 0 0 0,1 1 0 0 0,0 0 636 0 0,-1-1-636 0 0,0 1 0 0 0,1-1 0 0 0,-1 0 0 0 0,0 0 0 0 0,1 0 0 0 0,-1 0 0 0 0,0 1 0 0 0,0-1 0 0 0,1 0 0 0 0,-1 0 0 0 0,0 0 0 0 0,1 0 0 0 0,-1 0 1 0 0,0 0-1 0 0,1 0 0 0 0,-1 0 0 0 0,0 0 0 0 0,1 0 0 0 0,24 3 3821 0 0,-9-5-3097 0 0,0-2 1 0 0,-1 0-1 0 0,1-1 1 0 0,20-10-1 0 0,-21 9-1194 0 0,0 0 0 0 0,0 1-1 0 0,0 1 1 0 0,26-5 0 0 0,-34 9-1135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32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82 3225 0 0,'0'1'41'0'0,"0"-1"1"0"0,0 1 0 0 0,0-1-1 0 0,1 0 1 0 0,-1 1-1 0 0,0-1 1 0 0,1 0 0 0 0,-1 1-1 0 0,0-1 1 0 0,0 0 0 0 0,1 0-1 0 0,-1 1 1 0 0,1-1-1 0 0,-1 0 1 0 0,0 0 0 0 0,1 1-1 0 0,-1-1 1 0 0,0 0 0 0 0,1 0-1 0 0,-1 0 1 0 0,1 0-1 0 0,-1 0 1 0 0,1 0 0 0 0,-1 0-1 0 0,0 0 1 0 0,1 0 0 0 0,-1 0-1 0 0,1 0 1 0 0,-1 0-1 0 0,1 0 1 0 0,-1 0 0 0 0,0 0-1 0 0,1 0 1 0 0,22-4 2350 0 0,-15 3-1938 0 0,16-3 1088 0 0,-1-1 0 0 0,0 0 0 0 0,36-15 1 0 0,24-14-4939 0 0,-63 26 728 0 0,-8 1 686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95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82 10 6913 0 0,'-29'-2'1625'0'0,"-24"-5"7285"0"0,75 10-6666 0 0,39 3 0 0 0,-3-1-1841 0 0,321 59 870 0 0,-268-50-1014 0 0,254 23-277 0 0,-261-40-1669 0 0,-58-2-6252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3.44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34 47 3225 0 0,'-34'-47'15547'0'0,"35"63"-14171"0"0,5 324 2199 0 0,5 57-5160 0 0,-7-346-6342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3.84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11 6 11058 0 0,'-10'-6'10433'0'0,"17"25"-9891"0"0,10 39 97 0 0,53 198 846 0 0,-60-209-1550 0 0,-2 0 1 0 0,-3 1-1 0 0,0 73 0 0 0,-6-96-316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14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0 169 2304 0 0,'2'-5'505'0'0,"0"-1"0"0"0,1 1 0 0 0,0 0 0 0 0,0 0 0 0 0,0 0 0 0 0,0 0 0 0 0,1 1 0 0 0,0-1 0 0 0,8-7 0 0 0,43-34 2185 0 0,-51 43-2550 0 0,9-6 447 0 0,1 0 1 0 0,0 0-1 0 0,0 1 1 0 0,0 1 0 0 0,23-7-1 0 0,-33 12-444 0 0,0 1-1 0 0,1 0 0 0 0,-1 0 1 0 0,1 0-1 0 0,-1 1 0 0 0,1 0 0 0 0,-1 0 1 0 0,1 0-1 0 0,-1 0 0 0 0,9 2 1 0 0,-11-1-76 0 0,0 0 0 0 0,1 0 0 0 0,-1 0 0 0 0,0 0 0 0 0,0 0 0 0 0,0 0 0 0 0,0 1 0 0 0,0-1 0 0 0,0 1 0 0 0,0 0 0 0 0,-1-1 0 0 0,1 1 0 0 0,-1 0 0 0 0,1 0 0 0 0,-1 0 0 0 0,1 0 0 0 0,-1 0 0 0 0,0 0 0 0 0,0 0 0 0 0,0 1 0 0 0,1 2 0 0 0,-1 0-12 0 0,0 1 1 0 0,-1-1-1 0 0,1 0 0 0 0,-1 0 1 0 0,0 1-1 0 0,0-1 0 0 0,0 0 1 0 0,-1 0-1 0 0,0 0 1 0 0,0 1-1 0 0,0-1 0 0 0,-4 8 1 0 0,-3 9 204 0 0,-18 32 1 0 0,9-20 121 0 0,13-26-292 0 0,-18 48 842 0 0,21-52-785 0 0,0-1 0 0 0,0 1-1 0 0,1-1 1 0 0,-1 1 0 0 0,1-1 0 0 0,0 1-1 0 0,0-1 1 0 0,0 1 0 0 0,0-1 0 0 0,1 1-1 0 0,-1-1 1 0 0,1 1 0 0 0,0-1 0 0 0,2 5-1 0 0,-2-6-54 0 0,1 1 1 0 0,0-1-1 0 0,-1 0 0 0 0,1 0 0 0 0,0 0 0 0 0,1 0 1 0 0,-1-1-1 0 0,0 1 0 0 0,0-1 0 0 0,1 1 0 0 0,-1-1 1 0 0,5 2-1 0 0,39 13-182 0 0,-24-9-419 0 0,10 6-2087 0 0,-15-8-4536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34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92 3225 0 0,'32'-38'713'0'0,"-6"-3"6781"0"0,-19 29-4027 0 0,-19 43 2639 0 0,-3 28-5307 0 0,9-28-336 0 0,0-10-369 0 0,-16 82 12 0 0,20-91-111 0 0,1 0 1 0 0,0 0 0 0 0,1 0 0 0 0,0 0-1 0 0,1 1 1 0 0,2 15 0 0 0,3-16-105 0 0,-6-12 54 0 0,0 1 0 0 0,0-1 1 0 0,0 0-1 0 0,1 0 1 0 0,-1 0-1 0 0,0 0 1 0 0,0 1-1 0 0,0-1 0 0 0,1 0 1 0 0,-1 0-1 0 0,0 0 1 0 0,0 0-1 0 0,0 1 1 0 0,1-1-1 0 0,-1 0 1 0 0,0 0-1 0 0,0 0 0 0 0,1 0 1 0 0,-1 0-1 0 0,0 0 1 0 0,0 0-1 0 0,1 0 1 0 0,-1 0-1 0 0,0 0 0 0 0,1 0 1 0 0,-1 0-1 0 0,0 0 1 0 0,0 0-1 0 0,1 0 1 0 0,-1 0-1 0 0,0 0 0 0 0,0 0 1 0 0,1 0-1 0 0,-1-1 1 0 0,0 1-1 0 0,0 0 1 0 0,0 0-1 0 0,1 0 0 0 0,-1 0 1 0 0,0-1-1 0 0,0 1 1 0 0,0 0-1 0 0,1 0 1 0 0,-1 0-1 0 0,0 0 0 0 0,0-1 1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50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91 6449 0 0,'3'-13'75'0'0,"15"-38"1241"0"0,-18 50-1095 0 0,1-1 1 0 0,0 0 0 0 0,-1 1 0 0 0,1-1 0 0 0,0 1 0 0 0,0 0-1 0 0,0-1 1 0 0,0 1 0 0 0,0 0 0 0 0,0 0 0 0 0,1-1-1 0 0,-1 1 1 0 0,0 0 0 0 0,1 0 0 0 0,-1 0 0 0 0,1 0 0 0 0,-1 1-1 0 0,1-1 1 0 0,-1 0 0 0 0,1 1 0 0 0,-1-1 0 0 0,1 1-1 0 0,0-1 1 0 0,-1 1 0 0 0,4 0 0 0 0,-3 0-29 0 0,0 1 1 0 0,0-1-1 0 0,0 1 0 0 0,-1 0 1 0 0,1 0-1 0 0,0 0 1 0 0,0 0-1 0 0,-1 0 0 0 0,1 1 1 0 0,0-1-1 0 0,-1 0 1 0 0,0 1-1 0 0,1-1 0 0 0,-1 1 1 0 0,0 0-1 0 0,1-1 1 0 0,-1 1-1 0 0,0 0 0 0 0,0 0 1 0 0,0 2-1 0 0,19 46 1258 0 0,-15-36-983 0 0,43 109 1133 0 0,36 98-2033 0 0,-78-202 80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67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1 119 6913 0 0,'9'-4'5186'0'0,"9"-6"-3299"0"0,11-5-750 0 0,33-11-464 0 0,44-20-858 0 0,-76 28 249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8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 0 12443 0 0,'-4'7'480'0'0,"1"0"0"0"0,0 0 1 0 0,1 0-1 0 0,0 0 1 0 0,0 0-1 0 0,0 1 0 0 0,1-1 1 0 0,0 0-1 0 0,1 12 1 0 0,5 74 2461 0 0,-1-49-1765 0 0,2 29-241 0 0,1 30-2246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5.2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85 6449 0 0,'0'-4'161'0'0,"0"1"-1"0"0,1-1 0 0 0,-1 0 0 0 0,1 1 0 0 0,0-1 0 0 0,0 1 1 0 0,0-1-1 0 0,0 1 0 0 0,1-1 0 0 0,0 1 0 0 0,-1 0 0 0 0,1 0 1 0 0,0-1-1 0 0,0 1 0 0 0,1 1 0 0 0,-1-1 0 0 0,1 0 0 0 0,-1 1 1 0 0,1-1-1 0 0,0 1 0 0 0,0 0 0 0 0,0 0 0 0 0,0 0 0 0 0,0 0 1 0 0,1 0-1 0 0,-1 1 0 0 0,0-1 0 0 0,1 1 0 0 0,-1 0 1 0 0,1 0-1 0 0,-1 1 0 0 0,1-1 0 0 0,0 1 0 0 0,-1-1 0 0 0,1 1 1 0 0,0 0-1 0 0,-1 1 0 0 0,7 0 0 0 0,-4 0-47 0 0,0 0-1 0 0,-1 1 1 0 0,1 0-1 0 0,-1 0 1 0 0,1 0 0 0 0,-1 1-1 0 0,0-1 1 0 0,0 1-1 0 0,0 0 1 0 0,0 1-1 0 0,-1-1 1 0 0,1 1 0 0 0,-1 0-1 0 0,0 0 1 0 0,0 1-1 0 0,0-1 1 0 0,-1 1-1 0 0,1 0 1 0 0,-1 0 0 0 0,0 0-1 0 0,-1 0 1 0 0,1 0-1 0 0,1 8 1 0 0,-1-5 29 0 0,-1 0 1 0 0,0 1-1 0 0,-1-1 0 0 0,0 1 1 0 0,0-1-1 0 0,-1 1 1 0 0,0 0-1 0 0,-1-1 0 0 0,0 1 1 0 0,0-1-1 0 0,-1 1 0 0 0,0-1 1 0 0,0 0-1 0 0,-1 0 0 0 0,-4 10 1 0 0,5-15-151 0 0,1 0 1 0 0,-1 0-1 0 0,1 0 1 0 0,0 1-1 0 0,0-1 0 0 0,0 1 1 0 0,0-1-1 0 0,0 7 1 0 0,1-9 5 0 0,0 0 0 0 0,1 0 0 0 0,-1 0 0 0 0,1 0-1 0 0,-1 0 1 0 0,1 0 0 0 0,0 0 0 0 0,-1 0 0 0 0,1 0 0 0 0,0-1 0 0 0,0 1 0 0 0,-1 0 0 0 0,1 0 0 0 0,0-1 0 0 0,0 1 0 0 0,0-1 0 0 0,0 1 0 0 0,0-1 0 0 0,0 1 0 0 0,0-1-1 0 0,0 1 1 0 0,0-1 0 0 0,0 0 0 0 0,0 0 0 0 0,0 0 0 0 0,0 1 0 0 0,0-1 0 0 0,1 0 0 0 0,-1 0 0 0 0,0 0 0 0 0,0-1 0 0 0,1 1 0 0 0,13 1-258 0 0,-8-1 509 0 0,1 0-1 0 0,0 1 0 0 0,0 0 1 0 0,-1 0-1 0 0,1 1 0 0 0,9 3 1 0 0,-16-5-196 0 0,0 1 0 0 0,0-1 1 0 0,0 1-1 0 0,0-1 1 0 0,-1 1-1 0 0,1 0 0 0 0,0-1 1 0 0,0 1-1 0 0,0 0 1 0 0,0 0-1 0 0,-1 0 0 0 0,1 0 1 0 0,0-1-1 0 0,-1 1 1 0 0,1 0-1 0 0,-1 0 0 0 0,1 0 1 0 0,-1 0-1 0 0,0 0 1 0 0,1 2-1 0 0,-1-1-39 0 0,0 0 0 0 0,0 0-1 0 0,0 0 1 0 0,0 0 0 0 0,-1 0 0 0 0,1 0 0 0 0,-1 0-1 0 0,1 0 1 0 0,-1 0 0 0 0,0 0 0 0 0,0 0 0 0 0,1 0-1 0 0,-1 0 1 0 0,-3 2 0 0 0,-16 21-2021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5.94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10594 0 0,'0'0'819'0'0,"24"10"6387"0"0,-17-4-6820 0 0,1 0 1 0 0,-1 1 0 0 0,-1 0 0 0 0,0 0-1 0 0,0 0 1 0 0,0 1 0 0 0,-1-1-1 0 0,0 2 1 0 0,0-1 0 0 0,-1 0 0 0 0,0 1-1 0 0,4 12 1 0 0,3 12-174 0 0,-2 1 0 0 0,5 34 0 0 0,11 145-1736 0 0,-23-148-6628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6.3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11 7 13363 0 0,'-10'-6'3967'0'0,"13"27"607"0"0,0-10-4947 0 0,23 145 2536 0 0,21 180-1033 0 0,-42-270-1545 0 0,4-1 0 0 0,32 120 1 0 0,-32-158-41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6.9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0 11058 0 0,'5'19'3317'0'0,"-1"-1"-1"0"0,2 23 0 0 0,6 112-2418 0 0,-7-81 10 0 0,-3-35-837 0 0,2-1-1 0 0,1 0 1 0 0,2 0 0 0 0,15 47-1 0 0,-14-62-263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7.16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254 1 8754 0 0,'-1'-1'148'0'0,"-1"1"1"0"0,1 0-1 0 0,0 0 0 0 0,-1 0 0 0 0,1 1 1 0 0,0-1-1 0 0,-1 0 0 0 0,1 0 1 0 0,0 1-1 0 0,0-1 0 0 0,-1 1 1 0 0,1-1-1 0 0,0 1 0 0 0,0-1 1 0 0,0 1-1 0 0,0 0 0 0 0,-1 0 1 0 0,1-1-1 0 0,-1 2 0 0 0,-22 22 1977 0 0,17-18-1832 0 0,-26 27 1243 0 0,-55 58 805 0 0,77-78-1975 0 0,0 0 0 0 0,1 0 0 0 0,1 1 1 0 0,0 1-1 0 0,-8 18 0 0 0,16-30-298 0 0,0-1 1 0 0,0 1-1 0 0,0-1 0 0 0,0 1 0 0 0,0 0 0 0 0,0 0 0 0 0,1 0 0 0 0,-1-1 0 0 0,1 1 0 0 0,0 0 0 0 0,0 0 1 0 0,0 0-1 0 0,0 0 0 0 0,0 0 0 0 0,1-1 0 0 0,-1 1 0 0 0,1 0 0 0 0,0 0 0 0 0,0 0 0 0 0,0-1 0 0 0,0 1 1 0 0,0-1-1 0 0,1 1 0 0 0,-1-1 0 0 0,1 1 0 0 0,0-1 0 0 0,-1 0 0 0 0,1 0 0 0 0,0 0 0 0 0,0 0 0 0 0,0 0 1 0 0,1 0-1 0 0,-1 0 0 0 0,0-1 0 0 0,6 3 0 0 0,0 0-51 0 0,1 0 0 0 0,-1-1 0 0 0,1-1 1 0 0,0 0-1 0 0,0 0 0 0 0,0 0 0 0 0,0-1 0 0 0,0 0 1 0 0,0-1-1 0 0,11-1 0 0 0,4-2-544 0 0,42-10 0 0 0,-35 5-564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5.64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4 7370 0 0,'0'0'154'0'0,"-5"3"1847"0"0,5-3-1847 0 0,0 1 0 0 0,0-1 0 0 0,-1 1 0 0 0,1-1 0 0 0,0 0 0 0 0,0 1 0 0 0,0-1 0 0 0,0 1 0 0 0,0-1-1 0 0,0 1 1 0 0,-1-1 0 0 0,1 0 0 0 0,0 1 0 0 0,0-1 0 0 0,0 1 0 0 0,0-1 0 0 0,0 1 0 0 0,1-1 0 0 0,-1 1 0 0 0,13 9 2750 0 0,24 0-119 0 0,132-5 1360 0 0,88-20-3414 0 0,-97 3-620 0 0,-16 3-801 0 0,-98 5 57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7.58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19 4609 0 0,'0'0'111'0'0,"0"1"-1"0"0,1-1 1 0 0,-1 1-1 0 0,1-1 1 0 0,-1 1-1 0 0,0-1 1 0 0,1 0-1 0 0,-1 1 1 0 0,1-1-1 0 0,-1 0 1 0 0,1 1 0 0 0,0-1-1 0 0,-1 0 1 0 0,1 0-1 0 0,-1 1 1 0 0,1-1-1 0 0,-1 0 1 0 0,1 0-1 0 0,0 0 1 0 0,-1 0 0 0 0,1 0-1 0 0,0 0 1 0 0,-1 0-1 0 0,1 0 1 0 0,0 0-1 0 0,22 3 1932 0 0,174-6 6077 0 0,1-13-8090 0 0,-153 12-1347 0 0,-7 0-4635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7.86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19 1 6913 0 0,'-16'16'688'0'0,"16"-15"-567"0"0,-1-1 1 0 0,1 1 0 0 0,0-1 0 0 0,0 0 0 0 0,-1 1 0 0 0,1-1 0 0 0,0 1 0 0 0,0-1 0 0 0,0 1-1 0 0,0-1 1 0 0,0 1 0 0 0,0-1 0 0 0,0 0 0 0 0,0 1 0 0 0,0-1 0 0 0,0 1 0 0 0,0-1 0 0 0,0 1-1 0 0,0-1 1 0 0,0 1 0 0 0,1-1 0 0 0,-1 1 0 0 0,0-1 0 0 0,1 1 0 0 0,1 1 429 0 0,1 1 0 0 0,0-1 1 0 0,0 0-1 0 0,0 0 0 0 0,0-1 1 0 0,0 1-1 0 0,1-1 0 0 0,5 3 1 0 0,-6-3-567 0 0,31 11 1363 0 0,0-1-1 0 0,0-2 0 0 0,1-2 0 0 0,53 5 1 0 0,-25-7-824 0 0,107-7 1 0 0,-150 1-855 0 0,1-2-1 0 0,35-8 1 0 0,-17-4-6511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8.04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 0 4145 0 0,'-1'1'327'0'0,"-1"1"0"0"0,1-1 0 0 0,0 0 0 0 0,-1 1 0 0 0,1-1 0 0 0,0 0 0 0 0,0 1 0 0 0,0-1 0 0 0,0 1 0 0 0,0 0 0 0 0,0-1 0 0 0,1 1 0 0 0,-1 0 1 0 0,1 0-1 0 0,-1-1 0 0 0,1 1 0 0 0,-1 0 0 0 0,1 0 0 0 0,0 0 0 0 0,0 3 0 0 0,-3 47 3214 0 0,3-49-3365 0 0,0 44 2263 0 0,2 0-1 0 0,17 91 1 0 0,-4-74-2018 0 0,3 0 0 0 0,2-1-1 0 0,38 80 1 0 0,-42-109-641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8.34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5 12899 0 0,'1'0'53'0'0,"-1"0"-1"0"0,0 0 1 0 0,0 0 0 0 0,0 0 0 0 0,0 0-1 0 0,0 1 1 0 0,0-1 0 0 0,1 0 0 0 0,-1 0 0 0 0,0 0-1 0 0,0 0 1 0 0,0 0 0 0 0,0 0 0 0 0,0 0-1 0 0,1 0 1 0 0,-1 0 0 0 0,0 0 0 0 0,0 0 0 0 0,0 0-1 0 0,0 0 1 0 0,1 0 0 0 0,-1 0 0 0 0,0 0-1 0 0,0 0 1 0 0,0 0 0 0 0,1-1 527 0 0,0 0-527 0 0,-1 1 0 0 0,0 0 0 0 0,0 0 0 0 0,0 0-1 0 0,0 0 1 0 0,0 0 0 0 0,0-1 0 0 0,0 1-1 0 0,0 0 1 0 0,0 0 0 0 0,0 0 0 0 0,0 0 0 0 0,0 0-1 0 0,0-1 1 0 0,0 1 0 0 0,0 0 0 0 0,0 0-1 0 0,0 0 1 0 0,0 0 0 0 0,0-1 0 0 0,0 1 0 0 0,0 0-1 0 0,0 0 1 0 0,0 0 0 0 0,0 0 0 0 0,0 0-1 0 0,0-1 1 0 0,12 19 2156 0 0,8 29-135 0 0,-9-7-1244 0 0,-2 0 0 0 0,-2 1 0 0 0,2 57 0 0 0,-7 129-466 0 0,-2-60-2325 0 0,1-119-6059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8.63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1 131 6913 0 0,'23'-2'2758'0'0,"281"-34"7286"0"0,1 8-7005 0 0,148-16-3470 0 0,-369 31-2105 0 0,-48 6-4656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9.49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0 8290 0 0,'10'8'8503'0'0,"-2"5"-3539"0"0,4 22-2327 0 0,-1 39-3202 0 0,-6-4 947 0 0,23 197 1146 0 0,-30-309-2015 0 0,2 25-229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9.93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21 9674 0 0,'-1'1'233'0'0,"0"0"0"0"0,0-1 0 0 0,0 1-1 0 0,0 0 1 0 0,0 0 0 0 0,1 0 0 0 0,-1 0 0 0 0,0 0 0 0 0,1 0-1 0 0,-1 0 1 0 0,1 0 0 0 0,-1 0 0 0 0,1 0 0 0 0,-1 0 0 0 0,1 0-1 0 0,0 0 1 0 0,-1 1 0 0 0,1-1 0 0 0,0 0 0 0 0,0 0 0 0 0,0 0-1 0 0,0 1 1 0 0,0-1 0 0 0,0 0 0 0 0,0 0 0 0 0,0 0 0 0 0,1 0-1 0 0,-1 1 1 0 0,0-1 0 0 0,1 0 0 0 0,-1 0 0 0 0,1 0 0 0 0,-1 0-1 0 0,1 0 1 0 0,-1 0 0 0 0,1 0 0 0 0,0 0 0 0 0,0 0 0 0 0,-1 0-1 0 0,1 0 1 0 0,0-1 0 0 0,0 1 0 0 0,0 0 0 0 0,0 0 0 0 0,2 0-1 0 0,1 2-26 0 0,0-1 0 0 0,0 0-1 0 0,0 0 1 0 0,0 0-1 0 0,1-1 1 0 0,-1 0 0 0 0,0 0-1 0 0,1 0 1 0 0,-1 0-1 0 0,1 0 1 0 0,4-1 0 0 0,10-1-39 0 0,0-2 1 0 0,0 0-1 0 0,-1-1 1 0 0,30-10-1 0 0,69-35-3174 0 0,-94 39-4472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0.1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6913 0 0,'11'37'6192'0'0,"-4"-16"-4064"0"0,37 157 5263 0 0,72 244-4836 0 0,-107-395-4432 0 0,-2-1-6494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0.41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 7834 0 0,'5'17'7765'0'0,"0"7"-3375"0"0,2 67-2018 0 0,-4-44-1083 0 0,2 67-200 0 0,2 10-1273 0 0,4-44-6598 0 0,-7-62-853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0.69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226 0 4145 0 0,'1'4'11694'0'0,"-80"78"-8046"0"0,58-63-3349 0 0,1 0-1 0 0,1 2 1 0 0,0 0-1 0 0,2 0 0 0 0,-23 39 1 0 0,38-57-263 0 0,1-1 1 0 0,0 1-1 0 0,-1 0 0 0 0,1-1 1 0 0,0 1-1 0 0,0 0 1 0 0,0 0-1 0 0,1 0 0 0 0,-1 0 1 0 0,1-1-1 0 0,0 1 1 0 0,0 0-1 0 0,0 0 0 0 0,0 0 1 0 0,0 0-1 0 0,0 0 1 0 0,1 0-1 0 0,-1 0 0 0 0,1 0 1 0 0,0 0-1 0 0,0-1 1 0 0,0 1-1 0 0,0 0 0 0 0,1-1 1 0 0,-1 1-1 0 0,1-1 1 0 0,-1 1-1 0 0,1-1 0 0 0,0 1 1 0 0,0-1-1 0 0,0 0 0 0 0,0 0 1 0 0,1 0-1 0 0,-1-1 1 0 0,0 1-1 0 0,1 0 0 0 0,-1-1 1 0 0,6 3-1 0 0,4 1 63 0 0,0 0-1 0 0,0-1 1 0 0,1 0-1 0 0,-1-1 1 0 0,1 0-1 0 0,0-1 1 0 0,19 0-1 0 0,17-2-591 0 0,94-13 0 0 0,-129 11-232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1.33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91 6913 0 0,'0'0'135'0'0,"0"1"0"0"0,0 0 0 0 0,0-1 0 0 0,0 1 0 0 0,0 0 0 0 0,0-1-1 0 0,1 1 1 0 0,-1 0 0 0 0,0-1 0 0 0,0 1 0 0 0,1 0 0 0 0,-1-1 0 0 0,0 1-1 0 0,1-1 1 0 0,-1 1 0 0 0,1-1 0 0 0,-1 1 0 0 0,1-1 0 0 0,-1 1-1 0 0,1-1 1 0 0,-1 1 0 0 0,1-1 0 0 0,-1 0 0 0 0,1 1 0 0 0,-1-1 0 0 0,1 0-1 0 0,0 0 1 0 0,-1 1 0 0 0,1-1 0 0 0,-1 0 0 0 0,1 0 0 0 0,0 0-1 0 0,-1 0 1 0 0,1 1 0 0 0,0-1 0 0 0,-1 0 0 0 0,1 0 0 0 0,0-1 0 0 0,-1 1-1 0 0,1 0 1 0 0,1 0 0 0 0,38-2 3447 0 0,-31 1-2977 0 0,23-2 583 0 0,0-2 0 0 0,-1-1 0 0 0,47-16 1 0 0,35-17-3654 0 0,-61 20-1554 0 0,-29 11 1821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1.4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 0 11058 0 0,'0'1'168'0'0,"-1"0"0"0"0,1 0 0 0 0,-1 0 0 0 0,1 0 0 0 0,0 0-1 0 0,0 0 1 0 0,-1 0 0 0 0,1 0 0 0 0,0 0 0 0 0,0 0 0 0 0,0 0 0 0 0,0 0-1 0 0,0 0 1 0 0,0 0 0 0 0,0 0 0 0 0,1 0 0 0 0,-1 0 0 0 0,0 0-1 0 0,0 0 1 0 0,1 0 0 0 0,-1 0 0 0 0,1-1 0 0 0,-1 1 0 0 0,1 0 0 0 0,-1 0-1 0 0,1 0 1 0 0,-1 0 0 0 0,1-1 0 0 0,1 2 0 0 0,0 0 73 0 0,0-1 1 0 0,1 1-1 0 0,-1-1 1 0 0,1 0-1 0 0,-1 0 0 0 0,1 0 1 0 0,0 0-1 0 0,0 0 1 0 0,-1-1-1 0 0,6 2 1 0 0,1-1-90 0 0,0-1 1 0 0,1 0-1 0 0,-1 0 1 0 0,0 0-1 0 0,1-1 1 0 0,10-3 0 0 0,44-20-2953 0 0,-37 12 1209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5.93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34 282 2304 0 0,'-3'-3'770'0'0,"0"-1"0"0"0,0 1-1 0 0,0 0 1 0 0,0-1-1 0 0,1 0 1 0 0,-1 0-1 0 0,1 0 1 0 0,0 0-1 0 0,0 0 1 0 0,1 0 0 0 0,-1 0-1 0 0,1 0 1 0 0,0-1-1 0 0,0 1 1 0 0,1-1-1 0 0,-1 1 1 0 0,1-7-1 0 0,0 5-406 0 0,1-1 0 0 0,0 1-1 0 0,1 0 1 0 0,-1 0 0 0 0,1 0-1 0 0,1-1 1 0 0,-1 2-1 0 0,1-1 1 0 0,0 0 0 0 0,0 1-1 0 0,5-7 1 0 0,1 1-287 0 0,0 0-1 0 0,1 0 1 0 0,0 0 0 0 0,1 1 0 0 0,0 1 0 0 0,1 0 0 0 0,0 1-1 0 0,0 0 1 0 0,1 1 0 0 0,15-7 0 0 0,-18 10-75 0 0,0 1-1 0 0,1 0 1 0 0,-1 1 0 0 0,1 0 0 0 0,0 1 0 0 0,0 0-1 0 0,0 0 1 0 0,13 2 0 0 0,-17 0-5 0 0,-1-1 0 0 0,0 1 0 0 0,0 0 0 0 0,1 1 0 0 0,-1-1 0 0 0,0 1 0 0 0,0 0 0 0 0,-1 1 0 0 0,1 0 0 0 0,0-1 0 0 0,-1 2 0 0 0,1-1 0 0 0,-1 1 0 0 0,0 0 0 0 0,6 6 0 0 0,-8-6 2 0 0,-1-1 0 0 0,0 1 1 0 0,0 0-1 0 0,0 0 1 0 0,-1 0-1 0 0,1 0 1 0 0,-1 1-1 0 0,0-1 0 0 0,0 0 1 0 0,0 0-1 0 0,-1 1 1 0 0,1-1-1 0 0,-1 1 1 0 0,0-1-1 0 0,0 0 0 0 0,-1 1 1 0 0,0-1-1 0 0,1 0 1 0 0,-1 1-1 0 0,-2 3 0 0 0,-3 13-9 0 0,-2 0-1 0 0,-15 32 0 0 0,20-47 17 0 0,-33 63 4 0 0,14-30 10 0 0,-16 45 1 0 0,33-72-18 0 0,1 0 1 0 0,0 0 0 0 0,1 1-1 0 0,1-1 1 0 0,0 1 0 0 0,0-1-1 0 0,2 1 1 0 0,0 18 0 0 0,0-29 1 0 0,0 0 1 0 0,0 1 0 0 0,1-1 0 0 0,-1 1 0 0 0,1-1 0 0 0,-1 0 0 0 0,1 0-1 0 0,0 1 1 0 0,0-1 0 0 0,0 0 0 0 0,0 0 0 0 0,0 0 0 0 0,1 0 0 0 0,-1 0 0 0 0,0 0-1 0 0,1 0 1 0 0,0-1 0 0 0,-1 1 0 0 0,1 0 0 0 0,0-1 0 0 0,0 0 0 0 0,0 1-1 0 0,3 1 1 0 0,-1-2 16 0 0,0 0-1 0 0,0 0 0 0 0,0 0 0 0 0,0 0 1 0 0,0-1-1 0 0,0 0 0 0 0,0 1 0 0 0,0-1 1 0 0,0-1-1 0 0,0 1 0 0 0,0-1 0 0 0,8-1 1 0 0,-4 0 13 0 0,0-1 0 0 0,0 0 0 0 0,0 0 0 0 0,0-1 0 0 0,0 1 1 0 0,0-2-1 0 0,-1 1 0 0 0,0-1 0 0 0,0 0 0 0 0,0-1 0 0 0,-1 1 1 0 0,11-13-1 0 0,-15 15-12 0 0,-1 0 1 0 0,1 0-1 0 0,-1 0 1 0 0,0 0-1 0 0,1 0 0 0 0,-1 0 1 0 0,-1-1-1 0 0,1 1 1 0 0,0 0-1 0 0,-1 0 1 0 0,0-1-1 0 0,0 1 1 0 0,0 0-1 0 0,0-1 0 0 0,-1-3 1 0 0,0 0 7 0 0,-1 1 0 0 0,0 0 0 0 0,0 0 0 0 0,0 0 0 0 0,-1 0 0 0 0,0 0 0 0 0,-5-7 0 0 0,-4-4 39 0 0,-1 1 0 0 0,-1 1 0 0 0,-29-26 0 0 0,27 26-32 0 0,-2 1 0 0 0,0 1 1 0 0,-36-21-1 0 0,47 31-182 0 0,-1-1-1 0 0,1 1 0 0 0,0 0 1 0 0,-1 0-1 0 0,0 1 1 0 0,0 0-1 0 0,0 0 1 0 0,0 1-1 0 0,0 0 1 0 0,0 1-1 0 0,0 0 0 0 0,0 0 1 0 0,0 0-1 0 0,-8 3 1 0 0,-4 2-1193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6.3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38 1 8290 0 0,'-11'6'6393'0'0,"2"9"-3589"0"0,1 15-462 0 0,8-29-2107 0 0,-4 24-15 0 0,1 0 0 0 0,1 0 0 0 0,1 0 0 0 0,1 0 1 0 0,2 0-1 0 0,0 0 0 0 0,2 0 0 0 0,0 0 0 0 0,2-1 0 0 0,1 0 0 0 0,1 0 0 0 0,18 38 0 0 0,-23-56-216 0 0,0 0 0 0 0,1 0 0 0 0,0-1 1 0 0,0 1-1 0 0,0-1 0 0 0,0 0 0 0 0,1 0 0 0 0,0-1 0 0 0,0 1 1 0 0,0-1-1 0 0,0 0 0 0 0,1-1 0 0 0,0 1 0 0 0,6 2 1 0 0,-8-5-2 0 0,0 1 0 0 0,0-1 1 0 0,1-1-1 0 0,-1 1 1 0 0,0 0-1 0 0,1-1 1 0 0,-1 0-1 0 0,0 0 0 0 0,1 0 1 0 0,-1-1-1 0 0,0 1 1 0 0,1-1-1 0 0,-1 0 0 0 0,0 0 1 0 0,0-1-1 0 0,0 1 1 0 0,0-1-1 0 0,0 0 1 0 0,0 0-1 0 0,0 0 0 0 0,-1-1 1 0 0,6-3-1 0 0,-2 0 16 0 0,0 1 0 0 0,-1-1-1 0 0,1-1 1 0 0,-1 1 0 0 0,-1-1 0 0 0,1 0-1 0 0,-1-1 1 0 0,0 1 0 0 0,-1-1-1 0 0,0 0 1 0 0,0 0 0 0 0,-1 0-1 0 0,0-1 1 0 0,0 1 0 0 0,-1-1 0 0 0,0 0-1 0 0,0 1 1 0 0,-1-1 0 0 0,0 0-1 0 0,-1 0 1 0 0,0 0 0 0 0,-2-14-1 0 0,1 12-32 0 0,-1 0 0 0 0,-1 1 0 0 0,0-1 0 0 0,0 1 0 0 0,-1 0 0 0 0,0 0 0 0 0,-1 0 0 0 0,0 0 0 0 0,-1 1 0 0 0,0 0 0 0 0,0 0 0 0 0,-1 0-1 0 0,0 1 1 0 0,-1 0 0 0 0,0 0 0 0 0,0 1 0 0 0,0 0 0 0 0,-11-6 0 0 0,18 13-93 0 0,-60-35 494 0 0,27 23-1542 0 0,1 10-4936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6.71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37 74 7370 0 0,'3'3'1470'0'0,"-2"-3"-1323"0"0,-1 1 0 0 0,0-1 0 0 0,0 1 0 0 0,1-1 0 0 0,-1 0 0 0 0,0 1 0 0 0,0-1 0 0 0,0 1 0 0 0,0-1 0 0 0,0 0 0 0 0,0 1 0 0 0,1-1 0 0 0,-1 1 0 0 0,0-1 0 0 0,0 1 0 0 0,0-1 0 0 0,0 0 0 0 0,-1 1 0 0 0,1-1 0 0 0,0 1 0 0 0,0-1 0 0 0,0 0 0 0 0,0 1 0 0 0,-1 0 0 0 0,1 21 1309 0 0,-18 66 1790 0 0,11-60-2662 0 0,1 0 1 0 0,-3 51 0 0 0,8-71-535 0 0,1 0-1 0 0,1 0 1 0 0,-1 0 0 0 0,2 0 0 0 0,-1 0 0 0 0,1-1-1 0 0,0 1 1 0 0,0 0 0 0 0,1-1 0 0 0,0 1-1 0 0,0-1 1 0 0,1 0 0 0 0,0 0 0 0 0,8 10 0 0 0,-10-15-11 0 0,0 1 1 0 0,0 0-1 0 0,1-1 1 0 0,-1 0 0 0 0,1 1-1 0 0,0-1 1 0 0,0 0-1 0 0,0 0 1 0 0,0-1 0 0 0,0 1-1 0 0,0-1 1 0 0,0 1 0 0 0,1-1-1 0 0,-1 0 1 0 0,0 0-1 0 0,1 0 1 0 0,5 0 0 0 0,-4-1 7 0 0,1 0 0 0 0,-1-1 1 0 0,0 1-1 0 0,0-1 1 0 0,1 0-1 0 0,-1-1 0 0 0,0 1 1 0 0,0-1-1 0 0,0 0 1 0 0,8-5-1 0 0,-4 2 26 0 0,-1 0 0 0 0,0 0 0 0 0,-1-1 0 0 0,1 0 0 0 0,-1-1 0 0 0,0 0 0 0 0,0 0 0 0 0,-1 0 0 0 0,0-1 0 0 0,-1 0 0 0 0,1 0 0 0 0,5-13 0 0 0,-8 13-64 0 0,-1 1 0 0 0,0-1 0 0 0,0 0 0 0 0,0 1 0 0 0,-1-1 0 0 0,0 0 1 0 0,-1 0-1 0 0,0 0 0 0 0,0 0 0 0 0,0 0 0 0 0,-1 0 0 0 0,-3-9 0 0 0,1 4 121 0 0,-1 1-1 0 0,0 0 1 0 0,-1 0-1 0 0,-1 1 1 0 0,0-1-1 0 0,0 1 1 0 0,-9-11-1 0 0,1 4-375 0 0,-1 0 0 0 0,-1 1 0 0 0,-21-19 0 0 0,14 17-2725 0 0,-44-28 0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7.23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1 352 4145 0 0,'8'1'1077'0'0,"0"0"-1"0"0,0 1 1 0 0,0 0 0 0 0,-1 1 0 0 0,1 0 0 0 0,14 7-1 0 0,2 0 742 0 0,15 7 592 0 0,-21-8-1863 0 0,0-2 0 0 0,0 0 0 0 0,1-1 0 0 0,24 5 0 0 0,-38-10-523 0 0,-1-1 1 0 0,1 1 0 0 0,-1-1 0 0 0,1 0-1 0 0,-1 0 1 0 0,1 0 0 0 0,-1-1-1 0 0,0 0 1 0 0,1 0 0 0 0,-1 0 0 0 0,0 0-1 0 0,1 0 1 0 0,-1-1 0 0 0,0 0 0 0 0,0 0-1 0 0,0 0 1 0 0,0-1 0 0 0,-1 1-1 0 0,1-1 1 0 0,-1 0 0 0 0,1 0 0 0 0,-1 0-1 0 0,0 0 1 0 0,3-4 0 0 0,-3 2-28 0 0,-1 0 0 0 0,1 1 0 0 0,-1-1 0 0 0,0 0 0 0 0,0 0 0 0 0,-1 0 0 0 0,1-1 0 0 0,-1 1 0 0 0,-1 0 0 0 0,1-1 0 0 0,0 1 0 0 0,-1 0 0 0 0,0-1 1 0 0,-1 1-1 0 0,1 0 0 0 0,-1-1 0 0 0,-1-5 0 0 0,-4-13-30 0 0,-1 1-1 0 0,-14-34 1 0 0,10 28 23 0 0,5 15 52 0 0,1 2 130 0 0,0 0 0 0 0,1-1 0 0 0,1 1-1 0 0,0-1 1 0 0,0 0 0 0 0,1 0 0 0 0,0-22-1 0 0,2 34-116 0 0,1-1 0 0 0,0 0-1 0 0,0 0 1 0 0,0 0 0 0 0,0 1-1 0 0,0-1 1 0 0,0 1 0 0 0,0-1-1 0 0,1 1 1 0 0,-1-1 0 0 0,0 1-1 0 0,1 0 1 0 0,0-1 0 0 0,-1 1-1 0 0,1 0 1 0 0,-1 0 0 0 0,1 0-1 0 0,0 0 1 0 0,0 1 0 0 0,0-1-1 0 0,-1 0 1 0 0,1 1 0 0 0,0-1-1 0 0,0 1 1 0 0,0 0 0 0 0,0 0-1 0 0,0-1 1 0 0,3 2 0 0 0,8-3 17 0 0,0 2 0 0 0,24 1 0 0 0,-31-1-62 0 0,0 1 1 0 0,0 0-1 0 0,1 0 0 0 0,-1 0 0 0 0,0 1 1 0 0,-1 0-1 0 0,1 0 0 0 0,0 0 0 0 0,-1 1 0 0 0,1 0 1 0 0,7 5-1 0 0,-9-5-8 0 0,-1 1 1 0 0,1-1-1 0 0,-1 1 1 0 0,0 0-1 0 0,0 0 0 0 0,0 0 1 0 0,0 1-1 0 0,-1-1 0 0 0,1 1 1 0 0,-1-1-1 0 0,0 1 1 0 0,-1 0-1 0 0,1 0 0 0 0,0 7 1 0 0,1 10-210 0 0,0 0 1 0 0,-2 1-1 0 0,-2 31 1 0 0,0-35 37 0 0,0 0 0 0 0,2 0 0 0 0,0 0 0 0 0,1 0 0 0 0,6 23-1 0 0,-7-39 199 0 0,0 0-1 0 0,0-1 0 0 0,0 1 1 0 0,0-1-1 0 0,0 1 0 0 0,1-1 1 0 0,-1 1-1 0 0,1-1 0 0 0,0 0 1 0 0,0 1-1 0 0,0-1 0 0 0,0 0 0 0 0,0 0 1 0 0,0-1-1 0 0,0 1 0 0 0,1 0 1 0 0,-1-1-1 0 0,1 1 0 0 0,-1-1 1 0 0,1 0-1 0 0,-1 0 0 0 0,1 0 1 0 0,0 0-1 0 0,0 0 0 0 0,-1-1 1 0 0,1 1-1 0 0,0-1 0 0 0,0 0 0 0 0,0 0 1 0 0,0 0-1 0 0,0 0 0 0 0,-1 0 1 0 0,1 0-1 0 0,0-1 0 0 0,3-1 1 0 0,11-2 206 0 0,0 0 1 0 0,-1-2-1 0 0,0 0 0 0 0,24-12 1 0 0,4-7 72 0 0,43-30-1 0 0,-64 39-249 0 0,23-13-119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0.7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56 7370 0 0,'0'-55'12626'0'0,"0"78"-11052"0"0,-6 303-441 0 0,6 242-1138 0 0,18-319 120 0 0,10 252 477 0 0,-62-39-252 0 0,32-455-1983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1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56 161 9674 0 0,'-9'0'1659'0'0,"0"1"0"0"0,0 0-1 0 0,0 0 1 0 0,-10 4 0 0 0,82-19 2116 0 0,42 5-3122 0 0,-33 4-308 0 0,413-34 543 0 0,-160 8-761 0 0,-100 7-73 0 0,-48 6-44 0 0,201-10-1520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1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21 155 8754 0 0,'-8'0'85'0'0,"-4"-3"1821"0"0,12 3-1827 0 0,0 0 1 0 0,0-1 0 0 0,0 1 0 0 0,0 0 0 0 0,0-1-1 0 0,0 1 1 0 0,0 0 0 0 0,0-1 0 0 0,0 1 0 0 0,0 0-1 0 0,0-1 1 0 0,0 1 0 0 0,0 0 0 0 0,0-1 0 0 0,0 1 0 0 0,1 0-1 0 0,-1-1 1 0 0,0 1 0 0 0,0 0 0 0 0,1-1 0 0 0,-1 1-1 0 0,0 0 1 0 0,0 0 0 0 0,1-1 0 0 0,-1 1 0 0 0,0 0-1 0 0,0 0 1 0 0,1 0 0 0 0,-1-1 0 0 0,0 1 0 0 0,1 0-1 0 0,-1 0 1 0 0,0 0 0 0 0,1 0 0 0 0,0 0 0 0 0,22-16 1220 0 0,1 2 0 0 0,0 1 0 0 0,1 0 0 0 0,36-11 0 0 0,-6 6-177 0 0,62-12 1 0 0,-90 25-1471 0 0,1 1 1 0 0,37-1 0 0 0,-14 7-6826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2.1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9674 0 0,'-2'7'10256'0'0,"21"406"-7230"0"0,-8-97-2849 0 0,46 128 177 0 0,3 59-308 0 0,-63-297-407 0 0,-1-171 74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3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2 187 10594 0 0,'0'0'-30'0'0,"0"0"1"0"0,0 1-1 0 0,0-1 0 0 0,0 0 0 0 0,0 0 0 0 0,0 0 1 0 0,0 0-1 0 0,0 0 0 0 0,0 0 0 0 0,0 0 0 0 0,0 0 1 0 0,0 0-1 0 0,0 0 0 0 0,0 1 0 0 0,0-1 0 0 0,0 0 1 0 0,0 0-1 0 0,0 0 0 0 0,0 0 0 0 0,0 0 0 0 0,0 0 1 0 0,0 0-1 0 0,0 0 0 0 0,0 0 0 0 0,0 0 0 0 0,0 1 1 0 0,0-1-1 0 0,-1 0-298 0 0,1 0 298 0 0,0 0 1 0 0,16 1 308 0 0,24-5 951 0 0,92-16 2375 0 0,229-7 0 0 0,48 7-1322 0 0,-172 6-1862 0 0,245-20 445 0 0,-400 28-790 0 0,400-40 393 0 0,-390 37-504 0 0,-35 2-513 0 0,0 3 1 0 0,111 6 0 0 0,-150 0-6820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6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14 260 456 0 0,'-1'0'62'0'0,"1"0"0"0"0,-1 0 0 0 0,1 0-1 0 0,-1 0 1 0 0,1 0 0 0 0,-1 0 0 0 0,1 0 0 0 0,-1 0 0 0 0,1 1 0 0 0,-1-1-1 0 0,1 0 1 0 0,-1 0 0 0 0,1 0 0 0 0,-1 1 0 0 0,1-1 0 0 0,0 0-1 0 0,-1 0 1 0 0,1 1 0 0 0,-1-1 0 0 0,1 0 0 0 0,0 1 0 0 0,-1-1-1 0 0,1 0 1 0 0,0 1 0 0 0,0-1 0 0 0,-1 1 0 0 0,1-1 0 0 0,0 1 0 0 0,0-1-1 0 0,-1 0 1 0 0,1 1 0 0 0,0-1 0 0 0,0 1 0 0 0,0-1 0 0 0,0 1-1 0 0,0-1 1 0 0,0 1 0 0 0,0-1 0 0 0,0 1 0 0 0,0-1 0 0 0,0 1 0 0 0,0-1-1 0 0,0 1 1 0 0,0-1 0 0 0,0 1 0 0 0,0-1 0 0 0,1 1 0 0 0,-1-1-1 0 0,0 1 1 0 0,0-1 0 0 0,0 0 0 0 0,1 1 0 0 0,-1-1 0 0 0,0 1-1 0 0,1-1 1 0 0,-1 0 0 0 0,0 1 0 0 0,1-1 0 0 0,-1 0 0 0 0,0 1 0 0 0,1-1-1 0 0,0 0 1 0 0,1 2 154 0 0,1 0-1 0 0,-1 0 0 0 0,1-1 0 0 0,-1 1 1 0 0,1-1-1 0 0,0 0 0 0 0,0 0 1 0 0,0 0-1 0 0,3 1 0 0 0,15 0 589 0 0,-1-1 0 0 0,1-1 0 0 0,0-1 0 0 0,-1-1 0 0 0,36-7 0 0 0,102-36 2178 0 0,-33 9-1050 0 0,142-19 255 0 0,298-20-1 0 0,126 11-1389 0 0,-660 60-834 0 0,53-3 648 0 0,-76 7-816 0 0,0 0 0 0 0,0 0 0 0 0,0 1 0 0 0,0 0 0 0 0,0 1 0 0 0,0 0 0 0 0,15 5 0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6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29 920 0 0,'-11'-29'15459'0'0,"16"51"-12902"0"0,21 163-647 0 0,4 255 0 0 0,-21-245-1772 0 0,35 212 0 0 0,-7-198-521 0 0,-34-192-181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7.2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252 59 6161 0 0,'0'-3'335'0'0,"1"1"-1"0"0,0 0 0 0 0,-1 0 1 0 0,1-1-1 0 0,-1 1 0 0 0,0 0 1 0 0,1-1-1 0 0,-1 1 0 0 0,-1 0 1 0 0,1-1-1 0 0,0 1 0 0 0,0 0 1 0 0,-1-1-1 0 0,1 1 0 0 0,-1 0 1 0 0,0-1-1 0 0,0 1 0 0 0,0 0 1 0 0,0 0-1 0 0,-1-2 0 0 0,0 3-79 0 0,1 0 1 0 0,-1 0-1 0 0,1 0 0 0 0,-1 0 0 0 0,0 1 1 0 0,1-1-1 0 0,-1 0 0 0 0,0 1 1 0 0,0-1-1 0 0,0 1 0 0 0,1 0 0 0 0,-1 0 1 0 0,0 0-1 0 0,0 0 0 0 0,0 0 0 0 0,1 0 1 0 0,-1 0-1 0 0,0 0 0 0 0,0 1 0 0 0,0-1 1 0 0,1 1-1 0 0,-1-1 0 0 0,0 1 0 0 0,1 0 1 0 0,-4 1-1 0 0,-17 8 305 0 0,0 1 1 0 0,0 1-1 0 0,1 1 1 0 0,1 1-1 0 0,0 1 1 0 0,1 0-1 0 0,-25 27 1 0 0,43-42-560 0 0,1 1 1 0 0,-1-1 0 0 0,0 1-1 0 0,1 0 1 0 0,-1-1 0 0 0,1 1-1 0 0,-1 0 1 0 0,1-1 0 0 0,-1 1-1 0 0,1 0 1 0 0,-1 0 0 0 0,1 0-1 0 0,0-1 1 0 0,0 1 0 0 0,-1 0-1 0 0,1 0 1 0 0,0 0 0 0 0,0 0-1 0 0,0 0 1 0 0,0 0 0 0 0,0-1-1 0 0,0 1 1 0 0,0 0 0 0 0,0 0 0 0 0,0 1-1 0 0,1-1-19 0 0,0 0 0 0 0,0 0-1 0 0,-1 0 1 0 0,1 0 0 0 0,0 0-1 0 0,0 0 1 0 0,0-1 0 0 0,0 1-1 0 0,0 0 1 0 0,0-1 0 0 0,0 1-1 0 0,0-1 1 0 0,1 1 0 0 0,-1-1 0 0 0,0 0-1 0 0,2 1 1 0 0,8 1-181 0 0,1 0 0 0 0,0-1-1 0 0,13 0 1 0 0,-13 0 123 0 0,13-1-315 0 0,29 3-457 0 0,-52-3 779 0 0,0 0 0 0 0,0 1 0 0 0,1-1 1 0 0,-1 1-1 0 0,0-1 0 0 0,0 1 0 0 0,0 0 1 0 0,0 0-1 0 0,0 0 0 0 0,0 0 0 0 0,0 1 1 0 0,0-1-1 0 0,0 0 0 0 0,0 1 0 0 0,0-1 1 0 0,-1 1-1 0 0,1 0 0 0 0,1 2 0 0 0,-3-3 41 0 0,1 1-1 0 0,-1 0 0 0 0,1 0 0 0 0,-1 0 0 0 0,0-1 0 0 0,0 1 0 0 0,0 0 0 0 0,0 0 1 0 0,0 0-1 0 0,-1-1 0 0 0,1 1 0 0 0,0 0 0 0 0,-1 0 0 0 0,0 0 0 0 0,1-1 1 0 0,-1 1-1 0 0,0 0 0 0 0,0-1 0 0 0,0 1 0 0 0,0-1 0 0 0,-2 3 0 0 0,-25 30 20 0 0,1-8 3 0 0,-18 19 20 0 0,42-42-24 0 0,0 1-1 0 0,0 0 1 0 0,0 0 0 0 0,1 0-1 0 0,-1 0 1 0 0,1 1-1 0 0,0-1 1 0 0,0 1 0 0 0,-2 8-1 0 0,4-12-6 0 0,1 0 0 0 0,-1 0 0 0 0,0 0 0 0 0,0 0 0 0 0,0 0 0 0 0,1 0 0 0 0,-1 0 0 0 0,0 0 1 0 0,1 0-1 0 0,-1 0 0 0 0,1 0 0 0 0,-1 0 0 0 0,1 0 0 0 0,-1-1 0 0 0,1 1 0 0 0,0 0 0 0 0,0 0 0 0 0,-1 0 0 0 0,1-1 0 0 0,0 1 0 0 0,0 0 0 0 0,0-1 0 0 0,0 1 0 0 0,-1-1 0 0 0,1 1 0 0 0,0-1 0 0 0,0 0 0 0 0,0 1 0 0 0,0-1 0 0 0,0 0 0 0 0,0 1 0 0 0,0-1 0 0 0,1 0 0 0 0,-1 0 0 0 0,0 0 0 0 0,0 0 0 0 0,0 0 0 0 0,1 0 0 0 0,46-1-560 0 0,-44 1 511 0 0,59-10-164 0 0,-50 7 184 0 0,-1 0 0 0 0,1 1 0 0 0,0 0 0 0 0,0 1 1 0 0,0 1-1 0 0,24 2 0 0 0,-37-2 48 0 0,1 0-1 0 0,-1 0 1 0 0,1 0 0 0 0,-1 0-1 0 0,0 0 1 0 0,1 0 0 0 0,-1 1-1 0 0,1-1 1 0 0,-1 0 0 0 0,1 0-1 0 0,-1 0 1 0 0,0 1 0 0 0,1-1-1 0 0,-1 0 1 0 0,0 1 0 0 0,1-1 0 0 0,-1 0-1 0 0,0 1 1 0 0,1-1 0 0 0,-1 0-1 0 0,0 1 1 0 0,0-1 0 0 0,1 0-1 0 0,-1 1 1 0 0,0-1 0 0 0,0 1-1 0 0,0-1 1 0 0,0 0 0 0 0,1 1-1 0 0,-1-1 1 0 0,0 1 0 0 0,-6 16 125 0 0,-18 14 133 0 0,22-29-245 0 0,-38 39 205 0 0,-24 26-1091 0 0,59-60 196 0 0,0 0 0 0 0,0 1 0 0 0,0 0 0 0 0,-4 11 0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7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3225 0 0,'1'-1'1072'0'0,"1"3"-258"0"0,0 0 0 0 0,-1 1 1 0 0,0-1-1 0 0,1 1 0 0 0,-1-1 0 0 0,0 1 1 0 0,0 0-1 0 0,0-1 0 0 0,-1 1 0 0 0,1 0 1 0 0,0 5-1 0 0,1 39 1219 0 0,-1-23-856 0 0,19 340 3134 0 0,20 188-3277 0 0,32 58-79 0 0,-70-595-1110 0 0,0 10 132 0 0,-7-8-3230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0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29 12899 0 0,'0'-1'273'0'0,"-1"0"0"0"0,1 0 0 0 0,-1-1 0 0 0,1 1 0 0 0,0 0 0 0 0,-1 0 0 0 0,1-1 0 0 0,0 1 0 0 0,0 0 0 0 0,0-1 0 0 0,0 1 0 0 0,0 0 0 0 0,0 0 0 0 0,1-1 0 0 0,-1 1 0 0 0,1-2 0 0 0,-1 2-172 0 0,1 1 0 0 0,-1 0 0 0 0,0-1 0 0 0,1 1-1 0 0,-1-1 1 0 0,1 1 0 0 0,-1 0 0 0 0,0 0-1 0 0,1-1 1 0 0,-1 1 0 0 0,1 0 0 0 0,-1 0 0 0 0,1 0-1 0 0,-1-1 1 0 0,1 1 0 0 0,0 0 0 0 0,-1 0 0 0 0,1 0-1 0 0,-1 0 1 0 0,1 0 0 0 0,-1 0 0 0 0,1 0 0 0 0,-1 0-1 0 0,1 0 1 0 0,-1 0 0 0 0,2 1 0 0 0,1 0 54 0 0,1 0 1 0 0,0 0 0 0 0,-1 1-1 0 0,1 0 1 0 0,-1 0-1 0 0,1 0 1 0 0,-1 0 0 0 0,0 0-1 0 0,6 6 1 0 0,7 10 11 0 0,0 1 1 0 0,-1 0-1 0 0,-1 1 1 0 0,15 29-1 0 0,39 93-47 0 0,-52-108-34 0 0,30 68-42 0 0,79 165-1787 0 0,-109-236-5840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0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0 111 6913 0 0,'6'52'3692'0'0,"2"-27"-3553"0"0,0 0 0 0 0,2-1 1 0 0,0 0-1 0 0,2-1 0 0 0,1 0 0 0 0,0-1 1 0 0,2 0-1 0 0,0-1 0 0 0,2-1 1 0 0,0 0-1 0 0,1-2 0 0 0,1 0 0 0 0,1 0 1 0 0,0-2-1 0 0,1-1 0 0 0,1 0 0 0 0,0-2 1 0 0,30 13-1 0 0,-49-24-125 0 0,1 0 1 0 0,0 0-1 0 0,0-1 1 0 0,0 1-1 0 0,0-1 1 0 0,0 0-1 0 0,0 0 0 0 0,0-1 1 0 0,0 1-1 0 0,0-1 1 0 0,1 0-1 0 0,-1 0 1 0 0,0 0-1 0 0,0 0 1 0 0,0-1-1 0 0,0 0 1 0 0,0 0-1 0 0,0 0 0 0 0,7-3 1 0 0,-8 2 118 0 0,1-1 0 0 0,0 0 0 0 0,-1 1 0 0 0,1-1 0 0 0,-1-1 0 0 0,0 1-1 0 0,0-1 1 0 0,0 1 0 0 0,0-1 0 0 0,-1 0 0 0 0,1 0 0 0 0,-1 0 0 0 0,0 0 0 0 0,-1 0 0 0 0,1 0 0 0 0,0-1 0 0 0,0-7 0 0 0,2-5 238 0 0,-2 0 1 0 0,0 0 0 0 0,-1-1 0 0 0,-1 1-1 0 0,-1 0 1 0 0,0-1 0 0 0,-1 1-1 0 0,-7-27 1 0 0,0 9-224 0 0,-2 1-1 0 0,-1 0 1 0 0,-19-36-1 0 0,25 57-158 0 0,-1 1-1 0 0,0 0 1 0 0,-1 1-1 0 0,0-1 0 0 0,-1 2 1 0 0,0-1-1 0 0,-12-9 1 0 0,15 15-410 0 0,0 1-1 0 0,0-1 1 0 0,0 2 0 0 0,0-1 0 0 0,-8-3 0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0.9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1 278 13363 0 0,'0'0'77'0'0,"0"0"1"0"0,0 0-1 0 0,0-1 1 0 0,0 1-1 0 0,0 0 1 0 0,0 0-1 0 0,0-1 1 0 0,0 1-1 0 0,0 0 1 0 0,0 0-1 0 0,0 0 1 0 0,0-1-1 0 0,0 1 1 0 0,0 0-1 0 0,0 0 1 0 0,2-2 542 0 0,-2 2-543 0 0,0 0 1 0 0,0 0-1 0 0,0 0 1 0 0,1 0-1 0 0,-1 0 1 0 0,0-1-1 0 0,0 1 1 0 0,0 0-1 0 0,1 0 1 0 0,-1 0-1 0 0,0 0 1 0 0,0 0-1 0 0,1 0 1 0 0,-1 0-1 0 0,0 0 1 0 0,0 0-1 0 0,1 0 0 0 0,12 5 1506 0 0,10 9-230 0 0,-23-14-1350 0 0,37 26 547 0 0,0-1-1 0 0,1-2 1 0 0,56 25-1 0 0,-13-10 46 0 0,-81-43-517 0 0,-1 0 0 0 0,1 0 0 0 0,-1 1 0 0 0,0-1 0 0 0,0 0 0 0 0,0 1 0 0 0,-3-5 0 0 0,-65-215 892 0 0,34 70-3175 0 0,29 124-5602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2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 8290 0 0,'-2'0'167'0'0,"0"1"1"0"0,0 0-1 0 0,0 0 1 0 0,0 0 0 0 0,1 1-1 0 0,-1-1 1 0 0,0 0-1 0 0,1 1 1 0 0,-1-1-1 0 0,1 1 1 0 0,-1-1 0 0 0,1 1-1 0 0,0 0 1 0 0,-1 0-1 0 0,0 2 1 0 0,2-4-145 0 0,0 1 0 0 0,0-1 0 0 0,0 1-1 0 0,0-1 1 0 0,0 0 0 0 0,0 1 0 0 0,0-1 0 0 0,0 1 0 0 0,0-1 0 0 0,0 1 0 0 0,0-1 0 0 0,0 0-1 0 0,0 1 1 0 0,1-1 0 0 0,-1 0 0 0 0,0 1 0 0 0,0-1 0 0 0,0 1 0 0 0,1-1 0 0 0,-1 0 0 0 0,0 1-1 0 0,0-1 1 0 0,1 0 0 0 0,-1 0 0 0 0,0 1 0 0 0,1-1 0 0 0,-1 0 0 0 0,1 1 0 0 0,22 5 159 0 0,37-5 688 0 0,96-8 0 0 0,-17-1 424 0 0,369 29 2141 0 0,-92 0-2692 0 0,230-54 491 0 0,-588 28-1191 0 0,89-6 236 0 0,1 7 0 0 0,-1 5 1 0 0,161 24-1 0 0,-287-22-483 0 0,53 5-1212 0 0,-27-13-3110 0 0,-46 5 4255 0 0,0 0 1 0 0,0 0 0 0 0,0 0 0 0 0,0-1 0 0 0,0 1 0 0 0,0 0 0 0 0,0-1 0 0 0,0 1 0 0 0,0-1 0 0 0,-1 1 0 0 0,1-1-1 0 0,0 0 1 0 0,0 1 0 0 0,-1-1 0 0 0,1 0 0 0 0,0 0 0 0 0,-1 1 0 0 0,2-2 0 0 0,1-4-1297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2.4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12 181 3681 0 0,'-11'5'11593'0'0,"28"11"-7787"0"0,-2-4-3479 0 0,2-2 2 0 0,1-1 0 0 0,0 0 0 0 0,0-1 0 0 0,1-1 0 0 0,0-1 0 0 0,20 5 0 0 0,-31-9-310 0 0,1-1 1 0 0,-1 1-1 0 0,1-1 1 0 0,0-1-1 0 0,-1 0 0 0 0,1 0 1 0 0,0 0-1 0 0,-1-1 0 0 0,1-1 1 0 0,0 1-1 0 0,-1-1 1 0 0,0-1-1 0 0,1 1 0 0 0,-1-2 1 0 0,0 1-1 0 0,9-6 0 0 0,-13 5 16 0 0,0 0 0 0 0,0 0-1 0 0,0 0 1 0 0,0-1 0 0 0,-1 1-1 0 0,0-1 1 0 0,0 0 0 0 0,0 0-1 0 0,0 0 1 0 0,-1 0 0 0 0,0-1-1 0 0,0 1 1 0 0,0-1 0 0 0,-1 1-1 0 0,0-1 1 0 0,0 1 0 0 0,0-1-1 0 0,-1 0 1 0 0,1 0 0 0 0,-2 1-1 0 0,1-1 1 0 0,0 0 0 0 0,-1 1-1 0 0,0-1 1 0 0,-4-9 0 0 0,4 9-20 0 0,0 0 0 0 0,-1 1 1 0 0,0-1-1 0 0,0 1 0 0 0,0-1 0 0 0,-1 1 1 0 0,1 0-1 0 0,-2 0 0 0 0,1 0 1 0 0,0 0-1 0 0,-1 1 0 0 0,0 0 1 0 0,0-1-1 0 0,0 1 0 0 0,0 0 0 0 0,-1 1 1 0 0,0-1-1 0 0,1 1 0 0 0,-1 0 1 0 0,-1 0-1 0 0,1 1 0 0 0,0-1 0 0 0,-1 1 1 0 0,1 0-1 0 0,-8-1 0 0 0,9 3-94 0 0,0 0 1 0 0,0 0-1 0 0,0 0 0 0 0,0 0 0 0 0,0 1 0 0 0,0-1 0 0 0,0 1 0 0 0,0 0 0 0 0,0 1 0 0 0,0-1 0 0 0,0 1 0 0 0,0-1 1 0 0,1 1-1 0 0,-1 0 0 0 0,1 0 0 0 0,-1 1 0 0 0,1-1 0 0 0,0 1 0 0 0,0 0 0 0 0,0 0 0 0 0,0 0 0 0 0,1 0 0 0 0,-1 0 1 0 0,1 1-1 0 0,0-1 0 0 0,0 1 0 0 0,0-1 0 0 0,0 1 0 0 0,-1 4 0 0 0,-6 15-568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3.1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48 101 3225 0 0,'-16'16'1592'0'0,"14"-15"-735"0"0,-28 6 11878 0 0,41-3-11726 0 0,15 3-959 0 0,27-6 219 0 0,1-2 0 0 0,67-10 0 0 0,12-1 192 0 0,427-27 487 0 0,-491 33-854 0 0,898-55 302 0 0,-836 55-9 0 0,207 17 1 0 0,-327-9-398 0 0,-1 0-1 0 0,0 0 1 0 0,0 1 0 0 0,12 6 0 0 0,3 0-1538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3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6913 0 0,'-1'5'621'0'0,"0"1"-1"0"0,0-1 0 0 0,0 0 1 0 0,1 1-1 0 0,-1-1 0 0 0,1 1 1 0 0,1-1-1 0 0,-1 1 0 0 0,3 9 1 0 0,-1-3 225 0 0,1 0 0 0 0,1 0 0 0 0,5 14 0 0 0,-6-19-652 0 0,1-1 0 0 0,-1 1 0 0 0,1-1 0 0 0,0 0 0 0 0,1 0 0 0 0,0 0 0 0 0,0 0 0 0 0,0-1 0 0 0,0 0 0 0 0,1 0 0 0 0,8 6 0 0 0,-12-10-156 0 0,1 0 0 0 0,-1 1 1 0 0,1-1-1 0 0,-1 0 0 0 0,1 0 1 0 0,-1 0-1 0 0,1-1 0 0 0,0 1 1 0 0,-1 0-1 0 0,1-1 1 0 0,0 0-1 0 0,0 0 0 0 0,-1 0 1 0 0,1 0-1 0 0,0 0 0 0 0,0 0 1 0 0,-1-1-1 0 0,1 1 0 0 0,0-1 1 0 0,-1 0-1 0 0,1 0 0 0 0,0 0 1 0 0,-1 0-1 0 0,1 0 0 0 0,-1-1 1 0 0,0 1-1 0 0,1-1 0 0 0,-1 1 1 0 0,0-1-1 0 0,0 0 0 0 0,0 0 1 0 0,0 0-1 0 0,2-3 0 0 0,-1 1 39 0 0,0 0-1 0 0,-1 1 0 0 0,0-1 0 0 0,1 0 0 0 0,-1 0 1 0 0,-1 0-1 0 0,1-1 0 0 0,-1 1 0 0 0,1 0 1 0 0,-1-1-1 0 0,0 1 0 0 0,-1-1 0 0 0,1 1 1 0 0,-1-1-1 0 0,0 1 0 0 0,0-1 0 0 0,0 1 0 0 0,-1-1 1 0 0,0 1-1 0 0,-2-9 0 0 0,2 10-132 0 0,0 0-1 0 0,0-1 1 0 0,-1 1-1 0 0,0 0 1 0 0,1 0-1 0 0,-1 0 1 0 0,0 0-1 0 0,0 1 1 0 0,-1-1-1 0 0,1 0 1 0 0,-1 1-1 0 0,-2-3 1 0 0,2 3-325 0 0,0 1 1 0 0,0-1-1 0 0,1 0 1 0 0,-1 1-1 0 0,-1 0 1 0 0,1 0-1 0 0,0 0 1 0 0,0 0-1 0 0,0 0 1 0 0,-1 0-1 0 0,1 1 1 0 0,0 0-1 0 0,0-1 1 0 0,-5 2-1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3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 12443 0 0,'5'-3'4131'0'0,"-4"3"-4063"0"0,4 12 1852 0 0,2 19-550 0 0,-2 44-85 0 0,-4 86 0 0 0,-1-27-4299 0 0,1-109-4047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4.2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 7834 0 0,'4'-3'612'0'0,"1"0"1"0"0,0 0-1 0 0,-1 0 1 0 0,1 1-1 0 0,0-1 1 0 0,1 1 0 0 0,-1 1-1 0 0,0-1 1 0 0,1 1-1 0 0,6-2 1 0 0,-2 2 402 0 0,0-1-1 0 0,0 1 1 0 0,0 1 0 0 0,19 1 0 0 0,-21 1-724 0 0,1 0 1 0 0,-1 0 0 0 0,1 1-1 0 0,-1 1 1 0 0,0-1 0 0 0,-1 1 0 0 0,1 1-1 0 0,11 7 1 0 0,56 51 318 0 0,-56-46-493 0 0,40 41-84 0 0,-3 3-1 0 0,-3 2 1 0 0,48 75-1 0 0,-77-106-319 0 0,3 11-2098 0 0,-15-24-5028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4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1 153 4609 0 0,'8'-8'563'0'0,"1"1"0"0"0,0 0 1 0 0,0 0-1 0 0,0 1 0 0 0,1 1 0 0 0,0 0 1 0 0,0 0-1 0 0,1 1 0 0 0,0 0 0 0 0,11-3 0 0 0,16-6-101 0 0,-12 2 66 0 0,13-5-888 0 0,1 1 0 0 0,59-13 0 0 0,-75 24 360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4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 10594 0 0,'7'-9'9544'0'0,"-3"13"-8842"0"0,7 5-505 0 0,-1 0 0 0 0,-1 1-1 0 0,0 0 1 0 0,0 1 0 0 0,-1 0-1 0 0,0 0 1 0 0,-1 1-1 0 0,0 0 1 0 0,-1 0 0 0 0,0 1-1 0 0,-1-1 1 0 0,4 16 0 0 0,6 24-177 0 0,15 93 0 0 0,-13-24-14 0 0,-8-49-820 0 0,28 111 0 0 0,-31-161-125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5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0 152 1840 0 0,'8'-13'1046'0'0,"1"0"0"0"0,0 1-1 0 0,1 0 1 0 0,0 0-1 0 0,1 1 1 0 0,0 1-1 0 0,1-1 1 0 0,0 2-1 0 0,0 0 1 0 0,1 0 0 0 0,0 1-1 0 0,20-8 1 0 0,-31 15-871 0 0,0 0 0 0 0,0 0 0 0 0,0 0 1 0 0,0 1-1 0 0,0-1 0 0 0,0 1 0 0 0,0-1 1 0 0,0 1-1 0 0,1 0 0 0 0,-1 0 0 0 0,0 0 1 0 0,0 0-1 0 0,0 0 0 0 0,0 0 1 0 0,1 1-1 0 0,-1-1 0 0 0,0 1 0 0 0,0-1 1 0 0,0 1-1 0 0,0 0 0 0 0,4 2 0 0 0,-4-1-35 0 0,1 0 0 0 0,-1 1 0 0 0,1-1 0 0 0,-1 1 0 0 0,0-1 0 0 0,0 1 0 0 0,0 0 0 0 0,0 0 0 0 0,0 0 0 0 0,-1 0-1 0 0,0 0 1 0 0,2 6 0 0 0,2 7 29 0 0,-2 0-1 0 0,0 1 0 0 0,0-1 0 0 0,-1 25 1 0 0,-2-30-182 0 0,0-2 16 0 0,0 0 0 0 0,1-1 1 0 0,0 1-1 0 0,0-1 0 0 0,5 16 0 0 0,-5-22-14 0 0,0 0-1 0 0,0-1 0 0 0,0 1 0 0 0,0-1 1 0 0,0 1-1 0 0,0-1 0 0 0,0 1 1 0 0,0-1-1 0 0,0 1 0 0 0,1-1 0 0 0,-1 0 1 0 0,0 0-1 0 0,1 0 0 0 0,0 0 0 0 0,-1 0 1 0 0,1 0-1 0 0,-1 0 0 0 0,1 0 1 0 0,0-1-1 0 0,-1 1 0 0 0,1 0 0 0 0,0-1 1 0 0,0 0-1 0 0,0 1 0 0 0,0-1 0 0 0,-1 0 1 0 0,1 0-1 0 0,0 0 0 0 0,0 0 1 0 0,0 0-1 0 0,0-1 0 0 0,-1 1 0 0 0,4-1 1 0 0,8-2-64 0 0,0 1 1 0 0,0 0-1 0 0,0 1 1 0 0,0 0-1 0 0,0 1 1 0 0,18 2-1 0 0,-28-1 79 0 0,1 0 0 0 0,-1 0 0 0 0,0 0 0 0 0,0 0 0 0 0,0 0 0 0 0,0 0 0 0 0,0 1 0 0 0,0 0 0 0 0,0-1 0 0 0,0 1 1 0 0,0 0-1 0 0,-1 1 0 0 0,1-1 0 0 0,-1 0 0 0 0,0 1 0 0 0,0-1 0 0 0,0 1 0 0 0,0 0 0 0 0,0-1 0 0 0,0 1 0 0 0,-1 0 0 0 0,1 0 0 0 0,-1 0 0 0 0,0 1 0 0 0,0-1 0 0 0,0 0 0 0 0,0 0 0 0 0,-1 1 0 0 0,1-1 0 0 0,-1 5 1 0 0,1 2 97 0 0,-1 0 1 0 0,-1 0 0 0 0,0 1 0 0 0,0-1 0 0 0,-1 0-1 0 0,0 0 1 0 0,-1 0 0 0 0,0 0 0 0 0,0-1 0 0 0,-1 1-1 0 0,-1-1 1 0 0,-5 10 0 0 0,-25 31-6202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8.5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8290 0 0,'11'25'7671'0'0,"4"18"-4916"0"0,24 62-1119 0 0,80 102 496 0 0,-35-68-3351 0 0,-36-43-4763 0 0,-40-78-595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8.8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20 10594 0 0,'-1'-1'85'0'0,"0"1"0"0"0,1-1 0 0 0,-1 0 1 0 0,0 0-1 0 0,1 0 0 0 0,-1 1 0 0 0,1-1 0 0 0,-1 0 0 0 0,1 0 0 0 0,-1 0 0 0 0,1 0 0 0 0,0 0 0 0 0,-1 0 0 0 0,1 0 0 0 0,0 0 0 0 0,0-2 0 0 0,0 3 17 0 0,0-1 1 0 0,1 1-1 0 0,-1 0 0 0 0,0 0 0 0 0,1-1 0 0 0,-1 1 0 0 0,0 0 0 0 0,1 0 0 0 0,-1 0 0 0 0,1 0 0 0 0,-1 0 0 0 0,0 0 0 0 0,1 0 0 0 0,-1 0 0 0 0,0-1 0 0 0,1 1 0 0 0,-1 0 0 0 0,1 1 0 0 0,-1-1 0 0 0,0 0 0 0 0,1 0 0 0 0,-1 0 0 0 0,1 0 0 0 0,-1 0 0 0 0,0 0 0 0 0,1 0 0 0 0,-1 0 0 0 0,1 1 0 0 0,32 16 3522 0 0,-21-5-3120 0 0,0-1 1 0 0,-1 2 0 0 0,-1 0-1 0 0,0 0 1 0 0,12 20 0 0 0,38 81 291 0 0,-28-50-682 0 0,77 110-67 0 0,-72-120-506 0 0,-20-20-3035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29.1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36 6913 0 0,'5'-10'303'0'0,"-4"7"-309"0"0,0 0-1 0 0,0 1 0 0 0,0-1 0 0 0,1 0 0 0 0,-1 1 0 0 0,1 0 0 0 0,3-5 1 0 0,-12 23 5403 0 0,-6 15-4531 0 0,1 1 0 0 0,2 0 0 0 0,1 0 0 0 0,2 1 0 0 0,1 0 0 0 0,-3 48 0 0 0,9-75-681 0 0,1 0 0 0 0,-1 0 0 0 0,1 0 0 0 0,0 0 0 0 0,0-1 0 0 0,1 1 0 0 0,0 0 0 0 0,0-1 0 0 0,0 1 0 0 0,1-1 0 0 0,-1 0 0 0 0,1 0 0 0 0,1 0 0 0 0,3 5 0 0 0,-5-8-147 0 0,0 0 1 0 0,-1 0 0 0 0,1-1 0 0 0,0 1 0 0 0,0-1 0 0 0,1 0 0 0 0,-1 1 0 0 0,0-1 0 0 0,0 0-1 0 0,1 0 1 0 0,-1 0 0 0 0,0-1 0 0 0,1 1 0 0 0,-1-1 0 0 0,1 1 0 0 0,-1-1 0 0 0,1 0 0 0 0,-1 0-1 0 0,1 0 1 0 0,-1 0 0 0 0,1 0 0 0 0,-1 0 0 0 0,1-1 0 0 0,-1 1 0 0 0,1-1 0 0 0,-1 0 0 0 0,0 0-1 0 0,1 0 1 0 0,-1 0 0 0 0,0 0 0 0 0,0 0 0 0 0,0-1 0 0 0,0 1 0 0 0,0-1 0 0 0,3-2 0 0 0,8-7 58 0 0,0 0 1 0 0,21-26 0 0 0,-28 28-421 0 0,1 0 1 0 0,1 1 0 0 0,0 0-1 0 0,0 1 1 0 0,1-1 0 0 0,-1 1-1 0 0,1 1 1 0 0,1 0 0 0 0,15-7 0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8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0 10594 0 0,'0'0'964'0'0,"-28"8"3064"0"0,20-4-3728 0 0,0 1 0 0 0,1 1 0 0 0,-1 0-1 0 0,1 0 1 0 0,0 0 0 0 0,1 1 0 0 0,-1 0 0 0 0,1 0 0 0 0,1 1 0 0 0,-1 0-1 0 0,1 0 1 0 0,-6 12 0 0 0,11-19-289 0 0,0 0 0 0 0,0-1 0 0 0,0 1 0 0 0,1-1 0 0 0,-1 1 0 0 0,0-1-1 0 0,0 1 1 0 0,0-1 0 0 0,0 1 0 0 0,1-1 0 0 0,-1 1 0 0 0,0-1 0 0 0,0 1 0 0 0,1-1 0 0 0,-1 1-1 0 0,0-1 1 0 0,1 1 0 0 0,-1-1 0 0 0,1 1 0 0 0,-1-1 0 0 0,0 0 0 0 0,1 1 0 0 0,-1-1 0 0 0,1 0-1 0 0,-1 1 1 0 0,1-1 0 0 0,-1 0 0 0 0,1 0 0 0 0,-1 0 0 0 0,1 1 0 0 0,-1-1 0 0 0,1 0 0 0 0,0 0 0 0 0,-1 0-1 0 0,1 0 1 0 0,-1 0 0 0 0,1 0 0 0 0,-1 0 0 0 0,1 0 0 0 0,0 0 0 0 0,-1 0 0 0 0,1 0 0 0 0,-1-1-1 0 0,1 1 1 0 0,28-3 371 0 0,-9-4-383 0 0,-1-1 0 0 0,24-13 0 0 0,-29 14 0 0 0,0 0 1 0 0,1 0-1 0 0,-1 1 0 0 0,1 1 0 0 0,22-4 0 0 0,-36 8 4 0 0,1 1-1 0 0,-1 0 0 0 0,1-1 1 0 0,-1 1-1 0 0,1 0 1 0 0,-1 0-1 0 0,1 0 0 0 0,-1 0 1 0 0,1 0-1 0 0,-1 1 1 0 0,1-1-1 0 0,-1 0 0 0 0,1 1 1 0 0,-1-1-1 0 0,1 1 0 0 0,-1-1 1 0 0,0 1-1 0 0,1 0 1 0 0,-1 0-1 0 0,2 1 0 0 0,-2-1 4 0 0,-1 0 1 0 0,1 0-1 0 0,-1 0 0 0 0,1 0 0 0 0,-1 1 0 0 0,1-1 0 0 0,-1 0 1 0 0,0 0-1 0 0,0 0 0 0 0,1 1 0 0 0,-1-1 0 0 0,0 0 1 0 0,0 0-1 0 0,0 0 0 0 0,0 1 0 0 0,-1-1 0 0 0,1 0 0 0 0,0 0 1 0 0,-1 2-1 0 0,-3 8 56 0 0,0-1-1 0 0,0 0 1 0 0,-1 0 0 0 0,-9 12 0 0 0,12-19-45 0 0,-24 36 409 0 0,-51 57 0 0 0,-10 14 67 0 0,87-110-496 0 0,-4 5 23 0 0,1 0 0 0 0,-1 1 0 0 0,1-1 0 0 0,1 1 0 0 0,-1-1-1 0 0,-2 8 1 0 0,5-12-20 0 0,0 0-1 0 0,0 0 0 0 0,0 0 1 0 0,0 0-1 0 0,0 0 0 0 0,0 0 1 0 0,0 0-1 0 0,0 0 0 0 0,1 0 1 0 0,-1 0-1 0 0,0 0 0 0 0,1 0 1 0 0,-1 0-1 0 0,0 0 0 0 0,1 0 1 0 0,-1 0-1 0 0,1-1 0 0 0,-1 1 1 0 0,1 0-1 0 0,0 0 0 0 0,-1 0 1 0 0,1-1-1 0 0,0 1 0 0 0,0 0 1 0 0,0 0-1 0 0,-1-1 0 0 0,1 1 1 0 0,0-1-1 0 0,0 1 0 0 0,0-1 1 0 0,0 1-1 0 0,0-1 0 0 0,0 0 1 0 0,0 1-1 0 0,0-1 0 0 0,0 0 1 0 0,0 0-1 0 0,0 0 0 0 0,0 0 1 0 0,0 0-1 0 0,0 0 0 0 0,2 0 1 0 0,48 2-248 0 0,-43-2 130 0 0,1-1 0 0 0,0 2 1 0 0,0-1-1 0 0,-1 1 1 0 0,1 0-1 0 0,0 1 0 0 0,-1 0 1 0 0,1 0-1 0 0,13 7 0 0 0,-20-8 118 0 0,0 1 0 0 0,0-1 0 0 0,-1 1 0 0 0,1 0 0 0 0,-1 0 0 0 0,1 0 0 0 0,-1 0 0 0 0,1 0 0 0 0,-1 0-1 0 0,0 0 1 0 0,0 0 0 0 0,0 0 0 0 0,0 0 0 0 0,-1 1 0 0 0,1-1 0 0 0,0 0 0 0 0,-1 1 0 0 0,0-1 0 0 0,0 0-1 0 0,1 1 1 0 0,-1-1 0 0 0,-1 1 0 0 0,1-1 0 0 0,0 0 0 0 0,0 1 0 0 0,-1-1 0 0 0,0 0 0 0 0,1 1 0 0 0,-1-1-1 0 0,-2 4 1 0 0,-3 9 230 0 0,-1 1-1 0 0,-1-2 1 0 0,-13 21 0 0 0,9-17-100 0 0,7-9-467 0 0,1-4 522 0 0,1 1-1 0 0,-1 0 1 0 0,2 0 0 0 0,-1 0 0 0 0,-2 8 0 0 0,4-13-270 0 0,1 1 0 0 0,0-1 0 0 0,0 0 0 0 0,0 1-1 0 0,0-1 1 0 0,0 0 0 0 0,0 0 0 0 0,0 1-1 0 0,0-1 1 0 0,1 0 0 0 0,-1 1 0 0 0,0-1 0 0 0,1 2-1 0 0,0-2-220 0 0,0 0-1 0 0,0 0 1 0 0,-1 0-1 0 0,1 0 0 0 0,0 0 1 0 0,0 0-1 0 0,0 0 0 0 0,0 0 1 0 0,0 0-1 0 0,0 0 1 0 0,1-1-1 0 0,-1 1 0 0 0,0 0 1 0 0,0-1-1 0 0,2 1 1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8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4210 2 3225 0 0,'2'-1'252'0'0,"1"1"0"0"0,-1 0 0 0 0,0-1 0 0 0,0 1 0 0 0,0 0 1 0 0,0 0-1 0 0,1 1 0 0 0,-1-1 0 0 0,0 0 0 0 0,0 1 0 0 0,0-1 1 0 0,0 1-1 0 0,0 0 0 0 0,0-1 0 0 0,0 1 0 0 0,0 0 0 0 0,3 2 0 0 0,-1 0 208 0 0,0 1-1 0 0,-1-1 1 0 0,1 0-1 0 0,0 1 1 0 0,-1 0-1 0 0,0 0 1 0 0,4 6-1 0 0,-1 1 260 0 0,0 0 0 0 0,-1 0-1 0 0,0 1 1 0 0,0 0 0 0 0,3 18-1 0 0,8 43 1834 0 0,3-1 1 0 0,32 80-1 0 0,18 59-1908 0 0,-2-5-662 0 0,49 151 159 0 0,-99-298-88 0 0,-14-47 7 0 0,-1-1-1 0 0,0 1 1 0 0,-1-1 0 0 0,0 1-1 0 0,-2 20 1 0 0,0-3 75 0 0,1-30-176 0 0,-1-1 1 0 0,0 1-1 0 0,-1-1 0 0 0,1 1 0 0 0,0-1 0 0 0,0 1 0 0 0,-1 0 1 0 0,1-1-1 0 0,0 1 0 0 0,-3-1 0 0 0,4 2 24 0 0,-3-3 6 0 0,0 0 0 0 0,-1 1 0 0 0,1-1 1 0 0,-1 1-1 0 0,1 0 0 0 0,-1 0 1 0 0,1 1-1 0 0,-1-1 0 0 0,0 1 1 0 0,0-1-1 0 0,0 1 0 0 0,0 1 1 0 0,-5-2-1 0 0,-57 0 33 0 0,33 1-32 0 0,-146 0-306 0 0,-183 21-1 0 0,88-2 310 0 0,-259 24-309 0 0,100-6 98 0 0,-3-28-49 0 0,78-33-108 0 0,2 1 42 0 0,240 21 140 0 0,-126 14 1 0 0,-308 56 487 0 0,400-46 77 0 0,-141 12-330 0 0,97-24-3157 0 0,158-10-3827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19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0 200 920 0 0,'4'-17'1005'0'0,"1"0"1"0"0,0 0-1 0 0,11-21 0 0 0,11-17-2060 0 0,-12 25-1959 0 0,-10 4 9504 0 0,-14 65-1681 0 0,17 67-116 0 0,20 53-2260 0 0,-4-25-1438 0 0,53 558 1091 0 0,-58-486-1824 0 0,1 140-120 0 0,-13-175-3025 0 0,-5-145 1940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0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2 109 1840 0 0,'1'-61'20559'0'0,"7"36"-20552"0"0,-8 25 3 0 0,0-1-1 0 0,1 0 1 0 0,-1 1-1 0 0,0-1 1 0 0,0 1-1 0 0,0-1 1 0 0,1 0-1 0 0,-1 1 0 0 0,0-1 1 0 0,0 0-1 0 0,0 1 1 0 0,0-1-1 0 0,0 0 1 0 0,0 1-1 0 0,0-1 1 0 0,-1 0-1 0 0,1 1 1 0 0,0-1-1 0 0,0 1 0 0 0,0-1 1 0 0,-1 0-1 0 0,1 1 1 0 0,0-1-1 0 0,-1 1 1 0 0,1-1-1 0 0,0 1 1 0 0,-1-1-1 0 0,1 1 1 0 0,-1-1-1 0 0,1 1 0 0 0,-1-1 1 0 0,1 1-1 0 0,-1-1 1 0 0,1 1-1 0 0,-1 0 1 0 0,1-1-1 0 0,-1 1 1 0 0,1 0-1 0 0,-1 0 0 0 0,0-1 1 0 0,1 1-1 0 0,-2 0 129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1.3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4145 0 0,'7'-8'14659'0'0,"-3"13"-14457"0"0,0 1 1 0 0,0-1-1 0 0,-1 1 0 0 0,0 0 1 0 0,0 0-1 0 0,0 0 0 0 0,0 1 1 0 0,-1-1-1 0 0,0 0 0 0 0,0 1 1 0 0,-1 0-1 0 0,0-1 0 0 0,0 12 1 0 0,1 18 239 0 0,-2 44 1 0 0,-1-66-336 0 0,-5 71-55 0 0,2-61-35 0 0,2 1 1 0 0,0-1-1 0 0,2 1 0 0 0,1-1 0 0 0,1 1 0 0 0,8 41 0 0 0,-9-62 4 0 0,1 0 0 0 0,0 0 0 0 0,-1 0 0 0 0,1-1 0 0 0,1 1 0 0 0,-1-1 0 0 0,0 1 0 0 0,1-1 0 0 0,0 0 0 0 0,0 0 1 0 0,0 0-1 0 0,0 0 0 0 0,0-1 0 0 0,1 1 0 0 0,-1-1 0 0 0,1 0 0 0 0,-1 0 0 0 0,1 0 0 0 0,0 0 0 0 0,0-1 0 0 0,0 0 0 0 0,0 1 0 0 0,0-1 0 0 0,0-1 0 0 0,0 1 0 0 0,7 0 1 0 0,11 0 77 0 0,0-1 0 0 0,-1-1 0 0 0,44-8 0 0 0,-28 4-312 0 0,-30 4-131 0 0,50-7-1294 0 0,-19 0-5658 0 0,-23 4 1135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1.6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0 5985 0 0,'-12'12'7554'0'0,"11"-11"-7240"0"0,2 24 3610 0 0,14 29-1419 0 0,-12-44-1719 0 0,65 181 1339 0 0,-15-65-4948 0 0,-41-99-4536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2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31 6449 0 0,'-28'-30'8678'0'0,"35"48"-4154"0"0,23 57-2939 0 0,36 130-1 0 0,-33-93-919 0 0,25 113-5708 0 0,-46-174 3963 0 0,-10-41-1063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3:32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22 456 0 0,'2'-2'556'0'0,"-1"0"-1"0"0,0 0 1 0 0,0 0 0 0 0,1 1-1 0 0,-1-1 1 0 0,1 1 0 0 0,-1-1-1 0 0,1 1 1 0 0,-1-1-1 0 0,1 1 1 0 0,0 0 0 0 0,0 0-1 0 0,0 0 1 0 0,14 3 6410 0 0,-16-2-6805 0 0,-2 22 1967 0 0,-50 108 1121 0 0,36-94-2579 0 0,1 2 0 0 0,-12 46 0 0 0,26-82-632 0 0,0 0-1 0 0,1 0 1 0 0,-1 0-1 0 0,1 0 1 0 0,0 0 0 0 0,-1 1-1 0 0,1-1 1 0 0,0 0 0 0 0,0 0-1 0 0,1 0 1 0 0,-1 0 0 0 0,0 1-1 0 0,1-1 1 0 0,-1 0-1 0 0,1 0 1 0 0,0 0 0 0 0,0 0-1 0 0,0 0 1 0 0,0 0 0 0 0,0 0-1 0 0,0 0 1 0 0,0-1 0 0 0,0 1-1 0 0,1 0 1 0 0,-1-1 0 0 0,4 4-1 0 0,-1-3 5 0 0,0 0 0 0 0,1 0 0 0 0,-1 0 0 0 0,0-1 0 0 0,1 1 0 0 0,-1-1 0 0 0,1 0 0 0 0,0 0 0 0 0,-1-1 0 0 0,1 1 0 0 0,8-1 0 0 0,16-2 77 0 0,0 0-1 0 0,30-8 1 0 0,-37 6-344 0 0,0 0 0 0 0,0 1 0 0 0,1 2 0 0 0,40 2 0 0 0,22 12-5445 0 0,-56-12 2771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5.3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99 7834 0 0,'-13'-31'4131'0'0,"-4"-37"1651"0"0,25 73-5181 0 0,9 7-152 0 0,27 35-21 0 0,-2 2 0 0 0,66 100 0 0 0,-68-90-362 0 0,61 95 13 0 0,66 88-10 0 0,-161-234-33 0 0,0 0-8 0 0,0 0 0 0 0,1 0 0 0 0,0 0 0 0 0,1-1 0 0 0,0 0 0 0 0,0-1 0 0 0,12 9 0 0 0,-19-15 0 0 0,0 0 1 0 0,-1 1-1 0 0,1-1 1 0 0,0 0-1 0 0,0 0 1 0 0,-1 0-1 0 0,1 0 0 0 0,0 1 1 0 0,0-1-1 0 0,-1 0 1 0 0,1 0-1 0 0,0 0 1 0 0,0-1-1 0 0,-1 1 0 0 0,1 0 1 0 0,0 0-1 0 0,0 0 1 0 0,-1 0-1 0 0,1-1 1 0 0,0 1-1 0 0,-1 0 0 0 0,1-1 1 0 0,0 1-1 0 0,-1-1 1 0 0,2 0-1 0 0,12-20 550 0 0,-1-33 33 0 0,-12 48-585 0 0,15-101 318 0 0,1-158 0 0 0,-3 23-2443 0 0,-10 213-5476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5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55 6449 0 0,'0'-6'768'0'0,"2"1"-1"0"0,-1-1 1 0 0,0 1-1 0 0,1 0 0 0 0,0-1 1 0 0,1 1-1 0 0,-1 0 1 0 0,5-6-1 0 0,-7 11-694 0 0,0 0-1 0 0,1 0 0 0 0,-1 0 1 0 0,0 0-1 0 0,1 0 1 0 0,-1 0-1 0 0,0 0 0 0 0,0 0 1 0 0,1 0-1 0 0,-1 0 1 0 0,0 0-1 0 0,1 1 0 0 0,-1-1 1 0 0,0 0-1 0 0,0 0 1 0 0,1 0-1 0 0,-1 1 1 0 0,0-1-1 0 0,0 0 0 0 0,0 0 1 0 0,1 0-1 0 0,-1 1 1 0 0,0-1-1 0 0,0 0 0 0 0,0 0 1 0 0,0 1-1 0 0,1-1 1 0 0,-1 0-1 0 0,0 1 0 0 0,0-1 1 0 0,0 0-1 0 0,0 1 1 0 0,0-1-1 0 0,0 0 0 0 0,0 0 1 0 0,0 1-1 0 0,0-1 1 0 0,0 0-1 0 0,0 1 0 0 0,0-1 1 0 0,0 0-1 0 0,0 1 1 0 0,3 16 781 0 0,0 202 2595 0 0,0-3-3828 0 0,-1-195-71 0 0,5 42-1950 0 0,-3-49 891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6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0,'3'-1'220'0'0,"0"1"0"0"0,0 0 0 0 0,0 0 0 0 0,0 0 0 0 0,0 0 0 0 0,-1 1 0 0 0,1-1 0 0 0,0 1 0 0 0,0 0 0 0 0,0 0 0 0 0,0 0 0 0 0,-1 0 0 0 0,1 0-1 0 0,0 0 1 0 0,3 4 0 0 0,43 28 2195 0 0,-41-27-1968 0 0,6 5-64 0 0,-1 2 1 0 0,0 0 0 0 0,-1 0 0 0 0,22 30 0 0 0,35 67 290 0 0,-58-91-664 0 0,23 48-997 0 0,-24-46-32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6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0 147 8290 0 0,'2'-4'736'0'0,"-1"0"-584"0"0,2 0-152 0 0,-1 1 0 0 0,0 0 64 0 0,1-1-64 0 0,3-3 72 0 0,4-3-72 0 0,6-5 104 0 0,2-2-24 0 0,3 1-8 0 0,-1 1 0 0 0,2 1-216 0 0,0 3-48 0 0,0 2 0 0 0,1 3-8 0 0,0 3 200 0 0,2 2-64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6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9674 0 0,'1'3'530'0'0,"-1"0"1"0"0,1 1-1 0 0,0-1 1 0 0,0 0-1 0 0,0 0 0 0 0,1 0 1 0 0,-1 0-1 0 0,1 0 0 0 0,-1 0 1 0 0,1 0-1 0 0,0-1 1 0 0,3 3-1 0 0,7 16 848 0 0,1 13-386 0 0,-1 1 0 0 0,9 40 0 0 0,4 15-934 0 0,-19-71-1158 0 0,1-1 1 0 0,16 29-1 0 0,-20-40-951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7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4 235 2240 0 0,'-1'-6'269'0'0,"0"-1"-1"0"0,0 0 0 0 0,0 0 0 0 0,1 0 0 0 0,1 1 0 0 0,-1-1 0 0 0,1 0 0 0 0,0 0 0 0 0,0 1 0 0 0,1-1 0 0 0,4-12 0 0 0,-1 8 249 0 0,0 0-1 0 0,0 0 1 0 0,1 1-1 0 0,0-1 1 0 0,0 2-1 0 0,9-11 1 0 0,-9 14-145 0 0,1 0 0 0 0,-1 0 0 0 0,1 0 1 0 0,0 1-1 0 0,0 0 0 0 0,14-7 0 0 0,-17 10-244 0 0,-1 0-1 0 0,1 1 0 0 0,-1-1 1 0 0,1 1-1 0 0,0 0 0 0 0,0 0 1 0 0,0 0-1 0 0,0 0 1 0 0,0 1-1 0 0,0 0 0 0 0,0 0 1 0 0,0 0-1 0 0,0 0 0 0 0,0 0 1 0 0,0 1-1 0 0,0 0 1 0 0,4 1-1 0 0,-5 0-43 0 0,-1-1 1 0 0,0 1-1 0 0,1 0 1 0 0,-1 0-1 0 0,0 0 0 0 0,0 0 1 0 0,0 0-1 0 0,0 1 0 0 0,0-1 1 0 0,-1 0-1 0 0,1 1 1 0 0,-1 0-1 0 0,1-1 0 0 0,-1 1 1 0 0,0 0-1 0 0,0 0 1 0 0,0 0-1 0 0,0-1 0 0 0,-1 1 1 0 0,1 6-1 0 0,1 6 304 0 0,-1 0 0 0 0,-1 26 1 0 0,-3-13 151 0 0,-8 36 1 0 0,7-46-512 0 0,0 0 0 0 0,2 1 0 0 0,0-1 0 0 0,1 1 1 0 0,2 31-1 0 0,-1-48-59 0 0,1-1 1 0 0,-1 1-1 0 0,0-1 1 0 0,1 1-1 0 0,-1-1 1 0 0,1 1-1 0 0,-1-1 1 0 0,1 1-1 0 0,0-1 0 0 0,0 1 1 0 0,0-1-1 0 0,-1 0 1 0 0,1 0-1 0 0,0 1 1 0 0,1-1-1 0 0,-1 0 1 0 0,0 0-1 0 0,0 0 1 0 0,0 0-1 0 0,1 0 0 0 0,-1 0 1 0 0,0 0-1 0 0,1-1 1 0 0,-1 1-1 0 0,1 0 1 0 0,-1-1-1 0 0,1 1 1 0 0,-1-1-1 0 0,1 0 1 0 0,0 1-1 0 0,-1-1 0 0 0,1 0 1 0 0,-1 0-1 0 0,1 0 1 0 0,0 0-1 0 0,-1 0 1 0 0,1 0-1 0 0,-1-1 1 0 0,3 0-1 0 0,9-1-213 0 0,-1-2-1 0 0,0 0 1 0 0,1 0-1 0 0,12-7 1 0 0,2-1 173 0 0,-22 11 74 0 0,0-1 0 0 0,0 1 0 0 0,0 0 0 0 0,0 0 0 0 0,0 0-1 0 0,0 1 1 0 0,0 0 0 0 0,0 0 0 0 0,0 0 0 0 0,0 0 0 0 0,6 2 0 0 0,-9-1 6 0 0,0 0 1 0 0,0 0-1 0 0,0 0 1 0 0,0 0 0 0 0,0 0-1 0 0,0 0 1 0 0,0 1-1 0 0,0-1 1 0 0,0 1-1 0 0,-1-1 1 0 0,1 1 0 0 0,-1 0-1 0 0,1-1 1 0 0,-1 1-1 0 0,0 0 1 0 0,1 0 0 0 0,-1 0-1 0 0,0 0 1 0 0,0 0-1 0 0,-1 0 1 0 0,1 1 0 0 0,0-1-1 0 0,-1 0 1 0 0,1 0-1 0 0,-1 1 1 0 0,1 2-1 0 0,-1 6 254 0 0,1 0 0 0 0,-2 1 0 0 0,0-1 0 0 0,0 0 0 0 0,-1 0 0 0 0,0 0 0 0 0,-1 0-1 0 0,0 0 1 0 0,-1-1 0 0 0,0 1 0 0 0,-8 14 0 0 0,-7 9-414 0 0,0-2-1 0 0,-26 31 1 0 0,34-47-989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7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83 10594 0 0,'-2'6'6022'0'0,"2"-6"-5918"0"0,11-2 2348 0 0,11-6-2049 0 0,39-25 305 0 0,-47 24-1329 0 0,1 1 1 0 0,0 1 0 0 0,26-10-1 0 0,-26 13-5834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7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49 5529 0 0,'1'0'600'0'0,"1"0"-600"0"0,-1 0 352 0 0,1 0 56 0 0,0 0 9 0 0,2-2 7 0 0,2 0 440 0 0,-1-1 80 0 0,4 0 16 0 0,-1-1 8 0 0,0-1-824 0 0,1-2-144 0 0,4-3-72 0 0,-2-2 8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8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11 382 9674 0 0,'-10'2'8750'0'0,"13"6"-9400"0"0,24 65 1740 0 0,2-1-1 0 0,48 82 0 0 0,-66-135-1050 0 0,1 0 0 0 0,1-1 1 0 0,0 0-1 0 0,1-1 0 0 0,1 0 1 0 0,0-2-1 0 0,2 1 0 0 0,-1-2 0 0 0,2 0 1 0 0,0-2-1 0 0,0 1 0 0 0,33 14 1 0 0,-48-26-20 0 0,-1 1 1 0 0,1-1 0 0 0,0 0 0 0 0,0 0 0 0 0,-1-1-1 0 0,1 1 1 0 0,0 0 0 0 0,0-1 0 0 0,0 0 0 0 0,0 0-1 0 0,0 0 1 0 0,0 0 0 0 0,0 0 0 0 0,-1 0 0 0 0,1-1-1 0 0,0 1 1 0 0,0-1 0 0 0,3-1 0 0 0,-3 0 8 0 0,-1 0-1 0 0,0 0 1 0 0,1 0 0 0 0,-1 0 0 0 0,0 0 0 0 0,0 0 0 0 0,-1 0-1 0 0,1-1 1 0 0,0 1 0 0 0,-1-1 0 0 0,0 0 0 0 0,1 1-1 0 0,-1-1 1 0 0,0 0 0 0 0,0 1 0 0 0,0-1 0 0 0,-1 0 0 0 0,1-3-1 0 0,7-42 250 0 0,-3-1-1 0 0,0-66 0 0 0,-2 28-143 0 0,-1 32-163 0 0,17-190 78 0 0,-13 200-771 0 0,2 1 0 0 0,2 0 1 0 0,22-61-1 0 0,-21 78-836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8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 13827 0 0,'-6'-15'6140'0'0,"21"31"-4414"0"0,-12-14-1482 0 0,8 13-72 0 0,-1 1 0 0 0,0 0 0 0 0,-1 1 0 0 0,0 0 0 0 0,-1 1 0 0 0,-2 0 0 0 0,0 0 0 0 0,5 22 0 0 0,0-2-31 0 0,27 85 218 0 0,54 158-3464 0 0,-81-254-4444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9.0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5985 0 0,'0'-1'55'0'0,"0"0"-1"0"0,1-1 1 0 0,-1 1 0 0 0,0 0-1 0 0,1 0 1 0 0,-1-1-1 0 0,1 1 1 0 0,-1 0 0 0 0,1 0-1 0 0,0 0 1 0 0,-1 0-1 0 0,1 0 1 0 0,0 0-1 0 0,0 0 1 0 0,0 0 0 0 0,0 0-1 0 0,0 0 1 0 0,0 0-1 0 0,0 1 1 0 0,0-1 0 0 0,0 0-1 0 0,0 1 1 0 0,0-1-1 0 0,2 0 1 0 0,40-20 774 0 0,-31 15-347 0 0,26-15-135 0 0,0-3 0 0 0,37-30 0 0 0,5-4-3348 0 0,-79 58 3129 0 0,-1-1 1 0 0,1 1-1 0 0,0 0 0 0 0,-1 0 0 0 0,1 0 0 0 0,-1 0 0 0 0,1-1 0 0 0,0 1 0 0 0,-1 0 0 0 0,1 0 0 0 0,-1 0 0 0 0,1 0 0 0 0,0 0 0 0 0,-1 0 0 0 0,1 1 0 0 0,0-1 0 0 0,-1 0 1 0 0,1 0-1 0 0,-1 0 0 0 0,1 0 0 0 0,-1 1 0 0 0,1-1 0 0 0,0 0 0 0 0,-1 1 0 0 0,1-1 0 0 0,0 1 0 0 0,16 16 1751 0 0,9 25 550 0 0,-8-6-926 0 0,-2 2 1 0 0,14 46-1 0 0,1 6-881 0 0,-15-56-737 0 0,-15-32 111 0 0,-1-1 0 0 0,1 0 0 0 0,0 0 0 0 0,-1 1 0 0 0,1-1 0 0 0,0 0 0 0 0,0 0 0 0 0,0 0 0 0 0,0 0 0 0 0,0 0 0 0 0,0 0 0 0 0,0 0 0 0 0,0 0 0 0 0,0 0 0 0 0,0-1 0 0 0,1 1 0 0 0,-1 0 0 0 0,0-1 0 0 0,1 1 0 0 0,-1-1 0 0 0,0 1 0 0 0,1-1 0 0 0,1 1 0 0 0,-2-2 3 0 0,0 1 0 0 0,-1-1-1 0 0,1 1 1 0 0,0-1 0 0 0,-1 0 0 0 0,1 1-1 0 0,0-1 1 0 0,-1 0 0 0 0,1 1 0 0 0,-1-1 0 0 0,1 0-1 0 0,-1 0 1 0 0,1 1 0 0 0,-1-1 0 0 0,0 0-1 0 0,1 0 1 0 0,-1 0 0 0 0,0 0 0 0 0,0 0-1 0 0,0 1 1 0 0,1-3 0 0 0,2-23-46 0 0,-3 22 38 0 0,3-37-70 0 0,8-69 37 0 0,-9 99 42 0 0,1 0 1 0 0,0 0-1 0 0,1 0 1 0 0,0 0-1 0 0,0 1 1 0 0,1 0 0 0 0,9-15-1 0 0,-13 24 12 0 0,-1-1-1 0 0,1 1 1 0 0,0 0-1 0 0,0 0 1 0 0,0 0-1 0 0,0 0 1 0 0,0-1 0 0 0,0 1-1 0 0,0 0 1 0 0,0 1-1 0 0,1-1 1 0 0,-1 0-1 0 0,0 0 1 0 0,1 0 0 0 0,-1 1-1 0 0,0-1 1 0 0,1 1-1 0 0,-1-1 1 0 0,1 1-1 0 0,-1 0 1 0 0,0-1-1 0 0,1 1 1 0 0,-1 0 0 0 0,1 0-1 0 0,-1 0 1 0 0,1 0-1 0 0,-1 0 1 0 0,1 0-1 0 0,-1 0 1 0 0,1 1-1 0 0,-1-1 1 0 0,1 1 0 0 0,-1-1-1 0 0,1 1 1 0 0,-1-1-1 0 0,0 1 1 0 0,1 0-1 0 0,-1 0 1 0 0,0-1 0 0 0,0 1-1 0 0,0 0 1 0 0,0 0-1 0 0,1 0 1 0 0,-1 0-1 0 0,1 3 1 0 0,8 6 134 0 0,-2 1 1 0 0,1 0-1 0 0,-1 1 0 0 0,6 13 1 0 0,-4-8-83 0 0,4 4-277 0 0,51 74-5752 0 0,-50-77-203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9.4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0 279 4145 0 0,'25'-17'4129'0'0,"-17"9"-3602"0"0,0 1-1 0 0,-1-2 1 0 0,0 1 0 0 0,-1-1 0 0 0,0 0 0 0 0,0 0-1 0 0,-1 0 1 0 0,-1-1 0 0 0,5-10 0 0 0,-4 6-75 0 0,-1 1 0 0 0,0-1 1 0 0,0 0-1 0 0,-2-1 0 0 0,1 1 0 0 0,-1-19 1 0 0,-2 31-437 0 0,0 0 1 0 0,0 0 0 0 0,0 0 0 0 0,0 0 0 0 0,-1 0-1 0 0,1 0 1 0 0,-1 0 0 0 0,1 0 0 0 0,-1 1 0 0 0,0-1-1 0 0,0 0 1 0 0,0 0 0 0 0,0 1 0 0 0,0-1 0 0 0,0 0-1 0 0,0 1 1 0 0,0-1 0 0 0,-1 1 0 0 0,1 0 0 0 0,0-1-1 0 0,-1 1 1 0 0,0 0 0 0 0,1 0 0 0 0,-1 0 0 0 0,0 0-1 0 0,1 0 1 0 0,-1 0 0 0 0,-3-1 0 0 0,3 2-17 0 0,0 0 0 0 0,1-1-1 0 0,-1 1 1 0 0,0 0 0 0 0,1 0 0 0 0,-1 0 0 0 0,0 1 0 0 0,1-1-1 0 0,-1 0 1 0 0,1 1 0 0 0,-1-1 0 0 0,0 1 0 0 0,1-1 0 0 0,-1 1-1 0 0,1 0 1 0 0,-1-1 0 0 0,1 1 0 0 0,0 0 0 0 0,-1 0 0 0 0,1 0-1 0 0,0 0 1 0 0,0 0 0 0 0,-1 1 0 0 0,1-1 0 0 0,0 0 0 0 0,0 0-1 0 0,0 1 1 0 0,1-1 0 0 0,-1 1 0 0 0,0-1 0 0 0,0 1 0 0 0,1-1-1 0 0,-1 1 1 0 0,0 1 0 0 0,-1 3 26 0 0,1 1 1 0 0,-1-1-1 0 0,1 0 0 0 0,1 0 1 0 0,-1 1-1 0 0,1-1 0 0 0,0 0 0 0 0,0 1 1 0 0,0-1-1 0 0,1 0 0 0 0,0 1 1 0 0,1-1-1 0 0,-1 0 0 0 0,5 9 1 0 0,-2-6 48 0 0,0-1 0 0 0,1 1 0 0 0,0-1 1 0 0,0 0-1 0 0,1 0 0 0 0,0-1 1 0 0,1 0-1 0 0,0 0 0 0 0,7 6 1 0 0,-3-4-30 0 0,-1-1 1 0 0,1-1-1 0 0,1 0 1 0 0,-1 0 0 0 0,1-1-1 0 0,0-1 1 0 0,1 0 0 0 0,-1 0-1 0 0,1-1 1 0 0,0-1 0 0 0,0 0-1 0 0,0-1 1 0 0,0-1-1 0 0,14 1 1 0 0,-19-3-541 0 0,-1 1 1 0 0,0-2-1 0 0,1 1 0 0 0,-1-1 1 0 0,13-5-1 0 0,-6 1-5378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4:29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 5065 0 0,'6'12'7459'0'0,"6"-2"-4512"0"0,2 1-2120 0 0,37 51 2269 0 0,23 23-727 0 0,-65-75-2180 0 0,1-1 0 0 0,-1-1 0 0 0,2 0 0 0 0,-1 0-1 0 0,1-1 1 0 0,15 7 0 0 0,-25-14-168 0 0,-1 1 0 0 0,1-1 0 0 0,0 0 0 0 0,-1 0 0 0 0,1 1 0 0 0,-1-1 1 0 0,1 0-1 0 0,0 0 0 0 0,-1 0 0 0 0,1 0 0 0 0,0 0 0 0 0,-1 0 0 0 0,1 0 0 0 0,0 0 0 0 0,-1 0 0 0 0,1 0 0 0 0,0 0 1 0 0,-1-1-1 0 0,1 1 0 0 0,-1 0 0 0 0,1 0 0 0 0,0-1 0 0 0,-1 1 0 0 0,1 0 0 0 0,-1-1 0 0 0,1 1 0 0 0,0-1 0 0 0,10-20 420 0 0,-5-29 48 0 0,-5 45-458 0 0,-2-152-1314 0 0,2 127-7059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4.8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65 258 8290 0 0,'-3'0'113'0'0,"1"0"1"0"0,-1-1 0 0 0,1 0 0 0 0,-1 0-1 0 0,1 1 1 0 0,-1-1 0 0 0,1-1 0 0 0,0 1-1 0 0,-1 0 1 0 0,1-1 0 0 0,0 1-1 0 0,0-1 1 0 0,0 1 0 0 0,0-1 0 0 0,0 0-1 0 0,0 0 1 0 0,1 0 0 0 0,-3-4-1 0 0,0 0 205 0 0,2-1 0 0 0,-1 1 0 0 0,1-1-1 0 0,0 0 1 0 0,0 0 0 0 0,0-7 0 0 0,0 3 22 0 0,1 0 0 0 0,1 1 1 0 0,-1-1-1 0 0,2 0 0 0 0,-1 1 0 0 0,5-20 1 0 0,-4 26-170 0 0,0-1 0 0 0,0 0 1 0 0,0 1-1 0 0,1-1 0 0 0,0 0 0 0 0,0 1 1 0 0,0 0-1 0 0,1-1 0 0 0,-1 1 1 0 0,1 0-1 0 0,0 0 0 0 0,0 1 0 0 0,1-1 1 0 0,-1 1-1 0 0,1-1 0 0 0,-1 1 1 0 0,6-3-1 0 0,-7 5-121 0 0,-1 0-1 0 0,1 1 1 0 0,0-1-1 0 0,0 0 1 0 0,-1 1 0 0 0,1 0-1 0 0,0-1 1 0 0,0 1 0 0 0,-1 0-1 0 0,1 0 1 0 0,0 0 0 0 0,0 0-1 0 0,0 0 1 0 0,-1 0 0 0 0,1 1-1 0 0,0-1 1 0 0,0 1 0 0 0,-1-1-1 0 0,1 1 1 0 0,0-1 0 0 0,-1 1-1 0 0,1 0 1 0 0,-1 0 0 0 0,1 0-1 0 0,-1 0 1 0 0,1 0 0 0 0,-1 0-1 0 0,0 1 1 0 0,1-1-1 0 0,-1 0 1 0 0,0 1 0 0 0,0-1-1 0 0,0 0 1 0 0,0 1 0 0 0,0-1-1 0 0,0 1 1 0 0,1 3 0 0 0,2 2-4 0 0,-1 1 0 0 0,0 0 0 0 0,0 0-1 0 0,0 0 1 0 0,-1 0 0 0 0,2 15 0 0 0,-3 17 84 0 0,-1 1 0 0 0,-10 73-1 0 0,1-32 315 0 0,9-79-398 0 0,-1 0 0 0 0,1-1 1 0 0,0 1-1 0 0,0 0 1 0 0,0 0-1 0 0,0 0 1 0 0,1 0-1 0 0,-1 0 1 0 0,1 0-1 0 0,0 0 0 0 0,0 0 1 0 0,0 0-1 0 0,0-1 1 0 0,0 1-1 0 0,0 0 1 0 0,1-1-1 0 0,-1 1 1 0 0,1-1-1 0 0,0 1 0 0 0,0-1 1 0 0,3 3-1 0 0,-3-4-10 0 0,1 1 0 0 0,0-1 0 0 0,0 0 0 0 0,0 0-1 0 0,0 0 1 0 0,0 0 0 0 0,0-1 0 0 0,0 1 0 0 0,0-1-1 0 0,0 1 1 0 0,0-1 0 0 0,0 0 0 0 0,0-1 0 0 0,0 1-1 0 0,0 0 1 0 0,0-1 0 0 0,0 0 0 0 0,0 1 0 0 0,0-1-1 0 0,5-3 1 0 0,62-29 780 0 0,-37 16-2007 0 0,2 2-5395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5.21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13 125 9674 0 0,'-2'-3'623'0'0,"0"0"-1"0"0,0 0 1 0 0,1-1-1 0 0,0 1 0 0 0,-1 0 1 0 0,1-1-1 0 0,0-3 1 0 0,1 7-471 0 0,-1-1 0 0 0,1 1 0 0 0,0 0 1 0 0,0-1-1 0 0,0 1 0 0 0,0-1 0 0 0,1 1 0 0 0,-1-1 0 0 0,3-4 2435 0 0,-2 4-2435 0 0,0 1-73 0 0,0-1 1 0 0,0 1-1 0 0,1 0 0 0 0,-1 0 1 0 0,0 0-1 0 0,0 0 0 0 0,0 0 1 0 0,1 0-1 0 0,-1 0 0 0 0,0 0 1 0 0,0 0-1 0 0,0 0 1 0 0,0 1-1 0 0,2 0 0 0 0,1 0 9 0 0,0 1 1 0 0,0 0-1 0 0,-1 0 0 0 0,1 0 0 0 0,-1 1 0 0 0,1-1 1 0 0,-1 1-1 0 0,0 0 0 0 0,0 0 0 0 0,0 0 1 0 0,0 0-1 0 0,-1 1 0 0 0,1-1 0 0 0,2 5 0 0 0,28 61 340 0 0,-22-45-328 0 0,2 3 13 0 0,0-1 0 0 0,35 47 0 0 0,-44-67-113 0 0,0 0-1 0 0,1 0 0 0 0,0-1 0 0 0,0 1 0 0 0,1-1 0 0 0,-1-1 0 0 0,1 1 0 0 0,0-1 0 0 0,0 0 0 0 0,0 0 0 0 0,1-1 0 0 0,0 0 0 0 0,-1 0 0 0 0,1 0 0 0 0,0-1 0 0 0,0 0 0 0 0,13 2 0 0 0,-18-4 16 0 0,1 0 0 0 0,-1 0 0 0 0,1-1 0 0 0,-1 1 0 0 0,1 0 0 0 0,-1-1 1 0 0,0 1-1 0 0,1-1 0 0 0,-1 0 0 0 0,0 0 0 0 0,0 0 0 0 0,1 0 0 0 0,-1 0 0 0 0,0 0 1 0 0,0-1-1 0 0,0 1 0 0 0,0-1 0 0 0,2-2 0 0 0,-1 0 10 0 0,0 1 0 0 0,0-1 1 0 0,-1 0-1 0 0,0 0 0 0 0,0 0 0 0 0,0-1 1 0 0,0 1-1 0 0,0 0 0 0 0,1-6 0 0 0,0-5 19 0 0,-1-1 0 0 0,0 0 0 0 0,0 0 0 0 0,-3-26 0 0 0,-11-67-725 0 0,-1-7-4730 0 0,13 87-891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5.62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36 7 6913 0 0,'-8'-6'3646'0'0,"3"16"-1121"0"0,1 17-1385 0 0,0 0-1 0 0,3 0 0 0 0,2 49 1 0 0,0-10-370 0 0,-2 83 231 0 0,-1 77-768 0 0,-8-76-3087 0 0,8-129 1369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6.02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157 80 6913 0 0,'-18'32'1309'0'0,"-32"53"-654"0"0,-38 70-181 0 0,97-179-119 0 0,0 0 0 0 0,6-26 0 0 0,11-32 1200 0 0,-20 68-1109 0 0,0 0 1 0 0,1 1 0 0 0,1 0-1 0 0,0 0 1 0 0,0 0 0 0 0,1 1-1 0 0,1 1 1 0 0,0-1 0 0 0,17-13-1 0 0,-23 21-249 0 0,0 1 0 0 0,1 0 0 0 0,0 0 0 0 0,0 0-1 0 0,0 0 1 0 0,0 1 0 0 0,0 0 0 0 0,1 0 0 0 0,-1 0-1 0 0,1 1 1 0 0,-1 0 0 0 0,1 0 0 0 0,-1 0 0 0 0,1 0-1 0 0,0 1 1 0 0,-1 0 0 0 0,1 1 0 0 0,0-1 0 0 0,-1 1-1 0 0,1 0 1 0 0,-1 0 0 0 0,1 1 0 0 0,-1-1 0 0 0,1 1 0 0 0,-1 1-1 0 0,0-1 1 0 0,0 1 0 0 0,5 3 0 0 0,5 4-95 0 0,-1 1 0 0 0,0 0 0 0 0,0 1 0 0 0,-1 0 0 0 0,16 21 0 0 0,-6-3-710 0 0,30 50 0 0 0,-37-51-521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6.48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 10594 0 0,'1'-1'5219'0'0,"40"330"-678"0"0,-25-160-3907 0 0,22 218-146 0 0,-21-199-4951 0 0,-14-153-1828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6.81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16 75 1584 0 0,'-2'-3'164'0'0,"0"0"0"0"0,0-1 0 0 0,0 1 0 0 0,1 0-1 0 0,-1-1 1 0 0,1 1 0 0 0,0-1 0 0 0,0 0 0 0 0,0-7-1 0 0,8-18 12557 0 0,1 39-10640 0 0,4 12-1135 0 0,-6-10-528 0 0,2 7 129 0 0,2 0 0 0 0,0 0 1 0 0,24 32-1 0 0,-30-47-467 0 0,-1 0-1 0 0,1 0 1 0 0,0 0-1 0 0,0-1 1 0 0,1 0 0 0 0,-1 0-1 0 0,0 0 1 0 0,11 5-1 0 0,-12-7-42 0 0,0 0 0 0 0,0 0-1 0 0,0 0 1 0 0,0-1-1 0 0,0 1 1 0 0,0-1-1 0 0,1 0 1 0 0,-1 0-1 0 0,0 0 1 0 0,0 0 0 0 0,0-1-1 0 0,0 1 1 0 0,1-1-1 0 0,-1 1 1 0 0,0-1-1 0 0,4-2 1 0 0,-2 0-11 0 0,-1 1-1 0 0,1-1 1 0 0,-1 0 0 0 0,1-1-1 0 0,-1 1 1 0 0,0-1 0 0 0,0 0-1 0 0,-1 0 1 0 0,1 0 0 0 0,-1 0-1 0 0,0-1 1 0 0,0 1 0 0 0,2-6-1 0 0,6-12-45 0 0,14-37 0 0 0,-12 24-177 0 0,-5 17-1470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8.97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 28 6913 0 0,'-17'-28'5939'0'0,"17"44"-2520"0"0,17 163-76 0 0,-12 88-2481 0 0,-4-152-726 0 0,1-73-584 0 0,8 44 0 0 0,4-1-3649 0 0,-9-56-1768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9.3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176 74 5985 0 0,'-1'-1'128'0'0,"-1"1"0"0"0,0 0 0 0 0,0 0 0 0 0,1-1 0 0 0,-1 1 0 0 0,0 0 0 0 0,0 1-1 0 0,0-1 1 0 0,1 0 0 0 0,-1 0 0 0 0,0 1 0 0 0,0-1 0 0 0,1 1 0 0 0,-1 0 0 0 0,0-1 0 0 0,1 1 0 0 0,-1 0-1 0 0,1 0 1 0 0,-1 0 0 0 0,1 0 0 0 0,-2 2 0 0 0,-32 24 1051 0 0,22-16-962 0 0,2 1 0 0 0,0 0 0 0 0,0 1 0 0 0,1 0 1 0 0,1 0-1 0 0,0 1 0 0 0,1 0 0 0 0,-10 23 0 0 0,18-37-215 0 0,0 0 0 0 0,-1 1 1 0 0,1-1-1 0 0,0 0 0 0 0,0 1 1 0 0,-1-1-1 0 0,1 0 0 0 0,0 1 1 0 0,0-1-1 0 0,0 0 0 0 0,0 1 1 0 0,0-1-1 0 0,-1 1 0 0 0,1-1 0 0 0,0 1 1 0 0,0-1-1 0 0,0 0 0 0 0,0 1 1 0 0,0-1-1 0 0,0 1 0 0 0,0-1 1 0 0,0 0-1 0 0,1 1 0 0 0,-1-1 0 0 0,0 1 1 0 0,0-1-1 0 0,0 0 0 0 0,0 1 1 0 0,0-1-1 0 0,1 1 0 0 0,-1-1 1 0 0,0 0-1 0 0,0 1 0 0 0,1-1 0 0 0,-1 0 1 0 0,0 1-1 0 0,0-1 0 0 0,1 0 1 0 0,15-8-179 0 0,16-22-14 0 0,21-43 937 0 0,-41 55 111 0 0,0-1 1 0 0,2 2-1 0 0,0 0 0 0 0,0 1 1 0 0,2 0-1 0 0,25-20 1 0 0,-38 34-683 0 0,-1 0 1 0 0,1 1-1 0 0,0-1 1 0 0,-1 1-1 0 0,1 0 1 0 0,0 0-1 0 0,0 0 1 0 0,0 0-1 0 0,0 1 1 0 0,0-1-1 0 0,0 1 1 0 0,0-1-1 0 0,0 1 1 0 0,0 0-1 0 0,0 0 1 0 0,0 1-1 0 0,0-1 1 0 0,4 1-1 0 0,-2 1-78 0 0,0 0 0 0 0,-1 0 0 0 0,1 1-1 0 0,-1-1 1 0 0,1 1 0 0 0,-1 0 0 0 0,0 0 0 0 0,0 0-1 0 0,0 0 1 0 0,3 5 0 0 0,6 7-45 0 0,-1 1 0 0 0,-1 0-1 0 0,0 0 1 0 0,13 29 0 0 0,77 185-2291 0 0,-85-185-5274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8.17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204 308 3225 0 0,'-6'1'344'0'0,"-1"1"0"0"0,1-1 0 0 0,0 1 0 0 0,0 1 0 0 0,0-1 0 0 0,0 1 0 0 0,1 0 0 0 0,-6 3 0 0 0,-17 8 810 0 0,27-13-1114 0 0,-8 3 580 0 0,0-1 1 0 0,0 0-1 0 0,-1 0 0 0 0,-11 1 0 0 0,19-3-465 0 0,1-1-1 0 0,-1 0 1 0 0,0 1 0 0 0,1-1-1 0 0,-1 0 1 0 0,0 0 0 0 0,0 0-1 0 0,1-1 1 0 0,-1 1 0 0 0,0 0-1 0 0,1-1 1 0 0,-1 1 0 0 0,0-1 0 0 0,1 1-1 0 0,-1-1 1 0 0,0 0 0 0 0,1 0-1 0 0,-1 0 1 0 0,1 0 0 0 0,0 0-1 0 0,-1 0 1 0 0,1 0 0 0 0,0 0-1 0 0,0-1 1 0 0,-1 1 0 0 0,1 0 0 0 0,0-1-1 0 0,0 1 1 0 0,0-1 0 0 0,1 1-1 0 0,-2-3 1 0 0,-1-5-23 0 0,1 0 0 0 0,0 0 0 0 0,1-1 0 0 0,0 1 0 0 0,0 0 0 0 0,1-1 0 0 0,0 1 0 0 0,0-1 0 0 0,1 1-1 0 0,1 0 1 0 0,0-1 0 0 0,0 1 0 0 0,1 0 0 0 0,0 0 0 0 0,0 1 0 0 0,7-13 0 0 0,-3 7 73 0 0,1 0 0 0 0,0 0-1 0 0,2 1 1 0 0,-1 0 0 0 0,2 1 0 0 0,-1 0 0 0 0,2 1-1 0 0,23-19 1 0 0,-29 25-225 0 0,1 1 0 0 0,0 0-1 0 0,-1 0 1 0 0,2 1 0 0 0,-1-1-1 0 0,0 1 1 0 0,1 1 0 0 0,-1 0-1 0 0,1 0 1 0 0,0 0-1 0 0,15 0 1 0 0,-20 2 9 0 0,1 0 0 0 0,-1 0 0 0 0,1 1-1 0 0,-1-1 1 0 0,1 1 0 0 0,-1 0 0 0 0,0 0 0 0 0,1 0 0 0 0,-1 0-1 0 0,0 1 1 0 0,0 0 0 0 0,1-1 0 0 0,-1 1 0 0 0,-1 0 0 0 0,1 0-1 0 0,0 1 1 0 0,0-1 0 0 0,-1 1 0 0 0,1-1 0 0 0,-1 1-1 0 0,0 0 1 0 0,0 0 0 0 0,0 0 0 0 0,0 0 0 0 0,-1 0 0 0 0,1 0-1 0 0,-1 0 1 0 0,2 5 0 0 0,1 6-147 0 0,-1 0 0 0 0,0 1 0 0 0,-1-1 1 0 0,-1 0-1 0 0,0 1 0 0 0,-1-1 0 0 0,0 0 0 0 0,-3 17 0 0 0,-25 115-952 0 0,24-130 1017 0 0,-4 17-106 0 0,-1 0 74 0 0,2 0 0 0 0,1 0 0 0 0,-2 48 0 0 0,8-74 132 0 0,-1 0 0 0 0,2 1-1 0 0,-1-1 1 0 0,1 0 0 0 0,0 1-1 0 0,0-1 1 0 0,1 0-1 0 0,0 0 1 0 0,0 0 0 0 0,1 0-1 0 0,0-1 1 0 0,0 1 0 0 0,1-1-1 0 0,0 1 1 0 0,0-1 0 0 0,0 0-1 0 0,1-1 1 0 0,-1 1-1 0 0,2-1 1 0 0,-1 0 0 0 0,9 7-1 0 0,-12-11 37 0 0,-1 0-1 0 0,1 0 1 0 0,-1 1-1 0 0,1-2 1 0 0,0 1-1 0 0,-1 0 0 0 0,1 0 1 0 0,0-1-1 0 0,0 1 1 0 0,0-1-1 0 0,0 1 0 0 0,0-1 1 0 0,-1 0-1 0 0,1 1 1 0 0,0-1-1 0 0,0 0 1 0 0,0-1-1 0 0,0 1 0 0 0,0 0 1 0 0,0 0-1 0 0,0-1 1 0 0,-1 1-1 0 0,1-1 1 0 0,2-1-1 0 0,-1 0 51 0 0,0 0 0 0 0,0 0-1 0 0,-1 0 1 0 0,1-1 0 0 0,-1 1 0 0 0,0-1 0 0 0,0 1 0 0 0,0-1-1 0 0,0 0 1 0 0,0 0 0 0 0,-1 0 0 0 0,3-5 0 0 0,0-4 145 0 0,0 0 0 0 0,-1 0 0 0 0,0 0-1 0 0,0 0 1 0 0,-2 0 0 0 0,1-20 0 0 0,-2 20-101 0 0,-1 0 0 0 0,0-1 0 0 0,-1 1 0 0 0,-1 0 0 0 0,0 1-1 0 0,0-1 1 0 0,-1 0 0 0 0,-1 1 0 0 0,0 0 0 0 0,0 0 0 0 0,-1 0 0 0 0,-1 1 0 0 0,0 0-1 0 0,0 0 1 0 0,-14-14 0 0 0,11 15-123 0 0,0 0 0 0 0,-1 1-1 0 0,0 0 1 0 0,0 1 0 0 0,0 0-1 0 0,-1 1 1 0 0,0 0 0 0 0,0 1-1 0 0,-1 0 1 0 0,0 1 0 0 0,0 1-1 0 0,0 0 1 0 0,0 0 0 0 0,-16 0-1 0 0,14 2-548 0 0,0 0 0 0 0,0 1-1 0 0,-1 0 1 0 0,1 1-1 0 0,-23 5 1 0 0,21 0-756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8.56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86 8754 0 0,'0'-2'242'0'0,"-1"0"-1"0"0,1-1 1 0 0,0 1 0 0 0,0 0-1 0 0,0-1 1 0 0,1 1 0 0 0,-1 0 0 0 0,1-1-1 0 0,-1 1 1 0 0,1 0 0 0 0,0-1 0 0 0,-1 1-1 0 0,1 0 1 0 0,0 0 0 0 0,2-2-1 0 0,-3 3-61 0 0,1 1-1 0 0,-1-1 0 0 0,1 1 0 0 0,-1-1 0 0 0,1 1 0 0 0,-1-1 0 0 0,1 1 0 0 0,-1 0 0 0 0,1-1 0 0 0,-1 1 0 0 0,1 0 0 0 0,0-1 0 0 0,-1 1 1 0 0,1 0-1 0 0,-1 0 0 0 0,1 0 0 0 0,0 0 0 0 0,-1-1 0 0 0,1 1 0 0 0,0 0 0 0 0,1 0 0 0 0,-1 1 23 0 0,0-1 0 0 0,1 1 0 0 0,-1-1 0 0 0,1 1 0 0 0,-1-1 0 0 0,0 1 0 0 0,0 0 0 0 0,1 0 0 0 0,-1 0 0 0 0,0 0 0 0 0,0 0 0 0 0,0 0 0 0 0,2 2 0 0 0,77 99 2719 0 0,0 2-2476 0 0,-70-93-404 0 0,1 0-1 0 0,0-1 0 0 0,1 0 0 0 0,0-1 0 0 0,0-1 1 0 0,21 12-1 0 0,-33-20-33 0 0,1 1 1 0 0,-1-1 0 0 0,1 1-1 0 0,-1-1 1 0 0,1 1-1 0 0,0-1 1 0 0,-1 0-1 0 0,1 1 1 0 0,0-1-1 0 0,-1 0 1 0 0,1 1-1 0 0,0-1 1 0 0,0 0 0 0 0,-1 0-1 0 0,1 0 1 0 0,0 0-1 0 0,0 0 1 0 0,-1 0-1 0 0,1 0 1 0 0,0 0-1 0 0,0 0 1 0 0,-1 0 0 0 0,1 0-1 0 0,0 0 1 0 0,-1 0-1 0 0,1-1 1 0 0,0 1-1 0 0,0 0 1 0 0,-1-1-1 0 0,1 1 1 0 0,0 0-1 0 0,-1-1 1 0 0,1 1 0 0 0,-1-1-1 0 0,1 1 1 0 0,0-1-1 0 0,-1 1 1 0 0,1-1-1 0 0,-1 1 1 0 0,0-1-1 0 0,1 0 1 0 0,-1 1 0 0 0,1-1-1 0 0,-1 0 1 0 0,0 1-1 0 0,1-1 1 0 0,-1 0-1 0 0,0 1 1 0 0,0-1-1 0 0,0 0 1 0 0,0 0-1 0 0,1 1 1 0 0,-1-1 0 0 0,0 0-1 0 0,0 0 1 0 0,0 1-1 0 0,0-1 1 0 0,-1 0-1 0 0,1-1 1 0 0,-1-9 64 0 0,-1 0 0 0 0,1 0 0 0 0,-6-14 0 0 0,4 12-29 0 0,-25-134-535 0 0,23 83-5977 0 0,4 24-781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09.80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1 9674 0 0,'-4'7'3694'0'0,"2"16"-2397"0"0,2-19-797 0 0,0 26 861 0 0,2 0 1 0 0,11 56 0 0 0,-2-17-592 0 0,11 205 727 0 0,14 89-917 0 0,-36-362-580 0 0,10 65-842 0 0,-10-22-2693 0 0,-3-25-3023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0.09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30 103 2761 0 0,'-1'0'95'0'0,"1"0"0"0"0,-1 1 1 0 0,0-1-1 0 0,0 0 0 0 0,0 0 1 0 0,1 1-1 0 0,-1-1 0 0 0,0 0 1 0 0,0 0-1 0 0,0 0 0 0 0,1 0 1 0 0,-1 0-1 0 0,0 0 0 0 0,0 0 1 0 0,0 0-1 0 0,1 0 1 0 0,-1-1-1 0 0,0 1 0 0 0,0 0 1 0 0,0 0-1 0 0,1-1 0 0 0,-1 1 1 0 0,0-1-1 0 0,1 1 0 0 0,-1 0 1 0 0,-1-2-1 0 0,1 1 101 0 0,1 1 1 0 0,-1-1-1 0 0,0 0 0 0 0,1 1 0 0 0,-1-1 1 0 0,1 0-1 0 0,-1 0 0 0 0,1 0 0 0 0,-1 0 1 0 0,1 1-1 0 0,0-1 0 0 0,-1 0 0 0 0,1 0 1 0 0,0 0-1 0 0,0 0 0 0 0,-1 0 0 0 0,1 0 1 0 0,0 0-1 0 0,0 0 0 0 0,0 0 0 0 0,0 0 1 0 0,0 0-1 0 0,1 0 0 0 0,-1 0 0 0 0,0 0 1 0 0,0 0-1 0 0,1 0 0 0 0,-1 1 0 0 0,0-1 1 0 0,1 0-1 0 0,-1 0 0 0 0,1 0 0 0 0,-1 0 1 0 0,1 1-1 0 0,0-1 0 0 0,-1 0 0 0 0,1 0 1 0 0,0 1-1 0 0,-1-1 0 0 0,1 0 0 0 0,0 1 1 0 0,0-1-1 0 0,-1 1 0 0 0,1-1 0 0 0,0 1 1 0 0,0 0-1 0 0,0-1 0 0 0,0 1 1 0 0,0 0-1 0 0,0-1 0 0 0,0 1 0 0 0,0 0 1 0 0,0 0-1 0 0,0 0 0 0 0,0 0 0 0 0,0 0 1 0 0,0 0-1 0 0,-1 0 0 0 0,3 1 0 0 0,6 0 335 0 0,0 0-1 0 0,-1 1 1 0 0,1 1-1 0 0,0-1 1 0 0,-1 1-1 0 0,1 1 1 0 0,-1 0-1 0 0,13 7 1 0 0,34 15 285 0 0,-39-21-653 0 0,-7-2 25 0 0,0 0-1 0 0,0 0 1 0 0,18 2 0 0 0,-25-5-155 0 0,0 0 0 0 0,0 0 0 0 0,0 0 1 0 0,0 0-1 0 0,0 0 0 0 0,0 0 0 0 0,0-1 0 0 0,-1 1 1 0 0,1-1-1 0 0,0 1 0 0 0,0-1 0 0 0,0 0 1 0 0,0 0-1 0 0,-1 1 0 0 0,1-1 0 0 0,0 0 0 0 0,-1-1 1 0 0,1 1-1 0 0,-1 0 0 0 0,1 0 0 0 0,-1-1 1 0 0,0 1-1 0 0,1-1 0 0 0,0-2 0 0 0,51-88-345 0 0,-38 67-24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1.0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65 294 11058 0 0,'-14'-14'2240'0'0,"0"1"0"0"0,-22-16-1 0 0,49 62 239 0 0,65 175-969 0 0,9 20-740 0 0,-75-201-722 0 0,2 0 0 0 0,1-1-1 0 0,1-1 1 0 0,2 0 0 0 0,0-2 0 0 0,22 23 0 0 0,-35-41-30 0 0,1 0 1 0 0,-1 0-1 0 0,1 0 0 0 0,0-1 0 0 0,0 0 1 0 0,0 0-1 0 0,1-1 0 0 0,0 0 1 0 0,-1 0-1 0 0,1 0 0 0 0,0-1 1 0 0,0 0-1 0 0,12 2 0 0 0,-14-4 8 0 0,0 0-1 0 0,-1 0 0 0 0,1 0 1 0 0,0 0-1 0 0,0-1 0 0 0,0 0 0 0 0,-1 0 1 0 0,1-1-1 0 0,-1 1 0 0 0,1-1 1 0 0,-1 0-1 0 0,1 0 0 0 0,-1 0 1 0 0,0-1-1 0 0,0 1 0 0 0,0-1 1 0 0,0 0-1 0 0,-1 0 0 0 0,1-1 1 0 0,-1 1-1 0 0,5-7 0 0 0,3-6 63 0 0,0 0 0 0 0,-2 0 0 0 0,0-1-1 0 0,0 0 1 0 0,-2-1 0 0 0,0 0-1 0 0,5-24 1 0 0,22-136 330 0 0,-31 159-377 0 0,19-176 66 0 0,-16 119-1403 0 0,3 1 0 0 0,35-134 0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1.33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15 10594 0 0,'2'-1'195'0'0,"-1"-1"0"0"0,0 1 0 0 0,0 0 0 0 0,1 0 0 0 0,-1 0 0 0 0,1 0 0 0 0,-1 0 0 0 0,1 0 0 0 0,0 0 0 0 0,-1 1-1 0 0,1-1 1 0 0,0 0 0 0 0,-1 1 0 0 0,1 0 0 0 0,0-1 0 0 0,0 1 0 0 0,-1 0 0 0 0,1 0 0 0 0,0 0 0 0 0,0 0 0 0 0,-1 0 0 0 0,4 1 0 0 0,-1 0 149 0 0,-1 0 1 0 0,0 1 0 0 0,1-1 0 0 0,-1 1 0 0 0,0 0 0 0 0,0 0 0 0 0,0 0 0 0 0,0 0 0 0 0,0 0 0 0 0,3 5 0 0 0,4 4 287 0 0,-1 1 0 0 0,0 0-1 0 0,-1 0 1 0 0,10 21 0 0 0,6 19 85 0 0,34 112-1 0 0,-17-15-2602 0 0,-32-116 739 0 0,-3-11-6241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1.8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1 273 6913 0 0,'8'-2'-114'0'0,"0"1"-1"0"0,1-1 1 0 0,-1-1-1 0 0,0 1 1 0 0,0-1-1 0 0,-1-1 1 0 0,14-6-1 0 0,2-2 383 0 0,99-47 849 0 0,-66 27-2730 0 0,60-46 1 0 0,-107 72 1586 0 0,46-33 1342 0 0,-16 20 3559 0 0,-38 19-4607 0 0,1 0 0 0 0,-1-1 0 0 0,0 1 0 0 0,1 1 0 0 0,-1-1 0 0 0,1 0 0 0 0,-1 0 0 0 0,1 0 0 0 0,-1 1 0 0 0,0-1 0 0 0,1 1 0 0 0,-1-1 0 0 0,0 1 0 0 0,1 0 0 0 0,-1-1 0 0 0,0 1 0 0 0,0 0 0 0 0,0 0 0 0 0,1 0 0 0 0,-1 0 0 0 0,0 0 1 0 0,0 0-1 0 0,-1 0 0 0 0,1 0 0 0 0,0 0 0 0 0,0 0 0 0 0,0 1 0 0 0,-1-1 0 0 0,1 0 0 0 0,0 3 0 0 0,18 43 1673 0 0,-6 6-1186 0 0,-3-13-295 0 0,25 67 0 0 0,-30-96-440 0 0,0 0 0 0 0,0-1 0 0 0,1 1-1 0 0,1-1 1 0 0,0 0 0 0 0,0-1 0 0 0,1 1-1 0 0,0-2 1 0 0,0 1 0 0 0,15 11 0 0 0,-21-19-39 0 0,0 1 1 0 0,0-1 0 0 0,0 1-1 0 0,0-1 1 0 0,0 0 0 0 0,0 0-1 0 0,0 0 1 0 0,0 0 0 0 0,0 0-1 0 0,1 0 1 0 0,-1-1 0 0 0,0 1-1 0 0,1-1 1 0 0,-1 0-1 0 0,0 1 1 0 0,1-1 0 0 0,-1 0-1 0 0,0 0 1 0 0,1-1 0 0 0,-1 1-1 0 0,1 0 1 0 0,-1-1 0 0 0,0 0-1 0 0,0 1 1 0 0,1-1 0 0 0,-1 0-1 0 0,0 0 1 0 0,3-2-1 0 0,-1-1-55 0 0,0 1 0 0 0,1-1 0 0 0,-2-1 0 0 0,1 1 0 0 0,-1-1 0 0 0,1 1 0 0 0,-1-1 0 0 0,0 0 0 0 0,-1 0 0 0 0,5-10 0 0 0,21-60 129 0 0,32-68 1001 0 0,-60 141-1033 0 0,1 1 0 0 0,-1 0 0 0 0,1 0 0 0 0,-1 0 0 0 0,1 0 0 0 0,-1 0 0 0 0,1 0 0 0 0,0 0 0 0 0,-1 0 0 0 0,1 0 0 0 0,0 0 0 0 0,0 0 0 0 0,0 0 0 0 0,0 1 0 0 0,0-1 0 0 0,0 0 0 0 0,0 1 0 0 0,0-1 0 0 0,0 1 0 0 0,0-1 0 0 0,0 1 0 0 0,0-1 0 0 0,1 1 0 0 0,-1 0 0 0 0,0-1 0 0 0,2 1 0 0 0,-1 0-4 0 0,0 1 1 0 0,-1 0 0 0 0,1-1 0 0 0,0 1 0 0 0,-1 0 0 0 0,1 0-1 0 0,0 0 1 0 0,-1 0 0 0 0,1 0 0 0 0,-1 0 0 0 0,0 1 0 0 0,1-1-1 0 0,-1 0 1 0 0,0 1 0 0 0,2 1 0 0 0,5 9 13 0 0,0 1 0 0 0,-1 0 0 0 0,8 18 0 0 0,-13-27-32 0 0,2 7-354 0 0,2-1-1 0 0,-1 1 1 0 0,2-1 0 0 0,-1 0 0 0 0,1-1 0 0 0,12 12 0 0 0,-13-14-702 0 0,2-1 1 0 0,-1 0-1 0 0,1 0 1 0 0,-1-1-1 0 0,11 5 0 0 0,2-1-4475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18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7 276 6913 0 0,'12'-12'1007'0'0,"0"-1"-1"0"0,-1-1 0 0 0,0 0 0 0 0,-1 0 0 0 0,15-31 0 0 0,-21 36-865 0 0,0 0-1 0 0,-1-1 1 0 0,0 1-1 0 0,0-1 1 0 0,-1 1 0 0 0,0-1-1 0 0,-1 0 1 0 0,0 0-1 0 0,0 0 1 0 0,-1 0 0 0 0,-1 0-1 0 0,-1-10 1 0 0,2 19-118 0 0,0-1 1 0 0,0 1-1 0 0,-1 0 1 0 0,1-1-1 0 0,0 1 1 0 0,0 0-1 0 0,-1 0 1 0 0,1-1-1 0 0,-1 1 1 0 0,1 0-1 0 0,-1 0 1 0 0,0 0-1 0 0,0 0 1 0 0,1 0-1 0 0,-1-1 1 0 0,0 1-1 0 0,0 1 1 0 0,0-1-1 0 0,0 0 1 0 0,0 0-1 0 0,0 0 1 0 0,0 0-1 0 0,-2 0 1 0 0,2 1 37 0 0,-1-1 1 0 0,1 1-1 0 0,-1 0 1 0 0,1 0-1 0 0,-1 0 1 0 0,1 1-1 0 0,-1-1 1 0 0,1 0-1 0 0,-1 1 1 0 0,1-1-1 0 0,0 0 1 0 0,-1 1-1 0 0,1 0 1 0 0,0-1 0 0 0,-1 1-1 0 0,1 0 1 0 0,-2 1-1 0 0,-2 2 158 0 0,-1 0-1 0 0,1 1 1 0 0,0 0 0 0 0,0 0 0 0 0,1 0-1 0 0,-1 1 1 0 0,-5 10 0 0 0,6-9-131 0 0,1 1 0 0 0,0-1 0 0 0,1 1 0 0 0,0 0 0 0 0,0 0 1 0 0,1 0-1 0 0,0 0 0 0 0,0 0 0 0 0,1 0 0 0 0,0 0 0 0 0,0 0 0 0 0,1 0 1 0 0,0 0-1 0 0,0 0 0 0 0,1 0 0 0 0,0 0 0 0 0,1 0 0 0 0,0-1 1 0 0,0 1-1 0 0,0-1 0 0 0,1 0 0 0 0,0 0 0 0 0,0 0 0 0 0,1 0 1 0 0,0-1-1 0 0,0 1 0 0 0,1-2 0 0 0,-1 1 0 0 0,1 0 0 0 0,1-1 1 0 0,-1 0-1 0 0,1-1 0 0 0,0 1 0 0 0,0-1 0 0 0,0-1 0 0 0,0 1 0 0 0,13 3 1 0 0,36 8-3202 0 0,-37-12-3616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44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1 101 4145 0 0,'0'-3'245'0'0,"1"0"0"0"0,0 0 0 0 0,0 0 1 0 0,0-1-1 0 0,0 1 0 0 0,0 0 0 0 0,1 0 0 0 0,6-7 1545 0 0,-8 10-1635 0 0,0 0-1 0 0,1 0 1 0 0,-1 0-1 0 0,0 0 1 0 0,1 0-1 0 0,-1 0 1 0 0,1 0-1 0 0,-1 0 1 0 0,0 0-1 0 0,1 0 1 0 0,-1 0-1 0 0,0 0 1 0 0,1 0-1 0 0,-1 0 1 0 0,1 0-1 0 0,-1 0 1 0 0,0 0-1 0 0,1 0 1 0 0,14 16 4546 0 0,13 36-329 0 0,-19-32-3408 0 0,22 32 1 0 0,-27-47-893 0 0,0 1 0 0 0,0-1 1 0 0,1 0-1 0 0,0-1 0 0 0,0 1 0 0 0,0-1 1 0 0,0 0-1 0 0,1 0 0 0 0,-1 0 1 0 0,7 2-1 0 0,-11-5-69 0 0,0-1 1 0 0,0 1 0 0 0,1 0-1 0 0,-1-1 1 0 0,0 1-1 0 0,0-1 1 0 0,1 1 0 0 0,-1-1-1 0 0,0 0 1 0 0,0 0-1 0 0,1 1 1 0 0,-1-1 0 0 0,0 0-1 0 0,1 0 1 0 0,-1 0-1 0 0,0 0 1 0 0,1-1-1 0 0,-1 1 1 0 0,0 0 0 0 0,1 0-1 0 0,-1-1 1 0 0,0 1-1 0 0,0-1 1 0 0,1 1 0 0 0,-1-1-1 0 0,0 0 1 0 0,0 1-1 0 0,0-1 1 0 0,0 0 0 0 0,0 0-1 0 0,0 0 1 0 0,0 0-1 0 0,0 0 1 0 0,0 0-1 0 0,0 0 1 0 0,-1 0 0 0 0,1 0-1 0 0,0 0 1 0 0,-1 0-1 0 0,1 0 1 0 0,-1-1 0 0 0,1 1-1 0 0,-1 0 1 0 0,1 0-1 0 0,-1-3 1 0 0,2-7 31 0 0,0 0 0 0 0,-1-1 0 0 0,0 1 0 0 0,-1-17 0 0 0,0 7-15 0 0,4-37-1572 0 0,6 0-3353 0 0,-3 31-2201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74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84 10138 0 0,'15'-19'7897'0'0,"15"-18"-6978"0"0,-27 33-1573 0 0,-1 1-1 0 0,2 0 1 0 0,-1 0-1 0 0,0 1 1 0 0,1-1-1 0 0,-1 1 1 0 0,1-1 0 0 0,4-1-1 0 0,-7 4 595 0 0,0 0-1 0 0,-1 0 1 0 0,1 0-1 0 0,0 0 1 0 0,0 0-1 0 0,0 0 0 0 0,-1 1 1 0 0,1-1-1 0 0,0 0 1 0 0,0 0-1 0 0,-1 1 1 0 0,1-1-1 0 0,0 0 1 0 0,0 1-1 0 0,-1-1 1 0 0,1 1-1 0 0,0-1 1 0 0,-1 1-1 0 0,1-1 1 0 0,-1 1-1 0 0,1-1 1 0 0,-1 1-1 0 0,1 0 1 0 0,-1-1-1 0 0,1 1 1 0 0,-1 0-1 0 0,1-1 1 0 0,-1 1-1 0 0,0 0 1 0 0,1 0-1 0 0,-1-1 0 0 0,0 1 1 0 0,0 0-1 0 0,0 0 1 0 0,0 0-1 0 0,1-1 1 0 0,-1 1-1 0 0,0 0 1 0 0,0 0-1 0 0,-1 0 1 0 0,1 1-1 0 0,-2 4-11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2.85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86 3225 0 0,'0'1'65'0'0,"0"-1"-1"0"0,0 1 1 0 0,0-1 0 0 0,0 1 0 0 0,-1 0 0 0 0,1-1 0 0 0,1 1-1 0 0,-1-1 1 0 0,0 1 0 0 0,0 0 0 0 0,0-1 0 0 0,0 1 0 0 0,0-1-1 0 0,0 1 1 0 0,1 0 0 0 0,-1-1 0 0 0,0 1 0 0 0,0-1 0 0 0,1 1-1 0 0,-1-1 1 0 0,0 1 0 0 0,1-1 0 0 0,-1 0 0 0 0,1 1 0 0 0,-1-1-1 0 0,1 1 1 0 0,-1-1 0 0 0,0 0 0 0 0,1 1 0 0 0,0-1 0 0 0,-1 0 0 0 0,1 1-1 0 0,-1-1 1 0 0,1 0 0 0 0,-1 0 0 0 0,2 1 0 0 0,1-1 338 0 0,0 0 0 0 0,1 1-1 0 0,-1-1 1 0 0,0 0 0 0 0,1-1 0 0 0,-1 1 0 0 0,6-2 0 0 0,4-1 878 0 0,0-1 0 0 0,23-9-1 0 0,-12 1-1135 0 0,-2-1-1 0 0,37-25 1 0 0,-38 19-145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3.4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103 340 6449 0 0,'-5'-1'233'0'0,"-1"-1"1"0"0,1 1-1 0 0,0-1 0 0 0,0-1 0 0 0,0 1 0 0 0,0-1 0 0 0,0 0 0 0 0,0 0 0 0 0,1 0 1 0 0,0-1-1 0 0,-1 1 0 0 0,1-1 0 0 0,1 0 0 0 0,-1 0 0 0 0,0-1 0 0 0,1 1 0 0 0,0-1 0 0 0,0 0 1 0 0,1 0-1 0 0,-1 0 0 0 0,1 0 0 0 0,0 0 0 0 0,0 0 0 0 0,1-1 0 0 0,-1 1 0 0 0,0-6 1 0 0,1 3 10 0 0,0 1 1 0 0,0 0-1 0 0,1 0 1 0 0,0-1 0 0 0,0 1-1 0 0,1 0 1 0 0,0-1-1 0 0,0 1 1 0 0,1 0 0 0 0,-1 0-1 0 0,2 0 1 0 0,-1 0-1 0 0,1 0 1 0 0,0 1 0 0 0,0-1-1 0 0,1 1 1 0 0,0-1 0 0 0,0 1-1 0 0,8-8 1 0 0,-2 4-118 0 0,0 1 0 0 0,1 1 0 0 0,0 0 0 0 0,1 0 0 0 0,0 1 0 0 0,0 0 0 0 0,0 1 0 0 0,1 1 0 0 0,14-5 0 0 0,-23 8-115 0 0,-1 1 1 0 0,1 0-1 0 0,0 0 1 0 0,0 1 0 0 0,-1-1-1 0 0,1 1 1 0 0,0 0-1 0 0,0-1 1 0 0,0 2 0 0 0,-1-1-1 0 0,1 0 1 0 0,0 1-1 0 0,0 0 1 0 0,-1 0 0 0 0,1 0-1 0 0,0 0 1 0 0,-1 1 0 0 0,1-1-1 0 0,-1 1 1 0 0,1 0-1 0 0,-1 0 1 0 0,0 0 0 0 0,0 0-1 0 0,0 1 1 0 0,0-1-1 0 0,-1 1 1 0 0,1 0 0 0 0,0 0-1 0 0,-1 0 1 0 0,0 0-1 0 0,0 0 1 0 0,0 0 0 0 0,0 1-1 0 0,0-1 1 0 0,-1 0 0 0 0,3 8-1 0 0,-1 0-150 0 0,0 1 0 0 0,-1-1 1 0 0,0 1-1 0 0,0-1 0 0 0,-1 1 0 0 0,-1 0 0 0 0,0 0 0 0 0,-2 13 0 0 0,-3 10-805 0 0,-14 47-1 0 0,12-60 668 0 0,2 0 0 0 0,0 1 0 0 0,2 0-1 0 0,0 0 1 0 0,1 40 0 0 0,3-55 269 0 0,0 1-1 0 0,1-1 1 0 0,0 1 0 0 0,0-1-1 0 0,1 0 1 0 0,0 0 0 0 0,0 0-1 0 0,1 0 1 0 0,0 0 0 0 0,0-1-1 0 0,1 0 1 0 0,0 0 0 0 0,1 0-1 0 0,-1-1 1 0 0,1 1 0 0 0,10 7-1 0 0,-11-10 28 0 0,-1-1 0 0 0,1 0-1 0 0,0 0 1 0 0,0-1 0 0 0,0 1-1 0 0,0-1 1 0 0,0 0 0 0 0,1-1-1 0 0,-1 1 1 0 0,1-1-1 0 0,-1 0 1 0 0,1 0 0 0 0,-1-1-1 0 0,1 0 1 0 0,-1 0 0 0 0,1 0-1 0 0,-1 0 1 0 0,1-1-1 0 0,-1 0 1 0 0,1 0 0 0 0,-1-1-1 0 0,1 1 1 0 0,-1-1 0 0 0,0 0-1 0 0,0-1 1 0 0,7-4 0 0 0,-5 3 180 0 0,0-1 0 0 0,0 0 0 0 0,-1 0 0 0 0,0-1 0 0 0,0 0 0 0 0,0 0 0 0 0,-1 0 0 0 0,1-1 0 0 0,-2 0 0 0 0,1 0 0 0 0,-1 0 0 0 0,0-1 0 0 0,0 1 0 0 0,4-16 0 0 0,-6 18-33 0 0,-1 0-1 0 0,0 0 1 0 0,0-1 0 0 0,0 1-1 0 0,-1 0 1 0 0,1-1 0 0 0,-1 1 0 0 0,-1 0-1 0 0,1-1 1 0 0,-1 1 0 0 0,0 0-1 0 0,0 0 1 0 0,0 0 0 0 0,-1-1 0 0 0,1 1-1 0 0,-2 1 1 0 0,1-1 0 0 0,0 0-1 0 0,-1 0 1 0 0,0 1 0 0 0,0-1 0 0 0,0 1-1 0 0,0 0 1 0 0,-6-5 0 0 0,0 2-79 0 0,-1 0 1 0 0,1 0-1 0 0,-1 1 0 0 0,0 1 1 0 0,0-1-1 0 0,-1 2 0 0 0,1-1 1 0 0,-1 2-1 0 0,0-1 1 0 0,-14-1-1 0 0,-18-2-195 0 0,-61-3-1 0 0,25 4-519 0 0,19-2-2561 0 0,47 6-518 0 0,-6 0-2921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3.82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1 229 14747 0 0,'29'34'3936'0'0,"-7"-12"-3221"0"0,-1 1 0 0 0,-1 1 0 0 0,-2 1 0 0 0,0 0 0 0 0,17 34 0 0 0,-25-39-699 0 0,-1-3 60 0 0,20 32 0 0 0,-26-45-70 0 0,0-1 1 0 0,0 1-1 0 0,0 0 1 0 0,0-1-1 0 0,1 0 1 0 0,0 0-1 0 0,-1 0 1 0 0,1 0-1 0 0,0 0 1 0 0,1-1-1 0 0,-1 0 1 0 0,0 0-1 0 0,5 2 1 0 0,-8-4-8 0 0,1 0 1 0 0,-1 0-1 0 0,0 1 0 0 0,0-1 1 0 0,0-1-1 0 0,0 1 1 0 0,0 0-1 0 0,0 0 1 0 0,1 0-1 0 0,-1-1 1 0 0,0 1-1 0 0,0 0 1 0 0,0-1-1 0 0,0 1 0 0 0,0-1 1 0 0,0 1-1 0 0,0-1 1 0 0,0 0-1 0 0,0 1 1 0 0,0-1-1 0 0,-1 0 1 0 0,1 0-1 0 0,0 1 1 0 0,0-1-1 0 0,0 0 0 0 0,-1 0 1 0 0,1 0-1 0 0,-1 0 1 0 0,1 0-1 0 0,-1 0 1 0 0,1 0-1 0 0,-1 0 1 0 0,1 0-1 0 0,-1-2 1 0 0,11-42 202 0 0,-10 40-179 0 0,8-51 116 0 0,32-157 67 0 0,-31 175-643 0 0,1 1 0 0 0,2 0 0 0 0,26-52 0 0 0,-24 61-626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4.43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5768 0 10594 0 0,'5'5'1544'0'0,"-1"0"-1"0"0,0 1 0 0 0,0-1 1 0 0,-1 1-1 0 0,5 9 0 0 0,14 42 1604 0 0,6 69-3719 0 0,-20-87 1467 0 0,23 113-518 0 0,118 479-225 0 0,-116-532-145 0 0,-11-39-90 0 0,-4 1 0 0 0,-2 0 1 0 0,9 66-1 0 0,-24-122 73 0 0,-1-1 0 0 0,1 1 0 0 0,-1 0 0 0 0,0 0 0 0 0,0 0 0 0 0,0 0 0 0 0,0 0 0 0 0,-1-1 0 0 0,0 1 0 0 0,0 0 0 0 0,-1 0 0 0 0,1-1 0 0 0,-1 1 0 0 0,0-1 0 0 0,0 1 0 0 0,0-1 0 0 0,-1 0 0 0 0,1 0 0 0 0,-1 0 0 0 0,0 0 0 0 0,-1 0 0 0 0,1-1 0 0 0,0 1 0 0 0,-1-1 0 0 0,0 0 0 0 0,0 0 1 0 0,0 0-1 0 0,0-1 0 0 0,0 1 0 0 0,-1-1 0 0 0,1 0 0 0 0,-6 2 0 0 0,-29 10 162 0 0,0-1 1 0 0,-1-1 0 0 0,-60 9-1 0 0,-128 5 648 0 0,143-18-701 0 0,-1616 225-771 0 0,905-127 460 0 0,-3-42 72 0 0,370-31 132 0 0,-163 10-26 0 0,-1-40-25 0 0,329-20 85 0 0,89 6-1957 0 0,60 4-3543 0 0,38 5-1505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4.7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18 11058 0 0,'10'-16'1109'0'0,"-9"16"-1068"0"0,-1 0-1 0 0,0 0 0 0 0,1 0 0 0 0,-1-1 1 0 0,0 1-1 0 0,1 0 0 0 0,-1 0 1 0 0,0 0-1 0 0,1 0 0 0 0,-1 0 0 0 0,1 0 1 0 0,-1 0-1 0 0,0 0 0 0 0,1 0 0 0 0,-1 0 1 0 0,1 0-1 0 0,-1 0 0 0 0,0 0 1 0 0,1 0-1 0 0,-1 0 0 0 0,0 0 0 0 0,1 0 1 0 0,-1 0-1 0 0,0 0 0 0 0,1 0 1 0 0,0 1-1 0 0,0 0 110 0 0,1 1 0 0 0,-1-1 1 0 0,1 1-1 0 0,-1 0 0 0 0,0 0 1 0 0,0-1-1 0 0,1 1 0 0 0,-1 0 1 0 0,0 0-1 0 0,-1 0 0 0 0,1 0 1 0 0,0 0-1 0 0,0 3 0 0 0,13 57 1323 0 0,-3-1 1 0 0,6 105-1 0 0,-6-47-940 0 0,13 110-254 0 0,34 277 310 0 0,-4-170-3245 0 0,-38-256-4065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15.0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0 254 6913 0 0,'1'-2'53'0'0,"0"0"-1"0"0,0 0 0 0 0,0 0 0 0 0,0-1 0 0 0,0 1 0 0 0,1 0 1 0 0,-1 0-1 0 0,0 1 0 0 0,1-1 0 0 0,0 0 0 0 0,-1 0 0 0 0,1 1 1 0 0,0-1-1 0 0,0 1 0 0 0,0 0 0 0 0,0-1 0 0 0,0 1 0 0 0,0 0 1 0 0,3-1-1 0 0,49-13 1099 0 0,-34 10-664 0 0,110-19 2355 0 0,251-14 0 0 0,-211 26-1999 0 0,1137-45 1979 0 0,2 71-2555 0 0,205 2 670 0 0,-435-86-3142 0 0,-915 42-71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4.20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37 61 2304 0 0,'-8'-15'747'0'0,"6"9"50"0"0,-1 1-1 0 0,0-1 1 0 0,0 1-1 0 0,0 0 1 0 0,0 0 0 0 0,-9-8-1 0 0,15 26 3839 0 0,1 27-3545 0 0,-3-23-403 0 0,48 596 5065 0 0,-18-191-4652 0 0,-25-370-3440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4.6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1 146 7834 0 0,'0'-4'136'0'0,"-1"0"0"0"0,1 0 0 0 0,0 0-1 0 0,0 0 1 0 0,0 0 0 0 0,1 0 0 0 0,0 0 0 0 0,-1 0 0 0 0,1 0 0 0 0,1 1 0 0 0,-1-1 0 0 0,0 0 0 0 0,1 1 0 0 0,0-1 0 0 0,3-5 0 0 0,1 0 351 0 0,0 0 0 0 0,0 0 1 0 0,0 0-1 0 0,14-12 0 0 0,-17 18-263 0 0,-1 1-1 0 0,1 0 1 0 0,0 0-1 0 0,0 1 1 0 0,0-1-1 0 0,0 0 0 0 0,0 1 1 0 0,0 0-1 0 0,0 0 1 0 0,0 0-1 0 0,0 0 1 0 0,1 0-1 0 0,-1 1 1 0 0,0-1-1 0 0,1 1 1 0 0,4 0-1 0 0,-2 0 31 0 0,1 1-1 0 0,-1 0 1 0 0,1 1-1 0 0,-1 0 1 0 0,0 0-1 0 0,1 0 1 0 0,-1 0-1 0 0,6 4 1 0 0,1 2 46 0 0,0 0-1 0 0,-1 1 1 0 0,0 0-1 0 0,0 1 1 0 0,-1 0-1 0 0,17 20 1 0 0,-19-19-251 0 0,-1 1 0 0 0,0 0-1 0 0,-1 0 1 0 0,0 1 0 0 0,-1 0-1 0 0,0 0 1 0 0,-1 0 0 0 0,-1 1 0 0 0,0 0-1 0 0,-1 0 1 0 0,0 0 0 0 0,0 24 0 0 0,-2-27-83 0 0,-1 0 1 0 0,-1 0 0 0 0,0 0-1 0 0,-1 0 1 0 0,0 0-1 0 0,0 0 1 0 0,-2 0 0 0 0,1 0-1 0 0,-1-1 1 0 0,0 0 0 0 0,-1 0-1 0 0,-1 0 1 0 0,1 0 0 0 0,-1-1-1 0 0,-1 0 1 0 0,-12 14 0 0 0,4-9-182 0 0,1 0 0 0 0,-2-1 0 0 0,-31 21 0 0 0,42-31 186 0 0,0 0-1 0 0,0 0 1 0 0,0 0-1 0 0,-1-1 1 0 0,1 1-1 0 0,-1-1 1 0 0,0-1-1 0 0,1 1 1 0 0,-1-1-1 0 0,0 0 1 0 0,0 0-1 0 0,0-1 0 0 0,0 1 1 0 0,0-1-1 0 0,0-1 1 0 0,0 1-1 0 0,-9-3 1 0 0,15 3 75 0 0,-1 0 0 0 0,0 0 0 0 0,0 0 0 0 0,0 0 0 0 0,1 0 0 0 0,-1 0 0 0 0,0-1 0 0 0,0 1 1 0 0,1 0-1 0 0,-1-1 0 0 0,0 1 0 0 0,0 0 0 0 0,1-1 0 0 0,-1 1 0 0 0,0-1 0 0 0,1 1 0 0 0,-1-1 0 0 0,1 1 0 0 0,-1-1 1 0 0,1 0-1 0 0,-1 1 0 0 0,1-1 0 0 0,-1 0 0 0 0,1 1 0 0 0,-1-1 0 0 0,1 0 0 0 0,0 1 0 0 0,0-1 0 0 0,-1-1 0 0 0,2 1 12 0 0,-1 0-1 0 0,1 0 1 0 0,0 0-1 0 0,0 0 0 0 0,0 1 1 0 0,0-1-1 0 0,0 0 0 0 0,0 0 1 0 0,0 1-1 0 0,0-1 0 0 0,0 0 1 0 0,0 1-1 0 0,0-1 1 0 0,0 1-1 0 0,3-1 0 0 0,51-12 477 0 0,-40 10-477 0 0,1 1 0 0 0,0 1 0 0 0,0 1 0 0 0,0 0 0 0 0,-1 1 0 0 0,30 6 0 0 0,-35-5-48 0 0,-1 1 0 0 0,1 0 1 0 0,-1 0-1 0 0,0 1 0 0 0,-1 1 1 0 0,1 0-1 0 0,-1 0 0 0 0,1 0 1 0 0,-2 1-1 0 0,1 0 0 0 0,-1 0 1 0 0,10 12-1 0 0,2 4-904 0 0,26 39 0 0 0,-31-37-6573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5.27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0 250 3225 0 0,'3'1'664'0'0,"0"1"0"0"0,0-1 0 0 0,1 0 0 0 0,-1 0 1 0 0,0 0-1 0 0,1 0 0 0 0,-1 0 0 0 0,0-1 0 0 0,7 1 1 0 0,-6 0 130 0 0,9 1-37 0 0,0-1 0 0 0,0 0-1 0 0,0-1 1 0 0,0 0 0 0 0,0-1 0 0 0,14-2-1 0 0,-22 2-534 0 0,0 0-1 0 0,-1-1 0 0 0,1 1 1 0 0,0-1-1 0 0,-1 0 0 0 0,1 0 0 0 0,-1 0 1 0 0,0 0-1 0 0,0-1 0 0 0,0 0 1 0 0,0 0-1 0 0,0 0 0 0 0,0 0 1 0 0,-1 0-1 0 0,1-1 0 0 0,-1 0 0 0 0,0 0 1 0 0,0 0-1 0 0,2-5 0 0 0,0 4-336 0 0,0 0 0 0 0,1 1 0 0 0,-1-1 0 0 0,1 1 0 0 0,0 0 0 0 0,9-4 0 0 0,4-1-992 0 0,-17 8 1097 0 0,1 1 0 0 0,0-1 0 0 0,-1 0 1 0 0,1 0-1 0 0,0-1 0 0 0,-1 1 0 0 0,1 0 0 0 0,-1-1 0 0 0,0 0 0 0 0,1 1 0 0 0,-1-1 0 0 0,0 0 0 0 0,0 0 0 0 0,0 0 0 0 0,0-1 0 0 0,-1 1 0 0 0,1 0 0 0 0,-1-1 1 0 0,1 1-1 0 0,-1-1 0 0 0,0 1 0 0 0,0-1 0 0 0,0 0 0 0 0,0 1 0 0 0,0-1 0 0 0,-1 0 0 0 0,1 0 0 0 0,-1-3 0 0 0,1 0 129 0 0,-1 1 0 0 0,0-1-1 0 0,0 0 1 0 0,0 1-1 0 0,-1-1 1 0 0,0 1 0 0 0,0-1-1 0 0,0 1 1 0 0,-1 0 0 0 0,0 0-1 0 0,-4-9 1 0 0,5 12-72 0 0,0 0 0 0 0,-1 1 1 0 0,1-1-1 0 0,-1 0 0 0 0,1 1 0 0 0,-1-1 1 0 0,0 1-1 0 0,0 0 0 0 0,1 0 0 0 0,-1-1 1 0 0,0 1-1 0 0,0 0 0 0 0,0 0 0 0 0,0 1 0 0 0,0-1 1 0 0,-1 0-1 0 0,1 1 0 0 0,0-1 0 0 0,0 1 1 0 0,0 0-1 0 0,-1 0 0 0 0,1 0 0 0 0,0 0 0 0 0,0 0 1 0 0,0 0-1 0 0,-1 0 0 0 0,1 1 0 0 0,0-1 1 0 0,0 1-1 0 0,0 0 0 0 0,0-1 0 0 0,-3 3 1 0 0,0-1-42 0 0,0 0 1 0 0,0 0-1 0 0,1 0 1 0 0,-1 1-1 0 0,1 0 1 0 0,0 0-1 0 0,0 0 1 0 0,0 0-1 0 0,0 1 1 0 0,0-1-1 0 0,1 1 1 0 0,-1 0-1 0 0,1 0 1 0 0,0 0-1 0 0,-4 9 1 0 0,3-5 18 0 0,1-1 0 0 0,1 1 1 0 0,-1 0-1 0 0,1 0 1 0 0,1 0-1 0 0,-1 0 0 0 0,2 0 1 0 0,-1 0-1 0 0,1 14 1 0 0,1-11-2 0 0,0 0 1 0 0,0 0-1 0 0,1 1 1 0 0,1-1 0 0 0,0-1-1 0 0,0 1 1 0 0,1 0-1 0 0,1-1 1 0 0,0 0 0 0 0,0 0-1 0 0,1 0 1 0 0,0 0-1 0 0,0-1 1 0 0,16 16 0 0 0,-17-21-272 0 0,0 0 1 0 0,1 0 0 0 0,0 0-1 0 0,0-1 1 0 0,0 0-1 0 0,0-1 1 0 0,0 1 0 0 0,1-1-1 0 0,-1 0 1 0 0,1 0-1 0 0,-1-1 1 0 0,1 0 0 0 0,-1 0-1 0 0,1-1 1 0 0,0 0 0 0 0,0 0-1 0 0,-1 0 1 0 0,1-1-1 0 0,0 0 1 0 0,-1 0 0 0 0,9-3-1 0 0,5-4-5958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5.49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 0 6449 0 0,'-1'1'312'0'0,"0"0"0"0"0,0 0 0 0 0,1 0 0 0 0,-1 0-1 0 0,0 0 1 0 0,1 0 0 0 0,-1 0 0 0 0,1 0 0 0 0,0 0 0 0 0,-1 0-1 0 0,1 0 1 0 0,0 0 0 0 0,-1 0 0 0 0,1 0 0 0 0,0 0 0 0 0,0 0-1 0 0,0 0 1 0 0,0 0 0 0 0,0 0 0 0 0,0 0 0 0 0,0 0-1 0 0,0 1 1 0 0,1 0 0 0 0,2 30 1998 0 0,4 10 187 0 0,20 61-1 0 0,24 36-1618 0 0,-34-105-1302 0 0,2 5-4794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5.71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89 456 0 0,'0'-4'640'0'0,"0"0"1"0"0,1-1-1 0 0,-1 1 0 0 0,1 0 0 0 0,0 0 1 0 0,0 0-1 0 0,0 0 0 0 0,1 0 0 0 0,0 0 0 0 0,-1 1 1 0 0,1-1-1 0 0,0 0 0 0 0,1 1 0 0 0,-1-1 1 0 0,1 1-1 0 0,-1 0 0 0 0,1 0 0 0 0,6-5 1 0 0,-7 6-406 0 0,0 1-1 0 0,1 0 1 0 0,-1-1 0 0 0,1 1 0 0 0,-1 0 0 0 0,1 0 0 0 0,-1 0 0 0 0,1 1 0 0 0,-1-1-1 0 0,1 0 1 0 0,0 1 0 0 0,-1 0 0 0 0,1 0 0 0 0,0 0 0 0 0,-1 0 0 0 0,1 0 0 0 0,0 0-1 0 0,-1 1 1 0 0,1-1 0 0 0,0 1 0 0 0,-1 0 0 0 0,1-1 0 0 0,-1 1 0 0 0,1 1-1 0 0,-1-1 1 0 0,0 0 0 0 0,1 1 0 0 0,-1-1 0 0 0,4 4 0 0 0,4 4-79 0 0,0 1 0 0 0,0 0 0 0 0,-1 1 1 0 0,-1 0-1 0 0,0 1 0 0 0,0-1 0 0 0,-1 1 0 0 0,-1 1 1 0 0,0-1-1 0 0,5 16 0 0 0,-4-10 12 0 0,-2-1 1 0 0,0 0-1 0 0,-1 1 1 0 0,-1 0-1 0 0,-1 0 1 0 0,-1 0-1 0 0,0 25 1 0 0,-1-38-543 0 0,0 1 1 0 0,-1-1-1 0 0,0 0 1 0 0,0 0-1 0 0,0 0 1 0 0,-1 0-1 0 0,1 0 1 0 0,-1 0-1 0 0,0 0 1 0 0,0-1-1 0 0,-1 1 1 0 0,0-1-1 0 0,0 1 1 0 0,0-1-1 0 0,0 0 0 0 0,0 0 1 0 0,-1-1-1 0 0,0 1 1 0 0,0-1-1 0 0,0 1 1 0 0,0-1-1 0 0,0 0 1 0 0,-8 3-1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6.10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36 10594 0 0,'6'-35'11649'0'0,"-1"55"-10575"0"0,23 191-185 0 0,-23-152-890 0 0,2 0 0 0 0,30 114 1 0 0,-9-96-931 0 0,-14-45-5177 0 0,-3-9-1271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6.56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161 27 2761 0 0,'-2'-2'337'0'0,"1"1"0"0"0,0-1 0 0 0,0 0 0 0 0,-1 0 1 0 0,1 1-1 0 0,-1-1 0 0 0,1 0 0 0 0,-1 1 1 0 0,0 0-1 0 0,0-1 0 0 0,1 1 0 0 0,-1 0 0 0 0,0 0 1 0 0,0 0-1 0 0,0 0 0 0 0,0 0 0 0 0,-1 1 0 0 0,1-1 1 0 0,0 1-1 0 0,0-1 0 0 0,0 1 0 0 0,0 0 1 0 0,-1-1-1 0 0,1 1 0 0 0,0 0 0 0 0,0 1 0 0 0,0-1 1 0 0,-1 0-1 0 0,1 1 0 0 0,0-1 0 0 0,0 1 1 0 0,0 0-1 0 0,0 0 0 0 0,0-1 0 0 0,0 1 0 0 0,0 1 1 0 0,0-1-1 0 0,0 0 0 0 0,0 0 0 0 0,1 1 0 0 0,-4 2 1 0 0,-1 2 57 0 0,0 1-1 0 0,0-1 1 0 0,1 1 0 0 0,0 0 0 0 0,0 1 0 0 0,0-1 0 0 0,1 1 0 0 0,1 0 0 0 0,-6 14-1 0 0,2 1 126 0 0,-7 46-1 0 0,13-60-495 0 0,0 0 0 0 0,1 1 0 0 0,0-1 0 0 0,0 0 0 0 0,1 1 0 0 0,0-1 0 0 0,0 0 0 0 0,4 10 0 0 0,-5-18-84 0 0,0 1 0 0 0,1-1 0 0 0,-1 1 0 0 0,1-1-1 0 0,-1 1 1 0 0,1-1 0 0 0,-1 1 0 0 0,1-1-1 0 0,0 0 1 0 0,0 0 0 0 0,0 1 0 0 0,0-1 0 0 0,0 0-1 0 0,0 0 1 0 0,0 0 0 0 0,0 0 0 0 0,0 0-1 0 0,0 0 1 0 0,0 0 0 0 0,1 0 0 0 0,-1 0 0 0 0,0-1-1 0 0,1 1 1 0 0,-1 0 0 0 0,1-1 0 0 0,-1 1-1 0 0,1-1 1 0 0,-1 0 0 0 0,1 1 0 0 0,-1-1 0 0 0,1 0-1 0 0,-1 0 1 0 0,1 0 0 0 0,-1 0 0 0 0,1 0-1 0 0,-1-1 1 0 0,1 1 0 0 0,-1 0 0 0 0,1-1 0 0 0,-1 1-1 0 0,1-1 1 0 0,-1 1 0 0 0,0-1 0 0 0,1 0-1 0 0,-1 1 1 0 0,0-1 0 0 0,1 0 0 0 0,0-1 0 0 0,3-2-392 0 0,0 1 0 0 0,0-1 0 0 0,-1 0 0 0 0,0 0 1 0 0,0-1-1 0 0,0 1 0 0 0,0-1 0 0 0,-1 0 0 0 0,1 0 1 0 0,-1 0-1 0 0,3-7 0 0 0,-3-1 134 0 0,0 1 1 0 0,0-1 0 0 0,1-17-1 0 0,-3 18 1263 0 0,1 0 1 0 0,0 0-1 0 0,8-23 1735 0 0,-9 35-2598 0 0,-1 0 1 0 0,0 0 0 0 0,0 0-1 0 0,0 0 1 0 0,1 0-1 0 0,-1 0 1 0 0,0 0 0 0 0,0 0-1 0 0,0 0 1 0 0,1 0-1 0 0,-1 0 1 0 0,0 0 0 0 0,0 0-1 0 0,1 0 1 0 0,-1 0-1 0 0,0 0 1 0 0,0 0 0 0 0,0 0-1 0 0,1 0 1 0 0,-1 0-1 0 0,0 0 1 0 0,0 0 0 0 0,0 0-1 0 0,1 1 1 0 0,10 10 1361 0 0,9 22-1221 0 0,-18-29 55 0 0,13 23-204 0 0,-6-11-159 0 0,0 0 0 0 0,19 24-1 0 0,-24-34-416 0 0,1-1 1 0 0,1 1-1 0 0,-1-1 0 0 0,1-1 0 0 0,11 8 1 0 0,6 0-6379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6.84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123 57 3225 0 0,'1'-2'280'0'0,"-1"-1"1"0"0,0 1-1 0 0,0 0 1 0 0,0 0-1 0 0,-1 0 0 0 0,1 0 1 0 0,0-1-1 0 0,-1 1 1 0 0,0 0-1 0 0,1 0 1 0 0,-1 0-1 0 0,0 0 1 0 0,0 0-1 0 0,0 0 1 0 0,0 1-1 0 0,0-1 1 0 0,-1 0-1 0 0,1 0 0 0 0,-1 1 1 0 0,1-1-1 0 0,-1 1 1 0 0,1-1-1 0 0,-1 1 1 0 0,0 0-1 0 0,0-1 1 0 0,1 1-1 0 0,-1 0 1 0 0,0 0-1 0 0,0 1 1 0 0,0-1-1 0 0,0 0 0 0 0,-1 1 1 0 0,1-1-1 0 0,0 1 1 0 0,0-1-1 0 0,0 1 1 0 0,0 0-1 0 0,0 0 1 0 0,-1 0-1 0 0,1 0 1 0 0,0 0-1 0 0,0 1 1 0 0,0-1-1 0 0,0 1 0 0 0,0-1 1 0 0,0 1-1 0 0,0 0 1 0 0,0 0-1 0 0,0 0 1 0 0,0 0-1 0 0,0 0 1 0 0,-2 2-1 0 0,-1 3-38 0 0,0 0 0 0 0,1 0 0 0 0,0 0 0 0 0,1 1 0 0 0,-1 0 0 0 0,1-1 0 0 0,0 1 0 0 0,1 0 0 0 0,-1 1 0 0 0,2-1 0 0 0,-1 0-1 0 0,1 0 1 0 0,0 1 0 0 0,0 9 0 0 0,0-2-68 0 0,1 0 0 0 0,1 0 0 0 0,1 0 0 0 0,0 0 0 0 0,1 0 0 0 0,5 16 0 0 0,-7-25-245 0 0,1-1 1 0 0,0 1 0 0 0,1-1 0 0 0,-1 0 0 0 0,1 1-1 0 0,0-1 1 0 0,0-1 0 0 0,1 1 0 0 0,-1 0-1 0 0,1-1 1 0 0,0 0 0 0 0,0 0 0 0 0,1 0 0 0 0,-1 0-1 0 0,1-1 1 0 0,0 1 0 0 0,0-1 0 0 0,0-1 0 0 0,0 1-1 0 0,0-1 1 0 0,1 1 0 0 0,-1-2 0 0 0,1 1 0 0 0,0 0-1 0 0,-1-1 1 0 0,1 0 0 0 0,0-1 0 0 0,0 1 0 0 0,-1-1-1 0 0,8-1 1 0 0,8-1-7406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7.17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1 379 3225 0 0,'14'-3'1275'0'0,"0"0"0"0"0,-1-1 0 0 0,1-1 0 0 0,-1 0 0 0 0,25-14 0 0 0,-25 11-708 0 0,0 0 0 0 0,0-1-1 0 0,-1-1 1 0 0,-1 0 0 0 0,19-20 0 0 0,-24 23-501 0 0,0 1 0 0 0,-1-1 0 0 0,1 0 0 0 0,-2-1 0 0 0,1 1 0 0 0,-1-1 0 0 0,0 0 0 0 0,-1 0 0 0 0,0 0 0 0 0,0 0 0 0 0,-1-1 0 0 0,0 1 0 0 0,0-1 0 0 0,-1 0 0 0 0,0 1 0 0 0,-1-1 0 0 0,0 0 0 0 0,0 0 0 0 0,0 1 0 0 0,-2-1 0 0 0,1 0 0 0 0,-1 1 0 0 0,0-1 0 0 0,-5-11 0 0 0,6 17-12 0 0,0 0-1 0 0,0 1 1 0 0,0-1 0 0 0,-1 0-1 0 0,1 0 1 0 0,-1 1 0 0 0,0-1-1 0 0,0 1 1 0 0,0 0 0 0 0,0-1-1 0 0,0 1 1 0 0,-1 0 0 0 0,1 0-1 0 0,-1 0 1 0 0,1 1 0 0 0,-1-1-1 0 0,1 1 1 0 0,-1-1 0 0 0,0 1-1 0 0,0 0 1 0 0,0 0 0 0 0,0 0-1 0 0,0 0 1 0 0,0 1 0 0 0,0-1-1 0 0,0 1 1 0 0,0 0 0 0 0,0-1-1 0 0,0 2 1 0 0,0-1 0 0 0,0 0-1 0 0,0 0 1 0 0,-1 1 0 0 0,1 0-1 0 0,1 0 1 0 0,-1 0 0 0 0,0 0-1 0 0,0 0 1 0 0,-5 3 0 0 0,3-1 102 0 0,0 0 0 0 0,-1 0 1 0 0,1 0-1 0 0,0 1 0 0 0,1 0 1 0 0,-1 0-1 0 0,1 0 0 0 0,-1 1 1 0 0,1-1-1 0 0,1 1 0 0 0,-1 0 1 0 0,1 0-1 0 0,0 1 0 0 0,0-1 1 0 0,0 1-1 0 0,1-1 0 0 0,-1 1 1 0 0,1 0-1 0 0,-1 10 0 0 0,2-11-87 0 0,0 1 0 0 0,1 0 0 0 0,0 0 0 0 0,1 0 0 0 0,-1-1 0 0 0,1 1 0 0 0,0 0 0 0 0,0 0-1 0 0,1-1 1 0 0,0 1 0 0 0,0-1 0 0 0,0 1 0 0 0,0-1 0 0 0,1 0 0 0 0,0 0 0 0 0,6 8 0 0 0,-3-7-32 0 0,0 0-1 0 0,0-1 1 0 0,0 1 0 0 0,0-1-1 0 0,1-1 1 0 0,0 1 0 0 0,0-1-1 0 0,1 0 1 0 0,-1-1 0 0 0,15 5 0 0 0,-4-3-107 0 0,0 0 1 0 0,0-2-1 0 0,1 0 1 0 0,-1-1 0 0 0,1-1-1 0 0,0-1 1 0 0,0 0-1 0 0,-1-2 1 0 0,34-5 0 0 0,-31 1-1288 0 0,1-1 0 0 0,23-11 1 0 0,-17 5-179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7.7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 18 2304 0 0,'-1'-2'480'0'0,"-1"1"-1"0"0,0-1 0 0 0,1 1 0 0 0,-1 0 0 0 0,0-1 0 0 0,1 1 0 0 0,-1 0 0 0 0,0 0 1 0 0,0 0-1 0 0,0 0 0 0 0,0 0 0 0 0,0 1 0 0 0,0-1 0 0 0,0 1 0 0 0,0-1 0 0 0,-4 1 0 0 0,5 0-326 0 0,0 0 0 0 0,-1 1-1 0 0,1-1 1 0 0,0 1-1 0 0,0-1 1 0 0,0 1 0 0 0,0-1-1 0 0,0 1 1 0 0,0 0-1 0 0,0-1 1 0 0,0 1 0 0 0,1 0-1 0 0,-1 0 1 0 0,0 0 0 0 0,0 0-1 0 0,1 0 1 0 0,-1 0-1 0 0,0 0 1 0 0,1 0 0 0 0,-1 0-1 0 0,1 0 1 0 0,-1 0-1 0 0,1 0 1 0 0,0 0 0 0 0,-1 0-1 0 0,1 0 1 0 0,0 1-1 0 0,0-1 1 0 0,0 0 0 0 0,0 0-1 0 0,0 0 1 0 0,0 1-1 0 0,0 0 1 0 0,1 22 793 0 0,1 0-1 0 0,0 0 1 0 0,2 0 0 0 0,11 39-1 0 0,-3-17-339 0 0,10 68 108 0 0,-9-45-1391 0 0,31 101-1 0 0,-28-124-6618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8.95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 94 5985 0 0,'-11'-47'1680'0'0,"5"12"1760"0"0,3 48 1104 0 0,0 29-2222 0 0,2-16-1710 0 0,1 9 35 0 0,1 1 0 0 0,10 64 1 0 0,-10-92-686 0 0,1 1 0 0 0,0-1 0 0 0,0 1 0 0 0,1-1 1 0 0,0 0-1 0 0,1 0 0 0 0,0-1 0 0 0,0 1 0 0 0,1-1 1 0 0,0 0-1 0 0,0 0 0 0 0,0 0 0 0 0,1-1 0 0 0,0 1 1 0 0,0-2-1 0 0,1 1 0 0 0,9 6 0 0 0,-12-10 37 0 0,0 0 0 0 0,0 0 0 0 0,0 0 0 0 0,0 0 0 0 0,1-1 0 0 0,-1 1 0 0 0,1-1 0 0 0,-1 0 0 0 0,1 0 0 0 0,-1-1 0 0 0,1 0 0 0 0,0 0-1 0 0,-1 0 1 0 0,1 0 0 0 0,0 0 0 0 0,-1-1 0 0 0,1 0 0 0 0,-1 0 0 0 0,1 0 0 0 0,-1-1 0 0 0,0 0 0 0 0,1 1 0 0 0,-1-1 0 0 0,0-1 0 0 0,0 1 0 0 0,0-1 0 0 0,-1 1 0 0 0,1-1-1 0 0,0 0 1 0 0,5-7 0 0 0,-3 3 51 0 0,0 0-1 0 0,-1 0 1 0 0,0 0 0 0 0,0-1-1 0 0,0 1 1 0 0,-1-1-1 0 0,0 0 1 0 0,-1-1-1 0 0,0 1 1 0 0,0 0 0 0 0,-1-1-1 0 0,0 0 1 0 0,-1 1-1 0 0,1-1 1 0 0,-1-12-1 0 0,-2 9-52 0 0,0 0 0 0 0,0 1 0 0 0,-2-1 0 0 0,1 0 0 0 0,-1 1 0 0 0,-1 0 0 0 0,0 0 0 0 0,0 0 0 0 0,-1 0 0 0 0,-1 0 0 0 0,0 1 0 0 0,-11-14 0 0 0,12 17-18 0 0,-1 0 0 0 0,0 1 1 0 0,-1-1-1 0 0,1 2 0 0 0,-1-1 0 0 0,0 1 0 0 0,-1 0 0 0 0,1 0 0 0 0,-1 1 1 0 0,0 0-1 0 0,0 0 0 0 0,-1 1 0 0 0,1 0 0 0 0,0 1 0 0 0,-1 0 0 0 0,0 0 1 0 0,-12-1-1 0 0,19 3-109 0 0,-1 0-1 0 0,0 0 1 0 0,0 0 0 0 0,0 0 0 0 0,0 0 0 0 0,0 1 0 0 0,0-1 0 0 0,1 1-1 0 0,-1 0 1 0 0,0 0 0 0 0,0 0 0 0 0,1 0 0 0 0,-1 0 0 0 0,1 1 0 0 0,-1-1 0 0 0,1 1-1 0 0,-1 0 1 0 0,1 0 0 0 0,0 0 0 0 0,0 0 0 0 0,0 0 0 0 0,0 0 0 0 0,-3 4 0 0 0,3-2-207 0 0,0 1 0 0 0,0-1 1 0 0,0 0-1 0 0,1 1 0 0 0,-1-1 1 0 0,1 1-1 0 0,0 0 0 0 0,0-1 1 0 0,1 1-1 0 0,-1 0 0 0 0,1-1 1 0 0,0 1-1 0 0,1 8 0 0 0,1 2 227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9.34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22 29 11979 0 0,'-8'-13'946'0'0,"-5"-3"4178"0"0,16 33-3653 0 0,8 22-809 0 0,2 0 0 0 0,17 38 0 0 0,-25-67-644 0 0,0 0-1 0 0,0 0 1 0 0,1 0-1 0 0,0-1 1 0 0,1 0-1 0 0,0 0 1 0 0,0-1-1 0 0,1 0 1 0 0,0 0-1 0 0,0-1 1 0 0,1 0-1 0 0,0-1 1 0 0,10 6-1 0 0,-17-10-80 0 0,0-1-1 0 0,0 0 1 0 0,0-1 0 0 0,0 1-1 0 0,0 0 1 0 0,0 0-1 0 0,1-1 1 0 0,-1 0 0 0 0,0 1-1 0 0,0-1 1 0 0,1 0-1 0 0,-1 0 1 0 0,0 0-1 0 0,0 0 1 0 0,1 0 0 0 0,-1-1-1 0 0,0 1 1 0 0,0-1-1 0 0,1 0 1 0 0,-1 1 0 0 0,2-2-1 0 0,-1-1-26 0 0,0 1 0 0 0,0 0-1 0 0,0 0 1 0 0,0-1 0 0 0,-1 0 0 0 0,1 0-1 0 0,-1 1 1 0 0,0-1 0 0 0,0 0 0 0 0,0-1-1 0 0,3-5 1 0 0,1-7-68 0 0,-1 1 0 0 0,0-1 1 0 0,-1 0-1 0 0,3-28 0 0 0,-5 5 50 0 0,-2 31 313 0 0,-1 0-1 0 0,2 0 1 0 0,0 0 0 0 0,0 0-1 0 0,3-11 1 0 0,15 56 2700 0 0,-12-23-2909 0 0,0 0-1 0 0,1 0 1 0 0,1 0 0 0 0,11 12 0 0 0,11 1-6619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49.67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37 8290 0 0,'2'-1'456'0'0,"1"0"0"0"0,-1 0 0 0 0,1 0 0 0 0,0 0 0 0 0,-1 0-1 0 0,1 1 1 0 0,0-1 0 0 0,-1 1 0 0 0,1 0 0 0 0,0 0 0 0 0,0 0 0 0 0,-1 0 0 0 0,1 0 0 0 0,4 2 0 0 0,-3-1-97 0 0,1 0 0 0 0,-1 1 0 0 0,0 0 0 0 0,0 0-1 0 0,0 0 1 0 0,0 1 0 0 0,0-1 0 0 0,4 5 0 0 0,5 6-19 0 0,1 1-1 0 0,-2 0 1 0 0,17 24-1 0 0,-6-7 451 0 0,-16-22-539 0 0,27 30 85 0 0,-23-29 347 0 0,-9-10-13 0 0,-4-6 295 0 0,-1-1-1146 0 0,-1-1 0 0 0,1-1 0 0 0,1 1 0 0 0,-1 0 0 0 0,2-1 0 0 0,-1 1 0 0 0,1-1 0 0 0,0 1 0 0 0,1-1 0 0 0,0 0 0 0 0,0 1 0 0 0,1-1 0 0 0,0 1 0 0 0,0-1 0 0 0,1 1 0 0 0,0-1 1 0 0,1 1-1 0 0,0 0 0 0 0,0 0 0 0 0,1 0 0 0 0,7-11 0 0 0,4-3-6887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0.33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185 0 10594 0 0,'-17'9'750'0'0,"0"0"-1"0"0,1 0 0 0 0,0 2 1 0 0,0 0-1 0 0,1 1 0 0 0,1 0 1 0 0,0 1-1 0 0,-16 20 0 0 0,27-29-573 0 0,-1 0-1 0 0,1 0 1 0 0,1 0-1 0 0,-1 0 0 0 0,0 0 1 0 0,1 1-1 0 0,0-1 1 0 0,0 1-1 0 0,1-1 0 0 0,-3 10 1 0 0,4-12-140 0 0,0 0 0 0 0,0 0 1 0 0,0 0-1 0 0,0 0 0 0 0,0 0 0 0 0,1 0 1 0 0,-1-1-1 0 0,1 1 0 0 0,-1 0 0 0 0,1 0 1 0 0,0 0-1 0 0,0-1 0 0 0,0 1 1 0 0,0 0-1 0 0,0-1 0 0 0,0 1 0 0 0,0-1 1 0 0,0 1-1 0 0,1-1 0 0 0,-1 0 0 0 0,1 0 1 0 0,-1 1-1 0 0,1-1 0 0 0,-1 0 0 0 0,1 0 1 0 0,-1 0-1 0 0,1 0 0 0 0,0-1 1 0 0,0 1-1 0 0,0 0 0 0 0,2 0 0 0 0,63 19-203 0 0,-45-14 89 0 0,1 1 1 0 0,-1 1 0 0 0,39 19-1 0 0,-56-24 70 0 0,0 0-1 0 0,0 0 0 0 0,0 1 0 0 0,0 0 0 0 0,-1 0 1 0 0,1 0-1 0 0,-1 0 0 0 0,0 1 0 0 0,0 0 0 0 0,-1 0 0 0 0,1 0 1 0 0,-1 0-1 0 0,0 0 0 0 0,-1 1 0 0 0,1-1 0 0 0,-1 1 0 0 0,0 0 1 0 0,0-1-1 0 0,1 12 0 0 0,-2-13 34 0 0,-1 0 0 0 0,1-1 0 0 0,-1 1 0 0 0,0 0 0 0 0,0 0 0 0 0,0 0 0 0 0,-1 0 0 0 0,1 0 0 0 0,-1 0 0 0 0,0 0 0 0 0,0 0 0 0 0,-1-1 0 0 0,1 1 0 0 0,-1 0 0 0 0,1-1 0 0 0,-1 1 0 0 0,0-1 0 0 0,0 0 0 0 0,-1 1 0 0 0,1-1 0 0 0,-1 0 0 0 0,0 0 0 0 0,0-1 0 0 0,1 1 0 0 0,-2-1 0 0 0,1 1 0 0 0,0-1 0 0 0,0 0 0 0 0,-1 0 0 0 0,1 0 0 0 0,-7 1 0 0 0,-2 1-241 0 0,0 0 0 0 0,-1-2 0 0 0,0 1 0 0 0,1-2 0 0 0,-1 0 0 0 0,0 0 1 0 0,1-1-1 0 0,-20-2 0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0.71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43 50 10594 0 0,'-2'0'253'0'0,"0"1"1"0"0,-1-1-1 0 0,1 1 0 0 0,0 0 0 0 0,0 0 1 0 0,0 0-1 0 0,0 1 0 0 0,0-1 0 0 0,0 0 1 0 0,0 1-1 0 0,0-1 0 0 0,1 1 0 0 0,-1 0 1 0 0,0-1-1 0 0,1 1 0 0 0,-1 0 0 0 0,1 0 0 0 0,0 0 1 0 0,0 0-1 0 0,0 0 0 0 0,0 0 0 0 0,0 0 1 0 0,0 1-1 0 0,0-1 0 0 0,1 0 0 0 0,-1 1 1 0 0,1-1-1 0 0,0 0 0 0 0,-1 1 0 0 0,1-1 0 0 0,0 0 1 0 0,0 1-1 0 0,1 3 0 0 0,0 1-67 0 0,1 0-1 0 0,-1 0 1 0 0,1 0-1 0 0,0 0 1 0 0,1 0-1 0 0,0-1 1 0 0,0 1-1 0 0,0-1 1 0 0,1 0-1 0 0,5 7 1 0 0,-1-3-106 0 0,1-1 1 0 0,0 1-1 0 0,0-2 1 0 0,1 0-1 0 0,0 0 1 0 0,1-1-1 0 0,12 8 1 0 0,-19-13-87 0 0,-1 0 1 0 0,0-1-1 0 0,0 1 1 0 0,1 0-1 0 0,0-1 1 0 0,-1 0-1 0 0,1 0 1 0 0,-1 0-1 0 0,1 0 1 0 0,0-1 0 0 0,0 1-1 0 0,-1-1 1 0 0,1 0-1 0 0,0 0 1 0 0,0 0-1 0 0,0-1 1 0 0,-1 1-1 0 0,1-1 1 0 0,0 0-1 0 0,-1 0 1 0 0,1 0-1 0 0,-1-1 1 0 0,1 1-1 0 0,-1-1 1 0 0,1 0-1 0 0,-1 0 1 0 0,0 0-1 0 0,4-4 1 0 0,-5 4-26 0 0,0 0 0 0 0,0-1 0 0 0,0 1-1 0 0,-1-1 1 0 0,1 1 0 0 0,-1-1 0 0 0,1 1 0 0 0,-1-1 0 0 0,0 0 0 0 0,0 0 0 0 0,0 0-1 0 0,-1 1 1 0 0,1-1 0 0 0,-1 0 0 0 0,1-5 0 0 0,-1 2-15 0 0,-1-1 1 0 0,1 1-1 0 0,-1-1 0 0 0,-1 1 1 0 0,1 0-1 0 0,-5-12 0 0 0,1 5 25 0 0,-1 0-1 0 0,-1 0 1 0 0,0 1-1 0 0,-1 0 1 0 0,-17-21-1 0 0,18 25-276 0 0,-1 1 0 0 0,0 0 1 0 0,0 0-1 0 0,0 0 0 0 0,-14-7 0 0 0,0 2-6527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1.19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101 1 4609 0 0,'-8'2'513'0'0,"0"0"-1"0"0,0 1 1 0 0,0 0 0 0 0,1 0 0 0 0,-1 1-1 0 0,1 0 1 0 0,-12 9 0 0 0,16-11-264 0 0,0 1 0 0 0,1-1 0 0 0,0 1 0 0 0,0 0 0 0 0,0 0 0 0 0,0 0-1 0 0,0 0 1 0 0,0 0 0 0 0,1 1 0 0 0,0-1 0 0 0,0 0 0 0 0,0 1 0 0 0,0-1 0 0 0,0 1 0 0 0,0-1 0 0 0,1 1 0 0 0,0-1 0 0 0,0 1 0 0 0,0-1 0 0 0,1 7 0 0 0,0 4 346 0 0,1-1 0 0 0,0 0 0 0 0,1 1 0 0 0,1-1 0 0 0,0 0 0 0 0,1-1 0 0 0,11 23 0 0 0,-14-31-606 0 0,0 0 1 0 0,0 0 0 0 0,1 0 0 0 0,0 0-1 0 0,0-1 1 0 0,0 1 0 0 0,0-1-1 0 0,1 1 1 0 0,-1-1 0 0 0,1 0-1 0 0,0-1 1 0 0,-1 1 0 0 0,1-1-1 0 0,1 1 1 0 0,-1-1 0 0 0,0 0-1 0 0,0-1 1 0 0,1 1 0 0 0,-1-1-1 0 0,1 0 1 0 0,-1 0 0 0 0,1 0-1 0 0,0-1 1 0 0,-1 1 0 0 0,1-1-1 0 0,5-1 1 0 0,-7 1-148 0 0,0-1 1 0 0,0 0 0 0 0,0 0-1 0 0,0 0 1 0 0,0 0-1 0 0,0-1 1 0 0,-1 1-1 0 0,1-1 1 0 0,0 0-1 0 0,-1 0 1 0 0,1 1-1 0 0,-1-2 1 0 0,0 1-1 0 0,0 0 1 0 0,0 0 0 0 0,0-1-1 0 0,0 1 1 0 0,0-1-1 0 0,-1 1 1 0 0,1-1-1 0 0,-1 0 1 0 0,1 0-1 0 0,-1 0 1 0 0,0 0-1 0 0,0 0 1 0 0,-1 0 0 0 0,1 0-1 0 0,0-5 1 0 0,1-10-137 0 0,0 0 0 0 0,-1-1 0 0 0,-2-28 0 0 0,0 32 644 0 0,1 5-138 0 0,-1 4 67 0 0,0 0 0 0 0,1-1-1 0 0,0 1 1 0 0,1-1 0 0 0,-1 1-1 0 0,1-1 1 0 0,1 1 0 0 0,-1 0 0 0 0,4-10-1 0 0,-5 16-218 0 0,0 0-1 0 0,0-1 0 0 0,0 1 0 0 0,1 0 0 0 0,-1 0 0 0 0,0 0 0 0 0,0-1 0 0 0,0 1 1 0 0,0 0-1 0 0,0 0 0 0 0,0 0 0 0 0,1 0 0 0 0,-1 0 0 0 0,0 0 0 0 0,0-1 0 0 0,0 1 1 0 0,0 0-1 0 0,1 0 0 0 0,-1 0 0 0 0,0 0 0 0 0,0 0 0 0 0,0 0 0 0 0,1 0 0 0 0,-1 0 0 0 0,0 0 1 0 0,0 0-1 0 0,0 0 0 0 0,1 0 0 0 0,-1 0 0 0 0,0 0 0 0 0,0 0 0 0 0,0 0 0 0 0,1 0 1 0 0,-1 0-1 0 0,0 0 0 0 0,0 0 0 0 0,0 0 0 0 0,1 0 0 0 0,-1 0 0 0 0,0 0 0 0 0,0 0 1 0 0,0 1-1 0 0,1-1 0 0 0,-1 0 0 0 0,0 0 0 0 0,0 0 0 0 0,0 1 0 0 0,10 12 1298 0 0,2 17-296 0 0,-12-30-1045 0 0,7 20 304 0 0,1 0 0 0 0,0 0 0 0 0,2-1 0 0 0,15 24 0 0 0,-18-34-688 0 0,0 0-1 0 0,1 0 1 0 0,14 12 0 0 0,-13-13-1409 0 0,0-1 1 0 0,1 0 0 0 0,20 10-1 0 0,-14-9-4397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1.60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1 223 10594 0 0,'0'-1'124'0'0,"0"0"0"0"0,0 0 0 0 0,0 0-1 0 0,0 0 1 0 0,1 0 0 0 0,-1 0 0 0 0,0 0 0 0 0,1 0-1 0 0,-1 0 1 0 0,1 0 0 0 0,-1 0 0 0 0,1 0 0 0 0,-1 0-1 0 0,1 0 1 0 0,0 0 0 0 0,-1 1 0 0 0,1-1-1 0 0,0 0 1 0 0,0 1 0 0 0,0-1 0 0 0,0 0 0 0 0,0 0-1 0 0,22-17 2287 0 0,-21 17-2258 0 0,0 0-1 0 0,0 0 0 0 0,0 1 0 0 0,0-1 0 0 0,0 0 1 0 0,0 1-1 0 0,0 0 0 0 0,0-1 0 0 0,1 1 0 0 0,-1 0 1 0 0,0 0-1 0 0,0 0 0 0 0,0 1 0 0 0,0-1 1 0 0,0 0-1 0 0,0 1 0 0 0,0-1 0 0 0,0 1 0 0 0,0 0 1 0 0,0 0-1 0 0,0 0 0 0 0,0 0 0 0 0,0 0 0 0 0,0 0 1 0 0,-1 0-1 0 0,1 1 0 0 0,0-1 0 0 0,-1 0 0 0 0,3 4 1 0 0,5 5 193 0 0,0 0 0 0 0,-1 1 1 0 0,12 20-1 0 0,-8-12 19 0 0,1 3-204 0 0,-2-4 337 0 0,-13-39 62 0 0,-1 6-481 0 0,1-1 0 0 0,0 0 0 0 0,1 0 0 0 0,1 0 0 0 0,1 0 0 0 0,3-24 0 0 0,1 10-952 0 0,2-1 1 0 0,14-39-1 0 0,-10 39-6805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1.91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139 4 13763 0 0,'-2'-1'279'0'0,"-1"1"-1"0"0,1-1 1 0 0,0 1 0 0 0,0-1-1 0 0,-1 1 1 0 0,1 0 0 0 0,0 0-1 0 0,-1 0 1 0 0,1 0 0 0 0,0 0-1 0 0,0 1 1 0 0,-1-1 0 0 0,1 0-1 0 0,0 1 1 0 0,0 0 0 0 0,-1 0-1 0 0,1 0 1 0 0,-2 1-1 0 0,0 0-55 0 0,1 1-1 0 0,-1 0 0 0 0,1 0 0 0 0,0 0 0 0 0,0 0 0 0 0,0 0 0 0 0,0 1 1 0 0,0-1-1 0 0,-2 5 0 0 0,-4 9-133 0 0,1 1 0 0 0,0 0 1 0 0,-8 28-1 0 0,11-31 16 0 0,2-4-49 0 0,0 1 0 0 0,0-1 1 0 0,1 1-1 0 0,1 0 0 0 0,0-1 1 0 0,0 1-1 0 0,3 22 1 0 0,-2-29-64 0 0,0-1 0 0 0,1 0 0 0 0,0 1 0 0 0,0-1 0 0 0,0 0 0 0 0,1 0 0 0 0,-1 0 0 0 0,1 0 0 0 0,0 0 0 0 0,0 0 0 0 0,1 0 0 0 0,-1 0 0 0 0,1-1 0 0 0,0 1 0 0 0,0-1 0 0 0,0 0 1 0 0,0 0-1 0 0,0 0 0 0 0,1 0 0 0 0,-1-1 0 0 0,1 1 0 0 0,0-1 0 0 0,0 0 0 0 0,6 3 0 0 0,2-2-1672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2.22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1 339 6913 0 0,'1'2'280'0'0,"1"-1"-1"0"0,0 0 0 0 0,0 0 1 0 0,0 0-1 0 0,1 0 0 0 0,-1-1 0 0 0,0 1 1 0 0,0 0-1 0 0,0-1 0 0 0,1 0 0 0 0,-1 1 1 0 0,0-1-1 0 0,0 0 0 0 0,1 0 0 0 0,-1 0 1 0 0,0 0-1 0 0,1-1 0 0 0,-1 1 0 0 0,0-1 1 0 0,0 1-1 0 0,4-2 0 0 0,47-21 2784 0 0,-51 22-3036 0 0,10-5 171 0 0,-1-1-1 0 0,0 0 1 0 0,0-1-1 0 0,-1 0 0 0 0,0 0 1 0 0,0-1-1 0 0,-1-1 0 0 0,0 0 1 0 0,-1 0-1 0 0,0-1 1 0 0,10-17-1 0 0,-14 21-160 0 0,-1 1-1 0 0,0-1 1 0 0,0 0 0 0 0,0-1 0 0 0,-1 1-1 0 0,0 0 1 0 0,0-1 0 0 0,-1 1 0 0 0,0-1-1 0 0,0 1 1 0 0,-1-1 0 0 0,0 1 0 0 0,0-1-1 0 0,-1 0 1 0 0,0 1 0 0 0,0-1-1 0 0,-1 1 1 0 0,0 0 0 0 0,0-1 0 0 0,-1 1-1 0 0,-5-10 1 0 0,8 15-18 0 0,-1 1 1 0 0,0-1-1 0 0,0 1 0 0 0,0-1 1 0 0,0 0-1 0 0,0 1 0 0 0,0 0 0 0 0,0-1 1 0 0,0 1-1 0 0,0 0 0 0 0,-1-1 0 0 0,1 1 1 0 0,-1 0-1 0 0,1 0 0 0 0,-1 0 1 0 0,1 0-1 0 0,-1 0 0 0 0,1 1 0 0 0,-1-1 1 0 0,0 0-1 0 0,1 1 0 0 0,-1-1 0 0 0,0 1 1 0 0,0-1-1 0 0,0 1 0 0 0,1 0 1 0 0,-1 0-1 0 0,0 0 0 0 0,0 0 0 0 0,0 0 1 0 0,1 0-1 0 0,-1 1 0 0 0,0-1 1 0 0,0 1-1 0 0,1-1 0 0 0,-1 1 0 0 0,0 0 1 0 0,1-1-1 0 0,-1 1 0 0 0,0 0 0 0 0,1 0 1 0 0,-2 1-1 0 0,-2 2 105 0 0,1 0 0 0 0,-1-1 0 0 0,1 1 0 0 0,0 1-1 0 0,0-1 1 0 0,1 1 0 0 0,-1-1 0 0 0,1 1 0 0 0,0 0 0 0 0,1 0 0 0 0,-1 0-1 0 0,-2 8 1 0 0,3-5-35 0 0,-1 0 0 0 0,2 0-1 0 0,-1 0 1 0 0,1 1 0 0 0,1-1-1 0 0,-1 0 1 0 0,1 1-1 0 0,1-1 1 0 0,-1 0 0 0 0,1 1-1 0 0,1-1 1 0 0,0 0 0 0 0,5 14-1 0 0,-5-16-151 0 0,2 1-1 0 0,-1-1 0 0 0,1 0 1 0 0,0 0-1 0 0,0 0 0 0 0,0 0 1 0 0,1-1-1 0 0,0 0 0 0 0,0 0 1 0 0,1 0-1 0 0,-1-1 0 0 0,1 0 1 0 0,0 0-1 0 0,0 0 0 0 0,0 0 1 0 0,11 3-1 0 0,8 2-1822 0 0,1 0-5379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2.86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27 7 4145 0 0,'10'-6'12141'0'0,"-12"10"-10710"0"0,-5 16-1025 0 0,0 1-1 0 0,1 1 1 0 0,1-1-1 0 0,1 1 1 0 0,1 0-1 0 0,1 0 1 0 0,1 0-1 0 0,1 0 1 0 0,1 0-1 0 0,1 0 1 0 0,1 0-1 0 0,8 30 1 0 0,-9-44-450 0 0,1-1 1 0 0,0 0-1 0 0,0 0 1 0 0,1 0-1 0 0,-1 0 1 0 0,2-1-1 0 0,-1 0 1 0 0,11 12-1 0 0,-14-17 29 0 0,1 1-1 0 0,-1-1 0 0 0,1 0 0 0 0,-1 0 0 0 0,1 1 0 0 0,0-1 0 0 0,0 0 0 0 0,0 0 1 0 0,-1-1-1 0 0,1 1 0 0 0,0 0 0 0 0,0-1 0 0 0,0 1 0 0 0,0-1 0 0 0,0 0 0 0 0,0 1 1 0 0,0-1-1 0 0,0 0 0 0 0,1 0 0 0 0,-1 0 0 0 0,0-1 0 0 0,0 1 0 0 0,0 0 0 0 0,0-1 0 0 0,0 1 1 0 0,0-1-1 0 0,-1 0 0 0 0,1 0 0 0 0,0 0 0 0 0,0 0 0 0 0,0 0 0 0 0,-1 0 0 0 0,1 0 1 0 0,0 0-1 0 0,-1-1 0 0 0,1 1 0 0 0,1-3 0 0 0,2-1-316 0 0,0 0 0 0 0,0-1 0 0 0,-1 0 0 0 0,1 0 0 0 0,-1 0 0 0 0,-1 0 0 0 0,1-1 0 0 0,-1 0 0 0 0,4-12 0 0 0,-1-1-625 0 0,-2 0 0 0 0,3-22-1 0 0,1-8 415 0 0,-8 50 559 0 0,0 0 0 0 0,0 0 0 0 0,0 0 0 0 0,0 0 0 0 0,0 0 0 0 0,0 1 0 0 0,0-1-1 0 0,0 0 1 0 0,0 0 0 0 0,0 0 0 0 0,0 0 0 0 0,0 0 0 0 0,0 0 0 0 0,0 0 0 0 0,0 0 0 0 0,0 0 0 0 0,0 1 0 0 0,0-1-1 0 0,0 0 1 0 0,0 0 0 0 0,0 0 0 0 0,0 0 0 0 0,0 0 0 0 0,0 0 0 0 0,1 0 0 0 0,-1 0 0 0 0,0 0 0 0 0,0 0-1 0 0,0 0 1 0 0,0 0 0 0 0,0 0 0 0 0,0 0 0 0 0,0 0 0 0 0,0 0 0 0 0,0 0 0 0 0,1 0 0 0 0,-1 0 0 0 0,0 0 0 0 0,0 0-1 0 0,0 0 1 0 0,0 0 0 0 0,0 0 0 0 0,0 0 0 0 0,0 0 0 0 0,0 0 0 0 0,0 0 0 0 0,1 0 0 0 0,-1 0 0 0 0,0 0-1 0 0,0 0 1 0 0,0 0 0 0 0,0 0 0 0 0,0 0 0 0 0,0 0 0 0 0,0 0 0 0 0,0 0 0 0 0,0 0 0 0 0,0 0 0 0 0,0-1-1 0 0,0 1 1 0 0,1 0 0 0 0,-1 0 0 0 0,0 0 0 0 0,0 0 0 0 0,0 0 0 0 0,0 0 0 0 0,7 14 776 0 0,5 15 391 0 0,-10-24-1065 0 0,0 0 0 0 0,0 0 0 0 0,0 0 0 0 0,1-1 0 0 0,0 1 0 0 0,0-1 0 0 0,0 0 0 0 0,0 0 0 0 0,1 0 0 0 0,0 0 0 0 0,-1 0 0 0 0,1-1 0 0 0,1 0 0 0 0,-1 1 0 0 0,0-2 0 0 0,1 1 0 0 0,0 0 0 0 0,8 2 0 0 0,-9-3-90 0 0,1-1 1 0 0,-1 0-1 0 0,1-1 1 0 0,-1 1 0 0 0,1-1-1 0 0,0 0 1 0 0,-1 0 0 0 0,1 0-1 0 0,-1-1 1 0 0,1 1-1 0 0,0-1 1 0 0,-1 0 0 0 0,0 0-1 0 0,1-1 1 0 0,-1 0-1 0 0,0 1 1 0 0,1-1 0 0 0,-1-1-1 0 0,0 1 1 0 0,-1-1 0 0 0,7-4-1 0 0,-3 1-48 0 0,-1 1-1 0 0,0-1 0 0 0,0 0 1 0 0,-1-1-1 0 0,0 1 0 0 0,0-1 1 0 0,0 0-1 0 0,-1 0 0 0 0,6-12 1 0 0,-9 15-751 0 0,0 0 1 0 0,1 0 0 0 0,-1 0 0 0 0,-1-1 0 0 0,1 1 0 0 0,-1 0-1 0 0,0-7 1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07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6449 0 0,'3'7'1539'0'0,"-1"-1"0"0"0,1 0 0 0 0,0 0 0 0 0,0 0 0 0 0,0 0-1 0 0,8 8 1 0 0,7 13 739 0 0,24 72 624 0 0,-31-70-3329 0 0,2 0 0 0 0,0-1-1 0 0,21 31 1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24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 0 7834 0 0,'-2'2'696'0'0,"1"-1"-560"0"0,2 0-136 0 0,1 2 0 0 0,0 1 1712 0 0,0 0-768 0 0,-1 2 9 0 0,3 2-425 0 0,2 3-80 0 0,2 3-24 0 0,-1-2 0 0 0,1 2-1240 0 0,2-1-248 0 0,2 2-57 0 0,-1-2 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5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10594 0 0,'8'0'4571'0'0,"-8"1"-4453"0"0,7 11 3025 0 0,5 25-203 0 0,-8-26-2524 0 0,16 47 908 0 0,52 177 725 0 0,-65-209-2352 0 0,-2 1 0 0 0,-1-1 0 0 0,-2 1 0 0 0,0-1 0 0 0,-4 53 0 0 0,-1-60-637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3.9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0 291 6449 0 0,'44'-39'1125'0'0,"2"2"0"0"0,77-49 0 0 0,-64 46-1075 0 0,-38 26-131 0 0,1 1-1 0 0,0 0 0 0 0,1 2 1 0 0,0 0-1 0 0,1 2 1 0 0,25-7-1 0 0,-46 15 373 0 0,-1 1-1 0 0,0 0 0 0 0,0 0 1 0 0,0 0-1 0 0,0 0 0 0 0,0 0 1 0 0,0 1-1 0 0,0-1 0 0 0,0 1 1 0 0,0-1-1 0 0,0 1 0 0 0,0 0 0 0 0,0 0 1 0 0,0 0-1 0 0,0 0 0 0 0,0 0 1 0 0,0 0-1 0 0,-1 0 0 0 0,1 1 1 0 0,-1-1-1 0 0,1 1 0 0 0,-1-1 1 0 0,1 1-1 0 0,-1-1 0 0 0,0 1 1 0 0,0 0-1 0 0,1 0 0 0 0,-1 0 1 0 0,-1 0-1 0 0,1-1 0 0 0,1 4 1 0 0,4 9 270 0 0,-1 0 0 0 0,-1 0 0 0 0,4 19 0 0 0,-5-21-280 0 0,9 38-114 0 0,22 82 563 0 0,-28-116-666 0 0,0-1-1 0 0,0 0 1 0 0,2 0-1 0 0,-1 0 1 0 0,2-1-1 0 0,11 14 1 0 0,-19-26-84 0 0,0-1 0 0 0,0 0 0 0 0,0 1 0 0 0,0-1 0 0 0,0 0 1 0 0,0 0-1 0 0,1 0 0 0 0,-1 0 0 0 0,0 0 0 0 0,1 0 0 0 0,-1 0 0 0 0,1 0 1 0 0,-1 0-1 0 0,1-1 0 0 0,-1 1 0 0 0,1-1 0 0 0,0 1 0 0 0,-1-1 0 0 0,1 1 1 0 0,0-1-1 0 0,-1 0 0 0 0,1 0 0 0 0,0 0 0 0 0,-1 0 0 0 0,1 0 0 0 0,0 0 0 0 0,-1-1 1 0 0,1 1-1 0 0,0 0 0 0 0,-1-1 0 0 0,1 1 0 0 0,-1-1 0 0 0,1 0 0 0 0,0 0 1 0 0,-1 1-1 0 0,0-1 0 0 0,1 0 0 0 0,-1 0 0 0 0,0 0 0 0 0,1-1 0 0 0,-1 1 1 0 0,0 0-1 0 0,2-2 0 0 0,5-7-199 0 0,1-1 1 0 0,-1 0-1 0 0,-1 0 1 0 0,9-18 0 0 0,-9 16 175 0 0,66-135 1194 0 0,-73 147-1098 0 0,1 0-1 0 0,0-1 1 0 0,0 1-1 0 0,0 0 1 0 0,0 0-1 0 0,0 0 1 0 0,0 0-1 0 0,0 0 1 0 0,0 0-1 0 0,1 0 1 0 0,-1 0-1 0 0,0 0 1 0 0,0 0-1 0 0,1 1 1 0 0,-1-1-1 0 0,1 0 1 0 0,-1 1-1 0 0,0-1 1 0 0,1 1-1 0 0,-1 0 1 0 0,3-1-1 0 0,-1 1-6 0 0,0 0 0 0 0,0 1 0 0 0,0-1 0 0 0,0 1 0 0 0,0 0 0 0 0,0-1 0 0 0,0 1 0 0 0,0 0 1 0 0,0 1-1 0 0,3 1 0 0 0,7 5-35 0 0,0 1 1 0 0,-1 0-1 0 0,17 17 1 0 0,-21-19-25 0 0,36 31-2228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4.48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25 233 3225 0 0,'4'-9'780'0'0,"0"0"0"0"0,0 0-1 0 0,1 0 1 0 0,0 0 0 0 0,1 1 0 0 0,11-14 0 0 0,12-19 1700 0 0,-25 33-1921 0 0,0 0-1 0 0,0-1 1 0 0,-1 0 0 0 0,4-15 0 0 0,-6 22-414 0 0,-1-1 0 0 0,1 1 1 0 0,0 0-1 0 0,-1-1 0 0 0,0 1 0 0 0,0 0 0 0 0,1-1 0 0 0,-2 1 0 0 0,1 0 0 0 0,0-1 0 0 0,0 1 1 0 0,-1 0-1 0 0,1 0 0 0 0,-1-1 0 0 0,1 1 0 0 0,-1 0 0 0 0,0 0 0 0 0,0 0 0 0 0,0 0 1 0 0,0 0-1 0 0,-1 0 0 0 0,1 0 0 0 0,-3-3 0 0 0,3 4-58 0 0,0 1 0 0 0,-1 0 0 0 0,1-1 0 0 0,0 1 0 0 0,0 0 1 0 0,0 0-1 0 0,0 0 0 0 0,-1 0 0 0 0,1 0 0 0 0,0 0 0 0 0,0 0 0 0 0,0 0 0 0 0,0 0 0 0 0,0 1 0 0 0,-1-1 0 0 0,1 0 0 0 0,0 1 0 0 0,0-1 0 0 0,0 1 1 0 0,0-1-1 0 0,0 1 0 0 0,0-1 0 0 0,0 1 0 0 0,0 0 0 0 0,0 0 0 0 0,0-1 0 0 0,1 1 0 0 0,-1 0 0 0 0,0 0 0 0 0,0 1 0 0 0,-23 29 1068 0 0,16-17-951 0 0,0 1-1 0 0,1 1 0 0 0,1-1 1 0 0,0 1-1 0 0,1 0 1 0 0,1 1-1 0 0,-4 30 0 0 0,8-42-196 0 0,0 1 0 0 0,0-1 0 0 0,0 1 0 0 0,1-1 0 0 0,-1 1 0 0 0,1-1-1 0 0,0 1 1 0 0,1-1 0 0 0,0 0 0 0 0,0 1 0 0 0,5 8 0 0 0,-5-10-9 0 0,1-1-1 0 0,-1 1 1 0 0,1-1 0 0 0,0 0 0 0 0,0 0 0 0 0,0-1-1 0 0,1 1 1 0 0,-1-1 0 0 0,1 1 0 0 0,-1-1-1 0 0,1 0 1 0 0,0 0 0 0 0,0-1 0 0 0,0 1 0 0 0,0-1-1 0 0,0 0 1 0 0,7 1 0 0 0,-6-1-25 0 0,0 0 0 0 0,0-1 1 0 0,-1 0-1 0 0,1 0 0 0 0,0 0 0 0 0,0-1 1 0 0,0 0-1 0 0,-1 0 0 0 0,1 0 0 0 0,0 0 1 0 0,-1-1-1 0 0,1 1 0 0 0,-1-1 0 0 0,0 0 1 0 0,1-1-1 0 0,-1 1 0 0 0,0-1 1 0 0,0 0-1 0 0,-1 0 0 0 0,1 0 0 0 0,3-5 1 0 0,7-7-191 0 0,0-1 1 0 0,-2-1 0 0 0,19-32-1 0 0,5-6-180 0 0,-35 53 429 0 0,0 1 0 0 0,0 0 0 0 0,0-1 1 0 0,0 1-1 0 0,0 0 0 0 0,0 0 0 0 0,0 0 0 0 0,1 0 1 0 0,-1 0-1 0 0,0 0 0 0 0,1 0 0 0 0,-1 1 0 0 0,1-1 1 0 0,-1 0-1 0 0,1 1 0 0 0,-1-1 0 0 0,1 1 0 0 0,-1 0 1 0 0,1-1-1 0 0,-1 1 0 0 0,1 0 0 0 0,0 0 0 0 0,-1 0 1 0 0,1 0-1 0 0,0 0 0 0 0,-1 0 0 0 0,1 1 0 0 0,2 0 1 0 0,-1 0-13 0 0,0 1 1 0 0,0-1 0 0 0,0 1 0 0 0,-1 0-1 0 0,1 0 1 0 0,-1 0 0 0 0,1 0 0 0 0,-1 0-1 0 0,0 1 1 0 0,0-1 0 0 0,0 1 0 0 0,0 0-1 0 0,2 3 1 0 0,3 6-298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5.28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244 9 12611 0 0,'-2'-1'106'0'0,"1"0"1"0"0,-1 0-1 0 0,0 0 1 0 0,1 0 0 0 0,-1 0-1 0 0,0 1 1 0 0,0-1-1 0 0,0 1 1 0 0,1-1 0 0 0,-1 1-1 0 0,0 0 1 0 0,0-1-1 0 0,0 1 1 0 0,0 0 0 0 0,0 0-1 0 0,0 0 1 0 0,1 1-1 0 0,-1-1 1 0 0,0 0 0 0 0,0 1-1 0 0,0-1 1 0 0,-2 2-1 0 0,-46 20 2265 0 0,38-16-1789 0 0,-3 2-188 0 0,0 0 0 0 0,1 1 1 0 0,0 0-1 0 0,-13 12 0 0 0,22-17-318 0 0,0 0 0 0 0,1 1 0 0 0,0-1 0 0 0,0 1 0 0 0,0-1 0 0 0,0 1 0 0 0,1 0-1 0 0,0 1 1 0 0,0-1 0 0 0,0 1 0 0 0,1-1 0 0 0,0 1 0 0 0,0 0 0 0 0,-2 9 0 0 0,4-11-68 0 0,0-1 0 0 0,0 0 0 0 0,1 1 0 0 0,0-1 0 0 0,-1 0 0 0 0,1 1 0 0 0,0-1 0 0 0,0 0 0 0 0,1 0 0 0 0,-1 0 0 0 0,1 0 0 0 0,0 0 0 0 0,-1 0 0 0 0,1-1 0 0 0,0 1 0 0 0,1-1 0 0 0,-1 1 0 0 0,0-1 0 0 0,1 0 0 0 0,-1 1 0 0 0,1-1 0 0 0,0-1 0 0 0,0 1 0 0 0,4 2 0 0 0,8 5 32 0 0,1-1 0 0 0,1-1-1 0 0,17 6 1 0 0,-32-13-39 0 0,68 19-122 0 0,-55-17 71 0 0,-1 1 0 0 0,1 1-1 0 0,-1 0 1 0 0,0 1 0 0 0,0 1 0 0 0,24 13-1 0 0,-36-17 36 0 0,0-1 0 0 0,0 1 0 0 0,0 0 0 0 0,0-1 0 0 0,0 1-1 0 0,-1 0 1 0 0,1 0 0 0 0,-1 0 0 0 0,1 0 0 0 0,-1 0-1 0 0,1 1 1 0 0,-1-1 0 0 0,0 0 0 0 0,0 1 0 0 0,0-1-1 0 0,-1 1 1 0 0,1-1 0 0 0,0 1 0 0 0,-1-1 0 0 0,0 1-1 0 0,1 2 1 0 0,-2 0 31 0 0,1-1-1 0 0,-1 1 1 0 0,0-1 0 0 0,0 1-1 0 0,-1-1 1 0 0,1 0-1 0 0,-1 1 1 0 0,0-1 0 0 0,0 0-1 0 0,0 0 1 0 0,-3 4-1 0 0,-4 3 144 0 0,0 0-1 0 0,-1 0 0 0 0,0 0 0 0 0,0-1 0 0 0,-1-1 1 0 0,-19 13-1 0 0,23-18-88 0 0,1 0 1 0 0,0-1-1 0 0,-1 0 1 0 0,1 0 0 0 0,-1 0-1 0 0,0-1 1 0 0,-9 2-1 0 0,13-4-184 0 0,0 1-1 0 0,0-1 0 0 0,0 0 1 0 0,-1 0-1 0 0,1 0 1 0 0,0 0-1 0 0,0-1 0 0 0,-1 1 1 0 0,1-1-1 0 0,0 0 0 0 0,0 0 1 0 0,0 0-1 0 0,0 0 0 0 0,0-1 1 0 0,0 1-1 0 0,0-1 0 0 0,1 0 1 0 0,-4-2-1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5.71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 0 15203 0 0,'-1'1'190'0'0,"1"0"0"0"0,-1 0 0 0 0,1 0 0 0 0,-1 1 0 0 0,1-1 0 0 0,0 0 0 0 0,0 0 0 0 0,0 0 0 0 0,-1 0 0 0 0,1 1-1 0 0,0-1 1 0 0,0 0 0 0 0,1 0 0 0 0,-1 0 0 0 0,0 1 0 0 0,0-1 0 0 0,1 1 0 0 0,7 29 1554 0 0,-4-18-1259 0 0,23 114 1424 0 0,19 79-1112 0 0,-33-160-655 0 0,2 0 0 0 0,30 61-1 0 0,4 7-1502 0 0,-49-129 653 0 0,1 0 1 0 0,0 0 0 0 0,5-16-1 0 0,-3 10 441 0 0,2-8 253 0 0,0 1-1 0 0,2 1 1 0 0,17-44-1 0 0,-19 58 279 0 0,1 1 1 0 0,0-1-1 0 0,1 2 0 0 0,0-1 0 0 0,1 1 1 0 0,0 0-1 0 0,0 0 0 0 0,1 1 0 0 0,18-16 1 0 0,-25 25-227 0 0,-1-1 0 0 0,1 1 0 0 0,-1 0 0 0 0,1 0 0 0 0,0 0 1 0 0,-1 0-1 0 0,1 0 0 0 0,0 0 0 0 0,0 0 0 0 0,-1 1 0 0 0,1-1 0 0 0,0 0 0 0 0,0 1 1 0 0,0 0-1 0 0,0-1 0 0 0,0 1 0 0 0,0 0 0 0 0,0 0 0 0 0,0 0 0 0 0,0 0 1 0 0,0 1-1 0 0,0-1 0 0 0,0 0 0 0 0,0 1 0 0 0,-1-1 0 0 0,1 1 0 0 0,0 0 1 0 0,0 0-1 0 0,0 0 0 0 0,-1 0 0 0 0,1 0 0 0 0,0 0 0 0 0,-1 0 0 0 0,1 0 0 0 0,-1 1 1 0 0,1-1-1 0 0,-1 0 0 0 0,0 1 0 0 0,0-1 0 0 0,0 1 0 0 0,1 0 0 0 0,0 2 1 0 0,5 9 54 0 0,-1 0 0 0 0,0 0 0 0 0,0 1 0 0 0,5 24 0 0 0,-3-13 44 0 0,-3-12-131 0 0,1 1 1 0 0,0-1 0 0 0,1 0 0 0 0,1 0 0 0 0,0-1 0 0 0,0 0-1 0 0,1-1 1 0 0,1 0 0 0 0,0 0 0 0 0,16 13 0 0 0,-17-17-1492 0 0,1 0 0 0 0,0 0 1 0 0,1-1-1 0 0,15 7 0 0 0,-8-6-5835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05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81 104 3225 0 0,'-13'8'15767'0'0,"8"1"-15627"0"0,1 0 1 0 0,-1 0-1 0 0,1 0 0 0 0,1 1 1 0 0,0 0-1 0 0,0-1 0 0 0,1 1 1 0 0,0 0-1 0 0,1 0 0 0 0,0 0 1 0 0,1 0-1 0 0,0 0 1 0 0,0 1-1 0 0,1-1 0 0 0,3 11 1 0 0,-3-14-31 0 0,0 0 1 0 0,1-1 0 0 0,0 1 0 0 0,1-1 0 0 0,0 0 0 0 0,0 1 0 0 0,0-1-1 0 0,0-1 1 0 0,1 1 0 0 0,7 8 0 0 0,-7-10-80 0 0,-1-1 1 0 0,1 0-1 0 0,0 0 0 0 0,0 0 0 0 0,0 0 1 0 0,0-1-1 0 0,0 0 0 0 0,0 1 1 0 0,1-2-1 0 0,-1 1 0 0 0,1 0 0 0 0,0-1 1 0 0,-1 0-1 0 0,1 0 0 0 0,0 0 1 0 0,6-1-1 0 0,-5 0-41 0 0,0 0 0 0 0,-1 0 0 0 0,1-1 0 0 0,-1 0 0 0 0,1 0 0 0 0,-1 0 0 0 0,0-1 0 0 0,1 0-1 0 0,-1 0 1 0 0,0 0 0 0 0,0 0 0 0 0,0-1 0 0 0,-1 0 0 0 0,1 0 0 0 0,0 0 0 0 0,-1-1 0 0 0,0 0 0 0 0,0 0 0 0 0,0 0 0 0 0,-1 0 0 0 0,7-8 0 0 0,-6 5-2 0 0,0 0 0 0 0,-1 1 0 0 0,1-1 0 0 0,-2 0 0 0 0,1-1 0 0 0,-1 1 0 0 0,0 0 0 0 0,0-1 0 0 0,0 1 0 0 0,-1-1 1 0 0,-1 0-1 0 0,1 1 0 0 0,-1-1 0 0 0,-1 0 0 0 0,-1-9 0 0 0,0 5 26 0 0,-1 0 0 0 0,0 1 0 0 0,-1-1 0 0 0,-1 1 0 0 0,1 0 0 0 0,-2 1 0 0 0,1-1 0 0 0,-2 1 1 0 0,1 0-1 0 0,-1 0 0 0 0,-1 1 0 0 0,0 0 0 0 0,-14-12 0 0 0,16 15-250 0 0,0 2 1 0 0,0-1-1 0 0,-1 1 0 0 0,1 0 1 0 0,-1 0-1 0 0,0 1 0 0 0,0 0 1 0 0,0 0-1 0 0,-1 1 0 0 0,1 0 1 0 0,-1 0-1 0 0,0 0 0 0 0,1 1 1 0 0,-1 0-1 0 0,0 1 0 0 0,1 0 0 0 0,-1 0 1 0 0,0 1-1 0 0,0 0 0 0 0,1 0 1 0 0,-16 5-1 0 0,6 0-1447 0 0,4 2-12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32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95 1376 0 0,'23'24'1765'0'0,"25"36"0"0"0,13 33 13691 0 0,-68-101-13664 0 0,-7-14-1116 0 0,11 15-674 0 0,1-1 0 0 0,0 0 0 0 0,1 0 0 0 0,-1 1 0 0 0,2-1 0 0 0,-1 0 0 0 0,1 0 0 0 0,0 0-1 0 0,1 0 1 0 0,0 0 0 0 0,0 0 0 0 0,3-9 0 0 0,2-2-371 0 0,1 0 0 0 0,0 1 0 0 0,18-31 0 0 0,-9 23-118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6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18316 0 0,'23'40'1369'0'0,"-1"1"0"0"0,-3 0 0 0 0,21 66 1 0 0,29 61-971 0 0,-16-79-474 0 0,7 14-1172 0 0,-53-88-105 0 0,-1-1 0 0 0,8 30-1 0 0,-10-22-5585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5:56.80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26 86 9674 0 0,'-6'-1'308'0'0,"5"0"-247"0"0,-1 1 1 0 0,0 0 0 0 0,1-1-1 0 0,-1 0 1 0 0,1 1 0 0 0,-1-1 0 0 0,1 0-1 0 0,-1 1 1 0 0,1-1 0 0 0,-1 0 0 0 0,0-2-1 0 0,29-6 7022 0 0,44-4-3962 0 0,78-16-3046 0 0,-68 13-2307 0 0,-42 8 1067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3.50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21 200 5985 0 0,'13'-52'2812'0'0,"-6"26"-865"0"0,-1 0-1 0 0,-1 0 1 0 0,2-43 0 0 0,-9 79 2274 0 0,-8 54-3236 0 0,18 1008-576 0 0,9-300-417 0 0,-21-473 87 0 0,3 406 679 0 0,-3-484-297 0 0,0-187-377 0 0,-1-1 0 0 0,-1 0 0 0 0,-2 0 0 0 0,-18 49 0 0 0,26-81-212 0 0,-1 0 0 0 0,1 0 0 0 0,0 0-1 0 0,-1 0 1 0 0,1 0 0 0 0,-1 0 0 0 0,0 0 0 0 0,1 0 0 0 0,-1 0-1 0 0,0 0 1 0 0,0 0 0 0 0,0 0 0 0 0,1 0 0 0 0,-1-1-1 0 0,0 1 1 0 0,0 0 0 0 0,-2 0 0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4.28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3 305 4609 0 0,'-3'-3'4080'0'0,"9"-4"-2505"0"0,7-2-1293 0 0,-2 2 83 0 0,0 0-1 0 0,0 1 0 0 0,1 0 1 0 0,0 1-1 0 0,0 0 0 0 0,0 1 1 0 0,1 1-1 0 0,23-4 0 0 0,8 1 22 0 0,52 1 0 0 0,-79 4-296 0 0,727-66 111 0 0,-452 34-82 0 0,-287 33-116 0 0,1238-112 4379 0 0,-649 103-3258 0 0,-476 7-422 0 0,12 1 109 0 0,-130 1-814 0 0,1 0-16 0 0,1 0 0 0 0,0 0 0 0 0,-1 0 0 0 0,1 0 0 0 0,-1 0 0 0 0,1 1 0 0 0,0-1 0 0 0,-1 1 0 0 0,1-1 0 0 0,-1 1 0 0 0,1-1 0 0 0,-1 1 0 0 0,1 0 0 0 0,-1-1 0 0 0,0 1 0 0 0,1 0 0 0 0,-1 0 0 0 0,0 0 0 0 0,2 2 0 0 0,-1 0-390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4.6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136 1 8754 0 0,'-3'1'397'0'0,"-1"1"0"0"0,1 0 0 0 0,0 0 1 0 0,0 1-1 0 0,1-1 0 0 0,-1 1 0 0 0,0-1 0 0 0,1 1 1 0 0,-1 0-1 0 0,1 0 0 0 0,0 0 0 0 0,0 0 0 0 0,0 0 1 0 0,0 0-1 0 0,1 1 0 0 0,-1-1 0 0 0,1 1 0 0 0,0-1 1 0 0,-1 7-1 0 0,-2 9 846 0 0,0 1 1 0 0,0 32-1 0 0,2-16-353 0 0,-32 167 718 0 0,20-138-1447 0 0,3 0-1 0 0,3 1 1 0 0,0 79 0 0 0,13-88-792 0 0,6-21-4462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5.23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187 0 6761 0 0,'-13'0'1140'0'0,"1"1"0"0"0,-1 1 0 0 0,1 0-1 0 0,0 0 1 0 0,0 1 0 0 0,-16 6 0 0 0,21-6-592 0 0,0 0 1 0 0,0 0 0 0 0,0 1 0 0 0,0 0-1 0 0,0 0 1 0 0,1 1 0 0 0,0 0 0 0 0,0 0-1 0 0,0 1 1 0 0,1-1 0 0 0,-7 9 0 0 0,12-14-534 0 0,0 1 0 0 0,-1 0 0 0 0,1-1-1 0 0,0 1 1 0 0,0 0 0 0 0,0 0 0 0 0,-1-1 0 0 0,1 1 0 0 0,0 0 0 0 0,0 0 0 0 0,0 0 0 0 0,0-1 0 0 0,0 1 0 0 0,1 0 0 0 0,-1 0 0 0 0,0-1 0 0 0,0 1 0 0 0,0 0 0 0 0,1 0 0 0 0,-1-1 0 0 0,0 1 0 0 0,1 0 0 0 0,-1-1 0 0 0,0 1 0 0 0,1 0 0 0 0,-1-1 0 0 0,1 1 0 0 0,-1-1 0 0 0,1 1 0 0 0,-1-1 0 0 0,1 1 0 0 0,0-1 0 0 0,-1 1 0 0 0,1-1 0 0 0,0 1 0 0 0,-1-1 0 0 0,1 0 0 0 0,0 1 0 0 0,0-1 0 0 0,-1 0 0 0 0,1 0 0 0 0,1 1 0 0 0,40 12-444 0 0,-36-11 434 0 0,-4-2 4 0 0,15 5-101 0 0,0 0 0 0 0,29 14-1 0 0,-43-18 54 0 0,0 1-1 0 0,0-1 0 0 0,0 1 1 0 0,0-1-1 0 0,-1 1 0 0 0,1 0 0 0 0,-1 0 1 0 0,1 0-1 0 0,-1 0 0 0 0,0 1 1 0 0,1-1-1 0 0,-1 1 0 0 0,-1-1 0 0 0,1 1 1 0 0,0 0-1 0 0,0 0 0 0 0,-1 0 1 0 0,0-1-1 0 0,0 2 0 0 0,0-1 0 0 0,0 0 1 0 0,0 0-1 0 0,0 4 0 0 0,-2-1 4 0 0,0 0-1 0 0,0 0 1 0 0,-1 0 0 0 0,0-1-1 0 0,0 1 1 0 0,-1 0-1 0 0,1-1 1 0 0,-1 1-1 0 0,-1-1 1 0 0,1 0-1 0 0,-1 0 1 0 0,1 0-1 0 0,-2 0 1 0 0,-7 7-1 0 0,7-8 6 0 0,1 0-1 0 0,0 1 0 0 0,0-1 0 0 0,0 1 0 0 0,0 0 1 0 0,1 0-1 0 0,0 0 0 0 0,0 1 0 0 0,0-1 0 0 0,1 1 0 0 0,0 0 1 0 0,0-1-1 0 0,0 1 0 0 0,-1 11 0 0 0,3-15 29 0 0,0-1 0 0 0,0 1 0 0 0,1-1 0 0 0,-1 1 0 0 0,0-1 0 0 0,1 1 0 0 0,-1-1 1 0 0,1 0-1 0 0,0 1 0 0 0,0-1 0 0 0,-1 1 0 0 0,1-1 0 0 0,0 0 0 0 0,0 0 0 0 0,0 0 0 0 0,0 1 0 0 0,0-1 0 0 0,0 0 0 0 0,1 0 0 0 0,-1 0 0 0 0,0-1 0 0 0,1 1 0 0 0,-1 0 0 0 0,0 0 0 0 0,1-1 0 0 0,-1 1 0 0 0,1-1 0 0 0,-1 1 1 0 0,1-1-1 0 0,-1 0 0 0 0,1 1 0 0 0,-1-1 0 0 0,1 0 0 0 0,-1 0 0 0 0,1 0 0 0 0,-1 0 0 0 0,3-1 0 0 0,9 1-36 0 0,0-1 0 0 0,0-1 0 0 0,18-4-1 0 0,-20 4 26 0 0,18-6-51 0 0,-23 6 45 0 0,1 0-1 0 0,-1 0 1 0 0,0 1 0 0 0,1-1-1 0 0,-1 1 1 0 0,0 1 0 0 0,1-1-1 0 0,-1 1 1 0 0,1 0 0 0 0,-1 1-1 0 0,9 1 1 0 0,-15-2 20 0 0,1 0 0 0 0,-1 0 0 0 0,0 1-1 0 0,1-1 1 0 0,-1 0 0 0 0,0 0 0 0 0,1 1 0 0 0,-1-1 0 0 0,0 0 0 0 0,1 0-1 0 0,-1 1 1 0 0,0-1 0 0 0,0 0 0 0 0,0 1 0 0 0,1-1 0 0 0,-1 0 0 0 0,0 1-1 0 0,0-1 1 0 0,0 0 0 0 0,0 1 0 0 0,0-1 0 0 0,1 1 0 0 0,-1-1 0 0 0,0 0-1 0 0,0 1 1 0 0,0-1 0 0 0,0 0 0 0 0,0 1 0 0 0,0-1 0 0 0,0 1 0 0 0,-1 0-1 0 0,-5 17-7 0 0,-14 11 10 0 0,19-29-2 0 0,-136 159 235 0 0,134-156-519 0 0,1 1 1 0 0,0-1-1 0 0,-1 1 1 0 0,2-1-1 0 0,-1 1 0 0 0,0 0 1 0 0,1 0-1 0 0,-2 5 1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5.63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6681 0 0,'9'2'11377'0'0,"-1"14"-8103"0"0,2 22-1556 0 0,1 51-796 0 0,-2 108-1 0 0,-4 28-1364 0 0,-2-153 338 0 0,-4-49-44 0 0,0 0-1 0 0,-8 39 1 0 0,4-37-157 0 0,-1 47 0 0 0,6-71 263 0 0,0-1-1 0 0,0 1 1 0 0,0-1 0 0 0,0 0-1 0 0,0 1 1 0 0,0-1 0 0 0,0 0-1 0 0,0 1 1 0 0,0-1 0 0 0,0 1-1 0 0,0-1 1 0 0,0 0 0 0 0,1 1 0 0 0,-1-1-1 0 0,0 0 1 0 0,0 1 0 0 0,0-1-1 0 0,1 0 1 0 0,-1 1 0 0 0,0-1-1 0 0,0 0 1 0 0,1 1 0 0 0,-1-1-1 0 0,0 0 1 0 0,1 0 0 0 0,-1 1-1 0 0,3-1-938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6.49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99 156 6449 0 0,'-1'0'224'0'0,"0"1"-1"0"0,1-1 0 0 0,-1 1 0 0 0,1 0 0 0 0,-1-1 0 0 0,1 1 1 0 0,-1 0-1 0 0,1-1 0 0 0,0 1 0 0 0,-1 0 0 0 0,1 0 1 0 0,0 0-1 0 0,-1-1 0 0 0,1 1 0 0 0,0 0 0 0 0,0 0 0 0 0,0 0 1 0 0,0-1-1 0 0,0 1 0 0 0,0 0 0 0 0,0 0 0 0 0,0 0 1 0 0,0 0-1 0 0,0-1 0 0 0,0 1 0 0 0,1 0 0 0 0,-1 1 0 0 0,1 0 74 0 0,1 0 0 0 0,-1 0-1 0 0,0 0 1 0 0,1 0 0 0 0,-1 0-1 0 0,1-1 1 0 0,0 1 0 0 0,-1-1-1 0 0,1 1 1 0 0,2 1 0 0 0,1 0 165 0 0,0 0 0 0 0,0 0 0 0 0,0-1 0 0 0,1 1 0 0 0,-1-1 1 0 0,0 0-1 0 0,11 2 0 0 0,-15-4-431 0 0,1 0-1 0 0,-1 0 1 0 0,0 1-1 0 0,1-1 1 0 0,-1 0 0 0 0,1 0-1 0 0,-1 0 1 0 0,1 0 0 0 0,-1 0-1 0 0,0-1 1 0 0,1 1-1 0 0,-1 0 1 0 0,0-1 0 0 0,1 1-1 0 0,-1-1 1 0 0,0 1 0 0 0,1-1-1 0 0,-1 0 1 0 0,0 1 0 0 0,0-1-1 0 0,0 0 1 0 0,0 0-1 0 0,0 0 1 0 0,0 0 0 0 0,0 0-1 0 0,0 0 1 0 0,0 0 0 0 0,0 0-1 0 0,0-1 1 0 0,-1 1 0 0 0,1 0-1 0 0,0 0 1 0 0,-1-1-1 0 0,1 1 1 0 0,-1 0 0 0 0,1-1-1 0 0,-1 1 1 0 0,0 0 0 0 0,0-1-1 0 0,0 1 1 0 0,0-1 0 0 0,0 1-1 0 0,0-2 1 0 0,0-1-57 0 0,-1-1 1 0 0,0 1 0 0 0,0 0-1 0 0,0-1 1 0 0,0 1-1 0 0,-1 0 1 0 0,1 0 0 0 0,-1 0-1 0 0,0 0 1 0 0,-1 0-1 0 0,1 1 1 0 0,-6-7-1 0 0,0 2-63 0 0,0-1-1 0 0,-1 2 0 0 0,-1-1 1 0 0,1 2-1 0 0,-16-10 0 0 0,21 14 68 0 0,1 0 0 0 0,0 0 0 0 0,-1 1 0 0 0,1 0 0 0 0,-1-1 0 0 0,0 1 0 0 0,1 0 0 0 0,-1 0-1 0 0,0 1 1 0 0,0-1 0 0 0,0 1 0 0 0,1 0 0 0 0,-1 0 0 0 0,0 0 0 0 0,0 1 0 0 0,0-1 0 0 0,1 1 0 0 0,-1 0-1 0 0,0 0 1 0 0,1 0 0 0 0,-5 2 0 0 0,6-2 21 0 0,0 0-1 0 0,1 0 1 0 0,-1 1 0 0 0,0-1-1 0 0,1 1 1 0 0,-1-1 0 0 0,1 1-1 0 0,-1-1 1 0 0,1 1-1 0 0,0 0 1 0 0,-1 0 0 0 0,1-1-1 0 0,0 1 1 0 0,0 0 0 0 0,1 0-1 0 0,-1 0 1 0 0,0 0 0 0 0,1 1-1 0 0,-1-1 1 0 0,1 0-1 0 0,-1 0 1 0 0,1 0 0 0 0,0 0-1 0 0,0 0 1 0 0,0 1 0 0 0,0-1-1 0 0,1 0 1 0 0,-1 0-1 0 0,0 0 1 0 0,1 0 0 0 0,-1 0-1 0 0,1 0 1 0 0,0 0 0 0 0,1 2-1 0 0,0 0 0 0 0,-1 0-1 0 0,1-1 1 0 0,1 0-1 0 0,-1 1 1 0 0,0-1-1 0 0,1 0 1 0 0,-1 0-1 0 0,1 0 0 0 0,0-1 1 0 0,0 1-1 0 0,0-1 1 0 0,0 1-1 0 0,1-1 1 0 0,-1 0-1 0 0,1 0 1 0 0,-1 0-1 0 0,1-1 1 0 0,3 2-1 0 0,0-2 133 0 0,0 0 1 0 0,-1 0-1 0 0,1 0 0 0 0,0-1 0 0 0,0 0 1 0 0,0 0-1 0 0,-1-1 0 0 0,8-1 0 0 0,-12 2-100 0 0,-1 0-1 0 0,1-1 0 0 0,-1 1 0 0 0,0 0 0 0 0,1-1 0 0 0,-1 0 0 0 0,1 1 0 0 0,-1-1 1 0 0,0 0-1 0 0,0 1 0 0 0,1-1 0 0 0,-1 0 0 0 0,0 0 0 0 0,0 0 0 0 0,0 0 0 0 0,0 0 1 0 0,0-1-1 0 0,0 1 0 0 0,0 0 0 0 0,-1 0 0 0 0,1 0 0 0 0,0-1 0 0 0,-1 1 0 0 0,1-1 0 0 0,-1 1 1 0 0,1 0-1 0 0,-1-1 0 0 0,0 1 0 0 0,1-1 0 0 0,-1 1 0 0 0,0-1 0 0 0,0 1 0 0 0,0-1 1 0 0,0 1-1 0 0,0-1 0 0 0,0 1 0 0 0,-1 0 0 0 0,1-1 0 0 0,0 1 0 0 0,-1-1 0 0 0,1 1 1 0 0,-2-2-1 0 0,-2-10 88 0 0,-2 1 1 0 0,1 0-1 0 0,-1 0 1 0 0,-15-21-1 0 0,17 28-114 0 0,0 0 0 0 0,0 0-1 0 0,0 1 1 0 0,-1-1-1 0 0,1 1 1 0 0,-1 0 0 0 0,0 0-1 0 0,0 0 1 0 0,0 1-1 0 0,-1 0 1 0 0,1 0 0 0 0,-10-4-1 0 0,-1 8-863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7.14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 22 6913 0 0,'0'0'1'0'0,"-23"24"1276"0"0,22-24-1228 0 0,1 1 1 0 0,0-1-1 0 0,0 0 1 0 0,0 1-1 0 0,0-1 1 0 0,0 0-1 0 0,0 1 0 0 0,0-1 1 0 0,-1 0-1 0 0,1 1 1 0 0,0-1-1 0 0,0 0 1 0 0,0 1-1 0 0,0-1 1 0 0,0 0-1 0 0,0 1 1 0 0,0-1-1 0 0,1 0 0 0 0,-1 1 1 0 0,0-1-1 0 0,0 0 1 0 0,0 0-1 0 0,0 1 1 0 0,0-1-1 0 0,0 0 1 0 0,1 1-1 0 0,-1-1 0 0 0,0 0 1 0 0,0 0-1 0 0,1 1 1 0 0,18 4 2109 0 0,8-4-278 0 0,0-2 0 0 0,31-5 0 0 0,-29 3-1050 0 0,51 0 0 0 0,28 9-398 0 0,338 4 1080 0 0,-314-17-893 0 0,2-2-18 0 0,237 15-1 0 0,-285-2-364 0 0,0-4 0 0 0,168-21 0 0 0,-147 9-37 0 0,-47 10-51 0 0,-42 2-382 0 0,-1 0 0 0 0,0-1 0 0 0,25-6 0 0 0,-1-9-5906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7.53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61 155 656 0 0,'-21'-10'2540'0'0,"18"7"-1342"0"0,2 3-798 0 0,1-1-1 0 0,-1 0 1 0 0,-1 0-1 0 0,1 1 1 0 0,0-1-1 0 0,0 0 1 0 0,0 1-1 0 0,0-1 1 0 0,0 1-1 0 0,0 0 1 0 0,-1-1-1 0 0,1 1 1 0 0,0 0 0 0 0,0 0-1 0 0,-1 0 1 0 0,1 0-1 0 0,0 0 1 0 0,0 0-1 0 0,-1 0 1 0 0,1 0-1 0 0,0 0 1 0 0,0 0-1 0 0,-1 1 1 0 0,1-1-1 0 0,-2 2 1 0 0,2-2-294 0 0,1 1 0 0 0,-1-1 0 0 0,1 1-1 0 0,0 0 1 0 0,-1-1 0 0 0,1 1 0 0 0,0 0 0 0 0,0-1 0 0 0,0 1 0 0 0,-1 0 0 0 0,1-1 0 0 0,0 1 0 0 0,0 0-1 0 0,0 0 1 0 0,0-1 0 0 0,0 1 0 0 0,0 0 0 0 0,0-1 0 0 0,0 1 0 0 0,0 0 0 0 0,1 0 0 0 0,-1-1 0 0 0,0 1 0 0 0,0 0-1 0 0,1-1 1 0 0,-1 1 0 0 0,0 0 0 0 0,1-1 0 0 0,-1 1 0 0 0,0-1 0 0 0,1 1 0 0 0,-1-1 0 0 0,1 1 0 0 0,-1-1-1 0 0,1 1 1 0 0,0-1 0 0 0,-1 1 0 0 0,1-1 0 0 0,-1 1 0 0 0,1-1 0 0 0,0 0 0 0 0,-1 0 0 0 0,1 1 0 0 0,0-1 0 0 0,-1 0-1 0 0,2 1 1 0 0,1 0 97 0 0,0 1-1 0 0,1-1 0 0 0,-1 1 1 0 0,0-1-1 0 0,1 0 1 0 0,-1 0-1 0 0,0-1 0 0 0,6 1 1 0 0,-6-1-163 0 0,0 0 1 0 0,0 0 0 0 0,0-1 0 0 0,0 1 0 0 0,0-1-1 0 0,-1 0 1 0 0,1 0 0 0 0,0 0 0 0 0,0 0 0 0 0,0 0-1 0 0,-1-1 1 0 0,1 1 0 0 0,-1-1 0 0 0,1 0 0 0 0,-1 1-1 0 0,0-1 1 0 0,1-1 0 0 0,-1 1 0 0 0,0 0-1 0 0,0 0 1 0 0,-1-1 0 0 0,3-2 0 0 0,-3 1-37 0 0,1 1-1 0 0,-1-1 1 0 0,-1 0 0 0 0,1 1-1 0 0,0-1 1 0 0,-1 1 0 0 0,0-1-1 0 0,0 0 1 0 0,0 0 0 0 0,0 1-1 0 0,0-1 1 0 0,-1 0 0 0 0,0 1-1 0 0,1-1 1 0 0,-1 1 0 0 0,-1-1-1 0 0,1 1 1 0 0,-2-4 0 0 0,2 6-2 0 0,-21-42 69 0 0,21 41-69 0 0,0 1 0 0 0,0-1 0 0 0,0 1 0 0 0,0-1 0 0 0,0 1 0 0 0,0-1 0 0 0,-1 1 0 0 0,1 0 0 0 0,0 0 0 0 0,-1-1 0 0 0,1 1 0 0 0,-1 0 0 0 0,1 0 0 0 0,-1 1-1 0 0,0-1 1 0 0,1 0 0 0 0,-1 0 0 0 0,0 1 0 0 0,0-1 0 0 0,1 1 0 0 0,-1 0 0 0 0,0-1 0 0 0,-2 1 0 0 0,3 1-14 0 0,0-1 0 0 0,0 1-1 0 0,0-1 1 0 0,0 1 0 0 0,1 0 0 0 0,-1 0 0 0 0,0-1-1 0 0,1 1 1 0 0,-1 0 0 0 0,0 0 0 0 0,1 0 0 0 0,-1 0 0 0 0,1 0-1 0 0,-1 0 1 0 0,1 0 0 0 0,0 0 0 0 0,-1 0 0 0 0,1 0 0 0 0,0 0-1 0 0,0 0 1 0 0,-1 0 0 0 0,1 0 0 0 0,0 2 0 0 0,-1 5-296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8.31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25 456 0 0,'2'-24'17032'0'0,"5"40"-15900"0"0,5 32-132 0 0,-2 1 0 0 0,-3 0 0 0 0,3 81 0 0 0,-15 152-1058 0 0,0-166 152 0 0,6 147 172 0 0,-1-253-425 0 0,0 4-1004 0 0,2-4-3157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8.92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214 56 3225 0 0,'2'-2'491'0'0,"-1"0"0"0"0,1-1 1 0 0,-1 1-1 0 0,0-1 0 0 0,0 1 0 0 0,0-1 1 0 0,0 0-1 0 0,0 1 0 0 0,0-1 0 0 0,-1 0 1 0 0,1 0-1 0 0,-1 0 0 0 0,0 1 0 0 0,0-1 1 0 0,-1-6-1 0 0,1 9-376 0 0,-1-1 0 0 0,0 0 0 0 0,0 1 0 0 0,1-1 1 0 0,-1 0-1 0 0,0 1 0 0 0,0-1 0 0 0,0 1 0 0 0,0-1 0 0 0,0 1 0 0 0,0 0 0 0 0,0-1 0 0 0,0 1 0 0 0,0 0 0 0 0,0 0 1 0 0,0-1-1 0 0,0 1 0 0 0,0 0 0 0 0,0 0 0 0 0,0 0 0 0 0,0 0 0 0 0,0 1 0 0 0,0-1 0 0 0,0 0 0 0 0,-2 1 0 0 0,-30 8 1907 0 0,27-7-1659 0 0,-8 2-22 0 0,1 0 0 0 0,0 1-1 0 0,0 1 1 0 0,0 1 0 0 0,1 0 0 0 0,-22 15-1 0 0,30-18-249 0 0,0-1-1 0 0,0 0 0 0 0,0 1 1 0 0,1 0-1 0 0,-1 0 0 0 0,1 0 1 0 0,0 0-1 0 0,1 0 0 0 0,-1 1 0 0 0,1-1 1 0 0,-1 1-1 0 0,1 0 0 0 0,1 0 1 0 0,-1-1-1 0 0,1 1 0 0 0,0 0 1 0 0,0 0-1 0 0,0 1 0 0 0,1-1 1 0 0,-1 0-1 0 0,1 0 0 0 0,2 8 0 0 0,-2-9-91 0 0,2-1 0 0 0,-1 0-1 0 0,0 1 1 0 0,1-1-1 0 0,0 0 1 0 0,-1 0-1 0 0,1 0 1 0 0,0 0-1 0 0,1 0 1 0 0,-1 0 0 0 0,0-1-1 0 0,1 1 1 0 0,0-1-1 0 0,-1 1 1 0 0,1-1-1 0 0,0 0 1 0 0,0 0-1 0 0,1-1 1 0 0,-1 1 0 0 0,0-1-1 0 0,0 1 1 0 0,1-1-1 0 0,4 1 1 0 0,10 4-12 0 0,1-2 1 0 0,36 5 0 0 0,-51-8 11 0 0,49 1 1 0 0,-63 7-29 0 0,4-1-146 0 0,0 0 0 0 0,0 0 0 0 0,1 1 0 0 0,0 0 0 0 0,1 0 1 0 0,-1 0-1 0 0,2 0 0 0 0,-1 1 0 0 0,2-1 0 0 0,-1 1 0 0 0,-1 11 0 0 0,4-20 174 0 0,0 0-1 0 0,1 0 1 0 0,-1 0 0 0 0,0 0-1 0 0,0-1 1 0 0,0 1 0 0 0,0 0-1 0 0,1 0 1 0 0,-1 0 0 0 0,0-1-1 0 0,1 1 1 0 0,-1 0 0 0 0,1 0-1 0 0,-1-1 1 0 0,1 1 0 0 0,-1 0-1 0 0,1-1 1 0 0,-1 1 0 0 0,1 0-1 0 0,-1-1 1 0 0,1 1 0 0 0,0-1-1 0 0,0 1 1 0 0,-1-1 0 0 0,1 0-1 0 0,1 2 1 0 0,1-2-4 0 0,0 1-1 0 0,0 0 1 0 0,0 0 0 0 0,0-1-1 0 0,0 0 1 0 0,0 0 0 0 0,0 0-1 0 0,3 0 1 0 0,6-1-10 0 0,-1-1 0 0 0,1 0 0 0 0,11-4 0 0 0,-11 2 126 0 0,-8 2-31 0 0,0 0-1 0 0,-1 1 1 0 0,1-1-1 0 0,0 1 1 0 0,0 0-1 0 0,0 0 0 0 0,0 1 1 0 0,0-1-1 0 0,0 1 1 0 0,0 0-1 0 0,0 0 1 0 0,6 1-1 0 0,-9-1-70 0 0,-1 1 0 0 0,1 0-1 0 0,-1-1 1 0 0,1 1 0 0 0,-1-1-1 0 0,0 1 1 0 0,1 0 0 0 0,-1-1-1 0 0,0 1 1 0 0,0 0 0 0 0,1-1 0 0 0,-1 1-1 0 0,0 0 1 0 0,0 0 0 0 0,0-1-1 0 0,0 1 1 0 0,0 0 0 0 0,0-1-1 0 0,0 1 1 0 0,0 0 0 0 0,0 0-1 0 0,0-1 1 0 0,-1 1 0 0 0,1 0-1 0 0,0-1 1 0 0,0 1 0 0 0,-1 0 0 0 0,1-1-1 0 0,0 1 1 0 0,-1 0 0 0 0,0 0-1 0 0,-15 27 102 0 0,13-23-186 0 0,-4 7-1252 0 0,0 1-1 0 0,1 0 0 0 0,0 0 0 0 0,1 0 1 0 0,-7 28-1 0 0,10-29-3221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9.31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 0 3225 0 0,'-4'11'10186'0'0,"-4"19"-6752"0"0,-6 48 1 0 0,1 99-1289 0 0,8-99-1703 0 0,-4 39-96 0 0,6 0-1 0 0,18 188 1 0 0,-11-275-351 0 0,2 14-65 0 0,0 48-1 0 0,-7-80-317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19.99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3578 51 4145 0 0,'-6'4'559'0'0,"0"0"0"0"0,0 0 1 0 0,0-1-1 0 0,-1 1 0 0 0,1-1 1 0 0,-1-1-1 0 0,1 0 0 0 0,-1 1 0 0 0,0-2 1 0 0,-9 2-1 0 0,-31 11 1437 0 0,36-9-1515 0 0,1 0 0 0 0,0-1 0 0 0,-1 0 0 0 0,0-1 0 0 0,0 0 0 0 0,0-1 0 0 0,0 0 0 0 0,-1-1-1 0 0,1 0 1 0 0,0-1 0 0 0,-1 0 0 0 0,1 0 0 0 0,0-1 0 0 0,-15-4 0 0 0,-20-3-598 0 0,0 2 0 0 0,0 3 0 0 0,0 1 0 0 0,-54 5 1 0 0,-91-5-235 0 0,17-24 588 0 0,109 14-23 0 0,-88-4-1 0 0,-223-11 435 0 0,331 23-866 0 0,-59-1-170 0 0,-148 13 0 0 0,-7 1-26 0 0,-119-34 1700 0 0,353 22-1244 0 0,-44 0 526 0 0,-96 8-1 0 0,-18 0-141 0 0,129-5-86 0 0,1 2 0 0 0,-101 17 0 0 0,126-12-281 0 0,0 1 1 0 0,1 2-1 0 0,-39 19 0 0 0,-32 11-12 0 0,97-40-63 0 0,1 0 1 0 0,-1 0-1 0 0,0 0 0 0 0,0 0 1 0 0,0 1-1 0 0,0-2 0 0 0,1 1 1 0 0,-1 0-1 0 0,0 0 0 0 0,0 0 1 0 0,0 0-1 0 0,0 0 1 0 0,1-1-1 0 0,-1 1 0 0 0,0 0 1 0 0,0-1-1 0 0,1 1 0 0 0,-2-2 1 0 0,1 2-32 0 0,1 0 1 0 0,-1 0 0 0 0,1-1-1 0 0,0 1 1 0 0,-1 0 0 0 0,1 0 0 0 0,-1-1-1 0 0,1 1 1 0 0,-1 0 0 0 0,1 0-1 0 0,0 0 1 0 0,-1 0 0 0 0,1 0 0 0 0,-1 0-1 0 0,1 0 1 0 0,-1 0 0 0 0,1 0-1 0 0,-1 0 1 0 0,1 0 0 0 0,-1 0-1 0 0,1 0 1 0 0,-1 0 0 0 0,0 0 0 0 0,-5-1-492 0 0,5 0 527 0 0,-4-3-9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0.49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66 0 1376 0 0,'-1'22'3000'0'0,"-8"39"-1"0"0,0 17-148 0 0,8 164 3004 0 0,8 0-3896 0 0,-4 299-714 0 0,-7-494-409 0 0,-3 0 0 0 0,-15 59-1 0 0,13-69-612 0 0,9-34-218 0 0,-4 9 14 0 0,1 1 0 0 0,1-1 0 0 0,0 1 1 0 0,1-1-1 0 0,0 1 0 0 0,1 0 0 0 0,2 23 0 0 0,0-32-1502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2.99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90 148 920 0 0,'-4'3'311'0'0,"-1"1"1"0"0,1 0-1 0 0,0-1 0 0 0,1 1 1 0 0,-6 7-1 0 0,-4 4 319 0 0,-2-2-2 0 0,11-9-212 0 0,-1 0 1 0 0,0 0 0 0 0,1 0-1 0 0,0 1 1 0 0,-7 9-1 0 0,50-24 8458 0 0,-30 9-8296 0 0,138-27 2655 0 0,159-26-1314 0 0,-75 19-1028 0 0,162-17-266 0 0,-174 45-503 0 0,-67 4-27 0 0,-25-3 205 0 0,153-29 0 0 0,-263 32-295 0 0,-1 0-1 0 0,1 2 0 0 0,-1 0 0 0 0,1 0 0 0 0,0 2 0 0 0,-1 0 0 0 0,1 1 1 0 0,0 0-1 0 0,-1 2 0 0 0,0 0 0 0 0,0 1 0 0 0,0 0 0 0 0,-1 1 0 0 0,1 1 1 0 0,-1 0-1 0 0,-1 2 0 0 0,16 10 0 0 0,-19-13-2713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3.61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23 47 3225 0 0,'-1'1'410'0'0,"-1"1"0"0"0,1-1 0 0 0,0 1 0 0 0,-1-1 0 0 0,1 1 1 0 0,0 0-1 0 0,0-1 0 0 0,0 1 0 0 0,0 0 0 0 0,0 0 0 0 0,0 0 1 0 0,1 0-1 0 0,-1-1 0 0 0,1 1 0 0 0,-1 0 0 0 0,1 0 0 0 0,0 0 1 0 0,0 0-1 0 0,-1 1 0 0 0,1-1 0 0 0,1 0 0 0 0,-1 0 0 0 0,0 0 1 0 0,1 0-1 0 0,-1 0 0 0 0,1 0 0 0 0,0 3 0 0 0,3 2 257 0 0,0-1 0 0 0,0 1 0 0 0,1 0 0 0 0,0-1 0 0 0,10 10 0 0 0,7 11 1522 0 0,-35-90-2381 0 0,8 49 36 0 0,-1 0-1 0 0,0 1 0 0 0,-1-1 0 0 0,-17-23 0 0 0,24 37 148 0 0,0 0 0 0 0,0 0 0 0 0,0 0-1 0 0,0-1 1 0 0,0 1 0 0 0,0 0 0 0 0,0 0-1 0 0,0 0 1 0 0,0 0 0 0 0,0 0 0 0 0,0 0 0 0 0,-1 0-1 0 0,1-1 1 0 0,0 1 0 0 0,0 0 0 0 0,0 0 0 0 0,0 0-1 0 0,0 0 1 0 0,0 0 0 0 0,0 0 0 0 0,-1 0-1 0 0,1 0 1 0 0,0 0 0 0 0,0 0 0 0 0,0 0 0 0 0,0 0-1 0 0,0 0 1 0 0,0 0 0 0 0,-1 0 0 0 0,1 0-1 0 0,0 0 1 0 0,0 0 0 0 0,0 0 0 0 0,0 0 0 0 0,0 0-1 0 0,-1 0 1 0 0,1 0 0 0 0,0 0 0 0 0,0 0-1 0 0,0 0 1 0 0,0 0 0 0 0,0 0 0 0 0,0 0 0 0 0,-1 0-1 0 0,1 0 1 0 0,0 0 0 0 0,0 0 0 0 0,0 0-1 0 0,0 1 1 0 0,0-1 0 0 0,0 0 0 0 0,0 0 0 0 0,0 0-1 0 0,0 0 1 0 0,0 0 0 0 0,-1 0 0 0 0,1 0-1 0 0,0 1 1 0 0,0-1 0 0 0,0 0 0 0 0,0 0 0 0 0,-1 15-372 0 0,3 17-339 0 0,0-20 478 0 0,0-1 1 0 0,1 0 0 0 0,1 0-1 0 0,5 12 1 0 0,-9-20 269 0 0,1-1 0 0 0,0 0 0 0 0,0 0 0 0 0,0 0 1 0 0,0 0-1 0 0,0 0 0 0 0,1 0 0 0 0,-1 0 0 0 0,0-1 0 0 0,1 1 1 0 0,-1 0-1 0 0,1-1 0 0 0,0 1 0 0 0,0-1 0 0 0,-1 0 0 0 0,1 1 0 0 0,0-1 1 0 0,0 0-1 0 0,0 0 0 0 0,0 0 0 0 0,1 0 0 0 0,-1-1 0 0 0,0 1 0 0 0,0-1 1 0 0,0 1-1 0 0,1-1 0 0 0,-1 0 0 0 0,4 1 0 0 0,-4-2 82 0 0,0 0-1 0 0,-1 0 1 0 0,1 0-1 0 0,-1 0 1 0 0,1 0-1 0 0,-1 0 1 0 0,1 0-1 0 0,-1-1 1 0 0,0 1-1 0 0,0 0 1 0 0,1-1-1 0 0,-1 1 1 0 0,0-1-1 0 0,0 0 1 0 0,0 1-1 0 0,-1-1 1 0 0,1 0-1 0 0,0 1 1 0 0,-1-1-1 0 0,1 0 1 0 0,-1 0-1 0 0,1 1 1 0 0,-1-1-1 0 0,0 0 1 0 0,0 0-1 0 0,0-3 1 0 0,1-3 43 0 0,-1 1 0 0 0,0-1-1 0 0,0 0 1 0 0,-1 0 0 0 0,-2-9 0 0 0,1 11-127 0 0,0 0 0 0 0,-1 0-1 0 0,1 0 1 0 0,-2 0 0 0 0,1 1 0 0 0,0-1-1 0 0,-6-5 1 0 0,8 9-26 0 0,0 1-1 0 0,-1-1 1 0 0,1 0 0 0 0,-1 0-1 0 0,0 1 1 0 0,1-1 0 0 0,-1 0-1 0 0,0 1 1 0 0,0 0-1 0 0,0-1 1 0 0,0 1 0 0 0,0 0-1 0 0,0 0 1 0 0,0 0 0 0 0,0 1-1 0 0,-1-1 1 0 0,1 0 0 0 0,0 1-1 0 0,-1-1 1 0 0,1 1-1 0 0,0 0 1 0 0,-5 0 0 0 0,6 1-7 0 0,0-1 1 0 0,0 1-1 0 0,0 0 1 0 0,0 0-1 0 0,0 0 0 0 0,0 0 1 0 0,0-1-1 0 0,0 1 1 0 0,1 1-1 0 0,-1-1 1 0 0,0 0-1 0 0,1 0 1 0 0,-1 0-1 0 0,1 0 1 0 0,-1 0-1 0 0,1 0 1 0 0,-1 1-1 0 0,1-1 0 0 0,0 0 1 0 0,0 0-1 0 0,-1 1 1 0 0,1-1-1 0 0,0 0 1 0 0,0 1-1 0 0,0-1 1 0 0,1 0-1 0 0,-1 0 1 0 0,0 1-1 0 0,0-1 1 0 0,1 0-1 0 0,0 2 1 0 0,11 40-377 0 0,-11-41 415 0 0,0 0-1 0 0,1 0 1 0 0,-1 1 0 0 0,1-1 0 0 0,0 0 0 0 0,0 0 0 0 0,0-1 0 0 0,0 1 0 0 0,0 0 0 0 0,0-1 0 0 0,0 1 0 0 0,3 0 0 0 0,-4-1-95 0 0,-1-1 1 0 0,1 0-1 0 0,0 1 1 0 0,-1-1-1 0 0,1 0 1 0 0,0 1-1 0 0,-1-1 1 0 0,1 0-1 0 0,0 0 1 0 0,0 0-1 0 0,-1 0 1 0 0,1 0-1 0 0,0 0 1 0 0,0 0-1 0 0,-1 0 0 0 0,1 0 1 0 0,0 0-1 0 0,0 0 1 0 0,-1-1-1 0 0,1 1 1 0 0,0 0-1 0 0,-1 0 1 0 0,2-1-1 0 0,4-13-4875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4.71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30 1 10594 0 0,'-24'528'10442'0'0,"22"-506"-10463"0"0,1-11-22 0 0,-1-1-1 0 0,2 1 0 0 0,-1-1 1 0 0,1 1-1 0 0,1-1 1 0 0,0 1-1 0 0,1 0 0 0 0,0-1 1 0 0,6 19-1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0 110 8290 0 0,'6'-11'917'0'0,"0"-1"0"0"0,0 1 1 0 0,1 1-1 0 0,0-1 1 0 0,1 1-1 0 0,13-13 0 0 0,-19 21-715 0 0,0 0 1 0 0,1 0-1 0 0,-1 0 0 0 0,1 0 0 0 0,0 1 0 0 0,-1-1 1 0 0,1 1-1 0 0,0-1 0 0 0,0 1 0 0 0,0 0 0 0 0,0 0 1 0 0,0 0-1 0 0,0 1 0 0 0,1-1 0 0 0,-1 1 0 0 0,0 0 0 0 0,0 0 1 0 0,0 0-1 0 0,0 0 0 0 0,1 0 0 0 0,-1 1 0 0 0,0-1 1 0 0,0 1-1 0 0,0 0 0 0 0,0 0 0 0 0,0 0 0 0 0,0 0 1 0 0,0 1-1 0 0,0-1 0 0 0,4 4 0 0 0,10 7-101 0 0,0 1 0 0 0,-1 0 0 0 0,-1 2 0 0 0,0-1 0 0 0,-1 2 0 0 0,-1 0 0 0 0,20 31 0 0 0,66 137 886 0 0,-49-82-772 0 0,-49-101-215 0 0,26 40 33 0 0,-26-39-117 0 0,0-1 0 0 0,0 0 0 0 0,0 0 1 0 0,0 1-1 0 0,1-1 0 0 0,-1 0 0 0 0,0 0 0 0 0,1 0 1 0 0,-1-1-1 0 0,0 1 0 0 0,1 0 0 0 0,-1-1 0 0 0,1 1 1 0 0,0 0-1 0 0,-1-1 0 0 0,1 0 0 0 0,-1 1 0 0 0,1-1 1 0 0,0 0-1 0 0,-1 0 0 0 0,1 0 0 0 0,0 0 0 0 0,-1 0 1 0 0,1 0-1 0 0,-1 0 0 0 0,4-1 0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5.20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0 136 3225 0 0,'19'-18'3118'0'0,"1"1"-1013"0"0,65-45 3986 0 0,-76 56-5887 0 0,0 1 0 0 0,1 0 0 0 0,-1 1-1 0 0,1 0 1 0 0,0 0 0 0 0,0 1 0 0 0,19-4 0 0 0,-26 7-551 0 0,0 0 0 0 0,0 0-1 0 0,0 0 1 0 0,0 0 0 0 0,0 0-1 0 0,0 1 1 0 0,0-1 0 0 0,0 1 0 0 0,0 0-1 0 0,0-1 1 0 0,0 1 0 0 0,0 1 0 0 0,-1-1-1 0 0,1 0 1 0 0,0 1 0 0 0,-1 0-1 0 0,1-1 1 0 0,-1 1 0 0 0,3 3 0 0 0,4 9-2117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5.81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32 26 9674 0 0,'-31'-26'11178'0'0,"39"47"-9463"0"0,10 24-1560 0 0,-2 2-1 0 0,-2 0 0 0 0,-2 0 1 0 0,-3 1-1 0 0,5 54 0 0 0,-12-85-681 0 0,-1 0 0 0 0,-1 0 0 0 0,-3 27 0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6.23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0 232 3225 0 0,'5'-20'1113'0'0,"0"0"1"0"0,2 1-1 0 0,16-36 1 0 0,-17 43-172 0 0,0 1 1 0 0,0 0-1 0 0,2 0 0 0 0,-1 1 1 0 0,1 0-1 0 0,1 0 1 0 0,13-12-1 0 0,-19 20-702 0 0,-1 0 1 0 0,1 0-1 0 0,0 0 1 0 0,-1 0-1 0 0,1 0 1 0 0,0 1-1 0 0,0-1 0 0 0,0 1 1 0 0,0 0-1 0 0,1 0 1 0 0,-1 0-1 0 0,0 1 1 0 0,0-1-1 0 0,1 1 1 0 0,-1-1-1 0 0,0 1 0 0 0,1 0 1 0 0,-1 1-1 0 0,0-1 1 0 0,6 1-1 0 0,-6 1-161 0 0,-1-1 0 0 0,1 0 0 0 0,0 1 0 0 0,-1-1 0 0 0,1 1 0 0 0,-1 0-1 0 0,0-1 1 0 0,0 1 0 0 0,0 0 0 0 0,1 1 0 0 0,-2-1 0 0 0,1 0 0 0 0,0 1 0 0 0,0-1 0 0 0,-1 1 0 0 0,1-1-1 0 0,-1 1 1 0 0,0 0 0 0 0,0-1 0 0 0,0 1 0 0 0,0 0 0 0 0,-1 0 0 0 0,2 4 0 0 0,1 16-29 0 0,-1 0 0 0 0,-1 1-1 0 0,-3 31 1 0 0,2 32 43 0 0,0-86-94 0 0,0-1-1 0 0,-1 1 1 0 0,1 0 0 0 0,0-1 0 0 0,0 1-1 0 0,0-1 1 0 0,0 1 0 0 0,0-1 0 0 0,0 1 0 0 0,0 0-1 0 0,1-1 1 0 0,-1 1 0 0 0,0-1 0 0 0,0 1 0 0 0,0-1-1 0 0,0 1 1 0 0,1-1 0 0 0,-1 1 0 0 0,0-1-1 0 0,1 1 1 0 0,-1-1 0 0 0,0 1 0 0 0,1-1 0 0 0,-1 0-1 0 0,0 1 1 0 0,1-1 0 0 0,-1 1 0 0 0,1-1 0 0 0,-1 0-1 0 0,1 0 1 0 0,-1 1 0 0 0,1-1 0 0 0,-1 0-1 0 0,1 0 1 0 0,-1 1 0 0 0,1-1 0 0 0,-1 0 0 0 0,1 0-1 0 0,0 0 1 0 0,-1 0 0 0 0,1 0 0 0 0,-1 0-1 0 0,1 0 1 0 0,-1 0 0 0 0,1 0 0 0 0,-1 0 0 0 0,1 0-1 0 0,0 0 1 0 0,-1 0 0 0 0,1-1 0 0 0,-1 1 0 0 0,1 0-1 0 0,-1 0 1 0 0,1-1 0 0 0,-1 1 0 0 0,1 0-1 0 0,-1-1 1 0 0,1 1 0 0 0,-1 0 0 0 0,0-1 0 0 0,1 1-1 0 0,0-1 1 0 0,35-34-146 0 0,-23 21 84 0 0,-6 9 41 0 0,-1 0 0 0 0,1 0 0 0 0,0 1 0 0 0,0 0 0 0 0,0 0 0 0 0,0 1 0 0 0,10-3 0 0 0,-13 4 15 0 0,0 1 0 0 0,1 0 0 0 0,-1 0 0 0 0,0 1 0 0 0,0-1 0 0 0,0 1 0 0 0,1 0 0 0 0,-1 0-1 0 0,0 0 1 0 0,0 1 0 0 0,1-1 0 0 0,-1 1 0 0 0,0 0 0 0 0,0 1 0 0 0,6 1 0 0 0,-9-2 10 0 0,1 0 0 0 0,-1 1 0 0 0,1-1 1 0 0,-1 0-1 0 0,0 1 0 0 0,0-1 1 0 0,1 0-1 0 0,-1 1 0 0 0,0 0 0 0 0,0-1 1 0 0,-1 1-1 0 0,1 0 0 0 0,0-1 0 0 0,0 1 1 0 0,-1 0-1 0 0,1 0 0 0 0,-1 0 0 0 0,1-1 1 0 0,-1 1-1 0 0,0 0 0 0 0,0 0 1 0 0,0 0-1 0 0,0 0 0 0 0,0 0 0 0 0,0 0 1 0 0,-2 3-1 0 0,0 7 45 0 0,0 0 0 0 0,-9 23 1 0 0,7-25-26 0 0,-8 24 67 0 0,-2 0 1 0 0,-27 47 0 0 0,5-21-6259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7.55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0 12931 0 0,'-6'1'2719'0'0,"6"-1"-2657"0"0,0 0 0 0 0,0 0 0 0 0,0 1 0 0 0,0-1-1 0 0,0 0 1 0 0,0 0 0 0 0,0 0 0 0 0,0 0 0 0 0,0 1-1 0 0,0-1 1 0 0,0 0 0 0 0,0 0 0 0 0,0 0 0 0 0,0 1 0 0 0,4 15 1857 0 0,9 17-592 0 0,26 40 27 0 0,30 67-303 0 0,-39-56-504 0 0,-15-42-1629 0 0,0-1-4402 0 0,-2-10-1476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7.82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6913 0 0,'3'18'6906'0'0,"5"3"-3362"0"0,29 41-1794 0 0,-29-48-821 0 0,113 198 1418 0 0,-115-201-2710 0 0,0-1 0 0 0,0 0 0 0 0,0 0 0 0 0,1-1 0 0 0,13 14 0 0 0,-13-18-1308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8.09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103 6 6913 0 0,'-2'-5'2526'0'0,"1"5"-2456"0"0,1 0 1 0 0,0 0-1 0 0,0 0 0 0 0,0 0 0 0 0,0 0 0 0 0,-1 0 0 0 0,1-1 1 0 0,0 1-1 0 0,0 0 0 0 0,0 0 0 0 0,-1 0 0 0 0,-8 7 1846 0 0,-7 12-86 0 0,2 13-989 0 0,1 0 0 0 0,1 1 0 0 0,2 1 0 0 0,-8 48 0 0 0,16-75-657 0 0,1-1 0 0 0,0 1 0 0 0,0-1 0 0 0,1 1 0 0 0,0 0-1 0 0,0-1 1 0 0,1 8 0 0 0,0-13-120 0 0,-1 0 0 0 0,0 1 0 0 0,0-1 0 0 0,1 0 0 0 0,-1 0 0 0 0,1 0 0 0 0,-1 0 0 0 0,1 0 0 0 0,-1 0 0 0 0,1-1 0 0 0,0 1 0 0 0,-1 0 0 0 0,1 0 0 0 0,0 0-1 0 0,0 0 1 0 0,0-1 0 0 0,0 1 0 0 0,-1 0 0 0 0,3 0 0 0 0,-2-1-2 0 0,1 1 0 0 0,0-1 0 0 0,-1 0 0 0 0,1 1 0 0 0,0-1-1 0 0,0 0 1 0 0,-1 0 0 0 0,1 0 0 0 0,0-1 0 0 0,-1 1 0 0 0,1 0 0 0 0,0-1 0 0 0,0 1-1 0 0,-1-1 1 0 0,1 1 0 0 0,2-2 0 0 0,79-41 1053 0 0,-14 7-1951 0 0,-19 17-4976 0 0,-32 15-1287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8.89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19 65 5985 0 0,'-4'-7'1350'0'0,"1"0"-1"0"0,-1-1 0 0 0,1 0 0 0 0,1 1 1 0 0,0-1-1 0 0,4-12 5202 0 0,6 34-5758 0 0,0 11-610 0 0,-1 1 1 0 0,-2 1-1 0 0,0-1 1 0 0,-2 1-1 0 0,-1 0 0 0 0,-1 33 1 0 0,0-20-192 0 0,9 67 0 0 0,-9-103 13 0 0,-1 0 0 0 0,1-1 0 0 0,0 1 0 0 0,0 0 0 0 0,0-1 0 0 0,1 1 0 0 0,0-1 0 0 0,-1 1 0 0 0,1-1 0 0 0,0 0 0 0 0,0 1 0 0 0,1-1 0 0 0,-1 0 0 0 0,1-1 0 0 0,-1 1 0 0 0,1 0 0 0 0,0-1 0 0 0,0 0 0 0 0,5 4 0 0 0,-2-4 3 0 0,-1 0 1 0 0,1 0-1 0 0,0 0 0 0 0,0-1 1 0 0,0 0-1 0 0,1 0 0 0 0,-1 0 1 0 0,0-1-1 0 0,0 0 0 0 0,0 0 1 0 0,8-2-1 0 0,4 1-308 0 0,0-1 1 0 0,0-1-1 0 0,-1 0 1 0 0,0-2-1 0 0,1 0 1 0 0,-2-1-1 0 0,1 0 1 0 0,-1-1-1 0 0,0-1 1 0 0,0-1-1 0 0,19-14 1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9.14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18 0 7370 0 0,'-11'11'681'0'0,"4"5"4848"0"0,8 2 187 0 0,3-2-4701 0 0,30 152 2130 0 0,-21-97-3820 0 0,38 122-1 0 0,-45-175-401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9.43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12 14 4609 0 0,'-12'-13'12326'0'0,"22"38"-6320"0"0,-2-5-6405 0 0,22 72 908 0 0,59 150-216 0 0,-81-226-423 0 0,-1 1-497 0 0,1-2-1 0 0,0 1 1 0 0,15 20-1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29.70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79 0 5985 0 0,'-20'46'1886'0'0,"-24"83"0"0"0,42-121-1868 0 0,-1 1 533 0 0,1 0 0 0 0,-1 0 0 0 0,2 0-1 0 0,-1 0 1 0 0,1 16 0 0 0,1-23-403 0 0,0 0 0 0 0,0 0 0 0 0,1-1 0 0 0,-1 1 0 0 0,1 0 0 0 0,-1 0 0 0 0,1-1 0 0 0,0 1 0 0 0,-1 0 0 0 0,1-1 0 0 0,0 1 0 0 0,0 0 0 0 0,0-1 0 0 0,0 1 0 0 0,1-1 0 0 0,-1 0 0 0 0,0 1 0 0 0,1-1 0 0 0,-1 0 0 0 0,0 0 0 0 0,1 0 0 0 0,0 0 0 0 0,-1 0 0 0 0,1 0 0 0 0,-1 0 0 0 0,1-1 0 0 0,0 1 0 0 0,0-1 0 0 0,0 1 0 0 0,-1-1 0 0 0,1 1 0 0 0,0-1 0 0 0,0 0 0 0 0,2 0 0 0 0,7 0 226 0 0,0 0 0 0 0,0 0 0 0 0,0-1 0 0 0,0-1 0 0 0,0 1 0 0 0,18-7 0 0 0,62-27-351 0 0,-89 34-48 0 0,18-7-191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7.75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 14 10594 0 0,'-4'-13'1892'0'0,"10"22"88"0"0,9 23 102 0 0,4 34-611 0 0,-3 1 1 0 0,14 135-1 0 0,-24-153-1286 0 0,13 153 535 0 0,11 71-3844 0 0,-26-246-3712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8.41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88 15 4145 0 0,'1'-1'82'0'0,"0"0"0"0"0,0-1 0 0 0,0 1 0 0 0,1 0 1 0 0,-1 0-1 0 0,1 0 0 0 0,-1 0 0 0 0,1 0 0 0 0,-1 0 0 0 0,1 0 0 0 0,-1 0 1 0 0,1 1-1 0 0,0-1 0 0 0,1 0 0 0 0,-2 1 83 0 0,0 1 1 0 0,0-1-1 0 0,-1 1 0 0 0,1-1 1 0 0,0 1-1 0 0,0-1 1 0 0,-1 1-1 0 0,1 0 0 0 0,-1-1 1 0 0,1 1-1 0 0,-1 0 0 0 0,1-1 1 0 0,-1 1-1 0 0,1 0 1 0 0,-1 0-1 0 0,0-1 0 0 0,1 1 1 0 0,-1 0-1 0 0,0 0 0 0 0,0 0 1 0 0,1 0-1 0 0,-1-1 1 0 0,0 1-1 0 0,0 0 0 0 0,0 0 1 0 0,0 0-1 0 0,0 0 0 0 0,0 0 1 0 0,0 0-1 0 0,-1-1 1 0 0,1 1-1 0 0,0 1 0 0 0,-1 2-195 0 0,0-1-1 0 0,0 1 0 0 0,0 0 1 0 0,-1-1-1 0 0,1 1 0 0 0,-1-1 0 0 0,0 0 1 0 0,0 0-1 0 0,0 1 0 0 0,0-1 1 0 0,-1 0-1 0 0,1-1 0 0 0,-1 1 0 0 0,0 0 1 0 0,1-1-1 0 0,-1 0 0 0 0,-5 4 1 0 0,-1 0-250 0 0,-1 1 0 0 0,1-2 0 0 0,-1 1 0 0 0,-19 6 0 0 0,16-9 3292 0 0,20-9 8 0 0,21-10-900 0 0,-12 11-1647 0 0,1 0-1 0 0,0 1 0 0 0,0 1 0 0 0,0 1 1 0 0,0 0-1 0 0,30 1 0 0 0,-23 2-304 0 0,1 1 0 0 0,-1 1 0 0 0,0 2 0 0 0,28 8 1 0 0,-46-12-168 0 0,1 1 1 0 0,-1 0-1 0 0,0 1 1 0 0,0-1 0 0 0,-1 1-1 0 0,1 1 1 0 0,-1-1 0 0 0,1 1-1 0 0,-1 0 1 0 0,0 0 0 0 0,0 0-1 0 0,-1 1 1 0 0,1-1-1 0 0,-1 1 1 0 0,0 0 0 0 0,0 1-1 0 0,-1-1 1 0 0,1 1 0 0 0,-1-1-1 0 0,0 1 1 0 0,-1 0 0 0 0,0 0-1 0 0,0 1 1 0 0,0-1 0 0 0,0 0-1 0 0,-1 0 1 0 0,0 1-1 0 0,-1-1 1 0 0,1 1 0 0 0,-1-1-1 0 0,0 1 1 0 0,-1-1 0 0 0,0 1-1 0 0,0-1 1 0 0,0 0 0 0 0,-1 1-1 0 0,0-1 1 0 0,-2 7 0 0 0,-6 9-36 0 0,0 1 0 0 0,-1-1 1 0 0,-2-1-1 0 0,0 0 1 0 0,-1-1-1 0 0,-1-1 0 0 0,-1 0 1 0 0,0 0-1 0 0,-28 22 0 0 0,22-28 693 0 0,23-13-275 0 0,10-4-240 0 0,43-18 10 0 0,-31 12-55 0 0,1 1 0 0 0,1 1 0 0 0,28-6 0 0 0,-46 14-363 0 0,1 0 0 0 0,0 0 0 0 0,-1 1 0 0 0,1 0 0 0 0,-1 1 0 0 0,1 0 0 0 0,-1 0 0 0 0,0 0 0 0 0,0 1 0 0 0,0 0 0 0 0,12 7 0 0 0,35 12-3684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8.71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35 0 5985 0 0,'-2'14'13975'0'0,"-13"110"-11293"0"0,7-68-2906 0 0,2 0-1 0 0,2 1 0 0 0,5 70 0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8.95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52 1840 0 0,'1'-4'1116'0'0,"0"0"0"0"0,0 0 0 0 0,1 1 0 0 0,-1-1 0 0 0,1 0 0 0 0,0 1 0 0 0,0-1 0 0 0,0 1 0 0 0,0-1 0 0 0,3-3 0 0 0,-4 7-791 0 0,0-1 1 0 0,0 0-1 0 0,0 0 0 0 0,0 1 0 0 0,0-1 0 0 0,0 0 0 0 0,1 1 1 0 0,-1-1-1 0 0,0 1 0 0 0,0-1 0 0 0,0 1 0 0 0,0 0 0 0 0,1 0 0 0 0,-1-1 1 0 0,0 1-1 0 0,0 0 0 0 0,1 0 0 0 0,1 0 0 0 0,18 8 456 0 0,-4 4-498 0 0,0 1 1 0 0,-1 0-1 0 0,-1 1 0 0 0,0 0 1 0 0,24 31-1 0 0,-7-2-411 0 0,27 49 0 0 0,-38-53-3335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12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0 112 6913 0 0,'0'-2'197'0'0,"0"0"0"0"0,0-1-1 0 0,0 1 1 0 0,1 0-1 0 0,-1-1 1 0 0,0 1-1 0 0,1 0 1 0 0,0-1 0 0 0,-1 1-1 0 0,1 0 1 0 0,0 0-1 0 0,0 0 1 0 0,0 0-1 0 0,0 0 1 0 0,1 0 0 0 0,-1 0-1 0 0,1 0 1 0 0,-1 0-1 0 0,1 0 1 0 0,-1 1-1 0 0,1-1 1 0 0,0 1-1 0 0,0-1 1 0 0,3-1 0 0 0,7-6 730 0 0,1 2 0 0 0,21-12 0 0 0,-28 16-1036 0 0,34-13-236 0 0,-28 10 345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36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10594 0 0,'6'12'9338'0'0,"12"47"-8140"0"0,-2 1-1 0 0,15 108 1 0 0,-30-148-1839 0 0,-1-14-394 0 0,1 1 1 0 0,-1-1-1 0 0,1 0 1 0 0,1 0-1 0 0,2 9 1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74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26 5985 0 0,'1'-2'102'0'0,"0"1"-1"0"0,0-1 0 0 0,1 0 1 0 0,-1 1-1 0 0,0-1 1 0 0,1 1-1 0 0,-1-1 0 0 0,1 1 1 0 0,-1 0-1 0 0,1-1 1 0 0,0 1-1 0 0,-1 0 1 0 0,1 0-1 0 0,0 0 0 0 0,0 0 1 0 0,0 1-1 0 0,0-1 1 0 0,0 0-1 0 0,0 1 0 0 0,0 0 1 0 0,0-1-1 0 0,4 1 1 0 0,-3 0 252 0 0,0 1 0 0 0,0 0 0 0 0,0-1 0 0 0,0 1 1 0 0,0 1-1 0 0,0-1 0 0 0,-1 0 0 0 0,1 1 1 0 0,0-1-1 0 0,-1 1 0 0 0,1 0 0 0 0,-1 0 1 0 0,5 4-1 0 0,-1-1 297 0 0,-1 2 0 0 0,1-1-1 0 0,-1 1 1 0 0,-1 0 0 0 0,1 0 0 0 0,-1 0 0 0 0,0 0 0 0 0,-1 1 0 0 0,1 0 0 0 0,3 14-1 0 0,-5 42-709 0 0,1 6-54 0 0,-3-66 107 0 0,1 1 0 0 0,0-1 0 0 0,0 1 0 0 0,0 0-1 0 0,1-1 1 0 0,0 0 0 0 0,0 1 0 0 0,0-1 0 0 0,0 0 0 0 0,0 0 0 0 0,5 5 0 0 0,-2-4 2 0 0,1-1 0 0 0,-1 1 0 0 0,1-1 0 0 0,0-1 0 0 0,0 1 0 0 0,1-1 0 0 0,-1 0 0 0 0,1 0 0 0 0,-1-1 0 0 0,12 3 0 0 0,-11-4 1 0 0,-1 1 1 0 0,0 0 0 0 0,0 0-1 0 0,0 0 1 0 0,0 1 0 0 0,0 0-1 0 0,0 0 1 0 0,-1 1 0 0 0,1-1-1 0 0,-1 1 1 0 0,0 0 0 0 0,5 6-1 0 0,-9-7 20 0 0,1-1-1 0 0,-1 1 0 0 0,0 1 0 0 0,0-1 1 0 0,0 0-1 0 0,0 0 0 0 0,-1 0 0 0 0,1 0 0 0 0,-1 1 1 0 0,0-1-1 0 0,0 0 0 0 0,0 1 0 0 0,0-1 1 0 0,0 0-1 0 0,-1 0 0 0 0,0 1 0 0 0,1-1 1 0 0,-1 0-1 0 0,0 0 0 0 0,-1 0 0 0 0,1 0 1 0 0,-1 0-1 0 0,1 0 0 0 0,-3 3 0 0 0,-5 8-421 0 0,0 1-1 0 0,-1-1 1 0 0,-13 14-1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49.96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3225 0 0,'14'6'8305'0'0,"-7"-3"-7159"0"0,13 3-2180 0 0,-17-6 1034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50.1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85 4609 0 0,'8'0'1166'0'0,"1"-1"0"0"0,-1 0 0 0 0,0 0 0 0 0,1-1 1 0 0,-1 0-1 0 0,0-1 0 0 0,9-3 0 0 0,52-30 1160 0 0,-23 10-4339 0 0,-33 20-3148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50.49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40 8754 0 0,'10'-6'1144'0'0,"1"0"0"0"0,-1 0 0 0 0,1 1 0 0 0,0 1 0 0 0,22-7 0 0 0,-30 11-992 0 0,-1-1-1 0 0,1 1 0 0 0,0 0 1 0 0,0-1-1 0 0,-1 1 0 0 0,1 0 0 0 0,0 1 1 0 0,-1-1-1 0 0,1 0 0 0 0,0 1 0 0 0,-1-1 1 0 0,1 1-1 0 0,-1 0 0 0 0,1 0 0 0 0,-1 0 1 0 0,1 0-1 0 0,-1 1 0 0 0,0-1 1 0 0,1 1-1 0 0,-1-1 0 0 0,0 1 0 0 0,0 0 1 0 0,0 0-1 0 0,0 0 0 0 0,0 0 0 0 0,-1 0 1 0 0,1 0-1 0 0,-1 0 0 0 0,1 0 1 0 0,-1 1-1 0 0,2 4 0 0 0,2 5 23 0 0,0 0-1 0 0,-1 1 1 0 0,-1 0 0 0 0,0 0 0 0 0,-1 0-1 0 0,1 15 1 0 0,-3 81 146 0 0,-1-83-304 0 0,0-1 0 0 0,2 1 0 0 0,0 0-1 0 0,8 37 1 0 0,-8-61-8 0 0,0 1 0 0 0,-1 0 0 0 0,1-1 0 0 0,0 1 0 0 0,0-1 0 0 0,0 1 0 0 0,1-1-1 0 0,-1 1 1 0 0,1-1 0 0 0,-1 0 0 0 0,1 0 0 0 0,0 0 0 0 0,0 0 0 0 0,0 0 0 0 0,0 0 0 0 0,0 0 0 0 0,0-1 0 0 0,0 1 0 0 0,1-1 0 0 0,-1 1-1 0 0,1-1 1 0 0,-1 0 0 0 0,1 0 0 0 0,3 1 0 0 0,3 0-474 0 0,-1-1 0 0 0,0-1 0 0 0,0 0 0 0 0,1 0 0 0 0,-1 0 0 0 0,16-4-1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6:50.63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11979 0 0,'2'16'528'0'0,"-1"-8"112"0"0,1 1-512 0 0,-1-4-128 0 0,2-2 0 0 0,-2-2 0 0 0,0 2 264 0 0,4-2 24 0 0,3 1 8 0 0,0-5 0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8.64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46 17 13363 0 0,'-13'-10'264'0'0,"2"3"4597"0"0,10 26-1810 0 0,8 80-3191 0 0,-4 0 0 0 0,-4-1 0 0 0,-20 138 0 0 0,17-209-4977 0 0,0 0-1703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8.93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62 6913 0 0,'2'-4'318'0'0,"0"0"0"0"0,0 0 0 0 0,0 0 0 0 0,0 1 0 0 0,1-1 0 0 0,-1 1-1 0 0,1 0 1 0 0,0 0 0 0 0,0 0 0 0 0,1 0 0 0 0,-1 0 0 0 0,0 0 0 0 0,1 1-1 0 0,0 0 1 0 0,-1 0 0 0 0,1 0 0 0 0,0 0 0 0 0,0 1 0 0 0,0-1 0 0 0,0 1-1 0 0,1 0 1 0 0,-1 0 0 0 0,0 0 0 0 0,0 1 0 0 0,1 0 0 0 0,-1-1 0 0 0,0 2-1 0 0,0-1 1 0 0,1 0 0 0 0,-1 1 0 0 0,0 0 0 0 0,0 0 0 0 0,1 0 0 0 0,-1 0-1 0 0,0 1 1 0 0,0 0 0 0 0,-1 0 0 0 0,1 0 0 0 0,0 0 0 0 0,-1 0 0 0 0,1 1-1 0 0,-1-1 1 0 0,6 6 0 0 0,26 36 507 0 0,-1 1 0 0 0,30 53 0 0 0,-17-25-515 0 0,115 195-526 0 0,-152-254-303 0 0,0-3-145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9.13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46 7370 0 0,'40'-7'7488'0'0,"1"-8"-3475"0"0,-32 11-3880 0 0,0 0 0 0 0,1 1-1 0 0,-1 0 1 0 0,1 0-1 0 0,-1 1 1 0 0,1 0 0 0 0,18-1-1 0 0,-26 4-390 0 0,0-1-1 0 0,0 0 1 0 0,0 1-1 0 0,-1-1 1 0 0,1 1-1 0 0,0 0 1 0 0,0-1-1 0 0,0 1 1 0 0,-1 0-1 0 0,4 2 1 0 0,2 3-1228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1.73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84 0 2304 0 0,'-26'23'189'0'0,"19"-17"-387"0"0,0 2 0 0 0,0-1 1 0 0,1 1-1 0 0,0-1 1 0 0,-6 11-1 0 0,10-15 143 0 0,1 0 0 0 0,-1 0 1 0 0,1 0-1 0 0,-1 0 0 0 0,1 1 0 0 0,0-1 0 0 0,1 0 0 0 0,-1 1 0 0 0,0-1 0 0 0,1 0 0 0 0,0 1 0 0 0,0-1 0 0 0,0 1 1 0 0,0-1-1 0 0,0 0 0 0 0,1 1 0 0 0,-1-1 0 0 0,9 11 3884 0 0,-8-27 509 0 0,-1 13-4365 0 0,-5-39 4486 0 0,5 38-4131 0 0,0-1 0 0 0,0 1 0 0 0,-1-1 0 0 0,1 1 0 0 0,1-1 0 0 0,-1 0 0 0 0,0 1-1 0 0,0-1 1 0 0,0 1 0 0 0,1-1 0 0 0,-1 1 0 0 0,1-1 0 0 0,-1 1 0 0 0,1 0 0 0 0,0-1 0 0 0,0 1 0 0 0,-1 0 0 0 0,1-1 0 0 0,0 1 0 0 0,0 0 0 0 0,0 0 0 0 0,0 0 0 0 0,1-1 0 0 0,-1 1 0 0 0,0 1 0 0 0,2-2 0 0 0,-3 2-273 0 0,1 0 0 0 0,-1 0 0 0 0,1 0 0 0 0,-1 1 0 0 0,1-1 1 0 0,-1 0-1 0 0,1 1 0 0 0,-1-1 0 0 0,1 0 0 0 0,-1 1 0 0 0,1-1 1 0 0,-1 1-1 0 0,0-1 0 0 0,1 0 0 0 0,-1 1 0 0 0,0-1 0 0 0,1 1 0 0 0,-1-1 1 0 0,0 1-1 0 0,0-1 0 0 0,1 1 0 0 0,-1 0 0 0 0,0-1 0 0 0,0 1 1 0 0,0-1-1 0 0,0 1 0 0 0,0 0 0 0 0,5 19 40 0 0,7 65 138 0 0,-3 0 1 0 0,-3 1-1 0 0,-5 0 1 0 0,-3 0 0 0 0,-17 110-1 0 0,8-118-199 0 0,3 0 0 0 0,6 138 0 0 0,1-196-324 0 0,1 17-486 0 0,7-19-2563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2.44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57 1 3225 0 0,'-10'4'-368'0'0,"-25"12"6798"0"0,34-15-6235 0 0,1-1 0 0 0,-1 0-1 0 0,0 0 1 0 0,1 1 0 0 0,-1-1-1 0 0,0 0 1 0 0,1 1 0 0 0,-1-1-1 0 0,1 1 1 0 0,-1-1 0 0 0,1 1-1 0 0,-1-1 1 0 0,1 1 0 0 0,-1 0-1 0 0,1-1 1 0 0,-1 1 0 0 0,1-1-1 0 0,0 1 1 0 0,-1 0 0 0 0,1-1-1 0 0,0 1 1 0 0,0 0 0 0 0,0-1-1 0 0,-1 1 1 0 0,1 0 0 0 0,0 0 0 0 0,0-1-1 0 0,0 1 1 0 0,0 0 0 0 0,0 0-1 0 0,0-1 1 0 0,0 1 0 0 0,0 0-1 0 0,1-1 1 0 0,-1 1 0 0 0,0 0-1 0 0,0-1 1 0 0,1 1 0 0 0,0 1-1 0 0,0 0 11 0 0,1-1 0 0 0,0 1 0 0 0,0 0 0 0 0,0-1 0 0 0,0 0 0 0 0,0 1 0 0 0,0-1 0 0 0,0 0 0 0 0,0 0 0 0 0,1 0 0 0 0,-1 0 0 0 0,0-1 0 0 0,4 1 0 0 0,38 5 1126 0 0,-21-3-899 0 0,1 1-322 0 0,-1 1 0 0 0,23 9 0 0 0,-39-12-91 0 0,-1 1 1 0 0,1-1-1 0 0,-1 1 0 0 0,0 1 1 0 0,0-1-1 0 0,0 1 0 0 0,0 0 1 0 0,-1 1-1 0 0,0-1 0 0 0,1 1 0 0 0,6 8 1 0 0,-11-11-20 0 0,-1 0 0 0 0,1 0 0 0 0,0 0 0 0 0,-1 0 0 0 0,1 0 0 0 0,-1 0 0 0 0,0 0 0 0 0,0 0 0 0 0,1 0 0 0 0,-1 0 0 0 0,-1 0 0 0 0,1 0 0 0 0,0 0 0 0 0,0 0 0 0 0,-1 0 0 0 0,1 0 0 0 0,-1 0 0 0 0,0 0 0 0 0,1 0 0 0 0,-1 0 0 0 0,0 0 0 0 0,0 0 0 0 0,0-1 0 0 0,-3 4 0 0 0,-4 6 0 0 0,0 0 0 0 0,-15 16 0 0 0,16-20 0 0 0,-9 9 7 0 0,3-2 13 0 0,0 0 0 0 0,1 1 1 0 0,0 0-1 0 0,1 1 0 0 0,-9 18 0 0 0,20-33-19 0 0,-1 0 1 0 0,1-1-1 0 0,0 1 0 0 0,0 0 1 0 0,0 0-1 0 0,-1-1 1 0 0,1 1-1 0 0,0 0 1 0 0,0 0-1 0 0,0 0 0 0 0,0-1 1 0 0,0 1-1 0 0,0 0 1 0 0,1 0-1 0 0,-1 0 0 0 0,0-1 1 0 0,0 1-1 0 0,0 0 1 0 0,1 0-1 0 0,-1-1 1 0 0,0 1-1 0 0,1 0 0 0 0,-1-1 1 0 0,1 1-1 0 0,-1 0 1 0 0,1-1-1 0 0,-1 1 0 0 0,1-1 1 0 0,-1 1-1 0 0,1-1 1 0 0,0 1-1 0 0,-1-1 1 0 0,1 1-1 0 0,0-1 0 0 0,-1 1 1 0 0,1-1-1 0 0,0 0 1 0 0,0 0-1 0 0,-1 1 1 0 0,1-1-1 0 0,0 0 0 0 0,0 0 1 0 0,0 0-1 0 0,-1 0 1 0 0,1 0-1 0 0,0 0 0 0 0,0 0 1 0 0,0 0-1 0 0,50 1 110 0 0,-39-2-90 0 0,-1 1 4 0 0,0 1 0 0 0,0 0 0 0 0,0 0 0 0 0,0 1 0 0 0,16 5 0 0 0,-26-7-25 0 0,1 1 1 0 0,0-1-1 0 0,-1 1 0 0 0,1-1 0 0 0,-1 1 0 0 0,1 0 1 0 0,-1-1-1 0 0,1 1 0 0 0,-1 0 0 0 0,0 0 0 0 0,1 0 0 0 0,-1 0 1 0 0,0 0-1 0 0,0 0 0 0 0,0 0 0 0 0,1 1 0 0 0,-1-1 1 0 0,0 0-1 0 0,-1 1 0 0 0,1-1 0 0 0,0 0 0 0 0,0 1 0 0 0,-1-1 1 0 0,1 1-1 0 0,-1-1 0 0 0,1 1 0 0 0,-1 0 0 0 0,1-1 1 0 0,-1 1-1 0 0,0-1 0 0 0,0 1 0 0 0,0 0 0 0 0,0-1 0 0 0,0 1 1 0 0,0 0-1 0 0,-1-1 0 0 0,1 1 0 0 0,0-1 0 0 0,-1 1 1 0 0,1 0-1 0 0,-1-1 0 0 0,0 1 0 0 0,1-1 0 0 0,-1 0 0 0 0,0 1 1 0 0,-1 1-1 0 0,-10 15 0 0 0,-1-1 0 0 0,-17 19 0 0 0,20-26 0 0 0,1 0 0 0 0,0 1 0 0 0,1 0 0 0 0,0 0 0 0 0,1 1 0 0 0,0 0 0 0 0,1 0 0 0 0,-7 17 0 0 0,12-26 0 0 0,1-1 0 0 0,-1 0 1 0 0,1 1-1 0 0,-1-1 0 0 0,1 0 0 0 0,0 1 0 0 0,0-1 1 0 0,0 0-1 0 0,0 1 0 0 0,0-1 0 0 0,0 0 1 0 0,1 1-1 0 0,-1-1 0 0 0,1 0 0 0 0,0 0 1 0 0,0 1-1 0 0,0-1 0 0 0,0 0 0 0 0,0 0 0 0 0,0 0 1 0 0,0 0-1 0 0,1 0 0 0 0,-1 0 0 0 0,1 0 1 0 0,-1-1-1 0 0,1 1 0 0 0,3 2 0 0 0,4 2-29 0 0,0-2 0 0 0,0 1 0 0 0,0-1 0 0 0,0 0-1 0 0,16 3 1 0 0,-17-5-710 0 0,0 1 1 0 0,0 0-1 0 0,0 0 0 0 0,0 0 1 0 0,-1 1-1 0 0,12 8 0 0 0,-12-6-730 0 0,-5-4 1108 0 0,-1 0-1 0 0,0-1 0 0 0,1 0 1 0 0,-1 1-1 0 0,1-1 0 0 0,-1 0 1 0 0,1 1-1 0 0,-1-1 0 0 0,1 0 1 0 0,0 0-1 0 0,0-1 0 0 0,0 1 1 0 0,3 1-1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2.7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43 1 3681 0 0,'0'2'576'0'0,"0"1"1"0"0,0 0 0 0 0,0 0-1 0 0,1-1 1 0 0,-1 1 0 0 0,1 0-1 0 0,0 0 1 0 0,0-1 0 0 0,0 1-1 0 0,0-1 1 0 0,0 1 0 0 0,0-1-1 0 0,1 1 1 0 0,-1-1 0 0 0,1 0-1 0 0,0 1 1 0 0,0-1 0 0 0,-1 0-1 0 0,1 0 1 0 0,4 2 0 0 0,-3-1 135 0 0,0 1 0 0 0,0-1 0 0 0,0 1 1 0 0,0-1-1 0 0,0 1 0 0 0,-1 0 0 0 0,0 0 1 0 0,3 7-1 0 0,-3 3-504 0 0,0-1 0 0 0,-1 1-1 0 0,-1-1 1 0 0,0 1 0 0 0,-1-1 0 0 0,-1 1 0 0 0,0-1 0 0 0,-4 14 0 0 0,-2 19 133 0 0,-12 89 293 0 0,7-63-533 0 0,3 0 0 0 0,0 133-1 0 0,15-7 57 0 0,-7-153-185 0 0,-2-1 0 0 0,-12 63-1 0 0,14-99-213 0 0,-1 5-777 0 0,0-1 0 0 0,0 25 0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3.3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80 0 14283 0 0,'-2'32'4714'0'0,"-23"45"-2450"0"0,-13 49-887 0 0,34-107-1195 0 0,0 1 0 0 0,1 0 1 0 0,1-1-1 0 0,1 30 0 0 0,1-45-136 0 0,0 1 1 0 0,1-1-1 0 0,-1 0 0 0 0,1 0 1 0 0,0 1-1 0 0,1-1 0 0 0,-1 0 1 0 0,1 0-1 0 0,-1 0 0 0 0,1 0 1 0 0,1 0-1 0 0,-1 0 0 0 0,0-1 1 0 0,1 1-1 0 0,0-1 0 0 0,0 0 1 0 0,3 4-1 0 0,0-3-2 0 0,-1 0 0 0 0,1 0 1 0 0,0-1-1 0 0,0 0 0 0 0,0 0 1 0 0,1 0-1 0 0,-1-1 0 0 0,1 0 0 0 0,-1 0 1 0 0,8 1-1 0 0,6 0-44 0 0,0-2 0 0 0,0 0 0 0 0,0-1 0 0 0,0 0-1 0 0,-1-2 1 0 0,34-7 0 0 0,-37 5-622 0 0,0 0 0 0 0,0-1 0 0 0,-1-1 0 0 0,0 0 0 0 0,20-11 0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3.5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15 1 11522 0 0,'-14'13'10551'0'0,"14"-12"-10282"0"0,8 20 276 0 0,-2 0 1 0 0,-1 1-1 0 0,0 0 0 0 0,-2 0 0 0 0,2 26 0 0 0,-6 118 72 0 0,-2-116-1796 0 0,2 1 1 0 0,11 84-1 0 0,-6-111-6992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3.90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 5985 0 0,'5'-8'16276'0'0,"3"20"-16012"0"0,-1 0 0 0 0,-1 0 1 0 0,0 1-1 0 0,-1 0 0 0 0,0 0 0 0 0,-1 0 1 0 0,-1 1-1 0 0,0-1 0 0 0,2 25 1 0 0,-2 6 79 0 0,-7 78 1 0 0,0 22-477 0 0,5-126 121 0 0,0-1 1 0 0,2-1-1 0 0,0 1 0 0 0,1 0 1 0 0,0-1-1 0 0,10 22 1 0 0,-14-37-38 0 0,1 2-253 0 0,0 0-1 0 0,1-1 1 0 0,-1 1 0 0 0,1 0 0 0 0,-1-1 0 0 0,1 1 0 0 0,0-1 0 0 0,0 0 0 0 0,3 4-1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4.19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101 15 4033 0 0,'-1'-1'292'0'0,"-1"0"0"0"0,1-1 0 0 0,-1 1 1 0 0,1 0-1 0 0,-1 0 0 0 0,0 0 0 0 0,0 0 0 0 0,1 0 1 0 0,-1 0-1 0 0,0 0 0 0 0,0 1 0 0 0,0-1 0 0 0,0 1 0 0 0,0-1 1 0 0,0 1-1 0 0,0 0 0 0 0,0 0 0 0 0,0 0 0 0 0,0 0 1 0 0,0 0-1 0 0,0 0 0 0 0,0 0 0 0 0,0 1 0 0 0,0-1 0 0 0,0 1 1 0 0,0 0-1 0 0,0-1 0 0 0,1 1 0 0 0,-1 0 0 0 0,0 0 1 0 0,0 0-1 0 0,1 0 0 0 0,-1 0 0 0 0,0 1 0 0 0,1-1 0 0 0,-3 3 1 0 0,1-1 108 0 0,0 0 0 0 0,0 1 1 0 0,0-1-1 0 0,1 0 1 0 0,-1 1-1 0 0,1 0 0 0 0,0-1 1 0 0,0 1-1 0 0,1 0 1 0 0,-1 0-1 0 0,1 0 0 0 0,0 0 1 0 0,0 0-1 0 0,0 1 1 0 0,0-1-1 0 0,1 0 0 0 0,-1 5 1 0 0,2-7-323 0 0,0 0 0 0 0,-1 0 0 0 0,1 0 1 0 0,0 0-1 0 0,0 0 0 0 0,1 0 0 0 0,-1 0 0 0 0,0-1 1 0 0,1 1-1 0 0,-1 0 0 0 0,0-1 0 0 0,1 1 1 0 0,0-1-1 0 0,-1 1 0 0 0,1-1 0 0 0,0 0 0 0 0,0 0 1 0 0,0 0-1 0 0,0 0 0 0 0,0 0 0 0 0,3 1 0 0 0,47 13 653 0 0,-38-12-638 0 0,0-1 0 0 0,0-1 0 0 0,0 0 0 0 0,0 0 0 0 0,0-2 1 0 0,1 0-1 0 0,21-4 0 0 0,-25 2-1966 0 0,0 0 0 0 0,-1 0 0 0 0,14-7 0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5.28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97 320 6913 0 0,'-8'1'384'0'0,"-1"-1"0"0"0,0 0-1 0 0,1 0 1 0 0,-18-3-1 0 0,-10-8 4834 0 0,48 11-1412 0 0,19-4-3198 0 0,-16 1-359 0 0,81-11 1029 0 0,48-4 23 0 0,38 11-704 0 0,238 22 0 0 0,-271-8-596 0 0,0-6 0 0 0,190-23 0 0 0,125-42 15 0 0,-364 49 34 0 0,214-35 132 0 0,192-28 190 0 0,36 24-67 0 0,-513 56-587 0 0,-29-2 269 0 0,0 0-1 0 0,0 0 1 0 0,0 0-1 0 0,0 0 1 0 0,0 0-1 0 0,0 0 1 0 0,0 0-1 0 0,0 0 1 0 0,1 0-1 0 0,-1 0 1 0 0,0 0-1 0 0,0 0 1 0 0,0 0 0 0 0,0 0-1 0 0,0 0 1 0 0,0 0-1 0 0,0 0 1 0 0,0 0-1 0 0,0 0 1 0 0,0 0-1 0 0,0 0 1 0 0,1 0-1 0 0,-1 0 1 0 0,0 0-1 0 0,0 0 1 0 0,0 1-1 0 0,0-1 1 0 0,0 0-1 0 0,0 0 1 0 0,0 0-1 0 0,0 0 1 0 0,0 0-1 0 0,0 0 1 0 0,0 0 0 0 0,0 0-1 0 0,0 0 1 0 0,0 0-1 0 0,0 0 1 0 0,0 1-1 0 0,0-1 1 0 0,0 0-1 0 0,0 0 1 0 0,0 0-1 0 0,0 0 1 0 0,0 0-1 0 0,0 0 1 0 0,0 0-1 0 0,0 0 1 0 0,0 0-1 0 0,0 0 1 0 0,0 1-1 0 0,0-1 1 0 0,0 0-1 0 0,0 0 1 0 0,0 0-1 0 0,0 0 1 0 0,0 0 0 0 0,0 0-1 0 0,0 0 1 0 0,0 0-1 0 0,0 0 1 0 0,0 0-1 0 0,0 0 1 0 0,-1 0-1 0 0,-14 5-1552 0 0,-38 12-6298 0 0,8-2 3102 0 0,14-12 6308 0 0,29-3-1203 0 0,1 0 0 0 0,-1 0-1 0 0,1 0 1 0 0,-1 0 0 0 0,1 0-1 0 0,-1 0 1 0 0,1 1 0 0 0,0-1-1 0 0,-1 0 1 0 0,1 1 0 0 0,-1-1-1 0 0,1 1 1 0 0,0-1 0 0 0,-1 1-1 0 0,1 0 1 0 0,0 0 0 0 0,0-1-1 0 0,-1 1 1 0 0,1 0 0 0 0,0 0-1 0 0,0 0 1 0 0,0 0 0 0 0,0 0-1 0 0,0 1 1 0 0,0-1 0 0 0,1 0-1 0 0,-1 0 1 0 0,0 0-1 0 0,1 1 1 0 0,-2 1 0 0 0,1 2-78 0 0,1 0 0 0 0,0-1 0 0 0,-1 1 0 0 0,1 0 0 0 0,1-1 0 0 0,-1 1 0 0 0,1 0 0 0 0,1 7 0 0 0,1 1-194 0 0,1 0-1 0 0,0-1 1 0 0,0 1-1 0 0,1-1 1 0 0,1 0-1 0 0,0 0 1 0 0,1-1-1 0 0,13 19 1 0 0,-16-25-49 0 0,0 0 0 0 0,0-1 0 0 0,0 0 0 0 0,1 0 0 0 0,0 0 1 0 0,-1 0-1 0 0,1-1 0 0 0,1 1 0 0 0,-1-1 0 0 0,0-1 0 0 0,1 1 1 0 0,0-1-1 0 0,-1 0 0 0 0,1 0 0 0 0,0 0 0 0 0,0-1 1 0 0,0 0-1 0 0,0 0 0 0 0,0-1 0 0 0,0 0 0 0 0,8 0 0 0 0,-12 0 6 0 0,1-1 0 0 0,0 1 0 0 0,-1-1 0 0 0,1 1 0 0 0,-1-1 1 0 0,1 0-1 0 0,-1 0 0 0 0,0 0 0 0 0,1 0 0 0 0,-1 0 0 0 0,0-1 0 0 0,0 1 0 0 0,1-1 0 0 0,-1 1 0 0 0,0-1 0 0 0,-1 0 0 0 0,1 0 0 0 0,0 0 0 0 0,0 0 0 0 0,1-2 0 0 0,-1-1 23 0 0,0 0 0 0 0,0 0 1 0 0,0 1-1 0 0,0-1 0 0 0,-1 0 0 0 0,0 0 0 0 0,0-1 1 0 0,0 1-1 0 0,0-9 0 0 0,-2-5 48 0 0,0 0 0 0 0,-1 1 0 0 0,-1-1 0 0 0,-8-27-1 0 0,9 39-89 0 0,0 1-1 0 0,0 0 1 0 0,-1 0-1 0 0,0 1 1 0 0,0-1-1 0 0,0 0 1 0 0,0 1-1 0 0,-6-6 1 0 0,8 9-46 0 0,0 1 0 0 0,0 0 0 0 0,-1-1 0 0 0,1 1 0 0 0,0 0 0 0 0,-1 0 0 0 0,1 0 0 0 0,-1 0 0 0 0,0 0 0 0 0,1 0 0 0 0,-1 0 0 0 0,0 1 1 0 0,0-1-1 0 0,1 1 0 0 0,-1-1 0 0 0,0 1 0 0 0,0 0 0 0 0,0-1 0 0 0,1 1 0 0 0,-1 0 0 0 0,0 0 0 0 0,0 0 0 0 0,0 1 0 0 0,0-1 0 0 0,0 0 1 0 0,1 1-1 0 0,-1-1 0 0 0,0 1 0 0 0,0-1 0 0 0,1 1 0 0 0,-1 0 0 0 0,-1 1 0 0 0,-15 9-442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6.2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12 197 8754 0 0,'-11'-6'7099'0'0,"23"10"-6851"0"0,1 0 0 0 0,-1-1 1 0 0,1-1-1 0 0,0 1 0 0 0,0-2 1 0 0,0 0-1 0 0,0-1 0 0 0,17-1 1 0 0,111-19 271 0 0,-63 6-353 0 0,137-6 1537 0 0,262 8 1 0 0,-49 4-1044 0 0,140-32-57 0 0,-6-34 551 0 0,-523 66-1092 0 0,1 3-1 0 0,0 1 1 0 0,0 2 0 0 0,0 1-1 0 0,0 3 1 0 0,0 1 0 0 0,0 1-1 0 0,0 3 1 0 0,-1 1 0 0 0,50 18-1 0 0,-36-1-59 0 0,10 3-227 0 0,-58-26 74 0 0,1-1 0 0 0,-1 0 0 0 0,1 0 0 0 0,0 0 0 0 0,0-1-1 0 0,0 1 1 0 0,-1-2 0 0 0,1 1 0 0 0,0 0 0 0 0,5-2 0 0 0,49-15-2967 0 0,-36 6-3903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6.62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72 130 7834 0 0,'-18'-4'342'0'0,"14"3"138"0"0,0 0 1 0 0,1 0-1 0 0,-1 1 0 0 0,0 0 0 0 0,0-1 1 0 0,1 1-1 0 0,-7 1 0 0 0,9-1-322 0 0,0 1 0 0 0,0-1 0 0 0,0 1-1 0 0,0-1 1 0 0,0 1 0 0 0,0-1 0 0 0,0 1 0 0 0,0 0-1 0 0,1-1 1 0 0,-1 1 0 0 0,0 0 0 0 0,0 0 0 0 0,1 0-1 0 0,-1 0 1 0 0,0-1 0 0 0,1 1 0 0 0,-1 0 0 0 0,1 0-1 0 0,0 0 1 0 0,-1 0 0 0 0,1 0 0 0 0,0 0 0 0 0,-1 0-1 0 0,1 1 1 0 0,0-1 0 0 0,0 0 0 0 0,0 0-1 0 0,0 0 1 0 0,0 0 0 0 0,0 0 0 0 0,0 2 0 0 0,1 7 222 0 0,0-1 1 0 0,1 1-1 0 0,0-1 1 0 0,0 1-1 0 0,1-1 1 0 0,0 0-1 0 0,0 0 1 0 0,1 0-1 0 0,0 0 1 0 0,1-1-1 0 0,0 0 1 0 0,1 0-1 0 0,-1 0 1 0 0,13 13-1 0 0,-13-16-318 0 0,0 1-1 0 0,1-1 1 0 0,-1-1-1 0 0,1 1 1 0 0,0-1-1 0 0,0 0 1 0 0,1 0-1 0 0,-1 0 1 0 0,1-1-1 0 0,0 0 1 0 0,0-1-1 0 0,0 1 1 0 0,0-1-1 0 0,0-1 1 0 0,0 1-1 0 0,1-1 1 0 0,-1-1-1 0 0,0 1 1 0 0,15-2-1 0 0,-17 0-40 0 0,-1 0 1 0 0,1-1-1 0 0,0 0 0 0 0,-1 0 0 0 0,1 0 0 0 0,-1 0 1 0 0,0-1-1 0 0,0 0 0 0 0,0 1 0 0 0,0-2 0 0 0,0 1 1 0 0,-1 0-1 0 0,0-1 0 0 0,1 1 0 0 0,-1-1 0 0 0,0 0 1 0 0,-1 0-1 0 0,1 0 0 0 0,-1-1 0 0 0,0 1 0 0 0,0-1 1 0 0,0 1-1 0 0,0-1 0 0 0,1-7 0 0 0,1-5 55 0 0,0 1 0 0 0,-2-1-1 0 0,1 0 1 0 0,-2 0 0 0 0,-1-31-1 0 0,-1 41-150 0 0,0-1-1 0 0,0 0 0 0 0,0 1 0 0 0,-1-1 1 0 0,0 1-1 0 0,-1-1 0 0 0,0 1 0 0 0,0 0 1 0 0,0 0-1 0 0,-1 0 0 0 0,0 0 1 0 0,0 1-1 0 0,-6-7 0 0 0,8 11 40 0 0,-1-1-1 0 0,1 1 1 0 0,-1-1-1 0 0,0 1 1 0 0,0 0 0 0 0,0 0-1 0 0,0 0 1 0 0,0 0-1 0 0,-1 1 1 0 0,1-1 0 0 0,0 1-1 0 0,-1 0 1 0 0,1 0-1 0 0,-1 0 1 0 0,1 0 0 0 0,-1 1-1 0 0,1-1 1 0 0,-1 1-1 0 0,0 0 1 0 0,1 0 0 0 0,-1 1-1 0 0,0-1 1 0 0,1 1-1 0 0,-1-1 1 0 0,1 1-1 0 0,-1 0 1 0 0,1 0 0 0 0,0 1-1 0 0,-6 2 1 0 0,2-1-133 0 0,0 1 0 0 0,-1-1 0 0 0,2 2 0 0 0,-1-1 0 0 0,0 1 0 0 0,1 0-1 0 0,0 0 1 0 0,0 0 0 0 0,0 1 0 0 0,1 0 0 0 0,0 1 0 0 0,-5 6 0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7.8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 8930 0 0,'16'13'2307'0'0,"-13"-11"-1780"0"0,-1 1 0 0 0,1-1 0 0 0,-1 0-1 0 0,1 1 1 0 0,-1-1 0 0 0,0 1 0 0 0,0-1-1 0 0,0 1 1 0 0,2 4 0 0 0,-3-5-227 0 0,0-1-1 0 0,0 1 1 0 0,1-1 0 0 0,-1 1 0 0 0,0-1 0 0 0,1 0-1 0 0,-1 0 1 0 0,1 1 0 0 0,-1-1 0 0 0,1 0 0 0 0,-1 0-1 0 0,4 1 1 0 0,-5-2-324 0 0,1 0 1 0 0,-1 0-1 0 0,1 1 0 0 0,-1-1 0 0 0,0 0 0 0 0,1 0 0 0 0,-1 0 0 0 0,1 0 0 0 0,-1 0 1 0 0,1 0-1 0 0,-1 0 0 0 0,1 0 0 0 0,-1 0 0 0 0,1 0 0 0 0,-1 0 0 0 0,0 0 1 0 0,1 0-1 0 0,-1 0 0 0 0,1 0 0 0 0,-1 0 0 0 0,1 0 0 0 0,-1-1 0 0 0,1 1 0 0 0,-1 0 1 0 0,0 0-1 0 0,1-1 0 0 0,-1 1 0 0 0,0 0 0 0 0,1 0 0 0 0,-1-1 0 0 0,1 1 0 0 0,-1 0 1 0 0,0-1-1 0 0,0 1 0 0 0,1-1 0 0 0,-1 1 0 0 0,0 0 0 0 0,0-1 0 0 0,0 1 1 0 0,1-1-1 0 0,-1 1 0 0 0,0-1 0 0 0,0 1 0 0 0,0-1 0 0 0,0 1 0 0 0,0 0 0 0 0,0-1 1 0 0,0 1-1 0 0,0-1 0 0 0,0 1 0 0 0,0-1 0 0 0,0 1 0 0 0,0-1 0 0 0,1-3-260 0 0,0 1 0 0 0,1 0-1 0 0,-1 1 1 0 0,1-1-1 0 0,0 0 1 0 0,-1 0 0 0 0,1 1-1 0 0,4-5 1 0 0,8-12-1411 0 0,-12 12 515 0 0,-13 26-1127 0 0,7-10 2385 0 0,1-2 93 0 0,0 0 0 0 0,0-1 0 0 0,1 1 0 0 0,0 0 0 0 0,0 0 1 0 0,0 1-1 0 0,0 10 0 0 0,2-17-218 0 0,0-1 1 0 0,0 0-1 0 0,0 1 1 0 0,1-1 0 0 0,-1 0-1 0 0,0 1 1 0 0,0-1-1 0 0,0 0 1 0 0,1 1-1 0 0,-1-1 1 0 0,0 0-1 0 0,0 1 1 0 0,1-1 0 0 0,-1 0-1 0 0,0 0 1 0 0,1 1-1 0 0,-1-1 1 0 0,0 0-1 0 0,1 0 1 0 0,-1 1-1 0 0,0-1 1 0 0,1 0 0 0 0,-1 0-1 0 0,0 0 1 0 0,1 0-1 0 0,-1 0 1 0 0,1 0-1 0 0,-1 0 1 0 0,0 0-1 0 0,1 0 1 0 0,-1 0 0 0 0,0 0-1 0 0,1 0 1 0 0,-1 0-1 0 0,1 0 1 0 0,-1 0-1 0 0,0 0 1 0 0,1 0-1 0 0,-1 0 1 0 0,1 0 0 0 0,-1 0-1 0 0,0-1 1 0 0,1 1-1 0 0,-1 0 1 0 0,0 0-1 0 0,1-1 1 0 0,-1 1-1 0 0,0 0 1 0 0,0 0 0 0 0,1-1-1 0 0,-1 1 1 0 0,0 0-1 0 0,0-1 1 0 0,1 1-1 0 0,-1 0 1 0 0,0-1-1 0 0,0 1 1 0 0,0 0 0 0 0,1-1-1 0 0,-1 0-183 0 0,1 0-1 0 0,0 0 1 0 0,-1 1 0 0 0,1-1-1 0 0,0 0 1 0 0,-1 0-1 0 0,1 0 1 0 0,-1 1 0 0 0,1-1-1 0 0,-1 0 1 0 0,0 0 0 0 0,1 0-1 0 0,-1 0 1 0 0,0 0 0 0 0,0 0-1 0 0,0 0 1 0 0,1 0-1 0 0,-1 0 1 0 0,0 0 0 0 0,0 0-1 0 0,0 0 1 0 0,-1 0 0 0 0,1 0-1 0 0,0 0 1 0 0,0 0-1 0 0,0 0 1 0 0,-1 0 0 0 0,0-1-1 0 0,-8-8 140 0 0,8 9 98 0 0,0 0-1 0 0,0 1 0 0 0,0-1 1 0 0,0 0-1 0 0,0 0 0 0 0,1 0 1 0 0,-1 0-1 0 0,0 0 0 0 0,0 0 0 0 0,1 0 1 0 0,-1 0-1 0 0,0 0 0 0 0,1 0 1 0 0,0-1-1 0 0,-1 1 0 0 0,1 0 1 0 0,-1 0-1 0 0,1 0 0 0 0,0-1 1 0 0,0 1-1 0 0,0 0 0 0 0,0 0 0 0 0,0-1 1 0 0,0 1-1 0 0,0 0 0 0 0,0 0 1 0 0,0-1-1 0 0,1 1 0 0 0,-1 0 1 0 0,0 0-1 0 0,1 0 0 0 0,-1 0 1 0 0,1-1-1 0 0,0 1 0 0 0,-1 0 1 0 0,1 0-1 0 0,0 0 0 0 0,-1 0 0 0 0,2-1 1 0 0,2-2-7 0 0,-5 8 0 0 0,0 0 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8.08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2 6449 0 0,'-9'-1'12627'0'0,"9"5"-11824"0"0,-4 96 2470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09.79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32 1 12443 0 0,'-1'0'177'0'0,"0"0"0"0"0,0-1 1 0 0,0 1-1 0 0,0 0 0 0 0,0 0 1 0 0,0 0-1 0 0,-1 0 0 0 0,1 0 1 0 0,0 1-1 0 0,0-1 0 0 0,0 0 1 0 0,0 0-1 0 0,0 1 0 0 0,0-1 1 0 0,0 1-1 0 0,0-1 0 0 0,0 1 1 0 0,0-1-1 0 0,0 1 0 0 0,0 0 1 0 0,1-1-1 0 0,-1 1 0 0 0,0 0 1 0 0,0 0-1 0 0,1-1 0 0 0,-1 1 1 0 0,0 0-1 0 0,1 0 0 0 0,-1 0 1 0 0,1 0-1 0 0,-1 0 0 0 0,1 0 1 0 0,-1 0-1 0 0,1 0 0 0 0,0 0 0 0 0,-1 0 1 0 0,1 0-1 0 0,0 0 0 0 0,0 0 1 0 0,0 1-1 0 0,0-1 0 0 0,0 0 1 0 0,0 0-1 0 0,0 0 0 0 0,0 0 1 0 0,1 2-1 0 0,1 5 161 0 0,1 0 0 0 0,0 0 0 0 0,0 0 0 0 0,8 14-1 0 0,-4-9-63 0 0,7 22-101 0 0,0 1 1 0 0,-3 0-1 0 0,11 58 1 0 0,8 115 405 0 0,-30-209-579 0 0,1 17-585 0 0,0 1 1 0 0,0-1-1 0 0,-4 20 0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0.3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38 456 0 0,'2'-1'13424'0'0,"18"-9"-10039"0"0,31-10-1551 0 0,-39 18-1663 0 0,0 0 0 0 0,0 0 0 0 0,0 1 0 0 0,1 1 0 0 0,-1 0 0 0 0,0 1 0 0 0,0 0 0 0 0,0 1 1 0 0,0 0-1 0 0,0 1 0 0 0,0 1 0 0 0,12 4 0 0 0,-18-5-100 0 0,-1-1 0 0 0,0 1 0 0 0,1 0 1 0 0,-1 1-1 0 0,0-1 0 0 0,0 1 0 0 0,-1 0 0 0 0,1 0 0 0 0,-1 1 0 0 0,0-1 1 0 0,0 1-1 0 0,0 0 0 0 0,-1 0 0 0 0,0 0 0 0 0,0 1 0 0 0,0-1 1 0 0,-1 1-1 0 0,1-1 0 0 0,-1 1 0 0 0,-1 0 0 0 0,1 0 0 0 0,-1 0 0 0 0,0 0 1 0 0,0 0-1 0 0,-1 12 0 0 0,-1-3-71 0 0,0-1 0 0 0,-1 1 0 0 0,-1 0 0 0 0,-6 17 0 0 0,-5 35 0 0 0,14-66-1 0 0,0-1-1 0 0,0 1 1 0 0,0 0-1 0 0,0-1 1 0 0,0 1-1 0 0,0-1 1 0 0,0 1-1 0 0,1 0 1 0 0,-1-1-1 0 0,0 1 1 0 0,0-1 0 0 0,1 1-1 0 0,-1 0 1 0 0,0-1-1 0 0,1 1 1 0 0,-1-1-1 0 0,1 1 1 0 0,-1-1-1 0 0,0 0 1 0 0,1 1 0 0 0,-1-1-1 0 0,1 1 1 0 0,-1-1-1 0 0,1 0 1 0 0,0 1-1 0 0,-1-1 1 0 0,1 0-1 0 0,-1 0 1 0 0,1 1 0 0 0,0-1-1 0 0,-1 0 1 0 0,1 0-1 0 0,-1 0 1 0 0,1 0-1 0 0,0 0 1 0 0,-1 0-1 0 0,1 0 1 0 0,0 0 0 0 0,-1 0-1 0 0,2 0 1 0 0,39-4-104 0 0,-12 0 61 0 0,-22 5 44 0 0,-1-1-1 0 0,0 1 1 0 0,0 0-1 0 0,0 0 1 0 0,0 1 0 0 0,0-1-1 0 0,0 1 1 0 0,-1 1-1 0 0,9 3 1 0 0,-12-4 1 0 0,0-1-1 0 0,0 1 1 0 0,0-1 0 0 0,-1 1 0 0 0,1 0 0 0 0,0 0-1 0 0,-1 0 1 0 0,1 0 0 0 0,-1 0 0 0 0,1 0-1 0 0,-1 0 1 0 0,0 1 0 0 0,0-1 0 0 0,0 0-1 0 0,0 1 1 0 0,-1-1 0 0 0,1 0 0 0 0,-1 1 0 0 0,1-1-1 0 0,-1 1 1 0 0,0-1 0 0 0,0 1 0 0 0,0-1-1 0 0,0 1 1 0 0,-1 3 0 0 0,-5 31 163 0 0,-2 0 0 0 0,-1 0 0 0 0,-2-1 0 0 0,-1-1 0 0 0,-21 42 0 0 0,31-71-140 0 0,-1-1 0 0 0,0 0 0 0 0,0 0-1 0 0,0 0 1 0 0,-1-1 0 0 0,0 1 0 0 0,1-1 0 0 0,-2 0 0 0 0,-6 6-1 0 0,-15 3-6858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4.62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1989 1 3225 0 0,'1'0'-72'0'0,"-1"0"0"0"0,1 0 0 0 0,0 1 0 0 0,0-1 1 0 0,0 1-1 0 0,-1-1 0 0 0,1 0 0 0 0,0 1 0 0 0,-1-1 0 0 0,1 1 1 0 0,0 0-1 0 0,-1-1 0 0 0,1 1 0 0 0,0-1 0 0 0,-1 1 0 0 0,1 0 1 0 0,-1 0-1 0 0,1-1 0 0 0,-1 1 0 0 0,0 0 0 0 0,1 0 1 0 0,-1-1-1 0 0,0 1 0 0 0,0 0 0 0 0,1 0 0 0 0,-1 1 0 0 0,0 1 14 0 0,0-1 0 0 0,0 0-1 0 0,-1 0 1 0 0,1 1 0 0 0,-1-1-1 0 0,1 0 1 0 0,-1 0 0 0 0,0 0-1 0 0,0 0 1 0 0,-1 3 0 0 0,-1 0 173 0 0,0 0 1 0 0,0 0-1 0 0,-1 0 1 0 0,0 0 0 0 0,0-1-1 0 0,0 1 1 0 0,-6 4-1 0 0,8-8 562 0 0,0 0 0 0 0,1-1 1 0 0,-1 1-1 0 0,0 0 0 0 0,0-1 0 0 0,0 0 0 0 0,1 1 0 0 0,-1-1 0 0 0,0 0 0 0 0,0 0 0 0 0,0 0 0 0 0,0 0 0 0 0,1 0 0 0 0,-1-1 0 0 0,-3 0 1 0 0,-34-11 3188 0 0,1 1-2850 0 0,-14 8-276 0 0,-79 6-1 0 0,50 1-41 0 0,-502 43-21 0 0,347-7-753 0 0,-32 3 2 0 0,150-29 226 0 0,-62 4 377 0 0,147-16-445 0 0,0-2 0 0 0,1-1 1 0 0,-48-9-1 0 0,64 8 12 0 0,16 2-123 0 0,0 0 1 0 0,0 0-1 0 0,-1 0 0 0 0,1 0 0 0 0,0 0 1 0 0,-1 0-1 0 0,1-1 0 0 0,0 1 0 0 0,-1 0 1 0 0,1 0-1 0 0,0 0 0 0 0,0 0 0 0 0,-1 1 1 0 0,1-1-1 0 0,0 0 0 0 0,-1 0 0 0 0,1 0 1 0 0,0 0-1 0 0,0 0 0 0 0,-1 0 0 0 0,1 0 1 0 0,0 0-1 0 0,0 1 0 0 0,-1-1 0 0 0,1 0 1 0 0,0 0-1 0 0,0 0 0 0 0,-1 1 0 0 0,1-1 1 0 0,0 0-1 0 0,0 0 0 0 0,0 1 0 0 0,0-1 1 0 0,-1 0-1 0 0,1 0 0 0 0,0 1 0 0 0,0-1 1 0 0,0 1-1 0 0,1 3-924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4.98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29 0 10594 0 0,'-6'7'3748'0'0,"6"-7"-3540"0"0,0 1 0 0 0,-1-1 1 0 0,1 1-1 0 0,0-1 0 0 0,0 1 0 0 0,0-1 1 0 0,0 1-1 0 0,0-1 0 0 0,0 1 0 0 0,0 0 0 0 0,-6 24 1594 0 0,6-24-1788 0 0,-6 36 631 0 0,1 0-1 0 0,2 0 1 0 0,2 0 0 0 0,3 38-1 0 0,25 148 546 0 0,-14-162-1075 0 0,3-1 0 0 0,3 0 0 0 0,51 109 0 0 0,-30-75-123 0 0,-35-82-26 0 0,-1-1 0 0 0,0 1 0 0 0,-1 0 0 0 0,2 20-1 0 0,-5 3-7148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5.79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93 1 6305 0 0,'-1'2'197'0'0,"-1"0"-1"0"0,0 0 1 0 0,1 0-1 0 0,-1 0 1 0 0,0-1-1 0 0,0 1 1 0 0,0-1-1 0 0,0 1 1 0 0,-1-1-1 0 0,1 0 1 0 0,0 1-1 0 0,-1-1 1 0 0,-3 1-1 0 0,-19 12 1589 0 0,21-11-1416 0 0,0 1 1 0 0,1 0-1 0 0,-1 0 0 0 0,1 0 1 0 0,0 1-1 0 0,0-1 0 0 0,1 1 1 0 0,-1 0-1 0 0,-2 7 0 0 0,5-11-266 0 0,0 0 0 0 0,-1 0 0 0 0,1 1-1 0 0,0-1 1 0 0,-1 0 0 0 0,1 0 0 0 0,0 1-1 0 0,0-1 1 0 0,0 0 0 0 0,0 1 0 0 0,0-1-1 0 0,1 0 1 0 0,-1 1 0 0 0,0-1 0 0 0,1 0 0 0 0,-1 0-1 0 0,0 1 1 0 0,1-1 0 0 0,0 0 0 0 0,-1 0-1 0 0,1 0 1 0 0,0 0 0 0 0,-1 0 0 0 0,1 0 0 0 0,0 0-1 0 0,0 0 1 0 0,0 0 0 0 0,0 0 0 0 0,0 0-1 0 0,0 0 1 0 0,0 0 0 0 0,0-1 0 0 0,0 1 0 0 0,1-1-1 0 0,-1 1 1 0 0,0-1 0 0 0,0 1 0 0 0,0-1-1 0 0,1 1 1 0 0,-1-1 0 0 0,2 0 0 0 0,144 36 2219 0 0,-102-29-2322 0 0,-32-6-35 0 0,0 1 0 0 0,-1 1-1 0 0,0 0 1 0 0,13 4-1 0 0,-24-6 35 0 0,0-1-1 0 0,0 1 1 0 0,0 0 0 0 0,0-1-1 0 0,-1 1 1 0 0,1 0-1 0 0,0-1 1 0 0,0 1-1 0 0,-1 0 1 0 0,1 0-1 0 0,0 0 1 0 0,-1-1-1 0 0,1 1 1 0 0,0 0-1 0 0,-1 0 1 0 0,0 0-1 0 0,1 0 1 0 0,-1 0-1 0 0,1 0 1 0 0,-1 0-1 0 0,0 0 1 0 0,0 1-1 0 0,0-1 1 0 0,0 0-1 0 0,0 0 1 0 0,0 0-1 0 0,0 0 1 0 0,0 0-1 0 0,0 0 1 0 0,0 0-1 0 0,0 0 1 0 0,-1 0-1 0 0,1 0 1 0 0,0 0-1 0 0,-1 0 1 0 0,1 0-1 0 0,-1 0 1 0 0,1 0-1 0 0,-1 0 1 0 0,0 0-1 0 0,1 0 1 0 0,-2 0-1 0 0,-3 8-17 0 0,-1 0-1 0 0,-1-1 1 0 0,-8 10 0 0 0,11-14 16 0 0,-88 84-100 0 0,71-71 95 0 0,1 1 0 0 0,0 2 0 0 0,1 0 0 0 0,1 0 0 0 0,1 2 0 0 0,-16 27-1 0 0,32-48 9 0 0,1 0-1 0 0,-1 0 1 0 0,1-1-1 0 0,-1 1 1 0 0,1 0-1 0 0,0 0 0 0 0,-1 0 1 0 0,1 0-1 0 0,0 0 1 0 0,-1 0-1 0 0,1 0 0 0 0,0 0 1 0 0,0 0-1 0 0,0 0 1 0 0,0 0-1 0 0,0 0 0 0 0,0 1 1 0 0,0-1-1 0 0,1 0 1 0 0,-1 0-1 0 0,0 0 1 0 0,1 0-1 0 0,-1 0 0 0 0,0-1 1 0 0,1 2-1 0 0,0 0 10 0 0,1-1-1 0 0,-1 0 1 0 0,0 0-1 0 0,0 0 1 0 0,1 0-1 0 0,-1-1 1 0 0,1 1-1 0 0,-1 0 1 0 0,1-1-1 0 0,-1 1 1 0 0,1 0-1 0 0,-1-1 1 0 0,1 0-1 0 0,2 1 1 0 0,8 0 93 0 0,1 0 1 0 0,-1-1-1 0 0,19-1 1 0 0,-20 0-21 0 0,12-1 114 0 0,35-2 247 0 0,-55 4-429 0 0,-1 0-1 0 0,0 0 1 0 0,1 1 0 0 0,-1-1 0 0 0,0 1-1 0 0,1-1 1 0 0,-1 1 0 0 0,0 0-1 0 0,1-1 1 0 0,-1 1 0 0 0,0 0 0 0 0,0 1-1 0 0,0-1 1 0 0,0 0 0 0 0,0 1 0 0 0,0-1-1 0 0,0 1 1 0 0,2 2 0 0 0,-4-3-7 0 0,1 0 0 0 0,-1 0 0 0 0,0 0 1 0 0,0 0-1 0 0,0 0 0 0 0,0 0 0 0 0,0 0 0 0 0,0-1 0 0 0,0 1 1 0 0,0 0-1 0 0,0 0 0 0 0,-1 0 0 0 0,1 0 0 0 0,0 0 1 0 0,0-1-1 0 0,-1 1 0 0 0,1 0 0 0 0,-1 0 0 0 0,1 0 1 0 0,-1-1-1 0 0,1 1 0 0 0,-1 1 0 0 0,-16 19 146 0 0,12-15-138 0 0,-13 16 9 0 0,-26 37 86 0 0,40-54-102 0 0,1 1-1 0 0,0 0 1 0 0,0 0 0 0 0,1 0-1 0 0,-1 0 1 0 0,1 1 0 0 0,1-1-1 0 0,-3 11 1 0 0,4-15-107 0 0,1-1 0 0 0,-1 0 0 0 0,0 1 0 0 0,0-1 0 0 0,0 0-1 0 0,1 1 1 0 0,-1-1 0 0 0,1 0 0 0 0,-1 0 0 0 0,1 0 0 0 0,-1 1 0 0 0,1-1 0 0 0,0 0 0 0 0,-1 0 0 0 0,1 0 0 0 0,0 0 0 0 0,0 0 0 0 0,0 0 0 0 0,0 0 0 0 0,0-1-1 0 0,0 1 1 0 0,0 0 0 0 0,0 0 0 0 0,0-1 0 0 0,0 1 0 0 0,1 0 0 0 0,-1-1 0 0 0,0 0 0 0 0,0 1 0 0 0,1-1 0 0 0,-1 0 0 0 0,2 1 0 0 0,7 1-1261 0 0,1 0 1 0 0,0 0-1 0 0,12-1 0 0 0,2 1-210 0 0,-6 1-1442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6.3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37 0 1368 0 0,'-35'24'14825'0'0,"35"-24"-14638"0"0,-1 1-1 0 0,1 0 1 0 0,0 0-1 0 0,0 0 1 0 0,0-1-1 0 0,0 1 1 0 0,0 0 0 0 0,0 0-1 0 0,0 0 1 0 0,0 0-1 0 0,0-1 1 0 0,0 1-1 0 0,0 0 1 0 0,0 0-1 0 0,0-1 1 0 0,1 1 0 0 0,-1 0-1 0 0,0 0 1 0 0,1-1-1 0 0,-1 1 1 0 0,1 0-1 0 0,-1 0 1 0 0,1-1-1 0 0,-1 1 1 0 0,1-1 0 0 0,-1 1-1 0 0,1 0 1 0 0,0 0-1 0 0,5 6 118 0 0,0 1 0 0 0,-1 0 0 0 0,-1 1 0 0 0,1-1 0 0 0,-1 1 0 0 0,-1 0 0 0 0,5 15-1 0 0,11 72 117 0 0,-11-55-271 0 0,-7-32-130 0 0,64 283 244 0 0,-11-15-199 0 0,-42-201-56 0 0,0-8 3 0 0,-3-21 12 0 0,-2 1 0 0 0,2 93 0 0 0,-8-121 7 0 0,0-1-1 0 0,1 0 1 0 0,1 0-1 0 0,9 30 1 0 0,5 32 46 0 0,-13-26-23 0 0,-4-43-54 0 0,0-1 0 0 0,1 0-1 0 0,0 1 1 0 0,1-1 0 0 0,0 0 0 0 0,1 0 0 0 0,0 0 0 0 0,0-1 0 0 0,2 1 0 0 0,7 15-1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6.96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36 35 3225 0 0,'-3'3'481'0'0,"1"-1"-1"0"0,-1 0 1 0 0,1 0 0 0 0,-1 1 0 0 0,1 0 0 0 0,0-1 0 0 0,0 1 0 0 0,0 0 0 0 0,0 0 0 0 0,-2 6-1 0 0,2-7-124 0 0,1 0-1 0 0,0 1 0 0 0,0-1 0 0 0,1 0 0 0 0,-1 0 0 0 0,0 1 0 0 0,1-1 0 0 0,-1 0 0 0 0,1 1 0 0 0,0-1 1 0 0,0 1-1 0 0,0-1 0 0 0,0 1 0 0 0,0-1 0 0 0,0 0 0 0 0,1 4 0 0 0,0-5-279 0 0,0 0 0 0 0,0 0-1 0 0,0-1 1 0 0,-1 1 0 0 0,1 0 0 0 0,0 0-1 0 0,0-1 1 0 0,0 1 0 0 0,0-1 0 0 0,0 1-1 0 0,1-1 1 0 0,-1 1 0 0 0,0-1 0 0 0,0 0-1 0 0,0 1 1 0 0,0-1 0 0 0,0 0 0 0 0,1 0-1 0 0,-1 0 1 0 0,0 0 0 0 0,0 0 0 0 0,0 0-1 0 0,3 0 1 0 0,32-7 558 0 0,-27 5-313 0 0,23-2 46 0 0,45-1 0 0 0,-46 4 72 0 0,56-9 0 0 0,-12-5-95 0 0,1 3 0 0 0,1 3-1 0 0,98 1 1 0 0,-103 8-19 0 0,-1-4 0 0 0,116-22 0 0 0,-145 19-112 0 0,0 1-1 0 0,1 2 1 0 0,-1 1-1 0 0,1 3 1 0 0,0 2 0 0 0,71 11-1 0 0,-74-7 10 0 0,-1-1 1 0 0,1-3-1 0 0,0-1 0 0 0,55-5 0 0 0,-88 4-253 0 0,12-2-198 0 0,-18 2 221 0 0,-1 0-1 0 0,1 0 0 0 0,-1 0 0 0 0,1 0 0 0 0,-1 0 0 0 0,1-1 0 0 0,-1 1 0 0 0,1 0 0 0 0,-1 0 0 0 0,0 0 0 0 0,1-1 0 0 0,-1 1 1 0 0,1 0-1 0 0,-1 0 0 0 0,0-1 0 0 0,1 1 0 0 0,-1 0 0 0 0,0-1 0 0 0,1 1 0 0 0,-1-1 0 0 0,0 1 0 0 0,1 0 0 0 0,-1-1 0 0 0,0 1 1 0 0,0-1-1 0 0,0 1 0 0 0,1-1 0 0 0,-1 1 0 0 0,0 0 0 0 0,0-2 0 0 0,0-1-367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8.64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20 15 7370 0 0,'-20'-15'10488'0'0,"27"34"-7474"0"0,20 44-1349 0 0,-2-8-1263 0 0,35 114 0 0 0,-46-102-456 0 0,10 38 154 0 0,-20-95-275 0 0,-1 1 0 0 0,1-1-1 0 0,1 1 1 0 0,0-1 0 0 0,1-1 0 0 0,0 1 0 0 0,7 9 0 0 0,-6-11-823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8.93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39 0 3209 0 0,'-39'13'13207'0'0,"40"-12"-12992"0"0,7 13 802 0 0,33 46 1703 0 0,-15-24-1820 0 0,34 63 1 0 0,-45-71-961 0 0,53 118 806 0 0,-57-119-1560 0 0,-1 1 0 0 0,-2 0 1 0 0,8 42-1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19.27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96 18 2304 0 0,'-10'-18'8245'0'0,"-1"25"-5843"0"0,2 7-1929 0 0,0-1-1 0 0,1 1 1 0 0,0 1 0 0 0,1-1 0 0 0,1 1 0 0 0,0 1 0 0 0,1-1-1 0 0,1 1 1 0 0,0 0 0 0 0,1 0 0 0 0,1 0 0 0 0,-1 24-1 0 0,3-37-312 0 0,0 0-1 0 0,0 0 1 0 0,0 0-1 0 0,1 1 1 0 0,-1-1-1 0 0,1 0 0 0 0,-1 0 1 0 0,1 0-1 0 0,0 0 1 0 0,0 0-1 0 0,1 0 1 0 0,-1 0-1 0 0,1 0 0 0 0,-1 0 1 0 0,1-1-1 0 0,0 1 1 0 0,0-1-1 0 0,0 1 1 0 0,0-1-1 0 0,4 3 1 0 0,-3-3-120 0 0,0-1 1 0 0,0 1 0 0 0,0-1 0 0 0,0 0-1 0 0,0 0 1 0 0,1 0 0 0 0,-1 0 0 0 0,0-1-1 0 0,1 0 1 0 0,-1 1 0 0 0,0-1 0 0 0,1 0 0 0 0,-1 0-1 0 0,1-1 1 0 0,-1 1 0 0 0,0-1 0 0 0,1 0-1 0 0,-1 0 1 0 0,4-1 0 0 0,105-45 306 0 0,-78 31-1977 0 0,62-20-1 0 0,-78 31 664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4.57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4 21 13827 0 0,'-3'-21'5379'0'0,"7"29"-2874"0"0,9 30-1662 0 0,9 64-510 0 0,-5 1 0 0 0,-4 1 0 0 0,-1 137 0 0 0,-25-4-8185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4.94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1 360 8754 0 0,'0'-27'859'0'0,"2"0"1"0"0,0 0 0 0 0,2 1-1 0 0,10-38 1 0 0,-9 49-164 0 0,-1 1-1 0 0,2 0 1 0 0,0 0 0 0 0,1 1 0 0 0,0-1 0 0 0,1 1-1 0 0,0 1 1 0 0,1 0 0 0 0,15-17 0 0 0,-19 25-561 0 0,0 0 0 0 0,0 0 1 0 0,0 0-1 0 0,1 1 0 0 0,0 0 1 0 0,-1 0-1 0 0,1 1 1 0 0,0-1-1 0 0,0 1 0 0 0,0 0 1 0 0,0 1-1 0 0,9-2 0 0 0,-13 3-127 0 0,-1 0-1 0 0,1-1 0 0 0,0 1 0 0 0,0 0 0 0 0,0 0 0 0 0,0 0 0 0 0,-1 1 0 0 0,1-1 0 0 0,0 0 0 0 0,0 1 0 0 0,0-1 0 0 0,-1 1 1 0 0,1-1-1 0 0,0 1 0 0 0,-1 0 0 0 0,1 0 0 0 0,-1 0 0 0 0,1 0 0 0 0,-1 0 0 0 0,1 0 0 0 0,-1 0 0 0 0,1 1 0 0 0,-1-1 0 0 0,0 0 1 0 0,0 1-1 0 0,0-1 0 0 0,0 1 0 0 0,0-1 0 0 0,0 1 0 0 0,0 0 0 0 0,0-1 0 0 0,-1 1 0 0 0,1 0 0 0 0,-1-1 0 0 0,1 1 1 0 0,-1 0-1 0 0,0 0 0 0 0,1 0 0 0 0,-1 0 0 0 0,0-1 0 0 0,0 1 0 0 0,0 0 0 0 0,-1 0 0 0 0,1 0 0 0 0,-1 2 0 0 0,-1 9 7 0 0,-1-1-1 0 0,0 0 0 0 0,-1 0 0 0 0,-1 0 0 0 0,0-1 0 0 0,0 1 0 0 0,-1-1 0 0 0,0-1 0 0 0,-16 20 1 0 0,9-11 99 0 0,-16 33 0 0 0,28-50-93 0 0,0 1 0 0 0,0-1 0 0 0,0 1 0 0 0,1 0-1 0 0,-1-1 1 0 0,1 1 0 0 0,-1 0 0 0 0,1 0 0 0 0,0-1 0 0 0,0 1 0 0 0,1 0 0 0 0,-1-1 0 0 0,0 1 0 0 0,1 0 0 0 0,0-1 0 0 0,-1 1 0 0 0,1 0-1 0 0,0-1 1 0 0,0 1 0 0 0,1-1 0 0 0,-1 0 0 0 0,0 1 0 0 0,1-1 0 0 0,-1 0 0 0 0,1 0 0 0 0,0 0 0 0 0,0 0 0 0 0,3 3 0 0 0,7 5 134 0 0,0-1 1 0 0,0 0-1 0 0,1-1 1 0 0,14 7 0 0 0,-5-3-82 0 0,18 14-193 0 0,-28-17-303 0 0,1 0 1 0 0,-1-1 0 0 0,1-1-1 0 0,1 0 1 0 0,0-1-1 0 0,0 0 1 0 0,15 3 0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3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91 111 2304 0 0,'-8'-50'4356'0'0,"8"43"-2805"0"0,0 0 0 0 0,-1 0-1 0 0,0 0 1 0 0,-1 0 0 0 0,0 0 0 0 0,-4-12 0 0 0,1 30 2665 0 0,-1 22-3513 0 0,-51 297 347 0 0,56-318-1182 0 0,0-1 0 0 0,0 1 0 0 0,1 0 0 0 0,3 21 0 0 0,-3-29-34 0 0,1 0 0 0 0,0 0 0 0 0,0 0 0 0 0,0-1 0 0 0,1 1 0 0 0,-1 0 0 0 0,1 0 0 0 0,0-1 0 0 0,0 1 0 0 0,0-1 0 0 0,1 0 0 0 0,-1 1 0 0 0,1-1 0 0 0,-1 0 0 0 0,1-1 0 0 0,0 1 1 0 0,5 3-1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57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58 456 0 0,'0'-5'-801'0'0,"20"-47"19735"0"0,-18 52-18522 0 0,19 2 577 0 0,-13 0-711 0 0,0 2-1 0 0,0-1 1 0 0,-1 1 0 0 0,1 0 0 0 0,-1 1 0 0 0,0-1 0 0 0,0 2 0 0 0,0-1 0 0 0,9 10 0 0 0,6 9 59 0 0,22 28 1 0 0,-27-30-291 0 0,0 1-1 0 0,-2 1 1 0 0,24 47 0 0 0,-34-57-829 0 0,0 0 1 0 0,6 25-1 0 0,-7-20-6885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75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2 153 2761 0 0,'-2'-12'6131'0'0,"3"11"-5945"0"0,14-12 3019 0 0,27-6-917 0 0,-37 17-1710 0 0,1 0-293 0 0,185-85 640 0 0,-162 71-937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5.96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 1 11058 0 0,'-1'1'158'0'0,"1"0"-1"0"0,-1 0 0 0 0,1 0 0 0 0,-1 0 0 0 0,1 0 0 0 0,0 0 0 0 0,-1 1 1 0 0,1-1-1 0 0,0 0 0 0 0,0 0 0 0 0,0 0 0 0 0,-1 0 0 0 0,1 1 0 0 0,1-1 1 0 0,-1 0-1 0 0,0 0 0 0 0,0 0 0 0 0,0 0 0 0 0,1 3 0 0 0,10 28 3181 0 0,-5-16-2310 0 0,4 23 1058 0 0,8 71 0 0 0,-8 42-5275 0 0,-9-132-3902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6.35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0 127 4609 0 0,'2'-5'265'0'0,"0"0"-1"0"0,0 0 1 0 0,0-1 0 0 0,0 2-1 0 0,1-1 1 0 0,0 0 0 0 0,0 0 0 0 0,0 1-1 0 0,0 0 1 0 0,1 0 0 0 0,0 0-1 0 0,0 0 1 0 0,0 0 0 0 0,0 1-1 0 0,10-6 1 0 0,-2 1 442 0 0,0 1-1 0 0,1 0 0 0 0,-1 0 1 0 0,2 2-1 0 0,13-5 1 0 0,-22 8-383 0 0,0 1 0 0 0,1 0 1 0 0,-1 0-1 0 0,1 0 0 0 0,-1 1 0 0 0,1-1 1 0 0,-1 1-1 0 0,1 1 0 0 0,-1-1 0 0 0,11 3 1 0 0,-14-3-207 0 0,-1 1 0 0 0,0-1 0 0 0,1 1 1 0 0,-1 0-1 0 0,0-1 0 0 0,1 1 1 0 0,-1 0-1 0 0,0 0 0 0 0,0 0 0 0 0,0 0 1 0 0,0 0-1 0 0,0 0 0 0 0,0 0 1 0 0,0 0-1 0 0,0 0 0 0 0,0 1 0 0 0,1 1 1 0 0,-2 0-56 0 0,1-1 0 0 0,-1 0 0 0 0,1 1 0 0 0,-1-1 0 0 0,0 1 0 0 0,0-1 0 0 0,0 0 0 0 0,0 1 0 0 0,0-1 0 0 0,0 1 0 0 0,-1-1 0 0 0,1 0 0 0 0,-1 1 0 0 0,-1 2 0 0 0,-4 12-312 0 0,-2-1 0 0 0,0 1 0 0 0,-15 22 0 0 0,12-22-83 0 0,2 0 0 0 0,-12 27 0 0 0,21-43 324 0 0,-1 0 0 0 0,0 0 1 0 0,1 0-1 0 0,0 1 0 0 0,-1-1 1 0 0,1 0-1 0 0,0 0 0 0 0,0 1 1 0 0,0-1-1 0 0,0 0 0 0 0,0 1 1 0 0,0-1-1 0 0,0 0 0 0 0,0 1 1 0 0,0-1-1 0 0,0 0 1 0 0,1 0-1 0 0,-1 1 0 0 0,1-1 1 0 0,-1 0-1 0 0,1 0 0 0 0,-1 0 1 0 0,1 0-1 0 0,0 1 0 0 0,-1-1 1 0 0,1 0-1 0 0,0 0 0 0 0,0 0 1 0 0,0 0-1 0 0,0-1 0 0 0,0 1 1 0 0,0 0-1 0 0,0 0 0 0 0,0-1 1 0 0,0 1-1 0 0,0 0 0 0 0,1-1 1 0 0,-1 1-1 0 0,0-1 0 0 0,0 1 1 0 0,1-1-1 0 0,1 1 0 0 0,7 1 81 0 0,1-1-1 0 0,-1 0 1 0 0,1 0-1 0 0,14-2 0 0 0,-8 1 72 0 0,11 0-8 0 0,43 3 435 0 0,-66-2-544 0 0,-1 0 0 0 0,1 0-1 0 0,-1 0 1 0 0,1 0 0 0 0,-1 1 0 0 0,0 0 0 0 0,1-1 0 0 0,-1 2 0 0 0,0-1-1 0 0,0 0 1 0 0,-1 1 0 0 0,6 4 0 0 0,-7-5 6 0 0,0 0 0 0 0,-1 1 1 0 0,0-1-1 0 0,1 0 0 0 0,-1 1 0 0 0,0-1 0 0 0,0 1 0 0 0,0-1 1 0 0,-1 1-1 0 0,1-1 0 0 0,-1 1 0 0 0,1 0 0 0 0,-1-1 1 0 0,0 1-1 0 0,0 0 0 0 0,0-1 0 0 0,0 1 0 0 0,-1 0 0 0 0,1-1 1 0 0,-1 1-1 0 0,1-1 0 0 0,-1 1 0 0 0,0-1 0 0 0,0 1 1 0 0,0-1-1 0 0,0 1 0 0 0,-1-1 0 0 0,-1 3 0 0 0,-4 7 253 0 0,0 0-1 0 0,-1-1 1 0 0,-18 20 0 0 0,-114 115 850 0 0,128-126-2098 0 0,9-11-29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6.65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9 24 7834 0 0,'-9'7'1680'0'0,"19"-4"2197"0"0,21-4-310 0 0,-3-11-2665 0 0,16-6-946 0 0,-43 17-212 0 0,1 1 0 0 0,0-1 0 0 0,0 1-1 0 0,0 0 1 0 0,-1 0 0 0 0,1-1 0 0 0,0 2 0 0 0,0-1-1 0 0,0 0 1 0 0,0 0 0 0 0,2 1 0 0 0,-3-1 243 0 0,-1 1 0 0 0,1-1 0 0 0,-1 1 1 0 0,1-1-1 0 0,-1 0 0 0 0,1 1 0 0 0,-1-1 1 0 0,1 1-1 0 0,-1-1 0 0 0,0 1 0 0 0,1-1 0 0 0,-1 1 1 0 0,0 0-1 0 0,1-1 0 0 0,-1 1 0 0 0,0-1 0 0 0,0 1 1 0 0,0 0-1 0 0,1-1 0 0 0,-1 1 0 0 0,0 0 0 0 0,0-1 1 0 0,0 1-1 0 0,0-1 0 0 0,0 1 0 0 0,0 0 1 0 0,0-1-1 0 0,-1 1 0 0 0,1 0 0 0 0,0-1 0 0 0,0 1 1 0 0,0 0-1 0 0,-1 0 0 0 0,-2 5 13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6.77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34 2304 0 0,'2'5'8423'0'0,"-2"-4"-8299"0"0,19-3 4138 0 0,23-8-1829 0 0,27-13-4709 0 0,-53 19 1985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08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14 14747 0 0,'0'-1'166'0'0,"0"1"1"0"0,0-1-1 0 0,0 1 0 0 0,0-1 0 0 0,0 1 0 0 0,0 0 1 0 0,-1-1-1 0 0,1 1 0 0 0,5-9 3490 0 0,-4 9-3489 0 0,8 9 1819 0 0,7 22-1245 0 0,-4 7-519 0 0,-2-1 1 0 0,-2 2-1 0 0,-2-1 1 0 0,4 64-1 0 0,7 50-194 0 0,7-41-192 0 0,-4-38-6433 0 0,-5-30-781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37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 3 8754 0 0,'-8'-3'11084'0'0,"12"8"-10271"0"0,8 13-624 0 0,-1 0 0 0 0,0 1 0 0 0,-1 0 0 0 0,-1 1 1 0 0,-1 0-1 0 0,9 36 0 0 0,21 139 1410 0 0,-21-97-1296 0 0,47 179-8542 0 0,-58-260 1499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64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270 5 2761 0 0,'-3'-1'613'0'0,"1"0"1"0"0,0 1-1 0 0,0-1 1 0 0,-1 0-1 0 0,1 1 1 0 0,0 0-1 0 0,-1-1 1 0 0,1 1-1 0 0,-1 0 1 0 0,1 0-1 0 0,0 0 1 0 0,-5 1-1 0 0,-31 13 3083 0 0,20-3-2834 0 0,1 0 0 0 0,-18 15 0 0 0,29-21-374 0 0,-7 5-217 0 0,0 1-1 0 0,1 0 1 0 0,0 0-1 0 0,1 1 1 0 0,0 0-1 0 0,1 1 0 0 0,0 1 1 0 0,-12 22-1 0 0,21-33-211 0 0,0-1-1 0 0,0 1 1 0 0,0-1-1 0 0,0 1 0 0 0,1-1 1 0 0,-1 1-1 0 0,1-1 1 0 0,-1 1-1 0 0,1-1 1 0 0,0 1-1 0 0,0 0 1 0 0,0-1-1 0 0,1 1 0 0 0,-1-1 1 0 0,1 1-1 0 0,-1 0 1 0 0,1-1-1 0 0,2 5 1 0 0,-1-3-5 0 0,0-1 1 0 0,1 1 0 0 0,-1-1 0 0 0,1 1-1 0 0,0-1 1 0 0,0 0 0 0 0,0 0 0 0 0,0 0-1 0 0,1-1 1 0 0,5 4 0 0 0,2 1-12 0 0,1-1 1 0 0,0-1-1 0 0,0 0 0 0 0,0 0 1 0 0,1-1-1 0 0,17 3 1 0 0,28 0-768 0 0,-38-6-81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8.98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19 14283 0 0,'-13'-18'4495'0'0,"19"33"-423"0"0,0 14-3629 0 0,6 58 0 0 0,-3-9-257 0 0,6 20-224 0 0,-10-54-364 0 0,2 0 1 0 0,2-1-1 0 0,1 0 1 0 0,28 67 0 0 0,-25-80-7457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29.23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3681 0 0,'2'8'10889'0'0,"0"11"-5187"0"0,12 113-3491 0 0,-5 189-902 0 0,0 2-3252 0 0,-4-276-5887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0.70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21 8290 0 0,'0'-1'193'0'0,"0"1"1"0"0,0-1 0 0 0,0 0 0 0 0,0 1-1 0 0,0-1 1 0 0,0 0 0 0 0,0 1-1 0 0,0-1 1 0 0,0 0 0 0 0,0 1 0 0 0,1-1-1 0 0,-1 0 1 0 0,0 1 0 0 0,0-1-1 0 0,1 1 1 0 0,-1-1 0 0 0,0 0 0 0 0,1 1-1 0 0,-1-1 1 0 0,1 1 0 0 0,-1-1-1 0 0,1 1 1 0 0,-1-1 0 0 0,1 1 0 0 0,-1 0-1 0 0,1-1 1 0 0,0 0 0 0 0,0 1-104 0 0,-1 0 0 0 0,0-1-1 0 0,1 1 1 0 0,-1-1 0 0 0,1 1 0 0 0,-1 0 0 0 0,1 0 0 0 0,-1-1 0 0 0,1 1 0 0 0,0 0 0 0 0,-1 0 0 0 0,1 0-1 0 0,-1-1 1 0 0,1 1 0 0 0,-1 0 0 0 0,1 0 0 0 0,0 0 0 0 0,-1 0 0 0 0,1 0 0 0 0,-1 0 0 0 0,1 0 0 0 0,0 0 0 0 0,-1 1-1 0 0,1-1 1 0 0,-1 0 0 0 0,1 0 0 0 0,-1 0 0 0 0,1 1 0 0 0,-1-1 0 0 0,1 0 0 0 0,-1 0 0 0 0,1 1 0 0 0,-1-1 0 0 0,1 1-1 0 0,-1-1 1 0 0,1 0 0 0 0,-1 1 0 0 0,1-1 0 0 0,-1 1 0 0 0,0-1 0 0 0,1 1 0 0 0,-1 0 0 0 0,2 3 209 0 0,0 1 1 0 0,0 0 0 0 0,0 0 0 0 0,-1 0-1 0 0,0 0 1 0 0,0 0 0 0 0,0 0-1 0 0,0 0 1 0 0,-1 0 0 0 0,0 0-1 0 0,-1 7 1 0 0,-10 60 561 0 0,7-53-672 0 0,-6 32-80 0 0,-10 66 282 0 0,18-103-353 0 0,1 0 1 0 0,1 1-1 0 0,0 0 1 0 0,1-1-1 0 0,6 28 1 0 0,-6-39-36 0 0,-1 0-1 0 0,1 0 1 0 0,0 0 0 0 0,0 0 0 0 0,0-1 0 0 0,1 1-1 0 0,-1 0 1 0 0,1-1 0 0 0,-1 1 0 0 0,1-1-1 0 0,0 0 1 0 0,0 0 0 0 0,0 1 0 0 0,0-1-1 0 0,0 0 1 0 0,1-1 0 0 0,-1 1 0 0 0,1 0-1 0 0,3 1 1 0 0,-2-1 7 0 0,0-1 0 0 0,1 1 0 0 0,-1-1 0 0 0,1-1 0 0 0,0 1 0 0 0,-1-1 0 0 0,1 1 0 0 0,0-1 0 0 0,-1 0 0 0 0,1-1 0 0 0,5 0 0 0 0,10-4 20 0 0,0-1 1 0 0,0 0-1 0 0,-1-2 1 0 0,25-12-1 0 0,-43 20-30 0 0,81-45-469 0 0,-29 12-3051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0.91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56 1 2761 0 0,'-17'-1'568'0'0,"16"2"-151"0"0,0-1 1 0 0,-1 0 0 0 0,1 1-1 0 0,0-1 1 0 0,0 1-1 0 0,0 0 1 0 0,-1-1-1 0 0,1 1 1 0 0,0 0-1 0 0,0-1 1 0 0,0 1 0 0 0,0 0-1 0 0,-1 1 1 0 0,-8 18 5453 0 0,5-4-5258 0 0,2-3 159 0 0,1 0 0 0 0,1 0 0 0 0,0 0 0 0 0,1 0-1 0 0,1 0 1 0 0,3 23 0 0 0,22 81 681 0 0,-16-79-1122 0 0,5 35-692 0 0,-10-41-5522 0 0,-2-10-1237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1.25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0 11522 0 0,'6'8'7288'0'0,"22"30"-4933"0"0,-15-20-2015 0 0,-1 1 1 0 0,-1 1-1 0 0,0 0 1 0 0,-2 0-1 0 0,0 1 0 0 0,-2 0 1 0 0,6 25-1 0 0,21 157 185 0 0,-5-20-1245 0 0,-23-158-536 0 0,2-2-4333 0 0,1-5-1665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1.5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202 8 7370 0 0,'-1'-7'3244'0'0,"1"7"-3175"0"0,0 0 0 0 0,0 0 0 0 0,-1 0 0 0 0,1 0 0 0 0,0 0 0 0 0,0 0 0 0 0,0 0 0 0 0,0 0 0 0 0,-1 0 0 0 0,1 0 0 0 0,0 0 0 0 0,0 0 0 0 0,0 0 0 0 0,0 0 0 0 0,-1 0 0 0 0,1 0 1 0 0,0 0-1 0 0,0 0 0 0 0,-1 0 0 0 0,-17 11 3005 0 0,-21 23-241 0 0,19-13-2141 0 0,1 1-1 0 0,1 0 1 0 0,1 2-1 0 0,-15 27 1 0 0,27-42-567 0 0,1-1-1 0 0,-1 1 1 0 0,2 0 0 0 0,-1 0 0 0 0,1 1 0 0 0,0-1-1 0 0,1 1 1 0 0,0-1 0 0 0,1 1 0 0 0,0 0 0 0 0,0 0 0 0 0,1 0-1 0 0,1-1 1 0 0,-1 1 0 0 0,4 16 0 0 0,-2-21-77 0 0,0 0-1 0 0,0-1 1 0 0,1 1-1 0 0,-1-1 1 0 0,1 1-1 0 0,0-1 1 0 0,0 0-1 0 0,0 0 1 0 0,0 0-1 0 0,1-1 1 0 0,0 1 0 0 0,0-1-1 0 0,0 0 1 0 0,0 0-1 0 0,0 0 1 0 0,0-1-1 0 0,1 1 1 0 0,0-1-1 0 0,-1 0 1 0 0,1 0-1 0 0,0-1 1 0 0,0 1 0 0 0,0-1-1 0 0,0 0 1 0 0,6 0-1 0 0,14 1 12 0 0,1 0 0 0 0,0-2 0 0 0,44-5 0 0 0,-44 3-101 0 0,-5 0-495 0 0,20-2-43 0 0,-18 11-9047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00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10 7498 0 0,'8'-10'0'0'0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16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6 43 5985 0 0,'0'0'106'0'0,"-1"0"0"0"0,1 0 0 0 0,0 0 0 0 0,0 0 0 0 0,-1 0 0 0 0,1 0 0 0 0,-2 2 637 0 0,2-2-637 0 0,0 0 0 0 0,0 1 0 0 0,0-1 0 0 0,-1 0 0 0 0,1 0 0 0 0,0 1 0 0 0,0-1 0 0 0,0 0 0 0 0,0 1 0 0 0,0-1 0 0 0,0 0 0 0 0,0 1 0 0 0,0-1 0 0 0,0 0 0 0 0,0 1 0 0 0,0-1 0 0 0,0 0 0 0 0,0 1 0 0 0,0-1 0 0 0,0 0 0 0 0,0 0 0 0 0,0 1 0 0 0,0-1 0 0 0,0 0 0 0 0,0 1 0 0 0,0-1 0 0 0,0 0 0 0 0,1 1 0 0 0,0 0 636 0 0,-1-1-636 0 0,0 1 0 0 0,1-1 0 0 0,-1 0 0 0 0,0 0 0 0 0,1 0 0 0 0,-1 0 0 0 0,0 1 0 0 0,0-1 0 0 0,1 0 0 0 0,-1 0 0 0 0,0 0 0 0 0,1 0 0 0 0,-1 0 1 0 0,0 0-1 0 0,1 0 0 0 0,-1 0 0 0 0,0 0 0 0 0,1 0 0 0 0,24 3 3821 0 0,-9-5-3097 0 0,0-2 1 0 0,-1 0-1 0 0,1-1 1 0 0,20-10-1 0 0,-21 9-1194 0 0,0 0 0 0 0,0 1-1 0 0,0 1 1 0 0,26-5 0 0 0,-34 9-1135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32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82 3225 0 0,'0'1'41'0'0,"0"-1"1"0"0,0 1 0 0 0,0-1-1 0 0,1 0 1 0 0,-1 1-1 0 0,0-1 1 0 0,1 0 0 0 0,-1 1-1 0 0,0-1 1 0 0,0 0 0 0 0,1 0-1 0 0,-1 1 1 0 0,1-1-1 0 0,-1 0 1 0 0,0 0 0 0 0,1 1-1 0 0,-1-1 1 0 0,0 0 0 0 0,1 0-1 0 0,-1 0 1 0 0,1 0-1 0 0,-1 0 1 0 0,1 0 0 0 0,-1 0-1 0 0,0 0 1 0 0,1 0 0 0 0,-1 0-1 0 0,1 0 1 0 0,-1 0-1 0 0,1 0 1 0 0,-1 0 0 0 0,0 0-1 0 0,1 0 1 0 0,22-4 2350 0 0,-15 3-1938 0 0,16-3 1088 0 0,-1-1 0 0 0,0 0 0 0 0,36-15 1 0 0,24-14-4939 0 0,-63 26 728 0 0,-8 1 686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2.95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82 10 6913 0 0,'-29'-2'1625'0'0,"-24"-5"7285"0"0,75 10-6666 0 0,39 3 0 0 0,-3-1-1841 0 0,321 59 870 0 0,-268-50-1014 0 0,254 23-277 0 0,-261-40-1669 0 0,-58-2-6252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3.44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34 47 3225 0 0,'-34'-47'15547'0'0,"35"63"-14171"0"0,5 324 2199 0 0,5 57-5160 0 0,-7-346-6342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3.84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11 6 11058 0 0,'-10'-6'10433'0'0,"17"25"-9891"0"0,10 39 97 0 0,53 198 846 0 0,-60-209-1550 0 0,-2 0 1 0 0,-3 1-1 0 0,0 73 0 0 0,-6-96-316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14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0 169 2304 0 0,'2'-5'505'0'0,"0"-1"0"0"0,1 1 0 0 0,0 0 0 0 0,0 0 0 0 0,0 0 0 0 0,0 0 0 0 0,1 1 0 0 0,0-1 0 0 0,8-7 0 0 0,43-34 2185 0 0,-51 43-2550 0 0,9-6 447 0 0,1 0 1 0 0,0 0-1 0 0,0 1 1 0 0,0 1 0 0 0,23-7-1 0 0,-33 12-444 0 0,0 1-1 0 0,1 0 0 0 0,-1 0 1 0 0,1 0-1 0 0,-1 1 0 0 0,1 0 0 0 0,-1 0 1 0 0,1 0-1 0 0,-1 0 0 0 0,9 2 1 0 0,-11-1-76 0 0,0 0 0 0 0,1 0 0 0 0,-1 0 0 0 0,0 0 0 0 0,0 0 0 0 0,0 0 0 0 0,0 1 0 0 0,0-1 0 0 0,0 1 0 0 0,0 0 0 0 0,-1-1 0 0 0,1 1 0 0 0,-1 0 0 0 0,1 0 0 0 0,-1 0 0 0 0,1 0 0 0 0,-1 0 0 0 0,0 0 0 0 0,0 0 0 0 0,0 1 0 0 0,1 2 0 0 0,-1 0-12 0 0,0 1 1 0 0,-1-1-1 0 0,1 0 0 0 0,-1 0 1 0 0,0 1-1 0 0,0-1 0 0 0,0 0 1 0 0,-1 0-1 0 0,0 0 1 0 0,0 1-1 0 0,0-1 0 0 0,-4 8 1 0 0,-3 9 204 0 0,-18 32 1 0 0,9-20 121 0 0,13-26-292 0 0,-18 48 842 0 0,21-52-785 0 0,0-1 0 0 0,0 1-1 0 0,1-1 1 0 0,-1 1 0 0 0,1-1 0 0 0,0 1-1 0 0,0-1 1 0 0,0 1 0 0 0,0-1 0 0 0,1 1-1 0 0,-1-1 1 0 0,1 1 0 0 0,0-1 0 0 0,2 5-1 0 0,-2-6-54 0 0,1 1 1 0 0,0-1-1 0 0,-1 0 0 0 0,1 0 0 0 0,0 0 0 0 0,1 0 1 0 0,-1-1-1 0 0,0 1 0 0 0,0-1 0 0 0,1 1 0 0 0,-1-1 1 0 0,5 2-1 0 0,39 13-182 0 0,-24-9-419 0 0,10 6-2087 0 0,-15-8-4536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34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92 3225 0 0,'32'-38'713'0'0,"-6"-3"6781"0"0,-19 29-4027 0 0,-19 43 2639 0 0,-3 28-5307 0 0,9-28-336 0 0,0-10-369 0 0,-16 82 12 0 0,20-91-111 0 0,1 0 1 0 0,0 0 0 0 0,1 0 0 0 0,0 0-1 0 0,1 1 1 0 0,2 15 0 0 0,3-16-105 0 0,-6-12 54 0 0,0 1 0 0 0,0-1 1 0 0,0 0-1 0 0,1 0 1 0 0,-1 0-1 0 0,0 0 1 0 0,0 1-1 0 0,0-1 0 0 0,1 0 1 0 0,-1 0-1 0 0,0 0 1 0 0,0 0-1 0 0,0 1 1 0 0,1-1-1 0 0,-1 0 1 0 0,0 0-1 0 0,0 0 0 0 0,1 0 1 0 0,-1 0-1 0 0,0 0 1 0 0,0 0-1 0 0,1 0 1 0 0,-1 0-1 0 0,0 0 0 0 0,1 0 1 0 0,-1 0-1 0 0,0 0 1 0 0,0 0-1 0 0,1 0 1 0 0,-1 0-1 0 0,0 0 0 0 0,0 0 1 0 0,1 0-1 0 0,-1-1 1 0 0,0 1-1 0 0,0 0 1 0 0,0 0-1 0 0,1 0 0 0 0,-1 0 1 0 0,0-1-1 0 0,0 1 1 0 0,0 0-1 0 0,1 0 1 0 0,-1 0-1 0 0,0 0 0 0 0,0-1 1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50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91 6449 0 0,'3'-13'75'0'0,"15"-38"1241"0"0,-18 50-1095 0 0,1-1 1 0 0,0 0 0 0 0,-1 1 0 0 0,1-1 0 0 0,0 1 0 0 0,0 0-1 0 0,0-1 1 0 0,0 1 0 0 0,0 0 0 0 0,0 0 0 0 0,1-1-1 0 0,-1 1 1 0 0,0 0 0 0 0,1 0 0 0 0,-1 0 0 0 0,1 0 0 0 0,-1 1-1 0 0,1-1 1 0 0,-1 0 0 0 0,1 1 0 0 0,-1-1 0 0 0,1 1-1 0 0,0-1 1 0 0,-1 1 0 0 0,4 0 0 0 0,-3 0-29 0 0,0 1 1 0 0,0-1-1 0 0,0 1 0 0 0,-1 0 1 0 0,1 0-1 0 0,0 0 1 0 0,0 0-1 0 0,-1 0 0 0 0,1 1 1 0 0,0-1-1 0 0,-1 0 1 0 0,0 1-1 0 0,1-1 0 0 0,-1 1 1 0 0,0 0-1 0 0,1-1 1 0 0,-1 1-1 0 0,0 0 0 0 0,0 0 1 0 0,0 2-1 0 0,19 46 1258 0 0,-15-36-983 0 0,43 109 1133 0 0,36 98-2033 0 0,-78-202 80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67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1 119 6913 0 0,'9'-4'5186'0'0,"9"-6"-3299"0"0,11-5-750 0 0,33-11-464 0 0,44-20-858 0 0,-76 28 249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4.8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 0 12443 0 0,'-4'7'480'0'0,"1"0"0"0"0,0 0 1 0 0,1 0-1 0 0,0 0 1 0 0,0 0-1 0 0,0 1 0 0 0,1-1 1 0 0,0 0-1 0 0,1 12 1 0 0,5 74 2461 0 0,-1-49-1765 0 0,2 29-241 0 0,1 30-2246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5.21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85 6449 0 0,'0'-4'161'0'0,"0"1"-1"0"0,1-1 0 0 0,-1 0 0 0 0,1 1 0 0 0,0-1 0 0 0,0 1 1 0 0,0-1-1 0 0,0 1 0 0 0,1-1 0 0 0,0 1 0 0 0,-1 0 0 0 0,1 0 1 0 0,0-1-1 0 0,0 1 0 0 0,1 1 0 0 0,-1-1 0 0 0,1 0 0 0 0,-1 1 1 0 0,1-1-1 0 0,0 1 0 0 0,0 0 0 0 0,0 0 0 0 0,0 0 0 0 0,0 0 1 0 0,1 0-1 0 0,-1 1 0 0 0,0-1 0 0 0,1 1 0 0 0,-1 0 1 0 0,1 0-1 0 0,-1 1 0 0 0,1-1 0 0 0,0 1 0 0 0,-1-1 0 0 0,1 1 1 0 0,0 0-1 0 0,-1 1 0 0 0,7 0 0 0 0,-4 0-47 0 0,0 0-1 0 0,-1 1 1 0 0,1 0-1 0 0,-1 0 1 0 0,1 0 0 0 0,-1 1-1 0 0,0-1 1 0 0,0 1-1 0 0,0 0 1 0 0,0 1-1 0 0,-1-1 1 0 0,1 1 0 0 0,-1 0-1 0 0,0 0 1 0 0,0 1-1 0 0,0-1 1 0 0,-1 1-1 0 0,1 0 1 0 0,-1 0 0 0 0,0 0-1 0 0,-1 0 1 0 0,1 0-1 0 0,1 8 1 0 0,-1-5 29 0 0,-1 0 1 0 0,0 1-1 0 0,-1-1 0 0 0,0 1 1 0 0,0-1-1 0 0,-1 1 1 0 0,0 0-1 0 0,-1-1 0 0 0,0 1 1 0 0,0-1-1 0 0,-1 1 0 0 0,0-1 1 0 0,0 0-1 0 0,-1 0 0 0 0,-4 10 1 0 0,5-15-151 0 0,1 0 1 0 0,-1 0-1 0 0,1 0 1 0 0,0 1-1 0 0,0-1 0 0 0,0 1 1 0 0,0-1-1 0 0,0 7 1 0 0,1-9 5 0 0,0 0 0 0 0,1 0 0 0 0,-1 0 0 0 0,1 0-1 0 0,-1 0 1 0 0,1 0 0 0 0,0 0 0 0 0,-1 0 0 0 0,1 0 0 0 0,0-1 0 0 0,0 1 0 0 0,-1 0 0 0 0,1 0 0 0 0,0-1 0 0 0,0 1 0 0 0,0-1 0 0 0,0 1 0 0 0,0-1 0 0 0,0 1 0 0 0,0-1-1 0 0,0 1 1 0 0,0-1 0 0 0,0 0 0 0 0,0 0 0 0 0,0 0 0 0 0,0 1 0 0 0,0-1 0 0 0,1 0 0 0 0,-1 0 0 0 0,0 0 0 0 0,0-1 0 0 0,1 1 0 0 0,13 1-258 0 0,-8-1 509 0 0,1 0-1 0 0,0 1 0 0 0,0 0 1 0 0,-1 0-1 0 0,1 1 0 0 0,9 3 1 0 0,-16-5-196 0 0,0 1 0 0 0,0-1 1 0 0,0 1-1 0 0,0-1 1 0 0,-1 1-1 0 0,1 0 0 0 0,0-1 1 0 0,0 1-1 0 0,0 0 1 0 0,0 0-1 0 0,-1 0 0 0 0,1 0 1 0 0,0-1-1 0 0,-1 1 1 0 0,1 0-1 0 0,-1 0 0 0 0,1 0 1 0 0,-1 0-1 0 0,0 0 1 0 0,1 2-1 0 0,-1-1-39 0 0,0 0 0 0 0,0 0-1 0 0,0 0 1 0 0,0 0 0 0 0,-1 0 0 0 0,1 0 0 0 0,-1 0-1 0 0,1 0 1 0 0,-1 0 0 0 0,0 0 0 0 0,0 0 0 0 0,1 0-1 0 0,-1 0 1 0 0,-3 2 0 0 0,-16 21-2021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5.94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0 10594 0 0,'0'0'819'0'0,"24"10"6387"0"0,-17-4-6820 0 0,1 0 1 0 0,-1 1 0 0 0,-1 0 0 0 0,0 0-1 0 0,0 0 1 0 0,0 1 0 0 0,-1-1-1 0 0,0 2 1 0 0,0-1 0 0 0,-1 0 0 0 0,0 1-1 0 0,4 12 1 0 0,3 12-174 0 0,-2 1 0 0 0,5 34 0 0 0,11 145-1736 0 0,-23-148-6628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6.32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11 7 13363 0 0,'-10'-6'3967'0'0,"13"27"607"0"0,0-10-4947 0 0,23 145 2536 0 0,21 180-1033 0 0,-42-270-1545 0 0,4-1 0 0 0,32 120 1 0 0,-32-158-41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6.92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0 11058 0 0,'5'19'3317'0'0,"-1"-1"-1"0"0,2 23 0 0 0,6 112-2418 0 0,-7-81 10 0 0,-3-35-837 0 0,2-1-1 0 0,1 0 1 0 0,2 0 0 0 0,15 47-1 0 0,-14-62-263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7.16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254 1 8754 0 0,'-1'-1'148'0'0,"-1"1"1"0"0,1 0-1 0 0,0 0 0 0 0,-1 0 0 0 0,1 1 1 0 0,0-1-1 0 0,-1 0 0 0 0,1 0 1 0 0,0 1-1 0 0,0-1 0 0 0,-1 1 1 0 0,1-1-1 0 0,0 1 0 0 0,0-1 1 0 0,0 1-1 0 0,0 0 0 0 0,-1 0 1 0 0,1-1-1 0 0,-1 2 0 0 0,-22 22 1977 0 0,17-18-1832 0 0,-26 27 1243 0 0,-55 58 805 0 0,77-78-1975 0 0,0 0 0 0 0,1 0 0 0 0,1 1 1 0 0,0 1-1 0 0,-8 18 0 0 0,16-30-298 0 0,0-1 1 0 0,0 1-1 0 0,0-1 0 0 0,0 1 0 0 0,0 0 0 0 0,0 0 0 0 0,1 0 0 0 0,-1-1 0 0 0,1 1 0 0 0,0 0 0 0 0,0 0 1 0 0,0 0-1 0 0,0 0 0 0 0,0 0 0 0 0,1-1 0 0 0,-1 1 0 0 0,1 0 0 0 0,0 0 0 0 0,0 0 0 0 0,0-1 0 0 0,0 1 1 0 0,0-1-1 0 0,1 1 0 0 0,-1-1 0 0 0,1 1 0 0 0,0-1 0 0 0,-1 0 0 0 0,1 0 0 0 0,0 0 0 0 0,0 0 0 0 0,0 0 1 0 0,1 0-1 0 0,-1 0 0 0 0,0-1 0 0 0,6 3 0 0 0,0 0-51 0 0,1 0 0 0 0,-1-1 0 0 0,1-1 1 0 0,0 0-1 0 0,0 0 0 0 0,0 0 0 0 0,0-1 0 0 0,0 0 1 0 0,0-1-1 0 0,11-1 0 0 0,4-2-544 0 0,42-10 0 0 0,-35 5-564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5.64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7 4 7370 0 0,'0'0'154'0'0,"-5"3"1847"0"0,5-3-1847 0 0,0 1 0 0 0,0-1 0 0 0,-1 1 0 0 0,1-1 0 0 0,0 0 0 0 0,0 1 0 0 0,0-1 0 0 0,0 1 0 0 0,0-1-1 0 0,0 1 1 0 0,-1-1 0 0 0,1 0 0 0 0,0 1 0 0 0,0-1 0 0 0,0 1 0 0 0,0-1 0 0 0,0 1 0 0 0,1-1 0 0 0,-1 1 0 0 0,13 9 2750 0 0,24 0-119 0 0,132-5 1360 0 0,88-20-3414 0 0,-97 3-620 0 0,-16 3-801 0 0,-98 5 57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7.581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19 4609 0 0,'0'0'111'0'0,"0"1"-1"0"0,1-1 1 0 0,-1 1-1 0 0,1-1 1 0 0,-1 1-1 0 0,0-1 1 0 0,1 0-1 0 0,-1 1 1 0 0,1-1-1 0 0,-1 0 1 0 0,1 1 0 0 0,0-1-1 0 0,-1 0 1 0 0,1 0-1 0 0,-1 1 1 0 0,1-1-1 0 0,-1 0 1 0 0,1 0-1 0 0,0 0 1 0 0,-1 0 0 0 0,1 0-1 0 0,0 0 1 0 0,-1 0-1 0 0,1 0 1 0 0,0 0-1 0 0,22 3 1932 0 0,174-6 6077 0 0,1-13-8090 0 0,-153 12-1347 0 0,-7 0-4635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7.867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19 1 6913 0 0,'-16'16'688'0'0,"16"-15"-567"0"0,-1-1 1 0 0,1 1 0 0 0,0-1 0 0 0,0 0 0 0 0,-1 1 0 0 0,1-1 0 0 0,0 1 0 0 0,0-1 0 0 0,0 1-1 0 0,0-1 1 0 0,0 1 0 0 0,0-1 0 0 0,0 0 0 0 0,0 1 0 0 0,0-1 0 0 0,0 1 0 0 0,0-1 0 0 0,0 1-1 0 0,0-1 1 0 0,0 1 0 0 0,1-1 0 0 0,-1 1 0 0 0,0-1 0 0 0,1 1 0 0 0,1 1 429 0 0,1 1 0 0 0,0-1 1 0 0,0 0-1 0 0,0 0 0 0 0,0-1 1 0 0,0 1-1 0 0,1-1 0 0 0,5 3 1 0 0,-6-3-567 0 0,31 11 1363 0 0,0-1-1 0 0,0-2 0 0 0,1-2 0 0 0,53 5 1 0 0,-25-7-824 0 0,107-7 1 0 0,-150 1-855 0 0,1-2-1 0 0,35-8 1 0 0,-17-4-6511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8.04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21 0 4145 0 0,'-1'1'327'0'0,"-1"1"0"0"0,1-1 0 0 0,0 0 0 0 0,-1 1 0 0 0,1-1 0 0 0,0 0 0 0 0,0 1 0 0 0,0-1 0 0 0,0 1 0 0 0,0 0 0 0 0,0-1 0 0 0,1 1 0 0 0,-1 0 1 0 0,1 0-1 0 0,-1-1 0 0 0,1 1 0 0 0,-1 0 0 0 0,1 0 0 0 0,0 0 0 0 0,0 3 0 0 0,-3 47 3214 0 0,3-49-3365 0 0,0 44 2263 0 0,2 0-1 0 0,17 91 1 0 0,-4-74-2018 0 0,3 0 0 0 0,2-1-1 0 0,38 80 1 0 0,-42-109-641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8.34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5 12899 0 0,'1'0'53'0'0,"-1"0"-1"0"0,0 0 1 0 0,0 0 0 0 0,0 0 0 0 0,0 0-1 0 0,0 1 1 0 0,0-1 0 0 0,1 0 0 0 0,-1 0 0 0 0,0 0-1 0 0,0 0 1 0 0,0 0 0 0 0,0 0 0 0 0,0 0-1 0 0,1 0 1 0 0,-1 0 0 0 0,0 0 0 0 0,0 0 0 0 0,0 0-1 0 0,0 0 1 0 0,1 0 0 0 0,-1 0 0 0 0,0 0-1 0 0,0 0 1 0 0,0 0 0 0 0,1-1 527 0 0,0 0-527 0 0,-1 1 0 0 0,0 0 0 0 0,0 0 0 0 0,0 0-1 0 0,0 0 1 0 0,0 0 0 0 0,0-1 0 0 0,0 1-1 0 0,0 0 1 0 0,0 0 0 0 0,0 0 0 0 0,0 0 0 0 0,0 0-1 0 0,0-1 1 0 0,0 1 0 0 0,0 0 0 0 0,0 0-1 0 0,0 0 1 0 0,0 0 0 0 0,0-1 0 0 0,0 1 0 0 0,0 0-1 0 0,0 0 1 0 0,0 0 0 0 0,0 0 0 0 0,0 0-1 0 0,0-1 1 0 0,12 19 2156 0 0,8 29-135 0 0,-9-7-1244 0 0,-2 0 0 0 0,-2 1 0 0 0,2 57 0 0 0,-7 129-466 0 0,-2-60-2325 0 0,1-119-6059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8.636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1 131 6913 0 0,'23'-2'2758'0'0,"281"-34"7286"0"0,1 8-7005 0 0,148-16-3470 0 0,-369 31-2105 0 0,-48 6-4656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9.49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0 8290 0 0,'10'8'8503'0'0,"-2"5"-3539"0"0,4 22-2327 0 0,-1 39-3202 0 0,-6-4 947 0 0,23 197 1146 0 0,-30-309-2015 0 0,2 25-229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39.93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13 21 9674 0 0,'-1'1'233'0'0,"0"0"0"0"0,0-1 0 0 0,0 1-1 0 0,0 0 1 0 0,0 0 0 0 0,1 0 0 0 0,-1 0 0 0 0,0 0 0 0 0,1 0-1 0 0,-1 0 1 0 0,1 0 0 0 0,-1 0 0 0 0,1 0 0 0 0,-1 0 0 0 0,1 0-1 0 0,0 0 1 0 0,-1 1 0 0 0,1-1 0 0 0,0 0 0 0 0,0 0 0 0 0,0 0-1 0 0,0 1 1 0 0,0-1 0 0 0,0 0 0 0 0,0 0 0 0 0,0 0 0 0 0,1 0-1 0 0,-1 1 1 0 0,0-1 0 0 0,1 0 0 0 0,-1 0 0 0 0,1 0 0 0 0,-1 0-1 0 0,1 0 1 0 0,-1 0 0 0 0,1 0 0 0 0,0 0 0 0 0,0 0 0 0 0,-1 0-1 0 0,1 0 1 0 0,0-1 0 0 0,0 1 0 0 0,0 0 0 0 0,0 0 0 0 0,2 0-1 0 0,1 2-26 0 0,0-1 0 0 0,0 0-1 0 0,0 0 1 0 0,0 0-1 0 0,1-1 1 0 0,-1 0 0 0 0,0 0-1 0 0,1 0 1 0 0,-1 0-1 0 0,1 0 1 0 0,4-1 0 0 0,10-1-39 0 0,0-2 1 0 0,0 0-1 0 0,-1-1 1 0 0,30-10-1 0 0,69-35-3174 0 0,-94 39-4472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0.175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0 1 6913 0 0,'11'37'6192'0'0,"-4"-16"-4064"0"0,37 157 5263 0 0,72 244-4836 0 0,-107-395-4432 0 0,-2-1-6494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0.412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1 7834 0 0,'5'17'7765'0'0,"0"7"-3375"0"0,2 67-2018 0 0,-4-44-1083 0 0,2 67-200 0 0,2 10-1273 0 0,4-44-6598 0 0,-7-62-853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0.690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226 0 4145 0 0,'1'4'11694'0'0,"-80"78"-8046"0"0,58-63-3349 0 0,1 0-1 0 0,1 2 1 0 0,0 0-1 0 0,2 0 0 0 0,-23 39 1 0 0,38-57-263 0 0,1-1 1 0 0,0 1-1 0 0,-1 0 0 0 0,1-1 1 0 0,0 1-1 0 0,0 0 1 0 0,0 0-1 0 0,1 0 0 0 0,-1 0 1 0 0,1-1-1 0 0,0 1 1 0 0,0 0-1 0 0,0 0 0 0 0,0 0 1 0 0,0 0-1 0 0,0 0 1 0 0,1 0-1 0 0,-1 0 0 0 0,1 0 1 0 0,0 0-1 0 0,0-1 1 0 0,0 1-1 0 0,0 0 0 0 0,1-1 1 0 0,-1 1-1 0 0,1-1 1 0 0,-1 1-1 0 0,1-1 0 0 0,0 1 1 0 0,0-1-1 0 0,0 0 0 0 0,0 0 1 0 0,1 0-1 0 0,-1-1 1 0 0,0 1-1 0 0,1 0 0 0 0,-1-1 1 0 0,6 3-1 0 0,4 1 63 0 0,0 0-1 0 0,0-1 1 0 0,1 0-1 0 0,-1-1 1 0 0,1 0-1 0 0,0-1 1 0 0,19 0-1 0 0,17-2-591 0 0,94-13 0 0 0,-129 11-232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1.33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91 6913 0 0,'0'0'135'0'0,"0"1"0"0"0,0 0 0 0 0,0-1 0 0 0,0 1 0 0 0,0 0 0 0 0,0-1-1 0 0,1 1 1 0 0,-1 0 0 0 0,0-1 0 0 0,0 1 0 0 0,1 0 0 0 0,-1-1 0 0 0,0 1-1 0 0,1-1 1 0 0,-1 1 0 0 0,1-1 0 0 0,-1 1 0 0 0,1-1 0 0 0,-1 1-1 0 0,1-1 1 0 0,-1 1 0 0 0,1-1 0 0 0,-1 0 0 0 0,1 1 0 0 0,-1-1 0 0 0,1 0-1 0 0,0 0 1 0 0,-1 1 0 0 0,1-1 0 0 0,-1 0 0 0 0,1 0 0 0 0,0 0-1 0 0,-1 0 1 0 0,1 1 0 0 0,0-1 0 0 0,-1 0 0 0 0,1 0 0 0 0,0-1 0 0 0,-1 1-1 0 0,1 0 1 0 0,1 0 0 0 0,38-2 3447 0 0,-31 1-2977 0 0,23-2 583 0 0,0-2 0 0 0,-1-1 0 0 0,47-16 1 0 0,35-17-3654 0 0,-61 20-1554 0 0,-29 11 1821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1.4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 0 11058 0 0,'0'1'168'0'0,"-1"0"0"0"0,1 0 0 0 0,-1 0 0 0 0,1 0 0 0 0,0 0-1 0 0,0 0 1 0 0,-1 0 0 0 0,1 0 0 0 0,0 0 0 0 0,0 0 0 0 0,0 0 0 0 0,0 0-1 0 0,0 0 1 0 0,0 0 0 0 0,0 0 0 0 0,1 0 0 0 0,-1 0 0 0 0,0 0-1 0 0,0 0 1 0 0,1 0 0 0 0,-1 0 0 0 0,1-1 0 0 0,-1 1 0 0 0,1 0 0 0 0,-1 0-1 0 0,1 0 1 0 0,-1 0 0 0 0,1-1 0 0 0,1 2 0 0 0,0 0 73 0 0,0-1 1 0 0,1 1-1 0 0,-1-1 1 0 0,1 0-1 0 0,-1 0 0 0 0,1 0 1 0 0,0 0-1 0 0,0 0 1 0 0,-1-1-1 0 0,6 2 1 0 0,1-1-90 0 0,0-1 1 0 0,1 0-1 0 0,-1 0 1 0 0,0 0-1 0 0,1-1 1 0 0,10-3 0 0 0,44-20-2953 0 0,-37 12 1209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5.933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34 282 2304 0 0,'-3'-3'770'0'0,"0"-1"0"0"0,0 1-1 0 0,0 0 1 0 0,0-1-1 0 0,1 0 1 0 0,-1 0-1 0 0,1 0 1 0 0,0 0-1 0 0,0 0 1 0 0,1 0 0 0 0,-1 0-1 0 0,1 0 1 0 0,0-1-1 0 0,0 1 1 0 0,1-1-1 0 0,-1 1 1 0 0,1-7-1 0 0,0 5-406 0 0,1-1 0 0 0,0 1-1 0 0,1 0 1 0 0,-1 0 0 0 0,1 0-1 0 0,1-1 1 0 0,-1 2-1 0 0,1-1 1 0 0,0 0 0 0 0,0 1-1 0 0,5-7 1 0 0,1 1-287 0 0,0 0-1 0 0,1 0 1 0 0,0 0 0 0 0,1 1 0 0 0,0 1 0 0 0,1 0 0 0 0,0 1-1 0 0,0 0 1 0 0,1 1 0 0 0,15-7 0 0 0,-18 10-75 0 0,0 1-1 0 0,1 0 1 0 0,-1 1 0 0 0,1 0 0 0 0,0 1 0 0 0,0 0-1 0 0,0 0 1 0 0,13 2 0 0 0,-17 0-5 0 0,-1-1 0 0 0,0 1 0 0 0,0 0 0 0 0,1 1 0 0 0,-1-1 0 0 0,0 1 0 0 0,0 0 0 0 0,-1 1 0 0 0,1 0 0 0 0,0-1 0 0 0,-1 2 0 0 0,1-1 0 0 0,-1 1 0 0 0,0 0 0 0 0,6 6 0 0 0,-8-6 2 0 0,-1-1 0 0 0,0 1 1 0 0,0 0-1 0 0,0 0 1 0 0,-1 0-1 0 0,1 0 1 0 0,-1 1-1 0 0,0-1 0 0 0,0 0 1 0 0,0 0-1 0 0,-1 1 1 0 0,1-1-1 0 0,-1 1 1 0 0,0-1-1 0 0,0 0 0 0 0,-1 1 1 0 0,0-1-1 0 0,1 0 1 0 0,-1 1-1 0 0,-2 3 0 0 0,-3 13-9 0 0,-2 0-1 0 0,-15 32 0 0 0,20-47 17 0 0,-33 63 4 0 0,14-30 10 0 0,-16 45 1 0 0,33-72-18 0 0,1 0 1 0 0,0 0 0 0 0,1 1-1 0 0,1-1 1 0 0,0 1 0 0 0,0-1-1 0 0,2 1 1 0 0,0 18 0 0 0,0-29 1 0 0,0 0 1 0 0,0 1 0 0 0,1-1 0 0 0,-1 1 0 0 0,1-1 0 0 0,-1 0 0 0 0,1 0-1 0 0,0 1 1 0 0,0-1 0 0 0,0 0 0 0 0,0 0 0 0 0,0 0 0 0 0,1 0 0 0 0,-1 0 0 0 0,0 0-1 0 0,1 0 1 0 0,0-1 0 0 0,-1 1 0 0 0,1 0 0 0 0,0-1 0 0 0,0 0 0 0 0,0 1-1 0 0,3 1 1 0 0,-1-2 16 0 0,0 0-1 0 0,0 0 0 0 0,0 0 0 0 0,0 0 1 0 0,0-1-1 0 0,0 0 0 0 0,0 1 0 0 0,0-1 1 0 0,0-1-1 0 0,0 1 0 0 0,0-1 0 0 0,8-1 1 0 0,-4 0 13 0 0,0-1 0 0 0,0 0 0 0 0,0 0 0 0 0,0-1 0 0 0,0 1 1 0 0,0-2-1 0 0,-1 1 0 0 0,0-1 0 0 0,0 0 0 0 0,0-1 0 0 0,-1 1 1 0 0,11-13-1 0 0,-15 15-12 0 0,-1 0 1 0 0,1 0-1 0 0,-1 0 1 0 0,0 0-1 0 0,1 0 0 0 0,-1 0 1 0 0,-1-1-1 0 0,1 1 1 0 0,0 0-1 0 0,-1 0 1 0 0,0-1-1 0 0,0 1 1 0 0,0 0-1 0 0,0-1 0 0 0,-1-3 1 0 0,0 0 7 0 0,-1 1 0 0 0,0 0 0 0 0,0 0 0 0 0,0 0 0 0 0,-1 0 0 0 0,0 0 0 0 0,-5-7 0 0 0,-4-4 39 0 0,-1 1 0 0 0,-1 1 0 0 0,-29-26 0 0 0,27 26-32 0 0,-2 1 0 0 0,0 1 1 0 0,-36-21-1 0 0,47 31-182 0 0,-1-1-1 0 0,1 1 0 0 0,0 0 1 0 0,-1 0-1 0 0,0 1 1 0 0,0 0-1 0 0,0 0 1 0 0,0 1-1 0 0,0 0 1 0 0,0 1-1 0 0,0 0 0 0 0,0 0 1 0 0,0 0-1 0 0,-8 3 1 0 0,-4 2-1193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6.389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38 1 8290 0 0,'-11'6'6393'0'0,"2"9"-3589"0"0,1 15-462 0 0,8-29-2107 0 0,-4 24-15 0 0,1 0 0 0 0,1 0 0 0 0,1 0 0 0 0,1 0 1 0 0,2 0-1 0 0,0 0 0 0 0,2 0 0 0 0,0 0 0 0 0,2-1 0 0 0,1 0 0 0 0,1 0 0 0 0,18 38 0 0 0,-23-56-216 0 0,0 0 0 0 0,1 0 0 0 0,0-1 1 0 0,0 1-1 0 0,0-1 0 0 0,0 0 0 0 0,1 0 0 0 0,0-1 0 0 0,0 1 1 0 0,0-1-1 0 0,0 0 0 0 0,1-1 0 0 0,0 1 0 0 0,6 2 1 0 0,-8-5-2 0 0,0 1 0 0 0,0-1 1 0 0,1-1-1 0 0,-1 1 1 0 0,0 0-1 0 0,1-1 1 0 0,-1 0-1 0 0,0 0 0 0 0,1 0 1 0 0,-1-1-1 0 0,0 1 1 0 0,1-1-1 0 0,-1 0 0 0 0,0 0 1 0 0,0-1-1 0 0,0 1 1 0 0,0-1-1 0 0,0 0 1 0 0,0 0-1 0 0,0 0 0 0 0,-1-1 1 0 0,6-3-1 0 0,-2 0 16 0 0,0 1 0 0 0,-1-1-1 0 0,1-1 1 0 0,-1 1 0 0 0,-1-1 0 0 0,1 0-1 0 0,-1-1 1 0 0,0 1 0 0 0,-1-1-1 0 0,0 0 1 0 0,0 0 0 0 0,-1 0-1 0 0,0-1 1 0 0,0 1 0 0 0,-1-1 0 0 0,0 0-1 0 0,0 1 1 0 0,-1-1 0 0 0,0 0-1 0 0,-1 0 1 0 0,0 0 0 0 0,-2-14-1 0 0,1 12-32 0 0,-1 0 0 0 0,-1 1 0 0 0,0-1 0 0 0,0 1 0 0 0,-1 0 0 0 0,0 0 0 0 0,-1 0 0 0 0,0 0 0 0 0,-1 1 0 0 0,0 0 0 0 0,0 0 0 0 0,-1 0-1 0 0,0 1 1 0 0,-1 0 0 0 0,0 0 0 0 0,0 1 0 0 0,0 0 0 0 0,-11-6 0 0 0,18 13-93 0 0,-60-35 494 0 0,27 23-1542 0 0,1 10-4936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6.718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37 74 7370 0 0,'3'3'1470'0'0,"-2"-3"-1323"0"0,-1 1 0 0 0,0-1 0 0 0,0 1 0 0 0,1-1 0 0 0,-1 0 0 0 0,0 1 0 0 0,0-1 0 0 0,0 1 0 0 0,0-1 0 0 0,0 0 0 0 0,0 1 0 0 0,1-1 0 0 0,-1 1 0 0 0,0-1 0 0 0,0 1 0 0 0,0-1 0 0 0,0 0 0 0 0,-1 1 0 0 0,1-1 0 0 0,0 1 0 0 0,0-1 0 0 0,0 0 0 0 0,0 1 0 0 0,-1 0 0 0 0,1 21 1309 0 0,-18 66 1790 0 0,11-60-2662 0 0,1 0 1 0 0,-3 51 0 0 0,8-71-535 0 0,1 0-1 0 0,1 0 1 0 0,-1 0 0 0 0,2 0 0 0 0,-1 0 0 0 0,1-1-1 0 0,0 1 1 0 0,0 0 0 0 0,1-1 0 0 0,0 1-1 0 0,0-1 1 0 0,1 0 0 0 0,0 0 0 0 0,8 10 0 0 0,-10-15-11 0 0,0 1 1 0 0,0 0-1 0 0,1-1 1 0 0,-1 0 0 0 0,1 1-1 0 0,0-1 1 0 0,0 0-1 0 0,0 0 1 0 0,0-1 0 0 0,0 1-1 0 0,0-1 1 0 0,0 1 0 0 0,1-1-1 0 0,-1 0 1 0 0,0 0-1 0 0,1 0 1 0 0,5 0 0 0 0,-4-1 7 0 0,1 0 0 0 0,-1-1 1 0 0,0 1-1 0 0,0-1 1 0 0,1 0-1 0 0,-1-1 0 0 0,0 1 1 0 0,0-1-1 0 0,0 0 1 0 0,8-5-1 0 0,-4 2 26 0 0,-1 0 0 0 0,0 0 0 0 0,-1-1 0 0 0,1 0 0 0 0,-1-1 0 0 0,0 0 0 0 0,0 0 0 0 0,-1 0 0 0 0,0-1 0 0 0,-1 0 0 0 0,1 0 0 0 0,5-13 0 0 0,-8 13-64 0 0,-1 1 0 0 0,0-1 0 0 0,0 0 0 0 0,0 1 0 0 0,-1-1 0 0 0,0 0 1 0 0,-1 0-1 0 0,0 0 0 0 0,0 0 0 0 0,0 0 0 0 0,-1 0 0 0 0,-3-9 0 0 0,1 4 121 0 0,-1 1-1 0 0,0 0 1 0 0,-1 0-1 0 0,-1 1 1 0 0,0-1-1 0 0,0 1 1 0 0,-9-11-1 0 0,1 4-375 0 0,-1 0 0 0 0,-1 1 0 0 0,-21-19 0 0 0,14 17-2725 0 0,-44-28 0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7:47.234"/>
    </inkml:context>
    <inkml:brush xml:id="br0">
      <inkml:brushProperty name="width" value="0.1" units="cm"/>
      <inkml:brushProperty name="height" value="0.1" units="cm"/>
      <inkml:brushProperty name="color" value="#333333"/>
    </inkml:brush>
  </inkml:definitions>
  <inkml:trace contextRef="#ctx0" brushRef="#br0">1 352 4145 0 0,'8'1'1077'0'0,"0"0"-1"0"0,0 1 1 0 0,0 0 0 0 0,-1 1 0 0 0,1 0 0 0 0,14 7-1 0 0,2 0 742 0 0,15 7 592 0 0,-21-8-1863 0 0,0-2 0 0 0,0 0 0 0 0,1-1 0 0 0,24 5 0 0 0,-38-10-523 0 0,-1-1 1 0 0,1 1 0 0 0,-1-1 0 0 0,1 0-1 0 0,-1 0 1 0 0,1 0 0 0 0,-1-1-1 0 0,0 0 1 0 0,1 0 0 0 0,-1 0 0 0 0,0 0-1 0 0,1 0 1 0 0,-1-1 0 0 0,0 0 0 0 0,0 0-1 0 0,0 0 1 0 0,0-1 0 0 0,-1 1-1 0 0,1-1 1 0 0,-1 0 0 0 0,1 0 0 0 0,-1 0-1 0 0,0 0 1 0 0,3-4 0 0 0,-3 2-28 0 0,-1 0 0 0 0,1 1 0 0 0,-1-1 0 0 0,0 0 0 0 0,0 0 0 0 0,-1 0 0 0 0,1-1 0 0 0,-1 1 0 0 0,-1 0 0 0 0,1-1 0 0 0,0 1 0 0 0,-1 0 0 0 0,0-1 1 0 0,-1 1-1 0 0,1 0 0 0 0,-1-1 0 0 0,-1-5 0 0 0,-4-13-30 0 0,-1 1-1 0 0,-14-34 1 0 0,10 28 23 0 0,5 15 52 0 0,1 2 130 0 0,0 0 0 0 0,1-1 0 0 0,1 1-1 0 0,0-1 1 0 0,0 0 0 0 0,1 0 0 0 0,0-22-1 0 0,2 34-116 0 0,1-1 0 0 0,0 0-1 0 0,0 0 1 0 0,0 0 0 0 0,0 1-1 0 0,0-1 1 0 0,0 1 0 0 0,0-1-1 0 0,1 1 1 0 0,-1-1 0 0 0,0 1-1 0 0,1 0 1 0 0,0-1 0 0 0,-1 1-1 0 0,1 0 1 0 0,-1 0 0 0 0,1 0-1 0 0,0 0 1 0 0,0 1 0 0 0,0-1-1 0 0,-1 0 1 0 0,1 1 0 0 0,0-1-1 0 0,0 1 1 0 0,0 0 0 0 0,0 0-1 0 0,0-1 1 0 0,3 2 0 0 0,8-3 17 0 0,0 2 0 0 0,24 1 0 0 0,-31-1-62 0 0,0 1 1 0 0,0 0-1 0 0,1 0 0 0 0,-1 0 0 0 0,0 1 1 0 0,-1 0-1 0 0,1 0 0 0 0,0 0 0 0 0,-1 1 0 0 0,1 0 1 0 0,7 5-1 0 0,-9-5-8 0 0,-1 1 1 0 0,1-1-1 0 0,-1 1 1 0 0,0 0-1 0 0,0 0 0 0 0,0 0 1 0 0,0 1-1 0 0,-1-1 0 0 0,1 1 1 0 0,-1-1-1 0 0,0 1 1 0 0,-1 0-1 0 0,1 0 0 0 0,0 7 1 0 0,1 10-210 0 0,0 0 1 0 0,-2 1-1 0 0,-2 31 1 0 0,0-35 37 0 0,0 0 0 0 0,2 0 0 0 0,0 0 0 0 0,1 0 0 0 0,6 23-1 0 0,-7-39 199 0 0,0 0-1 0 0,0-1 0 0 0,0 1 1 0 0,0-1-1 0 0,0 1 0 0 0,1-1 1 0 0,-1 1-1 0 0,1-1 0 0 0,0 0 1 0 0,0 1-1 0 0,0-1 0 0 0,0 0 0 0 0,0 0 1 0 0,0-1-1 0 0,0 1 0 0 0,1 0 1 0 0,-1-1-1 0 0,1 1 0 0 0,-1-1 1 0 0,1 0-1 0 0,-1 0 0 0 0,1 0 1 0 0,0 0-1 0 0,0 0 0 0 0,-1-1 1 0 0,1 1-1 0 0,0-1 0 0 0,0 0 0 0 0,0 0 1 0 0,0 0-1 0 0,0 0 0 0 0,-1 0 1 0 0,1 0-1 0 0,0-1 0 0 0,3-1 1 0 0,11-2 206 0 0,0 0 1 0 0,-1-2-1 0 0,0 0 0 0 0,24-12 1 0 0,4-7 72 0 0,43-30-1 0 0,-64 39-249 0 0,23-13-119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2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195 531 3681 0 0,'-25'-14'70'0'0,"-68"-42"3209"0"0,84 50-3062 0 0,1 0 0 0 0,-1-1 0 0 0,1 0 0 0 0,0-1 1 0 0,0 0-1 0 0,1 0 0 0 0,-8-13 0 0 0,14 20-211 0 0,0 0-1 0 0,1 0 1 0 0,-1 0-1 0 0,1 0 1 0 0,0 0-1 0 0,-1 0 1 0 0,1 0-1 0 0,0 0 1 0 0,-1 0 0 0 0,1 0-1 0 0,0 0 1 0 0,0 0-1 0 0,0 0 1 0 0,0 0-1 0 0,0 0 1 0 0,0 0-1 0 0,0 0 1 0 0,1 0-1 0 0,-1 0 1 0 0,0 0-1 0 0,0 0 1 0 0,1 0-1 0 0,-1 0 1 0 0,1 0-1 0 0,-1 0 1 0 0,1 0 0 0 0,-1 0-1 0 0,1 0 1 0 0,0 1-1 0 0,-1-1 1 0 0,1 0-1 0 0,0 0 1 0 0,0 1-1 0 0,-1-1 1 0 0,1 0-1 0 0,0 1 1 0 0,0-1-1 0 0,0 1 1 0 0,0-1-1 0 0,0 1 1 0 0,0-1 0 0 0,0 1-1 0 0,0 0 1 0 0,0 0-1 0 0,1-1 1 0 0,8-2 71 0 0,0 0 0 0 0,-1 1 0 0 0,19-2 0 0 0,-19 3-61 0 0,267-27-91 0 0,224-10 100 0 0,-421 34-31 0 0,331-7 213 0 0,-116 5 282 0 0,594-54-270 0 0,-97 3-88 0 0,701-16 383 0 0,753 12 633 0 0,-1014 95-415 0 0,-324 5-182 0 0,-664-29-531 0 0,101 7 1570 0 0,382 68 0 0 0,-652-70-4695 0 0,95 30 1 0 0,-153-39-1335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5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11989 0 8290 0 0,'1'0'60'0'0,"0"0"1"0"0,0 0 0 0 0,0 0-1 0 0,1 0 1 0 0,-1 0 0 0 0,0 1-1 0 0,0-1 1 0 0,0 0 0 0 0,0 1-1 0 0,0-1 1 0 0,0 0 0 0 0,0 1-1 0 0,0-1 1 0 0,0 1 0 0 0,-1-1-1 0 0,1 1 1 0 0,0 0 0 0 0,0-1-1 0 0,1 3 1 0 0,27 17-706 0 0,-19-11 610 0 0,-2 1 0 0 0,0 1 0 0 0,0-1 0 0 0,-1 1 0 0 0,0 1 1 0 0,-1-1-1 0 0,10 24 0 0 0,23 93 376 0 0,-31-98-203 0 0,72 371 735 0 0,-55-247-824 0 0,47 151 0 0 0,-56-251 191 0 0,219 783 3726 0 0,-147-480-3161 0 0,97 495-122 0 0,-114-447-155 0 0,183 593 1 0 0,-133-506-430 0 0,12 38-22 0 0,-118-486-75 0 0,159 520 220 0 0,-58-81-340 0 0,-37 48-223 0 0,-60-374 1592 0 0,-14-102-1013 0 0,-3 0 1 0 0,-3 1-1 0 0,-2-1 1 0 0,-16 92-1 0 0,17-133-221 0 0,2-8-7 0 0,-1-1 1 0 0,0 0-1 0 0,0 0 0 0 0,0 0 1 0 0,0-1-1 0 0,-1 1 0 0 0,0 0 0 0 0,-3 6 1 0 0,3-9-9 0 0,1-1 0 0 0,-1 1 0 0 0,0-1 0 0 0,1 1 0 0 0,-1-1 0 0 0,0 0 0 0 0,0 0 1 0 0,0 0-1 0 0,0 0 0 0 0,0 0 0 0 0,0-1 0 0 0,0 1 0 0 0,0 0 0 0 0,0-1 0 0 0,-1 0 0 0 0,1 1 0 0 0,0-1 1 0 0,0 0-1 0 0,0 0 0 0 0,-1 0 0 0 0,1-1 0 0 0,0 1 0 0 0,-3-1 0 0 0,-64-5-167 0 0,-103 6 1 0 0,-70 18-403 0 0,130-8 399 0 0,-586 74-236 0 0,56-4 1227 0 0,-31-17-370 0 0,507-47-488 0 0,-101 6-55 0 0,36-11-126 0 0,-157 4-1003 0 0,-473 14-1335 0 0,-167 30 4574 0 0,0 7-3844 0 0,61-57 4774 0 0,375 6-2671 0 0,318-2-323 0 0,12-11 150 0 0,-309-38 1 0 0,-258 8-2652 0 0,556 28 2828 0 0,-605-18 1419 0 0,458 28-1535 0 0,234-3-94 0 0,14-4 243 0 0,47-3 606 0 0,-188 26 0 0 0,270-19-655 0 0,-73 10-483 0 0,103-16 300 0 0,0-1 1 0 0,0 0 0 0 0,0-1-1 0 0,1-1 1 0 0,-1 0 0 0 0,-23-6-1 0 0,34 7-33 0 0,0 0 1 0 0,1 0-1 0 0,-1 0 0 0 0,0 0 0 0 0,0-1 0 0 0,1 1 1 0 0,-1-1-1 0 0,0 1 0 0 0,1-1 0 0 0,0 0 0 0 0,-1 1 0 0 0,1-1 1 0 0,0 0-1 0 0,0 0 0 0 0,0 0 0 0 0,0 0 0 0 0,0 0 1 0 0,0 0-1 0 0,1 0 0 0 0,-1 0 0 0 0,1 0 0 0 0,-1-3 1 0 0,-1-9-126 0 0,0 0 0 0 0,0-21 1 0 0,0-4-70 0 0,-48-202-539 0 0,8 46 219 0 0,-199-807 640 0 0,97 444-35 0 0,25-5-76 0 0,-177-1327-138 0 0,254 1573 382 0 0,-2-591 0 0 0,55 603-364 0 0,1-204-96 0 0,-45 118 96 0 0,17 257 44 0 0,13 95 10 0 0,2 0 0 0 0,1-1 0 0 0,3 1 0 0 0,0 0 0 0 0,3 0 0 0 0,10-39 1 0 0,5 5-5 0 0,3 1 0 0 0,38-78 0 0 0,-21 48-45 0 0,-23 53-42 0 0,49-91 0 0 0,-59 126 82 0 0,0 2 0 0 0,1-1-1 0 0,1 1 1 0 0,0 0 0 0 0,0 1 0 0 0,1 0 0 0 0,0 1-1 0 0,1 0 1 0 0,0 1 0 0 0,1 0 0 0 0,16-8 0 0 0,-24 14-15 0 0,-1 1 1 0 0,1 0 0 0 0,0 0-1 0 0,0 1 1 0 0,0-1 0 0 0,0 1 0 0 0,0 0-1 0 0,0 0 1 0 0,0 1 0 0 0,10 0-1 0 0,-12 0 7 0 0,0 1 0 0 0,1 0-1 0 0,-1-1 1 0 0,0 2 0 0 0,0-1-1 0 0,0 0 1 0 0,1 1 0 0 0,-1-1-1 0 0,-1 1 1 0 0,1 0 0 0 0,0 0-1 0 0,0 0 1 0 0,-1 0 0 0 0,1 1-1 0 0,-1-1 1 0 0,1 1 0 0 0,1 2-1 0 0,3 4-128 0 0,1-1-1 0 0,-1 0 1 0 0,1-1-1 0 0,1 1 1 0 0,0-2-1 0 0,0 1 0 0 0,0-1 1 0 0,1-1-1 0 0,-1 0 1 0 0,1 0-1 0 0,0-1 0 0 0,13 4 1 0 0,0-2-440 0 0,0-1-1 0 0,0-2 1 0 0,0 0 0 0 0,43 0-1 0 0,-1-5-785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39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151 650 14283 0 0,'-15'-2'56'0'0,"1"1"-1"0"0,-1 0 1 0 0,-22 2 0 0 0,21 0-135 0 0,0-1 0 0 0,-21-2 1 0 0,37 2 80 0 0,0-1 1 0 0,0 1 0 0 0,0 0 0 0 0,0 0-1 0 0,0 0 1 0 0,0 0 0 0 0,1 0 0 0 0,-1 0-1 0 0,0 0 1 0 0,0 0 0 0 0,0 0 0 0 0,0 0-1 0 0,0 0 1 0 0,0 0 0 0 0,0 0 0 0 0,0 0-1 0 0,0 0 1 0 0,0 0 0 0 0,0 0 0 0 0,0 0-1 0 0,0-1 1 0 0,0 1 0 0 0,0 0 0 0 0,0 0-1 0 0,0 0 1 0 0,0 0 0 0 0,0 0 0 0 0,0 0-1 0 0,0 0 1 0 0,0 0 0 0 0,0 0 0 0 0,0 0-1 0 0,0 0 1 0 0,0 0 0 0 0,0-1 0 0 0,0 1-1 0 0,0 0 1 0 0,0 0 0 0 0,0 0 0 0 0,0 0-1 0 0,0 0 1 0 0,0 0 0 0 0,0 0 0 0 0,0 0-1 0 0,0 0 1 0 0,0 0 0 0 0,0 0 0 0 0,0 0-1 0 0,0 0 1 0 0,0-1 0 0 0,0 1 0 0 0,0 0-1 0 0,0 0 1 0 0,-1 0 0 0 0,1 0-1 0 0,0 0 1 0 0,0 0 0 0 0,0 0 0 0 0,0 0-1 0 0,0 0 1 0 0,0 0 0 0 0,0 0 0 0 0,11-6 114 0 0,14-3 27 0 0,16 3 263 0 0,-1 3 0 0 0,1 1 0 0 0,-1 2 0 0 0,57 7 1 0 0,11-1 144 0 0,555-23 497 0 0,-2-42-1080 0 0,-591 52 10 0 0,2397-166-136 0 0,-368 41 965 0 0,-1158 69-160 0 0,1334-45 2281 0 0,-1866 90-2445 0 0,-223 8 55 0 0,-96 6-733 0 0,265-9-123 0 0,-331 9-719 0 0,-25 0-136 0 0,-14-1 218 0 0,-9-2-305 0 0,8 3 567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0.2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311 101 3457 0 0,'-1'-1'77'0'0,"0"0"0"0"0,0 0 1 0 0,1 0-1 0 0,-1 0 1 0 0,0 0-1 0 0,0 0 0 0 0,0 0 1 0 0,1-1-1 0 0,-1 1 1 0 0,0 0-1 0 0,1 0 0 0 0,0-1 1 0 0,-1 1-1 0 0,1 0 0 0 0,0-1 1 0 0,-1 1-1 0 0,1 0 1 0 0,0-1-1 0 0,0 1 0 0 0,0 0 1 0 0,0-1-1 0 0,0 1 0 0 0,0-1 1 0 0,1 1-1 0 0,-1 0 1 0 0,0-1-1 0 0,1 1 0 0 0,-1 0 1 0 0,1 0-1 0 0,-1-1 1 0 0,2 0-1 0 0,0-4 279 0 0,1 0 0 0 0,-1 1 0 0 0,1-1 0 0 0,0 1 1 0 0,7-9-1 0 0,7-4 2171 0 0,-25 26-1189 0 0,8-6-1274 0 0,-1-1 1 0 0,0 1-1 0 0,0-1 1 0 0,0 1 0 0 0,0-1-1 0 0,0 1 1 0 0,0-1 0 0 0,-1 0-1 0 0,1 0 1 0 0,0 1 0 0 0,-3 0-1 0 0,2 0 61 0 0,-11 14-12 0 0,0 1-1 0 0,2 1 1 0 0,0 0 0 0 0,-15 32 0 0 0,-24 83 444 0 0,11-28-126 0 0,-22 19 144 0 0,41-88-336 0 0,2 1 0 0 0,1 1 0 0 0,-19 65 0 0 0,35-100-225 0 0,0 1 0 0 0,0-1 0 0 0,1 1 0 0 0,-1 0 0 0 0,1-1 0 0 0,0 1 0 0 0,0 0 0 0 0,0-1 0 0 0,0 1 0 0 0,1 0 0 0 0,-1-1 0 0 0,1 1 0 0 0,0 0 0 0 0,2 4 0 0 0,-2-6 18 0 0,1 0 0 0 0,0 0 0 0 0,-1 0-1 0 0,1 0 1 0 0,0 0 0 0 0,0-1 0 0 0,0 1 0 0 0,1-1-1 0 0,-1 1 1 0 0,0-1 0 0 0,0 0 0 0 0,1 0-1 0 0,-1 0 1 0 0,1 0 0 0 0,-1 0 0 0 0,1 0-1 0 0,-1-1 1 0 0,1 1 0 0 0,0-1 0 0 0,4 0 0 0 0,45 4 1142 0 0,95-8 0 0 0,-32 0-122 0 0,268 26-240 0 0,-130 15-3319 0 0,-224-31-4167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1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71 10594 0 0,'-5'-8'248'0'0,"1"3"532"0"0,0 1 0 0 0,0-1 0 0 0,1-1 0 0 0,0 1 0 0 0,-5-11 0 0 0,8 15-692 0 0,0 1 0 0 0,-1-1 0 0 0,1 0 0 0 0,0 1-1 0 0,0-1 1 0 0,0 1 0 0 0,0-1 0 0 0,0 0 0 0 0,0 1 0 0 0,0-1-1 0 0,0 0 1 0 0,0 1 0 0 0,0-1 0 0 0,0 1 0 0 0,1-1-1 0 0,-1 0 1 0 0,0 1 0 0 0,0-1 0 0 0,1 1 0 0 0,-1-1 0 0 0,0 1-1 0 0,1-1 1 0 0,-1 1 0 0 0,0-1 0 0 0,2 0 0 0 0,-1 0-52 0 0,1 0 0 0 0,-1 1 1 0 0,1-1-1 0 0,-1 1 0 0 0,1-1 1 0 0,0 1-1 0 0,0-1 0 0 0,-1 1 1 0 0,1 0-1 0 0,0 0 1 0 0,-1 0-1 0 0,1 0 0 0 0,3 0 1 0 0,33 4 57 0 0,0 2 0 0 0,66 20 0 0 0,-26-6-95 0 0,10-1-36 0 0,200 55-156 0 0,-255-63 201 0 0,0 2 0 0 0,-2 0 0 0 0,0 3 0 0 0,0 0 0 0 0,-2 2-1 0 0,41 31 1 0 0,-69-48-4 0 0,5 3 42 0 0,-1 1 0 0 0,0-1 0 0 0,0 1 0 0 0,0 0 0 0 0,-1 1 0 0 0,6 7-1 0 0,-9-12-31 0 0,-1 0-1 0 0,1 0 0 0 0,-1 0 0 0 0,0 1 0 0 0,1-1 0 0 0,-1 0 0 0 0,0 0 0 0 0,0 0 0 0 0,0 0 0 0 0,0 0 1 0 0,1 0-1 0 0,-2 1 0 0 0,1-1 0 0 0,0 0 0 0 0,0 0 0 0 0,0 0 0 0 0,0 0 0 0 0,-1 2 0 0 0,0-2 6 0 0,0 1 1 0 0,0 0-1 0 0,0-1 0 0 0,-1 1 0 0 0,1-1 0 0 0,0 1 0 0 0,-1-1 0 0 0,1 1 0 0 0,-1-1 0 0 0,1 0 0 0 0,-1 0 1 0 0,0 0-1 0 0,-3 2 0 0 0,-120 54 271 0 0,78-37-260 0 0,-80 46 0 0 0,112-56 67 0 0,1 1 1 0 0,0 0 0 0 0,0 0-1 0 0,1 1 1 0 0,0 1 0 0 0,1 0 0 0 0,1 1-1 0 0,0 1 1 0 0,-9 16 0 0 0,2 3-330 0 0,2 1 1 0 0,2 1-1 0 0,1 0 1 0 0,-15 68-1 0 0,22-80-6765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8.0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1 172 456 0 0,'5'-63'1918'0'0,"-2"47"-493"0"0,-2 1 0 0 0,0 0 0 0 0,-1-25 0 0 0,6 18 5964 0 0,-5 22-7289 0 0,0 1 55 0 0,0 0 1 0 0,0 0 0 0 0,0 0-1 0 0,0 0 1 0 0,0 0 0 0 0,0 0-1 0 0,0 1 1 0 0,-1-1 0 0 0,1 0-1 0 0,0 0 1 0 0,-1 1 0 0 0,1-1-1 0 0,-1 0 1 0 0,1 1 0 0 0,-1-1-1 0 0,0 1 1 0 0,1-1 0 0 0,-1 0-1 0 0,0 3 1 0 0,3 134 2947 0 0,0-2-2377 0 0,116 659-15 0 0,-28-433-373 0 0,-87-348-375 0 0,4 13-2537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8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290 144 4145 0 0,'-145'18'1820'0'0,"1"-3"3417"0"0,143-15-5191 0 0,79 7 3237 0 0,-20-7-1939 0 0,101-15-1 0 0,58-23 1022 0 0,-130 21-1632 0 0,25-5 224 0 0,444-62 511 0 0,-531 82-1745 0 0,78-3 856 0 0,-91 5-1224 0 0,1 1 0 0 0,0 0 0 0 0,0 1-1 0 0,-1 0 1 0 0,22 7 0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8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4609 0 0,'2'7'4679'0'0,"-2"-7"-4603"0"0,26 2 3400 0 0,35-4 34 0 0,-3-3-1922 0 0,57-2-2705 0 0,-103 7 219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9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4145 0 0,'62'148'8082'0'0,"-17"8"-4443"0"0,19 164-991 0 0,-47-220-927 0 0,8 41-1024 0 0,8 166 0 0 0,-32-274-1257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49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12 266 456 0 0,'-1'-1'357'0'0,"0"0"1"0"0,0 0-1 0 0,0 1 1 0 0,0-1-1 0 0,1 0 0 0 0,-1 0 1 0 0,0 0-1 0 0,1 0 1 0 0,-1 0-1 0 0,0 0 0 0 0,1 0 1 0 0,-1-1-1 0 0,1 1 1 0 0,0 0-1 0 0,-1 0 0 0 0,1 0 1 0 0,0 0-1 0 0,0-1 1 0 0,-1 1-1 0 0,1 0 0 0 0,0 0 1 0 0,0 0-1 0 0,1-2 1 0 0,-1 1-105 0 0,1 1 1 0 0,0 0 0 0 0,0-1 0 0 0,0 1 0 0 0,0 0-1 0 0,0 0 1 0 0,0 0 0 0 0,0 0 0 0 0,0 0 0 0 0,0 0-1 0 0,0 0 1 0 0,0 0 0 0 0,1 0 0 0 0,-1 0 0 0 0,0 1-1 0 0,2-2 1 0 0,9-2 307 0 0,-1 0 0 0 0,0 1 0 0 0,22-3 0 0 0,-24 4-274 0 0,97-18 1870 0 0,292-41 925 0 0,-223 48-2713 0 0,257-14-111 0 0,-289 19-178 0 0,156-3 28 0 0,-274 11-181 0 0,1-1 1 0 0,0 0-1 0 0,-1-2 1 0 0,0-1-1 0 0,0-1 1 0 0,0-1-1 0 0,0-2 1 0 0,35-15 0 0 0,-34 14-3752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0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0 395 1376 0 0,'5'4'10380'0'0,"1"-8"-10235"0"0,0 1 0 0 0,1-1 1 0 0,-1 0-1 0 0,-1-1 0 0 0,1 1 0 0 0,-1-1 0 0 0,0 0 1 0 0,0-1-1 0 0,0 1 0 0 0,-1-1 0 0 0,1 0 1 0 0,-1 0-1 0 0,-1 0 0 0 0,1-1 0 0 0,-1 1 0 0 0,3-12 1 0 0,5-15 301 0 0,-2 0 0 0 0,8-47-1 0 0,0-3 1998 0 0,-3 48-1599 0 0,-13 34-827 0 0,-1 0 1 0 0,0 0-1 0 0,1 1 0 0 0,-1-1 0 0 0,0 0 0 0 0,1 0 0 0 0,0 0 0 0 0,-1 0 0 0 0,1 0 0 0 0,-1 0 0 0 0,1 1 1 0 0,0-1-1 0 0,0 0 0 0 0,-1 0 0 0 0,1 1 0 0 0,0-1 0 0 0,0 1 0 0 0,0-1 0 0 0,0 1 0 0 0,0-1 0 0 0,0 1 1 0 0,0-1-1 0 0,0 1 0 0 0,0 0 0 0 0,0-1 0 0 0,0 1 0 0 0,0 0 0 0 0,0 0 0 0 0,0 0 0 0 0,0 0 0 0 0,2 0 0 0 0,-1 3 59 0 0,0 0 0 0 0,0 0 0 0 0,0 0-1 0 0,0 0 1 0 0,0 1 0 0 0,-1-1-1 0 0,1 0 1 0 0,-1 1 0 0 0,0 0 0 0 0,0-1-1 0 0,1 6 1 0 0,1 3 181 0 0,2 2-191 0 0,1-1-1 0 0,1 1 1 0 0,0-1-1 0 0,14 20 0 0 0,-18-28-51 0 0,1-1-1 0 0,-1 1 0 0 0,1-1 0 0 0,0 0 0 0 0,0 0 0 0 0,1 0 0 0 0,-1 0 1 0 0,1-1-1 0 0,0 0 0 0 0,0 0 0 0 0,0 0 0 0 0,0 0 0 0 0,1-1 0 0 0,9 3 1 0 0,-14-5-15 0 0,0 0 0 0 0,0 0 0 0 0,0 1 0 0 0,0-2 0 0 0,0 1 0 0 0,0 0 0 0 0,1 0 0 0 0,-1 0 0 0 0,0 0 0 0 0,0-1 0 0 0,0 1 0 0 0,0 0 0 0 0,0-1 0 0 0,0 1 0 0 0,0-1 0 0 0,0 1 0 0 0,0-1 0 0 0,-1 0 0 0 0,1 1 0 0 0,0-1 0 0 0,0 0 0 0 0,0 1 0 0 0,-1-1 0 0 0,1 0 0 0 0,0 0 0 0 0,-1 0 0 0 0,1 0 0 0 0,0 0 0 0 0,0-1 0 0 0,12-38 0 0 0,-6 15 0 0 0,2 3 5 0 0,20-32 0 0 0,-26 48-2 0 0,1 0-1 0 0,0 1 0 0 0,0-1 1 0 0,1 1-1 0 0,-1 0 1 0 0,1 0-1 0 0,0 1 1 0 0,1-1-1 0 0,-1 1 0 0 0,7-4 1 0 0,-11 8-2 0 0,0-1 0 0 0,0 1 0 0 0,0 0 0 0 0,0 0 0 0 0,0 0 0 0 0,0-1 0 0 0,0 1 0 0 0,0 0 0 0 0,0 0 0 0 0,0 1 0 0 0,0-1 0 0 0,0 0 0 0 0,0 0 0 0 0,0 0 0 0 0,0 1 0 0 0,0-1 0 0 0,0 0 0 0 0,-1 1 0 0 0,1-1 0 0 0,0 1 0 0 0,0-1 0 0 0,0 1 0 0 0,0-1 0 0 0,-1 1 0 0 0,1 0 0 0 0,0-1 0 0 0,-1 1 0 0 0,1 0 0 0 0,0 0 1 0 0,-1-1-1 0 0,1 1 0 0 0,-1 0 0 0 0,1 0 0 0 0,-1 0 0 0 0,0 0 0 0 0,1 0 0 0 0,-1 0 0 0 0,1 1 0 0 0,12 44 32 0 0,-11-38-31 0 0,5 25 11 0 0,-2-9 27 0 0,0 0-1 0 0,13 30 1 0 0,-16-48-35 0 0,0-1 0 0 0,1 0 1 0 0,0 1-1 0 0,0-1 0 0 0,0 0 0 0 0,0-1 1 0 0,1 1-1 0 0,0-1 0 0 0,0 1 0 0 0,0-1 0 0 0,0 0 1 0 0,1-1-1 0 0,-1 1 0 0 0,1-1 0 0 0,6 4 1 0 0,-10-7-6 0 0,1 1 0 0 0,-1 0 0 0 0,1-1 0 0 0,-1 0 0 0 0,0 1 0 0 0,1-1 0 0 0,-1 0 0 0 0,1 1 0 0 0,-1-1 0 0 0,1 0 0 0 0,-1 0 0 0 0,1 0 0 0 0,-1 0 0 0 0,1-1 0 0 0,-1 1 0 0 0,0 0 0 0 0,1-1 0 0 0,-1 1 0 0 0,1 0 0 0 0,-1-1 0 0 0,3-1 0 0 0,-2 0 0 0 0,1 0 0 0 0,-1 0 0 0 0,0 0 0 0 0,0 0 0 0 0,0 0 0 0 0,0-1 0 0 0,0 1 0 0 0,-1-1 0 0 0,1 1 0 0 0,1-5 0 0 0,3-8 0 0 0,-1 0 0 0 0,0 0 0 0 0,4-22 0 0 0,-6 22 0 0 0,0 4 0 0 0,11-41 0 0 0,-13 49 0 0 0,0-1 0 0 0,0 1 0 0 0,1-1 0 0 0,-1 1 0 0 0,1 0 0 0 0,0 0 0 0 0,0 0 0 0 0,0 0 0 0 0,0 0 0 0 0,1 1 0 0 0,3-5 0 0 0,-4 6-2 0 0,0 0 1 0 0,0 1-1 0 0,-1-1 0 0 0,1 0 1 0 0,0 1-1 0 0,0-1 1 0 0,0 1-1 0 0,0 0 1 0 0,-1 0-1 0 0,1 0 1 0 0,0 0-1 0 0,0 0 1 0 0,0 0-1 0 0,0 0 0 0 0,0 0 1 0 0,0 1-1 0 0,0-1 1 0 0,-1 1-1 0 0,1-1 1 0 0,0 1-1 0 0,0 0 1 0 0,-1 0-1 0 0,1 0 1 0 0,0 0-1 0 0,-1 0 0 0 0,1 0 1 0 0,-1 0-1 0 0,1 0 1 0 0,-1 1-1 0 0,0-1 1 0 0,1 0-1 0 0,0 3 1 0 0,7 6-22 0 0,-2 0 1 0 0,1 0 0 0 0,9 18 0 0 0,-14-22 12 0 0,28 44-895 0 0,-8-18-2504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0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0 113 3225 0 0,'6'3'3717'0'0,"12"-1"-1716"0"0,136-30 4757 0 0,31-5-4391 0 0,207 8-1546 0 0,-44 5-258 0 0,-75 9-1899 0 0,-256 11 392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1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63 117 5529 0 0,'-21'-6'477'0'0,"19"4"161"0"0,-1 1 0 0 0,0 0 0 0 0,-1 0 0 0 0,1 0 0 0 0,0 1 0 0 0,0-1 0 0 0,0 1 0 0 0,-6 0 0 0 0,8 0-544 0 0,1 0 1 0 0,-1 0-1 0 0,1 0 0 0 0,0 1 0 0 0,-1-1 0 0 0,1 0 0 0 0,-1 0 1 0 0,1 1-1 0 0,-1-1 0 0 0,1 0 0 0 0,0 0 0 0 0,-1 1 1 0 0,1-1-1 0 0,0 0 0 0 0,-1 1 0 0 0,1-1 0 0 0,0 1 0 0 0,-1-1 1 0 0,1 0-1 0 0,0 1 0 0 0,0-1 0 0 0,0 1 0 0 0,-1-1 1 0 0,1 1-1 0 0,2 23 114 0 0,-1-20-72 0 0,1 0 0 0 0,0 0 0 0 0,1 0 0 0 0,-1-1 0 0 0,1 1 0 0 0,-1-1 1 0 0,1 1-1 0 0,0-1 0 0 0,0 0 0 0 0,1 0 0 0 0,-1 0 0 0 0,0 0 0 0 0,1-1 0 0 0,0 1 0 0 0,0-1 0 0 0,0 0 0 0 0,0 0 0 0 0,0-1 0 0 0,0 1 0 0 0,0-1 0 0 0,0 0 0 0 0,6 1 1 0 0,3 1 29 0 0,-1 0 0 0 0,1-2 0 0 0,0 1 0 0 0,0-2 1 0 0,0 1-1 0 0,19-3 0 0 0,-30 1-155 0 0,0 1 0 0 0,1 0-1 0 0,-1-1 1 0 0,0 1 0 0 0,1-1 0 0 0,-1 0 0 0 0,0 0 0 0 0,0 0-1 0 0,0 0 1 0 0,0 0 0 0 0,1 0 0 0 0,-2 0 0 0 0,1-1 0 0 0,0 1-1 0 0,0-1 1 0 0,0 1 0 0 0,-1-1 0 0 0,1 0 0 0 0,-1 0 0 0 0,1 0-1 0 0,-1 0 1 0 0,0 0 0 0 0,0 0 0 0 0,0 0 0 0 0,2-3 0 0 0,-2-2 58 0 0,0 1 1 0 0,0-1 0 0 0,0 1 0 0 0,-1-1 0 0 0,0 0 0 0 0,0 1-1 0 0,-2-14 1 0 0,1 15-33 0 0,1 0-1 0 0,-1 0 1 0 0,0 0 0 0 0,0 0-1 0 0,-1 0 1 0 0,0 0 0 0 0,0 0-1 0 0,0 1 1 0 0,0-1 0 0 0,-1 1-1 0 0,1-1 1 0 0,-1 1 0 0 0,0 0-1 0 0,-1 0 1 0 0,-4-5-1 0 0,4 6-27 0 0,-1 0-1 0 0,1 0 0 0 0,-1 1 0 0 0,0-1 0 0 0,0 1 0 0 0,0 0 0 0 0,0 1 0 0 0,0-1 0 0 0,-1 1 0 0 0,1 0 0 0 0,0 0 0 0 0,-1 1 0 0 0,1-1 0 0 0,-8 1 0 0 0,11 0-6 0 0,-8 0 40 0 0,0 0 0 0 0,0 1 1 0 0,0 0-1 0 0,-19 4 0 0 0,29-4-44 0 0,0-1-1 0 0,0 0 1 0 0,0 1-1 0 0,0-1 1 0 0,0 1-1 0 0,0-1 1 0 0,0 0-1 0 0,0 1 0 0 0,0-1 1 0 0,0 1-1 0 0,0-1 1 0 0,0 0-1 0 0,0 1 1 0 0,0-1-1 0 0,0 1 1 0 0,0-1-1 0 0,0 0 1 0 0,1 1-1 0 0,-1-1 0 0 0,0 0 1 0 0,0 1-1 0 0,0-1 1 0 0,1 0-1 0 0,-1 1 1 0 0,0-1-1 0 0,1 0 1 0 0,-1 1-1 0 0,0-1 1 0 0,0 0-1 0 0,1 0 1 0 0,-1 1-1 0 0,1-1 0 0 0,-1 0 1 0 0,0 0-1 0 0,1 0 1 0 0,-1 0-1 0 0,0 1 1 0 0,1-1-1 0 0,0 0 1 0 0,1 1-58 0 0,7 7-203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6.7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66 345 3225 0 0,'-3'0'248'0'0,"1"0"0"0"0,-1 0 0 0 0,1 0 1 0 0,-1 0-1 0 0,1-1 0 0 0,-1 1 0 0 0,1-1 0 0 0,-1 0 1 0 0,1 1-1 0 0,0-1 0 0 0,-1 0 0 0 0,1-1 1 0 0,0 1-1 0 0,0 0 0 0 0,0-1 0 0 0,-1 1 0 0 0,2-1 1 0 0,-1 1-1 0 0,0-1 0 0 0,0 0 0 0 0,-3-4 1 0 0,3 2-4 0 0,0 0 1 0 0,1 0-1 0 0,-1 0 1 0 0,1 0-1 0 0,0 0 0 0 0,0-1 1 0 0,0 1-1 0 0,0 0 1 0 0,1-1-1 0 0,-1 1 1 0 0,2-8-1 0 0,0-3 275 0 0,1 1-1 0 0,0-1 1 0 0,2 1-1 0 0,-1-1 0 0 0,2 1 1 0 0,9-21-1 0 0,-8 23-255 0 0,1 1-1 0 0,0 0 1 0 0,1 0-1 0 0,0 0 1 0 0,1 1 0 0 0,0 0-1 0 0,15-12 1 0 0,-19 17-159 0 0,0 1 0 0 0,1 0 0 0 0,-1 0 1 0 0,1 1-1 0 0,0-1 0 0 0,0 1 0 0 0,0 1 0 0 0,0-1 1 0 0,0 1-1 0 0,0 0 0 0 0,1 0 0 0 0,-1 1 0 0 0,1 0 1 0 0,0 0-1 0 0,-1 0 0 0 0,13 2 0 0 0,-17-1-106 0 0,0 1 0 0 0,-1-1 0 0 0,1 1 0 0 0,-1 0 0 0 0,1 0 0 0 0,0-1 0 0 0,-1 1 0 0 0,0 1 0 0 0,1-1 0 0 0,-1 0 1 0 0,1 0-1 0 0,-1 0 0 0 0,0 1 0 0 0,0-1 0 0 0,0 0 0 0 0,0 1 0 0 0,0-1 0 0 0,0 1 0 0 0,0 0 0 0 0,-1-1 0 0 0,1 1 0 0 0,0-1 0 0 0,-1 1 0 0 0,1 0 0 0 0,-1 0 0 0 0,0-1 0 0 0,1 1 0 0 0,-1 0 0 0 0,0 0 0 0 0,0 0 0 0 0,-1 3 0 0 0,1 7-7 0 0,-1 1 0 0 0,0-1-1 0 0,-4 16 1 0 0,4-26 8 0 0,-6 27-75 0 0,-17 40-1 0 0,13-40-37 0 0,2 0 0 0 0,-7 33-1 0 0,14-55 100 0 0,1 1-1 0 0,0 0 1 0 0,0 0-1 0 0,1 0 1 0 0,0 0-1 0 0,1-1 0 0 0,0 1 1 0 0,0 0-1 0 0,0 0 1 0 0,1-1-1 0 0,1 1 1 0 0,5 13-1 0 0,-6-16 9 0 0,1-1 0 0 0,0 0 0 0 0,0 0 0 0 0,1 0 1 0 0,-1 0-1 0 0,1 0 0 0 0,0-1 0 0 0,0 0 0 0 0,0 0 0 0 0,0 0 0 0 0,1 0 1 0 0,-1 0-1 0 0,1-1 0 0 0,0 0 0 0 0,0 0 0 0 0,0 0 0 0 0,-1-1 0 0 0,2 1 0 0 0,-1-1 1 0 0,0-1-1 0 0,0 1 0 0 0,0-1 0 0 0,0 1 0 0 0,0-1 0 0 0,1-1 0 0 0,-1 1 1 0 0,0-1-1 0 0,0 0 0 0 0,0 0 0 0 0,0-1 0 0 0,0 1 0 0 0,0-1 0 0 0,0 0 0 0 0,-1 0 1 0 0,1-1-1 0 0,-1 1 0 0 0,1-1 0 0 0,-1 0 0 0 0,0-1 0 0 0,0 1 0 0 0,0-1 1 0 0,-1 1-1 0 0,1-1 0 0 0,3-6 0 0 0,-6 8 35 0 0,0-1-1 0 0,0 0 1 0 0,0 1 0 0 0,-1-1-1 0 0,1 0 1 0 0,-1 0 0 0 0,0 0-1 0 0,0 0 1 0 0,0 1 0 0 0,0-1-1 0 0,0 0 1 0 0,0 0 0 0 0,-1 0 0 0 0,0 1-1 0 0,1-1 1 0 0,-1 0 0 0 0,0 0-1 0 0,0 1 1 0 0,-1-1 0 0 0,1 1-1 0 0,0-1 1 0 0,-1 1 0 0 0,0 0-1 0 0,-3-5 1 0 0,-6-6 227 0 0,0-1 0 0 0,-23-19 1 0 0,31 30-207 0 0,-19-16 18 0 0,-1 0 0 0 0,-1 1-1 0 0,-1 1 1 0 0,-1 2 0 0 0,0 0-1 0 0,0 2 1 0 0,-52-18 0 0 0,74 29-504 0 0,0 1 1 0 0,0 0-1 0 0,0 0 1 0 0,0 1 0 0 0,0-1-1 0 0,0 1 1 0 0,-4 0-1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7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0 237 1320 0 0,'3'-3'400'0'0,"-1"-1"-1"0"0,1 1 1 0 0,0 0-1 0 0,0-1 1 0 0,1 1 0 0 0,-1 1-1 0 0,0-1 1 0 0,1 0-1 0 0,0 1 1 0 0,-1 0-1 0 0,1 0 1 0 0,0 0-1 0 0,0 0 1 0 0,1 1-1 0 0,-1 0 1 0 0,0-1-1 0 0,0 1 1 0 0,1 1-1 0 0,-1-1 1 0 0,0 1 0 0 0,1 0-1 0 0,-1 0 1 0 0,0 0-1 0 0,1 0 1 0 0,-1 1-1 0 0,0 0 1 0 0,1-1-1 0 0,-1 2 1 0 0,0-1-1 0 0,0 0 1 0 0,0 1-1 0 0,0 0 1 0 0,6 4 0 0 0,61 65 3441 0 0,-57-55-3566 0 0,1-1 0 0 0,0 0 0 0 0,1 0 0 0 0,1-2 0 0 0,24 16 0 0 0,-36-26-163 0 0,0 0 0 0 0,0 0 0 0 0,1-1 0 0 0,-1 1-1 0 0,1-1 1 0 0,-1 0 0 0 0,1-1 0 0 0,0 0 0 0 0,7 1-1 0 0,-11-2-63 0 0,0 0-1 0 0,0 0 0 0 0,0-1 0 0 0,0 1 1 0 0,0-1-1 0 0,0 1 0 0 0,0-1 0 0 0,0 0 1 0 0,-1 0-1 0 0,1 0 0 0 0,0 0 0 0 0,0 0 1 0 0,-1 0-1 0 0,1 0 0 0 0,-1-1 0 0 0,1 1 0 0 0,-1 0 1 0 0,1-1-1 0 0,-1 0 0 0 0,0 1 0 0 0,0-1 1 0 0,0 0-1 0 0,0 1 0 0 0,0-1 0 0 0,0 0 1 0 0,0 0-1 0 0,0 0 0 0 0,-1 0 0 0 0,1-4 1 0 0,11-41 165 0 0,-2-1 0 0 0,6-70 0 0 0,-3 14-343 0 0,-9 79-1512 0 0,-1 3-6162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8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110 400 5985 0 0,'-5'-7'426'0'0,"0"0"0"0"0,0 0 0 0 0,1-1 0 0 0,1 0 0 0 0,-1 0 0 0 0,1 0 0 0 0,1 0 0 0 0,-1 0 0 0 0,0-10 0 0 0,-1 2-5 0 0,1 6-25 0 0,0 0 0 0 0,1 0 0 0 0,1 0-1 0 0,0 0 1 0 0,0 0 0 0 0,1-1-1 0 0,0 1 1 0 0,1 0 0 0 0,3-20 0 0 0,-1 22-186 0 0,0 0 1 0 0,0 0 0 0 0,0 1 0 0 0,1-1 0 0 0,0 1-1 0 0,1 0 1 0 0,-1 0 0 0 0,1 0 0 0 0,1 1-1 0 0,-1-1 1 0 0,1 1 0 0 0,12-9 0 0 0,-2 2-1 0 0,1 0 1 0 0,24-12 0 0 0,-35 21-167 0 0,0 1 1 0 0,0 0-1 0 0,1 0 0 0 0,-1 1 1 0 0,1 0-1 0 0,0 0 0 0 0,-1 0 1 0 0,1 1-1 0 0,0 0 1 0 0,13 0-1 0 0,-18 1-39 0 0,-1 1 0 0 0,0 0 0 0 0,1-1 0 0 0,-1 1 0 0 0,0 0 0 0 0,0-1 0 0 0,1 1 0 0 0,-1 0 0 0 0,0 0 0 0 0,0 0 0 0 0,0 0-1 0 0,0 0 1 0 0,0 0 0 0 0,0 0 0 0 0,-1 1 0 0 0,1-1 0 0 0,0 0 0 0 0,0 0 0 0 0,-1 1 0 0 0,1-1 0 0 0,-1 1 0 0 0,1-1 0 0 0,-1 0 0 0 0,0 1 0 0 0,1-1 0 0 0,-1 1 0 0 0,0-1 0 0 0,0 0 0 0 0,0 1 0 0 0,0-1 0 0 0,0 1 0 0 0,-1 2 0 0 0,1 5 60 0 0,-1 1 1 0 0,0 0-1 0 0,-4 14 0 0 0,-30 93 855 0 0,-7 26-731 0 0,38-122-286 0 0,0 0 0 0 0,1 0 0 0 0,1 0-1 0 0,2 39 1 0 0,0-57 90 0 0,0 1-1 0 0,1-1 1 0 0,0 1-1 0 0,0 0 1 0 0,0-1-1 0 0,0 1 1 0 0,0-1-1 0 0,1 0 0 0 0,-1 1 1 0 0,1-1-1 0 0,0 0 1 0 0,0 0-1 0 0,0 0 1 0 0,1 0-1 0 0,-1-1 1 0 0,1 1-1 0 0,-1-1 1 0 0,1 1-1 0 0,0-1 1 0 0,0 0-1 0 0,0 0 1 0 0,0 0-1 0 0,0 0 1 0 0,1-1-1 0 0,-1 1 1 0 0,0-1-1 0 0,1 0 1 0 0,-1 0-1 0 0,6 1 1 0 0,-4-1 43 0 0,-1-1 0 0 0,1 1 1 0 0,-1-1-1 0 0,1 0 1 0 0,0 0-1 0 0,-1-1 0 0 0,1 1 1 0 0,-1-1-1 0 0,1 0 1 0 0,-1 0-1 0 0,1-1 0 0 0,-1 1 1 0 0,0-1-1 0 0,1 0 1 0 0,-1 0-1 0 0,0-1 0 0 0,-1 1 1 0 0,1-1-1 0 0,0 0 1 0 0,-1 0-1 0 0,1 0 1 0 0,-1 0-1 0 0,4-5 0 0 0,-6 7-21 0 0,0-1 0 0 0,-1 0 0 0 0,1 1 0 0 0,0-1 0 0 0,-1 0 0 0 0,1 0 0 0 0,-1 1 0 0 0,1-1 0 0 0,-1 0-1 0 0,0 0 1 0 0,0 0 0 0 0,0 0 0 0 0,0 0 0 0 0,0 0 0 0 0,0 1 0 0 0,-1-1 0 0 0,1 0 0 0 0,-1 0 0 0 0,1 0 0 0 0,-1 1 0 0 0,1-1-1 0 0,-1 0 1 0 0,0 0 0 0 0,0 1 0 0 0,0-1 0 0 0,0 1 0 0 0,0-1 0 0 0,0 1 0 0 0,-1-1 0 0 0,1 1 0 0 0,0 0 0 0 0,-3-2 0 0 0,-3-3 29 0 0,0-1 1 0 0,0 1 0 0 0,-1 0 0 0 0,-15-8-1 0 0,-6 1-137 0 0,0 2-1 0 0,-1 1 0 0 0,0 1 0 0 0,0 2 0 0 0,-58-7 1 0 0,21 3-2529 0 0,42 7-3848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8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146 192 5985 0 0,'0'-1'20'0'0,"0"1"-1"0"0,0 0 0 0 0,0 0 1 0 0,0 0-1 0 0,0-1 0 0 0,0 1 1 0 0,0 0-1 0 0,0 0 1 0 0,0 0-1 0 0,0 0 0 0 0,0-1 1 0 0,0 1-1 0 0,0 0 0 0 0,0 0 1 0 0,-1 0-1 0 0,1-1 1 0 0,0 1-1 0 0,0 0 0 0 0,0 0 1 0 0,0 0-1 0 0,0 0 0 0 0,0 0 1 0 0,-1-1-1 0 0,1 1 1 0 0,0 0-1 0 0,0 0 0 0 0,0 0 1 0 0,0 0-1 0 0,-1 0 0 0 0,1 0 1 0 0,0 0-1 0 0,0 0 0 0 0,0 0 1 0 0,-1 0-1 0 0,1 0 1 0 0,0 0-1 0 0,0 0 0 0 0,0 0 1 0 0,-1 0-1 0 0,1 0 0 0 0,0 0 1 0 0,0 0-1 0 0,0 0 1 0 0,-1 0-1 0 0,-12 5 2051 0 0,-9 10 1228 0 0,10-5-2777 0 0,1 1-1 0 0,0 1 1 0 0,0 0-1 0 0,1 0 0 0 0,-12 21 1 0 0,18-27-430 0 0,1-1-1 0 0,-1 1 1 0 0,1 1 0 0 0,1-1 0 0 0,-1 0 0 0 0,1 1 0 0 0,0-1-1 0 0,1 1 1 0 0,-1 0 0 0 0,1-1 0 0 0,1 1 0 0 0,-1 0-1 0 0,1 0 1 0 0,0 0 0 0 0,2 8 0 0 0,0-11-51 0 0,-1 0 1 0 0,1 0-1 0 0,1 0 1 0 0,-1 0-1 0 0,0 0 1 0 0,1-1-1 0 0,0 1 1 0 0,0-1 0 0 0,0 0-1 0 0,0 0 1 0 0,1 0-1 0 0,-1 0 1 0 0,1 0-1 0 0,0-1 1 0 0,-1 1-1 0 0,1-1 1 0 0,8 3-1 0 0,-9-3-10 0 0,1-1 0 0 0,0 1 0 0 0,-1-1 0 0 0,1 0 0 0 0,0 0 0 0 0,0 0 0 0 0,0 0 0 0 0,0-1-1 0 0,0 1 1 0 0,0-1 0 0 0,0 0 0 0 0,-1 0 0 0 0,1-1 0 0 0,0 1 0 0 0,0-1 0 0 0,0 0 0 0 0,0 0 0 0 0,0 0 0 0 0,-1 0 0 0 0,7-4 0 0 0,-8 3-26 0 0,-1 1 1 0 0,1-1-1 0 0,0 0 1 0 0,-1 0-1 0 0,1 0 1 0 0,-1 0 0 0 0,0 0-1 0 0,0 0 1 0 0,0-1-1 0 0,0 1 1 0 0,0 0-1 0 0,0 0 1 0 0,-1-1-1 0 0,1 1 1 0 0,-1-1 0 0 0,1 1-1 0 0,-1-1 1 0 0,0 1-1 0 0,0 0 1 0 0,0-5-1 0 0,-10-57 117 0 0,5 39-100 0 0,0 0-14 0 0,2 0 1 0 0,1 1-1 0 0,3-49 0 0 0,-1 66-4 0 0,1 0-1 0 0,0 0 0 0 0,1 1 1 0 0,0-1-1 0 0,0 0 1 0 0,0 0-1 0 0,1 1 0 0 0,0 0 1 0 0,0-1-1 0 0,0 1 1 0 0,1 0-1 0 0,0 0 0 0 0,0 1 1 0 0,1-1-1 0 0,0 1 0 0 0,0 0 1 0 0,0 0-1 0 0,9-6 1 0 0,0 2 11 0 0,0 0 1 0 0,0 2-1 0 0,25-11 1 0 0,-36 17-16 0 0,1-1 1 0 0,-1 1 0 0 0,1 0 0 0 0,-1 0 0 0 0,1 0-1 0 0,-1 0 1 0 0,1 0 0 0 0,0 1 0 0 0,-1 0 0 0 0,1 0-1 0 0,0 0 1 0 0,-1 0 0 0 0,1 1 0 0 0,0-1 0 0 0,-1 1-1 0 0,1 0 1 0 0,-1 0 0 0 0,1 0 0 0 0,-1 0 0 0 0,1 1-1 0 0,-1-1 1 0 0,4 4 0 0 0,-5-3 0 0 0,0 0 0 0 0,0 1 0 0 0,0-1 0 0 0,-1 1 0 0 0,0-1 0 0 0,1 1 0 0 0,-1 0 0 0 0,0 0 0 0 0,0-1 0 0 0,0 1 0 0 0,-1 0 0 0 0,1 0 0 0 0,-1 0 0 0 0,1 0 0 0 0,-1 0 0 0 0,0 3 0 0 0,-5 56 0 0 0,2-30 0 0 0,3-22-7 0 0,0 1 0 0 0,1-1 1 0 0,0 0-1 0 0,0 0 0 0 0,1 0 0 0 0,1 0 0 0 0,-1 0 1 0 0,2 0-1 0 0,5 12 0 0 0,-8-19 5 0 0,1 0 0 0 0,0 0 0 0 0,0 0-1 0 0,0 0 1 0 0,0 0 0 0 0,0-1 0 0 0,0 1 0 0 0,1-1 0 0 0,-1 1 0 0 0,1-1 0 0 0,0 0-1 0 0,-1 0 1 0 0,1 0 0 0 0,0 0 0 0 0,0-1 0 0 0,0 1 0 0 0,1-1 0 0 0,-1 0 0 0 0,0 0-1 0 0,0 0 1 0 0,1 0 0 0 0,-1-1 0 0 0,1 1 0 0 0,-1-1 0 0 0,1 0 0 0 0,-1 0 0 0 0,0 0-1 0 0,1 0 1 0 0,-1-1 0 0 0,1 1 0 0 0,4-2 0 0 0,-5 0 20 0 0,0 1 0 0 0,1-1 0 0 0,-1 0 0 0 0,0 0 0 0 0,0 0 0 0 0,0 0 0 0 0,-1-1 0 0 0,1 1 0 0 0,-1-1 0 0 0,1 1 0 0 0,-1-1 0 0 0,0 0 0 0 0,0 0 0 0 0,0 0 0 0 0,0 0 0 0 0,0-1 0 0 0,-1 1-1 0 0,1 0 1 0 0,-1-1 0 0 0,0 1 0 0 0,0-1 0 0 0,-1 1 0 0 0,2-5 0 0 0,1-11 135 0 0,-1 0 0 0 0,0 0 0 0 0,-1-20 0 0 0,-1 31-35 0 0,0-1 1 0 0,-1 0 0 0 0,0 1-1 0 0,0-1 1 0 0,-1 1 0 0 0,0 0-1 0 0,-1-1 1 0 0,0 1 0 0 0,0 0-1 0 0,-7-12 1 0 0,8 16-176 0 0,-1 0 0 0 0,0 0 0 0 0,0 0-1 0 0,-1 1 1 0 0,1-1 0 0 0,-1 1 0 0 0,0 0 0 0 0,0 0 0 0 0,0 0 0 0 0,0 1 0 0 0,0-1-1 0 0,-1 1 1 0 0,1 0 0 0 0,-1 0 0 0 0,1 0 0 0 0,-1 1 0 0 0,0 0 0 0 0,1 0-1 0 0,-1 0 1 0 0,-6 0 0 0 0,-3 1-1762 0 0,-1 2-4640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9.5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0 496 6449 0 0,'5'-3'529'0'0,"0"0"0"0"0,1 1 0 0 0,-1 0-1 0 0,1 0 1 0 0,10-3 0 0 0,244-55 8652 0 0,-259 60-9167 0 0,-1 0 1 0 0,1 0 0 0 0,-1 0 0 0 0,1 0 0 0 0,-1 0-1 0 0,0 0 1 0 0,1 0 0 0 0,-1 0 0 0 0,1 0 0 0 0,-1-1-1 0 0,1 1 1 0 0,-1 0 0 0 0,1 0 0 0 0,-1 0-1 0 0,0-1 1 0 0,1 1 0 0 0,-1 0 0 0 0,0-1 0 0 0,1 1-1 0 0,-1 0 1 0 0,0-1 0 0 0,1 1 0 0 0,-1 0 0 0 0,0-1-1 0 0,0 1 1 0 0,1 0 0 0 0,-1-1 0 0 0,0 1-1 0 0,0-1 1 0 0,0 1 0 0 0,1-1 0 0 0,-9-12 69 0 0,1 2-68 0 0,-6-11 113 0 0,0-2 1 0 0,1 0-1 0 0,2 0 0 0 0,0-1 0 0 0,-9-38 0 0 0,17 53-93 0 0,1 0 0 0 0,0 0 0 0 0,0 0 0 0 0,1 0 0 0 0,0 0 0 0 0,0 0 0 0 0,4-17 0 0 0,-2 21-17 0 0,0 0 0 0 0,0-1-1 0 0,0 1 1 0 0,1 0 0 0 0,0 0-1 0 0,0 1 1 0 0,0-1 0 0 0,1 0-1 0 0,0 1 1 0 0,0 0-1 0 0,0 0 1 0 0,10-8 0 0 0,-11 10-10 0 0,1 0 0 0 0,-1 1 1 0 0,1-1-1 0 0,0 1 1 0 0,0 0-1 0 0,0 0 0 0 0,0 0 1 0 0,0 1-1 0 0,0-1 0 0 0,1 1 1 0 0,-1 0-1 0 0,0 0 0 0 0,1 1 1 0 0,-1-1-1 0 0,8 1 0 0 0,-9 0-7 0 0,-1 1 0 0 0,0-1 0 0 0,1 1-1 0 0,-1-1 1 0 0,1 1 0 0 0,-1 0 0 0 0,0 0 0 0 0,0 0-1 0 0,1 0 1 0 0,-1 0 0 0 0,0 0 0 0 0,0 1-1 0 0,0-1 1 0 0,0 1 0 0 0,-1 0 0 0 0,1-1-1 0 0,0 1 1 0 0,-1 0 0 0 0,1 0 0 0 0,-1 0 0 0 0,1 0-1 0 0,-1 0 1 0 0,0 0 0 0 0,0 1 0 0 0,0-1-1 0 0,0 0 1 0 0,-1 0 0 0 0,1 1 0 0 0,0 2-1 0 0,2 12-17 0 0,-2-1-1 0 0,0 1 0 0 0,-2 31 0 0 0,0-33 4 0 0,1 0 1 0 0,0 1-1 0 0,1-1 0 0 0,0 0 0 0 0,4 16 0 0 0,-4-28 23 0 0,-1-1 0 0 0,1 0-1 0 0,0 1 1 0 0,0-1-1 0 0,0 0 1 0 0,0 0 0 0 0,0 0-1 0 0,0 0 1 0 0,0 0-1 0 0,1 0 1 0 0,-1 0-1 0 0,1 0 1 0 0,-1 0 0 0 0,1 0-1 0 0,0-1 1 0 0,0 1-1 0 0,0-1 1 0 0,0 0-1 0 0,0 1 1 0 0,4 1 0 0 0,-3-2 22 0 0,1-1 0 0 0,-1 1 0 0 0,0-1 0 0 0,1 1 0 0 0,-1-1 1 0 0,1 0-1 0 0,-1 0 0 0 0,0-1 0 0 0,1 1 0 0 0,-1-1 0 0 0,0 0 1 0 0,0 0-1 0 0,5-1 0 0 0,6-4 89 0 0,0-1 0 0 0,0 0 1 0 0,-1-1-1 0 0,0-1 0 0 0,14-12 0 0 0,28-22 48 0 0,-15 12-6344 0 0,-18 14-736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00.2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120 100 6449 0 0,'-1'-99'10705'0'0,"-2"147"-10143"0"0,-2 0-1 0 0,-3 0 0 0 0,-21 76 0 0 0,16-76-77 0 0,2 0-1 0 0,2 1 0 0 0,-4 82 1 0 0,13-116-576 0 0,-2 36-1228 0 0,2-49 1197 0 0,-1 0-1 0 0,1 0 1 0 0,-1 0 0 0 0,1 0 0 0 0,-1-1-1 0 0,1 1 1 0 0,-1 0 0 0 0,0 0 0 0 0,0-1 0 0 0,0 1-1 0 0,0 0 1 0 0,0-1 0 0 0,0 1 0 0 0,-1-1-1 0 0,1 1 1 0 0,0-1 0 0 0,-1 0 0 0 0,1 0-1 0 0,-1 0 1 0 0,1 1 0 0 0,-1-1 0 0 0,-2 0-1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00.5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 1840 0 0,'3'-12'1090'0'0,"-2"11"-473"0"0,-1-1 0 0 0,0 0-1 0 0,1 0 1 0 0,-1 1 0 0 0,1-1-1 0 0,0 0 1 0 0,0 1 0 0 0,0-1 0 0 0,0 0-1 0 0,0 1 1 0 0,0-1 0 0 0,1 0-1 0 0,-1 1-392 0 0,0 1 0 0 0,1 0 0 0 0,-1-1 0 0 0,0 1 0 0 0,0 0-1 0 0,0 0 1 0 0,1 0 0 0 0,-1 0 0 0 0,0 0 0 0 0,0 0 0 0 0,1 0-1 0 0,-1 1 1 0 0,0-1 0 0 0,0 0 0 0 0,0 1 0 0 0,0-1-1 0 0,1 1 1 0 0,-1-1 0 0 0,0 1 0 0 0,0-1 0 0 0,0 1 0 0 0,1 1-1 0 0,10 5 458 0 0,0 1 0 0 0,0 1 0 0 0,-1 0 0 0 0,0 1 0 0 0,0 0 0 0 0,15 20 0 0 0,51 77 619 0 0,-54-72-1068 0 0,169 211-1607 0 0,-176-227-3750 0 0,-4 0-1711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00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8754 0 0,'13'-12'1279'0'0,"1"0"0"0"0,0 1 0 0 0,0 1 1 0 0,20-11-1 0 0,-23 14-1752 0 0,1 2 1 0 0,0-1-1 0 0,0 2 0 0 0,1-1 1 0 0,-1 2-1 0 0,20-4 0 0 0,-13 5-606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2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 2761 0 0,'-1'-1'55'0'0,"0"1"0"0"0,0-1 0 0 0,0 1 0 0 0,1-1 1 0 0,-1 1-1 0 0,0-1 0 0 0,0 1 0 0 0,0 0 0 0 0,0 0 0 0 0,0-1 1 0 0,0 1-1 0 0,1 0 0 0 0,-1 0 0 0 0,0 0 0 0 0,0 0 1 0 0,0 0-1 0 0,0 0 0 0 0,0 0 0 0 0,0 0 0 0 0,0 0 0 0 0,0 0 1 0 0,0 1-1 0 0,0-1 0 0 0,1 0 0 0 0,-1 1 0 0 0,0-1 1 0 0,0 0-1 0 0,0 1 0 0 0,0-1 0 0 0,1 1 0 0 0,-1 0 0 0 0,0-1 1 0 0,0 1-1 0 0,1-1 0 0 0,-1 1 0 0 0,1 0 0 0 0,-1 0 1 0 0,0 0-1 0 0,0 2 355 0 0,0-1 1 0 0,0 1 0 0 0,0 0-1 0 0,1-1 1 0 0,-1 1 0 0 0,1 0-1 0 0,0 0 1 0 0,0-1 0 0 0,0 1-1 0 0,0 0 1 0 0,1 3 0 0 0,16 373 3030 0 0,-12-131-361 0 0,0-184-2351 0 0,23 118 0 0 0,31 21 458 0 0,-3-12 859 0 0,-48-155-1770 0 0,-1 1 0 0 0,-2 1 0 0 0,0 50 0 0 0,-6-41-212 0 0,1 33-3126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2.8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1 478 5985 0 0,'33'-6'2409'0'0,"17"-9"-789"0"0,308-80 3820 0 0,-183 63-3658 0 0,226-36 366 0 0,667-46-447 0 0,-467 63-1520 0 0,300-20 70 0 0,-777 62-902 0 0,225-8-5925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8:53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50 920 0 0,'-4'0'650'0'0,"0"1"0"0"0,0-1 0 0 0,1 1 0 0 0,-1-1 0 0 0,0 1 0 0 0,1 1 1 0 0,-1-1-1 0 0,1 0 0 0 0,-1 1 0 0 0,1 0 0 0 0,0-1 0 0 0,0 1 0 0 0,-1 1 0 0 0,1-1 0 0 0,1 0 0 0 0,-6 5 0 0 0,5-2-354 0 0,-1-1-1 0 0,0 1 1 0 0,1-1-1 0 0,0 1 1 0 0,0 0 0 0 0,0 1-1 0 0,1-1 1 0 0,0 0-1 0 0,0 1 1 0 0,-2 8 0 0 0,3-10-272 0 0,0 0 0 0 0,0 0 0 0 0,1 0 0 0 0,-1 0-1 0 0,1 0 1 0 0,0 0 0 0 0,0 0 0 0 0,0 0 0 0 0,1 0 0 0 0,-1 0 0 0 0,1 0 0 0 0,0 0 0 0 0,0 0 0 0 0,0 0 0 0 0,1 0 0 0 0,-1-1 0 0 0,1 1 0 0 0,0 0 0 0 0,0-1 0 0 0,1 0 0 0 0,-1 1-1 0 0,0-1 1 0 0,1 0 0 0 0,0 0 0 0 0,0 0 0 0 0,0-1 0 0 0,0 1 0 0 0,0-1 0 0 0,1 0 0 0 0,-1 1 0 0 0,1-2 0 0 0,-1 1 0 0 0,1 0 0 0 0,5 1 0 0 0,-4-1 43 0 0,0-1 0 0 0,0 0 0 0 0,0 0 0 0 0,1 0 0 0 0,-1-1 0 0 0,0 1 0 0 0,1-1 0 0 0,-1 0 0 0 0,0-1 0 0 0,1 0 0 0 0,-1 1 0 0 0,9-4 0 0 0,-12 3-6 0 0,1 0 0 0 0,-1-1 1 0 0,0 1-1 0 0,1-1 0 0 0,-1 1 0 0 0,0-1 1 0 0,0 0-1 0 0,0 0 0 0 0,0 1 1 0 0,0-2-1 0 0,0 1 0 0 0,-1 0 0 0 0,1 0 1 0 0,-1-1-1 0 0,0 1 0 0 0,1 0 1 0 0,-1-1-1 0 0,0 1 0 0 0,0-1 1 0 0,-1 0-1 0 0,1 1 0 0 0,0-1 0 0 0,-1 0 1 0 0,0 1-1 0 0,0-1 0 0 0,0-3 1 0 0,1-7 69 0 0,-2 1 0 0 0,1 0 0 0 0,-2-1 1 0 0,0 1-1 0 0,-5-20 0 0 0,6 29-126 0 0,0-1-1 0 0,0 0 0 0 0,-1 0 0 0 0,1 1 1 0 0,-1-1-1 0 0,0 0 0 0 0,0 1 0 0 0,0 0 1 0 0,0-1-1 0 0,-1 1 0 0 0,1 0 0 0 0,-1 0 1 0 0,0 0-1 0 0,0 1 0 0 0,0-1 1 0 0,0 1-1 0 0,0-1 0 0 0,0 1 0 0 0,-1 0 1 0 0,1 1-1 0 0,-6-3 0 0 0,8 4-4 0 0,1-1 0 0 0,-1 1 1 0 0,0 0-1 0 0,1 0 0 0 0,-1-1 0 0 0,0 1 0 0 0,1 0 0 0 0,-1 0 1 0 0,0 0-1 0 0,0 0 0 0 0,1 0 0 0 0,-1 0 0 0 0,0 0 0 0 0,1 0 0 0 0,-1 1 1 0 0,0-1-1 0 0,1 0 0 0 0,-1 0 0 0 0,0 0 0 0 0,1 1 0 0 0,-1-1 0 0 0,0 0 1 0 0,1 1-1 0 0,-1-1 0 0 0,1 1 0 0 0,-1-1 0 0 0,1 1 0 0 0,-1-1 0 0 0,1 1 1 0 0,-1-1-1 0 0,0 1 0 0 0,1 1-1 0 0,-1-1 0 0 0,1 1 0 0 0,0 0 0 0 0,-1-1 0 0 0,1 1 0 0 0,0 0 1 0 0,0-1-1 0 0,0 1 0 0 0,0 0 0 0 0,0-1 0 0 0,1 1 0 0 0,0 3 0 0 0,0 1 16 0 0,1 0 0 0 0,0 0-1 0 0,1 0 1 0 0,-1 0 0 0 0,1-1-1 0 0,5 8 1 0 0,-5-10 36 0 0,0 0 0 0 0,0-1-1 0 0,0 1 1 0 0,0-1 0 0 0,0 1 0 0 0,1-1-1 0 0,-1 0 1 0 0,1 0 0 0 0,-1-1 0 0 0,1 1-1 0 0,0-1 1 0 0,0 1 0 0 0,-1-1 0 0 0,1 0-1 0 0,0-1 1 0 0,0 1 0 0 0,0-1 0 0 0,0 0-1 0 0,0 0 1 0 0,1 0 0 0 0,-1 0 0 0 0,0-1-1 0 0,0 1 1 0 0,-1-1 0 0 0,1 0 0 0 0,4-2-1 0 0,-5 2-16 0 0,0 0 0 0 0,-1 0 0 0 0,1-1 0 0 0,-1 1 0 0 0,1-1 0 0 0,-1 1 0 0 0,1-1 0 0 0,-1 0-1 0 0,0 0 1 0 0,0 0 0 0 0,0 0 0 0 0,0 0 0 0 0,0-1 0 0 0,-1 1 0 0 0,1 0 0 0 0,-1-1 0 0 0,1 1 0 0 0,-1-1-1 0 0,0 0 1 0 0,0 0 0 0 0,0 1 0 0 0,0-1 0 0 0,0 0 0 0 0,-1 0 0 0 0,0 0 0 0 0,1 0 0 0 0,-1 1 0 0 0,0-1 0 0 0,0 0-1 0 0,-1 0 1 0 0,1 0 0 0 0,0 0 0 0 0,-1 0 0 0 0,0 0 0 0 0,0 1 0 0 0,-1-5 0 0 0,1 4-83 0 0,-1 0 1 0 0,1 0 0 0 0,-1 0 0 0 0,1 0-1 0 0,-1 0 1 0 0,0 1 0 0 0,0-1 0 0 0,-1 0-1 0 0,1 1 1 0 0,-1 0 0 0 0,1-1-1 0 0,-1 1 1 0 0,1 0 0 0 0,-1 0 0 0 0,0 1-1 0 0,0-1 1 0 0,0 1 0 0 0,0-1-1 0 0,-4 0 1 0 0,-4 0-923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01.4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9674 0 0,'5'3'556'0'0,"0"0"0"0"0,0 0 0 0 0,-1 1 0 0 0,1 0 0 0 0,-1 0 0 0 0,0 0 0 0 0,0 1 0 0 0,-1-1 0 0 0,4 6 0 0 0,27 48 1900 0 0,-29-50-2126 0 0,16 32 466 0 0,-2 0 0 0 0,-2 2-1 0 0,12 44 1 0 0,-22-61-1082 0 0,-2 1 0 0 0,3 35 0 0 0,-7-43-827 0 0,0 0-1 0 0,-2 0 1 0 0,0 0-1 0 0,-4 21 1 0 0,0-15-5239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01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89 2593 0 0,'-4'-60'7225'0'0,"13"54"-3312"0"0,18-1-2447 0 0,-22 7-1125 0 0,5-3-212 0 0,5-1 430 0 0,0 1 1 0 0,1 1-1 0 0,24-1 0 0 0,-38 3-498 0 0,1-1-1 0 0,0 1 0 0 0,-1 1 0 0 0,1-1 0 0 0,0 0 0 0 0,-1 0 0 0 0,1 1 0 0 0,0 0 1 0 0,-1 0-1 0 0,1-1 0 0 0,-1 1 0 0 0,1 1 0 0 0,-1-1 0 0 0,0 0 0 0 0,1 1 1 0 0,-1-1-1 0 0,0 1 0 0 0,0-1 0 0 0,0 1 0 0 0,0 0 0 0 0,0 0 0 0 0,0 0 1 0 0,-1 0-1 0 0,1 0 0 0 0,-1 1 0 0 0,1-1 0 0 0,1 5 0 0 0,-2-3-60 0 0,0 0 0 0 0,-1 0 0 0 0,0-1 0 0 0,0 1 0 0 0,0 0 0 0 0,0 0 0 0 0,0 0 0 0 0,-1 0 0 0 0,0 0 0 0 0,0 0 0 0 0,0-1 0 0 0,-2 7 0 0 0,-23 46 0 0 0,18-41 0 0 0,-3 6-34 0 0,6-14 8 0 0,1-1-1 0 0,1 1 1 0 0,-1 0-1 0 0,1 1 1 0 0,0-1-1 0 0,1 0 1 0 0,-1 1-1 0 0,2-1 1 0 0,-1 1-1 0 0,0 13 1 0 0,2-21 23 0 0,0 1 1 0 0,0-1 0 0 0,0 1 0 0 0,0-1-1 0 0,0 1 1 0 0,1-1 0 0 0,-1 1-1 0 0,0-1 1 0 0,0 1 0 0 0,0-1 0 0 0,1 0-1 0 0,-1 1 1 0 0,0-1 0 0 0,1 1-1 0 0,-1-1 1 0 0,0 0 0 0 0,1 1 0 0 0,-1-1-1 0 0,0 0 1 0 0,1 1 0 0 0,-1-1-1 0 0,1 0 1 0 0,-1 0 0 0 0,1 0-1 0 0,-1 1 1 0 0,1-1 0 0 0,-1 0 0 0 0,1 0-1 0 0,0 0 1 0 0,20-1-10 0 0,18-12 20 0 0,-38 12-10 0 0,8-3 9 0 0,1 1 1 0 0,0-1-1 0 0,0 2 0 0 0,1-1 1 0 0,-1 2-1 0 0,0-1 0 0 0,21 1 0 0 0,-29 1-2 0 0,0 0-1 0 0,1 0 0 0 0,-1 1 1 0 0,0-1-1 0 0,1 1 0 0 0,-1-1 1 0 0,0 1-1 0 0,0 0 0 0 0,0 0 1 0 0,0 0-1 0 0,0 0 0 0 0,0 1 1 0 0,0-1-1 0 0,0 0 0 0 0,0 1 1 0 0,3 2-1 0 0,-4-1-1 0 0,0-1 0 0 0,1 0 0 0 0,-1 1 1 0 0,0-1-1 0 0,0 1 0 0 0,-1-1 0 0 0,1 1 0 0 0,0-1 0 0 0,-1 1 1 0 0,0 0-1 0 0,1-1 0 0 0,-1 1 0 0 0,0 0 0 0 0,-1-1 0 0 0,1 1 1 0 0,0 0-1 0 0,-1-1 0 0 0,0 5 0 0 0,-3 4 31 0 0,0 0 1 0 0,-1 0-1 0 0,0-1 1 0 0,0 1-1 0 0,-1-1 0 0 0,-1 0 1 0 0,0-1-1 0 0,-12 14 0 0 0,7-8 172 0 0,-19 31-1 0 0,23-35-1549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0.7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84 58 9674 0 0,'-12'-20'2643'0'0,"-8"-9"646"0"0,19 28-3168 0 0,0 0 1 0 0,0 0-1 0 0,0 1 0 0 0,0-1 1 0 0,1 1-1 0 0,-1-1 0 0 0,0 0 1 0 0,0 1-1 0 0,0-1 1 0 0,0 1-1 0 0,0 0 0 0 0,-1-1 1 0 0,1 1-1 0 0,0 0 0 0 0,0 0 1 0 0,0 0-1 0 0,0 0 0 0 0,0 0 1 0 0,0 0-1 0 0,0 0 1 0 0,0 0-1 0 0,-1 0 0 0 0,1 0 1 0 0,0 1-1 0 0,0-1 0 0 0,0 0 1 0 0,-1 1-1 0 0,0 0-45 0 0,0 1 0 0 0,1-1-1 0 0,-1 0 1 0 0,1 0 0 0 0,0 1 0 0 0,-1-1 0 0 0,1 1-1 0 0,0-1 1 0 0,0 1 0 0 0,0-1 0 0 0,0 1 0 0 0,0 0-1 0 0,0-1 1 0 0,1 1 0 0 0,-1 0 0 0 0,0 0 0 0 0,1 0 0 0 0,0 0-1 0 0,-1-1 1 0 0,1 1 0 0 0,0 3 0 0 0,0 47 236 0 0,1-41-169 0 0,21 579 948 0 0,-15-508-1452 0 0,26 128 1 0 0,-29-193-689 0 0,0-2-315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1.4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0 5985 0 0,'-4'3'647'0'0,"0"-1"0"0"0,1 1 0 0 0,-1 0-1 0 0,0 0 1 0 0,1 0 0 0 0,0 0 0 0 0,0 1 0 0 0,0 0 0 0 0,0-1-1 0 0,0 1 1 0 0,1 0 0 0 0,0 0 0 0 0,-3 7 0 0 0,5-11-563 0 0,0 1 1 0 0,0-1 0 0 0,0 1 0 0 0,1-1 0 0 0,-1 1 0 0 0,0 0 0 0 0,0-1 0 0 0,1 1 0 0 0,-1-1 0 0 0,0 1 0 0 0,1-1 0 0 0,-1 1 0 0 0,0-1 0 0 0,1 0-1 0 0,-1 1 1 0 0,1-1 0 0 0,-1 1 0 0 0,1-1 0 0 0,-1 0 0 0 0,1 1 0 0 0,-1-1 0 0 0,1 0 0 0 0,-1 0 0 0 0,1 1 0 0 0,-1-1 0 0 0,1 0 0 0 0,0 0 0 0 0,-1 0-1 0 0,1 0 1 0 0,-1 0 0 0 0,1 0 0 0 0,-1 0 0 0 0,1 0 0 0 0,0 0 0 0 0,-1 0 0 0 0,1 0 0 0 0,-1 0 0 0 0,1 0 0 0 0,1-1 0 0 0,29-2 418 0 0,-27 2-276 0 0,26-5 184 0 0,29-3 99 0 0,-55 8-521 0 0,0 1 0 0 0,0 0 0 0 0,0 0 0 0 0,0 0 0 0 0,0 1-1 0 0,0-1 1 0 0,0 1 0 0 0,1 0 0 0 0,-2 0 0 0 0,9 3 0 0 0,-11-3 9 0 0,-1-1 1 0 0,1 1-1 0 0,0-1 0 0 0,-1 1 1 0 0,1-1-1 0 0,0 1 0 0 0,-1-1 1 0 0,1 1-1 0 0,0 0 1 0 0,-1-1-1 0 0,1 1 0 0 0,-1 0 1 0 0,0 0-1 0 0,1-1 0 0 0,-1 1 1 0 0,1 0-1 0 0,-1 0 1 0 0,0 0-1 0 0,0-1 0 0 0,0 1 1 0 0,1 0-1 0 0,-1 0 0 0 0,0 0 1 0 0,0 1-1 0 0,-9 24-145 0 0,-24 18-360 0 0,31-42 470 0 0,-65 60-380 0 0,49-47 271 0 0,0 0 0 0 0,-26 32 0 0 0,43-46 146 0 0,1 0 0 0 0,-1-1 0 0 0,0 1 0 0 0,1 0 0 0 0,-1 0 0 0 0,1-1 0 0 0,-1 1 0 0 0,1 0 0 0 0,-1 0 0 0 0,1 0-1 0 0,0 0 1 0 0,-1 0 0 0 0,1 0 0 0 0,0 0 0 0 0,0-1 0 0 0,0 1 0 0 0,-1 0 0 0 0,1 0 0 0 0,0 0 0 0 0,0 0 0 0 0,1 0 0 0 0,-1 0 0 0 0,0 0 0 0 0,0 0 0 0 0,1 2 0 0 0,0-2 0 0 0,0 0 0 0 0,-1-1 0 0 0,1 1 0 0 0,1 0-1 0 0,-1 0 1 0 0,0 0 0 0 0,0-1 0 0 0,0 1 0 0 0,0-1 0 0 0,0 1 0 0 0,1-1 0 0 0,-1 1 0 0 0,0-1 0 0 0,0 1 0 0 0,1-1-1 0 0,1 0 1 0 0,10 1 2 0 0,1 0 0 0 0,0-1-1 0 0,13-2 1 0 0,-13 1 5 0 0,14 0 14 0 0,-1 2 0 0 0,32 4 0 0 0,-49-3-28 0 0,0-1 0 0 0,-1 2 0 0 0,1-1 0 0 0,-1 1 0 0 0,1 1 0 0 0,-1-1 0 0 0,0 2 0 0 0,-1-1 0 0 0,13 9 0 0 0,-19-11 6 0 0,0 0 1 0 0,-1 0 0 0 0,1 0-1 0 0,-1 0 1 0 0,0 0-1 0 0,1 0 1 0 0,-1 0-1 0 0,0 0 1 0 0,0 1-1 0 0,-1-1 1 0 0,1 0-1 0 0,0 1 1 0 0,-1-1-1 0 0,1 0 1 0 0,-1 1-1 0 0,0-1 1 0 0,0 1 0 0 0,0-1-1 0 0,0 1 1 0 0,0-1-1 0 0,-1 0 1 0 0,1 1-1 0 0,-1-1 1 0 0,1 1-1 0 0,-1-1 1 0 0,0 0-1 0 0,0 1 1 0 0,0-1-1 0 0,-2 3 1 0 0,-5 10 3 0 0,1-1-1 0 0,-2 0 1 0 0,-12 15-1 0 0,17-24 1 0 0,-48 59 89 0 0,33-41-17 0 0,0 0-1 0 0,1 1 1 0 0,2 1 0 0 0,-16 30 0 0 0,31-52-69 0 0,-1-1-1 0 0,1 1 0 0 0,0 0 1 0 0,1 0-1 0 0,-1-1 0 0 0,0 1 1 0 0,1 0-1 0 0,0 0 1 0 0,-1 0-1 0 0,1 0 0 0 0,0 0 1 0 0,1 0-1 0 0,-1 0 0 0 0,0 0 1 0 0,2 3-1 0 0,-1-5-11 0 0,-1 1 0 0 0,1 0-1 0 0,0-1 1 0 0,0 1 0 0 0,0-1 0 0 0,0 0-1 0 0,0 1 1 0 0,0-1 0 0 0,1 0 0 0 0,-1 0-1 0 0,0 1 1 0 0,1-1 0 0 0,-1 0 0 0 0,1 0-1 0 0,-1-1 1 0 0,1 1 0 0 0,0 0 0 0 0,-1 0 0 0 0,1-1-1 0 0,0 1 1 0 0,-1-1 0 0 0,1 0 0 0 0,0 1-1 0 0,-1-1 1 0 0,1 0 0 0 0,2 0 0 0 0,24 1-171 0 0,-20-2 60 0 0,0 1-1 0 0,0 0 0 0 0,0 1 1 0 0,0 0-1 0 0,0 0 0 0 0,14 4 0 0 0,-17 1-1941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1.7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66 18 4145 0 0,'12'-17'5787'0'0,"-12"17"-5665"0"0,2 2 483 0 0,0 0 0 0 0,0 1-1 0 0,0-1 1 0 0,-1 0 0 0 0,1 1 0 0 0,-1-1-1 0 0,0 1 1 0 0,2 4 0 0 0,5 24 457 0 0,-2-1 1 0 0,-1 1 0 0 0,-2 0 0 0 0,0 34 0 0 0,-10 130-238 0 0,2-121-272 0 0,-9 164-84 0 0,-7 331 366 0 0,20-522-734 0 0,-1 0 0 0 0,-2 0 0 0 0,-2 0 0 0 0,-3-1 0 0 0,-1 0 0 0 0,-21 57 0 0 0,23-83-448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2.9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11522 0 0,'3'9'5270'0'0,"10"15"-3531"0"0,-5-10-1029 0 0,6 20-105 0 0,-2 0 0 0 0,-2 1-1 0 0,11 67 1 0 0,3 10-42 0 0,25 64-278 0 0,49 207-95 0 0,-94-366-357 0 0,-1 0 0 0 0,0-1 1 0 0,-1 1-1 0 0,-1 0 0 0 0,-1 0 0 0 0,0 0 0 0 0,-1 0 0 0 0,-4 17 1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3.5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183 1 6913 0 0,'-3'0'488'0'0,"-1"-1"-1"0"0,0 1 1 0 0,0 0-1 0 0,0 0 1 0 0,0 1-1 0 0,0-1 1 0 0,1 1-1 0 0,-1-1 0 0 0,0 1 1 0 0,0 1-1 0 0,-3 1 1 0 0,-45 21 2722 0 0,28-13-2133 0 0,15-6-595 0 0,4-4-244 0 0,1 1 0 0 0,0 0 1 0 0,-1 0-1 0 0,1 0 1 0 0,0 1-1 0 0,0 0 1 0 0,0-1-1 0 0,0 1 1 0 0,1 1-1 0 0,-4 3 1 0 0,7-7-214 0 0,0 1 0 0 0,0-1 0 0 0,0 0 0 0 0,0 1 1 0 0,0-1-1 0 0,0 1 0 0 0,1-1 0 0 0,-1 0 0 0 0,0 1 0 0 0,0-1 0 0 0,0 0 0 0 0,1 1 0 0 0,-1-1 1 0 0,0 0-1 0 0,0 1 0 0 0,1-1 0 0 0,-1 0 0 0 0,0 0 0 0 0,1 1 0 0 0,-1-1 0 0 0,0 0 0 0 0,1 0 1 0 0,-1 0-1 0 0,0 1 0 0 0,1-1 0 0 0,-1 0 0 0 0,1 0 0 0 0,-1 0 0 0 0,0 0 0 0 0,1 0 0 0 0,-1 0 1 0 0,1 0-1 0 0,-1 0 0 0 0,1 0 0 0 0,17 4 145 0 0,-18-3-133 0 0,39 4 279 0 0,49 1 1 0 0,-65-6-305 0 0,-1 0-1 0 0,1 2 0 0 0,-1 1 0 0 0,1 1 1 0 0,-1 0-1 0 0,-1 2 0 0 0,37 14 1 0 0,-57-20-12 0 0,0 1 0 0 0,0-1 0 0 0,0 1 0 0 0,0-1 0 0 0,0 1 0 0 0,0-1 0 0 0,0 1 0 0 0,0 0 0 0 0,0-1 0 0 0,0 1 0 0 0,-1 0 0 0 0,1 0 0 0 0,0 0 0 0 0,0 0 0 0 0,-1 0 0 0 0,1 0 0 0 0,-1 0 0 0 0,1 0 0 0 0,-1 0 0 0 0,1 0 0 0 0,-1 0 0 0 0,0 0 0 0 0,1 0 0 0 0,-1 1 0 0 0,0 0 0 0 0,0 0 0 0 0,-1-1 0 0 0,1 1 0 0 0,-1 0 0 0 0,1-1 0 0 0,-1 1 0 0 0,0-1 0 0 0,0 1 0 0 0,1-1 0 0 0,-1 1 0 0 0,0-1 0 0 0,0 0 0 0 0,0 1 0 0 0,-3 1 0 0 0,-6 6 0 0 0,0 0 0 0 0,-1-1 0 0 0,-18 10 0 0 0,14-8 0 0 0,-6 5 10 0 0,-78 59-30 0 0,89-65 42 0 0,0 0 0 0 0,1 1 1 0 0,0 0-1 0 0,0 0 0 0 0,1 1 0 0 0,1 0 0 0 0,-8 14 1 0 0,14-23-26 0 0,0 0 0 0 0,0 0-1 0 0,1 0 1 0 0,-1 0 0 0 0,0 1 0 0 0,1-1 0 0 0,-1 0 0 0 0,1 1 0 0 0,0-1 0 0 0,-1 0 0 0 0,1 0 0 0 0,1 1-1 0 0,-1-1 1 0 0,0 0 0 0 0,0 1 0 0 0,1-1 0 0 0,-1 0 0 0 0,1 0 0 0 0,0 1 0 0 0,0-1 0 0 0,0 0 0 0 0,0 0-1 0 0,0 0 1 0 0,0 0 0 0 0,0 0 0 0 0,1 0 0 0 0,-1 0 0 0 0,1-1 0 0 0,-1 1 0 0 0,1 0 0 0 0,0-1 0 0 0,-1 0 0 0 0,1 1-1 0 0,0-1 1 0 0,0 0 0 0 0,0 0 0 0 0,0 0 0 0 0,0 0 0 0 0,4 1 0 0 0,9 4-51 0 0,0-1 0 0 0,0 0-1 0 0,1-1 1 0 0,23 3 0 0 0,-31-6 9 0 0,79 11-39 0 0,46 8 41 0 0,-114-15 24 0 0,-1-1 1 0 0,0 2 0 0 0,-1 1 0 0 0,1 0 0 0 0,16 10 0 0 0,-32-16 17 0 0,-1-1 1 0 0,1 1-1 0 0,-1 0 1 0 0,1 0-1 0 0,-1 0 1 0 0,0 0-1 0 0,1 0 1 0 0,-1 0-1 0 0,0 0 1 0 0,0 1-1 0 0,0-1 1 0 0,0 0-1 0 0,0 1 1 0 0,0-1 0 0 0,0 1-1 0 0,0-1 1 0 0,-1 1-1 0 0,1-1 1 0 0,-1 1-1 0 0,1-1 1 0 0,-1 1-1 0 0,1 0 1 0 0,-1 2-1 0 0,0-2 1 0 0,-1 0 0 0 0,1 1 0 0 0,-1-1 0 0 0,1 0 0 0 0,-1 0 0 0 0,0 0-1 0 0,0 1 1 0 0,0-1 0 0 0,0 0 0 0 0,-1 0 0 0 0,1 0 0 0 0,0 0 0 0 0,-1-1 0 0 0,-2 4 0 0 0,-7 4 0 0 0,0 1 0 0 0,-1-1 0 0 0,0-1 0 0 0,-14 8 1 0 0,25-16-1 0 0,-59 29-37 0 0,47-24-98 0 0,0 0 1 0 0,0 1 0 0 0,0 1 0 0 0,1 0 0 0 0,0 1 0 0 0,-14 12-1 0 0,26-19 76 0 0,-1 0 0 0 0,1 0 0 0 0,-1 0 0 0 0,1 0 0 0 0,0 0 0 0 0,0 0 0 0 0,-1 0-1 0 0,1 0 1 0 0,0 0 0 0 0,0 0 0 0 0,0 0 0 0 0,0 0 0 0 0,0 0 0 0 0,0 0 0 0 0,1 0 0 0 0,-1 0-1 0 0,0 0 1 0 0,0 0 0 0 0,1 0 0 0 0,-1 0 0 0 0,1 0 0 0 0,-1 0 0 0 0,0 0 0 0 0,1-1 0 0 0,0 1-1 0 0,-1 0 1 0 0,1 0 0 0 0,0 0 0 0 0,-1-1 0 0 0,1 1 0 0 0,0 0 0 0 0,0-1 0 0 0,-1 1 0 0 0,1-1-1 0 0,0 1 1 0 0,1 0 0 0 0,1 2-397 0 0,1-1 0 0 0,-1 1 0 0 0,1-1 0 0 0,-1 0 0 0 0,1 0 0 0 0,0 0 0 0 0,0 0-1 0 0,4 1 1 0 0,9-2-4265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3.7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4385 0 0,'-3'1'384'0'0,"2"-1"-304"0"0,2 0-80 0 0,-2 0 0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4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99 0 2761 0 0,'-6'3'1142'0'0,"1"0"1"0"0,-1 0-1 0 0,1 0 1 0 0,0 1-1 0 0,0 0 1 0 0,0 0 0 0 0,0 0-1 0 0,0 1 1 0 0,-5 7-1 0 0,3-4-484 0 0,0 1-1 0 0,1 0 0 0 0,1 0 1 0 0,-10 19-1 0 0,14-23-2148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19:44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1 5985 0 0,'-8'6'11176'0'0,"3"10"-7667"0"0,4 21-4876 0 0,0-28 2655 0 0,13 532 375 0 0,-1-313-1424 0 0,-29 274-63 0 0,16-484-172 0 0,1 1-1 0 0,0-1 1 0 0,2 1 0 0 0,0-1 0 0 0,2 0 0 0 0,0 1 0 0 0,1-1-1 0 0,0 0 1 0 0,1 0 0 0 0,2-1 0 0 0,0 0 0 0 0,0 0-1 0 0,17 26 1 0 0,-21-38-3 0 0,0 0 0 0 0,0 1 1 0 0,-1-1-1 0 0,0 1 0 0 0,0-1 0 0 0,0 1 0 0 0,0 0 0 0 0,-1 0 0 0 0,0-1 0 0 0,0 13 0 0 0,-1-4 0 0 0,-1 0-1 0 0,-7 29 0 0 0,5-27-1 0 0,1 0 0 0 0,-2 24 1 0 0,4-38-29 0 0,1 0 0 0 0,-1 0 1 0 0,1 0-1 0 0,-1 0 0 0 0,1 0 0 0 0,0 0 0 0 0,-1 0 1 0 0,1 0-1 0 0,0 0 0 0 0,0-1 0 0 0,0 1 1 0 0,1 0-1 0 0,-1-1 0 0 0,0 1 0 0 0,1-1 0 0 0,-1 1 1 0 0,1-1-1 0 0,-1 1 0 0 0,1-1 0 0 0,-1 0 1 0 0,1 0-1 0 0,0 0 0 0 0,0 0 0 0 0,0 0 0 0 0,0 0 1 0 0,0-1-1 0 0,0 1 0 0 0,0-1 0 0 0,0 1 0 0 0,0-1 1 0 0,0 0-1 0 0,0 0 0 0 0,0 1 0 0 0,0-1 1 0 0,0-1-1 0 0,0 1 0 0 0,3-1 0 0 0,-1 0-1094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3.7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43 1840 0 0,'-33'20'12027'0'0,"73"2"-10185"0"0,-20-16-1643 0 0,1-2 0 0 0,-1 0 1 0 0,1-1-1 0 0,0-1 0 0 0,0-1 1 0 0,24-2-1 0 0,125-18 263 0 0,-49-3-60 0 0,-46 8 89 0 0,109-7-1 0 0,241-5 861 0 0,-398 25-1363 0 0,0 0 0 0 0,0 2 0 0 0,53 8 0 0 0,-79-9 10 0 0,-1 0 0 0 0,0 0 1 0 0,1 0-1 0 0,-1 0 0 0 0,0 0 0 0 0,1 0 0 0 0,-1 0 0 0 0,0 0 0 0 0,1 1 0 0 0,-1-1 0 0 0,0 0 0 0 0,1 0 0 0 0,-1 0 0 0 0,0 0 0 0 0,1 1 0 0 0,-1-1 0 0 0,0 0 1 0 0,0 0-1 0 0,1 1 0 0 0,-1-1 0 0 0,0 0 0 0 0,0 1 0 0 0,1-1 0 0 0,-1 0 0 0 0,0 0 0 0 0,0 1 0 0 0,0-1 0 0 0,0 0 0 0 0,0 1 0 0 0,1-1 0 0 0,-1 1 0 0 0,0-1 1 0 0,0 0-1 0 0,0 1 0 0 0,0-1 0 0 0,0 0 0 0 0,0 1 0 0 0,0-1 0 0 0,0 1 0 0 0,-3 3-385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4.3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20 2304 0 0,'-2'3'9107'0'0,"7"-6"-8751"0"0,-1 0-1 0 0,1 0 0 0 0,-1 1 0 0 0,1 0 0 0 0,0-1 0 0 0,6-1 1 0 0,3 3 55 0 0,-1 0 0 0 0,1 1 0 0 0,0 0 0 0 0,-1 1 0 0 0,1 0 0 0 0,15 5 0 0 0,-11-3-311 0 0,1-1 0 0 0,29 1 1 0 0,182-2 1795 0 0,-217-6-361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7.1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50 10594 0 0,'-53'-49'5914'0'0,"58"51"-5616"0"0,-1 0 1 0 0,1 0 0 0 0,-1 0 0 0 0,1-1 0 0 0,8 2 0 0 0,9 4 276 0 0,23 12-360 0 0,-1 2 0 0 0,-2 1 0 0 0,0 3 0 0 0,-1 1 0 0 0,-2 3-1 0 0,65 58 1 0 0,226 246 424 0 0,-177-171-574 0 0,187 150 0 0 0,-274-258-65 0 0,351 272 10 0 0,-349-274 7 0 0,-3 3 0 0 0,-2 3-1 0 0,-2 3 1 0 0,-3 2 0 0 0,-3 3 0 0 0,49 78 0 0 0,-100-138-34 0 0,4 5 23 0 0,-1 1-1 0 0,9 20 0 0 0,-15-29-36 0 0,0-1-1 0 0,0 0 1 0 0,0 0-1 0 0,0 0 1 0 0,-1 0 0 0 0,1 1-1 0 0,-1-1 1 0 0,1 0-1 0 0,-1 1 1 0 0,0-1 0 0 0,0 0-1 0 0,0 1 1 0 0,0-1-1 0 0,-1 0 1 0 0,1 1 0 0 0,-1-1-1 0 0,1 0 1 0 0,-1 1-1 0 0,0-1 1 0 0,0 0 0 0 0,0 0-1 0 0,-2 3 1 0 0,-4 1-1084 0 0,-2-6-336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7.6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2082 117 5529 0 0,'-1'-12'1018'0'0,"0"0"1"0"0,1 0-1 0 0,1 0 0 0 0,0 1 0 0 0,1-1 0 0 0,0 0 1 0 0,7-21 1056 0 0,-17 59 2351 0 0,-19 15-3337 0 0,21-33-648 0 0,-50 70 198 0 0,-4-2 0 0 0,-122 119 0 0 0,-48 38-561 0 0,-17 16-84 0 0,-4 10 6 0 0,20 19 0 0 0,86-100 0 0 0,-166 241 85 0 0,236-312-98 0 0,-78 80 224 0 0,57-76-2980 0 0,79-90-4539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1751 3723 3225 0 0,'-4'2'-35'0'0,"0"0"1"0"0,-1 0-1 0 0,0 0 1 0 0,1-1-1 0 0,-1 1 0 0 0,0-1 1 0 0,0 0-1 0 0,0-1 1 0 0,-7 1-1 0 0,-49-2 828 0 0,44 0-185 0 0,-218-16 5146 0 0,72 4-2841 0 0,114 9-2152 0 0,1-1 0 0 0,-1-3 1 0 0,-66-19-1 0 0,89 19-547 0 0,1-1 0 0 0,0-1 0 0 0,1-2 0 0 0,0 0 0 0 0,1-2 0 0 0,1 0 0 0 0,-39-33 0 0 0,2-9 6 0 0,-72-88 1 0 0,-40-74 253 0 0,157 200-409 0 0,-26-39 108 0 0,2-1 0 0 0,3-1 0 0 0,3-2 0 0 0,2-1-1 0 0,-23-74 1 0 0,22 39-118 0 0,4-1 1 0 0,-25-190-1 0 0,42 194-47 0 0,5-1 0 0 0,4-1 1 0 0,4 1-1 0 0,4 0 0 0 0,4 1 1 0 0,42-165-1 0 0,-25 161-9 0 0,4 2 1 0 0,5 1-1 0 0,3 2 0 0 0,5 2 1 0 0,4 2-1 0 0,73-103 0 0 0,-109 174-2 0 0,150-202 51 0 0,-118 164 62 0 0,94-88-1 0 0,-120 127-105 0 0,1 1-1 0 0,1 2 0 0 0,1 0 0 0 0,0 1 1 0 0,1 1-1 0 0,0 0 0 0 0,0 2 0 0 0,35-9 1 0 0,-50 16-327 0 0,-1 0 0 0 0,0-1 0 0 0,0 1 1 0 0,0-2-1 0 0,-1 1 0 0 0,12-10 1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9.0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107 1 2761 0 0,'-19'13'121'0'0,"1"0"2091"0"0,0 1 1 0 0,-31 29-1 0 0,49-43-2136 0 0,0 0 0 0 0,-1 1-1 0 0,1-1 1 0 0,0 0-1 0 0,0 0 1 0 0,0 1 0 0 0,-1-1-1 0 0,1 0 1 0 0,0 0 0 0 0,0 1-1 0 0,0-1 1 0 0,0 0-1 0 0,0 0 1 0 0,0 1 0 0 0,-1-1-1 0 0,1 0 1 0 0,0 1-1 0 0,0-1 1 0 0,0 0 0 0 0,0 0-1 0 0,0 1 1 0 0,0-1-1 0 0,0 0 1 0 0,0 1 0 0 0,0-1-1 0 0,0 0 1 0 0,1 1 0 0 0,-1-1-1 0 0,0 0 1 0 0,0 0-1 0 0,0 1 1 0 0,0-1 0 0 0,0 0-1 0 0,0 0 1 0 0,1 1-1 0 0,-1-1 1 0 0,14 7 1153 0 0,25-1-489 0 0,-32-6-331 0 0,52 6 280 0 0,0-3-1 0 0,0-3 0 0 0,0-2 1 0 0,106-18-1 0 0,-161 19-667 0 0,45-5-58 0 0,-47 6 52 0 0,0 0 0 0 0,-1 0 0 0 0,1 0 0 0 0,0 0 0 0 0,0 0 1 0 0,0 0-1 0 0,0 0 0 0 0,-1 1 0 0 0,1-1 0 0 0,0 1 0 0 0,0-1 0 0 0,-1 1 0 0 0,1 0 0 0 0,0 0 0 0 0,-1-1 0 0 0,1 1 0 0 0,-1 0 1 0 0,1 0-1 0 0,-1 1 0 0 0,1-1 0 0 0,-1 0 0 0 0,2 2 0 0 0,-3-2 29 0 0,0 0-1 0 0,0 0 1 0 0,0 1 0 0 0,0-1-1 0 0,0 0 1 0 0,0 0-1 0 0,0 0 1 0 0,0 0 0 0 0,0 0-1 0 0,-1 0 1 0 0,1 1 0 0 0,0-1-1 0 0,-1 0 1 0 0,1 0 0 0 0,-1 0-1 0 0,1 0 1 0 0,-1 0-1 0 0,1 0 1 0 0,-2 1 0 0 0,-17 22 921 0 0,12-16-705 0 0,-23 33 296 0 0,1 0-1 0 0,-31 63 1 0 0,51-85-736 0 0,1 1-1 0 0,0-1 0 0 0,2 1 0 0 0,0 1 0 0 0,1-1 0 0 0,1 1 0 0 0,1 0 1 0 0,-1 31-1 0 0,4-17-797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0:49.9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1 8754 0 0,'-26'9'11134'0'0,"37"1"-10583"0"0,38 25-460 0 0,70 62-1 0 0,-67-52-74 0 0,-12-15-16 0 0,-32-25 0 0 0,0 1 0 0 0,0 0 0 0 0,0 0 0 0 0,8 10 0 0 0,-13-13 0 0 0,0 1 0 0 0,-1-1 0 0 0,0 1 0 0 0,0 0 0 0 0,0 0 0 0 0,0 0 0 0 0,0 0 0 0 0,-1 1 0 0 0,1-1 0 0 0,-1 0 0 0 0,0 1 0 0 0,-1-1 0 0 0,1 5 0 0 0,-1-2 46 0 0,0 0 1 0 0,0 0-1 0 0,-1 0 0 0 0,0 0 0 0 0,-1 0 0 0 0,1-1 0 0 0,-1 1 0 0 0,-1 0 0 0 0,1-1 0 0 0,-1 1 0 0 0,0-1 0 0 0,0 0 0 0 0,-1 0 0 0 0,0 0 0 0 0,-8 9 0 0 0,-8 7 364 0 0,-1-2-1 0 0,-37 30 0 0 0,-5 4-45 0 0,-23 48-364 0 0,9-10 0 0 0,42-48-764 0 0,26-32 16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24.38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277 166 3225 0 0,'-8'-9'471'0'0,"-1"1"-1"0"0,0 1 1 0 0,0-1 0 0 0,-1 1 0 0 0,0 1 0 0 0,0 0 0 0 0,0 0 0 0 0,-1 1 0 0 0,-17-6-1 0 0,23 10-257 0 0,1 0 0 0 0,-1 0 0 0 0,1 0-1 0 0,-1 1 1 0 0,0 0 0 0 0,1 0 0 0 0,-1 0-1 0 0,1 0 1 0 0,-1 1 0 0 0,1-1-1 0 0,-1 1 1 0 0,1 1 0 0 0,-1-1 0 0 0,1 0-1 0 0,0 1 1 0 0,-1 0 0 0 0,1 0-1 0 0,0 0 1 0 0,0 1 0 0 0,1-1 0 0 0,-1 1-1 0 0,0 0 1 0 0,1 0 0 0 0,0 0-1 0 0,-1 1 1 0 0,1-1 0 0 0,-3 6 0 0 0,0 1-140 0 0,0-1 1 0 0,1 1-1 0 0,0 0 1 0 0,1 1-1 0 0,0-1 1 0 0,1 1 0 0 0,0 0-1 0 0,1 0 1 0 0,0 0-1 0 0,0 0 1 0 0,1 0-1 0 0,1 0 1 0 0,1 20 0 0 0,2 0 128 0 0,1 0 1 0 0,1-1 0 0 0,17 51 0 0 0,-15-59-207 0 0,1 0-1 0 0,2-1 1 0 0,0 0 0 0 0,1-1-1 0 0,1 0 1 0 0,1-1-1 0 0,1 0 1 0 0,23 25-1 0 0,-29-36 2 0 0,1 0-1 0 0,0 0 1 0 0,1 0 0 0 0,0-2-1 0 0,0 1 1 0 0,0-1-1 0 0,22 9 1 0 0,-24-12 2 0 0,0-1 0 0 0,0 0 0 0 0,0 0 0 0 0,0-1 0 0 0,0 0 0 0 0,0 0 0 0 0,0-1 0 0 0,0 0 0 0 0,1 0 0 0 0,-1-1 0 0 0,0 0 0 0 0,13-4 0 0 0,-15 3 15 0 0,0-1 0 0 0,-1 0-1 0 0,1 1 1 0 0,-1-2 0 0 0,0 1-1 0 0,0-1 1 0 0,0 0 0 0 0,-1 0 0 0 0,1 0-1 0 0,-1 0 1 0 0,0-1 0 0 0,0 0-1 0 0,0 0 1 0 0,-1 0 0 0 0,0 0-1 0 0,0-1 1 0 0,0 1 0 0 0,0-1-1 0 0,2-11 1 0 0,1-1 82 0 0,-1 0-1 0 0,-1 0 1 0 0,0-1-1 0 0,-2 0 1 0 0,1-25-1 0 0,-4 10 147 0 0,-1-1-1 0 0,-2 1 0 0 0,-11-52 1 0 0,-40-97 498 0 0,51 171-696 0 0,-1 1-1 0 0,0 0 1 0 0,0 0 0 0 0,-1 1-1 0 0,-1 0 1 0 0,1 0 0 0 0,-2 0-1 0 0,1 1 1 0 0,-12-11 0 0 0,15 16 2 0 0,-1 0 0 0 0,0 1 0 0 0,0-1 0 0 0,-1 1 1 0 0,1 0-1 0 0,-1 0 0 0 0,1 1 0 0 0,-1-1 0 0 0,0 1 0 0 0,0 1 1 0 0,0-1-1 0 0,0 1 0 0 0,0 0 0 0 0,0 0 0 0 0,0 1 0 0 0,-1 0 1 0 0,1 0-1 0 0,0 0 0 0 0,-10 2 0 0 0,4 0 23 0 0,0 1 0 0 0,0 0-1 0 0,1 0 1 0 0,-1 1 0 0 0,1 1-1 0 0,0 0 1 0 0,-19 11 0 0 0,26-13-55 0 0,0 0 0 0 0,0 0 1 0 0,0 1-1 0 0,1-1 0 0 0,-1 1 1 0 0,1 0-1 0 0,0 0 0 0 0,0 0 1 0 0,0 1-1 0 0,1-1 0 0 0,-1 1 0 0 0,1-1 1 0 0,0 1-1 0 0,1 0 0 0 0,-1-1 1 0 0,1 1-1 0 0,0 0 0 0 0,0 0 0 0 0,0 0 1 0 0,1 0-1 0 0,0 7 0 0 0,2 24-81 0 0,1 1-1 0 0,3-1 1 0 0,1 0-1 0 0,1-1 1 0 0,2 1-1 0 0,2-2 0 0 0,1 1 1 0 0,30 54-1 0 0,-36-77 57 0 0,0 0-1 0 0,1-1 1 0 0,1 1-1 0 0,0-2 0 0 0,1 1 1 0 0,0-1-1 0 0,0-1 1 0 0,16 11-1 0 0,-21-16 7 0 0,0-1-1 0 0,0 0 0 0 0,1 0 1 0 0,0 0-1 0 0,0-1 1 0 0,-1 0-1 0 0,1 0 1 0 0,0-1-1 0 0,9 2 0 0 0,-11-3 5 0 0,0 0-1 0 0,0 0 1 0 0,0 0-1 0 0,0 0 1 0 0,0-1-1 0 0,0 0 1 0 0,-1 0-1 0 0,1 0 1 0 0,0 0-1 0 0,0-1 1 0 0,-1 1-1 0 0,1-1 1 0 0,-1 0-1 0 0,1 0 1 0 0,5-4-1 0 0,-6 2-5 0 0,0 1 1 0 0,0 0-1 0 0,0-1 0 0 0,-1 1 0 0 0,0-1 1 0 0,1 0-1 0 0,-1 1 0 0 0,-1-1 0 0 0,1 0 0 0 0,-1-1 1 0 0,1 1-1 0 0,-1 0 0 0 0,0 0 0 0 0,0 0 1 0 0,-1-1-1 0 0,1-6 0 0 0,-1-10-38 0 0,0 0-1 0 0,-3-23 1 0 0,2 29 43 0 0,-17-129 357 0 0,14 125-299 0 0,0 0 0 0 0,-1 1 1 0 0,-1-1-1 0 0,-1 1 1 0 0,-14-26-1 0 0,18 40-54 0 0,1-1-1 0 0,-1 1 1 0 0,-1 0-1 0 0,1 0 1 0 0,0 1-1 0 0,-1-1 1 0 0,0 1 0 0 0,0-1-1 0 0,0 1 1 0 0,0 1-1 0 0,-1-1 1 0 0,1 0-1 0 0,-1 1 1 0 0,1 0-1 0 0,-1 0 1 0 0,0 0-1 0 0,0 1 1 0 0,0 0-1 0 0,0 0 1 0 0,0 0-1 0 0,0 0 1 0 0,0 1 0 0 0,0 0-1 0 0,0 0 1 0 0,0 0-1 0 0,0 1 1 0 0,-1-1-1 0 0,1 1 1 0 0,0 0-1 0 0,0 1 1 0 0,1-1-1 0 0,-1 1 1 0 0,0 0-1 0 0,0 0 1 0 0,1 1-1 0 0,0 0 1 0 0,-1-1 0 0 0,1 1-1 0 0,0 1 1 0 0,0-1-1 0 0,1 0 1 0 0,-1 1-1 0 0,1 0 1 0 0,-1 0-1 0 0,1 0 1 0 0,-3 5-1 0 0,0 4-11 0 0,0 0-1 0 0,1 0 0 0 0,0 1 1 0 0,1 0-1 0 0,0 0 0 0 0,1 0 1 0 0,1 0-1 0 0,0 1 0 0 0,1-1 1 0 0,1 1-1 0 0,0-1 0 0 0,1 0 1 0 0,1 1-1 0 0,0-1 0 0 0,0 0 1 0 0,2 0-1 0 0,0 0 0 0 0,0 0 1 0 0,1-1-1 0 0,1 1 0 0 0,0-1 1 0 0,1-1-1 0 0,9 14 0 0 0,-13-23 6 0 0,-1 1 1 0 0,1-1-1 0 0,-1-1 0 0 0,1 1 0 0 0,0 0 0 0 0,0-1 1 0 0,0 1-1 0 0,0-1 0 0 0,1 0 0 0 0,-1 0 0 0 0,1 0 1 0 0,-1 0-1 0 0,1-1 0 0 0,0 1 0 0 0,-1-1 0 0 0,1 0 1 0 0,0 0-1 0 0,0-1 0 0 0,0 1 0 0 0,0-1 0 0 0,0 0 1 0 0,0 0-1 0 0,0 0 0 0 0,0 0 0 0 0,0-1 0 0 0,-1 1 1 0 0,1-1-1 0 0,0 0 0 0 0,5-2 0 0 0,-4 0-2 0 0,1 0-1 0 0,-1 0 0 0 0,0 0 1 0 0,0-1-1 0 0,-1 1 1 0 0,1-1-1 0 0,-1-1 1 0 0,0 1-1 0 0,0 0 0 0 0,0-1 1 0 0,-1 0-1 0 0,1 0 1 0 0,-1 0-1 0 0,0 0 1 0 0,0-1-1 0 0,-1 1 0 0 0,0-1 1 0 0,3-9-1 0 0,-1-3-11 0 0,0 0 1 0 0,-2 1-1 0 0,0-1 0 0 0,-1 0 0 0 0,0 0 0 0 0,-2 0 0 0 0,0 0 1 0 0,-1 0-1 0 0,-1 0 0 0 0,0 0 0 0 0,-2 1 0 0 0,0-1 0 0 0,-1 1 1 0 0,0 0-1 0 0,-1 1 0 0 0,-13-21 0 0 0,19 35 19 0 0,0 1 0 0 0,1-1 0 0 0,-1 1-1 0 0,0-1 1 0 0,0 1 0 0 0,0 0 0 0 0,0-1-1 0 0,0 1 1 0 0,0 0 0 0 0,0 0 0 0 0,-1 0 0 0 0,1 0-1 0 0,0 0 1 0 0,-1 0 0 0 0,1 0 0 0 0,0 0 0 0 0,-1 1-1 0 0,1-1 1 0 0,-1 1 0 0 0,-2-2 0 0 0,3 3 0 0 0,0-1 1 0 0,0 0-1 0 0,0 1 1 0 0,0-1-1 0 0,0 0 1 0 0,0 1-1 0 0,0 0 1 0 0,0-1-1 0 0,0 1 1 0 0,0-1-1 0 0,1 1 0 0 0,-1 0 1 0 0,0 0-1 0 0,0-1 1 0 0,1 1-1 0 0,-1 0 1 0 0,0 0-1 0 0,1 0 1 0 0,-1 0-1 0 0,1 0 1 0 0,-1 0-1 0 0,0 1 1 0 0,-2 7 8 0 0,-1 1 1 0 0,1-1-1 0 0,1 1 1 0 0,0 0 0 0 0,-1 10-1 0 0,-4 96-8 0 0,7-105-2 0 0,1 0 0 0 0,0 0-1 0 0,1 0 1 0 0,0 0 0 0 0,0 0-1 0 0,1 0 1 0 0,1-1 0 0 0,6 16-1 0 0,-10-25 3 0 0,1 0-1 0 0,-1 0 0 0 0,1 0 0 0 0,-1 0 0 0 0,1 0 0 0 0,-1 0 0 0 0,1 0 0 0 0,0 0 1 0 0,-1 0-1 0 0,1-1 0 0 0,0 1 0 0 0,0 0 0 0 0,0 0 0 0 0,0-1 0 0 0,0 1 0 0 0,0 0 1 0 0,0-1-1 0 0,0 1 0 0 0,0-1 0 0 0,0 1 0 0 0,0-1 0 0 0,0 0 0 0 0,0 1 0 0 0,0-1 1 0 0,2 0-1 0 0,-1 0-7 0 0,-1 0 0 0 0,0-1 1 0 0,1 0-1 0 0,-1 1 1 0 0,0-1-1 0 0,1 0 1 0 0,-1 0-1 0 0,0 1 0 0 0,0-1 1 0 0,1 0-1 0 0,-1 0 1 0 0,0 0-1 0 0,0 0 1 0 0,0-1-1 0 0,0 1 0 0 0,1-2 1 0 0,2-4-27 0 0,0 0 0 0 0,-1 0 0 0 0,0 0 0 0 0,0 0 0 0 0,0 0 1 0 0,2-10-1 0 0,-3 2-94 0 0,0 0 1 0 0,-1-24 0 0 0,-1 35 107 0 0,0-1 0 0 0,0 1 0 0 0,-1-1 0 0 0,0 1 0 0 0,0 0 1 0 0,0-1-1 0 0,0 1 0 0 0,-1 0 0 0 0,1 0 0 0 0,-1-1 0 0 0,0 1 1 0 0,0 0-1 0 0,-3-3 0 0 0,4 6 19 0 0,1 1 1 0 0,-1-1-1 0 0,1 0 0 0 0,-1 1 0 0 0,1-1 1 0 0,-1 1-1 0 0,1-1 0 0 0,-1 1 1 0 0,1-1-1 0 0,-1 1 0 0 0,0 0 1 0 0,1-1-1 0 0,-1 1 0 0 0,1 0 1 0 0,-1-1-1 0 0,0 1 0 0 0,0 0 1 0 0,1 0-1 0 0,-1 0 0 0 0,0-1 0 0 0,1 1 1 0 0,-1 0-1 0 0,0 0 0 0 0,0 0 1 0 0,1 0-1 0 0,-1 0 0 0 0,0 1 1 0 0,0-1-1 0 0,1 0 0 0 0,-1 0 1 0 0,-1 1-1 0 0,1 0 2 0 0,-1 0 0 0 0,1 0-1 0 0,-1 1 1 0 0,1-1 0 0 0,0 0 0 0 0,-1 1 0 0 0,1-1 0 0 0,0 1-1 0 0,0 0 1 0 0,0-1 0 0 0,-1 4 0 0 0,-1 3 4 0 0,0 0 1 0 0,0 0-1 0 0,1 0 1 0 0,-2 13-1 0 0,3-18-6 0 0,0 55-38 0 0,1-54 36 0 0,0-1 0 0 0,0 0 0 0 0,1 0 0 0 0,-1 1 0 0 0,1-1 0 0 0,0 0-1 0 0,0 0 1 0 0,0 0 0 0 0,0 0 0 0 0,1 0 0 0 0,-1 0 0 0 0,1 0-1 0 0,0 0 1 0 0,0-1 0 0 0,3 4 0 0 0,-5-5 2 0 0,1 0 0 0 0,0-1 0 0 0,0 1 0 0 0,-1 0 0 0 0,1-1 0 0 0,0 1 0 0 0,0-1 0 0 0,0 1 0 0 0,0-1 0 0 0,0 0 0 0 0,0 1 0 0 0,0-1 0 0 0,0 0 0 0 0,0 0 0 0 0,0 0 0 0 0,0 1 0 0 0,0-1 0 0 0,0 0 0 0 0,0 0 0 0 0,0 0 0 0 0,0-1 0 0 0,0 1 0 0 0,0 0 0 0 0,0 0 0 0 0,0-1 0 0 0,1 0 0 0 0,0 0 0 0 0,0 0 0 0 0,0-1 0 0 0,0 1 0 0 0,0-1 0 0 0,-1 1 0 0 0,1-1 0 0 0,0 0 0 0 0,-1 0 0 0 0,1 0 0 0 0,-1 0 0 0 0,1-2 0 0 0,2-4 0 0 0,0 0 0 0 0,0-1 0 0 0,-1 1 0 0 0,-1-1 0 0 0,3-9 0 0 0,-5-26 32 0 0,-8 25-10 0 0,7 19-22 0 0,1 0 1 0 0,-1-1-1 0 0,1 1 0 0 0,-1 0 0 0 0,1-1 1 0 0,-1 1-1 0 0,1 0 0 0 0,-1 0 1 0 0,1 0-1 0 0,-1 0 0 0 0,0-1 1 0 0,1 1-1 0 0,-1 0 0 0 0,1 0 1 0 0,-1 0-1 0 0,1 0 0 0 0,-1 0 1 0 0,0 1-1 0 0,1-1 0 0 0,-1 0 0 0 0,1 0 1 0 0,-1 0-1 0 0,1 0 0 0 0,-1 0 1 0 0,1 1-1 0 0,-1-1 0 0 0,1 0 1 0 0,-1 1-1 0 0,1-1 0 0 0,-1 0 1 0 0,0 1-1 0 0,-1 1 1 0 0,0 1 0 0 0,0-1 1 0 0,1 0-1 0 0,-1 1 0 0 0,0-1 1 0 0,1 1-1 0 0,0 0 0 0 0,0-1 0 0 0,0 1 1 0 0,0 0-1 0 0,0 0 0 0 0,0 0 0 0 0,1-1 1 0 0,-1 1-1 0 0,1 0 0 0 0,0 0 0 0 0,0 0 1 0 0,0 5-1 0 0,0 0 2 0 0,1-1 1 0 0,-1 0-1 0 0,2 1 1 0 0,-1-1-1 0 0,1 0 1 0 0,3 11-1 0 0,-5-18-3 0 0,0 1 0 0 0,0-1 0 0 0,1 1 0 0 0,-1 0 0 0 0,0-1 0 0 0,0 1 0 0 0,1 0 0 0 0,-1-1 0 0 0,0 1 0 0 0,1-1 0 0 0,-1 1 0 0 0,0-1 0 0 0,1 1 0 0 0,-1-1 0 0 0,1 1 0 0 0,-1-1 0 0 0,1 0 0 0 0,-1 1 0 0 0,1-1 0 0 0,-1 1 0 0 0,1-1 0 0 0,-1 0 0 0 0,1 0 0 0 0,-1 1 0 0 0,1-1 0 0 0,0 0 0 0 0,-1 0 0 0 0,1 0 0 0 0,0 1 0 0 0,-1-1 0 0 0,1 0 0 0 0,1 0 0 0 0,-1-1 0 0 0,0 0 0 0 0,0 0 0 0 0,0 0 0 0 0,1 0 0 0 0,-1 1 0 0 0,0-2 0 0 0,0 1 0 0 0,-1 0 0 0 0,1 0 0 0 0,0 0 0 0 0,0 0 0 0 0,0 0 0 0 0,0-3 0 0 0,16-46 0 0 0,-15 43 0 0 0,-1 0 0 0 0,0 0 0 0 0,0-1 0 0 0,-1 1 0 0 0,0-1 0 0 0,-1-7 0 0 0,1 13 0 0 0,0 0 0 0 0,-1 0 0 0 0,1 1 0 0 0,0-1 0 0 0,-1 0 0 0 0,1 0 0 0 0,-1 1 0 0 0,1-1 0 0 0,-1 0 0 0 0,0 1 0 0 0,0-1 0 0 0,0 0 0 0 0,0 1 0 0 0,0-1 0 0 0,0 1 0 0 0,0 0 0 0 0,0-1 0 0 0,-1 1 0 0 0,1 0 0 0 0,0 0 0 0 0,-1 0 0 0 0,1 0 0 0 0,-1 0 0 0 0,1 0 0 0 0,-1 0 0 0 0,0 0 0 0 0,1 1 0 0 0,-1-1 0 0 0,0 1 0 0 0,-2-1 0 0 0,2 1 3 0 0,0 0-1 0 0,1 1 1 0 0,-1-1 0 0 0,0 1 0 0 0,0-1 0 0 0,0 1-1 0 0,0 0 1 0 0,1 0 0 0 0,-1 0 0 0 0,0 0-1 0 0,1 0 1 0 0,-1 0 0 0 0,1 0 0 0 0,-1 1 0 0 0,1-1-1 0 0,-1 0 1 0 0,1 1 0 0 0,0-1 0 0 0,0 1-1 0 0,0 0 1 0 0,0-1 0 0 0,0 1 0 0 0,-1 2 0 0 0,-19 45 73 0 0,19-46-75 0 0,-23 88-192 0 0,20-68 99 0 0,-1 0-1 0 0,-1 0 1 0 0,-13 28 0 0 0,17-46-209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25.53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40 221 1840 0 0,'-39'-196'8202'0'0,"41"171"-1835"0"0,5 40-5398 0 0,90 303 1048 0 0,-81-261-1896 0 0,-2-6-160 0 0,-4-11-168 0 0,22 55 0 0 0,-30-87-1766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25.8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51 177 3225 0 0,'-10'-20'784'0'0,"2"8"-192"0"0,2-1 0 0 0,0 0 1 0 0,0 0-1 0 0,-6-26 0 0 0,11 37-451 0 0,0 0 0 0 0,1 0 0 0 0,0 0 0 0 0,-1 0 0 0 0,1 0 0 0 0,0 0 0 0 0,0-1 0 0 0,0 1 0 0 0,0 0 0 0 0,1 0 0 0 0,-1 0 0 0 0,1 0-1 0 0,-1 0 1 0 0,1 0 0 0 0,0 0 0 0 0,-1 0 0 0 0,1 0 0 0 0,0 0 0 0 0,0 0 0 0 0,1 0 0 0 0,-1 0 0 0 0,0 0 0 0 0,1 1 0 0 0,-1-1 0 0 0,1 1 0 0 0,-1-1-1 0 0,1 1 1 0 0,0 0 0 0 0,-1-1 0 0 0,1 1 0 0 0,0 0 0 0 0,0 0 0 0 0,0 0 0 0 0,0 0 0 0 0,0 1 0 0 0,0-1 0 0 0,0 1 0 0 0,4-1 0 0 0,-1 0 93 0 0,-1 0 0 0 0,1 1 1 0 0,-1 0-1 0 0,1 0 1 0 0,-1 0-1 0 0,0 1 1 0 0,1-1-1 0 0,-1 1 0 0 0,1 0 1 0 0,-1 0-1 0 0,0 1 1 0 0,0-1-1 0 0,1 1 0 0 0,3 2 1 0 0,8 6 322 0 0,0 0-1 0 0,17 14 1 0 0,9 6 218 0 0,15 3-374 0 0,-33-21-354 0 0,0 2-1 0 0,-1 0 0 0 0,-1 1 1 0 0,0 2-1 0 0,-1 0 0 0 0,-1 1 1 0 0,22 25-1 0 0,-30-29-121 0 0,-8-9-6 0 0,0-1 0 0 0,0 1 0 0 0,0-1 0 0 0,-1 1 0 0 0,0 0 0 0 0,0 1 0 0 0,0-1 0 0 0,0 0 0 0 0,-1 1 1 0 0,3 10-1 0 0,-6-9-590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26.1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2 167 5065 0 0,'0'0'80'0'0,"0"-1"0"0"0,-1 0 0 0 0,1 1 0 0 0,0-1 0 0 0,0 0 0 0 0,-1 1 0 0 0,1-1 1 0 0,0 0-1 0 0,0 1 0 0 0,0-1 0 0 0,0 0 0 0 0,0 0 0 0 0,0 1 0 0 0,0-1 0 0 0,0 0 0 0 0,1 1 0 0 0,-1-1 0 0 0,0 0 0 0 0,0 1 0 0 0,0-1 0 0 0,1 0 0 0 0,-1 1 0 0 0,0-1 0 0 0,1 1 1 0 0,-1-1-1 0 0,1 1 0 0 0,-1-1 0 0 0,1 0 0 0 0,14-22 1872 0 0,-14 21-1701 0 0,12-16 1582 0 0,4-7 282 0 0,41-45 1 0 0,-49 60-2199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31.1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282 323 3225 0 0,'-12'-26'195'0'0,"1"-1"1"0"0,2 0-1 0 0,1 0 1 0 0,1-1-1 0 0,1 0 1 0 0,-3-46-1 0 0,10 69 270 0 0,1 7 2 0 0,5 18 481 0 0,8 31 1070 0 0,-3 5-487 0 0,-4-15-609 0 0,26 73 1 0 0,-46-134-705 0 0,-25-34 0 0 0,16 25-134 0 0,11 15-82 0 0,-1 0 1 0 0,-1 1-1 0 0,0 0 1 0 0,-23-18-1 0 0,30 27 5 0 0,0 0-1 0 0,0 0 1 0 0,0 1 0 0 0,-1-1-1 0 0,0 1 1 0 0,0 0 0 0 0,0 1-1 0 0,0-1 1 0 0,0 1-1 0 0,0 1 1 0 0,-1-1 0 0 0,1 1-1 0 0,0 0 1 0 0,-1 0 0 0 0,-11 1-1 0 0,17 0 35 0 0,0 0-1 0 0,0 0 0 0 0,0 0 0 0 0,0 1 1 0 0,0-1-1 0 0,0 0 0 0 0,0 1 0 0 0,0-1 0 0 0,0 1 1 0 0,0-1-1 0 0,0 1 0 0 0,0-1 0 0 0,0 1 1 0 0,0 0-1 0 0,0 0 0 0 0,0-1 0 0 0,1 1 1 0 0,-1 0-1 0 0,0 0 0 0 0,1 0 0 0 0,-1 0 0 0 0,0 0 1 0 0,1 0-1 0 0,-1 1 0 0 0,0 0 59 0 0,1 1-1 0 0,-1-1 1 0 0,1 1-1 0 0,0-1 1 0 0,-1 1-1 0 0,1 0 1 0 0,0-1-1 0 0,1 1 1 0 0,-1-1-1 0 0,1 4 1 0 0,2 6 245 0 0,1-1 1 0 0,0 1-1 0 0,7 14 1 0 0,-10-25-340 0 0,5 12 104 0 0,1 0 0 0 0,1 0 0 0 0,0 0-1 0 0,1-1 1 0 0,0 0 0 0 0,12 11 0 0 0,-17-19-106 0 0,0 0 0 0 0,0 0 1 0 0,0-1-1 0 0,1 0 0 0 0,-1 1 0 0 0,1-2 0 0 0,0 1 0 0 0,0 0 1 0 0,0-1-1 0 0,0 0 0 0 0,0 0 0 0 0,0-1 0 0 0,0 1 1 0 0,1-1-1 0 0,-1-1 0 0 0,1 1 0 0 0,-1 0 0 0 0,1-1 0 0 0,10-1 1 0 0,-14 0-5 0 0,0 1 1 0 0,0 0-1 0 0,0-1 0 0 0,0 0 1 0 0,0 1-1 0 0,0-1 1 0 0,0 0-1 0 0,-1 0 1 0 0,1 0-1 0 0,0 0 1 0 0,0 0-1 0 0,-1-1 1 0 0,1 1-1 0 0,-1-1 1 0 0,1 1-1 0 0,-1-1 1 0 0,1 1-1 0 0,-1-1 0 0 0,2-2 1 0 0,-2 0 6 0 0,1 1 1 0 0,-1-1-1 0 0,0 1 0 0 0,0-1 1 0 0,0 0-1 0 0,0 0 1 0 0,-1 0-1 0 0,1 1 0 0 0,-1-8 1 0 0,-1-6 54 0 0,-1 1 0 0 0,-1 0 1 0 0,-9-29-1 0 0,12 43-55 0 0,-5-14 74 0 0,-1 0 1 0 0,0 1-1 0 0,-1-1 1 0 0,-1 1-1 0 0,0 1 1 0 0,-17-23 0 0 0,20 31-70 0 0,0 0 1 0 0,0 0-1 0 0,-1 0 1 0 0,0 0-1 0 0,0 1 1 0 0,0 0-1 0 0,0 0 1 0 0,-1 1-1 0 0,0 0 1 0 0,0 0 0 0 0,0 1-1 0 0,0-1 1 0 0,0 2-1 0 0,-1-1 1 0 0,1 1-1 0 0,-11-2 1 0 0,16 4-13 0 0,0-1 1 0 0,0 1-1 0 0,-1 0 1 0 0,1 0-1 0 0,0 0 1 0 0,0 1-1 0 0,0-1 1 0 0,0 0-1 0 0,0 1 1 0 0,0-1-1 0 0,0 1 1 0 0,0 0-1 0 0,0 0 1 0 0,0-1-1 0 0,0 1 1 0 0,0 1-1 0 0,1-1 1 0 0,-1 0-1 0 0,0 0 1 0 0,-1 2-1 0 0,1 0 5 0 0,0-1-1 0 0,0 1 1 0 0,1 0-1 0 0,-1 0 1 0 0,1 0 0 0 0,-1 0-1 0 0,1 0 1 0 0,0 0-1 0 0,0 0 1 0 0,0 0 0 0 0,0 6-1 0 0,0 6 34 0 0,0-1 0 0 0,2 1 0 0 0,-1 0 0 0 0,5 20 0 0 0,-5-35-35 0 0,4 25 21 0 0,0 0 0 0 0,2-1 0 0 0,1 0 0 0 0,1 0 0 0 0,21 45 0 0 0,-24-61-22 0 0,0 0-1 0 0,0 0 1 0 0,1 0-1 0 0,0-1 1 0 0,1 1-1 0 0,-1-1 1 0 0,1-1-1 0 0,10 8 1 0 0,-12-11-1 0 0,0 1-1 0 0,1-1 1 0 0,-1-1 0 0 0,1 1 0 0 0,0-1 0 0 0,0 0 0 0 0,0 0 0 0 0,0 0 0 0 0,0-1-1 0 0,0 0 1 0 0,0-1 0 0 0,0 1 0 0 0,12-1 0 0 0,-12-1-1 0 0,-1 1 0 0 0,1-1 0 0 0,-1 0 0 0 0,1 0 0 0 0,-1-1 0 0 0,0 1 0 0 0,0-1 0 0 0,0 0 0 0 0,0-1 0 0 0,0 1 0 0 0,0-1 0 0 0,-1 0 0 0 0,1 0 0 0 0,-1 0 0 0 0,0-1 0 0 0,6-6 0 0 0,-5 4-9 0 0,-1 0 0 0 0,0 0-1 0 0,0-1 1 0 0,0 1 0 0 0,-1-1 0 0 0,0 0 0 0 0,0 0 0 0 0,-1 0 0 0 0,0 0 0 0 0,2-15 0 0 0,-2 5 8 0 0,-1 1-1 0 0,-1-1 1 0 0,0 0-1 0 0,-1 0 1 0 0,-1 0-1 0 0,-1 0 1 0 0,0 1-1 0 0,-1-1 1 0 0,-1 1 0 0 0,-7-16-1 0 0,5 16 17 0 0,-1 0 0 0 0,-18-26 0 0 0,22 37-11 0 0,0 0 1 0 0,0 0 0 0 0,0 0-1 0 0,0 1 1 0 0,-1-1 0 0 0,0 1-1 0 0,0 0 1 0 0,0 1 0 0 0,0-1-1 0 0,0 1 1 0 0,-8-4 0 0 0,12 7-3 0 0,0 0 0 0 0,1-1 0 0 0,-1 1 0 0 0,0 0 0 0 0,0 0 0 0 0,0 0 0 0 0,0 0 0 0 0,1 0 0 0 0,-1 0 0 0 0,0 0 0 0 0,0 0 0 0 0,0 0 0 0 0,1 0 0 0 0,-1 0 0 0 0,0 0 0 0 0,0 0 0 0 0,0 1 0 0 0,1-1 0 0 0,-1 0 0 0 0,0 1 0 0 0,0-1 0 0 0,1 1 0 0 0,-1-1 0 0 0,0 0 0 0 0,1 1 0 0 0,-2 0 0 0 0,1 1 2 0 0,0 0 1 0 0,-1 0 0 0 0,1-1-1 0 0,0 1 1 0 0,1 0-1 0 0,-1 0 1 0 0,0 0 0 0 0,0 0-1 0 0,1 0 1 0 0,-1 3-1 0 0,-1 4 10 0 0,1 0 0 0 0,1 0-1 0 0,0 16 1 0 0,4 27-95 0 0,2 0 1 0 0,1 0-1 0 0,4-1 0 0 0,31 94 1 0 0,-39-137 69 0 0,1-1 0 0 0,0 1 0 0 0,0-1 0 0 0,1 0 0 0 0,0-1 0 0 0,0 1 0 0 0,1-1 0 0 0,10 9 0 0 0,-15-13 14 0 0,0-1 0 0 0,1 0 0 0 0,-1 0 0 0 0,0 0 0 0 0,1 0 0 0 0,0 0-1 0 0,-1 0 1 0 0,1 0 0 0 0,-1 0 0 0 0,1-1 0 0 0,0 1 0 0 0,-1-1 0 0 0,1 1 0 0 0,0-1 0 0 0,0 0 0 0 0,0 1 0 0 0,-1-1-1 0 0,1 0 1 0 0,0 0 0 0 0,0 0 0 0 0,0-1 0 0 0,-1 1 0 0 0,1 0 0 0 0,0-1 0 0 0,0 1 0 0 0,-1-1 0 0 0,1 1-1 0 0,0-1 1 0 0,-1 0 0 0 0,1 0 0 0 0,-1 0 0 0 0,1 0 0 0 0,-1 0 0 0 0,1 0 0 0 0,-1 0 0 0 0,0 0 0 0 0,1-1 0 0 0,-1 1-1 0 0,0 0 1 0 0,0-1 0 0 0,0 1 0 0 0,0-1 0 0 0,0 0 0 0 0,0 1 0 0 0,0-4 0 0 0,4-5 63 0 0,0 0 1 0 0,-2-1-1 0 0,1 0 1 0 0,-1 0-1 0 0,-1 0 0 0 0,0-1 1 0 0,-1 1-1 0 0,0 0 1 0 0,-1-18-1 0 0,-1 2 65 0 0,-1 0 0 0 0,-11-50 0 0 0,9 63-116 0 0,-1 0 0 0 0,0 0-1 0 0,-1 1 1 0 0,0 0 0 0 0,-1 0 0 0 0,-1 1 0 0 0,0-1-1 0 0,0 2 1 0 0,-1-1 0 0 0,-1 1 0 0 0,-18-17 0 0 0,23 24-12 0 0,-1 0 0 0 0,1 0 0 0 0,-1 1 0 0 0,1-1 0 0 0,-1 1 1 0 0,0 0-1 0 0,0 1 0 0 0,0-1 0 0 0,-1 1 0 0 0,1 1 1 0 0,-1-1-1 0 0,-7 0 0 0 0,9 2 4 0 0,0 0 0 0 0,0 0-1 0 0,-1 1 1 0 0,1 0 0 0 0,0 0 0 0 0,0 0 0 0 0,0 0-1 0 0,0 1 1 0 0,0 0 0 0 0,0 0 0 0 0,0 0 0 0 0,1 1 0 0 0,-1-1-1 0 0,1 1 1 0 0,0 0 0 0 0,0 1 0 0 0,-5 4 0 0 0,3-2 26 0 0,0 1 0 0 0,0 0 0 0 0,1 0 1 0 0,0 0-1 0 0,1 1 0 0 0,-1 0 0 0 0,1 0 0 0 0,1 0 0 0 0,0 0 1 0 0,0 1-1 0 0,0 0 0 0 0,1-1 0 0 0,0 1 0 0 0,0 9 1 0 0,1-6 13 0 0,0 0 1 0 0,1 1 0 0 0,0-1-1 0 0,1 0 1 0 0,0 0 0 0 0,1 0-1 0 0,0 0 1 0 0,1 0 0 0 0,8 21-1 0 0,-10-31-48 0 0,0 1-1 0 0,0-1 0 0 0,1 0 0 0 0,-1 0 0 0 0,0 1 1 0 0,1-1-1 0 0,-1 0 0 0 0,1 0 0 0 0,0 0 1 0 0,-1-1-1 0 0,1 1 0 0 0,0 0 0 0 0,0-1 1 0 0,1 1-1 0 0,-1-1 0 0 0,0 0 0 0 0,0 1 0 0 0,1-1 1 0 0,-1 0-1 0 0,0 0 0 0 0,1-1 0 0 0,-1 1 1 0 0,1 0-1 0 0,-1-1 0 0 0,1 0 0 0 0,-1 0 1 0 0,1 1-1 0 0,0-1 0 0 0,-1-1 0 0 0,1 1 0 0 0,-1 0 1 0 0,1-1-1 0 0,-1 1 0 0 0,1-1 0 0 0,-1 0 1 0 0,1 1-1 0 0,-1-1 0 0 0,3-2 0 0 0,2 0-4 0 0,-1 0-1 0 0,-1 0 0 0 0,1-1 0 0 0,0 0 1 0 0,-1 0-1 0 0,0 0 0 0 0,0-1 1 0 0,0 0-1 0 0,-1 0 0 0 0,1 0 0 0 0,-1 0 1 0 0,0-1-1 0 0,5-9 0 0 0,-5 4 20 0 0,0 0-1 0 0,-1 0 1 0 0,0 0-1 0 0,-1 0 1 0 0,0 0 0 0 0,-1 0-1 0 0,0 0 1 0 0,-1-14-1 0 0,0 20-6 0 0,0 1-1 0 0,0-1 1 0 0,-1 0-1 0 0,0 1 1 0 0,0-1-1 0 0,0 1 1 0 0,0-1-1 0 0,-1 1 1 0 0,1-1 0 0 0,-1 1-1 0 0,0 0 1 0 0,-1 0-1 0 0,1 0 1 0 0,-1 0-1 0 0,0 0 1 0 0,0 1-1 0 0,0-1 1 0 0,0 1-1 0 0,0 0 1 0 0,-1 0-1 0 0,0 0 1 0 0,-6-4-1 0 0,9 7-4 0 0,0-1 0 0 0,0 0 0 0 0,0 1 0 0 0,0-1 0 0 0,0 1 0 0 0,0 0 0 0 0,-1-1 0 0 0,1 1 0 0 0,0 0 0 0 0,0 0 0 0 0,0-1 0 0 0,-1 1 0 0 0,1 0 0 0 0,0 0 0 0 0,0 1 0 0 0,0-1 0 0 0,-1 0 0 0 0,1 0 0 0 0,0 0 0 0 0,0 1 0 0 0,0-1 0 0 0,0 1 0 0 0,-1-1 0 0 0,1 1 0 0 0,0-1 0 0 0,-1 2 0 0 0,0 0 0 0 0,0 0 0 0 0,0 0 0 0 0,1 0 0 0 0,-1 1 0 0 0,1-1 0 0 0,0 0 0 0 0,0 1 0 0 0,-1-1 0 0 0,1 1 0 0 0,1-1 0 0 0,-2 5 0 0 0,0 5 0 0 0,0 0 0 0 0,0 0 0 0 0,2 0 0 0 0,0 15 0 0 0,1-6-71 0 0,1-1 0 0 0,2 1-1 0 0,0-1 1 0 0,8 25-1 0 0,-10-39 52 0 0,0 0 0 0 0,0 1 0 0 0,1-1 0 0 0,0 0-1 0 0,0-1 1 0 0,0 1 0 0 0,1 0 0 0 0,0-1 0 0 0,0 0 0 0 0,0 0-1 0 0,1 0 1 0 0,-1-1 0 0 0,1 1 0 0 0,0-1 0 0 0,1 0-1 0 0,-1 0 1 0 0,8 3 0 0 0,-12-6 20 0 0,0-1 0 0 0,-1 0 0 0 0,1 1 0 0 0,0-1 0 0 0,-1 0 1 0 0,1 1-1 0 0,0-1 0 0 0,0 0 0 0 0,-1 0 0 0 0,1 0 0 0 0,0 0 0 0 0,0 0 0 0 0,-1 0 0 0 0,1 0 0 0 0,0 0 0 0 0,0 0 0 0 0,-1 0 0 0 0,1 0 0 0 0,0 0 1 0 0,0-1-1 0 0,-1 1 0 0 0,1 0 0 0 0,0 0 0 0 0,-1-1 0 0 0,1 1 0 0 0,0-1 0 0 0,-1 1 0 0 0,2-1 0 0 0,-2 0 0 0 0,1 0 0 0 0,-1-1-1 0 0,1 1 1 0 0,-1 0 0 0 0,1 0-1 0 0,-1 0 1 0 0,0-1 0 0 0,1 1-1 0 0,-1 0 1 0 0,0-1 0 0 0,0 1-1 0 0,0 0 1 0 0,0 0 0 0 0,-1-3-1 0 0,0-2 35 0 0,0-1-1 0 0,0 1 1 0 0,-1-1 0 0 0,0 1-1 0 0,-4-8 1 0 0,3 8-12 0 0,-1 0 1 0 0,-1 0-1 0 0,1 0 0 0 0,-1 1 0 0 0,0 0 1 0 0,0 0-1 0 0,-1 0 0 0 0,1 0 1 0 0,-1 1-1 0 0,0 0 0 0 0,-9-5 1 0 0,13 8-23 0 0,1 1 1 0 0,-1-1-1 0 0,0 0 1 0 0,0 0-1 0 0,0 1 1 0 0,0-1-1 0 0,0 1 0 0 0,0 0 1 0 0,0 0-1 0 0,0 0 1 0 0,0 0-1 0 0,0 0 1 0 0,0 0-1 0 0,0 0 1 0 0,0 0-1 0 0,0 1 1 0 0,0-1-1 0 0,-2 2 1 0 0,2-1-7 0 0,0 0 0 0 0,0 1 0 0 0,1-1 0 0 0,-1 1 0 0 0,0 0 0 0 0,1-1 0 0 0,-1 1 0 0 0,1 0 0 0 0,0 0 0 0 0,-1 0 0 0 0,1 0 0 0 0,0 0 0 0 0,0 0 0 0 0,0 1 0 0 0,1-1 0 0 0,-1 0 0 0 0,0 0 0 0 0,1 1 0 0 0,-1 3 0 0 0,-1 2-304 0 0,1 0 0 0 0,0 1 0 0 0,1-1 0 0 0,0 1 0 0 0,0 0 0 0 0,0-1 0 0 0,1 1 0 0 0,1-1 0 0 0,0 0 0 0 0,0 1 0 0 0,0-1 0 0 0,1 0 0 0 0,0 0 0 0 0,0 0 0 0 0,1-1 0 0 0,10 15 0 0 0,0-6-1177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31.5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86 3225 0 0,'-11'-7'322'0'0,"0"-1"1"0"0,-20-18 0 0 0,3 2 2164 0 0,-3 4 3341 0 0,42 25-5159 0 0,-1 2-1 0 0,0-1 1 0 0,0 2 0 0 0,0-1 0 0 0,-1 1-1 0 0,0 1 1 0 0,0 0 0 0 0,-1 0-1 0 0,-1 0 1 0 0,13 20 0 0 0,-1 5-407 0 0,-1 2 0 0 0,13 39-1 0 0,-21-48-298 0 0,1 0-1 0 0,2 0 0 0 0,0-1 1 0 0,2-1-1 0 0,21 28 0 0 0,-14-32-80 0 0,-21-20-67 0 0,-1-1 0 0 0,1 1 0 0 0,0 0-1 0 0,0-1 1 0 0,0 1 0 0 0,0 0 0 0 0,0-1-1 0 0,0 1 1 0 0,0-1 0 0 0,0 0 0 0 0,0 1-1 0 0,0-1 1 0 0,0 0 0 0 0,0 1 0 0 0,0-1-1 0 0,0 0 1 0 0,0 0 0 0 0,0 0 0 0 0,0 0-1 0 0,1 0 1 0 0,-1 0 0 0 0,0 0 0 0 0,0-1-1 0 0,1 1 1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32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81 290 3009 0 0,'-2'-7'57'0'0,"0"1"0"0"0,0-1 0 0 0,-1 1 0 0 0,1 0 0 0 0,-2 0 0 0 0,1 0 0 0 0,-1 1 0 0 0,1-1 0 0 0,-1 1 0 0 0,-1 0 0 0 0,1 0 0 0 0,-1 0 0 0 0,0 0 0 0 0,0 1 0 0 0,-8-5 0 0 0,12 8 128 0 0,0 1 0 0 0,0-1 0 0 0,0 0 0 0 0,0 0 0 0 0,0 0 0 0 0,0 0 0 0 0,0 0 0 0 0,0 0 0 0 0,1 0 0 0 0,-1 0 0 0 0,0-1-1 0 0,1 1 1 0 0,-1 0 0 0 0,1 0 0 0 0,-1-1 0 0 0,1 1 0 0 0,-1 0 0 0 0,1 0 0 0 0,0-1 0 0 0,0-1 0 0 0,0-1 103 0 0,0 0-1 0 0,0 1 1 0 0,0-1 0 0 0,1 0-1 0 0,0 1 1 0 0,0-1 0 0 0,2-5-1 0 0,3-4 469 0 0,1-1 0 0 0,15-22 0 0 0,-21 35-689 0 0,4-6 24 0 0,0 1 1 0 0,0-1-1 0 0,1 1 0 0 0,-1 1 0 0 0,1-1 0 0 0,1 1 0 0 0,-1 0 0 0 0,1 0 0 0 0,0 1 0 0 0,8-5 0 0 0,-12 8-88 0 0,-1 0-1 0 0,0 0 0 0 0,0 0 0 0 0,1 0 0 0 0,-1 1 0 0 0,1-1 0 0 0,-1 1 1 0 0,1-1-1 0 0,-1 1 0 0 0,1 0 0 0 0,-1 0 0 0 0,1 0 0 0 0,-1 0 0 0 0,1 1 1 0 0,-1-1-1 0 0,1 1 0 0 0,-1-1 0 0 0,1 1 0 0 0,-1 0 0 0 0,0 0 1 0 0,1 0-1 0 0,-1 0 0 0 0,0 0 0 0 0,0 0 0 0 0,0 1 0 0 0,0-1 0 0 0,0 1 1 0 0,0 0-1 0 0,0-1 0 0 0,-1 1 0 0 0,1 0 0 0 0,0 0 0 0 0,-1 0 0 0 0,0 0 1 0 0,1 1-1 0 0,0 2 0 0 0,4 6 1 0 0,-1 2 0 0 0,-1-1 1 0 0,0 1-1 0 0,0-1 0 0 0,-2 1 0 0 0,1 0 0 0 0,-2 0 1 0 0,1 16-1 0 0,-2 15 98 0 0,-5 46 1 0 0,0-37-102 0 0,7-63-6 0 0,0 0 1 0 0,1 0-1 0 0,0 0 0 0 0,0 0 1 0 0,1 1-1 0 0,1-1 1 0 0,0 1-1 0 0,9-13 0 0 0,-8 15 9 0 0,0 0-1 0 0,0 0 0 0 0,0 1 1 0 0,1 0-1 0 0,0 0 0 0 0,0 0 1 0 0,1 1-1 0 0,0 1 0 0 0,10-6 1 0 0,-13 8-3 0 0,-1-1 0 0 0,1 2 0 0 0,-1-1 0 0 0,1 0 0 0 0,0 1 1 0 0,0 0-1 0 0,0 0 0 0 0,0 0 0 0 0,0 1 0 0 0,0 0 1 0 0,0 0-1 0 0,0 0 0 0 0,0 0 0 0 0,0 1 0 0 0,0 0 0 0 0,-1 0 1 0 0,1 0-1 0 0,7 3 0 0 0,-10-3 8 0 0,1 1 0 0 0,0 0 0 0 0,-1-1 1 0 0,1 1-1 0 0,-1 0 0 0 0,0 0 0 0 0,1 1 0 0 0,-1-1 0 0 0,0 0 0 0 0,-1 1 1 0 0,1-1-1 0 0,0 1 0 0 0,-1 0 0 0 0,1-1 0 0 0,1 7 0 0 0,-1-3 30 0 0,0 0 0 0 0,-1 0-1 0 0,0 0 1 0 0,0 0 0 0 0,-1 0-1 0 0,1 1 1 0 0,-2 8-1 0 0,-2 7 106 0 0,-1 0 0 0 0,0-1 0 0 0,-11 29 0 0 0,15-48-138 0 0,-8 19 253 0 0,0 1-1 0 0,-1-1 0 0 0,0-1 1 0 0,-2 0-1 0 0,-1 0 0 0 0,0-1 1 0 0,-16 18-1 0 0,19-29-203 0 0,6-8-54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48.4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105 320 2761 0 0,'1'-5'160'0'0,"0"1"0"0"0,0 0 1 0 0,-1 0-1 0 0,0 0 1 0 0,0-1-1 0 0,0 1 0 0 0,0 0 1 0 0,-1 0-1 0 0,0 0 1 0 0,0 0-1 0 0,0-1 0 0 0,0 1 1 0 0,0 0-1 0 0,-1 1 1 0 0,0-1-1 0 0,0 0 0 0 0,0 0 1 0 0,0 1-1 0 0,-1-1 1 0 0,1 1-1 0 0,-4-4 0 0 0,6 7 10 0 0,-1 0-1 0 0,1 0 1 0 0,-1-1-1 0 0,0 1 0 0 0,1 0 1 0 0,-1 0-1 0 0,1 0 1 0 0,-1-1-1 0 0,1 1 1 0 0,-1 0-1 0 0,0 0 0 0 0,1 0 1 0 0,-1 0-1 0 0,1 0 1 0 0,-1 0-1 0 0,1 0 1 0 0,-1 1-1 0 0,0-1 0 0 0,1 0 1 0 0,-1 0-1 0 0,1 0 1 0 0,-1 0-1 0 0,1 1 1 0 0,-1-1-1 0 0,1 0 0 0 0,-1 1 1 0 0,0-1-1 0 0,-14 17 1511 0 0,-5 22-1063 0 0,14-23-464 0 0,0 0 0 0 0,2 0 1 0 0,0 0-1 0 0,-4 33 0 0 0,7-44-151 0 0,1 1-1 0 0,-1-1 1 0 0,1 1 0 0 0,1-1-1 0 0,-1 1 1 0 0,1-1 0 0 0,0 1-1 0 0,0-1 1 0 0,0 0-1 0 0,1 1 1 0 0,0-1 0 0 0,0 0-1 0 0,0 0 1 0 0,0 0 0 0 0,1 0-1 0 0,0-1 1 0 0,0 1-1 0 0,7 7 1 0 0,-8-10-2 0 0,0 0-1 0 0,0-1 0 0 0,0 1 1 0 0,0-1-1 0 0,0 1 1 0 0,0-1-1 0 0,0 0 1 0 0,0 0-1 0 0,1 0 1 0 0,-1 0-1 0 0,0 0 1 0 0,1-1-1 0 0,-1 1 1 0 0,1 0-1 0 0,-1-1 1 0 0,0 0-1 0 0,1 0 1 0 0,-1 0-1 0 0,1 0 1 0 0,3 0-1 0 0,-2-1 20 0 0,-1-1 0 0 0,0 1 0 0 0,0 0 0 0 0,0-1 0 0 0,0 0 0 0 0,0 1 0 0 0,0-1 0 0 0,0 0 0 0 0,-1-1 0 0 0,1 1 0 0 0,-1 0 0 0 0,0-1 0 0 0,3-3 0 0 0,1-2 83 0 0,-1 0-1 0 0,0 0 1 0 0,0 0 0 0 0,-1 0-1 0 0,-1-1 1 0 0,1 0-1 0 0,-1 0 1 0 0,-1 0-1 0 0,4-18 1 0 0,-6 15-52 0 0,0-1 0 0 0,0 0 1 0 0,-1 0-1 0 0,-1 0 0 0 0,0 1 1 0 0,0-1-1 0 0,-2 1 0 0 0,1-1 0 0 0,-2 1 1 0 0,1 0-1 0 0,-2 1 0 0 0,-10-19 0 0 0,15 28-49 0 0,0 1 0 0 0,0-1-1 0 0,0 1 1 0 0,0 0 0 0 0,0 0-1 0 0,0-1 1 0 0,0 1-1 0 0,0 0 1 0 0,0 0 0 0 0,-1 0-1 0 0,1 0 1 0 0,0 0 0 0 0,-1 0-1 0 0,1 0 1 0 0,-1 1-1 0 0,1-1 1 0 0,-1 1 0 0 0,1-1-1 0 0,-1 1 1 0 0,1-1-1 0 0,-4 1 1 0 0,4 0 10 0 0,-1 0 1 0 0,0 1-1 0 0,1-1 0 0 0,-1 1 0 0 0,1-1 0 0 0,-1 1 0 0 0,1 0 1 0 0,-1-1-1 0 0,1 1 0 0 0,0 0 0 0 0,-1 0 0 0 0,1 0 1 0 0,0 0-1 0 0,0 0 0 0 0,-1 1 0 0 0,1-1 0 0 0,-1 2 1 0 0,-2 2 20 0 0,1 0 0 0 0,0 0 0 0 0,0 1 0 0 0,1-1 0 0 0,-1 1 0 0 0,1-1 0 0 0,0 1 0 0 0,1 0 0 0 0,-1 0 0 0 0,0 7 1 0 0,2 1-58 0 0,0-1 0 0 0,1 1 1 0 0,0-1-1 0 0,1 1 0 0 0,1-1 1 0 0,0 0-1 0 0,0 0 0 0 0,2 0 0 0 0,-1 0 1 0 0,2-1-1 0 0,0 0 0 0 0,0 0 1 0 0,1 0-1 0 0,0-1 0 0 0,13 15 1 0 0,-18-25 26 0 0,0 1 0 0 0,-1 0-1 0 0,1 0 1 0 0,0 0 0 0 0,0-1 0 0 0,0 1 0 0 0,0-1 0 0 0,0 0 0 0 0,1 1 0 0 0,-1-1 0 0 0,0 0-1 0 0,1 0 1 0 0,-1-1 0 0 0,0 1 0 0 0,1 0 0 0 0,-1-1 0 0 0,1 0 0 0 0,-1 1 0 0 0,1-1-1 0 0,-1 0 1 0 0,1 0 0 0 0,0 0 0 0 0,-1-1 0 0 0,1 1 0 0 0,-1-1 0 0 0,0 1 0 0 0,1-1 0 0 0,-1 0-1 0 0,1 0 1 0 0,-1 0 0 0 0,0 0 0 0 0,0 0 0 0 0,3-2 0 0 0,-1 0 1 0 0,-1 0 0 0 0,0 0 0 0 0,0-1 0 0 0,0 1 0 0 0,0-1 0 0 0,0 0 1 0 0,-1 1-1 0 0,1-1 0 0 0,-1 0 0 0 0,0-1 0 0 0,0 1 0 0 0,-1 0 0 0 0,1-1 0 0 0,-1 1 0 0 0,0 0 1 0 0,0-1-1 0 0,0-7 0 0 0,-1-5 71 0 0,-1 0 0 0 0,-1 0 1 0 0,-1 0-1 0 0,0 1 0 0 0,-1-1 0 0 0,-1 1 0 0 0,0 0 1 0 0,-1 0-1 0 0,-1 1 0 0 0,-1-1 0 0 0,0 2 1 0 0,-1-1-1 0 0,0 1 0 0 0,-18-20 0 0 0,26 32-67 0 0,0 1 0 0 0,0-1 0 0 0,-1 0 1 0 0,1 0-1 0 0,-1 1 0 0 0,1-1 0 0 0,-1 1 0 0 0,0 0 0 0 0,0 0 0 0 0,1-1 0 0 0,-1 1 0 0 0,0 0 0 0 0,0 0 0 0 0,0 0 0 0 0,0 1 0 0 0,0-1 0 0 0,-1 1 0 0 0,1-1 0 0 0,0 1 0 0 0,0-1 0 0 0,0 1 0 0 0,0 0 0 0 0,-1 0 0 0 0,1 0 0 0 0,0 0 0 0 0,0 1 0 0 0,0-1 0 0 0,0 1 0 0 0,0-1 0 0 0,-1 1 0 0 0,1 0 0 0 0,0-1 0 0 0,0 1 0 0 0,0 0 0 0 0,1 1 0 0 0,-1-1 0 0 0,0 0 0 0 0,0 0 0 0 0,1 1 0 0 0,-1-1 0 0 0,0 1 0 0 0,1-1 0 0 0,-1 1 1 0 0,-1 3-1 0 0,-3 3 25 0 0,0 0 1 0 0,1 1-1 0 0,0-1 1 0 0,1 1-1 0 0,0 0 1 0 0,0 0 0 0 0,1 1-1 0 0,-4 16 1 0 0,4-8-104 0 0,1 0-1 0 0,0 1 1 0 0,2-1-1 0 0,0 0 1 0 0,3 23 0 0 0,-2-33 43 0 0,0-1-1 0 0,0 0 1 0 0,1 0 0 0 0,0 0-1 0 0,0 0 1 0 0,1 0 0 0 0,0-1 0 0 0,0 1-1 0 0,0-1 1 0 0,1 1 0 0 0,0-1 0 0 0,0 0-1 0 0,1-1 1 0 0,-1 1 0 0 0,12 9 0 0 0,-14-13 26 0 0,1 0 1 0 0,0 0-1 0 0,0 0 1 0 0,0-1-1 0 0,0 1 1 0 0,0-1-1 0 0,0 0 1 0 0,0 0 0 0 0,0 0-1 0 0,0 0 1 0 0,1-1-1 0 0,-1 1 1 0 0,0-1-1 0 0,1 0 1 0 0,-1 0-1 0 0,0 0 1 0 0,0 0-1 0 0,1 0 1 0 0,3-2 0 0 0,-2 1-4 0 0,0-1 0 0 0,-1 0 0 0 0,1-1 0 0 0,-1 1 0 0 0,1-1 0 0 0,-1 0 0 0 0,0 0 0 0 0,0 0 0 0 0,0 0 0 0 0,0-1 0 0 0,4-5 0 0 0,0 0 1 0 0,-1 0 0 0 0,-1-1 0 0 0,1 0 0 0 0,-2-1 0 0 0,1 1 0 0 0,-2-1 0 0 0,1 0-1 0 0,-1 0 1 0 0,-1 0 0 0 0,3-14 0 0 0,-5 12 57 0 0,-1 0 0 0 0,0 0-1 0 0,-1 0 1 0 0,0 0 0 0 0,-1 0-1 0 0,-1 0 1 0 0,0 1 0 0 0,0-1-1 0 0,-10-20 1 0 0,3 10 15 0 0,-1 0 0 0 0,-2 1 0 0 0,0 0 0 0 0,-16-20 0 0 0,28 41-56 0 0,0-1 0 0 0,-1 0 0 0 0,1 0 1 0 0,0 0-1 0 0,-1 1 0 0 0,1-1 0 0 0,-1 1 0 0 0,0-1 0 0 0,1 1 0 0 0,-1 0 0 0 0,0 0 0 0 0,0 0 1 0 0,0 0-1 0 0,0 0 0 0 0,0 0 0 0 0,0 0 0 0 0,0 0 0 0 0,0 1 0 0 0,0-1 0 0 0,-3 1 0 0 0,4 0-1 0 0,-1 0 0 0 0,0 1-1 0 0,1-1 1 0 0,-1 1-1 0 0,1 0 1 0 0,-1-1-1 0 0,1 1 1 0 0,-1 0 0 0 0,1 0-1 0 0,-1 0 1 0 0,1 0-1 0 0,0 0 1 0 0,0 0-1 0 0,-1 1 1 0 0,1-1 0 0 0,0 0-1 0 0,0 1 1 0 0,0-1-1 0 0,-1 3 1 0 0,-3 6 17 0 0,1 0 0 0 0,0 0 0 0 0,0 0 0 0 0,1 0 0 0 0,0 0 0 0 0,-1 17 0 0 0,-1 9-297 0 0,2 0-1 0 0,2 63 1 0 0,1-89 242 0 0,1 0 0 0 0,0 0 0 0 0,1 0 0 0 0,0 0 0 0 0,1-1 0 0 0,0 1 0 0 0,0-1 0 0 0,1 0 0 0 0,0 0 0 0 0,1 0 0 0 0,0 0 0 0 0,0-1 0 0 0,1 0-1 0 0,0 0 1 0 0,8 8 0 0 0,-12-14 10 0 0,0 0-1 0 0,1 0 1 0 0,-1 0-1 0 0,1 0 1 0 0,-1 0 0 0 0,1-1-1 0 0,0 1 1 0 0,0-1-1 0 0,-1 1 1 0 0,1-1-1 0 0,0 0 1 0 0,0 0-1 0 0,0-1 1 0 0,1 1-1 0 0,-1-1 1 0 0,0 1-1 0 0,0-1 1 0 0,6 0-1 0 0,-5-1-9 0 0,0 0-1 0 0,0 0 1 0 0,0-1 0 0 0,0 1-1 0 0,0-1 1 0 0,0 0-1 0 0,-1 0 1 0 0,1 0-1 0 0,0-1 1 0 0,-1 1-1 0 0,0-1 1 0 0,5-4 0 0 0,1-2 54 0 0,-1-1 1 0 0,0-1 0 0 0,0 1 0 0 0,-1-1 0 0 0,-1 0 0 0 0,0-1 0 0 0,10-24 0 0 0,-12 22 13 0 0,0-1 0 0 0,-1 1 0 0 0,0-1-1 0 0,-2 0 1 0 0,1 0 0 0 0,-2 0 0 0 0,0 0 0 0 0,0 0 0 0 0,-2 0 0 0 0,0 0 0 0 0,-1 1-1 0 0,0-1 1 0 0,-1 1 0 0 0,0-1 0 0 0,-2 1 0 0 0,1 1 0 0 0,-2-1 0 0 0,0 1 0 0 0,-15-23-1 0 0,20 34-34 0 0,1-1-1 0 0,-1 1 1 0 0,1 0-1 0 0,-1 0 0 0 0,0-1 1 0 0,0 1-1 0 0,0 1 0 0 0,0-1 1 0 0,0 0-1 0 0,0 0 0 0 0,-1 1 1 0 0,1-1-1 0 0,-1 1 1 0 0,1 0-1 0 0,-1-1 0 0 0,1 1 1 0 0,-1 1-1 0 0,0-1 0 0 0,1 0 1 0 0,-1 1-1 0 0,0-1 0 0 0,0 1 1 0 0,0 0-1 0 0,1 0 1 0 0,-1 0-1 0 0,0 0 0 0 0,0 0 1 0 0,0 1-1 0 0,-3 0 0 0 0,3 1 0 0 0,-1-1-1 0 0,0 1 0 0 0,0 0 0 0 0,1 1 0 0 0,-1-1 0 0 0,1 1 0 0 0,0-1 1 0 0,0 1-1 0 0,0 0 0 0 0,0 0 0 0 0,0 0 0 0 0,1 1 0 0 0,-1-1 1 0 0,1 1-1 0 0,0-1 0 0 0,0 1 0 0 0,0 0 0 0 0,1 0 0 0 0,-2 5 1 0 0,-3 11-78 0 0,1 0 0 0 0,1 1 1 0 0,0 0-1 0 0,2 0 1 0 0,1 0-1 0 0,2 42 1 0 0,0-49 31 0 0,0-1 1 0 0,1 1 0 0 0,1-1 0 0 0,0 1-1 0 0,1-1 1 0 0,1 0 0 0 0,0 0 0 0 0,0-1-1 0 0,2 1 1 0 0,-1-1 0 0 0,15 19 0 0 0,-19-28 9 0 0,0 0 0 0 0,1 0 0 0 0,-1-1 1 0 0,1 1-1 0 0,0-1 0 0 0,-1 1 1 0 0,1-1-1 0 0,0 0 0 0 0,0 0 0 0 0,1 0 1 0 0,-1-1-1 0 0,0 1 0 0 0,0-1 1 0 0,1 1-1 0 0,-1-1 0 0 0,1 0 0 0 0,0-1 1 0 0,-1 1-1 0 0,1-1 0 0 0,-1 1 0 0 0,1-1 1 0 0,0 0-1 0 0,-1 0 0 0 0,1-1 1 0 0,0 1-1 0 0,-1-1 0 0 0,1 0 0 0 0,-1 0 1 0 0,1 0-1 0 0,-1 0 0 0 0,1 0 1 0 0,-1-1-1 0 0,0 0 0 0 0,0 1 0 0 0,0-1 1 0 0,6-5-1 0 0,-3 2-17 0 0,1-1-1 0 0,0-1 1 0 0,-1 1 0 0 0,0-1-1 0 0,-1 0 1 0 0,0 0 0 0 0,0-1-1 0 0,0 1 1 0 0,-1-1 0 0 0,0 0-1 0 0,0 0 1 0 0,-1-1 0 0 0,0 1-1 0 0,2-12 1 0 0,-3-2 130 0 0,0 0-1 0 0,-1 0 1 0 0,-2 0 0 0 0,0 0 0 0 0,-1 0 0 0 0,-1 0-1 0 0,-1 0 1 0 0,-1 1 0 0 0,-1 0 0 0 0,-1 0 0 0 0,-16-36-1 0 0,20 53-72 0 0,1-1 0 0 0,-1 1 0 0 0,0 0 0 0 0,0 0-1 0 0,0 0 1 0 0,0 0 0 0 0,-1 1 0 0 0,0-1-1 0 0,0 1 1 0 0,-7-5 0 0 0,10 7-3 0 0,0 0 0 0 0,-1 1 0 0 0,1-1 0 0 0,-1 1 0 0 0,1-1 0 0 0,-1 1 0 0 0,1 0 0 0 0,-1-1 0 0 0,1 1 0 0 0,-1 0 1 0 0,1 0-1 0 0,-1 0 0 0 0,1 0 0 0 0,-1 1 0 0 0,1-1 0 0 0,-1 0 0 0 0,1 0 0 0 0,-1 1 0 0 0,1-1 0 0 0,0 1 0 0 0,-1 0 0 0 0,1-1 0 0 0,0 1 0 0 0,-1 0 0 0 0,1 0 0 0 0,0 0 0 0 0,0 0 0 0 0,0 0 1 0 0,-1 0-1 0 0,1 0 0 0 0,0 0 0 0 0,1 0 0 0 0,-1 0 0 0 0,0 1 0 0 0,0-1 0 0 0,0 0 0 0 0,1 1 0 0 0,-1-1 0 0 0,0 2 0 0 0,-5 11 104 0 0,0-1 0 0 0,1 1 0 0 0,0 0-1 0 0,2 0 1 0 0,-1 1 0 0 0,2-1 0 0 0,0 1 0 0 0,0 15 0 0 0,1-9-209 0 0,1-1 1 0 0,2 1-1 0 0,0-1 1 0 0,1 0-1 0 0,7 27 1 0 0,-8-40 63 0 0,1 0 1 0 0,0 0-1 0 0,0 0 1 0 0,1 0-1 0 0,-1 0 1 0 0,1-1-1 0 0,1 0 1 0 0,0 1 0 0 0,-1-2-1 0 0,2 1 1 0 0,-1 0-1 0 0,1-1 1 0 0,-1 0-1 0 0,2-1 1 0 0,-1 1-1 0 0,0-1 1 0 0,1 0-1 0 0,12 5 1 0 0,-14-7-36 0 0,1 0 0 0 0,0-1 1 0 0,-1 1-1 0 0,1-1 0 0 0,0 0 0 0 0,0-1 1 0 0,0 1-1 0 0,0-1 0 0 0,0 0 0 0 0,0-1 0 0 0,0 1 1 0 0,-1-1-1 0 0,1-1 0 0 0,0 1 0 0 0,0-1 0 0 0,-1 0 1 0 0,1 0-1 0 0,-1 0 0 0 0,1-1 0 0 0,-1 0 1 0 0,0 0-1 0 0,0 0 0 0 0,0-1 0 0 0,7-7 0 0 0,-9 8 50 0 0,1-1 0 0 0,-1 0 0 0 0,0 0 0 0 0,0 0 0 0 0,-1-1 0 0 0,1 1 0 0 0,-1 0-1 0 0,0-1 1 0 0,0 0 0 0 0,-1 0 0 0 0,1 1 0 0 0,-1-1 0 0 0,0 0 0 0 0,0 0 0 0 0,-1 0 0 0 0,0 0-1 0 0,0 0 1 0 0,0 0 0 0 0,0 0 0 0 0,-1 0 0 0 0,1 0 0 0 0,-1 0 0 0 0,0 0 0 0 0,-1 0-1 0 0,0 0 1 0 0,1 1 0 0 0,-4-6 0 0 0,0 0 65 0 0,0 0 0 0 0,0 0 0 0 0,-1 0-1 0 0,0 1 1 0 0,-1 0 0 0 0,0 0 0 0 0,-1 1 0 0 0,0 0 0 0 0,0 0-1 0 0,0 1 1 0 0,-12-8 0 0 0,10 9 40 0 0,-1 0 0 0 0,0 0 0 0 0,0 1-1 0 0,0 0 1 0 0,0 1 0 0 0,-1 0 0 0 0,0 1 0 0 0,1 1 0 0 0,-19-3-1 0 0,24 5 17 0 0,0 0-1 0 0,0 0 1 0 0,1 1-1 0 0,-1-1 0 0 0,0 1 1 0 0,0 0-1 0 0,1 1 0 0 0,-1-1 1 0 0,0 1-1 0 0,1 0 1 0 0,0 1-1 0 0,-1-1 0 0 0,1 1 1 0 0,0 0-1 0 0,0 1 0 0 0,1-1 1 0 0,-1 1-1 0 0,1 0 1 0 0,0 0-1 0 0,-1 0 0 0 0,-4 7 1 0 0,2 1-67 0 0,-1-1 1 0 0,2 1 0 0 0,0 0 0 0 0,0 0 0 0 0,1 0-1 0 0,0 1 1 0 0,-2 14 0 0 0,5-18-27 0 0,0 0 0 0 0,0-1 0 0 0,1 1 0 0 0,1 0 1 0 0,-1 0-1 0 0,1 0 0 0 0,1 0 0 0 0,0 0 0 0 0,0 0 0 0 0,1 0 1 0 0,4 13-1 0 0,-4-17-22 0 0,1-1 0 0 0,0 1 0 0 0,0-1 1 0 0,0 1-1 0 0,1-1 0 0 0,-1 0 0 0 0,1 0 0 0 0,0-1 1 0 0,0 1-1 0 0,0-1 0 0 0,1 0 0 0 0,-1 0 0 0 0,1 0 1 0 0,0 0-1 0 0,0-1 0 0 0,0 0 0 0 0,0 0 0 0 0,0 0 1 0 0,6 0-1 0 0,-6 0-2 0 0,0-1 1 0 0,0 0-1 0 0,0 0 1 0 0,0-1 0 0 0,0 1-1 0 0,0-1 1 0 0,1 0-1 0 0,-1-1 1 0 0,0 1-1 0 0,0-1 1 0 0,0 0 0 0 0,0 0-1 0 0,0-1 1 0 0,0 1-1 0 0,0-1 1 0 0,-1 0-1 0 0,1 0 1 0 0,-1-1 0 0 0,1 0-1 0 0,4-3 1 0 0,-6 3-1 0 0,-1 0-1 0 0,0 0 1 0 0,0 0 0 0 0,0-1 0 0 0,0 1 0 0 0,0-1 0 0 0,-1 1 0 0 0,1-1-1 0 0,-1 1 1 0 0,0-1 0 0 0,0 0 0 0 0,0 0 0 0 0,-1 0 0 0 0,1 1 0 0 0,-1-1 0 0 0,0 0-1 0 0,0 0 1 0 0,0 0 0 0 0,-1 0 0 0 0,1 0 0 0 0,-1 1 0 0 0,0-1 0 0 0,0 0-1 0 0,-3-5 1 0 0,-2-8 78 0 0,-1 1-1 0 0,0 0 1 0 0,-20-30-1 0 0,20 34 55 0 0,1 1-11 0 0,-1-1-1 0 0,-1 2 0 0 0,0-1 1 0 0,0 1-1 0 0,-1 0 0 0 0,0 0 1 0 0,0 1-1 0 0,-13-9 0 0 0,21 18-77 0 0,-1-1-1 0 0,1 0 1 0 0,0 0 0 0 0,-1 1-1 0 0,1-1 1 0 0,-1 1-1 0 0,1-1 1 0 0,-1 1-1 0 0,1 0 1 0 0,-1 0 0 0 0,1 0-1 0 0,-1-1 1 0 0,1 1-1 0 0,-1 1 1 0 0,1-1-1 0 0,-1 0 1 0 0,1 0 0 0 0,-1 0-1 0 0,1 1 1 0 0,-1-1-1 0 0,-1 2 1 0 0,0-1 30 0 0,0 1 1 0 0,1 0 0 0 0,-1 0-1 0 0,1 0 1 0 0,-1 0-1 0 0,1 0 1 0 0,0 1-1 0 0,0-1 1 0 0,0 1-1 0 0,-1 2 1 0 0,-5 8 156 0 0,2-1-1 0 0,0 1 1 0 0,-7 22 0 0 0,12-31-196 0 0,-10 29 207 0 0,-13 65 1 0 0,22-85-298 0 0,0-1 0 0 0,1 1 0 0 0,0 0 0 0 0,2 0 1 0 0,-1-1-1 0 0,1 1 0 0 0,1 0 0 0 0,5 20 0 0 0,-5-29-107 0 0,-1 1-1 0 0,1-1 1 0 0,0 0-1 0 0,0 0 1 0 0,1 0-1 0 0,-1 0 1 0 0,1 0-1 0 0,0 0 1 0 0,6 5-1 0 0,-7-7-271 0 0,0 0-1 0 0,0 0 1 0 0,1-1 0 0 0,-1 1-1 0 0,1-1 1 0 0,-1 0 0 0 0,1 1-1 0 0,-1-1 1 0 0,1 0 0 0 0,4 1-1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49.1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62 63 3681 0 0,'-32'-32'3216'0'0,"2"2"3495"0"0,65 74-1875 0 0,-20-17-4495 0 0,-1 1 1 0 0,16 43-1 0 0,13 79-54 0 0,-31-98-599 0 0,21 54 1 0 0,-18-79-766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1:49.7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13 190 456 0 0,'-2'-4'299'0'0,"0"0"0"0"0,1 1-1 0 0,-1-1 1 0 0,1 0 0 0 0,0 0-1 0 0,0 0 1 0 0,0 0 0 0 0,0-1 0 0 0,1 1-1 0 0,-1 0 1 0 0,1 0 0 0 0,0 0 0 0 0,0 0-1 0 0,1 0 1 0 0,0-1 0 0 0,-1 1-1 0 0,1 0 1 0 0,0 0 0 0 0,1 0 0 0 0,2-5-1 0 0,-2 4 98 0 0,1-1-1 0 0,-1 1 0 0 0,1-1 1 0 0,1 1-1 0 0,-1 0 0 0 0,1 0 1 0 0,0 0-1 0 0,0 1 0 0 0,1 0 1 0 0,-1-1-1 0 0,1 2 0 0 0,0-1 1 0 0,6-4-1 0 0,-2 3 42 0 0,-1 1 0 0 0,1 0 0 0 0,0 0 0 0 0,0 1 1 0 0,1 0-1 0 0,17-3 0 0 0,-23 6-398 0 0,0 0 1 0 0,0 0 0 0 0,0 0 0 0 0,-1 1-1 0 0,1-1 1 0 0,0 1 0 0 0,0 0 0 0 0,-1 0-1 0 0,1 0 1 0 0,0 0 0 0 0,-1 1 0 0 0,1-1-1 0 0,-1 1 1 0 0,0 0 0 0 0,0 0-1 0 0,1 1 1 0 0,-1-1 0 0 0,-1 0 0 0 0,1 1-1 0 0,3 4 1 0 0,-1-2-31 0 0,-1 0 0 0 0,0 0 0 0 0,0 0 0 0 0,-1 1 0 0 0,0 0 0 0 0,0-1 0 0 0,0 1 0 0 0,0 0 0 0 0,-1 1 0 0 0,0-1 0 0 0,0 0 0 0 0,-1 1 0 0 0,0-1 0 0 0,0 1 0 0 0,-1-1 0 0 0,1 1 0 0 0,-2 6 0 0 0,-1 7-31 0 0,-2 0-1 0 0,0 0 0 0 0,-1 0 0 0 0,-9 21 1 0 0,14-39 18 0 0,17-19 445 0 0,-11 10-396 0 0,0 1 1 0 0,1 0 0 0 0,-1 0-1 0 0,1 0 1 0 0,1 1 0 0 0,7-5 0 0 0,-13 9-36 0 0,0 0 1 0 0,1-1-1 0 0,-1 1 1 0 0,0 0-1 0 0,1 0 1 0 0,-1 0 0 0 0,0 0-1 0 0,1 1 1 0 0,-1-1-1 0 0,1 1 1 0 0,-1-1-1 0 0,1 1 1 0 0,-1 0-1 0 0,1 0 1 0 0,0 0 0 0 0,-1 0-1 0 0,1 1 1 0 0,-1-1-1 0 0,1 1 1 0 0,-1-1-1 0 0,1 1 1 0 0,-1 0 0 0 0,0 0-1 0 0,3 1 1 0 0,-3 0-11 0 0,-1 0-1 0 0,1-1 1 0 0,-1 1 0 0 0,0 0 0 0 0,0 0 0 0 0,0 0 0 0 0,0-1 0 0 0,0 1 0 0 0,0 0-1 0 0,-1 0 1 0 0,1 1 0 0 0,-1-1 0 0 0,1 0 0 0 0,-1 0 0 0 0,0 0 0 0 0,0 0-1 0 0,0 0 1 0 0,0 0 0 0 0,0 1 0 0 0,0-1 0 0 0,-1 0 0 0 0,0 3 0 0 0,-15 50 10 0 0,14-49-5 0 0,-75 169 1066 0 0,53-126-114 0 0,22-45-1045 0 0,0 1-1 0 0,0 0 1 0 0,0 0-1 0 0,0 1 1 0 0,-1 9-1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4.4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0 188 10138 0 0,'4'-57'2608'0'0,"-3"35"-1101"0"0,0 1 0 0 0,1-1 0 0 0,11-40-1 0 0,-9 59 22 0 0,1 11-878 0 0,1 12-144 0 0,6 36-103 0 0,-2 1 0 0 0,2 65 1 0 0,-6 117-222 0 0,-6-237-178 0 0,-19 488 162 0 0,0-66-196 0 0,19-395-823 0 0,1 0 1 0 0,9 55-1 0 0,-2-54-6527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4.6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11058 0 0,'5'-7'4017'0'0,"-5"7"-3887"0"0,1 0-1 0 0,-1 0 1 0 0,6 8 1936 0 0,1 17-312 0 0,23 228 1716 0 0,47 363-3211 0 0,-77-615-265 0 0,20 116-21 0 0,-17-100-262 0 0,2-1 0 0 0,0 0 0 0 0,1-1 0 0 0,15 30 0 0 0,-4-22-1626 0 0,-3-12-3981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4.8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52 105 16588 0 0,'-5'0'39'0'0,"-1"-1"322"0"0,1 1 0 0 0,-1-1 1 0 0,0-1-1 0 0,1 1 0 0 0,-6-3 0 0 0,10 4-307 0 0,1 0-1 0 0,-1 0 1 0 0,1-1-1 0 0,0 1 0 0 0,-1 0 1 0 0,1 0-1 0 0,-1-1 1 0 0,1 1-1 0 0,0 0 0 0 0,-1-1 1 0 0,1 1-1 0 0,0 0 1 0 0,-1-1-1 0 0,1 1 0 0 0,0-1 1 0 0,0 1-1 0 0,-1 0 1 0 0,1-1-1 0 0,0 1 0 0 0,0-1 1 0 0,0 1-1 0 0,0-1 1 0 0,-1 1-1 0 0,1-1 0 0 0,0 1 1 0 0,0-1-1 0 0,1-1 7 0 0,-1 1 0 0 0,1 0 0 0 0,-1 0 0 0 0,1 0 0 0 0,0-1 0 0 0,-1 1 0 0 0,1 0 0 0 0,0 0 0 0 0,0 0 0 0 0,0 0 0 0 0,0 0 0 0 0,0 1 0 0 0,0-1 0 0 0,0 0 1 0 0,1-1-1 0 0,11-6 123 0 0,0 1 0 0 0,0 0 1 0 0,0 1-1 0 0,1 0 1 0 0,0 1-1 0 0,0 0 1 0 0,22-4-1 0 0,-3 4-219 0 0,-1 0 1 0 0,44 0-1 0 0,-32 6-2463 0 0,64 9-1 0 0,-66-3-4048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5.1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11 3225 0 0,'-26'-5'2404'0'0,"14"3"-814"0"0,-1 0 0 0 0,1 1 1 0 0,0 0-1 0 0,-18 1 0 0 0,26 1-1264 0 0,-1 0 0 0 0,1 0-1 0 0,0 0 1 0 0,-1 0 0 0 0,1 1 0 0 0,0 0 0 0 0,0 0 0 0 0,0 0-1 0 0,0 0 1 0 0,0 0 0 0 0,0 1 0 0 0,1 0 0 0 0,-1 0 0 0 0,1 0 0 0 0,-6 6-1 0 0,3-1-122 0 0,1 0-1 0 0,0 0 0 0 0,1 1 0 0 0,0-1 0 0 0,0 1 0 0 0,1 0 1 0 0,0 0-1 0 0,0 0 0 0 0,1 1 0 0 0,0-1 0 0 0,1 0 0 0 0,0 1 1 0 0,0-1-1 0 0,2 16 0 0 0,1 7-125 0 0,1-1-1 0 0,2 0 1 0 0,9 33 0 0 0,-12-55-74 0 0,1-1 0 0 0,0 0 0 0 0,0 1 0 0 0,0-1 1 0 0,1 0-1 0 0,0-1 0 0 0,1 1 0 0 0,-1-1 0 0 0,2 0 1 0 0,-1 0-1 0 0,1 0 0 0 0,0-1 0 0 0,9 8 0 0 0,-10-10-2 0 0,0-1 0 0 0,0 0 0 0 0,1 0 0 0 0,-1 0 0 0 0,1-1 0 0 0,-1 0 0 0 0,1 0 0 0 0,0 0 0 0 0,0-1 0 0 0,0 0-1 0 0,0 0 1 0 0,0 0 0 0 0,0-1 0 0 0,0 0 0 0 0,0 0 0 0 0,0-1 0 0 0,0 0 0 0 0,0 0 0 0 0,0 0 0 0 0,7-3 0 0 0,-2 0 22 0 0,1 0 0 0 0,-1-1-1 0 0,0-1 1 0 0,-1 0 0 0 0,1 0 0 0 0,-1-1 0 0 0,-1-1 0 0 0,1 1 0 0 0,-1-1 0 0 0,-1-1 0 0 0,1 0-1 0 0,-1 0 1 0 0,-1-1 0 0 0,0 0 0 0 0,0 0 0 0 0,-1 0 0 0 0,9-21 0 0 0,-12 23-8 0 0,0 1-1 0 0,0-1 1 0 0,-1 0 0 0 0,0 0-1 0 0,0 0 1 0 0,-1 0 0 0 0,0 0 0 0 0,0 0-1 0 0,-1 0 1 0 0,0 0 0 0 0,0-1-1 0 0,-1 1 1 0 0,0 0 0 0 0,-1 0 0 0 0,0 0-1 0 0,0 0 1 0 0,0 0 0 0 0,-1 1-1 0 0,-1-1 1 0 0,1 1 0 0 0,-1 0 0 0 0,0 0-1 0 0,-1 0 1 0 0,1 0 0 0 0,-1 1 0 0 0,-1-1-1 0 0,-6-5 1 0 0,10 10-43 0 0,-1-1 0 0 0,0 1 0 0 0,0-1 0 0 0,0 1 1 0 0,-1 0-1 0 0,1 0 0 0 0,0 0 0 0 0,-1 1 0 0 0,0-1 0 0 0,1 1 0 0 0,-1 0 0 0 0,0 0 0 0 0,1 0 1 0 0,-1 0-1 0 0,0 1 0 0 0,0-1 0 0 0,0 1 0 0 0,0 0 0 0 0,0 0 0 0 0,-6 2 0 0 0,4-1-62 0 0,1 1 0 0 0,0 0 0 0 0,0 0-1 0 0,0 1 1 0 0,0-1 0 0 0,0 1 0 0 0,0 0 0 0 0,1 1-1 0 0,0-1 1 0 0,-1 1 0 0 0,1 0 0 0 0,1 0-1 0 0,-1 0 1 0 0,-3 5 0 0 0,-11 16-1532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5.6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45 14747 0 0,'-3'-1'363'0'0,"0"1"0"0"0,0-1 0 0 0,0 1 0 0 0,0 0-1 0 0,1 0 1 0 0,-1 0 0 0 0,0 0 0 0 0,0 0 0 0 0,0 0 0 0 0,0 1-1 0 0,-5 1 1 0 0,7-1-251 0 0,0 0-1 0 0,-1-1 1 0 0,1 1-1 0 0,0 0 1 0 0,0 0-1 0 0,0 0 0 0 0,1 0 1 0 0,-1 0-1 0 0,0 1 1 0 0,0-1-1 0 0,0 0 1 0 0,1 0-1 0 0,-1 1 0 0 0,1-1 1 0 0,-1 0-1 0 0,1 0 1 0 0,-1 1-1 0 0,1-1 1 0 0,0 1-1 0 0,0-1 0 0 0,-1 0 1 0 0,1 1-1 0 0,0-1 1 0 0,0 1-1 0 0,1-1 1 0 0,-1 2-1 0 0,1 22 149 0 0,8 95 160 0 0,-7-109-410 0 0,0 0 1 0 0,0 0-1 0 0,1 0 1 0 0,1 0 0 0 0,0-1-1 0 0,0 0 1 0 0,1 0-1 0 0,9 14 1 0 0,-12-20-17 0 0,1 0 0 0 0,-1-1 1 0 0,1 1-1 0 0,0-1 0 0 0,0 0 1 0 0,1 0-1 0 0,-1 0 0 0 0,1-1 0 0 0,-1 1 1 0 0,1-1-1 0 0,0 1 0 0 0,0-1 0 0 0,0-1 1 0 0,0 1-1 0 0,0 0 0 0 0,1-1 0 0 0,-1 0 1 0 0,0 0-1 0 0,1 0 0 0 0,-1-1 1 0 0,1 1-1 0 0,-1-1 0 0 0,1 0 0 0 0,-1 0 1 0 0,0-1-1 0 0,1 1 0 0 0,-1-1 0 0 0,7-2 1 0 0,-4 1-18 0 0,-1-1 1 0 0,1-1-1 0 0,0 1 1 0 0,-1-1-1 0 0,0 0 0 0 0,0 0 1 0 0,0-1-1 0 0,0 1 1 0 0,-1-1-1 0 0,0-1 1 0 0,0 1-1 0 0,0-1 1 0 0,0 0-1 0 0,-1 0 1 0 0,0 0-1 0 0,4-9 0 0 0,0-5 85 0 0,-1 1-1 0 0,7-29 1 0 0,-10 30 45 0 0,1 0 0 0 0,1 1 1 0 0,11-23-1 0 0,-17 39-96 0 0,1 0-1 0 0,-1 1 1 0 0,0-1 0 0 0,1 0 0 0 0,-1 0-1 0 0,1 0 1 0 0,-1 1 0 0 0,1-1-1 0 0,0 0 1 0 0,-1 0 0 0 0,1 1 0 0 0,0-1-1 0 0,-1 1 1 0 0,1-1 0 0 0,0 1 0 0 0,0-1-1 0 0,-1 1 1 0 0,1-1 0 0 0,0 1-1 0 0,0-1 1 0 0,0 1 0 0 0,0 0 0 0 0,0 0-1 0 0,-1-1 1 0 0,1 1 0 0 0,0 0 0 0 0,0 0-1 0 0,0 0 1 0 0,0 0 0 0 0,0 0-1 0 0,0 0 1 0 0,0 0 0 0 0,0 1 0 0 0,0-1-1 0 0,0 0 1 0 0,-1 0 0 0 0,1 1 0 0 0,0-1-1 0 0,0 0 1 0 0,0 1 0 0 0,0-1-1 0 0,-1 1 1 0 0,1-1 0 0 0,0 1 0 0 0,0 0-1 0 0,-1-1 1 0 0,1 1 0 0 0,-1 0 0 0 0,1-1-1 0 0,0 1 1 0 0,-1 0 0 0 0,1 1 0 0 0,6 7 82 0 0,0 0 0 0 0,-1 0 0 0 0,8 16 0 0 0,-8-15 1 0 0,0 0-73 0 0,1 0 0 0 0,0-1 0 0 0,1 0 0 0 0,-1 0 1 0 0,2 0-1 0 0,-1-1 0 0 0,17 11 0 0 0,-23-17-7 0 0,1 0 1 0 0,0 0-1 0 0,-1 0 0 0 0,1-1 1 0 0,0 1-1 0 0,0-1 0 0 0,1 0 1 0 0,-1 0-1 0 0,0 0 0 0 0,0 0 0 0 0,0 0 1 0 0,1-1-1 0 0,-1 1 0 0 0,0-1 1 0 0,1 0-1 0 0,-1 0 0 0 0,0 0 0 0 0,1-1 1 0 0,-1 1-1 0 0,0-1 0 0 0,1 0 1 0 0,-1 1-1 0 0,0-1 0 0 0,0-1 1 0 0,0 1-1 0 0,0 0 0 0 0,0-1 0 0 0,0 0 1 0 0,0 0-1 0 0,0 0 0 0 0,2-2 1 0 0,-3 2-6 0 0,-1 0 0 0 0,1 0 0 0 0,0 1 0 0 0,-1-1 0 0 0,0 0 0 0 0,1 0 0 0 0,-1-1 0 0 0,0 1 0 0 0,0 0 0 0 0,0 0 0 0 0,-1-1 0 0 0,1 1 0 0 0,0 0 0 0 0,-1-1 0 0 0,0 1 0 0 0,1 0 0 0 0,-1-4 1 0 0,0 0-1 0 0,-1 1 1 0 0,0 0-1 0 0,0 0 1 0 0,0 0-1 0 0,0 0 1 0 0,-1 0 0 0 0,-4-9-1 0 0,0 2-30 0 0,-2-1 1 0 0,1 1-1 0 0,-1 0 0 0 0,-1 1 0 0 0,-11-11 0 0 0,-29-19-528 0 0,11 12-842 0 0,33 23 691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5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 5065 0 0,'-2'0'200'0'0,"0"0"-1"0"0,0 0 1 0 0,0 0 0 0 0,0 0-1 0 0,0 0 1 0 0,0 0-1 0 0,1 1 1 0 0,-1-1 0 0 0,0 1-1 0 0,0-1 1 0 0,0 1-1 0 0,0 0 1 0 0,1 0 0 0 0,-1 0-1 0 0,0 0 1 0 0,1 0-1 0 0,-1 0 1 0 0,1 0 0 0 0,-1 0-1 0 0,1 1 1 0 0,0-1 0 0 0,-1 1-1 0 0,1-1 1 0 0,0 1-1 0 0,0-1 1 0 0,0 1 0 0 0,0 0-1 0 0,0-1 1 0 0,1 1-1 0 0,-1 0 1 0 0,0 0 0 0 0,1-1-1 0 0,-1 5 1 0 0,-3 7 489 0 0,1 0 1 0 0,0 0-1 0 0,2 0 0 0 0,-1 0 1 0 0,1 1-1 0 0,2 20 0 0 0,13 86 2132 0 0,-6-64-1899 0 0,31 273 1936 0 0,-7 1-3447 0 0,-29-290-151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6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0 158 10138 0 0,'82'-22'1794'0'0,"94"-27"1957"0"0,46-11-3888 0 0,-178 51-534 0 0,0 2 0 0 0,0 1 1 0 0,54 2-1 0 0,-43 5 659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186 1 8754 0 0,'-6'1'428'0'0,"0"-1"1"0"0,0 2-1 0 0,0-1 1 0 0,0 1-1 0 0,1 0 0 0 0,-1 0 1 0 0,0 0-1 0 0,1 1 1 0 0,-1 0-1 0 0,1 0 0 0 0,0 0 1 0 0,-5 4-1 0 0,1 0 19 0 0,1 1 0 0 0,-1-1-1 0 0,2 1 1 0 0,-1 0 0 0 0,-10 16 0 0 0,11-12-208 0 0,0 0-1 0 0,1 0 1 0 0,0 1 0 0 0,2 0 0 0 0,-1-1 0 0 0,1 2 0 0 0,1-1 0 0 0,1 0 0 0 0,0 1-1 0 0,0-1 1 0 0,1 1 0 0 0,2 27 0 0 0,0-35-209 0 0,-1 1-1 0 0,1-1 1 0 0,0 0-1 0 0,1 1 1 0 0,0-1-1 0 0,0 0 1 0 0,0 0-1 0 0,1 0 1 0 0,-1 0 0 0 0,1 0-1 0 0,1-1 1 0 0,-1 1-1 0 0,1-1 1 0 0,0 0-1 0 0,0 0 1 0 0,1 0-1 0 0,0-1 1 0 0,-1 1-1 0 0,1-1 1 0 0,1 0-1 0 0,-1-1 1 0 0,1 1 0 0 0,-1-1-1 0 0,1 0 1 0 0,0 0-1 0 0,0-1 1 0 0,0 0-1 0 0,11 3 1 0 0,-10-4 22 0 0,1 0 0 0 0,-1 0 0 0 0,1 0 0 0 0,-1-1 0 0 0,1 0 0 0 0,-1 0 1 0 0,1-1-1 0 0,-1 0 0 0 0,0-1 0 0 0,1 1 0 0 0,-1-1 0 0 0,0-1 0 0 0,0 1 0 0 0,0-1 0 0 0,8-5 1 0 0,-12 6-16 0 0,1-1-1 0 0,-1 1 1 0 0,0-1 0 0 0,0 0 0 0 0,0 0 0 0 0,0 0 0 0 0,0 0 0 0 0,-1-1 0 0 0,1 1 0 0 0,-1-1 0 0 0,0 1 0 0 0,0-1 0 0 0,0 0-1 0 0,-1 0 1 0 0,1 0 0 0 0,-1 0 0 0 0,0 0 0 0 0,0 0 0 0 0,-1 0 0 0 0,1-1 0 0 0,-1 1 0 0 0,0 0 0 0 0,0 0 0 0 0,0 0 0 0 0,0-1-1 0 0,-1 1 1 0 0,0 0 0 0 0,-1-5 0 0 0,0 0 2 0 0,-1 1 0 0 0,0-1 1 0 0,0 1-1 0 0,-1-1 0 0 0,0 1 0 0 0,-1 0 0 0 0,0 1 0 0 0,0-1 0 0 0,0 1 1 0 0,-1 0-1 0 0,0 0 0 0 0,-1 1 0 0 0,1 0 0 0 0,-1 0 0 0 0,0 0 0 0 0,-1 1 1 0 0,0 0-1 0 0,1 0 0 0 0,-1 1 0 0 0,-1 0 0 0 0,-9-3 0 0 0,10 5-727 0 0,0-1 0 0 0,1 2 0 0 0,-1-1 0 0 0,0 1 0 0 0,0 1 0 0 0,0-1 0 0 0,0 1-1 0 0,0 1 1 0 0,-11 1 0 0 0,-7 4-6560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7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31 17972 0 0,'-4'-1'149'0'0,"0"0"1"0"0,0 0-1 0 0,0 1 1 0 0,-1-1-1 0 0,1 1 0 0 0,0 0 1 0 0,-1 0-1 0 0,1 0 1 0 0,0 0-1 0 0,0 1 1 0 0,-1 0-1 0 0,1 0 0 0 0,0 0 1 0 0,0 0-1 0 0,-7 4 1 0 0,0-1 79 0 0,1 1 1 0 0,-1 1-1 0 0,1 0 0 0 0,-17 12 1 0 0,21-12-172 0 0,-1 0 1 0 0,1 0-1 0 0,0 0 0 0 0,0 1 1 0 0,1 0-1 0 0,0 0 1 0 0,0 1-1 0 0,1-1 0 0 0,0 1 1 0 0,0 0-1 0 0,1 0 1 0 0,0 0-1 0 0,0 1 0 0 0,-1 9 1 0 0,2-7-30 0 0,1 0 1 0 0,0 1-1 0 0,1-1 1 0 0,0 0 0 0 0,1 1-1 0 0,0-1 1 0 0,1 0-1 0 0,0 1 1 0 0,1-1-1 0 0,5 12 1 0 0,-4-10-96 0 0,1-1 0 0 0,1 1 0 0 0,0-1 0 0 0,1 0 0 0 0,1-1 0 0 0,-1 0 0 0 0,2 0 0 0 0,-1 0 0 0 0,2-1 0 0 0,-1-1 0 0 0,1 1 1 0 0,1-2-1 0 0,-1 1 0 0 0,2-1 0 0 0,-1-1 0 0 0,1 0 0 0 0,0-1 0 0 0,21 8 0 0 0,-18-10-589 0 0,1 0 0 0 0,-1-1-1 0 0,1-1 1 0 0,0-1 0 0 0,0 0 0 0 0,-1-1 0 0 0,21-2 0 0 0,-14-2 467 0 0,1 0 1 0 0,-1-1 0 0 0,-1-1 0 0 0,34-14-1 0 0,-22 5 232 0 0,0-2-1 0 0,-2-1 1 0 0,0-2-1 0 0,-1-1 1 0 0,-1-1-1 0 0,27-27 1 0 0,-19 15-91 0 0,-11 11-7 0 0,0-2-1 0 0,23-29 0 0 0,-43 47 26 0 0,-1-1-1 0 0,1 0 0 0 0,-1 0 0 0 0,0-1 0 0 0,-1 1 1 0 0,0-1-1 0 0,-1 0 0 0 0,0 0 0 0 0,0 0 1 0 0,0-1-1 0 0,-2 1 0 0 0,2-14 0 0 0,-2 20 227 0 0,-1 0-1 0 0,0 1 1 0 0,0-1-1 0 0,0 0 1 0 0,0 0 0 0 0,-1 0-1 0 0,1 0 1 0 0,-1 1-1 0 0,0-1 1 0 0,0 0-1 0 0,0 1 1 0 0,0-1-1 0 0,0 0 1 0 0,0 1-1 0 0,-1 0 1 0 0,1-1 0 0 0,-1 1-1 0 0,0 0 1 0 0,0-1-1 0 0,0 1 1 0 0,0 0-1 0 0,0 1 1 0 0,0-1-1 0 0,0 0 1 0 0,-1 0 0 0 0,1 1-1 0 0,0 0 1 0 0,-1-1-1 0 0,0 1 1 0 0,-3-1-1 0 0,2 1 204 0 0,0 0-1 0 0,1 0 1 0 0,-1 1 0 0 0,0 0-1 0 0,0 0 1 0 0,0 0-1 0 0,1 0 1 0 0,-1 0-1 0 0,0 1 1 0 0,0 0-1 0 0,0 0 1 0 0,-3 1-1 0 0,3-1-304 0 0,-1 1 0 0 0,1 0-1 0 0,0 0 1 0 0,0 1-1 0 0,0-1 1 0 0,-5 5-1 0 0,-6 7-22 0 0,1 0-1 0 0,1 1 1 0 0,1 1-1 0 0,0 0 0 0 0,1 0 1 0 0,0 1-1 0 0,-12 29 1 0 0,5-5-285 0 0,3 0 0 0 0,-15 58 1 0 0,28-92 174 0 0,-10 52-261 0 0,12-56 265 0 0,0 0 0 0 0,-1 0-1 0 0,1 0 1 0 0,0 0-1 0 0,0 0 1 0 0,1 0-1 0 0,-1 0 1 0 0,1 0-1 0 0,-1 0 1 0 0,1 0 0 0 0,0-1-1 0 0,0 1 1 0 0,0 0-1 0 0,1 0 1 0 0,-1-1-1 0 0,1 1 1 0 0,1 2 0 0 0,-1-4-31 0 0,0 0 0 0 0,-1 0 1 0 0,1 0-1 0 0,0 0 1 0 0,0 0-1 0 0,-1-1 0 0 0,1 1 1 0 0,0-1-1 0 0,0 1 1 0 0,0-1-1 0 0,0 0 1 0 0,0 0-1 0 0,0 1 0 0 0,-1-2 1 0 0,1 1-1 0 0,0 0 1 0 0,0 0-1 0 0,0 0 0 0 0,0-1 1 0 0,0 1-1 0 0,0-1 1 0 0,-1 0-1 0 0,1 1 0 0 0,0-1 1 0 0,0 0-1 0 0,-1 0 1 0 0,1 0-1 0 0,-1 0 1 0 0,1 0-1 0 0,2-3 0 0 0,7-4-558 0 0,0-1 1 0 0,17-19-1 0 0,-25 25 495 0 0,19-23-244 0 0,-1-1 0 0 0,-1 0 0 0 0,22-44-1 0 0,-27 45 826 0 0,0 0-1 0 0,2 1 1 0 0,1 0-1 0 0,34-35 1 0 0,-52 60-434 0 0,1-1 1 0 0,0 0-1 0 0,-1 0 1 0 0,1 1-1 0 0,0-1 1 0 0,-1 1-1 0 0,1-1 1 0 0,0 1-1 0 0,0-1 1 0 0,0 1-1 0 0,0-1 0 0 0,-1 1 1 0 0,1 0-1 0 0,0-1 1 0 0,0 1-1 0 0,0 0 1 0 0,0 0-1 0 0,0-1 1 0 0,0 1-1 0 0,1 0 1 0 0,-1 1-1 0 0,0-1 0 0 0,-1 0 0 0 0,1 1 0 0 0,-1-1 0 0 0,1 1 0 0 0,-1-1 0 0 0,1 1 0 0 0,-1-1 0 0 0,0 1 0 0 0,1-1 0 0 0,-1 1 0 0 0,0 0 0 0 0,1-1 0 0 0,-1 1 0 0 0,0-1 0 0 0,0 1 0 0 0,1 0 0 0 0,-1-1 0 0 0,0 1 0 0 0,0 0 0 0 0,0-1 0 0 0,0 2 0 0 0,-1 47 589 0 0,0-39-579 0 0,0 5 36 0 0,0 1 1 0 0,1-1 0 0 0,1 1-1 0 0,1-1 1 0 0,0 0 0 0 0,1 0-1 0 0,4 15 1 0 0,-4-23-154 0 0,0 0 1 0 0,0 0-1 0 0,0-1 0 0 0,1 1 0 0 0,0-1 0 0 0,0 0 1 0 0,1 0-1 0 0,0 0 0 0 0,0-1 0 0 0,0 0 1 0 0,0 0-1 0 0,1 0 0 0 0,0-1 0 0 0,0 1 1 0 0,0-1-1 0 0,12 5 0 0 0,30 9-2898 0 0,-23-11-4406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8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13 160 10594 0 0,'-11'-97'2346'0'0,"10"34"2368"0"0,2 98-890 0 0,7 25-2669 0 0,-1 3-839 0 0,-3-19-650 0 0,22 202 1876 0 0,-5-125-2805 0 0,11-2-4673 0 0,-18-79-1348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8.5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224 64 4609 0 0,'-4'-20'736'0'0,"-7"-9"5414"0"0,10 28-5827 0 0,1 0 0 0 0,-1 0 0 0 0,0 0 0 0 0,0 0 1 0 0,0 0-1 0 0,0 0 0 0 0,0 0 0 0 0,0 1 0 0 0,0-1 0 0 0,0 0 0 0 0,0 0 1 0 0,0 1-1 0 0,-1-1 0 0 0,1 1 0 0 0,0-1 0 0 0,0 1 0 0 0,-1 0 0 0 0,-1-1 0 0 0,-21 5 395 0 0,15 0-365 0 0,0 1 1 0 0,0 0-1 0 0,1 0 1 0 0,0 1-1 0 0,0 0 1 0 0,0 1-1 0 0,1 0 1 0 0,0 0-1 0 0,-12 16 1 0 0,9-10-259 0 0,0 1 1 0 0,2 0 0 0 0,-1 0-1 0 0,2 1 1 0 0,-8 19 0 0 0,12-25-83 0 0,1-1 0 0 0,0 1 0 0 0,0 0 0 0 0,1 0 0 0 0,0-1 0 0 0,1 1 0 0 0,0 0 0 0 0,0 0 0 0 0,1 0 0 0 0,0 0 0 0 0,3 14 0 0 0,-3-20-10 0 0,0 0 0 0 0,0 0 0 0 0,1 0 1 0 0,-1 0-1 0 0,0 0 0 0 0,1 0 0 0 0,0-1 1 0 0,-1 1-1 0 0,1 0 0 0 0,0-1 0 0 0,1 0 0 0 0,-1 1 1 0 0,0-1-1 0 0,1 0 0 0 0,-1 0 0 0 0,1-1 1 0 0,-1 1-1 0 0,1 0 0 0 0,0-1 0 0 0,0 1 1 0 0,0-1-1 0 0,0 0 0 0 0,0 0 0 0 0,0 0 0 0 0,0-1 1 0 0,0 1-1 0 0,0-1 0 0 0,0 1 0 0 0,1-1 1 0 0,-1 0-1 0 0,0 0 0 0 0,0-1 0 0 0,0 1 0 0 0,0-1 1 0 0,6-1-1 0 0,-1 0-13 0 0,1 0 1 0 0,-1-1-1 0 0,1 0 1 0 0,-1-1-1 0 0,0 0 0 0 0,-1 0 1 0 0,13-9-1 0 0,46-43-145 0 0,-50 41 122 0 0,-1 1-1 0 0,2 0 1 0 0,20-12-1 0 0,-36 26 32 0 0,0-1 0 0 0,-1 1-1 0 0,1-1 1 0 0,0 1 0 0 0,0 0-1 0 0,0-1 1 0 0,0 1 0 0 0,0 0-1 0 0,0 0 1 0 0,0 0-1 0 0,0 0 1 0 0,0 0 0 0 0,0 0-1 0 0,0 0 1 0 0,0 0 0 0 0,0 0-1 0 0,0 0 1 0 0,0 0 0 0 0,0 1-1 0 0,0-1 1 0 0,0 0 0 0 0,0 1-1 0 0,0-1 1 0 0,0 0-1 0 0,0 1 1 0 0,0 0 0 0 0,-1-1-1 0 0,3 2 1 0 0,20 27-99 0 0,-21-25 93 0 0,1 0-1 0 0,-1 0 1 0 0,1-1 0 0 0,0 1 0 0 0,0-1 0 0 0,4 4 0 0 0,3 0-982 0 0,0 0 0 0 0,1-1-1 0 0,0-1 1 0 0,0 0 0 0 0,0 0 0 0 0,12 3 0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9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76 1376 0 0,'-4'-6'726'0'0,"0"-1"0"0"0,0 1 0 0 0,-1 0 0 0 0,0 0 0 0 0,0 1 0 0 0,0-1 0 0 0,-1 1 0 0 0,1 0 0 0 0,-1 1 0 0 0,0-1 0 0 0,-1 1 0 0 0,1 1 0 0 0,-9-5 0 0 0,14 9-539 0 0,1-1 0 0 0,0 1 0 0 0,-1 0 1 0 0,1 0-1 0 0,0-1 0 0 0,0 1 0 0 0,-1 0 1 0 0,1-1-1 0 0,0 1 0 0 0,0 0 0 0 0,0 0 0 0 0,0-1 1 0 0,0 1-1 0 0,0 0 0 0 0,0 0 0 0 0,0 0 0 0 0,0-1 1 0 0,0 1-1 0 0,0 0 0 0 0,1-1 0 0 0,-1 1 1 0 0,1 1-1 0 0,4 21 1803 0 0,9 34 538 0 0,-12-42-2298 0 0,1-1 1 0 0,1 1-1 0 0,0-1 1 0 0,1 0-1 0 0,1-1 1 0 0,0 1-1 0 0,0-1 1 0 0,2 0-1 0 0,12 17 1 0 0,-16-25-218 0 0,1 1 0 0 0,0-1 0 0 0,1 0-1 0 0,-1 0 1 0 0,1 0 0 0 0,0-1 0 0 0,0 0 0 0 0,1 0 0 0 0,-1 0 0 0 0,12 4 0 0 0,-15-7-25 0 0,0 0 1 0 0,1-1 0 0 0,-1 1 0 0 0,1-1 0 0 0,-1 1-1 0 0,0-1 1 0 0,1 0 0 0 0,-1 0 0 0 0,1-1-1 0 0,-1 1 1 0 0,1-1 0 0 0,-1 1 0 0 0,0-1 0 0 0,1 0-1 0 0,-1 0 1 0 0,0-1 0 0 0,0 1 0 0 0,0-1-1 0 0,0 0 1 0 0,0 1 0 0 0,0-1 0 0 0,0 0 0 0 0,-1-1-1 0 0,5-4 1 0 0,-2 2-3 0 0,0 0 0 0 0,0-1 0 0 0,-1 0 0 0 0,0 0-1 0 0,0 0 1 0 0,-1-1 0 0 0,0 1 0 0 0,0-1 0 0 0,3-8 0 0 0,-1-4 17 0 0,-1 0 0 0 0,1-20-1 0 0,-2 18 27 0 0,9-36-1 0 0,-11 54-2 0 0,0 0 0 0 0,0 1 0 0 0,0-1 0 0 0,0 1 0 0 0,0-1 0 0 0,0 1 0 0 0,1 0 0 0 0,-1-1 0 0 0,1 1 0 0 0,0 0 0 0 0,1-2 0 0 0,-2 4-18 0 0,-1 0 0 0 0,0-1 0 0 0,1 1 1 0 0,-1 0-1 0 0,0 0 0 0 0,1 0 0 0 0,-1 0 0 0 0,0-1 0 0 0,1 1 0 0 0,-1 0 0 0 0,1 0 0 0 0,-1 0 1 0 0,0 0-1 0 0,1 0 0 0 0,-1 0 0 0 0,0 0 0 0 0,1 0 0 0 0,-1 0 0 0 0,1 0 0 0 0,-1 0 0 0 0,0 0 1 0 0,1 0-1 0 0,-1 0 0 0 0,0 1 0 0 0,1-1 0 0 0,-1 0 0 0 0,1 0 0 0 0,-1 1 0 0 0,10 16 172 0 0,14 79 97 0 0,3 9 503 0 0,-22-91-2033 0 0,0-1-1 0 0,1-1 1 0 0,0 1 0 0 0,1-1 0 0 0,16 21-1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9.5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0 7370 0 0,'-2'2'296'0'0,"1"-1"1"0"0,-1 1 0 0 0,0 0 0 0 0,1-1-1 0 0,-1 1 1 0 0,1 0 0 0 0,0 0 0 0 0,0 0 0 0 0,0 0-1 0 0,0 0 1 0 0,0 0 0 0 0,0 0 0 0 0,0 0 0 0 0,1 0-1 0 0,-1 1 1 0 0,1-1 0 0 0,-1 4 0 0 0,-4 50 2541 0 0,4-37-2086 0 0,-9 262 4853 0 0,13-217-5119 0 0,2 0 0 0 0,19 89 0 0 0,-18-131-966 0 0,0 0 0 0 0,1-1 1 0 0,15 32-1 0 0,-4-21-7219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39.9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313 64 12443 0 0,'1'-1'142'0'0,"0"-1"1"0"0,0 1 0 0 0,-1-1 0 0 0,1 1-1 0 0,0-1 1 0 0,-1 1 0 0 0,1-1-1 0 0,-1 1 1 0 0,1-1 0 0 0,-1 1 0 0 0,0-1-1 0 0,1 0 1 0 0,-1 1 0 0 0,0-1 0 0 0,0 0-1 0 0,0 1 1 0 0,-1-1 0 0 0,1 0-1 0 0,0 1 1 0 0,0-1 0 0 0,-1 0 0 0 0,1 1-1 0 0,-1-1 1 0 0,0 1 0 0 0,1-1 0 0 0,-3-2-1 0 0,1 2 57 0 0,0 1 0 0 0,0-1-1 0 0,0 0 1 0 0,0 1 0 0 0,-1-1 0 0 0,1 1-1 0 0,0 0 1 0 0,-1 0 0 0 0,0 0 0 0 0,1 0-1 0 0,-1 0 1 0 0,1 0 0 0 0,-1 1 0 0 0,0-1-1 0 0,1 1 1 0 0,-5 0 0 0 0,-2 0-16 0 0,-1 0-1 0 0,1 1 1 0 0,0 1 0 0 0,0 0-1 0 0,0 0 1 0 0,0 0 0 0 0,0 1-1 0 0,1 1 1 0 0,-1-1 0 0 0,1 1 0 0 0,0 1-1 0 0,0-1 1 0 0,0 2 0 0 0,-11 9-1 0 0,4-3-182 0 0,1 1 0 0 0,1 0-1 0 0,0 1 1 0 0,1 1 0 0 0,0 0-1 0 0,-10 18 1 0 0,17-25 6 0 0,1 0 0 0 0,1 1 0 0 0,0-1 0 0 0,0 1 0 0 0,0 0 0 0 0,-1 15 0 0 0,3-22-23 0 0,1 1 0 0 0,0-1-1 0 0,0 1 1 0 0,0 0 0 0 0,0-1-1 0 0,1 1 1 0 0,-1 0-1 0 0,1-1 1 0 0,-1 1 0 0 0,1-1-1 0 0,0 1 1 0 0,1 2 0 0 0,-1-4-15 0 0,0 1 1 0 0,0-1-1 0 0,0 0 1 0 0,0 0-1 0 0,0 0 1 0 0,0 0 0 0 0,0 0-1 0 0,1 0 1 0 0,-1 0-1 0 0,0 0 1 0 0,0-1-1 0 0,1 1 1 0 0,-1-1 0 0 0,1 1-1 0 0,-1 0 1 0 0,0-1-1 0 0,1 0 1 0 0,-1 1-1 0 0,1-1 1 0 0,-1 0 0 0 0,1 0-1 0 0,-1 0 1 0 0,3 0-1 0 0,0-1-41 0 0,1 0 0 0 0,-1 0 0 0 0,0 0-1 0 0,0 0 1 0 0,1-1 0 0 0,-1 0 0 0 0,0 1 0 0 0,0-2-1 0 0,0 1 1 0 0,-1 0 0 0 0,1-1 0 0 0,-1 0-1 0 0,1 0 1 0 0,-1 0 0 0 0,4-4 0 0 0,4-4 17 0 0,-1-2 1 0 0,17-24 0 0 0,-11 7 106 0 0,-13 23 92 0 0,1 0-1 0 0,0 1 0 0 0,0-1 1 0 0,0 1-1 0 0,1-1 0 0 0,10-9 1 0 0,-15 15-104 0 0,1 1 0 0 0,-1-1 0 0 0,1 1 0 0 0,-1 0 0 0 0,1-1 0 0 0,-1 1 0 0 0,1 0 0 0 0,-1-1 0 0 0,1 1 0 0 0,0 0 0 0 0,-1 0 0 0 0,1 0 0 0 0,0 0 0 0 0,-1-1 0 0 0,1 1 0 0 0,-1 0 0 0 0,1 0 0 0 0,0 0 0 0 0,-1 0 0 0 0,1 0 0 0 0,0 1 0 0 0,-1-1 0 0 0,1 0 0 0 0,0 0 1 0 0,-1 0-1 0 0,1 1 0 0 0,0-1 0 0 0,15 17 402 0 0,4 32-298 0 0,-17-41-30 0 0,14 40-70 0 0,-7-17 211 0 0,2-1 0 0 0,22 42 0 0 0,-30-65-436 0 0,0 1 0 0 0,0-1 0 0 0,1-1 0 0 0,1 1 1 0 0,-1-1-1 0 0,1 0 0 0 0,0 0 0 0 0,0-1 0 0 0,0 1 0 0 0,1-1 0 0 0,0-1 0 0 0,0 1 0 0 0,1-1 0 0 0,11 5 0 0 0,1-3-7419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0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 7370 0 0,'0'-1'245'0'0,"0"-1"0"0"0,0 1-1 0 0,1 0 1 0 0,-1 0 0 0 0,0-1 0 0 0,1 1 0 0 0,0 0 0 0 0,-1 0 0 0 0,1 0 0 0 0,-1 0 0 0 0,1 0 0 0 0,0 0 0 0 0,0 0 0 0 0,0 0 0 0 0,0 0 0 0 0,0 0 0 0 0,0 0 0 0 0,0 0 0 0 0,0 1 0 0 0,0-1 0 0 0,0 0 0 0 0,0 1 0 0 0,0-1 0 0 0,0 1 0 0 0,1-1 0 0 0,-1 1 0 0 0,0 0 0 0 0,0-1 0 0 0,1 1 0 0 0,-1 0 0 0 0,3 0 0 0 0,-2 0 2 0 0,0 0 0 0 0,0 1-1 0 0,0-1 1 0 0,0 1 0 0 0,0-1 0 0 0,0 1 0 0 0,-1 0 0 0 0,1-1 0 0 0,0 1 0 0 0,0 0 0 0 0,0 0 0 0 0,-1 0-1 0 0,1 1 1 0 0,0-1 0 0 0,-1 0 0 0 0,1 1 0 0 0,-1-1 0 0 0,0 1 0 0 0,1-1 0 0 0,1 4 0 0 0,6 14 196 0 0,0 1-1 0 0,-1 0 1 0 0,-1 1 0 0 0,-1 0 0 0 0,0 0 0 0 0,2 22 0 0 0,13 49 147 0 0,-2-44-359 0 0,1-2-1 0 0,3 0 1 0 0,48 74 0 0 0,-3-5-2688 0 0,-52-86-5658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0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75 107 16131 0 0,'-14'1'735'0'0,"-19"1"-18"0"0,31-2-573 0 0,1 0 0 0 0,-1 0-1 0 0,1 0 1 0 0,-1 0 0 0 0,1 0-1 0 0,-1 0 1 0 0,1-1 0 0 0,-1 1-1 0 0,1-1 1 0 0,-1 1 0 0 0,1-1-1 0 0,-1 0 1 0 0,1 0 0 0 0,0 1-1 0 0,-1-1 1 0 0,-1-2 0 0 0,3 3-94 0 0,0-1 1 0 0,0 1 0 0 0,0-1 0 0 0,0 1 0 0 0,-1-1 0 0 0,1 0 0 0 0,0 1-1 0 0,0-1 1 0 0,0 1 0 0 0,0-1 0 0 0,0 1 0 0 0,0-1 0 0 0,0 0 0 0 0,1 1-1 0 0,-1-1 1 0 0,0 1 0 0 0,0-1 0 0 0,0 1 0 0 0,0-1 0 0 0,1 1 0 0 0,-1-1-1 0 0,0 1 1 0 0,1-1 0 0 0,-1 1 0 0 0,0-1 0 0 0,1 1 0 0 0,-1-1-1 0 0,1 1 1 0 0,-1 0 0 0 0,0-1 0 0 0,1 1 0 0 0,-1 0 0 0 0,1-1 0 0 0,-1 1-1 0 0,1 0 1 0 0,-1 0 0 0 0,1-1 0 0 0,-1 1 0 0 0,2 0 0 0 0,22-12 466 0 0,-23 12-501 0 0,36-13 275 0 0,75-15 1 0 0,-47 16-2784 0 0,-23 4-1857 0 0,8-2-2672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0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138 274 7834 0 0,'-35'27'3258'0'0,"18"-6"1701"0"0,41-59 61 0 0,-16 28-4898 0 0,0-2 1 0 0,-1 1-1 0 0,-1-1 1 0 0,1 0-1 0 0,-2 0 1 0 0,0 0-1 0 0,0-1 1 0 0,-1 0-1 0 0,-1 0 1 0 0,0 0-1 0 0,2-17 1 0 0,-5 23-133 0 0,-1-1-1 0 0,0 0 1 0 0,0 0 0 0 0,0 1-1 0 0,-1-1 1 0 0,0 0 0 0 0,0 1 0 0 0,-1 0-1 0 0,0 0 1 0 0,0-1 0 0 0,-6-7 0 0 0,8 14-2 0 0,0-1 1 0 0,-1 0-1 0 0,1 1 1 0 0,0-1-1 0 0,-1 0 1 0 0,1 1-1 0 0,-1 0 1 0 0,0-1-1 0 0,1 1 1 0 0,-1 0-1 0 0,0 0 1 0 0,0 0 0 0 0,0 0-1 0 0,0 0 1 0 0,0 1-1 0 0,0-1 1 0 0,0 0-1 0 0,-3 0 1 0 0,3 2 5 0 0,-1-1 0 0 0,0 0 0 0 0,1 1 1 0 0,-1-1-1 0 0,1 1 0 0 0,-1 0 0 0 0,1 0 1 0 0,-1 0-1 0 0,1 0 0 0 0,-1 0 0 0 0,1 1 0 0 0,0-1 1 0 0,0 1-1 0 0,-1-1 0 0 0,1 1 0 0 0,0 0 1 0 0,1 0-1 0 0,-4 3 0 0 0,-2 4 36 0 0,-1 1-1 0 0,2 0 1 0 0,-1 0 0 0 0,2 1-1 0 0,-1 0 1 0 0,1 0-1 0 0,1 0 1 0 0,0 0 0 0 0,1 1-1 0 0,0 0 1 0 0,0 0-1 0 0,1 0 1 0 0,1 0 0 0 0,0 0-1 0 0,1 0 1 0 0,0 0 0 0 0,1 0-1 0 0,0 0 1 0 0,1 0-1 0 0,0 0 1 0 0,1-1 0 0 0,0 1-1 0 0,1-1 1 0 0,1 1-1 0 0,-1-1 1 0 0,2 0 0 0 0,-1-1-1 0 0,14 19 1 0 0,-11-21 2 0 0,1 1 1 0 0,-1-2-1 0 0,1 1 0 0 0,1-1 0 0 0,-1 0 1 0 0,1-1-1 0 0,1 0 0 0 0,-1-1 1 0 0,1 0-1 0 0,0-1 0 0 0,0 0 1 0 0,20 4-1 0 0,-4-2-427 0 0,1-2 0 0 0,-1-1 1 0 0,1-2-1 0 0,35-1 0 0 0,-13-4-7277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1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12899 0 0,'-4'0'5204'0'0,"4"1"-5105"0"0,-3 9 2061 0 0,2 11-517 0 0,19 471 1201 0 0,-12-407-2737 0 0,4 0-1 0 0,30 122 0 0 0,-26-154-203 0 0,3-1 0 0 0,2 0 1 0 0,2-2-1 0 0,55 94 0 0 0,-71-137-34 0 0,-3-4 37 0 0,0-1 0 0 0,0 1 0 0 0,-1 0 0 0 0,1-1 1 0 0,0 1-1 0 0,-1 0 0 0 0,0 0 0 0 0,0 0 0 0 0,0 0 0 0 0,0 0 0 0 0,0 0 0 0 0,0 4 0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1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75 14283 0 0,'-7'0'530'0'0,"-10"-1"268"0"0,30-3 105 0 0,121-33 4258 0 0,-36 8-5017 0 0,-82 26-878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1.7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6449 0 0,'108'-43'10710'0'0,"-58"22"-10537"0"0,100-28 0 0 0,-123 43-6476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2.3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47 10138 0 0,'10'11'613'0'0,"0"1"-1"0"0,0 0 1 0 0,-2 1 0 0 0,1 0-1 0 0,-2 0 1 0 0,0 0 0 0 0,8 20-1 0 0,28 109 6134 0 0,-26-79-5702 0 0,-17-63-1044 0 0,14 43 0 0 0,-13-40 0 0 0,0 0 0 0 0,1 0 0 0 0,-1-1 0 0 0,1 1 0 0 0,-1 0 0 0 0,1-1 0 0 0,0 1 0 0 0,0-1 0 0 0,0 1 0 0 0,0-1 0 0 0,0 0 0 0 0,4 3 0 0 0,-5-5-2 0 0,0 0 0 0 0,0 0 0 0 0,-1 0 0 0 0,1 0 0 0 0,0 0 0 0 0,0-1 0 0 0,0 1 0 0 0,-1 0 0 0 0,1 0 0 0 0,0 0 0 0 0,0-1 1 0 0,0 1-1 0 0,-1 0 0 0 0,1-1 0 0 0,0 1 0 0 0,-1-1 0 0 0,1 1 0 0 0,0-1 0 0 0,-1 1 0 0 0,1-1 0 0 0,-1 1 0 0 0,1-1 0 0 0,0 0 0 0 0,-1 1 0 0 0,0-1 0 0 0,1 0 0 0 0,-1 0 0 0 0,1 1 0 0 0,-1-1 1 0 0,0 0-1 0 0,0 0 0 0 0,1 1 0 0 0,-1-1 0 0 0,0 0 0 0 0,0 0 0 0 0,0-1 0 0 0,10-34-104 0 0,-9 33 99 0 0,12-82-55 0 0,-8 50-130 0 0,1 0 0 0 0,20-63 0 0 0,-23 88 215 0 0,1 1-1 0 0,1-1 1 0 0,-1 1-1 0 0,2 0 1 0 0,-1 0 0 0 0,1 0-1 0 0,0 1 1 0 0,1 0-1 0 0,0 0 1 0 0,0 1-1 0 0,1 0 1 0 0,0 0 0 0 0,0 1-1 0 0,12-8 1 0 0,-18 13-4 0 0,0 0 0 0 0,1-1 0 0 0,-1 1 1 0 0,1 0-1 0 0,-1 0 0 0 0,1 1 0 0 0,0-1 0 0 0,-1 0 0 0 0,1 1 1 0 0,0-1-1 0 0,-1 1 0 0 0,1 0 0 0 0,0 0 0 0 0,-1 0 1 0 0,1 1-1 0 0,0-1 0 0 0,-1 0 0 0 0,1 1 0 0 0,0 0 0 0 0,-1 0 1 0 0,1-1-1 0 0,-1 2 0 0 0,1-1 0 0 0,-1 0 0 0 0,1 0 1 0 0,-1 1-1 0 0,0-1 0 0 0,0 1 0 0 0,0 0 0 0 0,0 0 1 0 0,0 0-1 0 0,0 0 0 0 0,0 0 0 0 0,-1 0 0 0 0,1 0 0 0 0,-1 0 1 0 0,2 4-1 0 0,6 10 148 0 0,0 0 1 0 0,-2 1-1 0 0,0 0 0 0 0,7 25 1 0 0,-9-26-138 0 0,6 19-93 0 0,-5-12-146 0 0,1 1 0 0 0,1-2 0 0 0,2 1 0 0 0,0-1-1 0 0,1-1 1 0 0,24 35 0 0 0,-20-39-528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2.6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 32 6913 0 0,'0'-1'116'0'0,"1"1"-1"0"0,-1 0 0 0 0,0-1 0 0 0,0 1 1 0 0,0 0-1 0 0,0-1 0 0 0,1 1 0 0 0,-1-1 1 0 0,0 1-1 0 0,0 0 0 0 0,0-1 0 0 0,0 1 1 0 0,0-1-1 0 0,0 1 0 0 0,0 0 0 0 0,0-1 1 0 0,0 1-1 0 0,0-1 0 0 0,0 1 1 0 0,0 0-1 0 0,0-1 0 0 0,-1 1 0 0 0,1 0 1 0 0,0-1-1 0 0,0 1 0 0 0,0-1 0 0 0,0 1 1 0 0,-1 0-1 0 0,1-1 0 0 0,0 1 0 0 0,0 0 1 0 0,-1 0-1 0 0,1-1 0 0 0,0 1 0 0 0,-1 0 1 0 0,1 0-1 0 0,0-1 0 0 0,-1 1 0 0 0,1 0 1 0 0,0 0-1 0 0,-1 0 0 0 0,1-1 0 0 0,0 1 1 0 0,-1 0-1 0 0,1 0 0 0 0,-1 0 0 0 0,0 0 1 0 0,-22 13 3886 0 0,13-5-2854 0 0,0 1-1 0 0,-15 18 1 0 0,22-23-1104 0 0,0 1-1 0 0,0 0 1 0 0,1-1-1 0 0,0 1 1 0 0,-1 1 0 0 0,1-1-1 0 0,1 0 1 0 0,-1 0-1 0 0,1 1 1 0 0,0-1-1 0 0,0 0 1 0 0,1 1 0 0 0,0-1-1 0 0,0 8 1 0 0,1-5 72 0 0,0 1 0 0 0,1-1 1 0 0,0 0-1 0 0,0 0 0 0 0,1 1 0 0 0,0-1 0 0 0,0-1 1 0 0,8 14-1 0 0,-5-11-16 0 0,1 0 0 0 0,0-1 0 0 0,0 1-1 0 0,1-1 1 0 0,0-1 0 0 0,1 1 0 0 0,0-2 0 0 0,0 1 0 0 0,1-1-1 0 0,-1-1 1 0 0,2 1 0 0 0,-1-2 0 0 0,17 8 0 0 0,-23-12-95 0 0,0 0 0 0 0,0 1 0 0 0,0-1 0 0 0,0-1 1 0 0,0 1-1 0 0,0-1 0 0 0,1 1 0 0 0,-1-1 0 0 0,0-1 0 0 0,0 1 1 0 0,1 0-1 0 0,-1-1 0 0 0,0 0 0 0 0,0 0 0 0 0,0 0 0 0 0,0-1 0 0 0,0 1 1 0 0,0-1-1 0 0,-1 0 0 0 0,1 0 0 0 0,0 0 0 0 0,-1 0 0 0 0,0-1 0 0 0,1 0 1 0 0,-1 1-1 0 0,0-1 0 0 0,4-6 0 0 0,-3 4 3 0 0,0-1 1 0 0,-1 0-1 0 0,0 0 1 0 0,0 0-1 0 0,0 0 1 0 0,-1 0-1 0 0,1-1 1 0 0,-2 1-1 0 0,1-1 1 0 0,-1 0-1 0 0,0 1 1 0 0,0-1-1 0 0,-1 0 1 0 0,0 0-1 0 0,0 1 0 0 0,-2-11 1 0 0,0 5-18 0 0,-1-1-1 0 0,0 1 1 0 0,-1 0 0 0 0,-1 0-1 0 0,0 0 1 0 0,0 1 0 0 0,-1-1-1 0 0,-1 1 1 0 0,0 1 0 0 0,0-1-1 0 0,-1 1 1 0 0,-15-16 0 0 0,12 17-745 0 0,1 0-1 0 0,-1 0 1 0 0,-21-12 0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2.9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7370 0 0,'10'0'502'0'0,"5"0"865"0"0,-1 0-1 0 0,1 1 1 0 0,0 0-1 0 0,21 5 1 0 0,-31-4-1126 0 0,0 0 1 0 0,-1 0-1 0 0,1 0 0 0 0,0 0 1 0 0,-1 1-1 0 0,1 0 0 0 0,-1 0 1 0 0,0 0-1 0 0,1 0 0 0 0,-2 1 1 0 0,1 0-1 0 0,0 0 1 0 0,-1 0-1 0 0,0 0 0 0 0,0 0 1 0 0,3 6-1 0 0,0-1 98 0 0,-1 1 0 0 0,0 0 0 0 0,0 0 0 0 0,-1 0 0 0 0,-1 0 0 0 0,4 14 0 0 0,-7-24-310 0 0,0 0 0 0 0,0 1 0 0 0,0-1 0 0 0,0 0 0 0 0,0 0 1 0 0,0 0-1 0 0,0 1 0 0 0,0-1 0 0 0,0 0 0 0 0,0 0 1 0 0,0 0-1 0 0,0 1 0 0 0,0-1 0 0 0,0 0 0 0 0,0 0 0 0 0,0 0 1 0 0,0 1-1 0 0,0-1 0 0 0,0 0 0 0 0,0 0 0 0 0,0 0 1 0 0,0 1-1 0 0,0-1 0 0 0,0 0 0 0 0,-1 0 0 0 0,1 0 0 0 0,0 1 1 0 0,0-1-1 0 0,0 0 0 0 0,0 0 0 0 0,0 0 0 0 0,0 0 0 0 0,-1 0 1 0 0,1 1-1 0 0,0-1 0 0 0,0 0 0 0 0,0 0 0 0 0,-1 0 1 0 0,1 0-1 0 0,0 0 0 0 0,0 0 0 0 0,-1 0 0 0 0,-9-5 693 0 0,-8-12-114 0 0,14 11-547 0 0,-1 0 1 0 0,2-1-1 0 0,-1 1 1 0 0,1-1-1 0 0,-1 0 0 0 0,2 0 1 0 0,-1 0-1 0 0,1 0 1 0 0,0-1-1 0 0,1 1 0 0 0,0 0 1 0 0,0-1-1 0 0,0 1 0 0 0,1-1 1 0 0,0 1-1 0 0,2-14 1 0 0,0 10-371 0 0,1 0 0 0 0,0 0 0 0 0,1 1 1 0 0,-1-1-1 0 0,2 1 0 0 0,0 0 1 0 0,0 0-1 0 0,1 0 0 0 0,0 1 0 0 0,11-14 1 0 0,1 4-7446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3.4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12443 0 0,'3'39'8444'0'0,"6"26"-6860"0"0,1-2-1351 0 0,-6-29-140 0 0,2 0 0 0 0,1 0 0 0 0,18 52 0 0 0,-18-68-186 0 0,0-1 0 0 0,2 0-1 0 0,-1-1 1 0 0,2 1-1 0 0,0-2 1 0 0,1 1-1 0 0,1-2 1 0 0,17 18-1 0 0,-12-16-616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3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20 109 9674 0 0,'-12'-4'1107'0'0,"5"1"1502"0"0,16 2-1116 0 0,104-4-295 0 0,0-4 0 0 0,114-25 0 0 0,-213 30-1032 0 0,12-1 856 0 0,-21 6-147 0 0,-9 6 254 0 0,1-5-1094 0 0,1 1 1 0 0,-1-1-1 0 0,1 1 1 0 0,0 0-1 0 0,0 0 1 0 0,0 0-1 0 0,0 0 1 0 0,0 0-1 0 0,1 0 1 0 0,-1 0 0 0 0,1 0-1 0 0,0 1 1 0 0,0-1-1 0 0,-1 6 1 0 0,2-7-33 0 0,1 0 0 0 0,-1 0 0 0 0,0 0 0 0 0,1 0 0 0 0,0 1 0 0 0,-1-1 0 0 0,1 0 1 0 0,0 0-1 0 0,0 0 0 0 0,0 0 0 0 0,0-1 0 0 0,0 1 0 0 0,1 0 0 0 0,-1 0 0 0 0,1-1 0 0 0,-1 1 1 0 0,1-1-1 0 0,-1 1 0 0 0,1-1 0 0 0,0 0 0 0 0,0 1 0 0 0,0-1 0 0 0,0 0 0 0 0,3 1 0 0 0,4 3 33 0 0,0-1 0 0 0,1 0 0 0 0,0 0 0 0 0,-1-1-1 0 0,14 2 1 0 0,-19-4-25 0 0,-1 0-1 0 0,0-1 1 0 0,1 1-1 0 0,-1-1 1 0 0,0 0-1 0 0,1 0 1 0 0,-1 0-1 0 0,1-1 1 0 0,-1 1-1 0 0,0-1 1 0 0,1 1 0 0 0,-1-1-1 0 0,0 0 1 0 0,0-1-1 0 0,0 1 1 0 0,1 0-1 0 0,-1-1 1 0 0,-1 0-1 0 0,6-3 1 0 0,-7 3-4 0 0,0 1 0 0 0,0-1 0 0 0,-1 0-1 0 0,1 0 1 0 0,0 1 0 0 0,-1-1 0 0 0,1 0 0 0 0,-1 0 0 0 0,0 0 0 0 0,1 0 0 0 0,-1 1 0 0 0,0-1 0 0 0,0 0-1 0 0,0 0 1 0 0,0 0 0 0 0,-1 0 0 0 0,1 0 0 0 0,-1 0 0 0 0,1 1 0 0 0,-1-1 0 0 0,1 0 0 0 0,-1 0 0 0 0,0 1 0 0 0,-1-3-1 0 0,-25-41 63 0 0,22 39-78 0 0,0 0 0 0 0,0 1 0 0 0,0-1-1 0 0,-1 1 1 0 0,0 0 0 0 0,0 0 0 0 0,0 1-1 0 0,0-1 1 0 0,-1 1 0 0 0,-13-5 0 0 0,17 8-169 0 0,-1 0 1 0 0,1 0-1 0 0,0 0 0 0 0,-1 1 1 0 0,1-1-1 0 0,0 1 1 0 0,-1 0-1 0 0,1 0 1 0 0,-1 0-1 0 0,1 1 1 0 0,0-1-1 0 0,-1 1 0 0 0,1 0 1 0 0,0 0-1 0 0,-1 0 1 0 0,1 0-1 0 0,0 1 1 0 0,0-1-1 0 0,0 1 0 0 0,0 0 1 0 0,0 0-1 0 0,1 0 1 0 0,-1 0-1 0 0,0 0 1 0 0,1 0-1 0 0,-4 5 1 0 0,-8 9-6472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4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1 127 456 0 0,'2'-17'520'0'0,"8"-15"6183"0"0,-9 29-5752 0 0,1 0 0 0 0,-1 0 0 0 0,1 0 0 0 0,0 0 0 0 0,0 1 0 0 0,0-1 0 0 0,4-3 1 0 0,10-2 1178 0 0,-14 8-1925 0 0,0 1 0 0 0,0-1-1 0 0,0 1 1 0 0,0-1-1 0 0,0 1 1 0 0,0 0 0 0 0,-1 0-1 0 0,1 0 1 0 0,0 0-1 0 0,-1 0 1 0 0,1 0-1 0 0,0 0 1 0 0,-1 0 0 0 0,0 1-1 0 0,1-1 1 0 0,-1 1-1 0 0,0-1 1 0 0,1 1 0 0 0,-1-1-1 0 0,0 1 1 0 0,1 2-1 0 0,20 39 711 0 0,13 84-384 0 0,-35-127-531 0 0,0 0 0 0 0,1 0 0 0 0,-1 0 0 0 0,0 0 0 0 0,0 0 0 0 0,0 0 0 0 0,0 1 0 0 0,0-1 0 0 0,0 0 0 0 0,0 0 0 0 0,0 0 0 0 0,1 0 0 0 0,-1 0 0 0 0,0 0 0 0 0,0 0 0 0 0,0 0 0 0 0,0 0 0 0 0,0 0 0 0 0,0 0 0 0 0,0 0 0 0 0,1 0 0 0 0,-1 0 0 0 0,0 0 0 0 0,0 0 0 0 0,0 0 0 0 0,0 0 0 0 0,0 0 0 0 0,0 0 0 0 0,1 0 0 0 0,-1 0 0 0 0,0 0 0 0 0,0 0 0 0 0,0 0 0 0 0,0 0 0 0 0,0 0 0 0 0,0 0 0 0 0,0 0 0 0 0,0-1 0 0 0,1 1 0 0 0,-1 0 0 0 0,0 0 0 0 0,0 0 0 0 0,0 0 0 0 0,0 0 0 0 0,0 0 0 0 0,0 0 0 0 0,0 0 0 0 0,0-1 0 0 0,0 1 0 0 0,0 0 0 0 0,0 0 0 0 0,0 0 0 0 0,0 0 0 0 0,8-12 0 0 0,4-12 0 0 0,-5 9 56 0 0,0-1 1 0 0,0 1-1 0 0,2 1 0 0 0,0-1 0 0 0,1 1 1 0 0,0 1-1 0 0,1 0 0 0 0,0 0 0 0 0,25-20 1 0 0,-30 28-31 0 0,1 0 0 0 0,0 1 1 0 0,0 0-1 0 0,0 0 0 0 0,1 0 1 0 0,0 1-1 0 0,-1 0 0 0 0,1 1 1 0 0,0 0-1 0 0,0 0 0 0 0,1 0 0 0 0,-1 1 1 0 0,0 0-1 0 0,0 1 0 0 0,1 0 1 0 0,-1 0-1 0 0,0 1 0 0 0,0 0 1 0 0,1 1-1 0 0,-1-1 0 0 0,14 6 1 0 0,-13-3 11 0 0,-1 0 1 0 0,1 1-1 0 0,-1-1 1 0 0,0 2 0 0 0,-1-1-1 0 0,1 1 1 0 0,-1 0 0 0 0,0 1-1 0 0,0-1 1 0 0,-1 1 0 0 0,0 1-1 0 0,7 10 1 0 0,9 10-125 0 0,-19-25-269 0 0,0 1 1 0 0,0-1-1 0 0,1 1 1 0 0,-1-1 0 0 0,1 0-1 0 0,0-1 1 0 0,8 5-1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4.3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11979 0 0,'2'0'1064'0'0,"-1"1"-848"0"0,5 3 1328 0 0,-5-1-704 0 0,2 3 9 0 0,-1-1 183 0 0,1 2 40 0 0,-3-2 8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0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12443 0 0,'6'14'1405'0'0,"0"-1"0"0"0,14 22 1 0 0,2 5 47 0 0,90 236 2846 0 0,-31 10-5124 0 0,-75-252-4412 0 0,0 0-1790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0.7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8290 0 0,'0'0'44'0'0,"1"1"0"0"0,-1-1 0 0 0,1 1 0 0 0,0-1 1 0 0,-1 1-1 0 0,1-1 0 0 0,-1 0 0 0 0,1 1 0 0 0,0-1 0 0 0,-1 0 1 0 0,1 1-1 0 0,0-1 0 0 0,0 0 0 0 0,-1 0 0 0 0,1 1 0 0 0,0-1 1 0 0,-1 0-1 0 0,1 0 0 0 0,0 0 0 0 0,0 0 0 0 0,-1 0 0 0 0,1 0 1 0 0,0 0-1 0 0,0-1 0 0 0,1 1 0 0 0,26-3 852 0 0,-26 3-633 0 0,45-8 1075 0 0,0-1 1 0 0,-1-3-1 0 0,66-25 0 0 0,126-74-1727 0 0,-223 103 179 0 0,41-19-850 0 0,-51 25 1530 0 0,-1 1 1 0 0,1 0-1 0 0,0-1 0 0 0,0 2 1 0 0,9-2-1 0 0,-13 3-258 0 0,0-1 0 0 0,1 1 0 0 0,-1-1 0 0 0,0 1 1 0 0,0 0-1 0 0,1-1 0 0 0,-1 1 0 0 0,0 0 0 0 0,0 0 0 0 0,0 0 0 0 0,0 0 0 0 0,0 0 1 0 0,0 0-1 0 0,0 0 0 0 0,0 0 0 0 0,-1 0 0 0 0,1 0 0 0 0,0 0 0 0 0,-1 1 0 0 0,1-1 1 0 0,0 2-1 0 0,13 34 195 0 0,-11-29-135 0 0,12 39 29 0 0,12 30-201 0 0,-24-69-102 0 0,1-1-1 0 0,-1 1 0 0 0,2-1 0 0 0,-1 0 0 0 0,1-1 0 0 0,0 1 0 0 0,8 7 0 0 0,-11-12-38 0 0,0 0 0 0 0,1 0-1 0 0,0 0 1 0 0,-1 0 0 0 0,1 0 0 0 0,0-1 0 0 0,0 0 0 0 0,0 1-1 0 0,0-1 1 0 0,0 0 0 0 0,0 0 0 0 0,0-1 0 0 0,1 1 0 0 0,-1-1-1 0 0,0 0 1 0 0,0 1 0 0 0,0-1 0 0 0,1-1 0 0 0,-1 1 0 0 0,0 0-1 0 0,0-1 1 0 0,0 0 0 0 0,1 1 0 0 0,-1-1 0 0 0,0 0 0 0 0,0-1-1 0 0,0 1 1 0 0,-1-1 0 0 0,1 1 0 0 0,3-3 0 0 0,8-6 64 0 0,0-1 0 0 0,0 0 0 0 0,-1-1 0 0 0,15-18 0 0 0,-10 11 722 0 0,-14 15-577 0 0,1 0 0 0 0,-1 0 1 0 0,1 0-1 0 0,0 0 0 0 0,0 1 0 0 0,0 0 1 0 0,0 0-1 0 0,0 0 0 0 0,10-3 0 0 0,-13 6-151 0 0,1-1-1 0 0,-1 1 1 0 0,0 0-1 0 0,0 0 1 0 0,0 0-1 0 0,1 0 1 0 0,-1 0-1 0 0,0 0 1 0 0,0 1-1 0 0,0-1 1 0 0,1 1-1 0 0,-1-1 0 0 0,0 1 1 0 0,0 0-1 0 0,0 0 1 0 0,0 0-1 0 0,0 0 1 0 0,0 0-1 0 0,-1 0 1 0 0,1 1-1 0 0,0-1 1 0 0,0 1-1 0 0,-1-1 0 0 0,1 1 1 0 0,-1 0-1 0 0,0-1 1 0 0,1 1-1 0 0,-1 0 1 0 0,1 3-1 0 0,5 6 87 0 0,-2 0 0 0 0,1 1 0 0 0,-2 0-1 0 0,5 15 1 0 0,12 28-1500 0 0,0-21-4669 0 0,-3-15-1524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1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93 290 4609 0 0,'3'0'400'0'0,"0"-1"0"0"0,0 0-1 0 0,0 0 1 0 0,0 0 0 0 0,0 0 0 0 0,0-1-1 0 0,0 1 1 0 0,0-1 0 0 0,-1 1 0 0 0,1-1-1 0 0,0 0 1 0 0,-1 0 0 0 0,0 0 0 0 0,3-4 0 0 0,29-34 2893 0 0,-30 31-2911 0 0,1 0-1 0 0,-1 0 1 0 0,-1 0 0 0 0,0 0 0 0 0,0 0-1 0 0,0-1 1 0 0,-2 1 0 0 0,1-1 0 0 0,-1 0-1 0 0,0-18 1 0 0,-1 22-169 0 0,-1 0-1 0 0,0 0 1 0 0,0-1 0 0 0,0 1 0 0 0,0 0-1 0 0,-1 0 1 0 0,0 0 0 0 0,-3-6-1 0 0,3 9-106 0 0,0 0 0 0 0,1 0-1 0 0,-1 0 1 0 0,0 1 0 0 0,0-1-1 0 0,-1 1 1 0 0,1-1 0 0 0,0 1 0 0 0,-1 0-1 0 0,0 0 1 0 0,1 0 0 0 0,-1 0-1 0 0,0 0 1 0 0,0 1 0 0 0,-6-3-1 0 0,5 3-80 0 0,0 0 0 0 0,0 0 0 0 0,0 1 0 0 0,0-1-1 0 0,0 1 1 0 0,0 0 0 0 0,-1 0 0 0 0,1 1 0 0 0,0-1-1 0 0,0 1 1 0 0,0 0 0 0 0,0 0 0 0 0,0 0 0 0 0,0 1 0 0 0,0-1-1 0 0,0 1 1 0 0,1 0 0 0 0,-1 0 0 0 0,1 0 0 0 0,-1 1-1 0 0,1-1 1 0 0,0 1 0 0 0,0 0 0 0 0,0 0 0 0 0,0 0 0 0 0,0 0-1 0 0,-2 5 1 0 0,0-3 10 0 0,1 1 0 0 0,0 0 0 0 0,1 0 0 0 0,0 0 0 0 0,0 0 0 0 0,0 0 0 0 0,0 1 0 0 0,1-1-1 0 0,0 1 1 0 0,1 0 0 0 0,-1 0 0 0 0,1-1 0 0 0,1 1 0 0 0,-1 0 0 0 0,2 12 0 0 0,0-12-114 0 0,1 1-1 0 0,1-1 1 0 0,0 1 0 0 0,0-1 0 0 0,0 0-1 0 0,1 0 1 0 0,0 0 0 0 0,0-1 0 0 0,1 1-1 0 0,0-1 1 0 0,0 0 0 0 0,0 0 0 0 0,1-1-1 0 0,0 0 1 0 0,0 0 0 0 0,0 0 0 0 0,0 0-1 0 0,11 4 1 0 0,6 4-894 0 0,1-2 0 0 0,0-1-1 0 0,1 0 1 0 0,29 6 0 0 0,-9-4-6154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1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2 7370 0 0,'-4'0'408'0'0,"0"-1"0"0"0,0 1-1 0 0,1 0 1 0 0,-1 0 0 0 0,0 0 0 0 0,0 1 0 0 0,1-1 0 0 0,-1 1 0 0 0,0 0 0 0 0,1 0 0 0 0,-7 3 0 0 0,-38 18 2898 0 0,41-17-3084 0 0,0 1-1 0 0,0-1 0 0 0,0 1 0 0 0,1 1 0 0 0,0-1 0 0 0,0 1 1 0 0,0 0-1 0 0,1 1 0 0 0,0-1 0 0 0,0 1 0 0 0,1 0 1 0 0,0 0-1 0 0,1 1 0 0 0,0-1 0 0 0,0 1 0 0 0,0-1 1 0 0,1 1-1 0 0,1 0 0 0 0,0 0 0 0 0,0 0 0 0 0,0 0 1 0 0,2 13-1 0 0,-1-14-247 0 0,0 0 1 0 0,1 0 0 0 0,0 0-1 0 0,1 0 1 0 0,0 0 0 0 0,0 0-1 0 0,0-1 1 0 0,1 1-1 0 0,0-1 1 0 0,1 1 0 0 0,0-1-1 0 0,0 0 1 0 0,0-1-1 0 0,1 1 1 0 0,0-1 0 0 0,0 0-1 0 0,1 0 1 0 0,-1 0 0 0 0,1-1-1 0 0,1 0 1 0 0,-1 0-1 0 0,1 0 1 0 0,0-1 0 0 0,0 0-1 0 0,8 3 1 0 0,-5-4-318 0 0,0 0 1 0 0,0 0-1 0 0,0-1 0 0 0,1-1 1 0 0,-1 0-1 0 0,0 0 0 0 0,1-1 1 0 0,-1 0-1 0 0,1-1 0 0 0,-1 0 0 0 0,0-1 1 0 0,12-3-1 0 0,-7 1-314 0 0,0-2-1 0 0,0 0 1 0 0,0 0-1 0 0,0-1 1 0 0,-1-1 0 0 0,-1-1-1 0 0,16-11 1 0 0,-6 1 638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1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 5529 0 0,'14'-24'14809'0'0,"-14"25"-14748"0"0,0 1 0 0 0,1-1 1 0 0,0 0-1 0 0,-1 1 0 0 0,1-1 1 0 0,0 1-1 0 0,0-1 0 0 0,0 0 1 0 0,-1 1-1 0 0,1-1 0 0 0,1 0 1 0 0,0 1-1 0 0,1 2 81 0 0,5 11 243 0 0,0 0 0 0 0,-2 0 0 0 0,0 1 0 0 0,0 0 0 0 0,-2 0 1 0 0,5 30-1 0 0,-5-26-337 0 0,0 0 0 0 0,2 0 0 0 0,13 33 0 0 0,-13-41-136 0 0,1 0-1 0 0,0-1 1 0 0,1 0-1 0 0,0-1 1 0 0,1 0-1 0 0,0 0 1 0 0,19 16 0 0 0,-24-23-114 0 0,0 0 0 0 0,0 0 0 0 0,1-1 0 0 0,-1 1 0 0 0,1-1 1 0 0,-1 0-1 0 0,1-1 0 0 0,0 1 0 0 0,-1-1 0 0 0,10 2 1 0 0,-11-3-24 0 0,0 0 1 0 0,0 0 0 0 0,1 0 0 0 0,-1-1-1 0 0,0 1 1 0 0,0-1 0 0 0,0 0 0 0 0,0 0-1 0 0,0 0 1 0 0,0 0 0 0 0,-1 0 0 0 0,1-1-1 0 0,0 1 1 0 0,0-1 0 0 0,-1 0 0 0 0,1 0-1 0 0,-1 0 1 0 0,4-3 0 0 0,5-7 211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2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1 302 5985 0 0,'1'-6'581'0'0,"0"1"0"0"0,0 0 0 0 0,1-1 0 0 0,0 1 0 0 0,0 0 0 0 0,5-9 0 0 0,5-18 1822 0 0,-9 19-1572 0 0,-2 1 0 0 0,0-1 0 0 0,-1 0 1 0 0,0 1-1 0 0,0-1 0 0 0,-4-17 1 0 0,2 17-322 0 0,0 1 1 0 0,1-1 0 0 0,1 1-1 0 0,0-1 1 0 0,1 1 0 0 0,3-18 0 0 0,3 17-39 0 0,3 16 58 0 0,-9-1-484 0 0,1 0 0 0 0,-1 0 0 0 0,0 0 0 0 0,1 0 0 0 0,-1 0 0 0 0,0 0 0 0 0,0 0 0 0 0,0 0 0 0 0,0 1 0 0 0,0 2 0 0 0,5 27 40 0 0,2-1 0 0 0,1 0 0 0 0,2 0 0 0 0,1-1-1 0 0,1-1 1 0 0,23 38 0 0 0,-25-49-1902 0 0,2 0 0 0 0,1-1 0 0 0,18 20 0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2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68 103 8290 0 0,'-2'0'273'0'0,"0"-1"0"0"0,0 1 1 0 0,1 0-1 0 0,-1-1 0 0 0,0 1 0 0 0,0 0 1 0 0,0 0-1 0 0,0 1 0 0 0,1-1 1 0 0,-1 0-1 0 0,0 1 0 0 0,0-1 0 0 0,1 1 1 0 0,-1-1-1 0 0,0 1 0 0 0,0 0 1 0 0,1 0-1 0 0,-1-1 0 0 0,1 1 0 0 0,-1 1 1 0 0,1-1-1 0 0,-1 0 0 0 0,1 0 0 0 0,0 0 1 0 0,-1 1-1 0 0,1-1 0 0 0,0 1 1 0 0,-2 2-1 0 0,1-1 102 0 0,0 0 1 0 0,1 0 0 0 0,-1 0-1 0 0,1 0 1 0 0,0 0-1 0 0,-1 1 1 0 0,1-1 0 0 0,1 0-1 0 0,-1 1 1 0 0,0-1-1 0 0,1 0 1 0 0,0 1-1 0 0,0-1 1 0 0,0 6 0 0 0,6 15 109 0 0,0-1 0 0 0,13 31 0 0 0,-10-32-675 0 0,-1 0-1 0 0,7 36 1 0 0,-18-71 10 0 0,-2 0 1 0 0,1 1-1 0 0,-1-1 0 0 0,-8-12 1 0 0,5 10 277 0 0,1-1 0 0 0,0 0 0 0 0,-5-22 0 0 0,11 31-49 0 0,0-1-1 0 0,0 1 0 0 0,1-1 1 0 0,0 1-1 0 0,0-1 0 0 0,1 0 0 0 0,0 1 1 0 0,0-1-1 0 0,1 1 0 0 0,0 0 1 0 0,0 0-1 0 0,1-1 0 0 0,-1 1 0 0 0,6-7 1 0 0,-3 5-286 0 0,0 0 1 0 0,1 1-1 0 0,0 0 1 0 0,7-8 0 0 0,-5 8-1279 0 0,-1 1 1 0 0,1 0 0 0 0,16-10 0 0 0,-5 6-5245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3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6 191 9674 0 0,'-1'-1'182'0'0,"0"0"1"0"0,1 0-1 0 0,-1 0 0 0 0,1-1 0 0 0,-1 1 1 0 0,1 0-1 0 0,-1 0 0 0 0,1 0 0 0 0,0 0 1 0 0,0-1-1 0 0,-1 1 0 0 0,1 0 0 0 0,0 0 1 0 0,0-1-1 0 0,0 1 0 0 0,0 0 0 0 0,1 0 0 0 0,-1 0 1 0 0,0-1-1 0 0,0 1 0 0 0,1 0 0 0 0,-1 0 1 0 0,1 0-1 0 0,-1 0 0 0 0,1-1 0 0 0,-1 1 1 0 0,1 0-1 0 0,0 0 0 0 0,0 0 0 0 0,-1 0 1 0 0,2-1-1 0 0,0 0 130 0 0,0 0 1 0 0,0 0-1 0 0,-1 0 0 0 0,1 0 1 0 0,0 0-1 0 0,0 0 0 0 0,1 1 1 0 0,-1-1-1 0 0,0 1 0 0 0,1 0 1 0 0,-1-1-1 0 0,1 1 0 0 0,-1 0 1 0 0,3-1-1 0 0,1 2-209 0 0,0 0 1 0 0,0-1-1 0 0,-1 2 1 0 0,1-1-1 0 0,0 1 1 0 0,0 0-1 0 0,-1 0 1 0 0,1 0-1 0 0,-1 1 1 0 0,1 0-1 0 0,-1 0 1 0 0,0 0-1 0 0,0 1 1 0 0,0 0-1 0 0,0 0 1 0 0,0 0-1 0 0,0 0 1 0 0,-1 1-1 0 0,0 0 1 0 0,0 0-1 0 0,0 0 1 0 0,0 0-1 0 0,0 1 1 0 0,-1 0-1 0 0,5 8 1 0 0,3 7-1 0 0,-1 0 0 0 0,-1 1 0 0 0,-1 0 1 0 0,-1 0-1 0 0,5 26 0 0 0,-12-46-104 0 0,0 1 1 0 0,1-1-1 0 0,-1 0 1 0 0,1 1-1 0 0,-1-1 1 0 0,1 1-1 0 0,-1-1 1 0 0,1 1-1 0 0,0-1 1 0 0,-1 0-1 0 0,1 0 0 0 0,0 1 1 0 0,0-1-1 0 0,0 0 1 0 0,0 0-1 0 0,0 0 1 0 0,1 0-1 0 0,-1 0 1 0 0,2 1-1 0 0,-2-2 9 0 0,-1 0 0 0 0,1 1 0 0 0,-1-1 0 0 0,0 0 0 0 0,1 0 0 0 0,-1-1 0 0 0,1 1 0 0 0,-1 0 0 0 0,0 0 0 0 0,1 0-1 0 0,-1 0 1 0 0,0 0 0 0 0,1 0 0 0 0,-1 0 0 0 0,0-1 0 0 0,1 1 0 0 0,-1 0 0 0 0,0 0 0 0 0,1 0 0 0 0,-1-1 0 0 0,0 1 0 0 0,0 0 0 0 0,1-1 0 0 0,-1 1 0 0 0,0 0 0 0 0,0 0 0 0 0,1-1 0 0 0,5-19 292 0 0,-1-65 543 0 0,-4 56-792 0 0,8-49 0 0 0,-7 67-136 0 0,1 0-1 0 0,0 1 1 0 0,1-1 0 0 0,0 1 0 0 0,0 0-1 0 0,1 0 1 0 0,1 1 0 0 0,7-11 0 0 0,21-20-2263 0 0,-15 25-5540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3.9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5985 0 0,'5'0'691'0'0,"0"-1"1"0"0,1 0-1 0 0,-1 1 0 0 0,0-2 0 0 0,1 1 1 0 0,4-3-1 0 0,-2 1-412 0 0,-1 0 1 0 0,1-1-1 0 0,-1 0 1 0 0,0 0-1 0 0,-1-1 1 0 0,1 0-1 0 0,6-6 1 0 0,-10 8-167 0 0,0 1 0 0 0,0-1 0 0 0,-1 1 0 0 0,1-1-1 0 0,-1 0 1 0 0,0 0 0 0 0,0 0 0 0 0,0 0 0 0 0,0 0 0 0 0,-1 0 0 0 0,1 0 0 0 0,-1-1 0 0 0,0 1 0 0 0,1-1 0 0 0,-2 1 0 0 0,1-1 0 0 0,0 1 0 0 0,-1-1 0 0 0,0 1 0 0 0,1-1 0 0 0,-1 0 0 0 0,-1 1 0 0 0,1-1 0 0 0,-1 1 0 0 0,1-1 0 0 0,-1 0 0 0 0,0 1 0 0 0,0 0 0 0 0,0-1 0 0 0,-2-3 0 0 0,2 6-77 0 0,0 0-1 0 0,1 0 1 0 0,-1-1-1 0 0,0 1 1 0 0,0 0 0 0 0,0 0-1 0 0,0 0 1 0 0,0 0-1 0 0,0 0 1 0 0,0 0-1 0 0,0 0 1 0 0,0 1-1 0 0,0-1 1 0 0,0 0 0 0 0,-1 1-1 0 0,1-1 1 0 0,0 0-1 0 0,0 1 1 0 0,-1 0-1 0 0,1-1 1 0 0,0 1 0 0 0,-1 0-1 0 0,1-1 1 0 0,-1 1-1 0 0,-1 0 1 0 0,1 1 91 0 0,-1-1 0 0 0,1 1 0 0 0,-1 0 0 0 0,0 0 0 0 0,1 0 0 0 0,0 0 0 0 0,-1 0 0 0 0,1 1 0 0 0,-1-1 0 0 0,1 0 0 0 0,0 1 0 0 0,-2 2 0 0 0,-2 2 127 0 0,0-1 0 0 0,1 1-1 0 0,0 0 1 0 0,0 0-1 0 0,1 1 1 0 0,0-1-1 0 0,0 1 1 0 0,-4 9 0 0 0,7-12-321 0 0,-1 1 1 0 0,1-1-1 0 0,1 1 1 0 0,-1-1 0 0 0,0 1-1 0 0,1 0 1 0 0,0-1-1 0 0,0 1 1 0 0,1 0 0 0 0,-1-1-1 0 0,1 1 1 0 0,0 0-1 0 0,0-1 1 0 0,1 0 0 0 0,-1 1-1 0 0,1-1 1 0 0,0 0-1 0 0,3 6 1 0 0,-2-5-150 0 0,1 0 1 0 0,0 0-1 0 0,0 0 1 0 0,1 0-1 0 0,-1 0 0 0 0,1-1 1 0 0,0 0-1 0 0,1 0 0 0 0,-1-1 1 0 0,0 1-1 0 0,1-1 1 0 0,7 3-1 0 0,-7-3 11 0 0,-1-1 0 0 0,1 0 0 0 0,0-1 0 0 0,-1 0 0 0 0,1 1-1 0 0,0-2 1 0 0,0 1 0 0 0,0-1 0 0 0,0 0 0 0 0,0 0 0 0 0,0 0 0 0 0,0-1 0 0 0,7-2 0 0 0,-9 2 131 0 0,0 0 1 0 0,0-1 0 0 0,0 0-1 0 0,0 0 1 0 0,0 0-1 0 0,0 0 1 0 0,-1-1 0 0 0,1 1-1 0 0,-1-1 1 0 0,0 0 0 0 0,0 0-1 0 0,0 0 1 0 0,0 0 0 0 0,0-1-1 0 0,0 1 1 0 0,-1-1 0 0 0,0 0-1 0 0,0 0 1 0 0,3-5-1 0 0,10-45-1001 0 0,-12 40 1853 0 0,1 0 1 0 0,0 0 0 0 0,12-26-1 0 0,-14 37-514 0 0,-1 0 0 0 0,1 0 1 0 0,0 0-1 0 0,0 1 0 0 0,0-1 0 0 0,0 0 0 0 0,1 1 0 0 0,-1 0 0 0 0,0 0 0 0 0,1 0 1 0 0,0 0-1 0 0,-1 0 0 0 0,1 0 0 0 0,0 0 0 0 0,0 1 0 0 0,0 0 0 0 0,0-1 1 0 0,0 1-1 0 0,1 0 0 0 0,-1 1 0 0 0,0-1 0 0 0,5 0 0 0 0,-6 1-182 0 0,0 0 0 0 0,0 0 0 0 0,1 1 0 0 0,-1-1 0 0 0,0 1 0 0 0,0-1 0 0 0,0 1 0 0 0,0 0 0 0 0,0-1 0 0 0,0 1 0 0 0,0 0 0 0 0,-1 0 0 0 0,1 1 0 0 0,0-1 0 0 0,0 0 0 0 0,-1 1 0 0 0,1-1 0 0 0,-1 1 0 0 0,1-1 0 0 0,-1 1 0 0 0,0 0 0 0 0,1-1 0 0 0,-1 1 0 0 0,0 0 0 0 0,0 0 0 0 0,0 0 0 0 0,-1 0 0 0 0,1 0 0 0 0,0 0 0 0 0,0 4 0 0 0,2 7 23 0 0,0 0 1 0 0,-1 1 0 0 0,1 21-1 0 0,-3-25-59 0 0,2 16-4 0 0,1 0 1 0 0,12 44-1 0 0,-13-61-187 0 0,1 0 0 0 0,0-1 0 0 0,0 1-1 0 0,1-1 1 0 0,0 0 0 0 0,0 0 0 0 0,1 0 0 0 0,0-1 0 0 0,1 0-1 0 0,-1 0 1 0 0,12 10 0 0 0,-17-16 51 0 0,1 0 0 0 0,-1-1 0 0 0,1 1 0 0 0,0-1 0 0 0,-1 1 0 0 0,1-1 0 0 0,0 0 0 0 0,-1 1 0 0 0,1-1 0 0 0,0 0 0 0 0,-1 1 0 0 0,1-1 0 0 0,0 0 0 0 0,0 0 0 0 0,0 0 0 0 0,-1 1 0 0 0,1-1 0 0 0,0 0 0 0 0,0 0 0 0 0,-1 0 0 0 0,1 0 0 0 0,0-1 0 0 0,0 1 0 0 0,0 0 0 0 0,-1 0 0 0 0,1 0 0 0 0,0-1 0 0 0,-1 1 0 0 0,2-1 0 0 0,0 0-46 0 0,-1 0 1 0 0,0-1-1 0 0,1 1 0 0 0,-1-1 1 0 0,0 1-1 0 0,0-1 1 0 0,0 1-1 0 0,0-1 0 0 0,0 0 1 0 0,0 0-1 0 0,1-3 0 0 0,1-4-505 0 0,-1-1-1 0 0,0 1 1 0 0,2-19 0 0 0,-4 26 468 0 0,1-18-293 0 0,1 0-1 0 0,6-24 0 0 0,-6 37 769 0 0,0-1 0 0 0,1 1 0 0 0,0 0 0 0 0,1 0-1 0 0,0 0 1 0 0,0 0 0 0 0,0 0 0 0 0,10-10 0 0 0,-10 11 183 0 0,1 1 0 0 0,0 0 0 0 0,0 0 0 0 0,0 1 0 0 0,11-8 0 0 0,-15 12-410 0 0,0-1 1 0 0,0 1 0 0 0,0-1 0 0 0,0 1 0 0 0,0 0 0 0 0,0-1 0 0 0,0 1 0 0 0,0 0-1 0 0,0 0 1 0 0,0-1 0 0 0,0 1 0 0 0,0 0 0 0 0,0 0 0 0 0,0 0 0 0 0,0 0 0 0 0,0 0 0 0 0,0 1-1 0 0,0-1 1 0 0,0 0 0 0 0,0 0 0 0 0,0 1 0 0 0,0-1 0 0 0,0 0 0 0 0,0 1 0 0 0,0-1-1 0 0,0 1 1 0 0,-1 0 0 0 0,1-1 0 0 0,0 1 0 0 0,0-1 0 0 0,0 1 0 0 0,-1 0 0 0 0,1 0 0 0 0,0 0-1 0 0,-1-1 1 0 0,1 1 0 0 0,-1 0 0 0 0,1 0 0 0 0,-1 0 0 0 0,1 0 0 0 0,-1 0 0 0 0,0 0-1 0 0,1 0 1 0 0,-1 0 0 0 0,0 0 0 0 0,0 0 0 0 0,1 1 0 0 0,10 39 351 0 0,-6-22-791 0 0,1 0-1 0 0,0 0 1 0 0,2 0-1 0 0,15 29 1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4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9674 0 0,'1'1'45'0'0,"-1"-1"0"0"0,0 0 0 0 0,0 0 0 0 0,0 0 0 0 0,0 0 0 0 0,0 0 0 0 0,1 0 0 0 0,-1 1 0 0 0,0-1 0 0 0,0 0 0 0 0,0 0 0 0 0,0 0 0 0 0,1 0 0 0 0,-1 0 0 0 0,0 0 0 0 0,0 0 0 0 0,0 0 0 0 0,0 0 1 0 0,1 0-1 0 0,-1 0 0 0 0,0 0 0 0 0,0 0 0 0 0,0 0 0 0 0,1 0 0 0 0,-1 0 0 0 0,0 0 0 0 0,0 0 0 0 0,0 0 0 0 0,0 0 0 0 0,1 0 0 0 0,-1 0 0 0 0,0 0 0 0 0,0 0 0 0 0,0-1 0 0 0,0 1 0 0 0,1 0 0 0 0,-1 0 0 0 0,0 0 0 0 0,0 0 0 0 0,0 0 0 0 0,0 0 0 0 0,0-1 0 0 0,0 1 0 0 0,1 0 0 0 0,-1 0 0 0 0,0 0 0 0 0,0 0 0 0 0,0-1 0 0 0,0 1 0 0 0,0 0 0 0 0,0 0 0 0 0,0 0 0 0 0,0 0 0 0 0,0-1 0 0 0,0 1 0 0 0,0 0 0 0 0,0 0 0 0 0,0 0 0 0 0,0-1 0 0 0,0 1 0 0 0,0 0 0 0 0,0 0 1 0 0,0 0-1 0 0,0-1 0 0 0,12 25 2816 0 0,8 35 1208 0 0,10 61-1638 0 0,-15-58-2112 0 0,1 0 0 0 0,31 70 1 0 0,-2-36-1509 0 0,-37-77 727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4.3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 10594 0 0,'0'-1'270'0'0,"1"0"0"0"0,-1 0 0 0 0,1 0 0 0 0,-1 1 0 0 0,1-1 0 0 0,0 0 0 0 0,-1 1 0 0 0,1-1-1 0 0,0 0 1 0 0,0 1 0 0 0,-1-1 0 0 0,1 1 0 0 0,0-1 0 0 0,0 1 0 0 0,0-1 0 0 0,0 1 0 0 0,0-1 0 0 0,-1 1 0 0 0,1 0-1 0 0,0 0 1 0 0,0 0 0 0 0,2-1 0 0 0,25-5 1760 0 0,-25 6-1779 0 0,34-5 1243 0 0,55 0 1 0 0,38 9-3825 0 0,-95-1 1048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6.4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94 2304 0 0,'-6'-21'1204'0'0,"7"34"-975"0"0,-1-13-231 0 0,0 0 1 0 0,0 1-1 0 0,0-1 1 0 0,0 1-1 0 0,0-1 0 0 0,1 0 1 0 0,-1 1-1 0 0,0-1 1 0 0,0 1-1 0 0,0-1 1 0 0,1 0-1 0 0,-1 1 0 0 0,0-1 1 0 0,0 0-1 0 0,1 1 1 0 0,-1-1-1 0 0,0 0 1 0 0,0 0-1 0 0,1 1 0 0 0,-1-1 1 0 0,1 0-1 0 0,-1 0 1 0 0,0 1-1 0 0,1-1 1 0 0,-1 0-1 0 0,0 0 0 0 0,1 0 1 0 0,-1 0-1 0 0,1 0 1 0 0,-1 0-1 0 0,0 1 1 0 0,1-1-1 0 0,-1 0 0 0 0,1 0 1 0 0,20-5-75 0 0,16-16-164 0 0,-38 19 252 0 0,0 1 1 0 0,0 0-1 0 0,0-1 0 0 0,0 0 1 0 0,0 1-1 0 0,0-1 1 0 0,1 0-1 0 0,-1 1 0 0 0,1-1 1 0 0,-1 0-1 0 0,1 1 0 0 0,0-1 1 0 0,0 0-1 0 0,0 0 0 0 0,0-3 1 0 0,-2-6 2216 0 0,-1 8-1044 0 0,0 1-1 0 0,0-1 1 0 0,0 1-1 0 0,-1-1 1 0 0,1 1-1 0 0,-1 0 1 0 0,0 0 0 0 0,0 1-1 0 0,1-1 1 0 0,-1 1-1 0 0,0-1 1 0 0,0 1-1 0 0,-6 0 1 0 0,14 25 791 0 0,-3-13-1860 0 0,-1-1 1 0 0,0 1-1 0 0,-1 0 0 0 0,0-1 1 0 0,0 1-1 0 0,-1-1 0 0 0,0 1 0 0 0,-5 12 1 0 0,3-13-97 0 0,1 2 0 0 0,0-1 0 0 0,1 0 1 0 0,1 1-1 0 0,0-1 0 0 0,0 14 0 0 0,42 231-20 0 0,-16-125 0 0 0,16 119-1 0 0,56 305-58 0 0,-79-467 62 0 0,-5 0-1 0 0,-3 0 0 0 0,-4 165 1 0 0,-10-174 277 0 0,-4 369 720 0 0,8-444-1064 0 0,0 8-170 0 0,1 0 1 0 0,0 0 0 0 0,0-1-1 0 0,1 1 1 0 0,0 0 0 0 0,1-1-1 0 0,9 21 1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7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882 238 10594 0 0,'-1'-12'430'0'0,"0"0"0"0"0,0 0 0 0 0,-1 0-1 0 0,0 0 1 0 0,-1 0 0 0 0,-1 1 0 0 0,0 0 0 0 0,0-1-1 0 0,-1 1 1 0 0,0 1 0 0 0,-1-1 0 0 0,-12-16-1 0 0,13 21-238 0 0,0 0 0 0 0,0 0 0 0 0,0 1 0 0 0,-1 0 0 0 0,1 0 0 0 0,-1 0 0 0 0,0 1 0 0 0,-1 0 0 0 0,1 0 0 0 0,-1 0 0 0 0,0 1 0 0 0,0 0 0 0 0,0 0 0 0 0,0 1 0 0 0,0 0 0 0 0,0 0 0 0 0,-1 0 0 0 0,1 1 0 0 0,-1 1 0 0 0,-14-1 0 0 0,1 4-108 0 0,1 0 0 0 0,-1 1 0 0 0,1 1 0 0 0,0 1 0 0 0,0 1 0 0 0,1 1 0 0 0,0 0 0 0 0,0 2 0 0 0,1 0 1 0 0,0 1-1 0 0,1 0 0 0 0,-21 20 0 0 0,9-6 37 0 0,3 1 1 0 0,0 1 0 0 0,1 1 0 0 0,2 2-1 0 0,1 0 1 0 0,-20 36 0 0 0,6 1-168 0 0,3 1 1 0 0,3 2-1 0 0,3 1 1 0 0,4 1-1 0 0,-26 129 1 0 0,43-165 14 0 0,1 0 0 0 0,2 0-1 0 0,2 0 1 0 0,1 1 0 0 0,10 70 0 0 0,-5-83-11 0 0,1 0-1 0 0,0 0 1 0 0,2-1 0 0 0,0 0 0 0 0,2-1-1 0 0,1 1 1 0 0,0-2 0 0 0,2 0 0 0 0,26 35 0 0 0,-21-34-129 0 0,2-1 0 0 0,0-1 0 0 0,2-1 1 0 0,0-1-1 0 0,1-1 0 0 0,0 0 0 0 0,42 20 1 0 0,-28-20 5 0 0,1-1 1 0 0,0-2 0 0 0,1-1 0 0 0,70 12-1 0 0,-18-13 174 0 0,0-5 0 0 0,1-3-1 0 0,-1-4 1 0 0,98-13 0 0 0,-151 8 171 0 0,0-1-1 0 0,-1-2 1 0 0,0-1 0 0 0,0-2 0 0 0,-1-2 0 0 0,0-1-1 0 0,-2-1 1 0 0,0-2 0 0 0,0-2 0 0 0,-2-1 0 0 0,56-45 0 0 0,-57 40 1 0 0,-1-1 1 0 0,-1-2 0 0 0,-2-1 0 0 0,37-49 0 0 0,-52 60-89 0 0,0-1 1 0 0,-1-1-1 0 0,-1 0 1 0 0,0 0 0 0 0,-2-1-1 0 0,-1 0 1 0 0,0 0-1 0 0,-1-1 1 0 0,4-36-1 0 0,-8 31-19 0 0,-1 1-1 0 0,-2-1 0 0 0,0 0 0 0 0,-2 0 1 0 0,-1 1-1 0 0,-1-1 0 0 0,-1 1 1 0 0,-1 0-1 0 0,-2 1 0 0 0,0-1 0 0 0,-2 2 1 0 0,0 0-1 0 0,-2 0 0 0 0,-1 1 0 0 0,0 0 1 0 0,-2 1-1 0 0,-1 1 0 0 0,0 1 1 0 0,-31-27-1 0 0,4 8-69 0 0,-3 3 1 0 0,-1 2-1 0 0,-1 2 0 0 0,-54-25 1 0 0,71 41-87 0 0,-2 2 1 0 0,1 1-1 0 0,-2 1 1 0 0,0 2 0 0 0,0 2-1 0 0,0 1 1 0 0,-62-4-1 0 0,82 11-41 0 0,1 1 1 0 0,0 0-1 0 0,-16 3 0 0 0,-1 3-253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7.7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12 13827 0 0,'-3'-11'3400'0'0,"4"11"-3235"0"0,0 1-1 0 0,0-1 0 0 0,0 1 1 0 0,0 0-1 0 0,0-1 1 0 0,0 1-1 0 0,0 0 0 0 0,0 0 1 0 0,0 0-1 0 0,-1-1 1 0 0,1 1-1 0 0,0 0 0 0 0,-1 0 1 0 0,1 0-1 0 0,0 2 1 0 0,9 21 433 0 0,-1 1 1 0 0,-1 0-1 0 0,-2 0 1 0 0,0 1-1 0 0,3 33 1 0 0,1 133-567 0 0,-9-183 31 0 0,7 364-2325 0 0,-8-365 1382 0 0,0 1 0 0 0,0-1 0 0 0,-1 0 0 0 0,-1 9 0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8.0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253 125 9218 0 0,'-3'-29'778'0'0,"3"22"-446"0"0,-1 1 0 0 0,1-1 0 0 0,-1 1 1 0 0,0-1-1 0 0,-1 1 0 0 0,1-1 0 0 0,-1 1 0 0 0,-1 0 0 0 0,1 0 0 0 0,-1 0 0 0 0,0 0 1 0 0,-5-7-1 0 0,7 12-267 0 0,0 0 1 0 0,0 1-1 0 0,0-1 1 0 0,0 0 0 0 0,-1 1-1 0 0,1-1 1 0 0,0 1-1 0 0,0 0 1 0 0,0-1-1 0 0,-1 1 1 0 0,1 0-1 0 0,0 0 1 0 0,-1 0 0 0 0,1 0-1 0 0,0 0 1 0 0,0 0-1 0 0,-1 0 1 0 0,1 0-1 0 0,0 0 1 0 0,0 1 0 0 0,-1-1-1 0 0,1 1 1 0 0,0-1-1 0 0,0 1 1 0 0,0-1-1 0 0,-1 1 1 0 0,1-1-1 0 0,0 1 1 0 0,0 0 0 0 0,0 0-1 0 0,0 0 1 0 0,-1 1-1 0 0,-34 34 630 0 0,31-31-513 0 0,-24 32 674 0 0,-30 46 0 0 0,6-5 805 0 0,62-94-1360 0 0,0 0 1 0 0,13-32-1 0 0,9-15-79 0 0,-31 63-221 0 0,6-11 111 0 0,1 0 0 0 0,0 0-1 0 0,0 1 1 0 0,14-14 0 0 0,-20 23-81 0 0,0-1 0 0 0,1 1 0 0 0,-1 0 0 0 0,0-1 0 0 0,1 1 0 0 0,-1 0 0 0 0,1 0 0 0 0,0 0 0 0 0,-1 0 0 0 0,1 0 0 0 0,0 0 0 0 0,0 1 0 0 0,-1-1 0 0 0,1 0 0 0 0,0 1 0 0 0,0 0 0 0 0,0-1 0 0 0,0 1 0 0 0,0 0 0 0 0,0 0 0 0 0,0 0-1 0 0,0 0 1 0 0,-1 0 0 0 0,1 0 0 0 0,0 1 0 0 0,0-1 0 0 0,0 1 0 0 0,0-1 0 0 0,0 1 0 0 0,-1 0 0 0 0,1 0 0 0 0,0 0 0 0 0,-1 0 0 0 0,1 0 0 0 0,0 0 0 0 0,-1 0 0 0 0,1 0 0 0 0,1 3 0 0 0,18 19 324 0 0,28 40 0 0 0,-34-42-382 0 0,1 0 0 0 0,1-1 1 0 0,23 21-1 0 0,2-6-2220 0 0,-21-17-5679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8.5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16 10594 0 0,'-11'-16'8010'0'0,"10"17"-7818"0"0,1-1-1 0 0,-1 1 1 0 0,0-1 0 0 0,0 1-1 0 0,0 0 1 0 0,1-1-1 0 0,-1 1 1 0 0,1 0-1 0 0,-1-1 1 0 0,0 1-1 0 0,1 0 1 0 0,-1 0-1 0 0,1 0 1 0 0,-1-1-1 0 0,1 1 1 0 0,0 0-1 0 0,-1 0 1 0 0,1 2-1 0 0,-9 17 40 0 0,2 1 0 0 0,0 0 0 0 0,1 0 0 0 0,1 1 0 0 0,-1 23-1 0 0,-5 112-160 0 0,25 258-32 0 0,29-1 200 0 0,-18-189 49 0 0,-10 262-236 0 0,-12-148-22 0 0,6-297-5437 0 0,-9-41 5245 0 0,0 0-1 0 0,0-1 0 0 0,1 1 0 0 0,-1 0 0 0 0,0 0 0 0 0,0 0 1 0 0,1 0-1 0 0,-1-1 0 0 0,1 1 0 0 0,-1 0 0 0 0,0 0 1 0 0,1-1-1 0 0,0 1 0 0 0,-1 0 0 0 0,1-1 0 0 0,-1 1 0 0 0,1 0 1 0 0,0-1-1 0 0,-1 1 0 0 0,1-1 0 0 0,0 1 0 0 0,0-1 0 0 0,-1 1 1 0 0,1-1-1 0 0,0 0 0 0 0,0 1 0 0 0,0-1 0 0 0,-1 0 1 0 0,1 0-1 0 0,0 0 0 0 0,0 0 0 0 0,0 1 0 0 0,0-1 0 0 0,0 0 1 0 0,0 0-1 0 0,-1-1 0 0 0,1 1 0 0 0,0 0 0 0 0,0 0 0 0 0,0 0 1 0 0,0-1-1 0 0,0 1 0 0 0,1-1 0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8.8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24 4609 0 0,'-1'2'154'0'0,"1"-1"1"0"0,0 1-1 0 0,-1-1 0 0 0,1 1 1 0 0,0-1-1 0 0,0 1 0 0 0,0-1 1 0 0,0 1-1 0 0,0-1 0 0 0,0 1 0 0 0,0-1 1 0 0,1 1-1 0 0,-1-1 0 0 0,1 1 1 0 0,-1-1-1 0 0,1 0 0 0 0,-1 1 1 0 0,1-1-1 0 0,0 1 0 0 0,-1-1 1 0 0,1 0-1 0 0,0 0 0 0 0,0 0 1 0 0,0 1-1 0 0,0-1 0 0 0,0 0 1 0 0,1 0-1 0 0,-1 0 0 0 0,0 0 0 0 0,0-1 1 0 0,1 1-1 0 0,-1 0 0 0 0,0 0 1 0 0,1-1-1 0 0,1 1 0 0 0,6 4 533 0 0,0-1-1 0 0,0 0 0 0 0,17 4 0 0 0,10 0 879 0 0,0-2-1 0 0,1-1 0 0 0,-1-2 1 0 0,63-3-1 0 0,-17-6-846 0 0,81-18 0 0 0,-38 2-1113 0 0,129-24-3643 0 0,-190 33-2478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49.5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14 129 5985 0 0,'-1'0'88'0'0,"0"0"0"0"0,1 0 0 0 0,-1 0 0 0 0,0 1-1 0 0,1-1 1 0 0,-1 0 0 0 0,0 0 0 0 0,1 1 0 0 0,-1-1-1 0 0,1 0 1 0 0,-1 1 0 0 0,1-1 0 0 0,-1 1 0 0 0,1-1-1 0 0,-1 1 1 0 0,1-1 0 0 0,-1 1 0 0 0,1-1 0 0 0,0 1-1 0 0,-1 0 1 0 0,1-1 0 0 0,0 1 0 0 0,-1-1 0 0 0,1 1 0 0 0,0 0-1 0 0,0-1 1 0 0,0 1 0 0 0,-1 0 0 0 0,1-1 0 0 0,0 1-1 0 0,0 0 1 0 0,0-1 0 0 0,0 1 0 0 0,0 0 0 0 0,0-1-1 0 0,1 1 1 0 0,-1 0 0 0 0,0-1 0 0 0,0 1 0 0 0,0 0-1 0 0,1-1 1 0 0,-1 1 0 0 0,0 0 0 0 0,0-1 0 0 0,1 1 0 0 0,-1-1-1 0 0,1 1 1 0 0,-1-1 0 0 0,1 1 0 0 0,-1-1 0 0 0,1 1-1 0 0,-1-1 1 0 0,1 1 0 0 0,-1-1 0 0 0,1 0 0 0 0,-1 1-1 0 0,1-1 1 0 0,0 0 0 0 0,0 1 0 0 0,3 2 156 0 0,0-1 1 0 0,1 0-1 0 0,-1 1 1 0 0,1-1-1 0 0,-1-1 1 0 0,10 3-1 0 0,32 0 684 0 0,0-2 0 0 0,0-2 0 0 0,0-2 0 0 0,65-11 0 0 0,8 0 230 0 0,957-75 2356 0 0,-906 74-3388 0 0,672-38 395 0 0,-348 57-283 0 0,-253 0-342 0 0,-217-5 2 0 0,162 9-2612 0 0,-155-5-4613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0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35 114 6913 0 0,'-10'-69'2810'0'0,"0"25"11914"0"0,5 50-15270 0 0,4-3 561 0 0,0-1 0 0 0,0 0 0 0 0,0 0 0 0 0,0 1-1 0 0,0-1 1 0 0,1 1 0 0 0,0-1 0 0 0,-1 0 0 0 0,1 1 0 0 0,0-1-1 0 0,0 1 1 0 0,0-1 0 0 0,1 5 0 0 0,-1 4 17 0 0,-3 95-102 0 0,17 180 0 0 0,39 105-237 0 0,12 179-90 0 0,-65-466-676 0 0,-5-34-2662 0 0,3-46-3072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0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76 10138 0 0,'-47'13'4472'0'0,"100"-33"908"0"0,-1 3-4878 0 0,-25 6-330 0 0,0 0 0 0 0,0 3 0 0 0,36-8 0 0 0,-53 14-226 0 0,1 1 0 0 0,0 0 0 0 0,-1 0 0 0 0,1 1 0 0 0,0 0 0 0 0,0 1 0 0 0,-1 0 0 0 0,1 1 1 0 0,-1 0-1 0 0,1 1 0 0 0,-1 0 0 0 0,11 4 0 0 0,-19-6 14 0 0,-1 0 0 0 0,1 0 0 0 0,0 0 0 0 0,-1 0 0 0 0,1 0 0 0 0,-1 0 0 0 0,1 0-1 0 0,-1 1 1 0 0,1-1 0 0 0,-1 1 0 0 0,0-1 0 0 0,1 1 0 0 0,-1-1 0 0 0,0 1 0 0 0,0 0 0 0 0,0-1 0 0 0,-1 1 0 0 0,1 0 0 0 0,0 0 0 0 0,0 2 0 0 0,-1-1-45 0 0,1 1 1 0 0,-1-1-1 0 0,0 0 1 0 0,-1 1 0 0 0,1-1-1 0 0,0 0 1 0 0,-1 1-1 0 0,0-1 1 0 0,0 0-1 0 0,0 0 1 0 0,-1 4 0 0 0,-6 8-256 0 0,1-1 0 0 0,-2 1 0 0 0,-19 24 1 0 0,20-30 326 0 0,-68 80-391 0 0,57-69 729 0 0,0 0 0 0 0,1 1 0 0 0,1 2 0 0 0,2-1 0 0 0,-19 36 0 0 0,32-56-325 0 0,1 1 0 0 0,0 0 1 0 0,0-1-1 0 0,0 1 1 0 0,0 0-1 0 0,0 0 0 0 0,1 0 1 0 0,-1-1-1 0 0,1 1 1 0 0,0 0-1 0 0,-1 0 0 0 0,2 0 1 0 0,-1 0-1 0 0,0 0 1 0 0,0 0-1 0 0,1 0 0 0 0,0-1 1 0 0,-1 1-1 0 0,2 3 1 0 0,0-4-9 0 0,-1 0 0 0 0,1 1 1 0 0,0-1-1 0 0,0 0 1 0 0,0 0-1 0 0,0 0 1 0 0,0-1-1 0 0,0 1 0 0 0,1 0 1 0 0,-1-1-1 0 0,0 0 1 0 0,1 1-1 0 0,-1-1 1 0 0,1 0-1 0 0,0 0 0 0 0,3 0 1 0 0,11 3-48 0 0,0-1 0 0 0,0-1 0 0 0,1-1-1 0 0,34-2 1 0 0,-39 0 49 0 0,17-1 86 0 0,34 0 295 0 0,-59 2-351 0 0,-1 0 1 0 0,0 1 0 0 0,0-1 0 0 0,1 1 0 0 0,-1 0-1 0 0,0 0 1 0 0,0 1 0 0 0,0-1 0 0 0,0 1 0 0 0,0 0-1 0 0,4 3 1 0 0,-6-4 10 0 0,-1 1 0 0 0,1-1 1 0 0,-1 1-1 0 0,0-1 0 0 0,0 1 0 0 0,0 0 0 0 0,0 0 0 0 0,0-1 0 0 0,0 1 1 0 0,0 0-1 0 0,0 0 0 0 0,-1 0 0 0 0,1 0 0 0 0,-1 0 0 0 0,0 0 0 0 0,1 0 1 0 0,-1 0-1 0 0,0 0 0 0 0,0 0 0 0 0,0 1 0 0 0,-1-1 0 0 0,1 0 0 0 0,0 0 1 0 0,-1 0-1 0 0,1 0 0 0 0,-1 0 0 0 0,0-1 0 0 0,-1 4 0 0 0,-3 8 127 0 0,-1-1 0 0 0,0 1 0 0 0,-10 12-1 0 0,8-12-148 0 0,-40 63 157 0 0,28-46-179 0 0,0 1-1 0 0,2 1 1 0 0,2 0 0 0 0,-24 64 0 0 0,39-93-6 0 0,0 1-1 0 0,0-1 1 0 0,0 1-1 0 0,1-1 1 0 0,-1 1 0 0 0,1 0-1 0 0,0-1 1 0 0,0 1-1 0 0,0 0 1 0 0,0 0-1 0 0,1-1 1 0 0,0 1 0 0 0,-1-1-1 0 0,1 1 1 0 0,0-1-1 0 0,1 1 1 0 0,-1-1-1 0 0,1 1 1 0 0,3 5 0 0 0,-2-6-36 0 0,0 0 0 0 0,0-1 0 0 0,0 1 0 0 0,1 0 0 0 0,-1-1 0 0 0,1 0-1 0 0,0 0 1 0 0,-1 0 0 0 0,1 0 0 0 0,0-1 0 0 0,0 0 0 0 0,0 1 0 0 0,0-1 0 0 0,0-1 0 0 0,0 1 0 0 0,1-1 0 0 0,4 1 0 0 0,29 0 3 0 0,39-5 0 0 0,-50 2-857 0 0,0 1 1 0 0,0 1 0 0 0,49 6-1 0 0,-61-2-3160 0 0,-2 1-1095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1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8754 0 0,'-2'4'483'0'0,"0"-1"1"0"0,1 0-1 0 0,-1 1 0 0 0,1 0 1 0 0,0-1-1 0 0,0 1 0 0 0,0 0 1 0 0,0-1-1 0 0,1 1 0 0 0,-1 0 0 0 0,1 7 1 0 0,5 50 4348 0 0,-2-34-3128 0 0,18 676 618 0 0,-19-606-2241 0 0,-16 361 74 0 0,6 139 94 0 0,22 105 291 0 0,-16-633-912 0 0,0-36 135 0 0,2 0 0 0 0,1 1 0 0 0,10 58 0 0 0,-11-89 43 0 0,0-2 10 0 0,1 0 0 0 0,-1 0 0 0 0,0 0 0 0 0,0 1 0 0 0,1-1 0 0 0,-1 0 1 0 0,0 0-1 0 0,1 0 0 0 0,-1 0 0 0 0,1 0 0 0 0,0 0 0 0 0,-1 0 0 0 0,1 0 0 0 0,1 1 0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2.5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0 403 2304 0 0,'1'-1'61'0'0,"-1"-1"0"0"0,1 0 0 0 0,0 0 0 0 0,-1 0 0 0 0,1 1 0 0 0,0-1 0 0 0,0 0 0 0 0,0 1 0 0 0,1-1 0 0 0,-1 1 0 0 0,0-1 0 0 0,0 1-1 0 0,1 0 1 0 0,-1-1 0 0 0,1 1 0 0 0,-1 0 0 0 0,1 0 0 0 0,2-1 0 0 0,33-16 2230 0 0,8 6-630 0 0,0 3 0 0 0,0 1 0 0 0,58-1 0 0 0,-68 6-1441 0 0,212-8-95 0 0,-84 7 172 0 0,-3-3 518 0 0,219-16 1940 0 0,293-36 600 0 0,-319 37-1488 0 0,264-8-606 0 0,-135 7-958 0 0,56 1 251 0 0,-363 21-255 0 0,182 2 244 0 0,-3 29-559 0 0,-327-25-255 0 0,0 2 1 0 0,49 20 0 0 0,-54-18-366 0 0,2-1 0 0 0,-1 0 0 0 0,46 7 1 0 0,-69-15 587 0 0,1 0 1 0 0,-1 0 0 0 0,0 0 0 0 0,0 0-1 0 0,1 0 1 0 0,-1 0 0 0 0,0 0-1 0 0,1 0 1 0 0,-1 0 0 0 0,0 0 0 0 0,0 0-1 0 0,1 0 1 0 0,-1 0 0 0 0,0 0 0 0 0,0 0-1 0 0,1 0 1 0 0,-1 0 0 0 0,0 0-1 0 0,0 0 1 0 0,1-1 0 0 0,-1 1 0 0 0,0 0-1 0 0,0 0 1 0 0,1 0 0 0 0,-1 0 0 0 0,0-1-1 0 0,0 1 1 0 0,0 0 0 0 0,0 0 0 0 0,1 0-1 0 0,-1-1 1 0 0,0 1 0 0 0,0 0-1 0 0,0 0 1 0 0,0-1 0 0 0,0 1 0 0 0,0 0-1 0 0,1 0 1 0 0,-1-1 0 0 0,0 1 0 0 0,0-1-1 0 0,-5-14-1806 0 0,-12-12-1416 0 0,6 16 930 0 0,0 1-1 0 0,-17-13 1 0 0,25 20 2711 0 0,-1 1 0 0 0,1 0 0 0 0,-1-1 0 0 0,0 2-1 0 0,0-1 1 0 0,0 0 0 0 0,-7-1 0 0 0,10 3-146 0 0,0 0-1 0 0,0 0 1 0 0,-1 0 0 0 0,1 0-1 0 0,0 1 1 0 0,0-1 0 0 0,0 0 0 0 0,0 1-1 0 0,0-1 1 0 0,0 1 0 0 0,0-1 0 0 0,1 1-1 0 0,-1-1 1 0 0,0 1 0 0 0,0 0-1 0 0,0-1 1 0 0,0 1 0 0 0,1 0 0 0 0,-1 0-1 0 0,0 0 1 0 0,1-1 0 0 0,-1 1 0 0 0,1 0-1 0 0,-1 0 1 0 0,1 0 0 0 0,-1 0-1 0 0,1 0 1 0 0,-1 0 0 0 0,1 0 0 0 0,0 0-1 0 0,0 0 1 0 0,0 0 0 0 0,-1 0 0 0 0,1 1-1 0 0,0-1 1 0 0,0 0 0 0 0,1 1-1 0 0,-2 2 35 0 0,1 0 0 0 0,0-1 0 0 0,0 1 0 0 0,0 0 0 0 0,0-1 0 0 0,1 1 0 0 0,0 0 0 0 0,-1-1 0 0 0,4 8 0 0 0,-3-8-242 0 0,1 0 0 0 0,0 0-1 0 0,0-1 1 0 0,0 1 0 0 0,1 0 0 0 0,-1-1 0 0 0,0 1-1 0 0,1-1 1 0 0,0 0 0 0 0,-1 0 0 0 0,1 0 0 0 0,0 0 0 0 0,0-1-1 0 0,0 1 1 0 0,0-1 0 0 0,1 1 0 0 0,-1-1 0 0 0,0 0-1 0 0,1 0 1 0 0,-1-1 0 0 0,0 1 0 0 0,1-1 0 0 0,-1 0 0 0 0,1 1-1 0 0,-1-1 1 0 0,0-1 0 0 0,1 1 0 0 0,-1-1 0 0 0,1 1 0 0 0,-1-1-1 0 0,0 0 1 0 0,1 0 0 0 0,-1 0 0 0 0,0-1 0 0 0,0 1-1 0 0,0-1 1 0 0,0 0 0 0 0,0 1 0 0 0,0-1 0 0 0,-1-1 0 0 0,1 1-1 0 0,0 0 1 0 0,-1-1 0 0 0,0 1 0 0 0,0-1 0 0 0,0 0-1 0 0,0 0 1 0 0,0 0 0 0 0,0 0 0 0 0,-1 0 0 0 0,1 0 0 0 0,-1 0-1 0 0,0 0 1 0 0,0 0 0 0 0,0-1 0 0 0,0 1 0 0 0,-1-1-1 0 0,1 1 1 0 0,-1 0 0 0 0,0-1 0 0 0,-1-6 0 0 0,0 3 2 0 0,0-1 1 0 0,-1 1-1 0 0,0 0 0 0 0,0-1 1 0 0,-1 1-1 0 0,0 0 0 0 0,0 0 1 0 0,0 1-1 0 0,-1-1 0 0 0,-9-11 1 0 0,11 14-8 0 0,-1 0 0 0 0,0 1 0 0 0,-1-1 0 0 0,1 1 1 0 0,0-1-1 0 0,-1 1 0 0 0,0 0 0 0 0,0 1 0 0 0,0-1 0 0 0,0 0 1 0 0,0 1-1 0 0,0 0 0 0 0,-1 0 0 0 0,1 1 0 0 0,-1-1 0 0 0,1 1 1 0 0,-1 0-1 0 0,-6-1 0 0 0,9 2-11 0 0,1 0 1 0 0,-1 0-1 0 0,0 0 1 0 0,0 1-1 0 0,1-1 1 0 0,-1 1-1 0 0,0-1 1 0 0,1 1-1 0 0,-1-1 1 0 0,1 1-1 0 0,-1 0 1 0 0,1 0-1 0 0,-1 0 1 0 0,1 0-1 0 0,-1 0 0 0 0,1 0 1 0 0,0 0-1 0 0,0 1 1 0 0,-2 0-1 0 0,1 2 5 0 0,-1 0-1 0 0,1-1 0 0 0,0 1 0 0 0,0 0 0 0 0,0 0 1 0 0,1 0-1 0 0,-2 7 0 0 0,0 1 5 0 0,1 1 1 0 0,0 0 0 0 0,1 1-1 0 0,1 14 1 0 0,0-18 13 0 0,1-1 1 0 0,1 1 0 0 0,-1-1-1 0 0,2 0 1 0 0,-1 1-1 0 0,6 12 1 0 0,-7-20-18 0 0,0 1-1 0 0,0 0 1 0 0,1-1-1 0 0,-1 1 1 0 0,1 0 0 0 0,-1-1-1 0 0,1 0 1 0 0,0 1 0 0 0,0-1-1 0 0,0 0 1 0 0,0 0-1 0 0,0 0 1 0 0,0 0 0 0 0,1 0-1 0 0,-1-1 1 0 0,1 1-1 0 0,-1-1 1 0 0,1 0 0 0 0,0 1-1 0 0,-1-1 1 0 0,1 0 0 0 0,0-1-1 0 0,0 1 1 0 0,0 0-1 0 0,3-1 1 0 0,13-5-7 0 0,-10-1-256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3.7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175 501 2761 0 0,'-26'-49'-227'0'0,"25"48"266"0"0,-12-18 610 0 0,-29-32 0 0 0,38 47-214 0 0,0 0 0 0 0,0 0 0 0 0,0 1 0 0 0,-1-1 0 0 0,1 1 0 0 0,-1 0 0 0 0,0 0 1 0 0,0 1-1 0 0,0-1 0 0 0,0 1 0 0 0,0 0 0 0 0,0 1 0 0 0,-10-3 0 0 0,15 4-291 0 0,-1 1 0 0 0,0-1 0 0 0,1 0 0 0 0,-1 0 0 0 0,0 0 0 0 0,1 0 0 0 0,-1 0 0 0 0,0 0 0 0 0,0 0 0 0 0,1-1 1 0 0,-1 1-1 0 0,0 0 0 0 0,1 0 0 0 0,-1 0 0 0 0,0-1 0 0 0,1 1 0 0 0,-1 0 0 0 0,1-1 0 0 0,-1 1 0 0 0,1-1 0 0 0,-1 1 0 0 0,0 0 0 0 0,1-1 0 0 0,-1 1 0 0 0,1-1 0 0 0,0 0 0 0 0,-1 0 0 0 0,1 0-4 0 0,1 0 0 0 0,-1 0 0 0 0,1 1 0 0 0,-1-1 0 0 0,1 0 0 0 0,0 0 0 0 0,-1 1 0 0 0,1-1 1 0 0,0 0-1 0 0,0 1 0 0 0,-1-1 0 0 0,1 1 0 0 0,0-1 0 0 0,0 1 0 0 0,2-1 0 0 0,42-16 1502 0 0,231-21 208 0 0,22-5-1150 0 0,199-32 783 0 0,-332 54-1199 0 0,397-26-18 0 0,-176 20-154 0 0,-346 23-108 0 0,482-40 280 0 0,-502 43-280 0 0,77-3 74 0 0,-85 4-69 0 0,-1 1 0 0 0,1 1 0 0 0,-1-1 0 0 0,1 2-1 0 0,-1-1 1 0 0,13 6 0 0 0,-23-8-9 0 0,0 1 0 0 0,0-1 0 0 0,0 1 1 0 0,0-1-1 0 0,0 0 0 0 0,0 1 0 0 0,0 0 0 0 0,0-1 0 0 0,0 1 0 0 0,0 0 1 0 0,0-1-1 0 0,-1 1 0 0 0,1 0 0 0 0,0 0 0 0 0,0-1 0 0 0,-1 1 1 0 0,1 0-1 0 0,0 0 0 0 0,0 1 0 0 0,-1-1 0 0 0,0-1-1 0 0,-1 1 1 0 0,1-1 0 0 0,0 1 0 0 0,0 0-1 0 0,0-1 1 0 0,0 1 0 0 0,-1-1-1 0 0,1 1 1 0 0,0-1 0 0 0,0 1-1 0 0,-1-1 1 0 0,1 1 0 0 0,0-1 0 0 0,-1 0-1 0 0,1 1 1 0 0,-1-1 0 0 0,1 1-1 0 0,0-1 1 0 0,-1 0 0 0 0,1 1-1 0 0,-1-1 1 0 0,1 0 0 0 0,-1 0 0 0 0,0 1-1 0 0,-3 1 8 0 0,0 0 1 0 0,0-1-1 0 0,0 1 0 0 0,-1-1 1 0 0,1 0-1 0 0,0 0 0 0 0,-9 0 0 0 0,12-1-2 0 0,0 0-1 0 0,0-1 0 0 0,0 1 0 0 0,0 0 1 0 0,0 0-1 0 0,0 0 0 0 0,0 1 0 0 0,0-1 1 0 0,0 0-1 0 0,0 0 0 0 0,0 0 0 0 0,0 1 1 0 0,0-1-1 0 0,0 1 0 0 0,0-1 0 0 0,0 1 1 0 0,-1 0-1 0 0,2 19 83 0 0,3-4-112 0 0,-1-7 25 0 0,1 1 0 0 0,0 0 0 0 0,0-1 0 0 0,1 0 0 0 0,0 1 0 0 0,1-1 0 0 0,-1-1 0 0 0,2 1 0 0 0,0-1 0 0 0,0 0 0 0 0,0 0 0 0 0,1-1 0 0 0,0 1 0 0 0,15 10 0 0 0,-16-12 0 0 0,1-1 0 0 0,0-1 0 0 0,0 1 0 0 0,0-1 0 0 0,0-1 0 0 0,1 1 0 0 0,0-1 0 0 0,0-1 0 0 0,-1 1 0 0 0,1-1 0 0 0,1 0 0 0 0,-1-1 0 0 0,0 0 0 0 0,0-1 0 0 0,0 1 0 0 0,1-2 0 0 0,-1 1 0 0 0,12-3 0 0 0,-16 3-2 0 0,-1-1 0 0 0,0 0 0 0 0,0 0 0 0 0,-1-1 0 0 0,1 1 0 0 0,0 0 0 0 0,0-1 0 0 0,-1 0-1 0 0,1 1 1 0 0,0-1 0 0 0,-1 0 0 0 0,0 0 0 0 0,1-1 0 0 0,-1 1 0 0 0,0 0 0 0 0,0-1 0 0 0,-1 1 0 0 0,1-1 0 0 0,2-4 0 0 0,-2 2 33 0 0,-1 0 1 0 0,1 0-1 0 0,-1 0 0 0 0,0-1 1 0 0,0 1-1 0 0,0-1 1 0 0,-1 1-1 0 0,0 0 1 0 0,0-1-1 0 0,-1-8 0 0 0,-1 3 45 0 0,0 1-1 0 0,0 0 0 0 0,-1-1 1 0 0,0 1-1 0 0,-1 0 0 0 0,0 0 1 0 0,-1 1-1 0 0,0-1 0 0 0,0 1 1 0 0,-1 0-1 0 0,-8-9 0 0 0,11 15-61 0 0,-1 0 1 0 0,0 0-1 0 0,0 0 0 0 0,-1 0 1 0 0,1 1-1 0 0,0 0 0 0 0,-1 0 0 0 0,1 0 1 0 0,-1 1-1 0 0,0-1 0 0 0,1 1 0 0 0,-1 0 1 0 0,0 1-1 0 0,0-1 0 0 0,0 1 0 0 0,0 0 1 0 0,0 0-1 0 0,0 0 0 0 0,1 1 1 0 0,-1 0-1 0 0,0 0 0 0 0,0 0 0 0 0,-5 2 1 0 0,-13 4-174 0 0,1 2 0 0 0,-1 0 0 0 0,-26 16 0 0 0,45-23 108 0 0,-48 29-2287 0 0,31-13-5510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4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12899 0 0,'0'-1'128'0'0,"0"1"1"0"0,0-1 0 0 0,0 0 0 0 0,1 0-1 0 0,-1 0 1 0 0,0 1 0 0 0,1-1 0 0 0,-1 0-1 0 0,0 1 1 0 0,1-1 0 0 0,-1 0 0 0 0,1 1-1 0 0,-1-1 1 0 0,1 0 0 0 0,0 1 0 0 0,-1-1-1 0 0,1 1 1 0 0,-1-1 0 0 0,1 1 0 0 0,0-1-1 0 0,0 1 1 0 0,-1 0 0 0 0,1-1 0 0 0,0 1-1 0 0,0 0 1 0 0,-1 0 0 0 0,1-1 0 0 0,0 1-1 0 0,0 0 1 0 0,0 0 0 0 0,-1 0-1 0 0,1 0 1 0 0,1 0 0 0 0,-1 0-14 0 0,1 0 1 0 0,-1 0-1 0 0,0 0 1 0 0,0 0-1 0 0,0 0 0 0 0,1 0 1 0 0,-1 1-1 0 0,0-1 1 0 0,0 0-1 0 0,0 1 0 0 0,1-1 1 0 0,-1 1-1 0 0,0-1 1 0 0,0 1-1 0 0,0-1 0 0 0,0 1 1 0 0,0 0-1 0 0,0 0 1 0 0,0-1-1 0 0,0 1 0 0 0,0 0 1 0 0,-1 0-1 0 0,2 2 1 0 0,9 24 406 0 0,-1 1 0 0 0,-1-1 0 0 0,-2 2 0 0 0,6 38 0 0 0,6 29-70 0 0,21 50 16 0 0,37 154 84 0 0,-72-279-685 0 0,1 5 263 0 0,4 49 0 0 0,-9-70-303 0 0,-1 1-1 0 0,0 0 1 0 0,0-1-1 0 0,0 1 1 0 0,-1-1-1 0 0,1 1 1 0 0,-2 0-1 0 0,1-1 1 0 0,0 1-1 0 0,-1-1 1 0 0,0 0-1 0 0,-1 0 1 0 0,1 1-1 0 0,-6 7 1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4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26 556 3225 0 0,'-1'-5'-37'0'0,"-22"-172"1865"0"0,22 155-782 0 0,0 0 0 0 0,2 0-1 0 0,0 0 1 0 0,2 0 0 0 0,10-43-1 0 0,-9 54-377 0 0,1-1 0 0 0,0 1 0 0 0,1 0 0 0 0,0 1 0 0 0,1-1 0 0 0,0 1 0 0 0,0 1 0 0 0,1-1 0 0 0,14-12 0 0 0,-11 11-210 0 0,1 1-1 0 0,1 1 1 0 0,0 0-1 0 0,0 0 1 0 0,0 1-1 0 0,29-12 1 0 0,-40 19-407 0 0,1 0 1 0 0,-1 1 0 0 0,0-1-1 0 0,0 0 1 0 0,0 0 0 0 0,1 1-1 0 0,-1 0 1 0 0,0-1 0 0 0,0 1 0 0 0,1 0-1 0 0,-1 0 1 0 0,0 0 0 0 0,1 0-1 0 0,-1 1 1 0 0,0-1 0 0 0,1 1-1 0 0,-1-1 1 0 0,0 1 0 0 0,0 0 0 0 0,0 0-1 0 0,0 0 1 0 0,4 2 0 0 0,-4-1-35 0 0,-1 0 0 0 0,1 0 1 0 0,-1 1-1 0 0,1-1 0 0 0,-1 0 1 0 0,0 1-1 0 0,1-1 1 0 0,-1 0-1 0 0,-1 1 0 0 0,1 0 1 0 0,0-1-1 0 0,-1 1 0 0 0,1-1 1 0 0,-1 1-1 0 0,0 0 0 0 0,1-1 1 0 0,-2 1-1 0 0,1 0 1 0 0,0 3-1 0 0,-6 29-138 0 0,-1 0 1 0 0,-2-1-1 0 0,-1 0 0 0 0,-1-1 1 0 0,-23 44-1 0 0,11-20 178 0 0,0-13 292 0 0,18-35-223 0 0,0 0 0 0 0,0 0-1 0 0,1 1 1 0 0,0-1 0 0 0,0 1-1 0 0,1-1 1 0 0,1 1-1 0 0,-1 0 1 0 0,0 19 0 0 0,3-27-90 0 0,0 0 1 0 0,1-1 0 0 0,0 1 0 0 0,-1 0-1 0 0,1 0 1 0 0,0 0 0 0 0,0-1 0 0 0,0 1-1 0 0,0 0 1 0 0,1-1 0 0 0,-1 1 0 0 0,0-1-1 0 0,1 1 1 0 0,-1-1 0 0 0,1 0 0 0 0,-1 0-1 0 0,1 0 1 0 0,-1 1 0 0 0,1-1 0 0 0,0-1-1 0 0,0 1 1 0 0,-1 0 0 0 0,1 0 0 0 0,0-1-1 0 0,0 1 1 0 0,0-1 0 0 0,3 1 0 0 0,8 1 30 0 0,1 0 0 0 0,25 0 0 0 0,-30-1 66 0 0,208-12-190 0 0,-77 1-3090 0 0,-104 8-4745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5.2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13363 0 0,'0'-1'71'0'0,"1"1"-1"0"0,0-1 1 0 0,-1 0 0 0 0,1 0-1 0 0,-1 0 1 0 0,1 0 0 0 0,0 1-1 0 0,-1-1 1 0 0,1 0 0 0 0,0 0 0 0 0,0 1-1 0 0,0-1 1 0 0,0 1 0 0 0,-1-1-1 0 0,1 1 1 0 0,0-1 0 0 0,0 1-1 0 0,0 0 1 0 0,0-1 0 0 0,0 1 0 0 0,0 0-1 0 0,0 0 1 0 0,0 0 0 0 0,0-1-1 0 0,0 1 1 0 0,0 0 0 0 0,0 1 0 0 0,1-1-1 0 0,-1 0 1 0 0,1 0 0 0 0,36 4 1260 0 0,-31-2-1073 0 0,0 1 0 0 0,0 0 0 0 0,0 0 0 0 0,0 0 0 0 0,0 1 0 0 0,-1 0 0 0 0,1 0 0 0 0,-1 1 0 0 0,0 0 0 0 0,-1 0 0 0 0,1 0 0 0 0,-1 1 0 0 0,0 0 0 0 0,-1 0 0 0 0,1 0 0 0 0,-1 0 0 0 0,5 10-1 0 0,7 15-3 0 0,-2 0-1 0 0,16 50 0 0 0,-23-61-79 0 0,0 0-138 0 0,-5-11-13 0 0,1 0 0 0 0,0-1 1 0 0,0 1-1 0 0,1-1 0 0 0,0 0 0 0 0,0 0 1 0 0,11 14-1 0 0,-14-22-18 0 0,-1 0 0 0 0,1 0 0 0 0,-1 0 0 0 0,0-1 0 0 0,1 1 0 0 0,-1 0 0 0 0,0 0 0 0 0,1 0 0 0 0,-1 0 0 0 0,0-1 0 0 0,1 1 0 0 0,-1 0 0 0 0,0 0 0 0 0,0-1 0 0 0,1 1 1 0 0,-1 0-1 0 0,0-1 0 0 0,0 1 0 0 0,1 0 0 0 0,-1-1 0 0 0,0 1 0 0 0,0 0 0 0 0,0-1 0 0 0,0 1 0 0 0,1 0 0 0 0,-1-1 0 0 0,0 1 0 0 0,0-1 0 0 0,0 1 0 0 0,0 0 0 0 0,0-1 0 0 0,0 1 0 0 0,0 0 0 0 0,0-2 0 0 0,3-14 435 0 0,1-19-709 0 0,16-108 187 0 0,-16 127 84 0 0,0 0 0 0 0,1 0 0 0 0,0 0 0 0 0,1 1 0 0 0,1 0 0 0 0,13-22 0 0 0,-19 36 19 0 0,0-1 0 0 0,0 1 1 0 0,0-1-1 0 0,0 1 1 0 0,0 0-1 0 0,0-1 1 0 0,0 1-1 0 0,0 0 0 0 0,1 0 1 0 0,-1 0-1 0 0,0 0 1 0 0,1 0-1 0 0,-1 0 1 0 0,1 0-1 0 0,-1 1 1 0 0,1-1-1 0 0,-1 0 0 0 0,1 1 1 0 0,0-1-1 0 0,-1 1 1 0 0,1 0-1 0 0,0-1 1 0 0,-1 1-1 0 0,3 0 0 0 0,-2 1-4 0 0,1-1-1 0 0,-1 1 0 0 0,1 0 0 0 0,-1 0 0 0 0,1 0 1 0 0,-1 0-1 0 0,0 1 0 0 0,0-1 0 0 0,0 1 0 0 0,0-1 1 0 0,0 1-1 0 0,0 0 0 0 0,0 0 0 0 0,1 2 0 0 0,5 5 65 0 0,-1 1 0 0 0,0 0-1 0 0,-1 0 1 0 0,0 1 0 0 0,7 16 0 0 0,28 110 432 0 0,-13-38-2147 0 0,-4-36-4542 0 0,-12-38-1112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5.5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136 201 6913 0 0,'-20'-61'3708'0'0,"12"36"-807"0"0,-1 0-1 0 0,-15-32 1 0 0,24 57-2862 0 0,0 0 1 0 0,0 0-1 0 0,0 0 1 0 0,0 0-1 0 0,0 1 0 0 0,0-1 1 0 0,0 0-1 0 0,0 0 1 0 0,0 0-1 0 0,0 0 0 0 0,-1 1 435 0 0,1-1-435 0 0,0 0 0 0 0,-1 0 1 0 0,1 0-1 0 0,0 0 1 0 0,0 1-1 0 0,0-1 1 0 0,0 0-1 0 0,0 0 0 0 0,0 0 1 0 0,0 0-1 0 0,0 0 1 0 0,-1 0-1 0 0,1 0 1 0 0,0 0-1 0 0,0 0 0 0 0,0 0 1 0 0,0 0-1 0 0,0 0 1 0 0,0 0-1 0 0,-1 0 1 0 0,1 0-1 0 0,0 0 0 0 0,0 0 1 0 0,-1-1 433 0 0,1 1-434 0 0,0-1 1 0 0,-2 21 676 0 0,2 23-491 0 0,1-32-211 0 0,1 0 1 0 0,0 0-1 0 0,1-1 0 0 0,0 1 1 0 0,0-1-1 0 0,1 1 0 0 0,1-1 1 0 0,7 13-1 0 0,-10-19-19 0 0,1 0 0 0 0,0 0 0 0 0,-1 0 1 0 0,1 0-1 0 0,1-1 0 0 0,-1 0 0 0 0,0 1 0 0 0,1-1 0 0 0,0 0 0 0 0,0-1 0 0 0,-1 1 0 0 0,2-1 0 0 0,-1 1 0 0 0,0-1 1 0 0,0 0-1 0 0,1-1 0 0 0,-1 1 0 0 0,1-1 0 0 0,-1 0 0 0 0,1 0 0 0 0,9 0 0 0 0,-13-1 10 0 0,0 0-1 0 0,1 0 1 0 0,-1 0-1 0 0,0 0 1 0 0,1 0 0 0 0,-1 0-1 0 0,0 0 1 0 0,1-1-1 0 0,-1 1 1 0 0,0-1-1 0 0,1 1 1 0 0,-1-1-1 0 0,0 1 1 0 0,0-1-1 0 0,0 0 1 0 0,0 1 0 0 0,1-1-1 0 0,-1 0 1 0 0,0 0-1 0 0,0 0 1 0 0,0 0-1 0 0,-1 0 1 0 0,1 0-1 0 0,1-2 1 0 0,-1 0 6 0 0,0 1-1 0 0,0-1 1 0 0,-1 1 0 0 0,1-1-1 0 0,-1 1 1 0 0,1-1 0 0 0,-1 0-1 0 0,0 1 1 0 0,0-1 0 0 0,-1 1-1 0 0,1-1 1 0 0,-1-3 0 0 0,-2-4 71 0 0,0-1 1 0 0,0 1-1 0 0,-1 0 0 0 0,-1 0 1 0 0,-5-11-1 0 0,6 15-50 0 0,-8-15 15 0 0,-1 1 1 0 0,-17-20-1 0 0,27 36-88 0 0,-1-1-1 0 0,0 1 1 0 0,0 0-1 0 0,0 0 1 0 0,-1 1-1 0 0,1-1 1 0 0,-1 1-1 0 0,0 0 1 0 0,0 0-1 0 0,0 1 1 0 0,0-1-1 0 0,0 1 1 0 0,0 0-1 0 0,-11-2 1 0 0,14 4-108 0 0,-1 0 0 0 0,1 0 0 0 0,-1 0 1 0 0,1 0-1 0 0,-1 1 0 0 0,1-1 0 0 0,-1 0 0 0 0,1 1 1 0 0,-1 0-1 0 0,1 0 0 0 0,0 0 0 0 0,-1 0 0 0 0,1 0 0 0 0,0 0 1 0 0,0 0-1 0 0,0 1 0 0 0,0-1 0 0 0,0 1 0 0 0,0 0 1 0 0,0-1-1 0 0,-3 5 0 0 0,-3 7-954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5:55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85 11522 0 0,'0'-1'140'0'0,"0"0"-1"0"0,-1 0 0 0 0,1 0 1 0 0,0 0-1 0 0,0 0 0 0 0,0 0 1 0 0,0 0-1 0 0,0 0 0 0 0,0 0 0 0 0,0 0 1 0 0,0 0-1 0 0,0 0 0 0 0,0 0 1 0 0,0 0-1 0 0,1 0 0 0 0,-1 0 0 0 0,0 0 1 0 0,1 1-1 0 0,-1-1 0 0 0,1 0 1 0 0,-1 0-1 0 0,1 0 0 0 0,-1 0 1 0 0,1 1-1 0 0,-1-1 0 0 0,1 0 0 0 0,0 0 1 0 0,0 1-1 0 0,-1-1 0 0 0,1 1 1 0 0,0-1-1 0 0,0 0 0 0 0,0 1 0 0 0,0 0 1 0 0,-1-1-1 0 0,3 0 0 0 0,-1 1 95 0 0,-1-1-1 0 0,1 1 0 0 0,0-1 1 0 0,-1 1-1 0 0,1 0 0 0 0,0 0 1 0 0,0 0-1 0 0,-1 0 0 0 0,1 0 1 0 0,0 0-1 0 0,0 0 0 0 0,-1 1 1 0 0,1-1-1 0 0,0 1 1 0 0,-1-1-1 0 0,1 1 0 0 0,0-1 1 0 0,-1 1-1 0 0,1 0 0 0 0,2 1 1 0 0,15 16 42 0 0,-1 0 0 0 0,0 1 0 0 0,-1 0 0 0 0,-1 1 0 0 0,-1 1 0 0 0,-1 1 0 0 0,-1 0 0 0 0,12 26 0 0 0,-28-52-195 0 0,0-1-1 0 0,0 1 1 0 0,-1 0-1 0 0,1 0 0 0 0,-8-6 1 0 0,4 3 152 0 0,0 0 0 0 0,1-1 0 0 0,-12-15 0 0 0,17 20-205 0 0,-1 0 1 0 0,1 0-1 0 0,-1 0 0 0 0,1 0 0 0 0,0 0 0 0 0,0 0 0 0 0,0 0 0 0 0,1 0 0 0 0,-1-1 0 0 0,1 1 0 0 0,0 0 0 0 0,0 0 0 0 0,0 0 0 0 0,0-1 0 0 0,0 1 0 0 0,1 0 0 0 0,1-4 1 0 0,1-3-415 0 0,1 0 0 0 0,0 1 0 0 0,0-1 0 0 0,8-11 0 0 0,-8 14-341 0 0,1 0-1 0 0,0 0 0 0 0,0 1 1 0 0,1-1-1 0 0,0 1 1 0 0,0 1-1 0 0,0-1 1 0 0,1 1-1 0 0,14-9 1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3.8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11979 0 0,'-1'2'7979'0'0,"12"-2"-5177"0"0,8-2-2502 0 0,-5-2-42 0 0,-1 0 0 0 0,0-1-1 0 0,-1-1 1 0 0,18-9 0 0 0,10-5-1553 0 0,4 6-6790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4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1 161 5985 0 0,'0'-1'391'0'0,"19"-10"6541"0"0,19-11-3311 0 0,103-59-1667 0 0,-110 68-2044 0 0,11-7 64 0 0,-26 8-41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4.3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0 9218 0 0,'-1'0'192'0'0,"0"0"-1"0"0,1 0 1 0 0,-1 0 0 0 0,0 1-1 0 0,0-1 1 0 0,0 0 0 0 0,0 0-1 0 0,0 0 1 0 0,0 1 0 0 0,1-1 0 0 0,-1 1-1 0 0,0-1 1 0 0,0 1 0 0 0,0-1-1 0 0,1 1 1 0 0,-1-1 0 0 0,0 1-1 0 0,1-1 1 0 0,-1 1 0 0 0,1 0-1 0 0,-1-1 1 0 0,0 1 0 0 0,1 0 0 0 0,0 0-1 0 0,-1 1 1 0 0,3 23 4675 0 0,-1-19-5261 0 0,29 118 4493 0 0,4 24-3580 0 0,-27-102-422 0 0,-3-16-712 0 0,2 0-1 0 0,0 0 1 0 0,2 0-1 0 0,20 48 0 0 0,-20-66-3140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4.6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1 291 9674 0 0,'0'-19'921'0'0,"1"-1"1"0"0,1 0-1 0 0,0 0 1 0 0,2 1-1 0 0,0-1 1 0 0,2 1-1 0 0,8-21 0 0 0,-11 33-655 0 0,0 0 1 0 0,0 0-1 0 0,1 0 0 0 0,0 1 0 0 0,0-1 0 0 0,0 1 0 0 0,1 0 0 0 0,0 0 0 0 0,1 1 0 0 0,-1 0 0 0 0,1 0 0 0 0,0 0 0 0 0,0 0 0 0 0,0 1 0 0 0,1 0 0 0 0,-1 1 0 0 0,1-1 0 0 0,0 1 0 0 0,0 0 0 0 0,1 1 0 0 0,11-3 0 0 0,-17 5-255 0 0,-1-1 0 0 0,1 1 0 0 0,0 0 0 0 0,0 0 0 0 0,-1 0 0 0 0,1 0 0 0 0,0 0 0 0 0,-1 0 0 0 0,1 0 0 0 0,0 0 0 0 0,0 1-1 0 0,-1-1 1 0 0,1 1 0 0 0,-1-1 0 0 0,1 1 0 0 0,0 0 0 0 0,-1 0 0 0 0,1 0 0 0 0,-1-1 0 0 0,0 2 0 0 0,1-1 0 0 0,-1 0 0 0 0,0 0 0 0 0,2 2 0 0 0,-1 0-5 0 0,0 0-1 0 0,-1 0 1 0 0,1 1 0 0 0,-1-1 0 0 0,0 0 0 0 0,0 1 0 0 0,0-1 0 0 0,0 1 0 0 0,-1-1 0 0 0,1 0 0 0 0,-1 6 0 0 0,0 7-63 0 0,-1 0 0 0 0,-1 0 0 0 0,-1 0 0 0 0,-5 19 0 0 0,-4 3-206 0 0,-2-2 0 0 0,-30 58 0 0 0,27-62 326 0 0,2 2 0 0 0,1 0 0 0 0,-13 44 0 0 0,27-76-45 0 0,-1 0 0 0 0,1 0 0 0 0,-1-1 0 0 0,1 1 0 0 0,0 0 0 0 0,-1 0 1 0 0,1 0-1 0 0,0 0 0 0 0,0 0 0 0 0,0 0 0 0 0,1-1 0 0 0,-1 1 0 0 0,0 0 0 0 0,1 0 0 0 0,-1 0 1 0 0,1-1-1 0 0,-1 1 0 0 0,1 0 0 0 0,0 0 0 0 0,0-1 0 0 0,0 1 0 0 0,0-1 0 0 0,0 1 1 0 0,0-1-1 0 0,0 1 0 0 0,1-1 0 0 0,-1 0 0 0 0,1 1 0 0 0,-1-1 0 0 0,1 0 0 0 0,-1 0 0 0 0,1 0 1 0 0,-1 0-1 0 0,1 0 0 0 0,0-1 0 0 0,0 1 0 0 0,-1 0 0 0 0,1-1 0 0 0,0 1 0 0 0,0-1 0 0 0,0 0 1 0 0,-1 1-1 0 0,4-1 0 0 0,10 1 140 0 0,-1-1 1 0 0,1-1-1 0 0,-1 0 0 0 0,24-4 1 0 0,-24 2-132 0 0,148-18 475 0 0,-107 14-2520 0 0,-1 0-3698 0 0,-29 3-1511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5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4 13827 0 0,'-1'-1'126'0'0,"0"0"0"0"0,0 1 0 0 0,-1 0 1 0 0,1-1-1 0 0,0 1 0 0 0,-1 0 0 0 0,1-1 0 0 0,-1 1 0 0 0,1 0 1 0 0,0 0-1 0 0,-1 0 0 0 0,1 0 0 0 0,-1 1 0 0 0,1-1 0 0 0,0 0 0 0 0,-1 0 1 0 0,1 1-1 0 0,0-1 0 0 0,-1 1 0 0 0,1-1 0 0 0,0 1 0 0 0,0 0 1 0 0,-1 0-1 0 0,0 0 0 0 0,1 1 61 0 0,-1 0 1 0 0,1 0 0 0 0,0 0-1 0 0,0-1 1 0 0,0 1 0 0 0,0 0-1 0 0,0 0 1 0 0,0 0 0 0 0,1 1-1 0 0,-1-1 1 0 0,1 0-1 0 0,0 0 1 0 0,-1 4 0 0 0,1 6 240 0 0,0 0 0 0 0,1 0-1 0 0,0-1 1 0 0,5 20 0 0 0,63 212 1616 0 0,-11-45-2773 0 0,-27-64-6271 0 0,-28-116 76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5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45 324 9674 0 0,'-1'-1'-27'0'0,"-3"1"214"0"0,0-1 0 0 0,0 0 1 0 0,0 0-1 0 0,1-1 0 0 0,-1 1 0 0 0,1-1 0 0 0,-1 0 0 0 0,-4-2 0 0 0,8 3-77 0 0,-1 0-1 0 0,0 0 0 0 0,1 0 0 0 0,-1 0 0 0 0,1 0 0 0 0,-1 0 0 0 0,1 0 1 0 0,0 0-1 0 0,-1 0 0 0 0,1-1 0 0 0,0 1 0 0 0,0 0 0 0 0,0 0 0 0 0,0 0 1 0 0,0 0-1 0 0,0 0 0 0 0,0-1 0 0 0,0 1 0 0 0,0 0 0 0 0,0 0 0 0 0,1 0 0 0 0,-1 0 1 0 0,0 0-1 0 0,1 0 0 0 0,-1 0 0 0 0,1 0 0 0 0,-1 0 0 0 0,1 0 0 0 0,0 0 1 0 0,-1 0-1 0 0,1 0 0 0 0,0 0 0 0 0,0 0 0 0 0,1-1 0 0 0,9-9 332 0 0,0 0 0 0 0,1 1 0 0 0,0 0 0 0 0,1 1 0 0 0,-1 0-1 0 0,2 1 1 0 0,-1 1 0 0 0,16-6 0 0 0,2-3 84 0 0,302-151 890 0 0,-334 168-1380 0 0,1-1 0 0 0,0 0 0 0 0,0 0 0 0 0,0 1-1 0 0,0-1 1 0 0,0 0 0 0 0,0 0 0 0 0,0 0 0 0 0,0 1 0 0 0,0-1 0 0 0,0 0 0 0 0,0 0-1 0 0,0 1 1 0 0,0-1 0 0 0,0 0 0 0 0,0 0 0 0 0,0 1 0 0 0,1-1 0 0 0,-1 0-1 0 0,0 0 1 0 0,0 0 0 0 0,0 1 0 0 0,0-1 0 0 0,0 0 0 0 0,0 0 0 0 0,1 0-1 0 0,-1 0 1 0 0,0 1 0 0 0,0-1 0 0 0,0 0 0 0 0,0 0 0 0 0,1 0 0 0 0,-1 0-1 0 0,0 0 1 0 0,0 0 0 0 0,0 1 0 0 0,1-1 0 0 0,-1 0 0 0 0,0 0 0 0 0,0 0 0 0 0,1 0-1 0 0,-1 0 1 0 0,0 0 0 0 0,0 0 0 0 0,0 0 0 0 0,1 0 0 0 0,-1 0 0 0 0,0 0-1 0 0,0 0 1 0 0,1 0 0 0 0,-1 0 0 0 0,0 0 0 0 0,0 0 0 0 0,1-1 0 0 0,-1 1-1 0 0,0 0 1 0 0,0 0 0 0 0,0 0 0 0 0,1 0 0 0 0,-1 0 0 0 0,0-1 0 0 0,-1 13-159 0 0,3 20 172 0 0,1 1 1 0 0,2-1-1 0 0,1-1 1 0 0,1 1-1 0 0,2-1 1 0 0,1-1 0 0 0,27 56-1 0 0,-31-75-26 0 0,0-1 0 0 0,0 0 0 0 0,1-1 0 0 0,0 0 0 0 0,1 0 0 0 0,0 0 0 0 0,16 12 0 0 0,-22-19-7 0 0,0 0-1 0 0,0-1 1 0 0,1 1-1 0 0,-1-1 1 0 0,0 1-1 0 0,1-1 1 0 0,-1 0-1 0 0,1 0 1 0 0,-1 0-1 0 0,1 0 1 0 0,0 0-1 0 0,0-1 1 0 0,-1 1-1 0 0,1-1 1 0 0,0 0-1 0 0,0 0 1 0 0,-1 0-1 0 0,1 0 1 0 0,0 0-1 0 0,0-1 1 0 0,-1 1-1 0 0,1-1 1 0 0,0 0-1 0 0,-1 0 1 0 0,1 0-1 0 0,-1 0 0 0 0,1 0 1 0 0,-1 0-1 0 0,1-1 1 0 0,-1 1-1 0 0,0-1 1 0 0,0 0-1 0 0,0 1 1 0 0,0-1-1 0 0,0 0 1 0 0,0 0-1 0 0,3-4 1 0 0,1-3-66 0 0,-1-1 1 0 0,0 0 0 0 0,-1 1-1 0 0,1-2 1 0 0,-2 1-1 0 0,1 0 1 0 0,-2-1-1 0 0,3-12 1 0 0,-2 6 190 0 0,2 0 1 0 0,9-23-1 0 0,-13 35-95 0 0,1 1 1 0 0,1 0-1 0 0,-1 0 0 0 0,1 0 1 0 0,-1 0-1 0 0,1 1 0 0 0,0-1 0 0 0,0 1 1 0 0,1 0-1 0 0,-1-1 0 0 0,1 2 1 0 0,0-1-1 0 0,6-4 0 0 0,-9 7-30 0 0,0-1 0 0 0,1 0 0 0 0,-1 1 0 0 0,1-1 0 0 0,-1 1 0 0 0,1 0-1 0 0,-1 0 1 0 0,1-1 0 0 0,-1 1 0 0 0,1 0 0 0 0,-1 0 0 0 0,1 0 0 0 0,-1 0 0 0 0,1 1 0 0 0,-1-1-1 0 0,1 0 1 0 0,-1 1 0 0 0,0-1 0 0 0,1 1 0 0 0,-1-1 0 0 0,1 1 0 0 0,-1 0 0 0 0,0-1 0 0 0,1 1-1 0 0,-1 0 1 0 0,0 0 0 0 0,0 0 0 0 0,0 0 0 0 0,0 0 0 0 0,0 0 0 0 0,0 0 0 0 0,0 1-1 0 0,0-1 1 0 0,0 0 0 0 0,0 0 0 0 0,-1 1 0 0 0,1-1 0 0 0,-1 1 0 0 0,2 2 0 0 0,3 8 10 0 0,0 1 1 0 0,-1-1-1 0 0,4 22 0 0 0,-5-17-70 0 0,0-4-283 0 0,1-1 0 0 0,0 1 0 0 0,1 0 1 0 0,0-1-1 0 0,0 0 0 0 0,2 0 0 0 0,-1 0 0 0 0,2-1 0 0 0,-1 0 0 0 0,2-1 0 0 0,-1 1 0 0 0,1-2 0 0 0,1 1 0 0 0,15 11 0 0 0,-2-5-7143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06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190 324 10138 0 0,'-12'-1'430'0'0,"8"1"210"0"0,-1 0 0 0 0,1 0 1 0 0,-1-1-1 0 0,0 0 0 0 0,1 0 1 0 0,-7-2-1 0 0,11 3-536 0 0,0-1 1 0 0,-1 1-1 0 0,1-1 1 0 0,0 1-1 0 0,0-1 1 0 0,0 1-1 0 0,0-1 1 0 0,0 1-1 0 0,0-1 1 0 0,0 1-1 0 0,0-1 1 0 0,1 1-1 0 0,-1-1 1 0 0,0 1-1 0 0,0-1 1 0 0,0 1-1 0 0,0-1 1 0 0,1 1-1 0 0,-1 0 1 0 0,0-1-1 0 0,0 1 1 0 0,1-1-1 0 0,-1 1 1 0 0,0 0-1 0 0,1-1 1 0 0,-1 1-1 0 0,0 0 1 0 0,1-1-1 0 0,-1 1 1 0 0,1 0-1 0 0,0-1 1 0 0,18-16 807 0 0,-14 13-546 0 0,-2 1-256 0 0,-1 0 1 0 0,0 0-1 0 0,1 0 0 0 0,-1 0 0 0 0,-1 0 1 0 0,1 0-1 0 0,0 0 0 0 0,-1 0 0 0 0,1-1 0 0 0,-1 1 1 0 0,1-7-1 0 0,-1 9-81 0 0,-1 0 1 0 0,0 0 0 0 0,0 0-1 0 0,0 0 1 0 0,-1-1-1 0 0,1 1 1 0 0,0 0-1 0 0,0 0 1 0 0,0 0-1 0 0,-1 0 1 0 0,1 0 0 0 0,-1 0-1 0 0,1 0 1 0 0,-1 0-1 0 0,1 0 1 0 0,-1 0-1 0 0,1 0 1 0 0,-1 1-1 0 0,0-1 1 0 0,0 0 0 0 0,1 0-1 0 0,-1 0 1 0 0,0 1-1 0 0,0-1 1 0 0,0 0-1 0 0,0 1 1 0 0,0-1-1 0 0,0 1 1 0 0,0-1 0 0 0,0 1-1 0 0,0 0 1 0 0,0-1-1 0 0,0 1 1 0 0,0 0-1 0 0,0 0 1 0 0,0 0 0 0 0,0-1-1 0 0,0 1 1 0 0,0 0-1 0 0,0 1 1 0 0,-1-1-1 0 0,1 0 1 0 0,-2 0-1 0 0,-3 0 19 0 0,-1-1-1 0 0,1 0 0 0 0,0 0 0 0 0,-1-1 1 0 0,-8-3-1 0 0,11 3 12 0 0,0 0 0 0 0,-1 1 0 0 0,0 0 0 0 0,1 0 1 0 0,-1 0-1 0 0,1 0 0 0 0,-10 1 0 0 0,12 0-49 0 0,1 1 1 0 0,-1-1-1 0 0,0 1 1 0 0,0 0-1 0 0,0-1 0 0 0,1 1 1 0 0,-1 0-1 0 0,0 0 0 0 0,1 0 1 0 0,-1 0-1 0 0,1 1 1 0 0,-1-1-1 0 0,1 0 0 0 0,-1 1 1 0 0,1-1-1 0 0,0 1 0 0 0,0-1 1 0 0,0 1-1 0 0,0 0 0 0 0,0-1 1 0 0,0 1-1 0 0,0 0 1 0 0,0 3-1 0 0,-6 10-10 0 0,1-1 0 0 0,1 1 0 0 0,0 1 0 0 0,2-1 0 0 0,-1 0 0 0 0,0 18 0 0 0,4-29 0 0 0,-1 1 0 0 0,2-1 0 0 0,-1 0 0 0 0,0 0 0 0 0,1 1 0 0 0,0-1 0 0 0,0 0 0 0 0,0 0 0 0 0,1 0 0 0 0,-1 0 0 0 0,1 0 0 0 0,0 0 0 0 0,0 0 0 0 0,0-1 0 0 0,1 1 0 0 0,-1-1 0 0 0,1 0 0 0 0,0 1 0 0 0,0-1 0 0 0,0 0 0 0 0,0-1 0 0 0,1 1 0 0 0,-1 0 0 0 0,1-1 0 0 0,0 0 0 0 0,-1 0 0 0 0,7 2 0 0 0,1 1 24 0 0,0-1 0 0 0,1 0 0 0 0,0-1 0 0 0,-1 0 1 0 0,1-1-1 0 0,0-1 0 0 0,1 0 0 0 0,-1 0 0 0 0,0-1 0 0 0,0 0 0 0 0,0-1 0 0 0,0-1 0 0 0,0 0 1 0 0,0-1-1 0 0,0 0 0 0 0,-1 0 0 0 0,1-2 0 0 0,12-6 0 0 0,-15 7-7 0 0,0-1-1 0 0,-1 0 1 0 0,0 0-1 0 0,0-1 1 0 0,-1 0 0 0 0,1-1-1 0 0,-1 0 1 0 0,-1 0-1 0 0,1 0 1 0 0,-1-1 0 0 0,0 0-1 0 0,-1 0 1 0 0,0 0-1 0 0,0-1 1 0 0,-1 0-1 0 0,0 0 1 0 0,-1 0 0 0 0,0 0-1 0 0,0 0 1 0 0,-1-1-1 0 0,0 0 1 0 0,-1 1 0 0 0,1-11-1 0 0,-2 3-16 0 0,-1-1 0 0 0,-1 1 0 0 0,0 0 0 0 0,-1 0 0 0 0,-1 0 0 0 0,-8-22 0 0 0,27 97 326 0 0,-13-45-298 0 0,1 0 0 0 0,0 0 0 0 0,1 0 1 0 0,0-1-1 0 0,1 1 0 0 0,1-1 0 0 0,0 0 1 0 0,0 0-1 0 0,10 11 0 0 0,-1-6 65 0 0,1-1 0 0 0,1 0 0 0 0,30 22 0 0 0,-36-30-49 0 0,1 0-1 0 0,0-1 1 0 0,0 0-1 0 0,1-1 1 0 0,-1 0-1 0 0,1-1 1 0 0,18 4-1 0 0,-29-9-28 0 0,-1 0 0 0 0,1 0 0 0 0,-1 0-1 0 0,1 0 1 0 0,0 0 0 0 0,-1 0 0 0 0,1 0-1 0 0,0 0 1 0 0,-1-1 0 0 0,1 1 0 0 0,-1-1-1 0 0,1 1 1 0 0,0-1 0 0 0,-1 0-1 0 0,0 1 1 0 0,1-1 0 0 0,-1 0 0 0 0,1 0-1 0 0,-1 0 1 0 0,0 0 0 0 0,0 0 0 0 0,1 0-1 0 0,-1-1 1 0 0,0 1 0 0 0,0 0-1 0 0,0-1 1 0 0,0 1 0 0 0,-1-1 0 0 0,1 1-1 0 0,0-1 1 0 0,-1 1 0 0 0,1-1 0 0 0,-1 1-1 0 0,1-1 1 0 0,-1 1 0 0 0,1-3 0 0 0,1-8 161 0 0,0 0 0 0 0,0 1 1 0 0,-1-24-1 0 0,-1 26-140 0 0,1-26-94 0 0,2 0-1 0 0,11-56 0 0 0,-11 78-166 0 0,0 0 0 0 0,1 0 1 0 0,1 1-1 0 0,0-1 0 0 0,1 1 0 0 0,0 0 1 0 0,1 1-1 0 0,0-1 0 0 0,1 1 1 0 0,10-11-1 0 0,5 0-462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3.1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10594 0 0,'1'-32'1506'0'0,"1"1"0"0"0,9-41-1 0 0,2 16 3239 0 0,-4 107-2141 0 0,14 296-1941 0 0,-17-190-520 0 0,38 218 1 0 0,27 58 809 0 0,-59-370-925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3.7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83 351 2761 0 0,'-5'0'284'0'0,"0"0"0"0"0,0-1 1 0 0,1 1-1 0 0,-1-1 1 0 0,0 0-1 0 0,0-1 1 0 0,1 1-1 0 0,-1-1 0 0 0,1 0 1 0 0,-1 0-1 0 0,1 0 1 0 0,0 0-1 0 0,-5-5 1 0 0,8 6-70 0 0,0 0 0 0 0,0 0 1 0 0,-1 0-1 0 0,1 0 1 0 0,0 0-1 0 0,1-1 0 0 0,-1 1 1 0 0,0 0-1 0 0,0-1 1 0 0,1 1-1 0 0,-1-1 1 0 0,0 1-1 0 0,1-1 0 0 0,0 1 1 0 0,-1-1-1 0 0,1 1 1 0 0,0-3-1 0 0,0 1-50 0 0,0 1 0 0 0,0 0 0 0 0,1 0 0 0 0,0-1 0 0 0,-1 1 0 0 0,1 0-1 0 0,0 0 1 0 0,0 0 0 0 0,0 0 0 0 0,0 0 0 0 0,1 0 0 0 0,-1 0 0 0 0,0 0 0 0 0,1 0 0 0 0,2-2 0 0 0,5-4 205 0 0,0 0-1 0 0,1 0 1 0 0,0 1 0 0 0,0 0-1 0 0,1 1 1 0 0,0 0 0 0 0,0 0-1 0 0,20-6 1 0 0,101-24 1481 0 0,-128 35-1780 0 0,223-43 2201 0 0,430-26 1 0 0,-470 44-1883 0 0,-62 5-165 0 0,-125 21-259 0 0,0 0 1 0 0,0 0 0 0 0,0 0-1 0 0,0 1 1 0 0,0-1-1 0 0,0 0 1 0 0,0 0 0 0 0,0 0-1 0 0,0 0 1 0 0,0 0 0 0 0,0 0-1 0 0,0 0 1 0 0,0 1 0 0 0,0-1-1 0 0,0 0 1 0 0,0 0-1 0 0,0 0 1 0 0,0 0 0 0 0,0 0-1 0 0,1 0 1 0 0,-1 0 0 0 0,0 0-1 0 0,0 1 1 0 0,0-1-1 0 0,0 0 1 0 0,0 0 0 0 0,0 0-1 0 0,0 0 1 0 0,0 0 0 0 0,0 0-1 0 0,0 0 1 0 0,1 0 0 0 0,-1 0-1 0 0,0 0 1 0 0,0 0-1 0 0,0 0 1 0 0,0 0 0 0 0,0 0-1 0 0,0 0 1 0 0,0 0 0 0 0,1 0-1 0 0,-1 0 1 0 0,0 0-1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4.1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0 137 10594 0 0,'1'-2'179'0'0,"-1"0"0"0"0,1 1 0 0 0,-1-1 0 0 0,1 0 0 0 0,0 1-1 0 0,-1-1 1 0 0,1 0 0 0 0,0 1 0 0 0,0 0 0 0 0,0-1 0 0 0,1 1 0 0 0,-1-1 0 0 0,0 1-1 0 0,0 0 1 0 0,1 0 0 0 0,-1 0 0 0 0,4-2 0 0 0,31-19 3209 0 0,-29 19-2886 0 0,10-6 105 0 0,15-9 1630 0 0,53-21-1 0 0,-73 35-2495 0 0,0 0 0 0 0,1 1-1 0 0,12-2 1 0 0,-17 4-629 0 0,-1 0 0 0 0,0 1 0 0 0,0 0 0 0 0,0 1 0 0 0,0-1 0 0 0,11 4 0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4.5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5985 0 0,'-9'9'8239'0'0,"9"-8"-7847"0"0,-1 17 3541 0 0,14 26-2952 0 0,-5-20 331 0 0,49 312 445 0 0,-14-63-1642 0 0,-27-186 241 0 0,-3 0-1 0 0,2 107 1 0 0,-15-131-178 0 0,0-6-36 0 0,1 0-1 0 0,4 0 1 0 0,14 74-1 0 0,-29-227-6289 0 0,1 69 5655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5.5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106 166 7370 0 0,'-19'8'2436'0'0,"0"0"0"0"0,1 2 0 0 0,-31 21 0 0 0,103-20-154 0 0,4-4-2140 0 0,0-2-1 0 0,0-3 0 0 0,0-3 1 0 0,80-11-1 0 0,235-30 185 0 0,473-65 257 0 0,-158 22 42 0 0,-237 86-205 0 0,-4 34 30 0 0,-354-27-336 0 0,18-2 17 0 0,-59-5 116 0 0,87 14-1 0 0,-139-15-246 0 0,0 0 0 0 0,1 0 0 0 0,-1 0 0 0 0,0 0 0 0 0,0 0 0 0 0,0 0 0 0 0,0 0 0 0 0,1 0 0 0 0,-1 0 0 0 0,0 0 0 0 0,0 0 0 0 0,0 0 0 0 0,0 0 0 0 0,1 0 0 0 0,-1 0 0 0 0,0 0 0 0 0,0 1 0 0 0,0-1 0 0 0,0 0 0 0 0,1 0 0 0 0,-1 0 0 0 0,0 0 0 0 0,0 0 0 0 0,0 0 0 0 0,0 0 0 0 0,0 0 0 0 0,0 1 0 0 0,1-1 0 0 0,-1 0 0 0 0,0 0-1 0 0,0 0 1 0 0,0 0 0 0 0,0 0 0 0 0,0 1 0 0 0,0-1 0 0 0,0 0 0 0 0,0 0 0 0 0,0 0 0 0 0,0 0 0 0 0,0 1 0 0 0,0-1 0 0 0,0 0 0 0 0,0 0 0 0 0,0 0 0 0 0,0 0 0 0 0,0 1 0 0 0,0-1 0 0 0,-9 7 3 0 0,-25 8-920 0 0,25-12-238 0 0,-6 6-2932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6.2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73 2304 0 0,'-4'-31'445'0'0,"14"-10"15924"0"0,-10 42-16198 0 0,7 17 735 0 0,3 26-365 0 0,-2 1 0 0 0,-2-1 0 0 0,1 50 0 0 0,1 13-423 0 0,-3-64-450 0 0,8 74 746 0 0,0-39-5020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6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152 1 5985 0 0,'0'0'464'0'0,"-5"0"250"0"0,0 1-1 0 0,1 0 0 0 0,-1 0 1 0 0,1 0-1 0 0,0 1 0 0 0,-1-1 0 0 0,1 1 1 0 0,0 0-1 0 0,0 1 0 0 0,0-1 1 0 0,-5 5-1 0 0,-39 33 1687 0 0,46-38-2277 0 0,-3 3 97 0 0,-1 0 1 0 0,1 0-1 0 0,1 0 1 0 0,-1 1-1 0 0,1 0 1 0 0,0 0-1 0 0,-4 8 1 0 0,7-12-176 0 0,0 0 1 0 0,1 0-1 0 0,-1 0 0 0 0,1-1 0 0 0,0 1 1 0 0,-1 0-1 0 0,1 0 0 0 0,0 0 1 0 0,0 0-1 0 0,0-1 0 0 0,0 1 1 0 0,1 0-1 0 0,-1 0 0 0 0,0 0 1 0 0,1 0-1 0 0,0-1 0 0 0,-1 1 1 0 0,1 0-1 0 0,0 0 0 0 0,0-1 0 0 0,0 1 1 0 0,0-1-1 0 0,0 1 0 0 0,0-1 1 0 0,0 1-1 0 0,0-1 0 0 0,1 0 1 0 0,-1 1-1 0 0,0-1 0 0 0,1 0 1 0 0,-1 0-1 0 0,1 0 0 0 0,2 1 0 0 0,10 6 24 0 0,1-2 0 0 0,0 1-1 0 0,0-2 1 0 0,1 0 0 0 0,-1-1-1 0 0,1 0 1 0 0,25 2-1 0 0,41 10-86 0 0,-79-15 12 0 0,-1-1-1 0 0,1 1 1 0 0,-1 0 0 0 0,1 0-1 0 0,-1 0 1 0 0,0 0 0 0 0,1 0-1 0 0,-1 0 1 0 0,0 1-1 0 0,3 1 1 0 0,-5-2 5 0 0,1 0 1 0 0,-1 0-1 0 0,0 1 0 0 0,0-1 1 0 0,0 0-1 0 0,0 0 0 0 0,0 0 1 0 0,0 0-1 0 0,0 0 0 0 0,0 0 1 0 0,0 0-1 0 0,0 0 0 0 0,-1 0 1 0 0,1 0-1 0 0,0 0 0 0 0,-1 0 1 0 0,1 0-1 0 0,-1 0 0 0 0,1 0 1 0 0,-1 0-1 0 0,0 0 0 0 0,1 0 1 0 0,-1 0-1 0 0,0-1 1 0 0,1 1-1 0 0,-2 1 0 0 0,-9 11-193 0 0,-1-1 0 0 0,0 0-1 0 0,0-1 1 0 0,-22 15 0 0 0,22-18 194 0 0,0 1 0 0 0,1 1 0 0 0,0 0 0 0 0,0 0 0 0 0,1 1 0 0 0,-14 20 0 0 0,23-30 29 0 0,0-1-1 0 0,1 1 0 0 0,-1 0 0 0 0,1-1 1 0 0,0 1-1 0 0,-1 0 0 0 0,1 0 1 0 0,0-1-1 0 0,-1 1 0 0 0,1 0 0 0 0,0 0 1 0 0,0 0-1 0 0,-1-1 0 0 0,1 1 1 0 0,0 0-1 0 0,0 0 0 0 0,0 0 0 0 0,0 0 1 0 0,0-1-1 0 0,0 1 0 0 0,0 0 1 0 0,1 0-1 0 0,-1 0 0 0 0,0 0 0 0 0,0-1 1 0 0,1 1-1 0 0,0 1 0 0 0,0-1-27 0 0,0 0 0 0 0,0-1 0 0 0,0 1-1 0 0,0 0 1 0 0,0-1 0 0 0,1 1 0 0 0,-1-1-1 0 0,0 0 1 0 0,0 1 0 0 0,1-1 0 0 0,-1 0-1 0 0,0 0 1 0 0,0 1 0 0 0,1-1 0 0 0,1-1 0 0 0,10 1-185 0 0,0-2 1 0 0,22-5 0 0 0,-27 5 230 0 0,-5 2-47 0 0,58-10 203 0 0,-57 10-161 0 0,1-1 0 0 0,-1 1 0 0 0,1 0 0 0 0,-1 1 0 0 0,0-1 0 0 0,1 1 0 0 0,-1 0 0 0 0,0 0 0 0 0,1 0 0 0 0,-1 0 0 0 0,7 4 0 0 0,-11-4-47 0 0,1-1 1 0 0,-1 0-1 0 0,1 1 1 0 0,0-1-1 0 0,-1 1 1 0 0,1 0 0 0 0,-1-1-1 0 0,1 1 1 0 0,-1-1-1 0 0,1 1 1 0 0,-1 0 0 0 0,0-1-1 0 0,1 1 1 0 0,-1 0-1 0 0,0 0 1 0 0,0-1 0 0 0,1 1-1 0 0,-1 0 1 0 0,0 0-1 0 0,0-1 1 0 0,0 1-1 0 0,0 0 1 0 0,0 0 0 0 0,0-1-1 0 0,0 2 1 0 0,-9 22-346 0 0,-21 16-449 0 0,30-40 790 0 0,-10 11-208 0 0,-10 11 15 0 0,-20 30 1 0 0,36-47 137 0 0,0 1 1 0 0,0 0-1 0 0,1 0 0 0 0,0 0 1 0 0,0 0-1 0 0,1 0 0 0 0,-1 1 1 0 0,1-1-1 0 0,1 1 0 0 0,-1 0 1 0 0,1 8-1 0 0,1-14-86 0 0,0 0 0 0 0,0 0 0 0 0,0 0 0 0 0,0 0 0 0 0,1 1 0 0 0,-1-1 0 0 0,0 0 0 0 0,1 0 0 0 0,-1 0 0 0 0,1 0 0 0 0,0 0 0 0 0,-1 0 0 0 0,1 0 0 0 0,0 0 0 0 0,-1 0 0 0 0,1 0 0 0 0,0 0 0 0 0,0 0 0 0 0,0-1 0 0 0,0 1 0 0 0,0 0 0 0 0,1 0 0 0 0,5 3-1009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7.3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 4145 0 0,'-2'1'587'0'0,"1"1"1"0"0,0-1-1 0 0,-1 1 0 0 0,1-1 1 0 0,0 1-1 0 0,0 0 1 0 0,0 0-1 0 0,0 0 0 0 0,0-1 1 0 0,1 1-1 0 0,-1 0 1 0 0,0 0-1 0 0,1 0 0 0 0,-1 2 1 0 0,1-1-66 0 0,0 0 0 0 0,0 0 0 0 0,0-1 0 0 0,1 1 0 0 0,-1 0 0 0 0,1-1 0 0 0,-1 1 0 0 0,1 0 0 0 0,2 3 0 0 0,3 5 221 0 0,0-1-1 0 0,0 0 1 0 0,1 0-1 0 0,10 10 0 0 0,10 17 70 0 0,-17-18-675 0 0,-2 0 0 0 0,0 1 1 0 0,-1 0-1 0 0,-1 1 1 0 0,3 22-1 0 0,10 108 89 0 0,-10-60-104 0 0,50 446 275 0 0,-24-311-253 0 0,-37-193-1729 0 0,-14 12-4950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9.2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3308 0 2761 0 0,'-21'7'2235'0'0,"20"-7"-1803"0"0,0 0 0 0 0,-1 0-1 0 0,1 0 1 0 0,0 0-1 0 0,0 1 1 0 0,0-1 0 0 0,0 0-1 0 0,-13 10 5612 0 0,13-7-5075 0 0,1-2-789 0 0,1-1 0 0 0,-1 0 0 0 0,1 0 1 0 0,-1 1-1 0 0,1-1 0 0 0,-1 0 0 0 0,1 0 0 0 0,-1 1 0 0 0,1-1 0 0 0,-1 0 0 0 0,1 0 0 0 0,-1 0 0 0 0,1 0 0 0 0,-1 0 0 0 0,1 0 0 0 0,-1 0 0 0 0,1 0 0 0 0,-1 0 0 0 0,1 0 0 0 0,-1 0 0 0 0,1 0 0 0 0,0 0 0 0 0,-1 0 1 0 0,1-1-1 0 0,21-3 330 0 0,-19 3-207 0 0,7-1-179 0 0,0 0 0 0 0,0 1-1 0 0,0 0 1 0 0,0 0 0 0 0,1 1 0 0 0,-1 1-1 0 0,0 0 1 0 0,13 3 0 0 0,-18-3-150 0 0,1 1 0 0 0,-1 0 1 0 0,0 0-1 0 0,-1 0 0 0 0,1 1 1 0 0,0 0-1 0 0,-1 0 0 0 0,1 0 1 0 0,-1 0-1 0 0,0 1 0 0 0,0 0 1 0 0,0-1-1 0 0,-1 1 0 0 0,1 1 1 0 0,-1-1-1 0 0,0 1 0 0 0,4 7 1 0 0,-6-9-29 0 0,0 0 0 0 0,0-1 0 0 0,0 1 0 0 0,0 0 0 0 0,0 0 0 0 0,-1 0 0 0 0,1 0 0 0 0,-1 0 0 0 0,0-1 0 0 0,0 1 0 0 0,0 0 0 0 0,0 0 0 0 0,-1 0 0 0 0,1 0 0 0 0,-1 0 0 0 0,1 0 0 0 0,-1 0 0 0 0,0-1 0 0 0,0 1 0 0 0,-1 0 0 0 0,1-1 0 0 0,0 1 0 0 0,-1-1 0 0 0,0 1 0 0 0,1-1 0 0 0,-4 3 0 0 0,-6 8-266 0 0,-1-1 0 0 0,-1 0 0 0 0,-21 16 0 0 0,-10 9 222 0 0,41-34 56 0 0,-23 29 528 0 0,25-32-504 0 0,1 1-1 0 0,-1 0 1 0 0,1-1-1 0 0,-1 1 1 0 0,1 0 0 0 0,-1 0-1 0 0,1-1 1 0 0,-1 1-1 0 0,1 0 1 0 0,0 0 0 0 0,-1 0-1 0 0,1 0 1 0 0,0-1-1 0 0,0 1 1 0 0,-1 0 0 0 0,1 0-1 0 0,0 0 1 0 0,0 0-1 0 0,0 0 1 0 0,0 0 0 0 0,0 0-1 0 0,0-1 1 0 0,1 1-1 0 0,-1 0 1 0 0,0 0 0 0 0,0 0-1 0 0,1 0 1 0 0,-1 0-1 0 0,0-1 1 0 0,1 1 0 0 0,-1 0-1 0 0,1 0 1 0 0,-1-1-1 0 0,1 1 1 0 0,-1 0 0 0 0,2 0-1 0 0,2 0-20 0 0,0 0 0 0 0,0 0-1 0 0,1-1 1 0 0,-1 1 0 0 0,0-1 0 0 0,0-1-1 0 0,0 1 1 0 0,1 0 0 0 0,-1-1-1 0 0,0 0 1 0 0,0 0 0 0 0,0 0 0 0 0,8-4-1 0 0,9 0 813 0 0,-16 3-487 0 0,1 2 0 0 0,-1-1 0 0 0,1 1 0 0 0,-1-1-1 0 0,1 1 1 0 0,-1 1 0 0 0,8 0 0 0 0,-12 0-246 0 0,0-1-1 0 0,0 0 1 0 0,0 0 0 0 0,-1 1 0 0 0,1-1 0 0 0,0 0 0 0 0,0 1-1 0 0,-1-1 1 0 0,1 1 0 0 0,0-1 0 0 0,-1 1 0 0 0,1-1-1 0 0,-1 1 1 0 0,1 0 0 0 0,0-1 0 0 0,-1 1 0 0 0,1-1 0 0 0,-1 1-1 0 0,0 0 1 0 0,1 0 0 0 0,0 1 0 0 0,-1-1-37 0 0,0 1 0 0 0,0 0-1 0 0,0-1 1 0 0,0 1 0 0 0,0-1 0 0 0,0 1 0 0 0,-1 0 0 0 0,1-1-1 0 0,-1 1 1 0 0,1-1 0 0 0,-1 1 0 0 0,1-1 0 0 0,-1 1 0 0 0,0-1-1 0 0,-1 3 1 0 0,-32 45-461 0 0,25-39 215 0 0,1 1 0 0 0,0 1 0 0 0,1 0 0 0 0,0 0 0 0 0,-6 16 0 0 0,12-27 257 0 0,1 1 0 0 0,-1-1 0 0 0,1 1 0 0 0,-1 0-1 0 0,1-1 1 0 0,0 1 0 0 0,-1 0 0 0 0,1-1 0 0 0,0 1 0 0 0,0 0 0 0 0,0 0-1 0 0,0-1 1 0 0,1 1 0 0 0,-1 0 0 0 0,0-1 0 0 0,1 1 0 0 0,-1 0 0 0 0,1-1-1 0 0,-1 1 1 0 0,1-1 0 0 0,0 1 0 0 0,0-1 0 0 0,0 1 0 0 0,0-1-1 0 0,0 0 1 0 0,0 1 0 0 0,0-1 0 0 0,0 0 0 0 0,1 0 0 0 0,-1 0 0 0 0,0 1-1 0 0,1-2 1 0 0,-1 1 0 0 0,1 0 0 0 0,-1 0 0 0 0,1 0 0 0 0,-1-1 0 0 0,4 2-1 0 0,6 1 33 0 0,1 0 0 0 0,0-1-1 0 0,0 0 1 0 0,21-1 0 0 0,2 2 462 0 0,-31-2-549 0 0,16 4 1028 0 0,-20-5-1037 0 0,0 1-1 0 0,1-1 0 0 0,-1 0 1 0 0,0 0-1 0 0,1 1 0 0 0,-1-1 1 0 0,0 0-1 0 0,0 0 0 0 0,1 1 0 0 0,-1-1 1 0 0,0 0-1 0 0,0 1 0 0 0,0-1 1 0 0,0 0-1 0 0,1 1 0 0 0,-1-1 1 0 0,0 0-1 0 0,0 1 0 0 0,0-1 1 0 0,0 1-1 0 0,0-1 0 0 0,0 0 1 0 0,0 1-1 0 0,0-1 0 0 0,0 0 1 0 0,0 1-1 0 0,0-1 0 0 0,0 0 0 0 0,0 1 1 0 0,0-1-1 0 0,0 1 0 0 0,0-1 1 0 0,-1 0-1 0 0,1 1 0 0 0,0-1 1 0 0,0 0-1 0 0,0 1 0 0 0,-1-1 1 0 0,1 0-1 0 0,0 0 0 0 0,0 1 1 0 0,-1-1-1 0 0,1 0 0 0 0,0 0 1 0 0,-1 1-1 0 0,-7 17-3063 0 0,8 2 3483 0 0,13 23 4603 0 0,-1-8-4057 0 0,5 45-300 0 0,-7-39-440 0 0,5 52 1 0 0,-10-7-115 0 0,-4-51-134 0 0,1 1 0 0 0,2 0 1 0 0,15 59-1 0 0,-5-55 230 0 0,2-1 1 0 0,32 58-1 0 0,-38-82-29 0 0,-7-11-57 0 0,0 1-1 0 0,0-1 1 0 0,-1 1 0 0 0,0-1-1 0 0,1 1 1 0 0,-1 0 0 0 0,-1 0 0 0 0,1 0-1 0 0,-1 0 1 0 0,1 9 0 0 0,-5-13-41 0 0,0 0 0 0 0,0 0 0 0 0,0 0 0 0 0,0-1-1 0 0,-1 1 1 0 0,1-1 0 0 0,0 0 0 0 0,-4 0 0 0 0,-5 0-67 0 0,1-1 0 0 0,0-1 0 0 0,-12-3-1 0 0,14 3-55 0 0,-1 0 0 0 0,1 1 0 0 0,-1 0 0 0 0,-9 0 0 0 0,-51 1 109 0 0,0-4 0 0 0,-107-18 1 0 0,112 15-47 0 0,-1 3 1 0 0,-86 7 0 0 0,74 0-12 0 0,-82-8 1 0 0,-48-10-312 0 0,-316 18 1 0 0,166 1 555 0 0,-132 12-821 0 0,-45 64 821 0 0,456-67-310 0 0,-89 3 0 0 0,0-1 534 0 0,141-10-300 0 0,1 2-1 0 0,-1 0 1 0 0,2 2 0 0 0,-33 15-1 0 0,-3 0-93 0 0,61-23-44 0 0,-1-1 0 0 0,1 0 0 0 0,-1 1 0 0 0,1-1 1 0 0,-1 0-1 0 0,1 1 0 0 0,-1-1 0 0 0,1 0 0 0 0,-1 0 1 0 0,1 0-1 0 0,-1 0 0 0 0,1 0 0 0 0,-1 0 1 0 0,1 0-1 0 0,-1 0 0 0 0,0 0 0 0 0,1 0 0 0 0,-1 0 1 0 0,1 0-1 0 0,-1 0 0 0 0,1 0 0 0 0,-1 0 0 0 0,1 0 1 0 0,-1-1-1 0 0,1 1 0 0 0,-1 0 0 0 0,1 0 1 0 0,-1-1-1 0 0,1 1 0 0 0,-1 0 0 0 0,1-1 0 0 0,-1 1 1 0 0,1 0-1 0 0,0-1 0 0 0,-1 1 0 0 0,1-1 1 0 0,-1 0-1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9.7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48 456 0 0,'0'-3'891'0'0,"-3"-28"6644"0"0,3 30-7316 0 0,0 1 1 0 0,0-1-1 0 0,0 0 1 0 0,0 1-1 0 0,-1-1 0 0 0,1 0 1 0 0,0 1-1 0 0,0-1 0 0 0,-1 1 1 0 0,1-1-1 0 0,-3-2 1097 0 0,3 3-1096 0 0,-1-1-1 0 0,1 1 0 0 0,-1 0 1 0 0,0-1-1 0 0,1 1 0 0 0,-1 0 1 0 0,1-1-1 0 0,-1 1 0 0 0,0 0 1 0 0,1 0-1 0 0,-1 0 1 0 0,0-1-1 0 0,1 1 0 0 0,-1 0 1 0 0,0 0-1 0 0,1 0 0 0 0,-1 0 1 0 0,0 0-1 0 0,1 0 0 0 0,-1 1 1 0 0,0-1-1 0 0,1 0 0 0 0,-2 1 1 0 0,1-1-64 0 0,1 1 0 0 0,-1 0 0 0 0,1-1 0 0 0,-1 1 0 0 0,1 0 0 0 0,-1 0 0 0 0,1 0 0 0 0,-1 0 0 0 0,1-1 0 0 0,0 1 0 0 0,0 0 1 0 0,-1 0-1 0 0,1 0 0 0 0,0 0 0 0 0,0 0 0 0 0,0 0 0 0 0,0 0 0 0 0,0 0 0 0 0,0-1 0 0 0,0 3 0 0 0,3 22 380 0 0,-3-22-372 0 0,12 126 316 0 0,-9 255 1 0 0,-9-278-2061 0 0,7-103 638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39.9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1376 0 0,'-1'5'701'0'0,"-1"-1"0"0"0,0 1 0 0 0,1 0 0 0 0,0-1 0 0 0,0 1 0 0 0,0 8 0 0 0,1-12-533 0 0,0 0 0 0 0,0-1 0 0 0,0 1-1 0 0,0 0 1 0 0,0 0 0 0 0,0 0 0 0 0,1-1 0 0 0,-1 1 0 0 0,0 0 0 0 0,0-1-1 0 0,1 1 1 0 0,-1 0 0 0 0,1 0 0 0 0,-1-1 0 0 0,0 1 0 0 0,1-1 0 0 0,-1 1 0 0 0,1 0-1 0 0,-1-1 1 0 0,1 1 0 0 0,0-1 0 0 0,-1 1 0 0 0,1-1 0 0 0,0 1 0 0 0,-1-1-1 0 0,1 0 1 0 0,0 1 0 0 0,-1-1 0 0 0,1 0 0 0 0,0 0 0 0 0,0 1 0 0 0,-1-1 0 0 0,1 0-1 0 0,0 0 1 0 0,0 0 0 0 0,0 0 0 0 0,-1 0 0 0 0,1 0 0 0 0,0 0 0 0 0,0 0-1 0 0,-1 0 1 0 0,1 0 0 0 0,0-1 0 0 0,0 1 0 0 0,-1 0 0 0 0,1-1 0 0 0,0 1 0 0 0,0-1-1 0 0,40-6 4129 0 0,-30 6-3655 0 0,0-1 0 0 0,0 0 0 0 0,-1-1 1 0 0,17-6-1 0 0,-17 4-822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1.5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30 9674 0 0,'0'-1'194'0'0,"-1"0"0"0"0,1 0 0 0 0,0 1 0 0 0,0-1 0 0 0,-1 0-1 0 0,1 0 1 0 0,0 0 0 0 0,0 1 0 0 0,0-1 0 0 0,0 0 0 0 0,0 0 0 0 0,0 0 0 0 0,0 1 0 0 0,0-1-1 0 0,1 0 1 0 0,-1 0 0 0 0,0 1 0 0 0,0-1 0 0 0,1 0 0 0 0,-1 0 0 0 0,0 1 0 0 0,1-1 0 0 0,-1 0-1 0 0,1 1 1 0 0,-1-1 0 0 0,1 0 0 0 0,-1 1 0 0 0,1-1 0 0 0,-1 1 0 0 0,1-1 0 0 0,-1 1 0 0 0,1-1 0 0 0,0 1-1 0 0,-1-1 1 0 0,1 1 0 0 0,0-1 0 0 0,0 1 0 0 0,-1 0 0 0 0,1 0 0 0 0,0-1 0 0 0,1 1 0 0 0,0-1 39 0 0,0 1 0 0 0,0-1 0 0 0,0 1 0 0 0,0 0 0 0 0,0-1-1 0 0,0 1 1 0 0,0 0 0 0 0,0 0 0 0 0,0 0 0 0 0,-1 0 0 0 0,1 1 0 0 0,0-1 0 0 0,0 1 0 0 0,0-1 0 0 0,0 1 0 0 0,0-1 0 0 0,2 2 0 0 0,4 5-72 0 0,0 0 0 0 0,0 1 1 0 0,-1 0-1 0 0,0 0 0 0 0,-1 0 0 0 0,1 1 0 0 0,-2 0 0 0 0,1 0 0 0 0,4 13 0 0 0,7 16 138 0 0,10 40 0 0 0,-23-66-202 0 0,5 17-379 0 0,53 153 431 0 0,-17-63-4155 0 0,-38-101-3361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1.8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 2761 0 0,'9'-26'12903'0'0,"-7"25"-12512"0"0,-1 0-179 0 0,0 0 0 0 0,0 1 0 0 0,0-1 0 0 0,0 1 0 0 0,1-1 0 0 0,-1 1 0 0 0,0 0 0 0 0,0-1 0 0 0,0 1 0 0 0,0 0 0 0 0,1 0 0 0 0,-1 0 0 0 0,0 0 0 0 0,0 0 0 0 0,1 0 0 0 0,-1 0 0 0 0,0 0 0 0 0,0 1 0 0 0,0-1 0 0 0,1 0 0 0 0,-1 1 0 0 0,0-1 0 0 0,0 1 0 0 0,0-1 0 0 0,0 1 0 0 0,2 1 0 0 0,9 12 43 0 0,0 0-1 0 0,0 1 0 0 0,-2 1 1 0 0,0 0-1 0 0,14 31 0 0 0,11 18-61 0 0,47 50-2086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2.1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36 1376 0 0,'0'-3'-887'0'0,"-3"-29"10244"0"0,-7 40-5107 0 0,-39 64 127 0 0,30-38-3986 0 0,1 0 0 0 0,2 2-1 0 0,-15 48 1 0 0,29-81-276 0 0,1 1 1 0 0,0-1-1 0 0,0 1 0 0 0,1-1 0 0 0,-1 1 0 0 0,1-1 1 0 0,-1 1-1 0 0,1 0 0 0 0,0-1 0 0 0,1 1 0 0 0,-1 0 1 0 0,1-1-1 0 0,-1 1 0 0 0,1-1 0 0 0,3 7 0 0 0,-3-8-46 0 0,0 0 0 0 0,1-1 0 0 0,-1 1 0 0 0,1-1 0 0 0,0 1-1 0 0,-1-1 1 0 0,1 0 0 0 0,0 1 0 0 0,0-1 0 0 0,0 0-1 0 0,0 0 1 0 0,0-1 0 0 0,0 1 0 0 0,0 0 0 0 0,0-1 0 0 0,0 1-1 0 0,0-1 1 0 0,0 1 0 0 0,0-1 0 0 0,1 0 0 0 0,-1 0-1 0 0,0 0 1 0 0,0 0 0 0 0,0-1 0 0 0,0 1 0 0 0,0-1 0 0 0,4 0-1 0 0,11-4 55 0 0,0 0-1 0 0,-1-1 0 0 0,0-1 0 0 0,0 0 0 0 0,-1-1 1 0 0,0-1-1 0 0,15-11 0 0 0,-15 9-595 0 0,1 1-1 0 0,-1 1 1 0 0,2 1-1 0 0,-1 0 1 0 0,1 1-1 0 0,23-6 1 0 0,-22 10-7290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2.7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0,'0'0'1486'0'0,"4"0"-1355"0"0,1 0 0 0 0,-1 1 0 0 0,0 0 0 0 0,0 0 0 0 0,0 0 0 0 0,0 0 0 0 0,0 0 0 0 0,0 1 0 0 0,0 0 0 0 0,0 0 0 0 0,0 0 0 0 0,0 0 0 0 0,-1 1 0 0 0,0-1 0 0 0,1 1 0 0 0,-1 0 0 0 0,0 0 0 0 0,0 0 0 0 0,0 0 1 0 0,-1 1-1 0 0,1-1 0 0 0,-1 1 0 0 0,4 6 0 0 0,2 8 932 0 0,0 1 1 0 0,-1 0-1 0 0,8 36 1 0 0,-6-24-683 0 0,0 7-309 0 0,5 49 0 0 0,3 9 56 0 0,-17-93-120 0 0,0-1 1 0 0,1 0-1 0 0,-1 1 0 0 0,1-1 0 0 0,0 0 0 0 0,0 0 1 0 0,0 0-1 0 0,0 1 0 0 0,0-1 0 0 0,1 0 0 0 0,-1 0 1 0 0,0-1-1 0 0,1 1 0 0 0,-1 0 0 0 0,1 0 0 0 0,0-1 1 0 0,0 1-1 0 0,0-1 0 0 0,0 1 0 0 0,0-1 0 0 0,0 0 1 0 0,0 0-1 0 0,0 0 0 0 0,4 1 0 0 0,-3-1-21 0 0,0-1 0 0 0,0 0-1 0 0,0 0 1 0 0,0 0 0 0 0,0 0 0 0 0,0-1-1 0 0,1 0 1 0 0,-1 1 0 0 0,0-1 0 0 0,0 0-1 0 0,-1 0 1 0 0,1 0 0 0 0,0-1 0 0 0,0 1-1 0 0,0-1 1 0 0,-1 0 0 0 0,1 1 0 0 0,3-4-1 0 0,20-18-426 0 0,26-29 0 0 0,-32 30-824 0 0,1 1 1 0 0,32-23 0 0 0,-21 19-4872 0 0,-18 15 536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2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7778 0 0,'-1'1'295'0'0,"0"0"0"0"0,0-1 1 0 0,1 1-1 0 0,-1 0 1 0 0,0 0-1 0 0,0 0 0 0 0,0 0 1 0 0,1 0-1 0 0,-1 0 0 0 0,0 0 1 0 0,1 0-1 0 0,-1 0 1 0 0,1 0-1 0 0,0 1 0 0 0,-1-1 1 0 0,1 0-1 0 0,0 0 0 0 0,0 0 1 0 0,-1 1-1 0 0,1-1 0 0 0,0 0 1 0 0,0 0-1 0 0,0 0 1 0 0,0 1-1 0 0,1-1 0 0 0,-1 0 1 0 0,0 0-1 0 0,1 0 0 0 0,-1 1 1 0 0,0-1-1 0 0,1 0 1 0 0,-1 0-1 0 0,1 0 0 0 0,0 1 1 0 0,4 7 788 0 0,1 0 0 0 0,0 0 0 0 0,10 11 1 0 0,2 4-718 0 0,-5 0-46 0 0,-1 1 0 0 0,-2 0 0 0 0,0 0 0 0 0,7 32 0 0 0,-2-11-2329 0 0,1 0-3401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3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26 6913 0 0,'0'-1'135'0'0,"-1"1"0"0"0,1-1 0 0 0,-1 0 0 0 0,1 0 0 0 0,0 0 0 0 0,-1 0 0 0 0,1 0 0 0 0,0 0 0 0 0,0 0 0 0 0,0 0 0 0 0,0 0 0 0 0,0 0 0 0 0,0 0 0 0 0,0 0 0 0 0,0 0 0 0 0,0 0 0 0 0,0 0 0 0 0,1 0 0 0 0,-1 0 0 0 0,0 0 0 0 0,1 0 0 0 0,0-1 0 0 0,-1 1 105 0 0,1 1-1 0 0,0 0 1 0 0,-1 0 0 0 0,1-1-1 0 0,0 1 1 0 0,0 0 0 0 0,-1 0-1 0 0,1 0 1 0 0,0 0 0 0 0,0 0-1 0 0,-1 0 1 0 0,1 0-1 0 0,0 0 1 0 0,0 0 0 0 0,-1 0-1 0 0,1 1 1 0 0,0-1 0 0 0,0 0-1 0 0,-1 0 1 0 0,1 1 0 0 0,0-1-1 0 0,0 1 1 0 0,26 16 5075 0 0,-13-6-5103 0 0,25 36 460 0 0,-2 2 1 0 0,-2 1 0 0 0,41 79 0 0 0,-22-37-2263 0 0,-43-72 525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3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11 10858 0 0,'-2'-2'199'0'0,"0"1"-1"0"0,-1 0 1 0 0,1 0-1 0 0,-1 0 1 0 0,1 0-1 0 0,-1 0 1 0 0,1 0 0 0 0,-1 1-1 0 0,0-1 1 0 0,1 1-1 0 0,-1 0 1 0 0,0 0-1 0 0,1 0 1 0 0,-1 0-1 0 0,0 0 1 0 0,1 1-1 0 0,-1-1 1 0 0,1 1-1 0 0,-1 0 1 0 0,0-1-1 0 0,1 1 1 0 0,-1 0-1 0 0,1 1 1 0 0,0-1-1 0 0,-1 0 1 0 0,1 1-1 0 0,0-1 1 0 0,0 1 0 0 0,0 0-1 0 0,0 0 1 0 0,0 0-1 0 0,0 0 1 0 0,1 0-1 0 0,-1 0 1 0 0,-2 4-1 0 0,-4 7-123 0 0,0 0 0 0 0,1 1 0 0 0,0-1 0 0 0,1 2 0 0 0,0-1 0 0 0,-6 30 0 0 0,10-38 91 0 0,1-1 1 0 0,0 1 0 0 0,0 0 0 0 0,0-1 0 0 0,1 1 0 0 0,0 0 0 0 0,0 0 0 0 0,0-1 0 0 0,1 1 0 0 0,0 0 0 0 0,0 0 0 0 0,0-1 0 0 0,1 1 0 0 0,0-1 0 0 0,0 0-1 0 0,0 1 1 0 0,1-1 0 0 0,0 0 0 0 0,0 0 0 0 0,0 0 0 0 0,6 6 0 0 0,-4-7-88 0 0,-1-1 0 0 0,1 1 0 0 0,0-1 0 0 0,1 0 0 0 0,-1-1 0 0 0,0 1-1 0 0,1-1 1 0 0,-1 0 0 0 0,1-1 0 0 0,0 1 0 0 0,-1-1 0 0 0,1 0 0 0 0,0-1 0 0 0,0 1 0 0 0,0-1 0 0 0,0-1 0 0 0,0 1 0 0 0,0-1-1 0 0,-1 0 1 0 0,8-1 0 0 0,13-5-74 0 0,-1-1-1 0 0,0-1 1 0 0,28-14 0 0 0,-31 14-186 0 0,8-4-1033 0 0,-15 9 584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5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 2 11058 0 0,'-21'-1'869'0'0,"-25"0"907"0"0,43 1-1478 0 0,1 1 1 0 0,-1-1-1 0 0,0 0 0 0 0,1 1 1 0 0,-1-1-1 0 0,1 1 0 0 0,0 0 1 0 0,-1 0-1 0 0,1 0 0 0 0,0 0 1 0 0,-1 0-1 0 0,1 0 0 0 0,-3 3 1 0 0,4-3-217 0 0,1 0 1 0 0,0-1-1 0 0,-1 1 1 0 0,1 0-1 0 0,-1 0 1 0 0,1 0-1 0 0,0 0 1 0 0,0-1-1 0 0,0 1 1 0 0,-1 0-1 0 0,1 0 1 0 0,0 0-1 0 0,0 0 1 0 0,0 0 0 0 0,0 0-1 0 0,0 0 1 0 0,1 0-1 0 0,-1-1 1 0 0,0 1-1 0 0,0 0 1 0 0,1 0-1 0 0,-1 0 1 0 0,0 0-1 0 0,1-1 1 0 0,-1 1-1 0 0,1 0 1 0 0,0 1-1 0 0,18 24 459 0 0,-14-19-364 0 0,130 190 1300 0 0,-9-14-1169 0 0,-97-146-1890 0 0,45 44 1 0 0,-48-55-5530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5.4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77 6913 0 0,'0'0'88'0'0,"-1"-1"0"0"0,0 1 0 0 0,1 0 0 0 0,-1 0 0 0 0,0 0 0 0 0,1 0 0 0 0,-1 0 0 0 0,0 0 0 0 0,1 0 0 0 0,-1 0 0 0 0,0 0 0 0 0,0 0 0 0 0,1 0 0 0 0,-1 0 0 0 0,0 0 0 0 0,1 1 0 0 0,-1-1 0 0 0,1 0 0 0 0,-1 0 0 0 0,0 1 0 0 0,1-1 0 0 0,-1 0 0 0 0,1 1 0 0 0,-1-1 0 0 0,1 1 0 0 0,-1-1 0 0 0,1 1 0 0 0,-1-1 0 0 0,1 1 0 0 0,-1-1 0 0 0,1 1 0 0 0,-1 0 0 0 0,0 2 131 0 0,0-1-1 0 0,1 0 0 0 0,-1 1 0 0 0,1-1 0 0 0,0 1 1 0 0,0-1-1 0 0,-1 0 0 0 0,2 1 0 0 0,-1 4 1 0 0,2 4 397 0 0,0 0 1 0 0,1 0 0 0 0,5 16 0 0 0,14 29-217 0 0,3-1 0 0 0,1-1-1 0 0,60 88 1 0 0,-79-133-469 0 0,0 0 0 0 0,1-1 1 0 0,0 0-1 0 0,0 0 0 0 0,1-1 0 0 0,0 0 0 0 0,0-1 0 0 0,1 0 1 0 0,-1 0-1 0 0,1-1 0 0 0,1 0 0 0 0,16 5 0 0 0,-22-8 155 0 0,1-1-1 0 0,-1 0 0 0 0,1 0 1 0 0,-1 0-1 0 0,1-1 1 0 0,0 1-1 0 0,0-2 0 0 0,-1 1 1 0 0,1 0-1 0 0,0-1 1 0 0,-1 0-1 0 0,1-1 0 0 0,-1 1 1 0 0,1-1-1 0 0,-1 0 1 0 0,0 0-1 0 0,0-1 0 0 0,0 1 1 0 0,0-1-1 0 0,0 0 1 0 0,0-1-1 0 0,-1 1 0 0 0,0-1 1 0 0,1 0-1 0 0,-1 0 1 0 0,5-8-1 0 0,-3 5 205 0 0,0-1 0 0 0,-1-1 0 0 0,0 1-1 0 0,0-1 1 0 0,-1 0 0 0 0,0 0 0 0 0,-1 0 0 0 0,0 0 0 0 0,0-1-1 0 0,-1 0 1 0 0,0 1 0 0 0,-1-1 0 0 0,1-12 0 0 0,-3 9-71 0 0,0 0 0 0 0,0-1 0 0 0,-1 1 0 0 0,-1 0 0 0 0,0 0 0 0 0,-1 0 1 0 0,0 1-1 0 0,-12-25 0 0 0,5 17-137 0 0,-1 1 1 0 0,0 0 0 0 0,-1 1-1 0 0,-1 0 1 0 0,-1 1 0 0 0,-1 1-1 0 0,0 1 1 0 0,-1 0 0 0 0,-1 0-1 0 0,0 2 1 0 0,-26-15 0 0 0,43 27-108 0 0,-54-24-197 0 0,52 23 71 0 0,0 1-1 0 0,-1-1 0 0 0,1 1 1 0 0,-1 0-1 0 0,0 1 0 0 0,1-1 1 0 0,-1 1-1 0 0,0-1 0 0 0,1 1 1 0 0,-1 0-1 0 0,0 0 0 0 0,1 1 0 0 0,-8 1 1 0 0,6 3-2048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6.0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60 473 456 0 0,'-15'-8'474'0'0,"-9"-11"8797"0"0,7-5 141 0 0,14 6-8689 0 0,3 17-667 0 0,0 0 0 0 0,0 0 0 0 0,0 1 0 0 0,0-1 0 0 0,1 0 0 0 0,-1 0 0 0 0,0 1 0 0 0,1-1 0 0 0,-1 0 0 0 0,0 1 0 0 0,1-1 0 0 0,-1 1 0 0 0,1-1 0 0 0,-1 0 0 0 0,1 1 0 0 0,-1-1 0 0 0,1 1 0 0 0,0-1 0 0 0,-1 1 0 0 0,1-1 0 0 0,0 1 0 0 0,-1 0 0 0 0,1-1 0 0 0,0 1 0 0 0,-1 0 0 0 0,1-1 0 0 0,0 1 0 0 0,0 0 0 0 0,-1 0 0 0 0,1 0 0 0 0,0 0 0 0 0,0 0 0 0 0,0 0 0 0 0,-1 0 0 0 0,1 0 0 0 0,0 0 0 0 0,0 0 0 0 0,-1 0 0 0 0,1 0 0 0 0,0 1 0 0 0,0-1 0 0 0,0 1 0 0 0,34 9 125 0 0,-16-1-98 0 0,-1 2 0 0 0,0 0 0 0 0,17 14 1 0 0,-21-15-83 0 0,0 0 0 0 0,0-1 0 0 0,1 0 0 0 0,0-1 0 0 0,30 11 0 0 0,-44-18-4 0 0,0-1 0 0 0,1 1 0 0 0,-1-1 0 0 0,0 0 1 0 0,0 0-1 0 0,1 1 0 0 0,-1-1 0 0 0,1 0 0 0 0,-1 0 1 0 0,0 0-1 0 0,1 0 0 0 0,-1 0 0 0 0,0 0 0 0 0,1-1 1 0 0,-1 1-1 0 0,0 0 0 0 0,0-1 0 0 0,1 1 0 0 0,-1-1 0 0 0,0 1 1 0 0,2-2-1 0 0,-2 1 15 0 0,0 0 1 0 0,0 0 0 0 0,-1 0-1 0 0,1-1 1 0 0,0 1 0 0 0,-1 0-1 0 0,1 0 1 0 0,-1-1 0 0 0,0 1-1 0 0,1 0 1 0 0,-1 0 0 0 0,0-1-1 0 0,1 1 1 0 0,-1 0-1 0 0,0-1 1 0 0,0 1 0 0 0,-1-3-1 0 0,0-7 149 0 0,-1 0-1 0 0,-1 0 1 0 0,1 1-1 0 0,-6-13 1 0 0,4 13-18 0 0,-23-73 321 0 0,-18-97 0 0 0,29 64-7692 0 0,15 78-541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49.1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61 395 6449 0 0,'-4'1'380'0'0,"1"-1"-1"0"0,0 1 1 0 0,0-1-1 0 0,0 1 0 0 0,0 0 1 0 0,0 0-1 0 0,0 1 1 0 0,1-1-1 0 0,-1 0 0 0 0,0 1 1 0 0,1 0-1 0 0,-1 0 1 0 0,0-1-1 0 0,1 1 0 0 0,0 1 1 0 0,0-1-1 0 0,0 0 1 0 0,0 1-1 0 0,-2 2 0 0 0,3-4-249 0 0,0 0-1 0 0,1 0 0 0 0,-1 0 0 0 0,1 0 0 0 0,-1 0 0 0 0,1 0 0 0 0,-1 0 1 0 0,1 1-1 0 0,0-1 0 0 0,0 0 0 0 0,0 0 0 0 0,-1 0 0 0 0,1 1 0 0 0,0-1 0 0 0,0 0 1 0 0,1 0-1 0 0,-1 0 0 0 0,0 1 0 0 0,0-1 0 0 0,1 1 0 0 0,0 0-9 0 0,0-1 0 0 0,0 1 0 0 0,0-1 0 0 0,0 0 0 0 0,0 0 0 0 0,0 0 0 0 0,1 0 0 0 0,-1 0 0 0 0,0 0 0 0 0,1 0 0 0 0,-1 0 0 0 0,1 0 0 0 0,-1 0-1 0 0,1-1 1 0 0,-1 1 0 0 0,1-1 0 0 0,-1 1 0 0 0,1-1 0 0 0,2 1 0 0 0,10 1 143 0 0,0-1 1 0 0,1-1-1 0 0,-1 0 0 0 0,1-1 1 0 0,-1 0-1 0 0,0-1 0 0 0,20-5 1 0 0,-12 2 199 0 0,42-2 0 0 0,83 6-463 0 0,-43 1 0 0 0,156-19 0 0 0,189-82 74 0 0,-132 24-15 0 0,709-74 377 0 0,-1006 148-417 0 0,114-13 111 0 0,192-20 35 0 0,-138 18-69 0 0,151-6-88 0 0,-187 19-8 0 0,-134 10-443 0 0,-17-5 411 0 0,-1 0 0 0 0,0 0 0 0 0,1 0-1 0 0,-1 0 1 0 0,0 0 0 0 0,1 0 0 0 0,-1 0 0 0 0,0 0-1 0 0,1 0 1 0 0,-1 1 0 0 0,0-1 0 0 0,1 0-1 0 0,-1 0 1 0 0,0 0 0 0 0,0 1 0 0 0,1-1-1 0 0,-1 0 1 0 0,0 0 0 0 0,0 1 0 0 0,1-1-1 0 0,-1 0 1 0 0,0 0 0 0 0,0 1 0 0 0,0-1-1 0 0,1 0 1 0 0,-1 1 0 0 0,0-1 0 0 0,0 0-1 0 0,0 1 1 0 0,0-1 0 0 0,0 0 0 0 0,0 1-1 0 0,0-1 1 0 0,0 0 0 0 0,0 1 0 0 0,0-1 0 0 0,0 0-1 0 0,0 1 1 0 0,0-1 0 0 0,0 0 0 0 0,0 1-1 0 0,0-1 1 0 0,0 0 0 0 0,0 1 0 0 0,0-1-1 0 0,-1 0 1 0 0,1 1 0 0 0,-13 7-836 0 0,12-6 720 0 0,-1-1 0 0 0,1 0-1 0 0,0 0 1 0 0,0 0 0 0 0,-1 0 0 0 0,1 0 0 0 0,-1 0-1 0 0,1 0 1 0 0,-1-1 0 0 0,1 1 0 0 0,-1 0 0 0 0,1-1 0 0 0,-1 1-1 0 0,0-1 1 0 0,1 0 0 0 0,-1 1 0 0 0,0-1 0 0 0,1 0 0 0 0,-3 0-1 0 0,12-22 2231 0 0,-7 36-1470 0 0,-2-9-492 0 0,1 1-1 0 0,1-1 0 0 0,-1 0 0 0 0,1 0 0 0 0,0 1 0 0 0,0-1 1 0 0,3 7-1 0 0,-3-11-111 0 0,-1 0 0 0 0,1 1 1 0 0,0-1-1 0 0,0 0 0 0 0,0 0 0 0 0,0 0 1 0 0,0 0-1 0 0,1 0 0 0 0,-1 0 0 0 0,0 0 0 0 0,0 0 1 0 0,1 0-1 0 0,-1-1 0 0 0,0 1 0 0 0,1 0 1 0 0,-1-1-1 0 0,1 1 0 0 0,-1-1 0 0 0,1 0 1 0 0,-1 1-1 0 0,1-1 0 0 0,-1 0 0 0 0,1 0 1 0 0,-1 0-1 0 0,1 0 0 0 0,-1 0 0 0 0,1 0 1 0 0,-1-1-1 0 0,1 1 0 0 0,-1 0 0 0 0,1-1 1 0 0,1 0-1 0 0,-1 1 25 0 0,0-1 0 0 0,0 1-1 0 0,0-1 1 0 0,0 0 0 0 0,0 0 0 0 0,-1 0 0 0 0,1 0 0 0 0,0 0 0 0 0,0 0 0 0 0,-1 0-1 0 0,1 0 1 0 0,-1-1 0 0 0,1 1 0 0 0,-1 0 0 0 0,0-1 0 0 0,1 0 0 0 0,-1 1 0 0 0,0-1-1 0 0,0 0 1 0 0,0 1 0 0 0,0-1 0 0 0,0 0 0 0 0,0 0 0 0 0,-1 0 0 0 0,1 0-1 0 0,-1 0 1 0 0,1 0 0 0 0,-1 0 0 0 0,0 0 0 0 0,0 0 0 0 0,0 0 0 0 0,0 0 0 0 0,0 0-1 0 0,0 0 1 0 0,0 0 0 0 0,-1 0 0 0 0,1 0 0 0 0,-1 0 0 0 0,0 0 0 0 0,1 0 0 0 0,-1 0-1 0 0,0 1 1 0 0,0-1 0 0 0,0 0 0 0 0,0 0 0 0 0,0 1 0 0 0,-1-1 0 0 0,1 1 0 0 0,0-1-1 0 0,-1 1 1 0 0,1-1 0 0 0,-1 1 0 0 0,0 0 0 0 0,1 0 0 0 0,-1 0 0 0 0,0 0-1 0 0,0 0 1 0 0,0 0 0 0 0,1 0 0 0 0,-1 1 0 0 0,0-1 0 0 0,0 1 0 0 0,0-1 0 0 0,0 1-1 0 0,0 0 1 0 0,0 0 0 0 0,-4 0 0 0 0,2 0-37 0 0,-1 1 0 0 0,1 0 0 0 0,0 0-1 0 0,0 1 1 0 0,0-1 0 0 0,1 1 0 0 0,-1 0 0 0 0,0 0 0 0 0,1 0 0 0 0,-1 1 0 0 0,1-1-1 0 0,0 1 1 0 0,0 0 0 0 0,0-1 0 0 0,0 2 0 0 0,0-1 0 0 0,-4 7 0 0 0,0-1 37 0 0,0 1 1 0 0,1 0 0 0 0,0 0 0 0 0,1 1-1 0 0,-5 13 1 0 0,10-23-33 0 0,-1 0-1 0 0,1-1 1 0 0,0 1-1 0 0,-1 0 1 0 0,1 0-1 0 0,0 0 1 0 0,0-1 0 0 0,0 1-1 0 0,0 0 1 0 0,0 0-1 0 0,0 0 1 0 0,0 0-1 0 0,0-1 1 0 0,0 1 0 0 0,0 0-1 0 0,0 0 1 0 0,1 0-1 0 0,-1-1 1 0 0,0 1-1 0 0,0 0 1 0 0,1 0 0 0 0,-1-1-1 0 0,1 1 1 0 0,-1 0-1 0 0,1 0 1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6:50.5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103 308 6449 0 0,'-5'0'554'0'0,"-1"1"1"0"0,1 0-1 0 0,-1 0 0 0 0,0 0 0 0 0,1 0 0 0 0,0 1 0 0 0,-1 0 0 0 0,1 0 0 0 0,0 0 1 0 0,0 1-1 0 0,0 0 0 0 0,0 0 0 0 0,1 0 0 0 0,-1 1 0 0 0,1-1 0 0 0,0 1 0 0 0,0 0 1 0 0,0 0-1 0 0,-4 7 0 0 0,8-10-503 0 0,-1-1 1 0 0,1 1-1 0 0,0 0 1 0 0,0 0-1 0 0,0 0 0 0 0,0 0 1 0 0,0 0-1 0 0,0 0 1 0 0,0 0-1 0 0,1 0 1 0 0,-1 0-1 0 0,0 0 1 0 0,0-1-1 0 0,1 1 0 0 0,-1 0 1 0 0,1 0-1 0 0,-1 0 1 0 0,0 0-1 0 0,1-1 1 0 0,-1 1-1 0 0,1 0 1 0 0,0 0-1 0 0,-1-1 0 0 0,1 1 1 0 0,0 0-1 0 0,-1-1 1 0 0,1 1-1 0 0,0-1 1 0 0,0 1-1 0 0,0-1 1 0 0,-1 1-1 0 0,1-1 0 0 0,0 0 1 0 0,0 1-1 0 0,0-1 1 0 0,0 0-1 0 0,1 0 1 0 0,35 11 369 0 0,-7-10-216 0 0,0-2-1 0 0,0-1 0 0 0,53-9 1 0 0,-9 0 1 0 0,336-23-974 0 0,-131 11-61 0 0,148-16 537 0 0,612-67 2638 0 0,-414 40-1130 0 0,-514 55-1083 0 0,-57 6-153 0 0,72-14 0 0 0,-84 9-161 0 0,-41 3-1317 0 0,-1 4 983 0 0,1 0 0 0 0,-1 0 0 0 0,1 0 0 0 0,-1 1 0 0 0,0-1 0 0 0,0 0 0 0 0,0 0 0 0 0,-1 0 0 0 0,0-3 0 0 0,0 4 651 0 0,0 0 0 0 0,0 1 1 0 0,0-1-1 0 0,-1 1 0 0 0,1-1 0 0 0,0 1 1 0 0,-1-1-1 0 0,1 1 0 0 0,-1 0 1 0 0,0 0-1 0 0,1 0 0 0 0,-1 0 0 0 0,0 0 1 0 0,0 0-1 0 0,1 0 0 0 0,-1 1 1 0 0,0-1-1 0 0,0 1 0 0 0,0-1 0 0 0,0 1 1 0 0,0 0-1 0 0,0-1 0 0 0,0 1 1 0 0,-3 1-1 0 0,3-1 2 0 0,0 1 0 0 0,1 0 1 0 0,-1 0-1 0 0,0 0 0 0 0,1 0 0 0 0,-1 0 1 0 0,1 0-1 0 0,-1 1 0 0 0,1-1 1 0 0,-1 0-1 0 0,1 1 0 0 0,0-1 0 0 0,0 1 1 0 0,-1 0-1 0 0,1-1 0 0 0,1 1 1 0 0,-1 0-1 0 0,0 0 0 0 0,0-1 0 0 0,1 1 1 0 0,-1 0-1 0 0,1 0 0 0 0,-1 0 1 0 0,0 4-1 0 0,-1 7-138 0 0,1 0 0 0 0,0 1 0 0 0,1-1 0 0 0,0 0 0 0 0,3 20 0 0 0,-2-28 0 0 0,0 1 0 0 0,0-1 0 0 0,1 0 0 0 0,0 0 0 0 0,0 1 0 0 0,0-1 0 0 0,4 5 0 0 0,-5-8 0 0 0,1 0 0 0 0,-1 0 0 0 0,1 0 0 0 0,-1 0 0 0 0,1 0 0 0 0,0 0 0 0 0,0-1 0 0 0,0 1 0 0 0,0-1 0 0 0,0 1 0 0 0,0-1 0 0 0,0 0 0 0 0,0 0 0 0 0,1 0 0 0 0,-1 0 0 0 0,4 1 0 0 0,-4-2 3 0 0,0 0 1 0 0,0 1-1 0 0,0-1 0 0 0,0 0 1 0 0,0 0-1 0 0,0 0 0 0 0,0 0 0 0 0,0 0 1 0 0,0-1-1 0 0,0 1 0 0 0,0-1 1 0 0,0 1-1 0 0,0-1 0 0 0,-1 0 1 0 0,1 1-1 0 0,0-1 0 0 0,0 0 1 0 0,0 0-1 0 0,-1 0 0 0 0,3-3 1 0 0,-1 1 11 0 0,0 0 1 0 0,-1 0-1 0 0,1 0 1 0 0,-1-1 0 0 0,0 1-1 0 0,0-1 1 0 0,0 1-1 0 0,0-1 1 0 0,1-6-1 0 0,0-1 20 0 0,0 0-1 0 0,-1-1 1 0 0,0 1-1 0 0,-1 0 1 0 0,-1 0-1 0 0,0-17 1 0 0,-1 21-7 0 0,0 1 0 0 0,-1-1 1 0 0,1 1-1 0 0,-1-1 0 0 0,-4-8 1 0 0,6 14-20 0 0,-1 0 1 0 0,1 0 0 0 0,0 0-1 0 0,-1 0 1 0 0,1 1 0 0 0,0-1-1 0 0,-1 0 1 0 0,1 0 0 0 0,-1 0-1 0 0,1 0 1 0 0,-1 1-1 0 0,0-1 1 0 0,1 0 0 0 0,-1 1-1 0 0,0-1 1 0 0,0 1 0 0 0,1-1-1 0 0,-1 0 1 0 0,0 1 0 0 0,0 0-1 0 0,0-1 1 0 0,0 1 0 0 0,1-1-1 0 0,-1 1 1 0 0,0 0 0 0 0,0 0-1 0 0,0 0 1 0 0,0-1 0 0 0,0 1-1 0 0,0 0 1 0 0,0 0-1 0 0,0 0 1 0 0,0 0 0 0 0,0 0-1 0 0,0 1 1 0 0,0-1 0 0 0,0 0-1 0 0,0 0 1 0 0,1 1 0 0 0,-1-1-1 0 0,0 0 1 0 0,0 1 0 0 0,0-1-1 0 0,0 1 1 0 0,1-1 0 0 0,-1 1-1 0 0,0 0 1 0 0,0 0-1 0 0,0 0-3 0 0,0 0-1 0 0,0 0 0 0 0,0 0 0 0 0,1 0 0 0 0,-1 0 0 0 0,0 1 0 0 0,1-1 0 0 0,-1 0 0 0 0,1 0 0 0 0,-1 1 1 0 0,1-1-1 0 0,0 0 0 0 0,-1 0 0 0 0,1 1 0 0 0,0-1 0 0 0,0 0 0 0 0,0 1 0 0 0,0-1 0 0 0,0 0 0 0 0,0 1 1 0 0,1-1-1 0 0,-1 0 0 0 0,0 1 0 0 0,1-1 0 0 0,-1 0 0 0 0,1 0 0 0 0,0 3 0 0 0,0-3 12 0 0,-1 0 0 0 0,1 0 0 0 0,-1 0 0 0 0,1 0 0 0 0,0 0-1 0 0,-1 0 1 0 0,1 0 0 0 0,0 0 0 0 0,-1 0 0 0 0,1-1 0 0 0,0 1 0 0 0,0 0 0 0 0,0 0-1 0 0,0-1 1 0 0,0 1 0 0 0,0 0 0 0 0,0-1 0 0 0,0 1 0 0 0,0-1 0 0 0,0 0 0 0 0,0 1-1 0 0,0-1 1 0 0,0 0 0 0 0,0 1 0 0 0,1-1 0 0 0,-1 0 0 0 0,0 0 0 0 0,0 0 0 0 0,0 0-1 0 0,0 0 1 0 0,2-1 0 0 0,-2 1 4 0 0,-1 0 0 0 0,1-1 0 0 0,-1 1 0 0 0,1 0-1 0 0,-1-1 1 0 0,0 1 0 0 0,1-1 0 0 0,-1 1 0 0 0,0 0-1 0 0,1-1 1 0 0,-1 1 0 0 0,0-1 0 0 0,1 1 0 0 0,-1-1 0 0 0,0 1-1 0 0,0-1 1 0 0,0 1 0 0 0,1-1 0 0 0,-1 1 0 0 0,0-1-1 0 0,0 1 1 0 0,0-1 0 0 0,0 0 0 0 0,0 1 0 0 0,0-1 0 0 0,0 1-1 0 0,0-1 1 0 0,0 1 0 0 0,0-1 0 0 0,0 1 0 0 0,-1-1-1 0 0,1 1 1 0 0,0-1 0 0 0,0 0 0 0 0,-1 1 0 0 0,1 0 0 0 0,0-1-1 0 0,0 1 1 0 0,-1-1 0 0 0,1 1 0 0 0,0-1 0 0 0,-1 1 0 0 0,1 0-1 0 0,-1-1 1 0 0,1 1 0 0 0,-1-1 0 0 0,-19-19-1931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0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459 24 14283 0 0,'13'-23'5232'0'0,"-23"30"-4380"0"0,-143 134 622 0 0,56-49-862 0 0,70-68-585 0 0,0 2 0 0 0,2 1 1 0 0,1 0-1 0 0,1 2 0 0 0,1 1 0 0 0,-28 52 1 0 0,47-78-28 0 0,2 0 1 0 0,-1 0-1 0 0,0 0 1 0 0,1 0-1 0 0,0 0 1 0 0,0 0-1 0 0,0 0 1 0 0,1 1-1 0 0,-1-1 1 0 0,1 0 0 0 0,0 0-1 0 0,0 1 1 0 0,1 5-1 0 0,0-8-4 0 0,0 0 0 0 0,0 0-1 0 0,0 0 1 0 0,0 0 0 0 0,0 0-1 0 0,0-1 1 0 0,0 1 0 0 0,1 0-1 0 0,-1-1 1 0 0,1 1 0 0 0,-1-1-1 0 0,1 1 1 0 0,0-1 0 0 0,0 0-1 0 0,-1 1 1 0 0,1-1 0 0 0,0 0-1 0 0,0 0 1 0 0,0-1 0 0 0,0 1-1 0 0,0 0 1 0 0,1-1 0 0 0,-1 1-1 0 0,0-1 1 0 0,0 1 0 0 0,0-1-1 0 0,4 0 1 0 0,132 7-23 0 0,40 4-7 0 0,-159-8 31 0 0,0 0 1 0 0,0 2 0 0 0,-1 0 0 0 0,1 1-1 0 0,-1 1 1 0 0,33 17 0 0 0,-45-20 16 0 0,0-1 0 0 0,-1 1 0 0 0,0 0-1 0 0,0 0 1 0 0,0 0 0 0 0,0 1 0 0 0,0 0 0 0 0,-1 0 0 0 0,0 0 0 0 0,0 0 0 0 0,0 1 0 0 0,-1 0 0 0 0,0 0 0 0 0,0-1 0 0 0,0 2-1 0 0,1 5 1 0 0,-2-3 34 0 0,-1 0 0 0 0,1-1 0 0 0,-2 1-1 0 0,1 0 1 0 0,-1 0 0 0 0,-1 0 0 0 0,0-1 0 0 0,0 1-1 0 0,0 0 1 0 0,-6 14 0 0 0,-2 3 68 0 0,-1-2 1 0 0,-2 0-1 0 0,0 0 0 0 0,-2-1 1 0 0,0 0-1 0 0,-34 39 0 0 0,23-31-20 0 0,10-12-73 0 0,-1 0 1 0 0,-34 31 0 0 0,48-49-805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0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44 2304 0 0,'-20'-18'1059'0'0,"17"15"-94"0"0,-1 0 0 0 0,0 1 0 0 0,0-1 0 0 0,0 1 0 0 0,0 0 0 0 0,0 0 0 0 0,-1 0 0 0 0,1 0 0 0 0,-1 1 0 0 0,1 0 0 0 0,-10-2 0 0 0,14 3-852 0 0,-1 0 1 0 0,1 0-1 0 0,-1 0 0 0 0,1 1 1 0 0,0-1-1 0 0,-1 0 0 0 0,1 0 0 0 0,0 0 1 0 0,-1 0-1 0 0,1 0 0 0 0,0 0 0 0 0,-1 1 1 0 0,1-1-1 0 0,0 0 0 0 0,-1 0 0 0 0,1 0 1 0 0,0 1-1 0 0,-1-1 0 0 0,1 0 0 0 0,0 1 1 0 0,0-1-1 0 0,-1 0 0 0 0,1 0 0 0 0,0 1 1 0 0,0-1-1 0 0,0 0 0 0 0,0 1 1 0 0,-1-1-1 0 0,1 0 0 0 0,0 1 0 0 0,0 0 1 0 0,0 16 1661 0 0,11 22-575 0 0,-9-33-781 0 0,40 118 807 0 0,25 88-45 0 0,-36-78-845 0 0,31 113-1353 0 0,-59-235 206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1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0 130 14283 0 0,'65'-19'4122'0'0,"12"-15"-538"0"0,-35 15-3730 0 0,0 2-1 0 0,66-18 1 0 0,-78 29-7569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1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0 437 6913 0 0,'1'1'102'0'0,"0"-1"0"0"0,0 1 0 0 0,0-1 0 0 0,0 0-1 0 0,0 1 1 0 0,0-1 0 0 0,0 0 0 0 0,0 0-1 0 0,1 0 1 0 0,-1 0 0 0 0,0 0 0 0 0,0 0-1 0 0,0 0 1 0 0,0 0 0 0 0,0 0 0 0 0,0 0 0 0 0,0 0-1 0 0,0-1 1 0 0,0 1 0 0 0,0-1 0 0 0,0 1-1 0 0,0-1 1 0 0,0 1 0 0 0,0-1 0 0 0,2 0 0 0 0,24-18 2978 0 0,-26 19-3051 0 0,8-8 916 0 0,1 0 0 0 0,-1-1 0 0 0,-1 0 0 0 0,1 0 0 0 0,-1-1 0 0 0,9-16 0 0 0,-10 15-559 0 0,-1-1 0 0 0,-1-1 0 0 0,1 1 0 0 0,-2-1 0 0 0,5-21 0 0 0,-6 18-284 0 0,0-1 0 0 0,-2 1 0 0 0,0-1 0 0 0,-1 1 0 0 0,0-1-1 0 0,-2 1 1 0 0,0-1 0 0 0,-1 1 0 0 0,0 0 0 0 0,-10-27 0 0 0,12 41-97 0 0,1 0 0 0 0,-1 0 0 0 0,0 0 1 0 0,0 0-1 0 0,0 0 0 0 0,0 0 0 0 0,0 0 0 0 0,0 1 0 0 0,0-1 1 0 0,0 0-1 0 0,-1 1 0 0 0,1-1 0 0 0,-1 1 0 0 0,1-1 1 0 0,-1 1-1 0 0,0 0 0 0 0,1 0 0 0 0,-1 0 0 0 0,-3-2 1 0 0,3 3-1 0 0,0 0 1 0 0,0-1-1 0 0,0 1 1 0 0,0 0 0 0 0,0 0-1 0 0,0 0 1 0 0,0 1-1 0 0,0-1 1 0 0,1 0 0 0 0,-1 1-1 0 0,0-1 1 0 0,0 1-1 0 0,0 0 1 0 0,1-1 0 0 0,-1 1-1 0 0,0 0 1 0 0,-2 2-1 0 0,-2 1-9 0 0,1 1 0 0 0,-1-1-1 0 0,1 2 1 0 0,0-1 0 0 0,0 0 0 0 0,0 1-1 0 0,1 0 1 0 0,0 0 0 0 0,-7 13-1 0 0,7-9-21 0 0,0-1 1 0 0,1 1-1 0 0,0 0 0 0 0,0 0 0 0 0,1 0 1 0 0,0 0-1 0 0,1 0 0 0 0,0 1 0 0 0,1-1 1 0 0,0 0-1 0 0,1 1 0 0 0,0-1 0 0 0,3 14 0 0 0,-2-15 6 0 0,1-1 0 0 0,0 0 0 0 0,1 0 0 0 0,0 0 0 0 0,0-1 0 0 0,0 1 0 0 0,1-1 0 0 0,0 0 0 0 0,0 0 0 0 0,1 0 0 0 0,0-1 0 0 0,0 0 0 0 0,1 0 0 0 0,0-1 0 0 0,0 0 0 0 0,10 6 0 0 0,-5-3-10 0 0,1-2 1 0 0,0 1 0 0 0,1-2-1 0 0,-1 0 1 0 0,1 0-1 0 0,0-2 1 0 0,0 1-1 0 0,0-2 1 0 0,17 2 0 0 0,-23-4 2 0 0,0 0 1 0 0,0 0 0 0 0,0-1-1 0 0,0 0 1 0 0,0 0 0 0 0,-1-1-1 0 0,1 0 1 0 0,0 0 0 0 0,-1-1-1 0 0,1 0 1 0 0,-1 0 0 0 0,0-1-1 0 0,0 0 1 0 0,0 0 0 0 0,-1-1-1 0 0,1 1 1 0 0,10-12 0 0 0,-8 6-502 0 0,0 0 0 0 0,-1-1 0 0 0,-1 0 0 0 0,0 0 0 0 0,0-1 0 0 0,-1 0 0 0 0,-1 0 0 0 0,0 0 1 0 0,4-14-1 0 0,0-11-1562 0 0,8-69 0 0 0,-13 74 1836 0 0,-3 21-3948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1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2761 0 0,'-1'21'15819'0'0,"13"4"-13494"0"0,-5-12-1312 0 0,8 27-327 0 0,-3 2 0 0 0,13 67 0 0 0,-17-64-840 0 0,2-2 0 0 0,22 60 0 0 0,-23-83-310 0 0,5 15-730 0 0,-9-10-3121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2.1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9 174 5529 0 0,'-1'0'78'0'0,"0"-1"0"0"0,1 1 0 0 0,-1-1 0 0 0,1 0 0 0 0,-1 1 1 0 0,0-1-1 0 0,1 0 0 0 0,0 1 0 0 0,-1-1 0 0 0,1 0 0 0 0,-1 0 0 0 0,1 0 0 0 0,0 1 0 0 0,0-1 0 0 0,-1 0 0 0 0,1 0 0 0 0,0 0 0 0 0,0 0 0 0 0,0 1 0 0 0,0-1 1 0 0,0 0-1 0 0,0 0 0 0 0,0 0 0 0 0,0 0 0 0 0,0 0 0 0 0,1-1 0 0 0,14-27 2353 0 0,32-19 1072 0 0,-36 38-2684 0 0,0 1 0 0 0,1 1 1 0 0,0 0-1 0 0,0 0 0 0 0,26-10 0 0 0,-33 15-624 0 0,1 1 0 0 0,-1 0 0 0 0,1 0 0 0 0,0 1 0 0 0,-1 0 0 0 0,1 0 0 0 0,0 0 0 0 0,0 1 0 0 0,0-1 0 0 0,0 2 0 0 0,-1-1 0 0 0,1 0 0 0 0,0 1 0 0 0,0 0 0 0 0,0 1-1 0 0,-1-1 1 0 0,8 4 0 0 0,-10-4-173 0 0,-1 0-1 0 0,1 1 1 0 0,-1-1 0 0 0,0 1-1 0 0,0 0 1 0 0,1-1-1 0 0,-1 1 1 0 0,0 0-1 0 0,0 0 1 0 0,-1 1-1 0 0,1-1 1 0 0,0 0-1 0 0,-1 0 1 0 0,1 1-1 0 0,-1-1 1 0 0,0 1-1 0 0,0 0 1 0 0,0-1 0 0 0,1 4-1 0 0,-1-1-36 0 0,-1-1-1 0 0,0 1 0 0 0,1-1 1 0 0,-2 1-1 0 0,1 0 1 0 0,0-1-1 0 0,-1 1 1 0 0,0-1-1 0 0,0 1 1 0 0,-3 7-1 0 0,-1 0-22 0 0,0-1-1 0 0,-1 0 1 0 0,0 0 0 0 0,-1 0 0 0 0,0-1-1 0 0,-1 0 1 0 0,-14 14 0 0 0,16-18-191 0 0,0 0 0 0 0,0 0 0 0 0,-1-1 0 0 0,0 0 0 0 0,0-1 0 0 0,-15 8 0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2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15667 0 0,'1'0'194'0'0,"0"1"0"0"0,0-1 0 0 0,1 0-1 0 0,-1 0 1 0 0,0 1 0 0 0,0-1 0 0 0,0 0-1 0 0,0 1 1 0 0,0-1 0 0 0,0 1 0 0 0,0-1-1 0 0,0 1 1 0 0,0 0 0 0 0,0-1 0 0 0,0 1-1 0 0,-1 0 1 0 0,1 0 0 0 0,0-1 0 0 0,0 1-1 0 0,-1 0 1 0 0,2 2 0 0 0,2 1 108 0 0,5 6-150 0 0,0 0 1 0 0,0 1-1 0 0,-1 0 0 0 0,-1 1 0 0 0,0-1 0 0 0,0 2 0 0 0,-1-1 0 0 0,7 23 0 0 0,26 114 1334 0 0,-29-102-1344 0 0,1 2-1349 0 0,3 0 0 0 0,32 82 0 0 0,-33-104-5950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3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683 215 10594 0 0,'-96'-50'5624'0'0,"77"43"-5133"0"0,0 0 0 0 0,0 0 0 0 0,-25-3 0 0 0,34 8-408 0 0,0 0-1 0 0,-1 1 0 0 0,1 0 1 0 0,0 1-1 0 0,-1 0 1 0 0,1 1-1 0 0,-1 0 1 0 0,1 1-1 0 0,0 0 0 0 0,0 1 1 0 0,0 0-1 0 0,0 0 1 0 0,1 1-1 0 0,-1 0 1 0 0,1 1-1 0 0,0 0 0 0 0,0 0 1 0 0,-12 10-1 0 0,-7 10-33 0 0,0 1 0 0 0,2 2 0 0 0,0 0 0 0 0,2 2 0 0 0,2 1 0 0 0,1 0 0 0 0,-23 46 0 0 0,34-54-90 0 0,0 0-1 0 0,2 1 1 0 0,1 0-1 0 0,0 0 1 0 0,-5 49-1 0 0,2 128-181 0 0,9-166 181 0 0,0 14-143 0 0,2 1 0 0 0,14 94 0 0 0,-11-125 97 0 0,1 1 0 0 0,0-1-1 0 0,2 0 1 0 0,0-1 0 0 0,1 0-1 0 0,0 0 1 0 0,2-1 0 0 0,0 0-1 0 0,1 0 1 0 0,16 18 0 0 0,-10-18-251 0 0,0-1 0 0 0,1 0 0 0 0,0-1 1 0 0,1-1-1 0 0,1-1 0 0 0,0-1 0 0 0,1 0 0 0 0,1-2 0 0 0,-1 0 0 0 0,46 13 1 0 0,3-6 12 0 0,1-3 1 0 0,92 7-1 0 0,-124-17 836 0 0,-1-2 1 0 0,0-2-1 0 0,1-1 0 0 0,-1-2 1 0 0,0-2-1 0 0,0-1 0 0 0,67-21 0 0 0,-80 19-255 0 0,-1-2 0 0 0,-1 0-1 0 0,0-2 1 0 0,-1 0 0 0 0,0-2-1 0 0,0 0 1 0 0,-2-1-1 0 0,0-2 1 0 0,-1 0 0 0 0,0-1-1 0 0,-2 0 1 0 0,25-34-1 0 0,-13 12 156 0 0,-3-1-1 0 0,30-60 0 0 0,-49 84-315 0 0,0 0 0 0 0,-1 0 0 0 0,0-1 0 0 0,-2 1 0 0 0,0-1 0 0 0,-1 0 1 0 0,-1-1-1 0 0,-1 1 0 0 0,-1-30 0 0 0,-5 5 175 0 0,-1 1 1 0 0,-3 0-1 0 0,-24-73 1 0 0,-60-118 329 0 0,82 207-588 0 0,-6-15 63 0 0,-2 1 0 0 0,-2 1 0 0 0,-1 0 1 0 0,-2 2-1 0 0,-48-58 0 0 0,60 83-76 0 0,0 0 0 0 0,-1 0 0 0 0,0 1 0 0 0,-1 1 0 0 0,0 0 0 0 0,0 1 0 0 0,-26-11 0 0 0,28 15-60 0 0,-1 1 0 0 0,1 0 0 0 0,-1 1-1 0 0,0 0 1 0 0,0 1 0 0 0,0 1-1 0 0,0 0 1 0 0,-1 0 0 0 0,1 2 0 0 0,-26 3-1 0 0,-29 12-2216 0 0,33-4-5700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6.7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25 2761 0 0,'0'-1'214'0'0,"0"0"-1"0"0,0 0 1 0 0,0 0 0 0 0,0 0 0 0 0,0 0 0 0 0,0 1 0 0 0,0-1 0 0 0,0 0 0 0 0,0 0 0 0 0,-1 0 0 0 0,1 0 0 0 0,0 1 0 0 0,0-1 0 0 0,-1 0 0 0 0,1 0 0 0 0,-1 0 0 0 0,1 1 0 0 0,-1-1-1 0 0,1 0 1 0 0,-1 1 0 0 0,1-1 0 0 0,-1 0 0 0 0,1 1 0 0 0,-1-1 0 0 0,0 1 0 0 0,1-1 0 0 0,-1 1 0 0 0,0-1 0 0 0,0 1 0 0 0,1-1 0 0 0,-1 1 0 0 0,0 0 0 0 0,0 0 0 0 0,0-1 0 0 0,1 1-1 0 0,-1 0 1 0 0,0 0 0 0 0,0 0 0 0 0,0 0 0 0 0,0 0 0 0 0,0 0 0 0 0,1 0 0 0 0,-1 0 0 0 0,0 0 0 0 0,0 0 0 0 0,0 0 0 0 0,0 1 0 0 0,1-1 0 0 0,-1 0 0 0 0,0 1 0 0 0,-1-1 0 0 0,-2 2 255 0 0,-1 0 1 0 0,1 0 0 0 0,0 0 0 0 0,0 1-1 0 0,0-1 1 0 0,0 1 0 0 0,-6 4 0 0 0,-6 12-40 0 0,0 0-1 0 0,1 1 1 0 0,0 1 0 0 0,2 0 0 0 0,1 1 0 0 0,-19 45-1 0 0,30-64-433 0 0,0-1-1 0 0,0 0 1 0 0,0 0-1 0 0,0 1 1 0 0,0-1-1 0 0,1 0 1 0 0,-1 1-1 0 0,1-1 1 0 0,0 1-1 0 0,0-1 0 0 0,0 1 1 0 0,0-1-1 0 0,0 1 1 0 0,0-1-1 0 0,0 1 1 0 0,1-1-1 0 0,0 0 1 0 0,-1 1-1 0 0,1-1 1 0 0,0 0-1 0 0,0 1 0 0 0,0-1 1 0 0,0 0-1 0 0,1 0 1 0 0,-1 0-1 0 0,0 0 1 0 0,4 3-1 0 0,-1-2-64 0 0,1 1-1 0 0,0-2 0 0 0,0 1 1 0 0,0-1-1 0 0,0 1 0 0 0,0-2 1 0 0,1 1-1 0 0,-1 0 0 0 0,1-1 1 0 0,-1 0-1 0 0,8 0 1 0 0,16 1-148 0 0,1-1 1 0 0,42-4 0 0 0,-47 1 82 0 0,0 0 0 0 0,0 2 1 0 0,1 1-1 0 0,24 5 0 0 0,-47-6 146 0 0,0 1 1 0 0,0-1-1 0 0,-1 1 0 0 0,1 0 1 0 0,0 0-1 0 0,-1 0 1 0 0,1 0-1 0 0,-1 0 0 0 0,1 0 1 0 0,-1 1-1 0 0,0-1 0 0 0,1 1 1 0 0,-1 0-1 0 0,0 0 1 0 0,0 0-1 0 0,0 0 0 0 0,0 0 1 0 0,-1 0-1 0 0,1 0 0 0 0,0 0 1 0 0,-1 1-1 0 0,0-1 1 0 0,1 1-1 0 0,0 3 0 0 0,-1-3 15 0 0,-1 1 0 0 0,0 0 0 0 0,1-1 0 0 0,-1 1 0 0 0,-1-1 0 0 0,1 1 0 0 0,0 0 0 0 0,-1-1 0 0 0,0 1 0 0 0,0-1 0 0 0,0 1 0 0 0,0-1 0 0 0,0 1 0 0 0,-1-1 0 0 0,0 0 0 0 0,1 0 0 0 0,-6 6 0 0 0,-6 8 367 0 0,-2-2 0 0 0,0 1-1 0 0,0-2 1 0 0,-2 0 0 0 0,0-1 0 0 0,-34 21 0 0 0,-13 9-3378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7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44 146 5065 0 0,'-3'-20'1272'0'0,"-1"1"-1"0"0,-9-32 1 0 0,-11-5 4562 0 0,31 72-4179 0 0,0 0 1 0 0,6 27-1 0 0,11 78-410 0 0,-19-95-839 0 0,4 42-180 0 0,-7-45-207 0 0,0-1-1 0 0,2 1 1 0 0,1 0-1 0 0,1-1 1 0 0,16 43 0 0 0,-20-63-26 0 0,-1 1 1 0 0,0-1-1 0 0,0 0 1 0 0,1 0-1 0 0,-1 1 1 0 0,1-1-1 0 0,-1 0 1 0 0,1 0-1 0 0,0 0 1 0 0,0-1-1 0 0,0 1 1 0 0,0 0-1 0 0,0-1 1 0 0,1 1-1 0 0,-1-1 1 0 0,0 0-1 0 0,1 0 1 0 0,2 1-1 0 0,-3-2-38 0 0,0 0 0 0 0,0 0 0 0 0,-1 0 0 0 0,1 0 0 0 0,0-1-1 0 0,0 1 1 0 0,0-1 0 0 0,0 1 0 0 0,-1-1 0 0 0,1 0 0 0 0,0 1 0 0 0,-1-1 0 0 0,1 0 0 0 0,-1 0 0 0 0,1 0-1 0 0,-1-1 1 0 0,1 1 0 0 0,-1 0 0 0 0,1 0 0 0 0,-1-1 0 0 0,0 1 0 0 0,0-1 0 0 0,0 1 0 0 0,0-1-1 0 0,2-3 1 0 0,9-17-370 0 0,0-1 1 0 0,13-37-1 0 0,-20 44 493 0 0,1 0 0 0 0,1 0 0 0 0,1 1 0 0 0,0 0 0 0 0,0 0 0 0 0,2 1 1 0 0,0 0-1 0 0,14-15 0 0 0,-22 27-12 0 0,-1 0 0 0 0,1 1 0 0 0,-1-1 0 0 0,1 1 0 0 0,0 0 0 0 0,0-1 0 0 0,0 1-1 0 0,0 0 1 0 0,0 0 0 0 0,0 0 0 0 0,0 1 0 0 0,0-1 0 0 0,0 0 0 0 0,0 1 0 0 0,1-1 0 0 0,-1 1 0 0 0,0 0 0 0 0,0-1 0 0 0,1 1 0 0 0,-1 0 0 0 0,3 1 0 0 0,-2 0-4 0 0,-1 0 1 0 0,1 0-1 0 0,-1 0 1 0 0,1 1 0 0 0,-1-1-1 0 0,1 1 1 0 0,-1 0 0 0 0,0-1-1 0 0,0 1 1 0 0,0 0-1 0 0,0 0 1 0 0,0 1 0 0 0,0-1-1 0 0,2 4 1 0 0,4 8 40 0 0,0 1 1 0 0,-1 0-1 0 0,0 0 1 0 0,6 24 0 0 0,-12-34-129 0 0,22 75-2731 0 0,-17-59-4479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7.9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69 105 12443 0 0,'-1'-1'236'0'0,"1"-1"1"0"0,-1 1-1 0 0,1 0 0 0 0,-1-1 1 0 0,1 1-1 0 0,-1 0 1 0 0,0 0-1 0 0,0 0 1 0 0,0 0-1 0 0,1-1 0 0 0,-1 1 1 0 0,0 0-1 0 0,0 0 1 0 0,-1 1-1 0 0,1-1 1 0 0,0 0-1 0 0,-2-1 0 0 0,2 2-112 0 0,0 0 0 0 0,0 0 0 0 0,0 0 0 0 0,0 0 0 0 0,0 0 0 0 0,0 1 0 0 0,0-1 0 0 0,0 0 0 0 0,0 1 0 0 0,0-1 0 0 0,0 1-1 0 0,0-1 1 0 0,0 1 0 0 0,0-1 0 0 0,1 1 0 0 0,-1-1 0 0 0,0 1 0 0 0,0 0 0 0 0,1-1 0 0 0,-1 1 0 0 0,0 0 0 0 0,1 0 0 0 0,-1 0-1 0 0,1 0 1 0 0,-1-1 0 0 0,0 3 0 0 0,-3 5 21 0 0,-1 0-1 0 0,2 1 0 0 0,-1-1 1 0 0,1 1-1 0 0,1 0 0 0 0,-1 0 1 0 0,2 0-1 0 0,-1 0 0 0 0,1 1 1 0 0,0 14-1 0 0,1-10-166 0 0,1 0-1 0 0,0 1 1 0 0,1-1-1 0 0,0 0 1 0 0,2 0 0 0 0,4 16-1 0 0,-6-25-19 0 0,0 0 0 0 0,0 0 0 0 0,1-1 0 0 0,-1 1-1 0 0,1 0 1 0 0,0-1 0 0 0,0 0 0 0 0,1 1 0 0 0,-1-1-1 0 0,1-1 1 0 0,0 1 0 0 0,0 0 0 0 0,0-1 0 0 0,1 0 0 0 0,-1 0-1 0 0,1 0 1 0 0,-1-1 0 0 0,10 4 0 0 0,-10-5 7 0 0,0 0 1 0 0,1 0 0 0 0,-1 0-1 0 0,0-1 1 0 0,1 0-1 0 0,-1 0 1 0 0,0 0 0 0 0,0-1-1 0 0,1 1 1 0 0,-1-1-1 0 0,0 0 1 0 0,0 0 0 0 0,0 0-1 0 0,0-1 1 0 0,0 1-1 0 0,0-1 1 0 0,0 0 0 0 0,0 0-1 0 0,-1-1 1 0 0,1 1-1 0 0,-1-1 1 0 0,0 0 0 0 0,6-6-1 0 0,-2 3 94 0 0,0-1 0 0 0,-1-1 1 0 0,0 0-1 0 0,0 0 0 0 0,-1 0 0 0 0,0 0 0 0 0,0-1 0 0 0,-1 0 0 0 0,0 1 0 0 0,-1-2 1 0 0,0 1-1 0 0,0 0 0 0 0,-1-1 0 0 0,0 1 0 0 0,-1-1 0 0 0,0 0 0 0 0,-1 1 0 0 0,1-1 1 0 0,-2 0-1 0 0,0 0 0 0 0,0 1 0 0 0,0-1 0 0 0,-1 0 0 0 0,-1 1 0 0 0,0 0 0 0 0,0 0 1 0 0,-1-1-1 0 0,0 2 0 0 0,0-1 0 0 0,-1 0 0 0 0,0 1 0 0 0,-1 0 0 0 0,1 0 0 0 0,-2 1 1 0 0,1 0-1 0 0,-1 0 0 0 0,0 0 0 0 0,-13-9 0 0 0,14 12-218 0 0,0 1-1 0 0,-1-1 1 0 0,1 1-1 0 0,-1 0 1 0 0,1 1-1 0 0,-1 0 1 0 0,0 0-1 0 0,0 0 1 0 0,0 1-1 0 0,0 0 1 0 0,0 0-1 0 0,0 1 1 0 0,0 0-1 0 0,-11 1 1 0 0,-1 2-1103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8.3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98 8930 0 0,'0'-1'157'0'0,"0"1"1"0"0,0-1-1 0 0,1 1 1 0 0,-1-1-1 0 0,0 1 1 0 0,1-1-1 0 0,-1 1 1 0 0,1-1-1 0 0,-1 1 1 0 0,0 0-1 0 0,1-1 1 0 0,-1 1-1 0 0,1 0 1 0 0,-1-1-1 0 0,1 1 1 0 0,-1 0-1 0 0,1 0 1 0 0,0-1-1 0 0,-1 1 1 0 0,1 0-1 0 0,-1 0 1 0 0,1 0-1 0 0,-1 0 1 0 0,1 0-1 0 0,0 0 1 0 0,-1 0-1 0 0,1 0 1 0 0,-1 0-1 0 0,1 0 1 0 0,0 0-1 0 0,-1 0 1 0 0,1 0-1 0 0,-1 0 1 0 0,1 0-1 0 0,-1 1 1 0 0,1-1-1 0 0,0 0 1 0 0,-1 0-1 0 0,1 1 1 0 0,0 0-1 0 0,26 10 3288 0 0,-17-4-2997 0 0,0 0-1 0 0,-1 1 1 0 0,0 0 0 0 0,0 1-1 0 0,-1 0 1 0 0,0 0 0 0 0,7 11-1 0 0,-10-13-433 0 0,0 0 1 0 0,-1 0-1 0 0,0 1 0 0 0,-1-1 0 0 0,1 1 0 0 0,-2 0 1 0 0,1 0-1 0 0,-1 0 0 0 0,0 0 0 0 0,0 0 0 0 0,0 12 0 0 0,-2-20-8 0 0,0 0-1 0 0,0 0 1 0 0,0 0-1 0 0,0 0 1 0 0,0 0-1 0 0,0 0 1 0 0,0 1-1 0 0,0-1 1 0 0,0 0-1 0 0,0 0 1 0 0,0 0-1 0 0,0 0 1 0 0,0 0-1 0 0,0 0 1 0 0,0 0-1 0 0,0 0 1 0 0,0 0-1 0 0,0 0 1 0 0,0 1-1 0 0,0-1 1 0 0,-1 0-1 0 0,1 0 1 0 0,0 0-1 0 0,0 0 0 0 0,0 0 1 0 0,0 0-1 0 0,0 0 1 0 0,0 0-1 0 0,0 0 1 0 0,0 0-1 0 0,0 0 1 0 0,0 0-1 0 0,0 0 1 0 0,0 0-1 0 0,0 0 1 0 0,0 0-1 0 0,-1 1 1 0 0,1-1-1 0 0,0 0 1 0 0,0 0-1 0 0,0 0 1 0 0,0 0-1 0 0,0 0 1 0 0,0 0-1 0 0,0 0 1 0 0,0 0-1 0 0,0 0 1 0 0,0 0-1 0 0,-1 0 0 0 0,1 0 1 0 0,0 0-1 0 0,0 0 1 0 0,0-1-1 0 0,0 1 1 0 0,0 0-1 0 0,0 0 1 0 0,0 0-1 0 0,0 0 1 0 0,0 0-1 0 0,0 0 1 0 0,0 0-1 0 0,-1 0 1 0 0,1 0-1 0 0,0 0 1 0 0,0 0-1 0 0,0 0 1 0 0,0 0-1 0 0,0 0 1 0 0,-8-9 362 0 0,-5-10-56 0 0,8 8-288 0 0,0 0-1 0 0,1 0 0 0 0,0 0 0 0 0,1 0 0 0 0,0 0 0 0 0,1-1 0 0 0,1 0 1 0 0,0 1-1 0 0,0-1 0 0 0,1 0 0 0 0,0 1 0 0 0,3-15 0 0 0,-1 13-1832 0 0,1 1 0 0 0,0-1 0 0 0,9-19-1 0 0,-1 6-5382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8.5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37 10594 0 0,'-21'-14'2018'0'0,"20"13"-1590"0"0,0 0 1 0 0,0 0-1 0 0,0 0 1 0 0,1 0-1 0 0,-1-1 1 0 0,0 1-1 0 0,1 0 0 0 0,-1-1 1 0 0,1 1-1 0 0,-1 0 1 0 0,1-1-1 0 0,-1 1 1 0 0,1-1-1 0 0,0 1 0 0 0,0-2 1 0 0,9 23 2913 0 0,0-3-3163 0 0,27 106 652 0 0,-23-73-793 0 0,2-1-1 0 0,2 0 1 0 0,24 47-1 0 0,-25-65-585 0 0,-1 0-1 0 0,10 36 0 0 0,-16-39-537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1 242 15203 0 0,'-1'0'79'0'0,"1"-1"-1"0"0,0 0 1 0 0,0 0 0 0 0,0 1-1 0 0,0-1 1 0 0,0 0-1 0 0,0 1 1 0 0,0-1 0 0 0,0 0-1 0 0,0 0 1 0 0,1 1-1 0 0,-1-1 1 0 0,0 0 0 0 0,0 1-1 0 0,1-1 1 0 0,-1 0-1 0 0,0 1 1 0 0,1-1-1 0 0,-1 0 1 0 0,1 1 0 0 0,-1-1-1 0 0,0 1 1 0 0,1-1-1 0 0,0 1 1 0 0,0-1 0 0 0,19-17 849 0 0,-10 11-291 0 0,11-12 34 0 0,19-19-88 0 0,2 2 0 0 0,68-45 1 0 0,-65 60-5678 0 0,-27 16 2038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19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14 5065 0 0,'-3'-2'488'0'0,"-1"0"0"0"0,0 0 0 0 0,0 1 0 0 0,0-1 0 0 0,0 1 0 0 0,0 0 0 0 0,-1 0 0 0 0,1 0 0 0 0,0 1 0 0 0,-5-1 0 0 0,7 1-269 0 0,1 1 0 0 0,-1-1 0 0 0,1 1 0 0 0,-1-1-1 0 0,0 1 1 0 0,1 0 0 0 0,-1 0 0 0 0,1 0 0 0 0,0 0 0 0 0,-1 0-1 0 0,1 0 1 0 0,0 0 0 0 0,-1 0 0 0 0,1 0 0 0 0,0 0 0 0 0,0 1-1 0 0,0-1 1 0 0,0 1 0 0 0,0-1 0 0 0,1 1 0 0 0,-1-1 0 0 0,0 1 0 0 0,1-1-1 0 0,-1 1 1 0 0,1-1 0 0 0,-1 1 0 0 0,1 0 0 0 0,-1 2 0 0 0,-1 10 37 0 0,0 0 0 0 0,1 0 0 0 0,0 0 0 0 0,1 0 0 0 0,1 0 0 0 0,0 0 0 0 0,0 0 0 0 0,2 0 0 0 0,0 0 0 0 0,0-1 1 0 0,2 1-1 0 0,-1-1 0 0 0,2 0 0 0 0,0 0 0 0 0,8 14 0 0 0,-9-19-238 0 0,-1-1 0 0 0,1 1 0 0 0,1-1 0 0 0,0 0 1 0 0,-1 0-1 0 0,2-1 0 0 0,-1 0 0 0 0,1 0 0 0 0,0 0 0 0 0,0-1 0 0 0,1 0 0 0 0,0-1 0 0 0,-1 1 1 0 0,2-2-1 0 0,-1 1 0 0 0,0-1 0 0 0,1 0 0 0 0,-1 0 0 0 0,1-1 0 0 0,0-1 0 0 0,0 1 1 0 0,0-2-1 0 0,0 1 0 0 0,14-2 0 0 0,-19 1 1 0 0,0 0 1 0 0,0-1-1 0 0,-1 1 1 0 0,1-1-1 0 0,0 0 1 0 0,-1 0 0 0 0,1-1-1 0 0,-1 1 1 0 0,0-1-1 0 0,1 0 1 0 0,-1 1-1 0 0,0-1 1 0 0,0-1-1 0 0,0 1 1 0 0,0 0-1 0 0,0-1 1 0 0,-1 0-1 0 0,1 1 1 0 0,-1-1-1 0 0,0 0 1 0 0,0 0-1 0 0,0-1 1 0 0,3-4-1 0 0,-4 3 5 0 0,1 0-1 0 0,-1-1 1 0 0,1 1-1 0 0,-2-1 0 0 0,1 1 1 0 0,-1-1-1 0 0,1 1 1 0 0,-1-1-1 0 0,-1 1 0 0 0,1-1 1 0 0,-1 0-1 0 0,0 1 1 0 0,0 0-1 0 0,-1-1 0 0 0,-2-5 1 0 0,-3-8 110 0 0,-2 0 0 0 0,0 0 0 0 0,-1 1 0 0 0,-21-29 0 0 0,26 39-212 0 0,-2 0-1 0 0,1 1 0 0 0,-1-1 0 0 0,0 2 0 0 0,-1-1 0 0 0,1 1 0 0 0,-1 0 0 0 0,-1 0 0 0 0,1 1 0 0 0,-1 0 1 0 0,-17-6-1 0 0,25 10-148 0 0,-1 0 1 0 0,0 1-1 0 0,0-1 0 0 0,0 1 1 0 0,0 0-1 0 0,0-1 1 0 0,0 1-1 0 0,0 0 1 0 0,0 0-1 0 0,0 0 0 0 0,0 1 1 0 0,0-1-1 0 0,0 0 1 0 0,0 1-1 0 0,0-1 1 0 0,0 1-1 0 0,-1 1 0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0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16876 0 0,'0'0'381'0'0,"4"13"4092"0"0,-2 2-4386 0 0,1 0 0 0 0,1 0 0 0 0,1 0 0 0 0,0 0 0 0 0,1-1 1 0 0,0 0-1 0 0,13 21 0 0 0,-17-31-85 0 0,1 1 0 0 0,0-1 0 0 0,0 1 0 0 0,1-1 1 0 0,-1 0-1 0 0,1 0 0 0 0,0-1 0 0 0,0 1 0 0 0,0-1 0 0 0,1 0 0 0 0,-1 0 1 0 0,1 0-1 0 0,-1-1 0 0 0,1 1 0 0 0,0-1 0 0 0,0-1 0 0 0,0 1 0 0 0,0 0 1 0 0,0-1-1 0 0,1 0 0 0 0,-1 0 0 0 0,0-1 0 0 0,0 0 0 0 0,1 0 1 0 0,-1 0-1 0 0,9-1 0 0 0,-11 0-8 0 0,-1 1 0 0 0,1-1 0 0 0,-1 0 0 0 0,1 0 0 0 0,-1 0 0 0 0,1-1 0 0 0,-1 1 0 0 0,1 0 0 0 0,-1-1 1 0 0,0 0-1 0 0,0 1 0 0 0,0-1 0 0 0,0 0 0 0 0,0 0 0 0 0,0 0 0 0 0,0 0 0 0 0,-1 0 0 0 0,1-1 0 0 0,-1 1 0 0 0,1-1 0 0 0,-1 1 0 0 0,1-4 1 0 0,2-5-26 0 0,-1-1 0 0 0,0 0 0 0 0,2-25 0 0 0,-4 28 138 0 0,0 0 0 0 0,1 0 0 0 0,-1 0-1 0 0,2 0 1 0 0,-1 1 0 0 0,6-12 0 0 0,-8 20-96 0 0,0 0 0 0 0,0-1 0 0 0,0 1 1 0 0,0 0-1 0 0,1 0 0 0 0,-1 0 0 0 0,0-1 0 0 0,0 1 0 0 0,0 0 1 0 0,1 0-1 0 0,-1 0 0 0 0,0 0 0 0 0,0 0 0 0 0,1-1 0 0 0,-1 1 1 0 0,0 0-1 0 0,1 0 0 0 0,-1 0 0 0 0,0 0 0 0 0,0 0 0 0 0,1 0 1 0 0,-1 0-1 0 0,0 0 0 0 0,0 0 0 0 0,1 0 0 0 0,-1 0 0 0 0,0 0 1 0 0,1 0-1 0 0,-1 0 0 0 0,0 0 0 0 0,0 0 0 0 0,1 0 0 0 0,-1 0 1 0 0,0 0-1 0 0,0 1 0 0 0,1-1 0 0 0,-1 0 0 0 0,0 0 0 0 0,0 0 1 0 0,1 0-1 0 0,-1 1 0 0 0,14 13 196 0 0,8 19-92 0 0,-22-32-111 0 0,21 36-19 0 0,-9-14-623 0 0,1-1 0 0 0,1 0 0 0 0,23 28 0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0.3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10594 0 0,'5'2'11613'0'0,"5"25"-9322"0"0,11 38-2701 0 0,4 24 613 0 0,-8-26-259 0 0,3 0-1 0 0,2-1 1 0 0,35 66-1 0 0,-29-72-2237 0 0,-14-29-5562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0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39 5985 0 0,'-8'-1'850'0'0,"-23"-9"10975"0"0,44 10-9715 0 0,-2-1-1530 0 0,24-1-159 0 0,61-10 0 0 0,-62 6-1693 0 0,6-1-6189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0.8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14 6913 0 0,'-1'-1'399'0'0,"0"0"-1"0"0,0 0 0 0 0,-1-1 0 0 0,1 1 1 0 0,0 0-1 0 0,0 1 0 0 0,-1-1 0 0 0,1 0 0 0 0,0 0 1 0 0,-1 0-1 0 0,1 1 0 0 0,-1-1 0 0 0,1 1 1 0 0,-1-1-1 0 0,1 1 0 0 0,-1 0 0 0 0,1-1 0 0 0,-1 1 1 0 0,-2 0-1 0 0,3 1-241 0 0,1-1 0 0 0,-1 1 0 0 0,0-1 0 0 0,0 1 0 0 0,0-1 0 0 0,1 1 0 0 0,-1 0 0 0 0,0 0 0 0 0,1-1 0 0 0,-1 1 0 0 0,1 0 0 0 0,-1 0 0 0 0,1 0 0 0 0,-1-1 0 0 0,1 1 0 0 0,-1 0 0 0 0,1 0 0 0 0,0 0 1 0 0,-1 0-1 0 0,1 0 0 0 0,0 0 0 0 0,0 0 0 0 0,0 0 0 0 0,0 0 0 0 0,0 0 0 0 0,0 0 0 0 0,0 0 0 0 0,0 0 0 0 0,0 0 0 0 0,0 0 0 0 0,1 1 0 0 0,3 25 505 0 0,1-1-1 0 0,2-1 1 0 0,12 33 0 0 0,3 14-382 0 0,-8-12-214 0 0,8 66 0 0 0,-14-45-6582 0 0,-7-44-552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1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10 174 13363 0 0,'0'0'39'0'0,"-1"0"0"0"0,1-1-1 0 0,0 1 1 0 0,-1 0 0 0 0,1 1 0 0 0,-1-1 0 0 0,1 0 0 0 0,0 0 0 0 0,-1 0-1 0 0,1 0 1 0 0,0 0 0 0 0,-1 0 0 0 0,1 0 0 0 0,0 0 0 0 0,-1 1 0 0 0,1-1-1 0 0,0 0 1 0 0,-1 0 0 0 0,1 0 0 0 0,0 1 0 0 0,0-1 0 0 0,-1 0 0 0 0,1 0-1 0 0,0 1 1 0 0,0-1 0 0 0,-1 0 0 0 0,1 1 0 0 0,0-1 0 0 0,0 0 0 0 0,0 1-1 0 0,0-1 1 0 0,0 0 0 0 0,-1 1 0 0 0,1-1 0 0 0,0 0 0 0 0,0 1 0 0 0,0-1-1 0 0,0 0 1 0 0,0 1 0 0 0,0-1 0 0 0,0 1 0 0 0,0-1 0 0 0,0 0 0 0 0,0 1-1 0 0,0-1 1 0 0,0 0 0 0 0,1 1 0 0 0,-1-1 0 0 0,0 0 0 0 0,0 1 0 0 0,0-1-1 0 0,0 0 1 0 0,1 1 0 0 0,-1-1 0 0 0,0 0 0 0 0,0 1 0 0 0,1-1 0 0 0,-1 0-1 0 0,0 0 1 0 0,0 1 0 0 0,1-1 0 0 0,-1 0 0 0 0,2 1 58 0 0,-1 0-1 0 0,0 0 1 0 0,1-1 0 0 0,-1 1-1 0 0,1-1 1 0 0,-1 1 0 0 0,1-1 0 0 0,-1 1-1 0 0,1-1 1 0 0,0 0 0 0 0,-1 0 0 0 0,1 0-1 0 0,2 0 1 0 0,20-7 104 0 0,-1-1 0 0 0,0-1 0 0 0,0-1 0 0 0,-1-1 0 0 0,-1-1 0 0 0,21-14 0 0 0,20-11-508 0 0,5 2-616 0 0,-21 13-3459 0 0,-4 4-1192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1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5761 0 0,'0'0'144'0'0,"1"0"1"0"0,0-1-1 0 0,-1 1 0 0 0,1 0 1 0 0,-1 0-1 0 0,1 0 0 0 0,-1 0 0 0 0,1 0 1 0 0,0-1-1 0 0,-1 1 0 0 0,1 0 0 0 0,-1 1 1 0 0,1-1-1 0 0,0 0 0 0 0,-1 0 0 0 0,1 0 1 0 0,-1 0-1 0 0,1 0 0 0 0,-1 1 0 0 0,1-1 1 0 0,0 0-1 0 0,-1 0 0 0 0,1 1 0 0 0,-1-1 1 0 0,1 0-1 0 0,-1 1 0 0 0,0-1 0 0 0,1 0 1 0 0,-1 1-1 0 0,1-1 0 0 0,-1 1 1 0 0,0-1-1 0 0,1 1 0 0 0,-1-1 0 0 0,0 1 1 0 0,1-1-1 0 0,-1 1 0 0 0,0-1 0 0 0,0 1 1 0 0,1 0-1 0 0,13 27 5463 0 0,-13-25-5369 0 0,8 20 281 0 0,-1 1 1 0 0,-1 1-1 0 0,-1-1 1 0 0,-2 1-1 0 0,0 0 0 0 0,0 48 1 0 0,-4-45-111 0 0,2 0 0 0 0,1 0 1 0 0,2-1-1 0 0,0 0 1 0 0,12 35-1 0 0,-17-61-414 0 0,1 1-1 0 0,0-1 1 0 0,-1 1-1 0 0,1-1 1 0 0,0 1-1 0 0,-1-1 1 0 0,1 1 0 0 0,0-1-1 0 0,0 0 1 0 0,0 1-1 0 0,0-1 1 0 0,1 0-1 0 0,-1 0 1 0 0,0 0 0 0 0,3 2-1 0 0,-4-3-2 0 0,1 0 0 0 0,0 0 0 0 0,-1 0-1 0 0,1 0 1 0 0,0 0 0 0 0,-1 0 0 0 0,1 0 0 0 0,0 0 0 0 0,0 0-1 0 0,-1 0 1 0 0,1 0 0 0 0,0 0 0 0 0,-1-1 0 0 0,1 1-1 0 0,0 0 1 0 0,-1 0 0 0 0,1-1 0 0 0,0 1 0 0 0,-1 0-1 0 0,1-1 1 0 0,-1 1 0 0 0,1-1 0 0 0,-1 1 0 0 0,2-2-1 0 0,3-4-62 0 0,0 0 0 0 0,-1-1 0 0 0,1 0-1 0 0,-1 0 1 0 0,3-8 0 0 0,0 1 14 0 0,2-1 34 0 0,1 0-1 0 0,0 0 1 0 0,1 1 0 0 0,24-24-1 0 0,-30 33 63 0 0,-1 1-1 0 0,1 0 0 0 0,0 0 0 0 0,0 0 1 0 0,0 1-1 0 0,1 0 0 0 0,-1 0 0 0 0,1 0 1 0 0,0 0-1 0 0,0 1 0 0 0,0 0 0 0 0,0 1 1 0 0,0-1-1 0 0,0 1 0 0 0,0 0 0 0 0,1 0 1 0 0,8 1-1 0 0,-12 1 2 0 0,1 0 0 0 0,-1 0 0 0 0,1 0 0 0 0,-1 0 0 0 0,1 0 0 0 0,-1 1 0 0 0,0 0 0 0 0,1 0 0 0 0,-1 0 0 0 0,0 0 0 0 0,0 0 0 0 0,0 1 0 0 0,-1-1 0 0 0,1 1 0 0 0,-1 0 0 0 0,5 5 0 0 0,2 6 76 0 0,0 0 1 0 0,11 24-1 0 0,-7-13-45 0 0,-6-12-205 0 0,3 7 209 0 0,2 0 0 0 0,20 26 0 0 0,-27-40-444 0 0,0 0-1 0 0,0-1 1 0 0,1 1 0 0 0,0-1-1 0 0,0-1 1 0 0,1 1 0 0 0,-1-1 0 0 0,1 0-1 0 0,0 0 1 0 0,0-1 0 0 0,8 3-1 0 0,4 0-7019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1.7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12 322 6913 0 0,'1'0'192'0'0,"0"1"0"0"0,0-1-1 0 0,0 0 1 0 0,0 0-1 0 0,0 0 1 0 0,1 0 0 0 0,-1 0-1 0 0,0 0 1 0 0,0 0-1 0 0,0 0 1 0 0,0 0-1 0 0,0-1 1 0 0,0 1 0 0 0,0 0-1 0 0,0-1 1 0 0,0 1-1 0 0,0-1 1 0 0,0 1-1 0 0,0-1 1 0 0,0 0 0 0 0,0 1-1 0 0,2-2 1 0 0,23-17 3319 0 0,-25 17-3459 0 0,7-4 480 0 0,0-1 0 0 0,-1 0 1 0 0,0-1-1 0 0,0 0 0 0 0,-1 0 0 0 0,0 0 0 0 0,-1-1 0 0 0,0 0 1 0 0,6-12-1 0 0,-8 12-439 0 0,1 0 0 0 0,-2 0 0 0 0,1 0 1 0 0,-1 0-1 0 0,0 0 0 0 0,-1 0 0 0 0,0-1 1 0 0,-1 1-1 0 0,0-1 0 0 0,0 1 0 0 0,-1-1 1 0 0,0 1-1 0 0,-1 0 0 0 0,1 0 0 0 0,-2-1 1 0 0,-5-13-1 0 0,7 21-57 0 0,1 0 1 0 0,-1 0-1 0 0,0 0 0 0 0,0 0 1 0 0,0 0-1 0 0,0 0 0 0 0,-1 1 0 0 0,1-1 1 0 0,0 0-1 0 0,-1 1 0 0 0,0-1 1 0 0,1 1-1 0 0,-1-1 0 0 0,0 1 1 0 0,1 0-1 0 0,-1 0 0 0 0,0 0 1 0 0,-3-2-1 0 0,3 3-12 0 0,0 0 1 0 0,1 0 0 0 0,-1-1-1 0 0,0 1 1 0 0,1 1-1 0 0,-1-1 1 0 0,0 0-1 0 0,0 0 1 0 0,1 1 0 0 0,-1-1-1 0 0,0 1 1 0 0,1-1-1 0 0,-1 1 1 0 0,1 0-1 0 0,-1-1 1 0 0,1 1 0 0 0,-1 0-1 0 0,-1 2 1 0 0,-3 2 34 0 0,0 0 1 0 0,1 0-1 0 0,0 1 1 0 0,0 0-1 0 0,0 0 1 0 0,1 0-1 0 0,-1 1 1 0 0,-5 12-1 0 0,6-8-43 0 0,0-1 0 0 0,0 1 0 0 0,1-1 0 0 0,0 1-1 0 0,1 0 1 0 0,1 0 0 0 0,-1 0 0 0 0,2 0 0 0 0,-1 0-1 0 0,2 1 1 0 0,-1-1 0 0 0,2 0 0 0 0,2 13 0 0 0,-2-16-8 0 0,0-1 0 0 0,1 0 1 0 0,-1 0-1 0 0,1-1 0 0 0,1 1 0 0 0,-1-1 1 0 0,1 1-1 0 0,1-1 0 0 0,-1 0 0 0 0,1-1 1 0 0,0 1-1 0 0,0-1 0 0 0,0 0 0 0 0,1 0 1 0 0,0 0-1 0 0,0-1 0 0 0,0 0 0 0 0,0 0 1 0 0,1-1-1 0 0,12 5 0 0 0,-1-1-309 0 0,0-2-1 0 0,0 0 0 0 0,1-1 1 0 0,0-1-1 0 0,-1-1 1 0 0,30 0-1 0 0,-7-4-7517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2.4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16131 0 0,'5'0'408'0'0,"0"0"-1"0"0,0 1 0 0 0,-1 0 0 0 0,1-1 1 0 0,0 2-1 0 0,0-1 0 0 0,-1 0 0 0 0,1 1 0 0 0,-1 0 1 0 0,1 0-1 0 0,-1 0 0 0 0,0 1 0 0 0,8 5 0 0 0,-6-2-191 0 0,-1-1-1 0 0,1 1 0 0 0,-1 0 1 0 0,0 1-1 0 0,0-1 0 0 0,-1 1 1 0 0,7 12-1 0 0,-3 1-161 0 0,0-1 1 0 0,-1 1 0 0 0,-2 0-1 0 0,0 1 1 0 0,4 33-1 0 0,-4 21-231 0 0,-5 92 0 0 0,-2-96-1558 0 0,2-20-6103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2.7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91 14283 0 0,'-1'0'175'0'0,"0"0"-1"0"0,1 0 1 0 0,-1 0-1 0 0,0 1 1 0 0,1-1 0 0 0,-1 0-1 0 0,0 1 1 0 0,1-1 0 0 0,-1 1-1 0 0,1-1 1 0 0,-1 1-1 0 0,1-1 1 0 0,-1 1 0 0 0,1-1-1 0 0,-1 1 1 0 0,1-1-1 0 0,-1 1 1 0 0,1 0 0 0 0,0-1-1 0 0,-1 1 1 0 0,1-1-1 0 0,0 1 1 0 0,0 0 0 0 0,-1 0-1 0 0,1-1 1 0 0,0 1 0 0 0,0 0-1 0 0,0-1 1 0 0,0 1-1 0 0,0 0 1 0 0,0 1 0 0 0,-6 32 1045 0 0,6-31-962 0 0,-2 8-190 0 0,1 1 1 0 0,0 0 0 0 0,1 0 0 0 0,0-1 0 0 0,1 1-1 0 0,1 0 1 0 0,0-1 0 0 0,0 1 0 0 0,1-1 0 0 0,0 1-1 0 0,8 16 1 0 0,-7-22-73 0 0,-1 0 0 0 0,1 0-1 0 0,0 0 1 0 0,0-1 0 0 0,0 0-1 0 0,1 1 1 0 0,0-2 0 0 0,0 1-1 0 0,0 0 1 0 0,1-1 0 0 0,-1 0-1 0 0,1-1 1 0 0,0 1 0 0 0,0-1 0 0 0,0 0-1 0 0,1 0 1 0 0,-1-1 0 0 0,1 0-1 0 0,0 0 1 0 0,-1-1 0 0 0,9 2-1 0 0,-8-2 31 0 0,-1-1 0 0 0,1 1-1 0 0,0-1 1 0 0,0 0-1 0 0,0-1 1 0 0,-1 1 0 0 0,1-1-1 0 0,0-1 1 0 0,-1 1 0 0 0,1-1-1 0 0,-1 0 1 0 0,1-1-1 0 0,-1 0 1 0 0,0 0 0 0 0,0 0-1 0 0,0 0 1 0 0,0-1-1 0 0,-1 0 1 0 0,10-9 0 0 0,-10 7 20 0 0,0 0 0 0 0,0-1 0 0 0,0 1-1 0 0,-1-1 1 0 0,0 0 0 0 0,-1 0 0 0 0,1-1 0 0 0,-1 1 0 0 0,-1-1 0 0 0,1 0 0 0 0,-1 0 0 0 0,-1 0 0 0 0,1 0 0 0 0,-1 0 0 0 0,-1 0 0 0 0,0-11 0 0 0,0 10-20 0 0,-1 0 0 0 0,0 0 0 0 0,0 0 0 0 0,-1 0 0 0 0,0 0 0 0 0,-1 0 0 0 0,0 1 0 0 0,0-1 0 0 0,-1 1 0 0 0,0 0 0 0 0,-1 0 0 0 0,1 0 0 0 0,-2 1 0 0 0,1-1 0 0 0,-1 1 0 0 0,0 1 0 0 0,0-1 0 0 0,-1 1 0 0 0,0 0 0 0 0,0 0 0 0 0,-8-4 0 0 0,6 4-244 0 0,0 2 1 0 0,-1-1-1 0 0,1 1 1 0 0,-1 1-1 0 0,0-1 1 0 0,0 2-1 0 0,0-1 0 0 0,0 1 1 0 0,0 1-1 0 0,-1 0 1 0 0,1 0-1 0 0,0 1 0 0 0,-1 1 1 0 0,1 0-1 0 0,0 0 1 0 0,0 1-1 0 0,-1 0 0 0 0,-12 5 1 0 0,-8 5-6991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3.3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20 10594 0 0,'0'-1'165'0'0,"-1"0"-1"0"0,1 0 0 0 0,-1 0 1 0 0,0-1-1 0 0,1 1 0 0 0,-1 0 1 0 0,0 0-1 0 0,0 0 1 0 0,1 1-1 0 0,-1-1 0 0 0,0 0 1 0 0,0 0-1 0 0,0 0 0 0 0,0 1 1 0 0,0-1-1 0 0,0 0 1 0 0,0 1-1 0 0,-1-1 0 0 0,1 1 1 0 0,0-1-1 0 0,0 1 0 0 0,0 0 1 0 0,0-1-1 0 0,-1 1 0 0 0,1 0 1 0 0,0 0-1 0 0,0 0 1 0 0,-1 0-1 0 0,1 0 0 0 0,0 0 1 0 0,0 0-1 0 0,-1 0 0 0 0,1 1 1 0 0,0-1-1 0 0,0 0 1 0 0,0 1-1 0 0,-1-1 0 0 0,1 1 1 0 0,-1 0-1 0 0,-1 1 27 0 0,-1 0 0 0 0,1 0-1 0 0,0 1 1 0 0,0-1 0 0 0,0 1 0 0 0,0-1 0 0 0,1 1 0 0 0,-1 0-1 0 0,1 0 1 0 0,0 0 0 0 0,-3 5 0 0 0,-1 5-103 0 0,0 1 1 0 0,0-1-1 0 0,2 1 1 0 0,-7 29-1 0 0,10-37-95 0 0,0 1 0 0 0,0 0 1 0 0,1 0-1 0 0,0 0 0 0 0,0 0 0 0 0,0 0 0 0 0,1-1 0 0 0,0 1 1 0 0,0 0-1 0 0,1 0 0 0 0,0-1 0 0 0,4 12 0 0 0,-5-17-98 0 0,-1 0 0 0 0,1 0 0 0 0,-1 0 0 0 0,1 0 0 0 0,0 1 0 0 0,0-1 0 0 0,-1 0 0 0 0,1 0 0 0 0,0 0 0 0 0,0-1 0 0 0,0 1 0 0 0,0 0 0 0 0,0 0 0 0 0,0 0 0 0 0,0-1 0 0 0,1 1 0 0 0,-1-1 0 0 0,0 1 0 0 0,0-1 0 0 0,0 1 0 0 0,1-1 0 0 0,-1 0 0 0 0,0 1 0 0 0,3-1 0 0 0,-2 0-83 0 0,0-1 1 0 0,1 1-1 0 0,-1-1 1 0 0,0 0-1 0 0,0 1 1 0 0,1-1-1 0 0,-1 0 1 0 0,0 0-1 0 0,0-1 1 0 0,0 1-1 0 0,0 0 1 0 0,3-3-1 0 0,3-5 5 0 0,1 1-1 0 0,-1-1 0 0 0,0-1 0 0 0,6-10 0 0 0,14-32 2686 0 0,-23 42-1827 0 0,0 0 0 0 0,0 0 0 0 0,1 0 0 0 0,0 1 0 0 0,0-1 0 0 0,1 2 1 0 0,9-10-1 0 0,-15 18-625 0 0,-1-1-1 0 0,1 0 1 0 0,0 0 0 0 0,0 0 0 0 0,1 0 0 0 0,-1 1 0 0 0,0-1 0 0 0,0 0 0 0 0,0 1 0 0 0,0-1-1 0 0,1 1 1 0 0,-1-1 0 0 0,0 1 0 0 0,0 0 0 0 0,1 0 0 0 0,-1-1 0 0 0,0 1 0 0 0,1 0 0 0 0,-1 0-1 0 0,0 0 1 0 0,1 0 0 0 0,-1 1 0 0 0,3-1 0 0 0,-3 1-21 0 0,1 0 0 0 0,-1 0 0 0 0,1 0 0 0 0,-1 1 0 0 0,1-1 0 0 0,-1 0 1 0 0,1 1-1 0 0,-1-1 0 0 0,0 1 0 0 0,0-1 0 0 0,0 1 0 0 0,0-1 0 0 0,0 1 0 0 0,1 3 0 0 0,3 7-29 0 0,-1 0 1 0 0,-1 0-1 0 0,4 25 0 0 0,-5-29 38 0 0,-1 2-92 0 0,7 30-1020 0 0,0-14-4387 0 0,2-1-1769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3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200 323 1368 0 0,'-18'-8'12435'0'0,"16"9"-11977"0"0,-4 1 467 0 0,2 0-2653 0 0,-4 2 2217 0 0,-1 1 0 0 0,1 0 0 0 0,0 0 1 0 0,1 1-1 0 0,0 0 0 0 0,-1 0 0 0 0,2 1 0 0 0,-1 0 1 0 0,-9 13-1 0 0,2 1-378 0 0,0 0 1 0 0,-13 29-1 0 0,21-38-101 0 0,1 0 1 0 0,0 1-1 0 0,1-1 0 0 0,1 1 0 0 0,-4 21 1 0 0,7-30-20 0 0,0 0 0 0 0,0-1 0 0 0,0 1 0 0 0,0-1 1 0 0,0 1-1 0 0,1 0 0 0 0,-1-1 0 0 0,1 1 0 0 0,0-1 0 0 0,0 0 1 0 0,3 6-1 0 0,-3-7-20 0 0,0-1-1 0 0,0 1 1 0 0,0-1 0 0 0,1 1 0 0 0,-1-1 0 0 0,1 1 0 0 0,-1-1 0 0 0,1 0 0 0 0,0 0 0 0 0,-1 1 0 0 0,1-1 0 0 0,0 0-1 0 0,0-1 1 0 0,-1 1 0 0 0,1 0 0 0 0,0-1 0 0 0,0 1 0 0 0,0-1 0 0 0,0 1 0 0 0,0-1 0 0 0,0 0 0 0 0,3 0 0 0 0,-1 0-208 0 0,1-1 0 0 0,0 1 1 0 0,-1-1-1 0 0,1-1 0 0 0,0 1 1 0 0,-1-1-1 0 0,0 1 0 0 0,1-1 1 0 0,-1 0-1 0 0,0-1 1 0 0,0 1-1 0 0,0-1 0 0 0,0 0 1 0 0,0 0-1 0 0,-1 0 0 0 0,1 0 1 0 0,4-7-1 0 0,0 1-177 0 0,0-1-1 0 0,0 0 0 0 0,-1-1 1 0 0,-1 0-1 0 0,9-17 1 0 0,-10 13 638 0 0,0 0 1 0 0,-1-1-1 0 0,0 1 1 0 0,-2-1-1 0 0,0 0 1 0 0,0 0-1 0 0,-1 0 1 0 0,-1 0-1 0 0,-3-23 1 0 0,-5-18 2988 0 0,-20-72 0 0 0,12 59-1415 0 0,13 56-1407 0 0,0 0 11 0 0,0 0 0 0 0,-1 0 0 0 0,-9-22 0 0 0,18 71 514 0 0,119 290-450 0 0,-63-179-337 0 0,44 169 0 0 0,-97-284-544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4.9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6 4609 0 0,'1'-6'5192'0'0,"-1"6"-5102"0"0,-12 1 2653 0 0,-15 7-406 0 0,14-1-1901 0 0,0 1 0 0 0,0 0 0 0 0,1 1 0 0 0,0 0-1 0 0,1 0 1 0 0,0 2 0 0 0,0-1 0 0 0,1 1 0 0 0,0 1-1 0 0,1 0 1 0 0,0 0 0 0 0,1 1 0 0 0,1 0 0 0 0,-12 27 0 0 0,18-38-410 0 0,0 1 0 0 0,1-1 1 0 0,-1 0-1 0 0,1 1 0 0 0,-1-1 1 0 0,1 1-1 0 0,0-1 1 0 0,0 0-1 0 0,0 1 0 0 0,0-1 1 0 0,0 1-1 0 0,1-1 0 0 0,-1 0 1 0 0,1 1-1 0 0,-1-1 0 0 0,1 0 1 0 0,0 1-1 0 0,0-1 1 0 0,0 0-1 0 0,0 0 0 0 0,1 0 1 0 0,-1 0-1 0 0,0 0 0 0 0,1 0 1 0 0,0 0-1 0 0,-1 0 1 0 0,1-1-1 0 0,0 1 0 0 0,0 0 1 0 0,0-1-1 0 0,3 2 0 0 0,7 4-23 0 0,0-2-1 0 0,0 1 0 0 0,1-1 0 0 0,23 5 0 0 0,8 4-103 0 0,-33-9 26 0 0,1 0 1 0 0,-2 1-1 0 0,1 1 1 0 0,-1-1-1 0 0,0 2 0 0 0,0-1 1 0 0,0 1-1 0 0,-1 1 1 0 0,-1 0-1 0 0,14 18 0 0 0,-19-23 75 0 0,0 0 0 0 0,-1 1 0 0 0,1-1 0 0 0,-1 1 0 0 0,0 0 0 0 0,0 0 0 0 0,-1 0-1 0 0,0 0 1 0 0,0 0 0 0 0,0 0 0 0 0,0 0 0 0 0,-1 0 0 0 0,0 0 0 0 0,0 0 0 0 0,0 0-1 0 0,0 1 1 0 0,-1-1 0 0 0,0 0 0 0 0,0 0 0 0 0,-1 0 0 0 0,1 0 0 0 0,-1-1 0 0 0,0 1-1 0 0,0 0 1 0 0,-1-1 0 0 0,1 1 0 0 0,-1-1 0 0 0,-4 5 0 0 0,-1 1 149 0 0,0-1 0 0 0,-1 0 0 0 0,0-1 1 0 0,0 0-1 0 0,0-1 0 0 0,-1 1 0 0 0,-1-2 0 0 0,1 0 0 0 0,-1 0 0 0 0,-20 7 1 0 0,-1-1-228 0 0,-1-2 1 0 0,-54 8-1 0 0,80-16-483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5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15203 0 0,'0'1'246'0'0,"0"0"-1"0"0,0 0 1 0 0,-1-1-1 0 0,1 1 1 0 0,0 0-1 0 0,0 0 1 0 0,0 0-1 0 0,0 0 1 0 0,0 0-1 0 0,0 0 1 0 0,1 0-1 0 0,-1 0 1 0 0,0 0-1 0 0,0 0 1 0 0,1-1-1 0 0,-1 1 1 0 0,0 0-1 0 0,1 0 1 0 0,-1 0-1 0 0,1 0 0 0 0,0 1 1 0 0,18 42 1267 0 0,-7-17-955 0 0,75 178 560 0 0,57 163-608 0 0,-127-303-3216 0 0,-14-46-5104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5.4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0 135 16131 0 0,'6'0'274'0'0,"-1"1"-1"0"0,1-1 0 0 0,-1 1 0 0 0,1-2 0 0 0,0 1 0 0 0,-1 0 0 0 0,1-1 0 0 0,-1 0 1 0 0,1-1-1 0 0,-1 1 0 0 0,6-3 0 0 0,6-1 330 0 0,166-44 1247 0 0,-2-11-4248 0 0,-156 52 2355 0 0,0 4-30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5.7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1 382 11979 0 0,'1'2'106'0'0,"1"0"0"0"0,0-1 0 0 0,-1 1 0 0 0,1-1 0 0 0,0 1 0 0 0,0-1 0 0 0,0 0 0 0 0,0 1 0 0 0,0-1 0 0 0,1 0 0 0 0,-1-1 0 0 0,0 1 0 0 0,0 0 0 0 0,1-1 0 0 0,-1 1 0 0 0,0-1 0 0 0,1 1 0 0 0,-1-1 0 0 0,0 0 0 0 0,1 0 0 0 0,-1 0 0 0 0,0-1 0 0 0,1 1 0 0 0,-1 0 0 0 0,3-2 0 0 0,9-1 506 0 0,-1-1 0 0 0,0-1-1 0 0,15-7 1 0 0,-16 7-432 0 0,2-2 92 0 0,-1 0 0 0 0,1-1 0 0 0,-1 0 0 0 0,-1-1 0 0 0,1 0 0 0 0,-2-1 0 0 0,1-1 0 0 0,-1 1-1 0 0,-1-2 1 0 0,0 0 0 0 0,11-16 0 0 0,-14 17-125 0 0,-1 0 0 0 0,0-1 0 0 0,0 1 0 0 0,-1-1-1 0 0,-1-1 1 0 0,0 1 0 0 0,0-1 0 0 0,-2 1 0 0 0,1-1 0 0 0,-1 0-1 0 0,-1 0 1 0 0,-1 0 0 0 0,-1-23 0 0 0,1 34-147 0 0,0-1 0 0 0,-1 1 0 0 0,1-1 1 0 0,-1 1-1 0 0,1 0 0 0 0,-1-1 0 0 0,0 1 0 0 0,0 0 1 0 0,0 0-1 0 0,0 0 0 0 0,0 0 0 0 0,-1 0 0 0 0,1 0 1 0 0,-3-3-1 0 0,3 4 7 0 0,0 1 1 0 0,0-1-1 0 0,0 0 1 0 0,0 0-1 0 0,0 1 1 0 0,0-1-1 0 0,0 1 1 0 0,-1-1-1 0 0,1 1 1 0 0,0 0-1 0 0,0-1 1 0 0,-1 1-1 0 0,1 0 1 0 0,0 0-1 0 0,0 0 0 0 0,-1 0 1 0 0,1 0-1 0 0,0 0 1 0 0,-3 0-1 0 0,1 1-2 0 0,-1 1-1 0 0,1-1 0 0 0,0 0 0 0 0,0 1 0 0 0,0 0 1 0 0,0-1-1 0 0,0 1 0 0 0,0 1 0 0 0,0-1 0 0 0,1 0 1 0 0,-1 1-1 0 0,1-1 0 0 0,-1 1 0 0 0,1 0 0 0 0,0 0 0 0 0,0 0 1 0 0,-3 5-1 0 0,1 1-4 0 0,0 1 0 0 0,0-1 0 0 0,1 1 0 0 0,0 0 0 0 0,0 0 0 0 0,1 0 0 0 0,1 1-1 0 0,0-1 1 0 0,0 0 0 0 0,1 0 0 0 0,0 1 0 0 0,1-1 0 0 0,0 0 0 0 0,1 1 0 0 0,3 12 0 0 0,-2-15-16 0 0,-1-1 0 0 0,1 0 0 0 0,1 1 0 0 0,0-2 1 0 0,0 1-1 0 0,0 0 0 0 0,0-1 0 0 0,1 0 0 0 0,0 0 0 0 0,1 0 0 0 0,-1-1 0 0 0,1 1 0 0 0,0-1 0 0 0,0-1 1 0 0,1 1-1 0 0,-1-1 0 0 0,1 0 0 0 0,0-1 0 0 0,0 0 0 0 0,13 5 0 0 0,5-2-1572 0 0,1-3-5931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6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26 10594 0 0,'0'0'116'0'0,"0"-1"0"0"0,-1 1-1 0 0,1 0 1 0 0,-1 0 0 0 0,1 0-1 0 0,0-1 1 0 0,-1 1 0 0 0,1 0 0 0 0,-1 0-1 0 0,1-1 1 0 0,0 1 0 0 0,0 0-1 0 0,-1-1 1 0 0,1 1 0 0 0,0 0 0 0 0,0-1-1 0 0,-1 1 1 0 0,1 0 0 0 0,0-1-1 0 0,0 1 1 0 0,0-1 0 0 0,-1 1-1 0 0,1-1 1 0 0,0 1 0 0 0,0 0 0 0 0,0-1-1 0 0,0 1 1 0 0,0-1 0 0 0,0 1-1 0 0,0-1 1 0 0,0 1 0 0 0,0 0-1 0 0,0-1 1 0 0,0 1 0 0 0,0-1 0 0 0,1 1-1 0 0,-1-1 1 0 0,0 1 0 0 0,0 0-1 0 0,0-1 1 0 0,1 1 0 0 0,-1-1-1 0 0,0 1 1 0 0,0 0 0 0 0,1-1 0 0 0,-1 1-1 0 0,0 0 1 0 0,0-1 0 0 0,1 1-1 0 0,0 0 1 0 0,0-1 102 0 0,-1 0-1 0 0,1 0 1 0 0,0 1 0 0 0,0-1-1 0 0,0 1 1 0 0,0-1 0 0 0,0 1-1 0 0,0-1 1 0 0,0 1-1 0 0,0 0 1 0 0,0-1 0 0 0,0 1-1 0 0,0 0 1 0 0,0 0 0 0 0,0 0-1 0 0,0 0 1 0 0,0 0-1 0 0,1 0 1 0 0,-1 0 0 0 0,0 0-1 0 0,0 0 1 0 0,1 1 0 0 0,1 0-101 0 0,0 1 1 0 0,0 0 0 0 0,-1 0-1 0 0,1 0 1 0 0,-1 0 0 0 0,0 1-1 0 0,1-1 1 0 0,-1 1 0 0 0,0-1-1 0 0,0 1 1 0 0,-1 0 0 0 0,1 0-1 0 0,-1 0 1 0 0,1 0 0 0 0,-1 0-1 0 0,2 5 1 0 0,13 57 400 0 0,-14-54-392 0 0,48 217-843 0 0,-49-225 592 0 0,6 35-1242 0 0,-8-13-3811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6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0 172 2761 0 0,'3'-9'619'0'0,"0"0"0"0"0,0 1 0 0 0,1-1 0 0 0,0 0 0 0 0,0 1 1 0 0,1 0-1 0 0,0 0 0 0 0,1 1 0 0 0,-1-1 0 0 0,2 1 1 0 0,-1 0-1 0 0,14-11 0 0 0,-12 11-139 0 0,1 1 1 0 0,0 0 0 0 0,0 1-1 0 0,0-1 1 0 0,0 2-1 0 0,1-1 1 0 0,-1 1 0 0 0,1 1-1 0 0,1 0 1 0 0,-1 0-1 0 0,14-2 1 0 0,-15 5-279 0 0,-1 0 0 0 0,1 1 0 0 0,-1 0 0 0 0,1 0 1 0 0,-1 1-1 0 0,0-1 0 0 0,0 2 0 0 0,0-1 0 0 0,0 1 0 0 0,0 1 0 0 0,0-1 0 0 0,-1 1 1 0 0,0 1-1 0 0,9 6 0 0 0,-13-9-133 0 0,0 0 0 0 0,-1 0 1 0 0,1 0-1 0 0,-1 1 0 0 0,1-1 1 0 0,-1 1-1 0 0,0 0 0 0 0,0 0 1 0 0,0 0-1 0 0,0 0 0 0 0,0 0 0 0 0,-1 0 1 0 0,1 0-1 0 0,-1 0 0 0 0,0 1 1 0 0,0-1-1 0 0,0 1 0 0 0,0-1 0 0 0,-1 1 1 0 0,1-1-1 0 0,-1 1 0 0 0,0-1 1 0 0,0 1-1 0 0,0-1 0 0 0,-1 1 1 0 0,1-1-1 0 0,-1 1 0 0 0,0-1 0 0 0,0 0 1 0 0,0 1-1 0 0,0-1 0 0 0,-1 0 1 0 0,1 0-1 0 0,-1 0 0 0 0,0 0 0 0 0,-2 4 1 0 0,-4 3-122 0 0,0 0 1 0 0,-1 0 0 0 0,0-1-1 0 0,-1 0 1 0 0,0 0-1 0 0,-16 10 1 0 0,-70 37-2479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7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58 11058 0 0,'4'-5'787'0'0,"0"0"0"0"0,0 0 0 0 0,1 0 0 0 0,-1 1 0 0 0,1 0 1 0 0,0 0-1 0 0,0 0 0 0 0,1 1 0 0 0,-1-1 0 0 0,1 1 0 0 0,10-4 0 0 0,-14 6-736 0 0,0 1 1 0 0,0-1-1 0 0,0 0 1 0 0,0 1 0 0 0,0 0-1 0 0,0-1 1 0 0,0 1-1 0 0,0 0 1 0 0,0 0 0 0 0,0 0-1 0 0,0 0 1 0 0,0 0-1 0 0,0 1 1 0 0,0-1 0 0 0,0 1-1 0 0,0-1 1 0 0,0 1-1 0 0,0 0 1 0 0,0-1 0 0 0,0 1-1 0 0,0 0 1 0 0,-1 0-1 0 0,1 1 1 0 0,0-1 0 0 0,-1 0-1 0 0,1 1 1 0 0,-1-1-1 0 0,1 0 1 0 0,-1 1 0 0 0,0 0-1 0 0,1-1 1 0 0,-1 1-1 0 0,0 0 1 0 0,0 0 0 0 0,0-1-1 0 0,0 1 1 0 0,-1 0-1 0 0,1 0 1 0 0,-1 0 0 0 0,1 3-1 0 0,2 5-75 0 0,-1 1 0 0 0,-1 0 1 0 0,1 1-1 0 0,-2-1 0 0 0,0 0 0 0 0,0 0 0 0 0,-1 0 0 0 0,0 0 0 0 0,-5 17 0 0 0,-5 14-517 0 0,-19 45-1 0 0,13-40 46 0 0,12-33 482 0 0,1-1 0 0 0,1 1 0 0 0,0 0 0 0 0,1 0 0 0 0,-1 25 0 0 0,3-37 82 0 0,0 1 1 0 0,0-1-1 0 0,1 1 0 0 0,-1 0 0 0 0,1-1 0 0 0,-1 1 1 0 0,1-1-1 0 0,0 1 0 0 0,0-1 0 0 0,0 1 0 0 0,0-1 1 0 0,1 0-1 0 0,-1 1 0 0 0,1-1 0 0 0,2 4 0 0 0,-2-5-10 0 0,0 0-1 0 0,1 1 0 0 0,-1-1 0 0 0,0 0 1 0 0,0-1-1 0 0,0 1 0 0 0,0 0 1 0 0,1-1-1 0 0,-1 1 0 0 0,0-1 0 0 0,1 1 1 0 0,-1-1-1 0 0,0 0 0 0 0,1 0 1 0 0,-1 0-1 0 0,0-1 0 0 0,1 1 0 0 0,-1 0 1 0 0,0-1-1 0 0,1 0 0 0 0,2-1 1 0 0,29-9 240 0 0,-1-2 1 0 0,34-18 0 0 0,-20 9-2248 0 0,0 2-3993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7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717 135 10594 0 0,'-76'-48'1953'0'0,"-14"-8"1514"0"0,80 50-3158 0 0,0 2 0 0 0,0 0 0 0 0,0 0 1 0 0,-1 0-1 0 0,1 2 0 0 0,-1-1 1 0 0,-13-1-1 0 0,15 4-240 0 0,1 1 0 0 0,-1 0 0 0 0,1 0-1 0 0,-1 0 1 0 0,1 1 0 0 0,-1 1 0 0 0,1-1 0 0 0,0 1 0 0 0,0 0 0 0 0,0 1 0 0 0,0 0-1 0 0,1 1 1 0 0,0-1 0 0 0,0 1 0 0 0,-8 7 0 0 0,-11 11 253 0 0,1 2 0 0 0,-31 37 0 0 0,42-46-298 0 0,-18 21-126 0 0,1 2 0 0 0,-45 73-1 0 0,67-95 54 0 0,1 0-1 0 0,0 0 1 0 0,1 1-1 0 0,1 0 1 0 0,1 0-1 0 0,0 1 0 0 0,1-1 1 0 0,1 1-1 0 0,1 0 1 0 0,1 24-1 0 0,2-15-212 0 0,2 0-1 0 0,0 0 1 0 0,2-1-1 0 0,2 0 1 0 0,0 0-1 0 0,1 0 0 0 0,2-1 1 0 0,1 0-1 0 0,1-1 1 0 0,1 0-1 0 0,1-1 1 0 0,22 29-1 0 0,-23-36 143 0 0,1 0 0 0 0,1-1 0 0 0,0-1 0 0 0,1 0 0 0 0,0-2 0 0 0,1 1 0 0 0,1-2 0 0 0,0 0 0 0 0,1-1 0 0 0,0-1 0 0 0,0-1 0 0 0,1-1 0 0 0,1-1 0 0 0,-1 0 0 0 0,1-1 0 0 0,31 4 0 0 0,-18-7 489 0 0,1-2 0 0 0,0-1 0 0 0,-1-1 0 0 0,1-2 0 0 0,-1-2 0 0 0,0-1 0 0 0,0-2 0 0 0,-1-1 0 0 0,34-13 0 0 0,-45 13 51 0 0,1 0-1 0 0,-2-2 0 0 0,0 0 1 0 0,0-2-1 0 0,-1 0 0 0 0,0-1 1 0 0,-1-1-1 0 0,-1-1 0 0 0,-1 0 1 0 0,0-2-1 0 0,-1 0 0 0 0,-1 0 0 0 0,24-39 1 0 0,-30 38-290 0 0,-1-1 0 0 0,0 1 0 0 0,-2-1 1 0 0,0 0-1 0 0,-2-1 0 0 0,0 1 0 0 0,-1-1 0 0 0,-1 0 0 0 0,-1 0 1 0 0,-1 0-1 0 0,-4-36 0 0 0,0 24-15 0 0,-2 0 1 0 0,-1 0-1 0 0,-2 1 0 0 0,-1 0 1 0 0,-1 1-1 0 0,-26-49 1 0 0,26 59-77 0 0,-1 1 1 0 0,-1 1-1 0 0,-1 0 1 0 0,0 1-1 0 0,-2 0 1 0 0,0 1-1 0 0,-30-24 1 0 0,37 34-210 0 0,0 0-1 0 0,0 1 1 0 0,-1 0 0 0 0,0 1 0 0 0,0 0 0 0 0,0 0-1 0 0,-1 1 1 0 0,0 0 0 0 0,0 1 0 0 0,0 1 0 0 0,0-1-1 0 0,0 2 1 0 0,0-1 0 0 0,-1 2 0 0 0,1-1 0 0 0,0 2 0 0 0,-18 2-1 0 0,-19 9-8300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8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29030 0 0,'-2'13'-637'0'0,"8"27"-7865"0"0,-3-24 9033 0 0,60 299 2816 0 0,28-5-3806 0 0,-83-282-22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8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1 105 9218 0 0,'3'-5'218'0'0,"1"0"-1"0"0,1 1 1 0 0,-1-1 0 0 0,1 1-1 0 0,-1 0 1 0 0,1 0-1 0 0,0 1 1 0 0,1-1 0 0 0,-1 1-1 0 0,1 0 1 0 0,8-3 0 0 0,8-2 1440 0 0,40-9 0 0 0,-40 12-1295 0 0,-10 2-47 0 0,15-4 659 0 0,34-5-1 0 0,-55 11-1068 0 0,0 1 0 0 0,0-1 0 0 0,0 1-1 0 0,0 0 1 0 0,0 0 0 0 0,0 1 0 0 0,-1 0 0 0 0,1 0 0 0 0,0 0 0 0 0,0 1-1 0 0,-1 0 1 0 0,9 3 0 0 0,-4 5-79 0 0,-2 3 151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8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92 11058 0 0,'-4'9'488'0'0,"3"-5"105"0"0,1 0-473 0 0,3-2-120 0 0,-1 0 0 0 0,3-2 0 0 0,0 0 544 0 0,3-2 80 0 0,6 2 16 0 0,6-2 8 0 0,8-4-328 0 0,0-2-72 0 0,4-4-16 0 0,1-2 0 0 0,1 0-1864 0 0,0-3-384 0 0,2-1-65 0 0,-2-1-23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8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0 8754 0 0,'-1'1'241'0'0,"0"1"0"0"0,0-1-1 0 0,0 1 1 0 0,0-1 0 0 0,0 1 0 0 0,0 0 0 0 0,0-1 0 0 0,1 1-1 0 0,-1 0 1 0 0,1 0 0 0 0,-1-1 0 0 0,1 1 0 0 0,0 0 0 0 0,-1 0-1 0 0,1 0 1 0 0,0 0 0 0 0,0-1 0 0 0,0 1 0 0 0,1 0 0 0 0,-1 0-1 0 0,0 0 1 0 0,1-1 0 0 0,-1 1 0 0 0,2 3 0 0 0,19 53 4449 0 0,-14-41-3856 0 0,21 61 1047 0 0,-8-19-2508 0 0,38 77 0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9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69 17972 0 0,'-1'-15'800'0'0,"-1"4"160"0"0,2 2-768 0 0,2 3-192 0 0,-1 4 0 0 0,2 0 0 0 0,0-1 280 0 0,2 1 16 0 0,5-4 8 0 0,3-1 1 0 0,5 3-89 0 0,1 3-24 0 0,2 2 0 0 0,-1 5 0 0 0,-2 1-1265 0 0,0 4-255 0 0,0 4-48 0 0,1 5-16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9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7834 0 0,'0'-1'2835'0'0,"14"7"-101"0"0,-8-1-1803 0 0,0 0 1 0 0,0 0 0 0 0,-1 1-1 0 0,0 0 1 0 0,5 8 0 0 0,5 9 565 0 0,15 33 1 0 0,0 0-797 0 0,-20-39-660 0 0,1-1 0 0 0,1 1 0 0 0,17 17 0 0 0,6-7-2466 0 0,-34-27 2236 0 0,0 1 0 0 0,0-1 0 0 0,0 0 0 0 0,0 0-1 0 0,1 0 1 0 0,-1 0 0 0 0,0 0 0 0 0,0 0-1 0 0,0-1 1 0 0,0 1 0 0 0,0 0 0 0 0,1-1 0 0 0,-1 1-1 0 0,0 0 1 0 0,0-1 0 0 0,0 1 0 0 0,0-1 0 0 0,0 0-1 0 0,0 1 1 0 0,0-1 0 0 0,0 0 0 0 0,0 0-1 0 0,-1 1 1 0 0,1-1 0 0 0,1-2 0 0 0,24-27 439 0 0,-22 25-347 0 0,25-38 2295 0 0,15-19 490 0 0,-41 58-2531 0 0,1 0 1 0 0,-1 0-1 0 0,1 1 0 0 0,0 0 1 0 0,0-1-1 0 0,0 1 1 0 0,0 1-1 0 0,1-1 1 0 0,-1 1-1 0 0,1-1 0 0 0,7-1 1 0 0,-10 3-114 0 0,-1 1 0 0 0,1-1 0 0 0,0 1 0 0 0,0 0-1 0 0,0-1 1 0 0,0 1 0 0 0,0 0 0 0 0,-1 0 0 0 0,1 0 0 0 0,0 0 0 0 0,0 1 0 0 0,0-1 0 0 0,0 0 0 0 0,-1 1 0 0 0,1 0 0 0 0,0-1 0 0 0,0 1 0 0 0,-1 0-1 0 0,1 0 1 0 0,0 0 0 0 0,1 1 0 0 0,10 14-1134 0 0,-3 5-4794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29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183 567 7370 0 0,'0'-4'-427'0'0,"3"-17"494"0"0,-4-14 4500 0 0,1 34-4355 0 0,0 0 1 0 0,0 0-1 0 0,-1 0 0 0 0,1 0 1 0 0,0 1-1 0 0,0-1 0 0 0,-1 0 1 0 0,1 0-1 0 0,0 0 0 0 0,-1 1 1 0 0,1-1-1 0 0,-1 0 0 0 0,1 1 0 0 0,-1-1 1 0 0,0 0-1 0 0,1 1 0 0 0,-1-1 1 0 0,1 1-1 0 0,-1-1 0 0 0,0 1 1 0 0,0-1-1 0 0,-1 0 0 0 0,1 1-57 0 0,-1 0-1 0 0,1 0 1 0 0,-1 0-1 0 0,1 0 1 0 0,-1 0-1 0 0,1 0 1 0 0,-1 1-1 0 0,1-1 1 0 0,-1 1 0 0 0,1-1-1 0 0,0 1 1 0 0,-1-1-1 0 0,1 1 1 0 0,0 0-1 0 0,-1-1 1 0 0,1 1-1 0 0,0 0 1 0 0,-2 1-1 0 0,-8 7-11 0 0,1 0 0 0 0,0 1 0 0 0,0 0-1 0 0,0 0 1 0 0,2 1 0 0 0,-1 0 0 0 0,-10 20-1 0 0,9-13-231 0 0,0 1 0 0 0,2 1 0 0 0,0-1 0 0 0,-7 27-1 0 0,13-38 5 0 0,0 0 0 0 0,1 0 0 0 0,0 1-1 0 0,1-1 1 0 0,-1 0 0 0 0,1 0 0 0 0,1 0-1 0 0,0 1 1 0 0,0-1 0 0 0,1 0 0 0 0,2 10-1 0 0,-3-16-15 0 0,0 1-1 0 0,1 0 0 0 0,-1-1 1 0 0,0 1-1 0 0,1-1 0 0 0,0 1 0 0 0,-1-1 1 0 0,1 0-1 0 0,0 0 0 0 0,0 0 1 0 0,0 0-1 0 0,0 0 0 0 0,1 0 1 0 0,-1 0-1 0 0,0-1 0 0 0,1 1 1 0 0,-1-1-1 0 0,1 0 0 0 0,0 0 0 0 0,-1 0 1 0 0,1 0-1 0 0,0 0 0 0 0,0 0 1 0 0,0-1-1 0 0,-1 1 0 0 0,1-1 1 0 0,0 0-1 0 0,0 0 0 0 0,0 0 0 0 0,0 0 1 0 0,0-1-1 0 0,0 1 0 0 0,-1-1 1 0 0,6-1-1 0 0,3-1-172 0 0,-1 0-1 0 0,0-1 1 0 0,0 0 0 0 0,0 0 0 0 0,-1-1 0 0 0,0 0-1 0 0,0-1 1 0 0,0 0 0 0 0,0-1 0 0 0,-1 0-1 0 0,0 0 1 0 0,0 0 0 0 0,-1-1 0 0 0,0-1-1 0 0,-1 1 1 0 0,1-1 0 0 0,7-16 0 0 0,-5 9 321 0 0,-2-1 1 0 0,0-1 0 0 0,-1 0 0 0 0,-1 1 0 0 0,0-2-1 0 0,-2 1 1 0 0,0 0 0 0 0,-1-1 0 0 0,0-24 0 0 0,-15-262 4423 0 0,4 166-507 0 0,9 132-3802 0 0,0-8 466 0 0,-1 1-1 0 0,-1-1 1 0 0,0 1 0 0 0,-5-15 0 0 0,7 29-613 0 0,0 0 1 0 0,0 0 0 0 0,0 0 0 0 0,0 0 0 0 0,0 0-1 0 0,0 0 1 0 0,0-1 0 0 0,0 1 0 0 0,0 0 0 0 0,0 0-1 0 0,0 0 1 0 0,0 0 0 0 0,0 0 0 0 0,0 0 0 0 0,0-1-1 0 0,0 1 1 0 0,0 0 0 0 0,0 0 0 0 0,0 0 0 0 0,0 0-1 0 0,0 0 1 0 0,-1 0 0 0 0,1 0 0 0 0,0 0 0 0 0,0 0-1 0 0,0 0 1 0 0,0-1 0 0 0,0 1 0 0 0,0 0-1 0 0,0 0 1 0 0,0 0 0 0 0,-1 0 0 0 0,1 0 0 0 0,0 0-1 0 0,0 0 1 0 0,0 0 0 0 0,0 0 0 0 0,0 0 0 0 0,0 0-1 0 0,-1 0 1 0 0,1 0 0 0 0,0 0 0 0 0,0 0 0 0 0,0 0-1 0 0,0 0 1 0 0,0 0 0 0 0,0 0 0 0 0,-1 0 0 0 0,1 0-1 0 0,0 0 1 0 0,0 1 0 0 0,0-1 0 0 0,0 0 0 0 0,0 0-1 0 0,0 0 1 0 0,0 0 0 0 0,0 0 0 0 0,-1 0 0 0 0,1 0-1 0 0,0 0 1 0 0,0 0 0 0 0,0 0 0 0 0,0 1 0 0 0,0-1-1 0 0,0 0 1 0 0,0 0 0 0 0,0 0 0 0 0,0 0 0 0 0,-7 15 421 0 0,-2 19-89 0 0,5-1-320 0 0,1 0 0 0 0,1 1 0 0 0,3-1 0 0 0,0 0 0 0 0,8 41 0 0 0,2-13 19 0 0,36 113 0 0 0,59 85-247 0 0,-84-212-32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6.3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972 2166 8754 0 0,'-24'1'327'0'0,"-433"47"9343"0"0,445-45-8177 0 0,10 2-542 0 0,21 4-214 0 0,36 5-696 0 0,68 2 83 0 0,158 1 0 0 0,-95-10 4 0 0,110 13 42 0 0,576 27-2323 0 0,-175-31-1498 0 0,1-9 5015 0 0,-623-6-809 0 0,7 0 400 0 0,136-15 0 0 0,-200 11-1327 0 0,-14-5 1418 0 0,4-5-957 0 0,0 1 0 0 0,1-1 0 0 0,1 2 0 0 0,-1-1 0 0 0,2 1 0 0 0,-1 1 0 0 0,2 0 0 0 0,-1 0 0 0 0,1 1 0 0 0,21-11 0 0 0,-30 18-85 0 0,17-11 68 0 0,-1-1 0 0 0,26-24 0 0 0,-41 34-37 0 0,1 0 0 0 0,-1-1 1 0 0,0 0-1 0 0,-1 1 0 0 0,1-1 0 0 0,-1-1 1 0 0,0 1-1 0 0,0 0 0 0 0,-1-1 0 0 0,1 0 1 0 0,-1 1-1 0 0,0-1 0 0 0,-1 0 0 0 0,0 0 1 0 0,1-6-1 0 0,3-23 177 0 0,1 1 0 0 0,1 1 1 0 0,2 0-1 0 0,1 0 0 0 0,21-45 0 0 0,7-24-277 0 0,-22 52 17 0 0,-1-1-1 0 0,-3 0 1 0 0,-2-1 0 0 0,-3 0-1 0 0,-1-1 1 0 0,-3 0 0 0 0,-4-57-1 0 0,-10-15 260 0 0,2 21 81 0 0,6-188 0 0 0,46-83-595 0 0,-23 225 405 0 0,-19 135-148 0 0,2 0 0 0 0,0 0 0 0 0,1 0 0 0 0,1 0 1 0 0,6-16-1 0 0,-7 24 51 0 0,-1 0-1 0 0,1 1 1 0 0,0 0 0 0 0,0-1 0 0 0,1 1 0 0 0,0 1 0 0 0,0-1 0 0 0,0 1-1 0 0,1 0 1 0 0,0 0 0 0 0,0 0 0 0 0,9-5 0 0 0,5-2 7 0 0,-37 18-395 0 0,-59 22 375 0 0,-2-2 1 0 0,0-4-1 0 0,-125 18 0 0 0,-959 107 259 0 0,365-73-263 0 0,730-68 12 0 0,-180 15-55 0 0,-683 51-370 0 0,797-64 148 0 0,1-6-1 0 0,-215-24 1 0 0,204-5-696 0 0,-34-6-4071 0 0,69 27-246 0 0,103 63 13911 0 0,36 97-5818 0 0,-20-78-2596 0 0,91 508 573 0 0,-100-575-776 0 0,80 354 750 0 0,-74-311-646 0 0,-2 1 1 0 0,-3-1-1 0 0,-2 1 0 0 0,-2-1 1 0 0,-9 58-1 0 0,6-84-1787 0 0,-3-2-6716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8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538 512 6913 0 0,'-164'-43'-104'0'0,"50"11"1738"0"0,-41 3 1254 0 0,50 10-952 0 0,201 22-118 0 0,-5 6-1211 0 0,-5 2-451 0 0,171-3-1 0 0,195-48 487 0 0,-82 7 405 0 0,637-12-492 0 0,-616 33-470 0 0,467-77-323 0 0,-11-77 45 0 0,-784 153 293 0 0,65-5 0 0 0,-104 16-101 0 0,-1 1-1 0 0,1 1 1 0 0,-1 1 0 0 0,1 1-1 0 0,-1 1 1 0 0,28 7 0 0 0,-40-6-1 0 0,1 1 0 0 0,-1 0 0 0 0,1 1 0 0 0,14 10 0 0 0,-15-8 87 0 0,1-2-1 0 0,-1 1 1 0 0,24 7-1 0 0,-17-7-43 0 0,-1 0 1 0 0,0 1-1 0 0,0 1 1 0 0,0 0-1 0 0,-1 1 0 0 0,24 20 1 0 0,-9-2 195 0 0,54 60 0 0 0,-61-56-66 0 0,-2 1 0 0 0,-1 2 0 0 0,-1 0 0 0 0,-2 0 0 0 0,13 40 0 0 0,12 22 1008 0 0,-18-41-840 0 0,-3 0 1 0 0,-2 2 0 0 0,-3 0 0 0 0,14 87-1 0 0,-17-44-234 0 0,2 188-1 0 0,-16-223-110 0 0,2-1-1 0 0,3 1 1 0 0,4-1 0 0 0,2 0 0 0 0,2-1 0 0 0,25 67 0 0 0,-16-73 113 0 0,-1-4 202 0 0,22 88-1 0 0,-43-140-311 0 0,1 0 0 0 0,-1 0 1 0 0,0 0-1 0 0,0 0 0 0 0,1 0 0 0 0,-2 1 0 0 0,1-1 0 0 0,0 0 0 0 0,0 0 0 0 0,-1 0 1 0 0,1 0-1 0 0,-1 0 0 0 0,1 0 0 0 0,-1 0 0 0 0,0-1 0 0 0,0 1 0 0 0,0 0 1 0 0,0 0-1 0 0,0 0 0 0 0,0-1 0 0 0,0 1 0 0 0,-1-1 0 0 0,1 1 0 0 0,-1-1 1 0 0,1 1-1 0 0,-1-1 0 0 0,1 0 0 0 0,-1 0 0 0 0,0 0 0 0 0,0 0 0 0 0,-2 2 0 0 0,-7 1 104 0 0,-1 0-1 0 0,1 0 0 0 0,0-1 0 0 0,-20 2 0 0 0,-3 2-7 0 0,-15 4-31 0 0,-1-2 0 0 0,-58 4 1 0 0,-103-5-125 0 0,7 0-14 0 0,-677 100-555 0 0,311-34 922 0 0,168-25-814 0 0,361-44 496 0 0,-413 66-211 0 0,142-26-48 0 0,162-26 201 0 0,12-3 85 0 0,-2-6 0 0 0,-225-14 0 0 0,14-46 83 0 0,8 1 66 0 0,295 46-136 0 0,0 2 1 0 0,1 2-1 0 0,-1 2 0 0 0,0 2 1 0 0,-57 14-1 0 0,-198 41-1416 0 0,297-60 660 0 0,2-1-8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7:38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130 408 7370 0 0,'-3'-155'1470'0'0,"5"122"-790"0"0,-2 0 0 0 0,-1 0 1 0 0,-1 0-1 0 0,-2 0 0 0 0,-9-37 0 0 0,13 69-558 0 0,0 0-1 0 0,0 0 0 0 0,-1 1 1 0 0,1-1-1 0 0,0 0 0 0 0,0 0 1 0 0,-1 1-1 0 0,1-1 0 0 0,0 0 1 0 0,-1 0-1 0 0,1 1 0 0 0,-1-1 0 0 0,1 0 1 0 0,-1 1-1 0 0,1-1 0 0 0,-1 0 1 0 0,1 1-1 0 0,-1-1 0 0 0,0 1 1 0 0,1-1-1 0 0,-1 1 0 0 0,0-1 1 0 0,0 1-1 0 0,1 0 0 0 0,-1-1 1 0 0,0 1-1 0 0,-1-1 0 0 0,1 2 42 0 0,-1-1 1 0 0,1 0-1 0 0,0 1 0 0 0,-1-1 1 0 0,1 0-1 0 0,0 1 0 0 0,0 0 1 0 0,0-1-1 0 0,-1 1 0 0 0,1 0 1 0 0,0-1-1 0 0,0 1 0 0 0,0 0 1 0 0,0 0-1 0 0,-1 1 0 0 0,-3 4 152 0 0,1-1 0 0 0,0 1 0 0 0,0 0 0 0 0,0 0 0 0 0,-4 9-1 0 0,-2 14-141 0 0,1 0 1 0 0,1 0-1 0 0,2 0 0 0 0,1 1 0 0 0,1 0 0 0 0,1 0 0 0 0,4 60 0 0 0,8 9 50 0 0,24 106 1 0 0,-6-41 105 0 0,4 78 475 0 0,-1 423 0 0 0,-32-593-714 0 0,-1 5 30 0 0,3 1-1 0 0,12 94 0 0 0,-9-159-133 0 0,-1-1-1 0 0,1 0 0 0 0,6 13 1 0 0,3 3-280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0.5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17 147 5529 0 0,'2'-51'4115'0'0,"-1"31"-2101"0"0,0-1 0 0 0,-1 1 0 0 0,-6-15 4120 0 0,-3 79-5407 0 0,4 53-496 0 0,13 183 0 0 0,0-144-147 0 0,1 79-74 0 0,16 428 44 0 0,-25-632-56 0 0,1 1-35 0 0,0 0 0 0 0,-1-1 0 0 0,0 1 0 0 0,-1 0 1 0 0,-1 0-1 0 0,0-1 0 0 0,0 1 0 0 0,-6 14 1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1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306 160 5529 0 0,'-56'25'2838'0'0,"-71"42"1"0"0,24-11 3453 0 0,102-56-6133 0 0,-1 0 0 0 0,1 1 0 0 0,0-1 0 0 0,0 0-1 0 0,0 1 1 0 0,0-1 0 0 0,0 1 0 0 0,0-1-1 0 0,0 1 1 0 0,0 0 0 0 0,1-1 0 0 0,-1 1 0 0 0,0 0-1 0 0,0 0 1 0 0,0 0 0 0 0,1-1 0 0 0,-1 1-1 0 0,0 0 1 0 0,1 0 0 0 0,-1 0 0 0 0,0 2 0 0 0,2-3-75 0 0,0 1 1 0 0,0 0-1 0 0,-1-1 1 0 0,1 1 0 0 0,0-1-1 0 0,0 1 1 0 0,0-1 0 0 0,0 0-1 0 0,0 0 1 0 0,0 1 0 0 0,0-1-1 0 0,0 0 1 0 0,0 0 0 0 0,0 0-1 0 0,0 0 1 0 0,0 0-1 0 0,2 0 1 0 0,55-3 208 0 0,238-61 250 0 0,-199 38-284 0 0,122-15 0 0 0,21 25-77 0 0,36-5-17 0 0,-182 5 78 0 0,-1-4 1 0 0,0-4-1 0 0,129-53 0 0 0,-212 73-360 0 0,1 0 1 0 0,-1 1-1 0 0,0 0 0 0 0,1 1 0 0 0,18-2 0 0 0,-21 4-398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1.4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36 7370 0 0,'-15'7'1700'0'0,"16"-6"-1544"0"0,-1-1 0 0 0,0 1 0 0 0,0-1 0 0 0,1 1 0 0 0,-1-1 0 0 0,0 0 0 0 0,1 1 0 0 0,-1-1 0 0 0,1 1 0 0 0,-1-1 0 0 0,1 0 0 0 0,-1 1 0 0 0,1-1 0 0 0,-1 0 0 0 0,1 0 0 0 0,-1 1 0 0 0,1-1 0 0 0,-1 0 0 0 0,1 0 1 0 0,-1 0-1 0 0,1 0 0 0 0,-1 0 0 0 0,1 0 0 0 0,0 1 0 0 0,7 0 417 0 0,-1-1 1 0 0,0 1-1 0 0,1-1 0 0 0,-1 0 1 0 0,0-1-1 0 0,1 0 1 0 0,-1 0-1 0 0,0 0 1 0 0,0-1-1 0 0,11-4 0 0 0,12-2 1001 0 0,24-4-472 0 0,-35 7-1248 0 0,0 0 0 0 0,0 1 0 0 0,1 1 0 0 0,-1 1 1 0 0,1 1-1 0 0,-1 0 0 0 0,30 4 0 0 0,-36 0-1413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1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1 9674 0 0,'-10'14'7840'0'0,"2"4"-3940"0"0,-5 39-3198 0 0,10-42 11 0 0,-22 110 51 0 0,-26 173 120 0 0,36-74-632 0 0,15-192-851 0 0,1 0 0 0 0,2-1 0 0 0,2 0 0 0 0,0 1 0 0 0,11 31 0 0 0,-5-32-7061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2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90 6913 0 0,'-40'-5'4106'0'0,"36"4"-3782"0"0,0-1-1 0 0,0 1 1 0 0,0 1-1 0 0,-1-1 1 0 0,1 1-1 0 0,0-1 1 0 0,-1 1-1 0 0,1 1 1 0 0,0-1-1 0 0,-1 0 1 0 0,1 1 0 0 0,0 0-1 0 0,0 0 1 0 0,0 0-1 0 0,-1 1 1 0 0,1-1-1 0 0,1 1 1 0 0,-9 4-1 0 0,12-6-301 0 0,0 0 0 0 0,0 0-1 0 0,0 0 1 0 0,0 0 0 0 0,0 0-1 0 0,0 0 1 0 0,0 1 0 0 0,0-1-1 0 0,0 0 1 0 0,-1 0 0 0 0,1 0 0 0 0,0 0-1 0 0,0 0 1 0 0,0 0 0 0 0,0 0-1 0 0,0 0 1 0 0,0 0 0 0 0,0 0-1 0 0,0 0 1 0 0,0 0 0 0 0,0 0-1 0 0,0 0 1 0 0,0 0 0 0 0,0 1-1 0 0,-1-1 1 0 0,1 0 0 0 0,0 0-1 0 0,0 0 1 0 0,0 0 0 0 0,0 0 0 0 0,0 0-1 0 0,0 0 1 0 0,0 0 0 0 0,0 0-1 0 0,0 1 1 0 0,0-1 0 0 0,0 0-1 0 0,0 0 1 0 0,0 0 0 0 0,0 0-1 0 0,0 0 1 0 0,0 0 0 0 0,0 0-1 0 0,0 0 1 0 0,0 0 0 0 0,0 1-1 0 0,1-1 1 0 0,-1 0 0 0 0,0 0-1 0 0,0 0 1 0 0,0 0 0 0 0,0 0 0 0 0,0 0-1 0 0,0 0 1 0 0,0 0 0 0 0,0 0-1 0 0,0 0 1 0 0,0 0 0 0 0,0 0-1 0 0,0 1 1 0 0,0-1 0 0 0,1 0-1 0 0,9 0 492 0 0,13-3-417 0 0,-21 3-49 0 0,44-4 157 0 0,1 1-1 0 0,-1 3 0 0 0,76 9 1 0 0,35 1 22 0 0,277-37 351 0 0,-401 24-538 0 0,89-9 200 0 0,329-23 523 0 0,62 24-544 0 0,43 1-108 0 0,-451 4-110 0 0,-63 3 0 0 0,1 1 0 0 0,80 8 0 0 0,-118-6-237 0 0,0 1-1 0 0,-1 0 1 0 0,1 0 0 0 0,0 0 0 0 0,-1 1 0 0 0,1-1-1 0 0,-1 1 1 0 0,0 0 0 0 0,1 0 0 0 0,-1 1 0 0 0,0 0 0 0 0,5 3-1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2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4 5529 0 0,'-4'-4'12027'0'0,"-15"75"-9229"0"0,-43 183-81 0 0,51-197-2584 0 0,2 0 0 0 0,-1 89-1 0 0,10-142-296 0 0,0-1 0 0 0,0 1 0 0 0,0 0 1 0 0,0-1-1 0 0,1 1 0 0 0,-1-1 0 0 0,1 1 0 0 0,0-1 0 0 0,0 0 1 0 0,0 1-1 0 0,0-1 0 0 0,1 0 0 0 0,3 6 0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3.3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140 1 2040 0 0,'-4'2'514'0'0,"1"0"-1"0"0,-1 0 1 0 0,0-1-1 0 0,0 0 0 0 0,0 1 1 0 0,0-1-1 0 0,0-1 0 0 0,0 1 1 0 0,-5 0-1 0 0,-3 1 2020 0 0,9-1-2031 0 0,0 0 0 0 0,0 0 0 0 0,1 0-1 0 0,-1 0 1 0 0,0 0 0 0 0,1 1 0 0 0,-1-1-1 0 0,1 1 1 0 0,0 0 0 0 0,0-1 0 0 0,-1 1 0 0 0,1 0-1 0 0,0 0 1 0 0,1 1 0 0 0,-1-1 0 0 0,0 0-1 0 0,0 1 1 0 0,-1 2 0 0 0,3-4-346 0 0,0 0 0 0 0,-1 0 0 0 0,1 0 0 0 0,0 0 0 0 0,0 0 0 0 0,-1 0 0 0 0,1 0 0 0 0,0 0 0 0 0,0 0 0 0 0,0 0 0 0 0,0 0 0 0 0,0 0 0 0 0,0 0 0 0 0,1 0 0 0 0,-1 0-1 0 0,0 0 1 0 0,0 0 0 0 0,1 0 0 0 0,-1 0 0 0 0,1 1 0 0 0,0-1-121 0 0,1 1-1 0 0,-1-1 1 0 0,0 0-1 0 0,1 0 0 0 0,-1 0 1 0 0,0 0-1 0 0,1 0 0 0 0,-1 0 1 0 0,1 0-1 0 0,0 0 1 0 0,-1 0-1 0 0,1-1 0 0 0,-1 1 1 0 0,1-1-1 0 0,0 1 1 0 0,1-1-1 0 0,23 6 117 0 0,0 1 1 0 0,32 14-1 0 0,-48-17-150 0 0,1 1 0 0 0,-1 1 1 0 0,0 0-1 0 0,0 0 0 0 0,0 1 0 0 0,-1 0 1 0 0,15 14-1 0 0,-24-20-2 0 0,1 0 0 0 0,0 0 1 0 0,-1 0-1 0 0,1 0 0 0 0,-1 0 0 0 0,1 0 1 0 0,-1 0-1 0 0,0 0 0 0 0,1 0 0 0 0,-1 0 0 0 0,0 0 1 0 0,0 1-1 0 0,0-1 0 0 0,1 0 0 0 0,-1 0 0 0 0,-1 0 1 0 0,1 0-1 0 0,0 0 0 0 0,0 0 0 0 0,0 1 0 0 0,0-1 1 0 0,-1 0-1 0 0,1 0 0 0 0,-1 0 0 0 0,1 0 0 0 0,0 0 1 0 0,-1 0-1 0 0,0 0 0 0 0,1 0 0 0 0,-1 0 1 0 0,0 0-1 0 0,1-1 0 0 0,-3 3 0 0 0,-33 28-38 0 0,24-22 33 0 0,-24 23-170 0 0,17-15-30 0 0,1-1 1 0 0,-2-1-1 0 0,0 0 0 0 0,-26 13 1 0 0,24-21 156 0 0,21-7 47 0 0,1 0 1 0 0,-1 1-1 0 0,1-1 1 0 0,-1 0-1 0 0,1 0 0 0 0,-1 0 1 0 0,0 0-1 0 0,1 1 1 0 0,-1-1-1 0 0,1 0 0 0 0,-1 0 1 0 0,0 0-1 0 0,1 0 1 0 0,-1 0-1 0 0,0 0 0 0 0,1 0 1 0 0,-1-1-1 0 0,1 1 1 0 0,-1 0-1 0 0,1 0 0 0 0,-1 0 1 0 0,0-1-1 0 0,1 1 1 0 0,-1 0-1 0 0,1-1 0 0 0,-1 1 1 0 0,1 0-1 0 0,-1-1 1 0 0,1 1-1 0 0,-1 0 0 0 0,1-1 1 0 0,3-1-24 0 0,-1 1 0 0 0,1 0 0 0 0,1 0 0 0 0,-1 0 0 0 0,0 0-1 0 0,0 0 1 0 0,0 1 0 0 0,6-1 0 0 0,-4 0 35 0 0,21-4-24 0 0,45-7 71 0 0,-65 11-34 0 0,1 1-1 0 0,-1 0 1 0 0,1 0 0 0 0,0 0 0 0 0,-1 1-1 0 0,1 0 1 0 0,-1 0 0 0 0,9 3 0 0 0,-14-3-19 0 0,-1-1 1 0 0,1 0-1 0 0,0 1 1 0 0,0-1 0 0 0,0 0-1 0 0,0 1 1 0 0,0-1-1 0 0,-1 1 1 0 0,1 0-1 0 0,0-1 1 0 0,-1 1-1 0 0,1 0 1 0 0,0-1 0 0 0,-1 1-1 0 0,1 0 1 0 0,-1 0-1 0 0,1-1 1 0 0,-1 1-1 0 0,1 0 1 0 0,-1 0 0 0 0,1 0-1 0 0,-1 0 1 0 0,0 0-1 0 0,0 0 1 0 0,1-1-1 0 0,-1 2 1 0 0,0 1 2 0 0,0-1 1 0 0,-1 0-1 0 0,1 0 1 0 0,-1 0-1 0 0,1 1 1 0 0,-1-1-1 0 0,0 0 1 0 0,1 0-1 0 0,-1 0 1 0 0,0 0-1 0 0,-2 2 1 0 0,-4 6-20 0 0,-1 0 0 0 0,0 0 0 0 0,-11 10 0 0 0,15-16-31 0 0,-52 58-970 0 0,-53 50-3959 0 0,92-98 3670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3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4145 0 0,'5'7'1267'0'0,"-1"-1"0"0"0,0 1 0 0 0,-1 0 0 0 0,0 0 0 0 0,0 1-1 0 0,0-1 1 0 0,1 10 0 0 0,7 13 1527 0 0,-2-4-688 0 0,10 40 1 0 0,-13-39-1817 0 0,-1 1-1 0 0,-1 0 1 0 0,-1 34 0 0 0,-3-61-294 0 0,1 2 2 0 0,-1 1-1 0 0,0-1 1 0 0,0 0-1 0 0,-1 0 0 0 0,1 0 1 0 0,0 0-1 0 0,-1 0 1 0 0,0 0-1 0 0,0-1 0 0 0,0 1 1 0 0,0 0-1 0 0,0 0 1 0 0,-2 3-1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3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1376 0 0,'3'-6'64'0'0,"-2"3"8"0"0,-1 1-72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4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0 6449 0 0,'-5'25'11345'0'0,"5"22"-9174"0"0,0-15-1066 0 0,-7 61-510 0 0,5 0 0 0 0,16 164 1 0 0,-9-202-738 0 0,0-6-2194 0 0,0-17-5073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4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152 0 4609 0 0,'-12'2'878'0'0,"0"1"0"0"0,0 0 0 0 0,0 1 1 0 0,0 0-1 0 0,-15 8 0 0 0,22-10-584 0 0,1 1 1 0 0,-1 0 0 0 0,1 0-1 0 0,-1 0 1 0 0,1 1-1 0 0,0-1 1 0 0,0 1-1 0 0,1 0 1 0 0,-1 0 0 0 0,1 0-1 0 0,0 1 1 0 0,0-1-1 0 0,0 1 1 0 0,1 0 0 0 0,-3 5-1 0 0,4-9-214 0 0,1 0-1 0 0,0-1 1 0 0,-1 1-1 0 0,1-1 1 0 0,0 1-1 0 0,-1 0 1 0 0,1-1-1 0 0,0 1 1 0 0,0 0-1 0 0,-1 0 1 0 0,1-1-1 0 0,0 1 1 0 0,0 0-1 0 0,0-1 1 0 0,0 1-1 0 0,0 0 1 0 0,0 0-1 0 0,0-1 1 0 0,0 1-1 0 0,1 0 1 0 0,-1 0-1 0 0,0-1 1 0 0,0 1-1 0 0,1 0 1 0 0,-1-1-1 0 0,0 1 1 0 0,1 0-1 0 0,-1-1 1 0 0,0 1-1 0 0,1-1 1 0 0,-1 1-1 0 0,1-1 1 0 0,-1 1-1 0 0,1 0 1 0 0,-1-1-1 0 0,1 0 1 0 0,0 1-1 0 0,-1-1 1 0 0,1 1-1 0 0,-1-1 1 0 0,1 0-1 0 0,0 1 1 0 0,-1-1-1 0 0,2 0 1 0 0,0 0 55 0 0,0 1 0 0 0,0-1 0 0 0,0-1 1 0 0,0 1-1 0 0,0 0 0 0 0,0 0 0 0 0,0-1 1 0 0,0 1-1 0 0,0-1 0 0 0,-1 0 0 0 0,1 1 0 0 0,0-1 1 0 0,0 0-1 0 0,0 0 0 0 0,2-2 0 0 0,38-35 1065 0 0,-39 35-1167 0 0,-1 0 1 0 0,1 0-1 0 0,-1 0 1 0 0,1-1-1 0 0,-1 1 0 0 0,0-1 1 0 0,0 0-1 0 0,0 1 1 0 0,-1-1-1 0 0,0 0 0 0 0,2-6 1 0 0,-3 10-46 0 0,0-1 1 0 0,0 0 0 0 0,0 1-1 0 0,0-1 1 0 0,0 0 0 0 0,0 0-1 0 0,-1 1 1 0 0,1-1-1 0 0,0 0 1 0 0,0 1 0 0 0,-1-1-1 0 0,1 0 1 0 0,0 1 0 0 0,-1-1-1 0 0,1 0 1 0 0,-1 1 0 0 0,1-1-1 0 0,-1 1 1 0 0,1-1 0 0 0,-1 1-1 0 0,1-1 1 0 0,-1 1-1 0 0,1-1 1 0 0,-1 1 0 0 0,0 0-1 0 0,1-1 1 0 0,-1 1 0 0 0,0 0-1 0 0,1-1 1 0 0,-1 1 0 0 0,0 0-1 0 0,1 0 1 0 0,-1 0-1 0 0,0 0 1 0 0,0-1 0 0 0,1 1-1 0 0,-1 0 1 0 0,0 0 0 0 0,0 0-1 0 0,1 1 1 0 0,-1-1 0 0 0,0 0-1 0 0,1 0 1 0 0,-1 0 0 0 0,0 0-1 0 0,-1 1 1 0 0,-33 10-825 0 0,34-11 807 0 0,-1 1 0 0 0,1-1 0 0 0,0 1 0 0 0,0-1 0 0 0,0 1 0 0 0,0 0 0 0 0,-1-1 0 0 0,1 1 0 0 0,0 0 0 0 0,1 0 0 0 0,-1 0 0 0 0,0 0 0 0 0,0 0 0 0 0,0 0 0 0 0,0 0 0 0 0,1 0 0 0 0,-1 0 0 0 0,0 0 0 0 0,1 1 0 0 0,-1-1 0 0 0,1 0 0 0 0,0 0 0 0 0,-1 1 0 0 0,1-1 0 0 0,0 0 0 0 0,0 0 0 0 0,-1 1 0 0 0,1-1 0 0 0,0 0 0 0 0,0 1 0 0 0,1-1 0 0 0,-1 0 0 0 0,0 2 0 0 0,1-2 78 0 0,0 0-1 0 0,0 1 0 0 0,0-1 1 0 0,0 0-1 0 0,0 0 1 0 0,1 0-1 0 0,-1 0 0 0 0,0 0 1 0 0,0 0-1 0 0,1 0 1 0 0,-1 0-1 0 0,1 0 1 0 0,-1 0-1 0 0,0-1 0 0 0,1 1 1 0 0,0-1-1 0 0,-1 1 1 0 0,1-1-1 0 0,-1 0 1 0 0,1 0-1 0 0,-1 1 0 0 0,1-1 1 0 0,0 0-1 0 0,-1 0 1 0 0,1 0-1 0 0,2-1 0 0 0,-1 1 57 0 0,-1-1 0 0 0,1 1 0 0 0,-1-1 0 0 0,1 1-1 0 0,-1-1 1 0 0,1 0 0 0 0,-1 0 0 0 0,0 0-1 0 0,1 0 1 0 0,-1-1 0 0 0,0 1 0 0 0,0 0-1 0 0,1-1 1 0 0,-1 0 0 0 0,-1 1 0 0 0,1-1-1 0 0,3-3 1 0 0,-5 4-101 0 0,0 0 1 0 0,1 1-1 0 0,-1-1 0 0 0,0 1 0 0 0,1-1 0 0 0,-1 0 1 0 0,0 1-1 0 0,0-1 0 0 0,0 0 0 0 0,0 0 0 0 0,1 1 1 0 0,-1-1-1 0 0,0 0 0 0 0,0 1 0 0 0,0-1 0 0 0,-1 0 1 0 0,1 0-1 0 0,0 1 0 0 0,0-1 0 0 0,0 0 0 0 0,0 1 1 0 0,-1-1-1 0 0,1 0 0 0 0,-1 0 0 0 0,0 0-107 0 0,0-1-1 0 0,0 1 1 0 0,0 0-1 0 0,-1 0 1 0 0,1 0-1 0 0,-1 0 1 0 0,1 0-1 0 0,-1 0 1 0 0,1 0 0 0 0,-1 0-1 0 0,1 0 1 0 0,-1 1-1 0 0,0-1 1 0 0,-2 0-1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5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 8290 0 0,'-1'-8'11891'0'0,"0"49"-9731"0"0,10 166-931 0 0,10 83-1607 0 0,-17-266 379 0 0,-1-14-1551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5.7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10 5065 0 0,'-9'-9'13044'0'0,"-25"71"-12386"0"0,26-44 248 0 0,-1 0 0 0 0,-17 23 0 0 0,22-36-744 0 0,3-3-88 0 0,-1-1 0 0 0,1 1 0 0 0,-1 0-1 0 0,1 0 1 0 0,0 0 0 0 0,0 0 0 0 0,0 0-1 0 0,0 0 1 0 0,0 0 0 0 0,-1 4 0 0 0,3-5-66 0 0,-1 0 1 0 0,0 0 0 0 0,1 0 0 0 0,-1-1-1 0 0,1 1 1 0 0,-1 0 0 0 0,1 0-1 0 0,-1 0 1 0 0,1 0 0 0 0,0 0-1 0 0,-1 0 1 0 0,1-1 0 0 0,0 1 0 0 0,0 0-1 0 0,0-1 1 0 0,0 1 0 0 0,-1 0-1 0 0,1-1 1 0 0,0 1 0 0 0,0-1-1 0 0,0 0 1 0 0,0 1 0 0 0,0-1-1 0 0,0 0 1 0 0,1 1 0 0 0,28 9-9 0 0,-1 0 0 0 0,1-3 0 0 0,1 0 0 0 0,44 4 0 0 0,-6-2 0 0 0,-69-9 0 0 0,1 1 0 0 0,-1-1 0 0 0,1 0 0 0 0,-1 0 0 0 0,1 0 0 0 0,-1 0 0 0 0,1 0 0 0 0,-1 0 0 0 0,0 0 0 0 0,1 1 0 0 0,-1-1 0 0 0,1 0 0 0 0,-1 0 0 0 0,0 1 0 0 0,1-1 0 0 0,-1 0 0 0 0,1 1 0 0 0,-1-1 0 0 0,0 0 0 0 0,0 1 0 0 0,1-1 0 0 0,-1 0 1 0 0,0 1-1 0 0,1-1 0 0 0,-1 1 0 0 0,0-1 0 0 0,0 1 0 0 0,0-1 0 0 0,0 0 0 0 0,1 1 0 0 0,-1-1 0 0 0,0 1 0 0 0,0-1 0 0 0,0 1 0 0 0,0-1 0 0 0,0 1 0 0 0,0-1 0 0 0,0 1 0 0 0,0-1 0 0 0,0 1 0 0 0,-1-1 0 0 0,1 1 0 0 0,0-1 0 0 0,0 0 0 0 0,0 1 0 0 0,0-1 0 0 0,-1 1 0 0 0,1-1 0 0 0,0 1 0 0 0,0-1 0 0 0,-1 0 0 0 0,1 1 0 0 0,0-1 0 0 0,-1 0 0 0 0,1 1 0 0 0,0-1 1 0 0,-1 0-1 0 0,1 1 0 0 0,-1-1 0 0 0,0 0 0 0 0,-31 32-10 0 0,19-21-30 0 0,-76 84-1994 0 0,80-82 1717 0 0,-1-1 0 0 0,2 1 0 0 0,0 0 1 0 0,0 1-1 0 0,1 0 0 0 0,-7 20 0 0 0,14-33 288 0 0,-1 0-1 0 0,1 0 1 0 0,-1 1 0 0 0,1-1-1 0 0,0 0 1 0 0,0 0-1 0 0,-1 0 1 0 0,1 1-1 0 0,0-1 1 0 0,0 0-1 0 0,0 0 1 0 0,0 1 0 0 0,0-1-1 0 0,1 0 1 0 0,-1 0-1 0 0,0 1 1 0 0,0-1-1 0 0,1 0 1 0 0,-1 0 0 0 0,1 0-1 0 0,-1 0 1 0 0,1 0-1 0 0,0 0 1 0 0,-1 1-1 0 0,1-1 1 0 0,0-1-1 0 0,0 1 1 0 0,-1 0 0 0 0,1 0-1 0 0,0 0 1 0 0,0 0-1 0 0,0 0 1 0 0,0-1-1 0 0,0 1 1 0 0,0-1 0 0 0,1 1-1 0 0,-1 0 1 0 0,0-1-1 0 0,0 0 1 0 0,0 1-1 0 0,0-1 1 0 0,1 0-1 0 0,-1 0 1 0 0,2 1 0 0 0,8 0 110 0 0,0 0 0 0 0,0-1 1 0 0,1 0-1 0 0,14-3 1 0 0,9 1 514 0 0,-31 3-516 0 0,1-1 1 0 0,-1 1-1 0 0,0 0 1 0 0,0 0-1 0 0,0 1 1 0 0,0-1-1 0 0,0 1 1 0 0,0 0-1 0 0,0 0 1 0 0,0 0-1 0 0,-1 1 1 0 0,1-1-1 0 0,-1 1 1 0 0,1 0-1 0 0,-1 0 1 0 0,0 0-1 0 0,0 0 1 0 0,-1 1-1 0 0,1-1 1 0 0,-1 1-1 0 0,1-1 1 0 0,-1 1-1 0 0,0 0 1 0 0,-1 0-1 0 0,3 6 1 0 0,-3-5-320 0 0,0-1 0 0 0,0 1 0 0 0,0-1 0 0 0,-1 1 0 0 0,0-1 0 0 0,0 8 0 0 0,-1-8-499 0 0,1 1 1 0 0,-1 0 0 0 0,0-1 0 0 0,-1 1-1 0 0,1-1 1 0 0,-4 8 0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6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523 1 512 0 0,'-19'25'15258'0'0,"17"-20"-14268"0"0,6 20 4688 0 0,-10 22-4925 0 0,1-20-454 0 0,4 7-240 0 0,1 1 0 0 0,1-1-1 0 0,9 53 1 0 0,-6-71-59 0 0,0 0 0 0 0,1-1 0 0 0,0 1 0 0 0,11 18 0 0 0,-9-18 0 0 0,0 0 0 0 0,-1 1 0 0 0,5 21 0 0 0,0-1-2570 0 0,3 10 4393 0 0,-18-42-347 0 0,-2 2-4272 0 0,1-3 2874 0 0,0 0 0 0 0,0 0-1 0 0,0 0 1 0 0,0-1 0 0 0,0 0-1 0 0,-1 0 1 0 0,1 0 0 0 0,-1-1-1 0 0,-7 2 1 0 0,-2 2 52 0 0,-42 15 93 0 0,0-4 0 0 0,-1-1-1 0 0,-73 8 1 0 0,-58 16-1852 0 0,172-36 1015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7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93 227 3225 0 0,'-46'22'4088'0'0,"0"1"3426"0"0,90-36-249 0 0,67-8-6136 0 0,472-67-1049 0 0,-456 67-80 0 0,10-3 0 0 0,177-7 0 0 0,-27 36 0 0 0,72-3 0 0 0,-198-25 134 0 0,-5 0-4 0 0,-147 22-120 0 0,-1 1 0 0 0,0 0 0 0 0,1 1 0 0 0,13 2 0 0 0,-19-2-51 0 0,-1-1 0 0 0,0 1 1 0 0,0-1-1 0 0,0 1 0 0 0,0 0 0 0 0,0-1 1 0 0,0 1-1 0 0,0 0 0 0 0,-1 1 0 0 0,1-1 1 0 0,0 0-1 0 0,0 0 0 0 0,-1 1 0 0 0,1-1 1 0 0,-1 1-1 0 0,1-1 0 0 0,-1 1 0 0 0,0 0 1 0 0,0-1-1 0 0,0 1 0 0 0,1 0 0 0 0,-2 0 1 0 0,2 3-1 0 0,-48-40-7365 0 0,41 32 6801 0 0,0 1-1 0 0,0-1 0 0 0,0 1 0 0 0,-1 0 1 0 0,1 1-1 0 0,0-1 0 0 0,-1 1 1 0 0,-6-1-1 0 0,6 2 852 0 0,1 0 0 0 0,-1 0-1 0 0,0 0 1 0 0,1 1 0 0 0,-1-1 0 0 0,1 2 0 0 0,-11 2-1 0 0,12-3 129 0 0,0 1 0 0 0,0 0 0 0 0,0 0 0 0 0,1 0 0 0 0,-1 0-1 0 0,0 0 1 0 0,1 1 0 0 0,0 0 0 0 0,-1-1 0 0 0,1 1 0 0 0,0 1 0 0 0,1-1-1 0 0,-1 0 1 0 0,1 1 0 0 0,-1-1 0 0 0,1 1 0 0 0,0 0 0 0 0,0-1-1 0 0,0 1 1 0 0,1 0 0 0 0,0 0 0 0 0,-1 0 0 0 0,1 1 0 0 0,0 4-1 0 0,0-1-273 0 0,1 0-1 0 0,0 0 1 0 0,1 0-1 0 0,0 0 1 0 0,0 0-1 0 0,0 0 1 0 0,1 0-1 0 0,0 0 1 0 0,1 0-1 0 0,5 11 1 0 0,-6-14-49 0 0,1 0 0 0 0,-1-1 0 0 0,1 1 0 0 0,0 0 0 0 0,0-1-1 0 0,1 0 1 0 0,0 0 0 0 0,-1 0 0 0 0,1 0 0 0 0,0 0 0 0 0,1-1 0 0 0,-1 0 0 0 0,1 0 0 0 0,-1 0 0 0 0,1 0 0 0 0,8 2 0 0 0,-10-4-44 0 0,0 0 0 0 0,-1 0 0 0 0,1-1 1 0 0,0 1-1 0 0,0-1 0 0 0,0 0 0 0 0,0 0 0 0 0,0 0 0 0 0,0 0 0 0 0,0 0 1 0 0,-1-1-1 0 0,1 0 0 0 0,0 1 0 0 0,0-1 0 0 0,0 0 0 0 0,-1 0 1 0 0,1 0-1 0 0,0-1 0 0 0,-1 1 0 0 0,1-1 0 0 0,-1 1 0 0 0,0-1 0 0 0,1 0 1 0 0,-1 0-1 0 0,0 0 0 0 0,0 0 0 0 0,0 0 0 0 0,0 0 0 0 0,-1-1 0 0 0,1 1 1 0 0,-1-1-1 0 0,3-4 0 0 0,1-4 30 0 0,0 0 0 0 0,-1-1 0 0 0,0 0 1 0 0,-1 0-1 0 0,0 0 0 0 0,2-19 0 0 0,-4 23-8 0 0,-1 1-1 0 0,0 0 1 0 0,0-1 0 0 0,0 1-1 0 0,-1 0 1 0 0,0 0-1 0 0,-1-1 1 0 0,0 1 0 0 0,0 0-1 0 0,0 0 1 0 0,-1 1-1 0 0,-6-14 1 0 0,7 18-20 0 0,1 0 0 0 0,-1 0 1 0 0,0 0-1 0 0,1 0 0 0 0,-1 0 0 0 0,0 0 0 0 0,0 0 0 0 0,0 1 1 0 0,-1-1-1 0 0,1 1 0 0 0,0-1 0 0 0,0 1 0 0 0,-1 0 0 0 0,1 0 1 0 0,-1 0-1 0 0,1 0 0 0 0,-1 0 0 0 0,1 1 0 0 0,-1-1 0 0 0,0 1 0 0 0,1-1 1 0 0,-1 1-1 0 0,0 0 0 0 0,1 0 0 0 0,-1 1 0 0 0,0-1 0 0 0,1 0 1 0 0,-1 1-1 0 0,0 0 0 0 0,1-1 0 0 0,-1 1 0 0 0,1 0 0 0 0,-1 0 1 0 0,1 1-1 0 0,0-1 0 0 0,0 0 0 0 0,-4 3 0 0 0,3-2-38 0 0,1 0 1 0 0,-1 0-1 0 0,0 0 0 0 0,1 0 0 0 0,0 0 0 0 0,-1 0 1 0 0,1 0-1 0 0,0 1 0 0 0,0 0 0 0 0,0-1 0 0 0,1 1 1 0 0,-1 0-1 0 0,0 0 0 0 0,1-1 0 0 0,0 1 1 0 0,-2 5-1 0 0,-1 14-266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8.2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33 238 4609 0 0,'-33'-12'11215'0'0,"53"15"-8795"0"0,-12-2-2089 0 0,1 0-1 0 0,-1-1 1 0 0,0 0 0 0 0,1-1 0 0 0,-1 0 0 0 0,1 0-1 0 0,9-3 1 0 0,62-20 306 0 0,-17 4-405 0 0,-10 8-174 0 0,107-8 0 0 0,57 13-37 0 0,74-8 188 0 0,-121-6 167 0 0,407-39 644 0 0,-543 59-988 0 0,54 6-1 0 0,2 0 274 0 0,-89-5-303 0 0,-1 0 1 0 0,0 0-1 0 0,1 0 1 0 0,-1 1-1 0 0,0-1 0 0 0,1 0 1 0 0,-1 0-1 0 0,1 0 1 0 0,-1 0-1 0 0,0 0 0 0 0,1 0 1 0 0,-1 0-1 0 0,0 0 0 0 0,1 0 1 0 0,-1-1-1 0 0,0 1 1 0 0,1 0-1 0 0,-1 0 0 0 0,1 0 1 0 0,-1 0-1 0 0,0 0 0 0 0,1-1 1 0 0,-1 1-1 0 0,0 0 1 0 0,0 0-1 0 0,1 0 0 0 0,-1-1 1 0 0,0 1-1 0 0,0 0 1 0 0,1-1-1 0 0,-1 1 0 0 0,0 0 1 0 0,0 0-1 0 0,1-1 0 0 0,-1 1 1 0 0,0 0-1 0 0,0-1 1 0 0,-10-11-294 0 0,-23-7-1585 0 0,18 15-226 0 0,-23-6-4913 0 0,16 7 5223 0 0,21 2 1923 0 0,0 1 0 0 0,0 0 0 0 0,0 0 0 0 0,0 0 1 0 0,0 0-1 0 0,0 0 0 0 0,0 0 0 0 0,0 0 0 0 0,0 1 1 0 0,0-1-1 0 0,0 0 0 0 0,0 0 0 0 0,0 1 0 0 0,0-1 1 0 0,0 1-1 0 0,0-1 0 0 0,0 1 0 0 0,1-1 0 0 0,-1 1 1 0 0,0-1-1 0 0,0 1 0 0 0,0 0 0 0 0,1 0 0 0 0,-1-1 0 0 0,0 1 1 0 0,1 0-1 0 0,-1 0 0 0 0,1 0 0 0 0,-1 0 0 0 0,1-1 1 0 0,-1 1-1 0 0,1 0 0 0 0,0 0 0 0 0,-1 0 0 0 0,1 0 1 0 0,0 0-1 0 0,0 0 0 0 0,0 0 0 0 0,0 0 0 0 0,0 0 1 0 0,0 0-1 0 0,0 0 0 0 0,0 0 0 0 0,0 1 0 0 0,1 1 105 0 0,-1-1-1 0 0,1 1 0 0 0,0-1 0 0 0,0 1 0 0 0,0-1 1 0 0,0 0-1 0 0,0 1 0 0 0,1-1 0 0 0,-1 0 0 0 0,1 0 1 0 0,-1 0-1 0 0,1 0 0 0 0,0 0 0 0 0,0 0 0 0 0,0-1 1 0 0,4 4-1 0 0,2-2-30 0 0,0 0 0 0 0,1-1 0 0 0,-1 1 1 0 0,1-2-1 0 0,-1 1 0 0 0,1-1 0 0 0,0 0 0 0 0,0-1 1 0 0,-1 0-1 0 0,1-1 0 0 0,0 1 0 0 0,0-2 1 0 0,-1 1-1 0 0,1-1 0 0 0,14-5 0 0 0,-22 6-253 0 0,0 1 0 0 0,0-1 1 0 0,1 1-1 0 0,-1-1 0 0 0,0 1 0 0 0,0-1 0 0 0,0 1 0 0 0,0-1 1 0 0,0 0-1 0 0,0 0 0 0 0,0 1 0 0 0,0-1 0 0 0,-1 0 0 0 0,1 0 1 0 0,0 0-1 0 0,0 0 0 0 0,-1 0 0 0 0,1 0 0 0 0,0 0 0 0 0,-1 0 1 0 0,1-1-1 0 0,-1 1 0 0 0,0 0 0 0 0,1 0 0 0 0,-1 0 0 0 0,0 0 1 0 0,0-1-1 0 0,1 1 0 0 0,-1 0 0 0 0,0-2 0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9.0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3 7370 0 0,'-1'0'153'0'0,"1"-1"1"0"0,-1 1 0 0 0,1 0 0 0 0,-1-1 0 0 0,1 1 0 0 0,-1 0 0 0 0,0 0 0 0 0,1 0 0 0 0,-1 0 0 0 0,0 0 0 0 0,1 0 0 0 0,-1 0-1 0 0,1 0 1 0 0,-1 0 0 0 0,0 0 0 0 0,1 0 0 0 0,-1 0 0 0 0,0 0 0 0 0,1 0 0 0 0,-1 0 0 0 0,1 1 0 0 0,-1-1 0 0 0,1 0 0 0 0,-1 0-1 0 0,0 1 1 0 0,1-1 0 0 0,-1 0 0 0 0,1 1 0 0 0,-1-1 0 0 0,1 1 0 0 0,-1-1 0 0 0,1 0 0 0 0,0 1 0 0 0,-1-1 0 0 0,1 1 0 0 0,0 0-1 0 0,-1 0 1 0 0,-17 20 3274 0 0,14-11-2640 0 0,0-1 0 0 0,2 0 0 0 0,-1 1 0 0 0,-2 15 0 0 0,3 7-186 0 0,0 38 1 0 0,1-22-349 0 0,-3 198 210 0 0,37 352 0 0 0,-17-372-99 0 0,1 9-202 0 0,-16-221-370 0 0,1 1 0 0 0,0 0 0 0 0,1-1 0 0 0,1 0 0 0 0,0 1-1 0 0,13 25 1 0 0,-8-31-2700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09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0 157 2304 0 0,'6'-40'17259'0'0,"-5"40"-17031"0"0,10 1 110 0 0,0-2 0 0 0,0 0-1 0 0,-1 0 1 0 0,1-1 0 0 0,0 0 0 0 0,-1 0 0 0 0,0-2-1 0 0,13-4 1 0 0,-9 3-252 0 0,0 0-1 0 0,1 1 1 0 0,21-2-1 0 0,-15 5-45 0 0,0 2 0 0 0,1 0 0 0 0,37 8 0 0 0,-30-4-16 0 0,34 1 0 0 0,108-7-24 0 0,98 7 0 0 0,-91 4 0 0 0,215-14 0 0 0,-334 1 0 0 0,22 3 0 0 0,44-2 0 0 0,-107 0 0 0 0,0 0 0 0 0,0-1 0 0 0,-1-1 0 0 0,29-10 0 0 0,-35 10 1 0 0,-1 0-48 0 0,-1 0 0 0 0,1 0 0 0 0,0 1 1 0 0,0 1-1 0 0,0 0 0 0 0,1 0 0 0 0,16 0 1 0 0,18-2 35 0 0,-39 3 17 0 0,1 0 1 0 0,-1 0 0 0 0,1 1 0 0 0,0 0 0 0 0,-1 0 0 0 0,1 0-1 0 0,0 1 1 0 0,-1 0 0 0 0,1 0 0 0 0,10 4 0 0 0,-11-3 25 0 0,0 0 1 0 0,0 0-1 0 0,0-1 1 0 0,1 0 0 0 0,-1-1-1 0 0,0 1 1 0 0,1-1 0 0 0,-1 0-1 0 0,0-1 1 0 0,1 1 0 0 0,7-3-1 0 0,6-2 114 0 0,1-1-1 0 0,20-10 1 0 0,-28 11 29 0 0,-1-1 0 0 0,1 2 1 0 0,0 0-1 0 0,1 0 0 0 0,-1 2 0 0 0,1-1 0 0 0,21 0 0 0 0,21 9 14 0 0,-41-4-142 0 0,0 0 0 0 0,0-1 1 0 0,1 0-1 0 0,-1-2 0 0 0,18-1 1 0 0,-26 1-154 0 0,-1 0 0 0 0,1 1 0 0 0,-1 0 1 0 0,1 0-1 0 0,-1 0 0 0 0,0 1 0 0 0,1 0 1 0 0,-1 1-1 0 0,0-1 0 0 0,0 1 0 0 0,0 0 1 0 0,0 1-1 0 0,7 2 0 0 0,-6-2-1740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0.8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28 13363 0 0,'-1'-1'214'0'0,"0"0"0"0"0,1 0 0 0 0,-1 0 0 0 0,0 0 0 0 0,0 0 0 0 0,1-1 0 0 0,-1 1 0 0 0,0 0 0 0 0,1 0 0 0 0,0-1 0 0 0,-1 1 1 0 0,1 0-1 0 0,0-1 0 0 0,-1 1 0 0 0,1 0 0 0 0,0-1 0 0 0,0 1 0 0 0,0 0 0 0 0,0-3 0 0 0,8 3 2715 0 0,6 15-1933 0 0,33 51-309 0 0,-2 2 1 0 0,-4 1-1 0 0,62 142 1 0 0,-91-181-675 0 0,26 53-60 0 0,-35-75 35 0 0,1-1 0 0 0,1 1 0 0 0,-1-1 0 0 0,1 0 0 0 0,0-1 0 0 0,0 1 0 0 0,0-1 0 0 0,1 0 0 0 0,7 6 0 0 0,3-4-411 0 0,0-3-170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1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17 181 11690 0 0,'-8'-6'5741'0'0,"2"19"-1861"0"0,4-6-4113 0 0,1-1 390 0 0,1 0 0 0 0,0 0 1 0 0,0 0-1 0 0,1 0 0 0 0,0 0 0 0 0,0 0 1 0 0,0 0-1 0 0,1 0 0 0 0,0 0 0 0 0,3 7 1 0 0,1 1-143 0 0,1 0 0 0 0,16 23 0 0 0,-14-25-15 0 0,1-1 0 0 0,1 0 0 0 0,-1 0 0 0 0,2-1 0 0 0,-1 0 0 0 0,1-1 0 0 0,1 0 0 0 0,0-1 0 0 0,0-1 0 0 0,0 0 0 0 0,20 7 0 0 0,-29-13 4 0 0,0 0 0 0 0,0 0-1 0 0,-1 0 1 0 0,1 0 0 0 0,0-1 0 0 0,0 0 0 0 0,0 0 0 0 0,1 0 0 0 0,-1 0-1 0 0,0 0 1 0 0,0-1 0 0 0,-1 0 0 0 0,1 0 0 0 0,0 0 0 0 0,0 0 0 0 0,0-1-1 0 0,-1 1 1 0 0,1-1 0 0 0,5-3 0 0 0,-4 2 21 0 0,0 0 0 0 0,-1-1 0 0 0,1 1 0 0 0,-1-1-1 0 0,0 0 1 0 0,0 0 0 0 0,0-1 0 0 0,-1 1 0 0 0,1-1 0 0 0,-1 1 0 0 0,0-1 0 0 0,0 0-1 0 0,2-6 1 0 0,-3 3 34 0 0,1 0-1 0 0,-2 0 0 0 0,1-1 1 0 0,-1 1-1 0 0,0 0 0 0 0,0 0 1 0 0,-1-1-1 0 0,0 1 0 0 0,-1 0 1 0 0,0-1-1 0 0,-4-14 0 0 0,2 11 29 0 0,-1 0 0 0 0,-1 1 0 0 0,0-1 0 0 0,-1 1 0 0 0,0 0 0 0 0,-1 0 0 0 0,-9-12 0 0 0,3 7-72 0 0,0 2 0 0 0,-1-1-1 0 0,-1 2 1 0 0,0 0 0 0 0,0 1-1 0 0,-1 0 1 0 0,-1 1 0 0 0,0 1 0 0 0,-32-14-1 0 0,-14 3-3028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1.5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29 420 14283 0 0,'-28'-5'8385'0'0,"38"12"-7311"0"0,4 1-1008 0 0,0-1 0 0 0,0-1 0 0 0,0 0 0 0 0,0-1 0 0 0,1 0-1 0 0,0-1 1 0 0,22 3 0 0 0,-32-7 14 0 0,-1 0 0 0 0,1 0 0 0 0,0 0 0 0 0,-1 0 0 0 0,1-1-1 0 0,-1 0 1 0 0,1 0 0 0 0,-1 0 0 0 0,1-1 0 0 0,-1 1 0 0 0,5-3 0 0 0,-7 3-51 0 0,-1 0 0 0 0,0 0 1 0 0,0 0-1 0 0,1 0 0 0 0,-1 0 1 0 0,0 0-1 0 0,0-1 1 0 0,0 1-1 0 0,-1 0 0 0 0,1 0 1 0 0,0-1-1 0 0,0 1 0 0 0,-1-1 1 0 0,1 1-1 0 0,0-1 0 0 0,-1 1 1 0 0,0-1-1 0 0,1 1 0 0 0,-1-1 1 0 0,0 1-1 0 0,0-1 0 0 0,0 1 1 0 0,0-1-1 0 0,0 1 0 0 0,0-1 1 0 0,0 0-1 0 0,-1 1 0 0 0,1-1 1 0 0,0 1-1 0 0,-1-1 1 0 0,1 1-1 0 0,-1-1 0 0 0,0 1 1 0 0,1 0-1 0 0,-3-3 0 0 0,-41-77 862 0 0,30 57-786 0 0,1-1 0 0 0,0 0 0 0 0,-11-37 0 0 0,16 37-205 0 0,2-1-1 0 0,-5-40 0 0 0,10 15-7550 0 0,2 29-789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2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 15203 0 0,'-12'-1'5470'0'0,"18"4"-3425"0"0,8 5-1949 0 0,0-1 0 0 0,-1 2 0 0 0,0 0 0 0 0,-1 0 0 0 0,0 1 0 0 0,0 1 0 0 0,-1 0 0 0 0,-1 0 0 0 0,13 18 0 0 0,4 12 43 0 0,37 73 0 0 0,-21-35-419 0 0,-32-61-1442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2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24 117 5529 0 0,'-4'-35'891'0'0,"-2"-13"3385"0"0,5 43-2884 0 0,0 0 0 0 0,-10-18 8297 0 0,20 66-8870 0 0,1-14-733 0 0,1-1 0 0 0,2 0 0 0 0,1-1-1 0 0,1 0 1 0 0,1-1 0 0 0,30 36 0 0 0,-42-59-135 0 0,-1 0 0 0 0,1 0 0 0 0,-1-1 0 0 0,1 1 0 0 0,0-1 0 0 0,0 0 0 0 0,0 0 0 0 0,1 0 0 0 0,-1-1 0 0 0,0 1 0 0 0,1-1 0 0 0,-1 0 0 0 0,1 0 0 0 0,5 0 0 0 0,-7-1-91 0 0,0 0-1 0 0,0 0 1 0 0,0 0-1 0 0,0 0 1 0 0,0 0 0 0 0,0-1-1 0 0,0 1 1 0 0,-1-1-1 0 0,1 0 1 0 0,0 0-1 0 0,0 0 1 0 0,0 0 0 0 0,-1 0-1 0 0,1-1 1 0 0,0 1-1 0 0,-1-1 1 0 0,1 0 0 0 0,-1 1-1 0 0,0-1 1 0 0,0 0-1 0 0,1-1 1 0 0,1-2-1 0 0,-1 0 129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3.3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150 22 1840 0 0,'-17'-9'-65'0'0,"-13"-2"7268"0"0,28 10-6566 0 0,0 1 1 0 0,0 0-1 0 0,1-1 0 0 0,-1 1 0 0 0,0 0 1 0 0,0 0-1 0 0,0 0 0 0 0,0 1 0 0 0,0-1 1 0 0,1 0-1 0 0,-1 1 0 0 0,0-1 1 0 0,-2 2-1 0 0,2-1-424 0 0,1-1 1 0 0,0 1 0 0 0,0 0-1 0 0,0 0 1 0 0,0-1-1 0 0,0 1 1 0 0,1 0-1 0 0,-1 0 1 0 0,0 0 0 0 0,0 0-1 0 0,1 0 1 0 0,-1 1-1 0 0,0 0 1 0 0,-12 32 184 0 0,2 1 0 0 0,1 0-1 0 0,2 0 1 0 0,-4 43 0 0 0,11-68-365 0 0,0-6-10 0 0,-4 46-10 0 0,5-46 7 0 0,0-1 0 0 0,0 1 0 0 0,0-1 0 0 0,0 1 0 0 0,1-1 0 0 0,0 0 0 0 0,-1 1 0 0 0,1-1 0 0 0,1 1 0 0 0,-1-1 0 0 0,3 6 0 0 0,-3-8-1 0 0,0-1 1 0 0,0 1-1 0 0,0 0 1 0 0,0 0-1 0 0,0-1 1 0 0,0 1-1 0 0,0-1 1 0 0,0 1-1 0 0,0-1 1 0 0,0 1-1 0 0,0-1 1 0 0,0 0-1 0 0,1 0 1 0 0,-1 1-1 0 0,0-1 1 0 0,0 0-1 0 0,0 0 1 0 0,0 0-1 0 0,1 0 1 0 0,-1 0-1 0 0,0-1 0 0 0,0 1 1 0 0,0 0-1 0 0,0 0 1 0 0,1-1-1 0 0,-1 1 1 0 0,1-2-1 0 0,35-15 279 0 0,-30 13-236 0 0,95-57 483 0 0,23-12-1610 0 0,-109 66-934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4.6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9218 0 0,'7'2'11915'0'0,"-3"1"-11807"0"0,-1-1 0 0 0,1 1-1 0 0,0 0 1 0 0,-1 0 0 0 0,0 0 0 0 0,0 0 0 0 0,5 7-1 0 0,3 16 18 0 0,0 1-1 0 0,-2 1 1 0 0,-1 0-1 0 0,-2 0 0 0 0,0 1 1 0 0,1 31-1 0 0,12 54 23 0 0,-19-113-132 0 0,0-1 1 0 0,0 1-1 0 0,0-1 1 0 0,0 1-1 0 0,1-1 1 0 0,-1 1-1 0 0,0-1 1 0 0,0 1-1 0 0,1-1 1 0 0,-1 1-1 0 0,0-1 1 0 0,0 0-1 0 0,1 1 1 0 0,-1-1-1 0 0,1 1 1 0 0,-1-1-1 0 0,0 0 1 0 0,1 1-1 0 0,-1-1 1 0 0,1 0-1 0 0,-1 0 1 0 0,1 1-1 0 0,-1-1 1 0 0,1 0-1 0 0,-1 0 1 0 0,1 0-1 0 0,-1 0 1 0 0,1 0-1 0 0,-1 1 1 0 0,1-1-1 0 0,21-5 281 0 0,22-20 15 0 0,-38 21-246 0 0,22-15-151 0 0,-1-2 0 0 0,-1-1 0 0 0,-1-1 0 0 0,24-28-1 0 0,-3 3-1517 0 0,-30 31 390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4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3 7834 0 0,'-18'-2'5154'0'0,"0"1"2398"0"0,18 2-7443 0 0,0 0-1 0 0,0 0 1 0 0,-1 0 0 0 0,1 0 0 0 0,0 0-1 0 0,0 0 1 0 0,0 0 0 0 0,1 0 0 0 0,-1 0-1 0 0,0 0 1 0 0,0 0 0 0 0,0 0-1 0 0,1-1 1 0 0,-1 1 0 0 0,0 0 0 0 0,1 0-1 0 0,-1 0 1 0 0,1 0 0 0 0,-1-1 0 0 0,1 1-1 0 0,0 0 1 0 0,-1 0 0 0 0,1-1 0 0 0,0 2-1 0 0,98 126 1650 0 0,-48-65-3400 0 0,-35-45-4059 0 0,0 0-1898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5.3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23 3225 0 0,'-4'-3'-391'0'0,"-34"-17"11548"0"0,36 21-10874 0 0,2 0-73 0 0,0 0-1 0 0,0 0 1 0 0,0 0 0 0 0,0 0 0 0 0,0-1 0 0 0,0 1-1 0 0,0 0 1 0 0,0 0 0 0 0,0 0 0 0 0,1 0 0 0 0,-1 0-1 0 0,0 0 1 0 0,1-1 0 0 0,-1 1 0 0 0,0 0 0 0 0,1 0-1 0 0,-1 0 1 0 0,1-1 0 0 0,-1 1 0 0 0,1 0 0 0 0,-1-1-1 0 0,1 1 1 0 0,0 0 0 0 0,-1-1 0 0 0,2 1 0 0 0,20 20 1032 0 0,-18-18-922 0 0,27 25 221 0 0,0 1-1 0 0,-2 1 1 0 0,49 67-1 0 0,-39-44-2961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5.6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1 6913 0 0,'0'2'354'0'0,"1"0"0"0"0,-1 1 0 0 0,0-1 0 0 0,0 0 0 0 0,0 0 0 0 0,0 1 0 0 0,0-1 0 0 0,-1 0 0 0 0,1 0-1 0 0,-2 4 1 0 0,-8 25 1428 0 0,-20 41-1 0 0,21-55-1295 0 0,1 0 1 0 0,1 0 0 0 0,1 1-1 0 0,0 0 1 0 0,2 0-1 0 0,0 0 1 0 0,0 1-1 0 0,0 30 1 0 0,4-47-453 0 0,0 0 0 0 0,0 0 0 0 0,0 0-1 0 0,0 0 1 0 0,0 0 0 0 0,1 0 0 0 0,-1 0 0 0 0,1 0 0 0 0,-1 0 0 0 0,1 0-1 0 0,0 0 1 0 0,0 0 0 0 0,0 0 0 0 0,0-1 0 0 0,0 1 0 0 0,0 0 0 0 0,0-1-1 0 0,1 1 1 0 0,-1 0 0 0 0,0-1 0 0 0,1 0 0 0 0,0 1 0 0 0,1 0 0 0 0,0-1 59 0 0,-1 0 0 0 0,1 0 1 0 0,0-1-1 0 0,0 1 1 0 0,-1-1-1 0 0,1 0 1 0 0,0 1-1 0 0,0-1 0 0 0,0 0 1 0 0,-1-1-1 0 0,1 1 1 0 0,0 0-1 0 0,0-1 1 0 0,4-1-1 0 0,9-4 305 0 0,0-1 1 0 0,0 0-1 0 0,-1-1 1 0 0,17-12-1 0 0,-30 19-395 0 0,82-48-1131 0 0,-59 37-1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17.0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63 110 6833 0 0,'12'-75'16237'0'0,"-12"76"-16233"0"0,0 0 1 0 0,1-1-1 0 0,-1 1 0 0 0,0 0 1 0 0,0 0-1 0 0,0 0 1 0 0,0 0-1 0 0,0 0 0 0 0,0 1 1 0 0,0-1-1 0 0,0 0 1 0 0,0 0-1 0 0,0 0 0 0 0,-1-1 1 0 0,1 1-1 0 0,0 0 0 0 0,-1 0 1 0 0,1 0-1 0 0,-1 0 1 0 0,1 0-1 0 0,-2 1 0 0 0,2-1-37 0 0,-9 17 97 0 0,9-17-61 0 0,0-1 0 0 0,-1 0 0 0 0,1 0 0 0 0,0 1 0 0 0,0-1 0 0 0,0 0 0 0 0,0 0 0 0 0,0 0 0 0 0,-1 1-1 0 0,1-1 1 0 0,0 0 0 0 0,0 0 0 0 0,0 0 0 0 0,-1 1 0 0 0,1-1 0 0 0,0 0 0 0 0,0 0 0 0 0,-1 0 0 0 0,1 0 0 0 0,0 0 0 0 0,0 0 0 0 0,-1 0 0 0 0,1 0 0 0 0,0 1 0 0 0,0-1 0 0 0,-1 0 0 0 0,1 0 0 0 0,0 0 0 0 0,-1 0-1 0 0,1 0 1 0 0,0 0 0 0 0,0 0 0 0 0,-1-1 0 0 0,1 1 0 0 0,0 0 0 0 0,0 0 0 0 0,-1 0 0 0 0,1 0 0 0 0,0 0 0 0 0,0 0 0 0 0,-1 0 0 0 0,1-1 0 0 0,0 1 0 0 0,0 0 0 0 0,0 0 0 0 0,-1 0 0 0 0,1 0 0 0 0,0-1 0 0 0,0 1 0 0 0,0 0-1 0 0,0 0 1 0 0,-1-1 0 0 0,-12-18 295 0 0,1 3-112 0 0,3 4-359 0 0,8 11 160 0 0,1 0-1 0 0,-1 0 1 0 0,1 1-1 0 0,-1-1 1 0 0,1 0-1 0 0,-1 0 1 0 0,1 0-1 0 0,-1 0 1 0 0,0 1-1 0 0,0-1 1 0 0,1 0-1 0 0,-1 1 1 0 0,0-1-1 0 0,0 0 1 0 0,0 1-1 0 0,0-1 1 0 0,0 1-1 0 0,0-1 1 0 0,-1 1-1 0 0,2 0 52 0 0,3-3-1289 0 0,15-10 507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20.3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186 83 7418 0 0,'-39'-48'2690'0'0,"35"44"-1882"0"0,1 0-1 0 0,-1 1 1 0 0,0 0-1 0 0,0-1 1 0 0,0 1-1 0 0,-1 0 1 0 0,1 1-1 0 0,-1-1 1 0 0,1 1-1 0 0,-6-2 1 0 0,10 4-697 0 0,-1 0 1 0 0,1 1 0 0 0,-1-1 0 0 0,1 0-1 0 0,-1 0 1 0 0,1 0 0 0 0,-1 0 0 0 0,1 0-1 0 0,-1 1 1 0 0,1-1 0 0 0,-1 0 0 0 0,1 1-1 0 0,-1-1 1 0 0,1 0 0 0 0,0 0 0 0 0,-1 1-1 0 0,1-1 1 0 0,0 1 0 0 0,-1-1 0 0 0,1 0-1 0 0,0 1 1 0 0,-1-1 0 0 0,1 1 0 0 0,0-1-1 0 0,0 1 1 0 0,0-1 0 0 0,-1 1 0 0 0,1-1-1 0 0,0 1 1 0 0,0-1 0 0 0,0 1 0 0 0,0-1-1 0 0,0 1 1 0 0,0-1 0 0 0,0 1 0 0 0,0-1-1 0 0,0 1 1 0 0,0-1 0 0 0,0 1 0 0 0,0-1-1 0 0,1 1 1 0 0,-1-1 0 0 0,0 1 0 0 0,5 31-1 0 0,-4-27-46 0 0,2 31-91 0 0,-1 1-1 0 0,-1-1 1 0 0,-9 66 0 0 0,0 25 28 0 0,10-12 273 0 0,0-26-23 0 0,-4 0 1 0 0,-19 135-1 0 0,14-189-252 0 0,1 0 0 0 0,2 0 0 0 0,1 1 0 0 0,2-1 0 0 0,2 0 0 0 0,7 55 0 0 0,-4-53 0 0 0,-2-1 0 0 0,-1 1 0 0 0,-1 0 0 0 0,-3 0 0 0 0,-6 38 0 0 0,3-31 0 0 0,-1 176-45 0 0,7-169 90 0 0,0-12-90 0 0,1 2 50 0 0,-2 1 1 0 0,-11 74-1 0 0,12-115-4 0 0,-18 101-56 0 0,17-87 65 0 0,0 0-1 0 0,0 0 1 0 0,1 0-1 0 0,5 28 0 0 0,-5-44-10 0 0,0 1 0 0 0,0 0 1 0 0,0 0-1 0 0,0 0 0 0 0,0 0 0 0 0,0-1 0 0 0,1 1 0 0 0,-1 0 0 0 0,0 0 0 0 0,0 0 0 0 0,0 0 0 0 0,0-1 0 0 0,0 1 0 0 0,1 0 0 0 0,-1 0 0 0 0,0 0 0 0 0,0 0 1 0 0,0 0-1 0 0,1 0 0 0 0,-1 0 0 0 0,0-1 0 0 0,0 1 0 0 0,0 0 0 0 0,1 0 0 0 0,-1 0 0 0 0,0 0 0 0 0,0 0 0 0 0,0 0 0 0 0,1 0 0 0 0,-1 0 0 0 0,0 0 0 0 0,0 0 1 0 0,0 0-1 0 0,1 0 0 0 0,-1 0 0 0 0,0 1 0 0 0,0-1 0 0 0,0 0 0 0 0,1 0 0 0 0,-1 0 0 0 0,0 0 0 0 0,0 0 0 0 0,0 0 0 0 0,0 0 0 0 0,1 1 0 0 0,-1-1 0 0 0,0 0 1 0 0,0 0-1 0 0,0 0 0 0 0,0 0 0 0 0,0 0 0 0 0,1 1 0 0 0,-1-1 0 0 0,0 0 0 0 0,0 0 0 0 0,0 0 0 0 0,0 1 0 0 0,0-1 0 0 0,0 0 0 0 0,0 0 0 0 0,0 0 0 0 0,0 1 1 0 0,0-1-1 0 0,0 0 0 0 0,0 0 0 0 0,0 1 0 0 0,0-1 0 0 0,0 0 0 0 0,0 0 0 0 0,3-5-386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28.177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457 462 456 0 0,'34'-99'6185'0'0,"-44"137"-5348"0"0,-39 131 633 0 0,-101 332 33 0 0,-37-13-606 0 0,92-268 318 0 0,237-520-1446 0 0,-1 5 54 0 0,169-341 270 0 0,-69 259 126 0 0,-221 355 46 0 0,-20 22-260 0 0,0 0 0 0 0,0 0-1 0 0,0 0 1 0 0,0 0 0 0 0,0 0-1 0 0,0 0 1 0 0,1 0-1 0 0,-1 0 1 0 0,0 0 0 0 0,0 0-1 0 0,0-1 1 0 0,0 1 0 0 0,0 0-1 0 0,0 0 1 0 0,1 0-1 0 0,-1 0 1 0 0,0 0 0 0 0,0 0-1 0 0,0 0 1 0 0,0 0 0 0 0,0 0-1 0 0,0 0 1 0 0,1 0 0 0 0,-1 0-1 0 0,0 0 1 0 0,0 0-1 0 0,0 1 1 0 0,0-1 0 0 0,0 0-1 0 0,0 0 1 0 0,1 0 0 0 0,-1 0-1 0 0,0 0 1 0 0,0 0-1 0 0,0 0 1 0 0,0 0 0 0 0,0 0-1 0 0,0 0 1 0 0,0 0 0 0 0,0 1-1 0 0,1-1 1 0 0,-1 0-1 0 0,0 0 1 0 0,0 0 0 0 0,0 0-1 0 0,0 0 1 0 0,0 0 0 0 0,0 1-1 0 0,0-1 1 0 0,0 0 0 0 0,-3 17 214 0 0,-37 92 1627 0 0,-62 118 1 0 0,-70 97-1172 0 0,-16 32-667 0 0,77-139-5 0 0,-36 79-66 0 0,142-284 52 0 0,-3 3 18 0 0,1 0 1 0 0,1 1-1 0 0,1 0 0 0 0,0 0 1 0 0,-5 33-1 0 0,10-48-23 0 0,0-1 0 0 0,-1 1 0 0 0,1-1 1 0 0,0 1-1 0 0,0-1 0 0 0,0 1 0 0 0,0-1 0 0 0,0 1 0 0 0,0-1 0 0 0,1 1 0 0 0,-1-1 0 0 0,0 1 1 0 0,0-1-1 0 0,0 1 0 0 0,0-1 0 0 0,1 0 0 0 0,-1 1 0 0 0,0-1 0 0 0,0 1 0 0 0,1-1 0 0 0,-1 1 1 0 0,0-1-1 0 0,1 0 0 0 0,-1 1 0 0 0,0-1 0 0 0,1 0 0 0 0,-1 1 0 0 0,1-1 0 0 0,-1 0 0 0 0,0 1 1 0 0,1-1-1 0 0,16-4-402 0 0,16-19-400 0 0,-3-9 383 0 0,-2-2 0 0 0,0-1 0 0 0,-3-1 0 0 0,36-66 0 0 0,-24 41 520 0 0,79-125 300 0 0,147-176-1 0 0,-140 205-350 0 0,77-91 7 0 0,-195 242-44 0 0,0 0-30 0 0,0-1 1 0 0,1 1-1 0 0,0 0 1 0 0,0 0-1 0 0,0 1 0 0 0,1 0 1 0 0,0 0-1 0 0,0 0 0 0 0,14-6 1 0 0,-20 10 18 0 0,0 1 1 0 0,-1 0 0 0 0,1 0 0 0 0,0 0-1 0 0,-1-1 1 0 0,1 1 0 0 0,0 0 0 0 0,-1 0 0 0 0,1 0-1 0 0,0 0 1 0 0,-1 0 0 0 0,1 0 0 0 0,0 0-1 0 0,0 1 1 0 0,-1-1 0 0 0,1 0 0 0 0,0 0-1 0 0,-1 0 1 0 0,1 1 0 0 0,-1-1 0 0 0,1 0-1 0 0,0 1 1 0 0,-1-1 0 0 0,1 0 0 0 0,-1 1-1 0 0,1-1 1 0 0,-1 1 0 0 0,1-1 0 0 0,-1 1-1 0 0,1-1 1 0 0,-1 1 0 0 0,1-1 0 0 0,-1 1-1 0 0,0 0 1 0 0,1-1 0 0 0,-1 1 0 0 0,0 0-1 0 0,0-1 1 0 0,1 1 0 0 0,-1 0 0 0 0,0-1 0 0 0,0 1-1 0 0,0 0 1 0 0,0-1 0 0 0,0 1 0 0 0,0 0-1 0 0,0-1 1 0 0,0 1 0 0 0,0 0 0 0 0,0-1-1 0 0,-1 2 1 0 0,-6 39-684 0 0,-20 41 268 0 0,-4-2-1 0 0,-59 111 1 0 0,58-127 361 0 0,0 2 215 0 0,-211 394 1516 0 0,198-388-1053 0 0,-65 113 947 0 0,91-149-883 0 0,2 2 1 0 0,1 0-1 0 0,-12 46 1 0 0,27-83-650 0 0,0 1 1 0 0,1-1-1 0 0,-1 1 1 0 0,1-1-1 0 0,0 1 1 0 0,-1 0-1 0 0,1-1 1 0 0,0 1-1 0 0,0-1 1 0 0,0 1-1 0 0,0 0 1 0 0,0-1-1 0 0,0 1 1 0 0,1 0-1 0 0,-1-1 1 0 0,1 3 0 0 0,0-4-26 0 0,-1 0 0 0 0,1 0 1 0 0,-1 1-1 0 0,1-1 1 0 0,-1 0-1 0 0,1 0 1 0 0,0 0-1 0 0,-1 0 1 0 0,1 0-1 0 0,-1 0 1 0 0,1 0-1 0 0,-1 0 1 0 0,1 0-1 0 0,0 0 1 0 0,-1 0-1 0 0,1 0 1 0 0,-1 0-1 0 0,1 0 1 0 0,-1-1-1 0 0,1 1 1 0 0,-1 0-1 0 0,1 0 1 0 0,-1-1-1 0 0,1 1 1 0 0,-1 0-1 0 0,1-1 1 0 0,-1 1-1 0 0,1-1 1 0 0,9-6-167 0 0,-1-1 1 0 0,-1 0 0 0 0,8-9-1 0 0,162-212-2742 0 0,-18-18-136 0 0,-97 148 2399 0 0,-62 98 640 0 0,314-463-1908 0 0,-144 222 1708 0 0,0-2 251 0 0,-153 220 12 0 0,0 0-1 0 0,2 2 0 0 0,0 0 1 0 0,2 1-1 0 0,0 1 0 0 0,1 1 1 0 0,29-18-1 0 0,-49 35-25 0 0,1 0 1 0 0,-1 0-1 0 0,1 0 0 0 0,0 1 1 0 0,-1-1-1 0 0,1 1 0 0 0,0 0 1 0 0,0 1-1 0 0,0-1 0 0 0,0 0 1 0 0,0 1-1 0 0,6 0 0 0 0,-9 0-10 0 0,0 1-1 0 0,0-1 1 0 0,0 0-1 0 0,0 0 1 0 0,0 1-1 0 0,-1-1 1 0 0,1 1 0 0 0,0-1-1 0 0,0 1 1 0 0,0-1-1 0 0,-1 1 1 0 0,1-1-1 0 0,0 1 1 0 0,0 0-1 0 0,-1 0 1 0 0,1-1-1 0 0,-1 1 1 0 0,1 0-1 0 0,0 0 1 0 0,0 1-1 0 0,0 0 17 0 0,-1 1 0 0 0,1-1 0 0 0,-1 1 0 0 0,1-1 0 0 0,-1 0 0 0 0,0 1 0 0 0,0-1 0 0 0,0 1 0 0 0,0-1 0 0 0,-1 0 0 0 0,0 6 0 0 0,-10 29 268 0 0,-2 0-1 0 0,-1 0 1 0 0,-1-1-1 0 0,-26 41 1 0 0,16-28-73 0 0,-12 24 3 0 0,-206 397 600 0 0,-23-12-927 0 0,-120 183-11 0 0,329-541 183 0 0,-70 139 174 0 0,126-238-286 0 0,1 0 1 0 0,-1 0-1 0 0,0 0 0 0 0,1 1 1 0 0,-1-1-1 0 0,1 0 1 0 0,0 0-1 0 0,-1 1 1 0 0,1-1-1 0 0,0 1 1 0 0,0-1-1 0 0,-1 0 0 0 0,1 1 1 0 0,1 2-1 0 0,-1-4 5 0 0,1 0-1 0 0,-1 0 1 0 0,1 0-1 0 0,-1 0 0 0 0,1 0 1 0 0,-1 0-1 0 0,1 0 1 0 0,-1 0-1 0 0,1 0 0 0 0,-1 0 1 0 0,1 0-1 0 0,-1-1 1 0 0,1 1-1 0 0,-1 0 0 0 0,1 0 1 0 0,-1 0-1 0 0,0-1 1 0 0,1 1-1 0 0,-1 0 0 0 0,1-1 1 0 0,-1 1-1 0 0,1 0 1 0 0,-1-1-1 0 0,0 1 0 0 0,1-1 1 0 0,34-33-1325 0 0,3-11-376 0 0,60-90 1 0 0,19-63 1311 0 0,-27 44 410 0 0,285-404 2285 0 0,-243 369-1368 0 0,155-173 797 0 0,-147 196-1115 0 0,17-16-1 0 0,-150 174-577 0 0,2-3 12 0 0,0 1-1 0 0,1-1 0 0 0,0 2 0 0 0,1-1 1 0 0,0 1-1 0 0,1 1 0 0 0,-1 0 0 0 0,23-10 1 0 0,-33 17-33 0 0,0 0 1 0 0,0 1-1 0 0,1-1 0 0 0,-1 1 1 0 0,0 0-1 0 0,0-1 1 0 0,1 1-1 0 0,-1 0 1 0 0,0-1-1 0 0,0 1 1 0 0,1 0-1 0 0,-1 0 0 0 0,0 0 1 0 0,0 0-1 0 0,1 1 1 0 0,-1-1-1 0 0,0 0 1 0 0,0 0-1 0 0,1 1 1 0 0,-1-1-1 0 0,0 1 1 0 0,0-1-1 0 0,0 1 0 0 0,0-1 1 0 0,2 2-1 0 0,-2-1-3 0 0,-1 0-1 0 0,1 1 1 0 0,0-1 0 0 0,0 1-1 0 0,-1-1 1 0 0,1 1-1 0 0,-1-1 1 0 0,0 1-1 0 0,1-1 1 0 0,-1 1 0 0 0,0-1-1 0 0,0 1 1 0 0,0 0-1 0 0,0-1 1 0 0,0 1-1 0 0,-1 2 1 0 0,-1 9-57 0 0,-1 0 0 0 0,-1 0 0 0 0,-7 19 0 0 0,-98 216 851 0 0,-183 306-1 0 0,143-324 241 0 0,94-150-171 0 0,2 2 0 0 0,-65 141 1 0 0,117-222-841 0 0,0 1 1 0 0,0-1 0 0 0,1 0 0 0 0,-1 1 0 0 0,1-1 0 0 0,-1 0 0 0 0,1 1-1 0 0,-1-1 1 0 0,1 1 0 0 0,0-1 0 0 0,0 1 0 0 0,-1-1 0 0 0,1 1-1 0 0,0-1 1 0 0,0 1 0 0 0,1 2 0 0 0,0-4-28 0 0,-1 0 0 0 0,1 0 0 0 0,0 0 0 0 0,0 0 0 0 0,-1-1 0 0 0,1 1 0 0 0,0 0 0 0 0,0 0 0 0 0,-1 0 0 0 0,1-1 0 0 0,0 1 0 0 0,-1 0 0 0 0,1-1 0 0 0,0 1-1 0 0,-1 0 1 0 0,1-1 0 0 0,-1 1 0 0 0,1-1 0 0 0,-1 1 0 0 0,1-1 0 0 0,-1 1 0 0 0,1-1 0 0 0,40-42-789 0 0,5-23-955 0 0,40-73 0 0 0,-3 4-94 0 0,126-206 985 0 0,-24 35 508 0 0,-122 212 382 0 0,3 4 0 0 0,5 2-1 0 0,114-111 1 0 0,-176 191-13 0 0,-4 2-7 0 0,1 0 0 0 0,0 0-1 0 0,1 0 1 0 0,-1 1 0 0 0,1 0-1 0 0,0 1 1 0 0,0-1 0 0 0,1 1 0 0 0,-1 1-1 0 0,11-4 1 0 0,-18 6-4 0 0,1 1-1 0 0,0 0 1 0 0,-1 0 0 0 0,1 0-1 0 0,0 0 1 0 0,-1 0-1 0 0,1 0 1 0 0,0 0 0 0 0,0 0-1 0 0,-1 0 1 0 0,1 0-1 0 0,0 0 1 0 0,-1 0 0 0 0,1 1-1 0 0,0-1 1 0 0,-1 0 0 0 0,1 1-1 0 0,0-1 1 0 0,-1 0-1 0 0,1 1 1 0 0,-1-1 0 0 0,1 0-1 0 0,-1 1 1 0 0,1-1-1 0 0,-1 1 1 0 0,2 0 0 0 0,2 21 15 0 0,-12 28 4 0 0,7-47-20 0 0,-27 98 655 0 0,-57 130-1 0 0,-63 93 910 0 0,-23 11-422 0 0,-15 30-628 0 0,118-228-319 0 0,-66 148 443 0 0,126-250-471 0 0,8-35-168 0 0,0 0-1 0 0,0 0 1 0 0,0 1 0 0 0,0-1 0 0 0,0 0-1 0 0,0 0 1 0 0,0 1 0 0 0,0-1 0 0 0,0 0-1 0 0,0 1 1 0 0,0-1 0 0 0,0 0 0 0 0,0 0-1 0 0,0 1 1 0 0,0-1 0 0 0,0 0 0 0 0,0 0-1 0 0,1 0 1 0 0,-1 1 0 0 0,0-1 0 0 0,0 0-1 0 0,0 0 1 0 0,0 1 0 0 0,1-1 0 0 0,-1 0-1 0 0,0 0 1 0 0,0 0 0 0 0,1 0 0 0 0,-1 0-1 0 0,0 1 1 0 0,0-1 0 0 0,1 0 0 0 0,-1 0-1 0 0,0 0 1 0 0,17-9-212 0 0,7-16-242 0 0,-2 0 1 0 0,0-2-1 0 0,-2 0 0 0 0,-1-1 0 0 0,23-45 1 0 0,-12 22-170 0 0,66-112-602 0 0,90-144 702 0 0,171-269 354 0 0,-228 382 242 0 0,295-336 0 0 0,-394 494 7 0 0,3 2-1 0 0,0 1 0 0 0,3 2 0 0 0,0 1 1 0 0,42-25-1 0 0,-72 51-4 0 0,1 0 0 0 0,0 1 0 0 0,0 0 0 0 0,14-4 0 0 0,-20 6-62 0 0,0 1 1 0 0,0 0 0 0 0,0-1-1 0 0,0 1 1 0 0,0 0 0 0 0,0 0-1 0 0,0 0 1 0 0,0 0 0 0 0,0 0-1 0 0,0 0 1 0 0,0 0 0 0 0,0 0-1 0 0,0 0 1 0 0,0 1 0 0 0,0-1-1 0 0,0 0 1 0 0,0 1 0 0 0,0-1-1 0 0,0 0 1 0 0,0 1 0 0 0,0-1-1 0 0,0 1 1 0 0,-1 0-1 0 0,1-1 1 0 0,0 1 0 0 0,0 0-1 0 0,0-1 1 0 0,-1 1 0 0 0,1 0-1 0 0,-1 0 1 0 0,1 0 0 0 0,0-1-1 0 0,-1 1 1 0 0,1 0 0 0 0,-1 0-1 0 0,0 0 1 0 0,1 0 0 0 0,-1 0-1 0 0,0 0 1 0 0,0 0 0 0 0,1 0-1 0 0,-1 0 1 0 0,0 0 0 0 0,0 0-1 0 0,0 2 1 0 0,0 8 42 0 0,-1 0-1 0 0,0 0 0 0 0,-1 0 1 0 0,0 0-1 0 0,0 0 1 0 0,-8 20-1 0 0,-32 67 321 0 0,31-76-231 0 0,-127 245 1108 0 0,48-100-761 0 0,-361 636 590 0 0,413-744-873 0 0,3 1 0 0 0,3 1 1 0 0,-46 126-1 0 0,77-185-174 0 0,0 1-1 0 0,0 0 1 0 0,1 0-1 0 0,-1-1 1 0 0,1 1 0 0 0,0 0-1 0 0,-1 0 1 0 0,1 0-1 0 0,1 4 1 0 0,-1-7-27 0 0,0 1 1 0 0,0-1-1 0 0,0 0 1 0 0,0 0-1 0 0,0 1 1 0 0,1-1-1 0 0,-1 0 1 0 0,0 0-1 0 0,0 1 0 0 0,0-1 1 0 0,0 0-1 0 0,0 0 1 0 0,1 0-1 0 0,-1 0 1 0 0,0 1-1 0 0,0-1 1 0 0,0 0-1 0 0,1 0 1 0 0,-1 0-1 0 0,0 0 1 0 0,0 0-1 0 0,1 1 0 0 0,-1-1 1 0 0,0 0-1 0 0,0 0 1 0 0,1 0-1 0 0,-1 0 1 0 0,0 0-1 0 0,0 0 1 0 0,1 0-1 0 0,-1 0 1 0 0,0 0-1 0 0,1 0 1 0 0,15-9 97 0 0,6-13-418 0 0,0 0 1 0 0,-2-1-1 0 0,-1-1 1 0 0,18-29-1 0 0,-12 17 24 0 0,344-521-3532 0 0,-306 459 3837 0 0,429-585 865 0 0,-465 647-799 0 0,1 2 0 0 0,2 0 0 0 0,1 2 0 0 0,1 1 0 0 0,44-31 0 0 0,-71 59-83 0 0,-1 0-1 0 0,1 0 1 0 0,0 1-1 0 0,0-1 0 0 0,0 1 1 0 0,0 0-1 0 0,10-2 1 0 0,-15 4-1 0 0,1 0 1 0 0,0 0 0 0 0,0 0-1 0 0,0 0 1 0 0,0 0 0 0 0,0 0 0 0 0,0 0-1 0 0,-1 0 1 0 0,1 1 0 0 0,0-1-1 0 0,0 0 1 0 0,0 0 0 0 0,0 1 0 0 0,-1-1-1 0 0,1 0 1 0 0,0 1 0 0 0,0-1-1 0 0,-1 1 1 0 0,1-1 0 0 0,1 2 0 0 0,-1-1 0 0 0,0 1 0 0 0,-1-1 0 0 0,1 0 0 0 0,0 1 1 0 0,-1-1-1 0 0,0 1 0 0 0,1-1 0 0 0,-1 1 0 0 0,0-1 1 0 0,1 1-1 0 0,-1-1 0 0 0,0 1 0 0 0,0-1 0 0 0,0 1 1 0 0,0-1-1 0 0,-1 3 0 0 0,-5 24 51 0 0,-1 0 1 0 0,-1 0-1 0 0,-2-1 0 0 0,-1 0 1 0 0,-22 40-1 0 0,3-3 111 0 0,-125 291 1411 0 0,-171 359 96 0 0,204-480-1348 0 0,-63 125-85 0 0,28 9 1007 0 0,157-367-1232 0 0,-1 0 1 0 0,1 0 0 0 0,-1-1-1 0 0,1 1 1 0 0,-1 0-1 0 0,1 0 1 0 0,0 0-1 0 0,0 0 1 0 0,-1 0 0 0 0,1 0-1 0 0,0 0 1 0 0,0 0-1 0 0,0 0 1 0 0,0 0-1 0 0,0 0 1 0 0,0 0-1 0 0,1 2 1 0 0,10-12-300 0 0,17-29-715 0 0,23-57-1077 0 0,75-200 1 0 0,-65 144 1747 0 0,44-87 1756 0 0,228-375 0 0 0,-286 540-802 0 0,63-75 0 0 0,-78 110-449 0 0,2 1 1 0 0,2 2-1 0 0,52-40 1 0 0,-82 70-188 0 0,1 1-1 0 0,-1 0 1 0 0,1 0 0 0 0,-1 0-1 0 0,1 1 1 0 0,14-5 0 0 0,-19 8-16 0 0,-1-1 0 0 0,0 1 0 0 0,1 0 0 0 0,-1 0 0 0 0,1 0 1 0 0,-1 0-1 0 0,1 0 0 0 0,-1 0 0 0 0,1 0 0 0 0,-1 0 0 0 0,0 0 0 0 0,1 1 1 0 0,-1-1-1 0 0,1 0 0 0 0,-1 1 0 0 0,0-1 0 0 0,1 1 0 0 0,-1 0 1 0 0,0 0-1 0 0,0-1 0 0 0,1 1 0 0 0,-1 0 0 0 0,0 0 0 0 0,0 0 1 0 0,0 0-1 0 0,0 0 0 0 0,0 0 0 0 0,0 0 0 0 0,-1 1 0 0 0,1-1 0 0 0,0 0 1 0 0,0 0-1 0 0,-1 1 0 0 0,1-1 0 0 0,-1 0 0 0 0,1 1 0 0 0,-1-1 1 0 0,0 1-1 0 0,1-1 0 0 0,-1 1 0 0 0,0-1 0 0 0,0 2 0 0 0,2 14-276 0 0,-1-1 0 0 0,-1 1 0 0 0,0 0 0 0 0,-1-1-1 0 0,-5 30 1 0 0,-26 84-1049 0 0,26-107 1163 0 0,-24 75 149 0 0,-57 125 1 0 0,-60 84 845 0 0,104-220-414 0 0,29-60-124 0 0,8-18-56 0 0,1 0 1 0 0,1 0 0 0 0,0 1-1 0 0,0 0 1 0 0,0 0-1 0 0,-2 14 1 0 0,16-32 822 0 0,3-9-841 0 0,168-305-3228 0 0,-122 210 2042 0 0,-20 40 330 0 0,304-522-2381 0 0,-308 543 3177 0 0,1 2 0 0 0,3 1 0 0 0,1 1 0 0 0,3 3 0 0 0,2 2 0 0 0,67-51 0 0 0,-104 88 55 0 0,-1 0 0 0 0,1 0 0 0 0,0 1 0 0 0,1 0 0 0 0,12-5 0 0 0,-19 9-145 0 0,-1-1 1 0 0,1 1 0 0 0,-1-1 0 0 0,1 1 0 0 0,0 0 0 0 0,-1-1-1 0 0,1 1 1 0 0,-1 0 0 0 0,1 0 0 0 0,0 0 0 0 0,-1 0 0 0 0,1 1-1 0 0,-1-1 1 0 0,1 0 0 0 0,0 1 0 0 0,-1-1 0 0 0,1 1 0 0 0,-1-1-1 0 0,1 1 1 0 0,-1 0 0 0 0,0 0 0 0 0,1 0 0 0 0,-1 0 0 0 0,0 0-1 0 0,1 0 1 0 0,-1 0 0 0 0,0 0 0 0 0,0 0 0 0 0,0 0-1 0 0,0 1 1 0 0,0-1 0 0 0,0 0 0 0 0,0 1 0 0 0,-1-1 0 0 0,1 1-1 0 0,0-1 1 0 0,-1 1 0 0 0,1 2 0 0 0,1 5 105 0 0,0 0 0 0 0,-1 0 0 0 0,0 0 0 0 0,0 0 0 0 0,-1 1 0 0 0,0-1 0 0 0,-3 12 0 0 0,-14 70 566 0 0,11-65-520 0 0,-32 126 971 0 0,-95 245-1 0 0,-109 125-243 0 0,-81 132-522 0 0,373-762-4535 0 0,20-69 2892 0 0,99-220 3071 0 0,-143 348-1324 0 0,2 1 0 0 0,1 2 0 0 0,3 1 0 0 0,1 2 0 0 0,72-72 0 0 0,-97 107-377 0 0,0 1 1 0 0,0 0-1 0 0,1 1 1 0 0,18-11-1 0 0,-26 16-117 0 0,1 1-1 0 0,-1-1 0 0 0,1 0 1 0 0,-1 0-1 0 0,1 1 1 0 0,0-1-1 0 0,-1 1 0 0 0,1-1 1 0 0,0 1-1 0 0,-1 0 0 0 0,1 0 1 0 0,0 0-1 0 0,-1 0 1 0 0,1 0-1 0 0,0 0 0 0 0,0 0 1 0 0,-1 0-1 0 0,1 1 0 0 0,0-1 1 0 0,-1 1-1 0 0,1-1 1 0 0,-1 1-1 0 0,1 0 0 0 0,-1 0 1 0 0,1-1-1 0 0,-1 1 0 0 0,1 0 1 0 0,-1 0-1 0 0,0 0 0 0 0,1 1 1 0 0,-1-1-1 0 0,0 0 1 0 0,0 0-1 0 0,0 1 0 0 0,0-1 1 0 0,0 1-1 0 0,0-1 0 0 0,0 1 1 0 0,0 2-1 0 0,4 10-79 0 0,-2 0 1 0 0,0 0-1 0 0,0 0 0 0 0,-1 0 0 0 0,-1 1 0 0 0,-1-1 0 0 0,0 1 1 0 0,-2 16-1 0 0,1-12 3 0 0,-13 153-212 0 0,-39 187 0 0 0,23-180 199 0 0,29-174 85 0 0,0 1 0 0 0,0 0 0 0 0,1 0 0 0 0,0 0 0 0 0,0 0 1 0 0,2 9-1 0 0,-2-15-3 0 0,0 1 1 0 0,0-1-1 0 0,0 1 1 0 0,0-1-1 0 0,0 0 1 0 0,1 1-1 0 0,-1-1 1 0 0,0 1-1 0 0,0-1 1 0 0,1 1-1 0 0,-1-1 1 0 0,0 0-1 0 0,0 1 1 0 0,1-1 0 0 0,-1 0-1 0 0,0 1 1 0 0,1-1-1 0 0,-1 0 1 0 0,1 1-1 0 0,-1-1 1 0 0,0 0-1 0 0,1 0 1 0 0,-1 0-1 0 0,1 1 1 0 0,-1-1-1 0 0,1 0 1 0 0,-1 0-1 0 0,0 0 1 0 0,1 0-1 0 0,0 0 1 0 0,1 0-4 0 0,0-1 0 0 0,0 1-1 0 0,-1-1 1 0 0,1 0 0 0 0,0 0 0 0 0,-1 0 0 0 0,1 0-1 0 0,-1 0 1 0 0,1 0 0 0 0,-1 0 0 0 0,1 0 0 0 0,-1-1-1 0 0,2-1 1 0 0,21-25-345 0 0,-1-1 0 0 0,-1-1 1 0 0,-1-1-1 0 0,19-39 0 0 0,-8 13 7 0 0,232-339-1359 0 0,-202 304 1517 0 0,-35 49 226 0 0,56-65 1 0 0,-79 104 34 0 0,-1 1 1 0 0,1-1-1 0 0,0 1 0 0 0,1 0 0 0 0,-1 0 1 0 0,9-4-1 0 0,-13 6-49 0 0,1 1-1 0 0,-1 0 1 0 0,0 0 0 0 0,1 0-1 0 0,-1-1 1 0 0,1 1 0 0 0,-1 0-1 0 0,1 0 1 0 0,-1 0 0 0 0,1 0-1 0 0,-1 0 1 0 0,1 0 0 0 0,-1 0-1 0 0,1 0 1 0 0,-1 0 0 0 0,1 0-1 0 0,-1 0 1 0 0,1 0 0 0 0,-1 0-1 0 0,1 1 1 0 0,-1-1 0 0 0,1 0 0 0 0,-1 0-1 0 0,1 0 1 0 0,-1 1 0 0 0,0-1-1 0 0,1 0 1 0 0,0 1 0 0 0,-1 0 21 0 0,1 1 0 0 0,-1-1 0 0 0,0 0 1 0 0,1 1-1 0 0,-1-1 0 0 0,0 0 0 0 0,0 1 0 0 0,0-1 1 0 0,0 0-1 0 0,0 1 0 0 0,0-1 0 0 0,0 0 1 0 0,-1 1-1 0 0,1-1 0 0 0,0 0 0 0 0,-2 3 1 0 0,-14 42 559 0 0,-3-1 1 0 0,-1 0-1 0 0,-2-1 1 0 0,-31 43-1 0 0,39-64-420 0 0,-161 251 901 0 0,12-19-771 0 0,108-164-319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8:29.978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154 320 9218 0 0,'-5'3'289'0'0,"0"-1"-1"0"0,0 1 1 0 0,0 0 0 0 0,0 1-1 0 0,1-1 1 0 0,-1 1 0 0 0,1 0 0 0 0,0 0-1 0 0,0 1 1 0 0,1-1 0 0 0,-7 10-1 0 0,-2 5 165 0 0,-16 33-1 0 0,16-26-111 0 0,1 2-1 0 0,-9 28 1 0 0,17-44-111 0 0,0 0 1 0 0,1-1-1 0 0,0 1 0 0 0,1 0 1 0 0,0 0-1 0 0,1 1 0 0 0,2 21 1 0 0,-2-34-186 0 0,0 1 0 0 0,0 0 1 0 0,0 0-1 0 0,0-1 0 0 0,0 1 1 0 0,0 0-1 0 0,1-1 0 0 0,-1 1 1 0 0,0 0-1 0 0,0 0 1 0 0,1-1-1 0 0,-1 1 0 0 0,0 0 1 0 0,0-1-1 0 0,1 1 0 0 0,-1-1 1 0 0,1 1-1 0 0,-1 0 1 0 0,1-1-1 0 0,-1 1 0 0 0,1-1 1 0 0,-1 1-1 0 0,1-1 0 0 0,-1 0 1 0 0,1 1-1 0 0,0-1 0 0 0,-1 1 1 0 0,1-1-1 0 0,-1 0 1 0 0,2 1-1 0 0,0-1 1 0 0,-1-1 0 0 0,0 1 0 0 0,0-1 0 0 0,1 1-1 0 0,-1-1 1 0 0,0 1 0 0 0,0-1 0 0 0,0 0 0 0 0,0 1 0 0 0,0-1 0 0 0,0 0 0 0 0,0 0 0 0 0,0 0 0 0 0,0 0 0 0 0,1-1 0 0 0,27-41 260 0 0,55-124-156 0 0,36-66-67 0 0,-99 197-192 0 0,2 1 0 0 0,2 1 1 0 0,1 2-1 0 0,35-36 0 0 0,-57 64 60 0 0,0 1-1 0 0,0-1 1 0 0,1 1-1 0 0,-1 0 1 0 0,1 0 0 0 0,0 0-1 0 0,6-2 1 0 0,-11 5 43 0 0,1-1 0 0 0,0 1 0 0 0,0 0 0 0 0,0 0 0 0 0,0 0 0 0 0,0-1 0 0 0,-1 1 0 0 0,1 0 0 0 0,0 0 0 0 0,0 0 0 0 0,0 0 1 0 0,0 1-1 0 0,0-1 0 0 0,0 0 0 0 0,0 0 0 0 0,-1 0 0 0 0,1 1 0 0 0,0-1 0 0 0,1 1 0 0 0,-1 0 8 0 0,0 0 1 0 0,0 0-1 0 0,0 0 0 0 0,-1 0 0 0 0,1 0 0 0 0,0 0 0 0 0,-1 1 1 0 0,1-1-1 0 0,-1 0 0 0 0,1 0 0 0 0,-1 0 0 0 0,0 1 1 0 0,1-1-1 0 0,-1 0 0 0 0,0 0 0 0 0,0 1 0 0 0,0-1 1 0 0,0 2-1 0 0,-2 22 75 0 0,-1 0 1 0 0,-1 0-1 0 0,-1 0 0 0 0,-1-1 1 0 0,-1 0-1 0 0,-13 28 0 0 0,8-17-47 0 0,-50 125 116 0 0,-84 155 1 0 0,135-286 383 0 0,11-21 98 0 0,12-16-354 0 0,11-18-1117 0 0,-1-2-1 0 0,-1 0 1 0 0,-2-1-1 0 0,20-40 0 0 0,-19 33-69 0 0,1 1 0 0 0,40-50 0 0 0,-60 84 903 0 0,0 0 0 0 0,0-1 1 0 0,0 1-1 0 0,0 0 0 0 0,1 0 1 0 0,-1 0-1 0 0,0-1 0 0 0,1 2 0 0 0,-1-1 1 0 0,1 0-1 0 0,-1 0 0 0 0,1 0 0 0 0,1 0 1 0 0,-3 1 19 0 0,1 0 0 0 0,-1 0 1 0 0,0 0-1 0 0,1 0 0 0 0,-1 0 1 0 0,0 0-1 0 0,1 0 0 0 0,-1 1 1 0 0,0-1-1 0 0,1 0 0 0 0,-1 0 0 0 0,0 0 1 0 0,1 1-1 0 0,-1-1 0 0 0,0 0 1 0 0,1 0-1 0 0,-1 0 0 0 0,0 1 1 0 0,0-1-1 0 0,0 0 0 0 0,1 1 1 0 0,-1-1-1 0 0,0 0 0 0 0,0 1 1 0 0,0-1-1 0 0,1 0 0 0 0,-1 1 0 0 0,0-1 1 0 0,0 0-1 0 0,0 1 0 0 0,0-1 1 0 0,0 0-1 0 0,0 1 0 0 0,0 0 1 0 0,0 3 90 0 0,1 1 1 0 0,-1 0 0 0 0,-1 0 0 0 0,1 0-1 0 0,-1 0 1 0 0,0-1 0 0 0,-1 6 0 0 0,-14 38 225 0 0,-2 0 0 0 0,-48 89-1 0 0,-67 80-590 0 0,117-191 281 0 0,-203 303 2256 0 0,233-356-2856 0 0,0 1 1 0 0,10-31 0 0 0,7-13-1847 0 0,-5 18-420 0 0,54-81 1 0 0,-69 117 2812 0 0,1 0 1 0 0,0 1-1 0 0,2 1 1 0 0,-1 0 0 0 0,2 1-1 0 0,0 0 1 0 0,0 1 0 0 0,32-18-1 0 0,-45 29 151 0 0,0-1 0 0 0,0 1 0 0 0,0 0 0 0 0,0 0 0 0 0,0 0 0 0 0,0 1-1 0 0,0-1 1 0 0,0 0 0 0 0,0 1 0 0 0,0-1 0 0 0,1 1 0 0 0,-1 0 0 0 0,0 0 0 0 0,0 0 0 0 0,1 0-1 0 0,-1 0 1 0 0,0 0 0 0 0,0 1 0 0 0,0-1 0 0 0,1 1 0 0 0,-1-1 0 0 0,0 1 0 0 0,0 0-1 0 0,3 1 1 0 0,-3 0-29 0 0,-1 0-1 0 0,1 1 1 0 0,-1-1-1 0 0,1 0 1 0 0,-1 0-1 0 0,0 1 1 0 0,0-1-1 0 0,0 1 1 0 0,0-1-1 0 0,0 1 1 0 0,0-1-1 0 0,-1 1 1 0 0,1-1-1 0 0,-1 1 1 0 0,0 0-1 0 0,0-1 1 0 0,0 1-1 0 0,0 0 1 0 0,0-1-1 0 0,-1 5 1 0 0,-5 37 356 0 0,-2 0-1 0 0,-23 75 1 0 0,-43 83 1065 0 0,27-77-188 0 0,32-85-792 0 0,2-6 197 0 0,1 1 0 0 0,-6 37 1 0 0,39-105-1891 0 0,-10 9-28 0 0,26-50-1965 0 0,-33 66 2767 0 0,1 0 0 0 0,0 1 0 0 0,1-1 0 0 0,-1 1 0 0 0,1 1 0 0 0,12-11 0 0 0,-18 16 385 0 0,0 1 0 0 0,1 0 1 0 0,-1-1-1 0 0,1 1 1 0 0,-1-1-1 0 0,1 1 0 0 0,0-1 1 0 0,-1 1-1 0 0,1 0 1 0 0,-1-1-1 0 0,1 1 0 0 0,0 0 1 0 0,-1 0-1 0 0,1 0 0 0 0,-1-1 1 0 0,1 1-1 0 0,0 0 1 0 0,-1 0-1 0 0,1 0 0 0 0,0 0 1 0 0,-1 0-1 0 0,1 0 1 0 0,0 0-1 0 0,-1 0 0 0 0,1 0 1 0 0,0 1-1 0 0,-1-1 1 0 0,1 0-1 0 0,0 0 0 0 0,-1 0 1 0 0,1 1-1 0 0,-1-1 1 0 0,1 0-1 0 0,0 1 0 0 0,0 1 44 0 0,0-1 1 0 0,1 1-1 0 0,-2 0 0 0 0,1 0 0 0 0,0 0 0 0 0,0-1 0 0 0,0 1 0 0 0,-1 0 0 0 0,1 0 0 0 0,-1 0 0 0 0,1 3 1 0 0,-1 57 1378 0 0,0-62-1395 0 0,-12 99 2995 0 0,-46 182 1 0 0,7-50-357 0 0,49-220-2570 0 0,0-2 1 0 0,0-1 0 0 0,1 1 0 0 0,0-1-1 0 0,1 1 1 0 0,-1 0 0 0 0,2-1 0 0 0,0 11 0 0 0,0-18-104 0 0,-1 0 1 0 0,0-1 0 0 0,1 1 0 0 0,-1 0-1 0 0,1-1 1 0 0,-1 1 0 0 0,1 0-1 0 0,-1-1 1 0 0,1 1 0 0 0,0 0 0 0 0,-1-1-1 0 0,1 1 1 0 0,-1-1 0 0 0,1 1-1 0 0,0-1 1 0 0,0 0 0 0 0,-1 1 0 0 0,1-1-1 0 0,0 0 1 0 0,0 1 0 0 0,-1-1-1 0 0,1 0 1 0 0,0 0 0 0 0,0 0 0 0 0,0 0-1 0 0,0 0 1 0 0,-1 0 0 0 0,1 0-1 0 0,0 0 1 0 0,0 0 0 0 0,0 0 0 0 0,-1 0-1 0 0,1 0 1 0 0,0 0 0 0 0,0-1-1 0 0,0 1 1 0 0,-1 0 0 0 0,1-1 0 0 0,0 1-1 0 0,0-1 1 0 0,-1 1 0 0 0,1 0-1 0 0,0-2 1 0 0,32-20-1393 0 0,-24 14 753 0 0,-1-1 0 0 0,0-1 0 0 0,9-13 0 0 0,-13 15 115 0 0,1 0 1 0 0,1 1-1 0 0,-1 0 1 0 0,1 1-1 0 0,1-1 1 0 0,-1 1-1 0 0,13-9 1 0 0,-19 15 503 0 0,1-1 0 0 0,-1 1 0 0 0,1 0 0 0 0,-1-1 0 0 0,1 1 0 0 0,-1 0 0 0 0,1 0 0 0 0,-1 0 0 0 0,1-1 0 0 0,-1 1 0 0 0,1 0 0 0 0,0 0 0 0 0,-1 0 0 0 0,1 0 0 0 0,-1 0 0 0 0,1 0 0 0 0,-1 0 0 0 0,1 0 0 0 0,-1 0 0 0 0,1 1 0 0 0,0-1 0 0 0,-1 0 0 0 0,1 0 0 0 0,-1 0 0 0 0,1 0 0 0 0,-1 1 0 0 0,1-1 0 0 0,-1 0 0 0 0,0 1 0 0 0,1-1 0 0 0,0 1 0 0 0,8 19 468 0 0,-7 24 1019 0 0,-4-16-529 0 0,-2-1 0 0 0,-1 0 0 0 0,-2 0 0 0 0,0 0 0 0 0,-15 33 1 0 0,8-21-27 0 0,-10 46-1 0 0,24-85-875 0 0,-1 1-1 0 0,1-1 0 0 0,0 1 0 0 0,0 0 0 0 0,-1-1 0 0 0,1 1 0 0 0,0 0 0 0 0,0 0 0 0 0,0-1 0 0 0,0 1 1 0 0,0 0-1 0 0,0-1 0 0 0,0 1 0 0 0,0 0 0 0 0,0 0 0 0 0,0-1 0 0 0,0 1 0 0 0,1 0 0 0 0,-1-1 0 0 0,0 1 1 0 0,0 0-1 0 0,1-1 0 0 0,-1 1 0 0 0,0-1 0 0 0,2 2 0 0 0,11-9 142 0 0,16-26-472 0 0,-11 1-565 0 0,19-41 0 0 0,-23 42-366 0 0,30-48 1 0 0,-43 78 1194 0 0,-1 0-1 0 0,1 0 1 0 0,0 0 0 0 0,-1 0 0 0 0,1 0 0 0 0,0 0 0 0 0,-1 0 0 0 0,1 0 0 0 0,0 1-1 0 0,0-1 1 0 0,0 0 0 0 0,0 1 0 0 0,0-1 0 0 0,0 0 0 0 0,0 1 0 0 0,0-1-1 0 0,1 0 1 0 0,-2 2 34 0 0,1-1 0 0 0,-1 0 0 0 0,0 0 0 0 0,1 1 0 0 0,-1-1 0 0 0,1 0-1 0 0,-1 1 1 0 0,0-1 0 0 0,0 0 0 0 0,1 1 0 0 0,-1-1 0 0 0,0 1 0 0 0,0-1 0 0 0,1 0-1 0 0,-1 1 1 0 0,0-1 0 0 0,0 1 0 0 0,0-1 0 0 0,0 1 0 0 0,0-1 0 0 0,0 1 0 0 0,1-1-1 0 0,-1 0 1 0 0,0 1 0 0 0,0-1 0 0 0,-1 1 0 0 0,1 0 0 0 0,-3 45 327 0 0,2-41-211 0 0,-34 199 2929 0 0,7-50-1402 0 0,23-124-1581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08.09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294 1608 1840 0 0,'-74'-29'15321'0'0,"66"25"-14242"0"0,-27-21 2625 0 0,23 15-3479 0 0,1-2-1 0 0,0 0 1 0 0,-11-15-1 0 0,18 18-205 0 0,0 1 0 0 0,1-1 1 0 0,0 0-1 0 0,0 0 0 0 0,1 0 0 0 0,0 0 0 0 0,-1-15 0 0 0,-1-5 143 0 0,-15-78-234 0 0,9 43 96 0 0,-20-68 0 0 0,20 94-12 0 0,2-1 0 0 0,1 0 0 0 0,-2-62 0 0 0,14-120 4 0 0,10 102 61 0 0,-7 61-3 0 0,1-68-1 0 0,-10 106-135 0 0,1 16 60 0 0,-1 0 0 0 0,1 0 0 0 0,0 0 0 0 0,0 0 0 0 0,1 0 0 0 0,-1 1 0 0 0,1-1 0 0 0,0 0 0 0 0,0 0 0 0 0,0 0 0 0 0,0 1-1 0 0,1-1 1 0 0,1-4 0 0 0,6-20-52 0 0,-8 26 48 0 0,-1-1 0 0 0,1 0 1 0 0,0 0-1 0 0,0 0 0 0 0,0 0 0 0 0,0 1 1 0 0,0-1-1 0 0,0 0 0 0 0,1 1 1 0 0,1-3-1 0 0,6-2 6 0 0,-1 1 0 0 0,1 0 0 0 0,0 1 0 0 0,1 0 0 0 0,-1 0 0 0 0,1 1 0 0 0,0 0 0 0 0,0 1 0 0 0,16-4 0 0 0,7 1 0 0 0,0 2 0 0 0,0 1 0 0 0,0 2 0 0 0,34 3 0 0 0,106 5 256 0 0,-154-9-256 0 0,-1 0 0 0 0,0-1 0 0 0,0-1 0 0 0,24-8-1 0 0,25-5 78 0 0,63-13-141 0 0,-68 15 30 0 0,92-11 0 0 0,-102 24 43 0 0,83 6 0 0 0,-70 0 8 0 0,-19-5-33 0 0,0-1 0 0 0,52-10 0 0 0,-45 5 38 0 0,59 0 1 0 0,352 12-47 0 0,-396-5 23 0 0,-42-1 0 0 0,0 2-1 0 0,1 0 1 0 0,-2 1 0 0 0,1 2 0 0 0,43 11 0 0 0,-49-8 33 0 0,0 0 0 0 0,1-2 0 0 0,0 0 0 0 0,-1-1 0 0 0,1-1 0 0 0,1-1 0 0 0,-1-1 0 0 0,41-4 0 0 0,45-11-93 0 0,76-8 114 0 0,-170 21-8 0 0,1 1 0 0 0,-1 1-1 0 0,1 0 1 0 0,-1 0 0 0 0,1 2 0 0 0,-1 0 0 0 0,0 0 0 0 0,0 1-1 0 0,21 10 1 0 0,-14 7 174 0 0,-19-21-213 0 0,-1 1 0 0 0,1 0-1 0 0,0 0 1 0 0,-1-1 0 0 0,1 1-1 0 0,-1 0 1 0 0,0 0 0 0 0,1 0-1 0 0,-1 0 1 0 0,0-1 0 0 0,1 1-1 0 0,-1 0 1 0 0,0 0 0 0 0,0 0 0 0 0,0 0-1 0 0,0 0 1 0 0,0 0 0 0 0,0 0-1 0 0,0 0 1 0 0,0 0 0 0 0,0 0-1 0 0,0-1 1 0 0,0 1 0 0 0,-1 0-1 0 0,1 0 1 0 0,0 0 0 0 0,-1 0 0 0 0,0 1-1 0 0,0-2 153 0 0,2 4-94 0 0,3 12-111 0 0,13 48-48 0 0,-15-58 90 0 0,0 0 0 0 0,0 0 0 0 0,-1 0 0 0 0,0 0-1 0 0,0 0 1 0 0,0 0 0 0 0,-1 1 0 0 0,0-1 0 0 0,-1 9 0 0 0,-13 58-81 0 0,10-56 46 0 0,0-1 1 0 0,1 1-1 0 0,0 20 0 0 0,8 119-288 0 0,-5-142 328 0 0,0-1 0 0 0,1 1 0 0 0,1-1 0 0 0,0 1 0 0 0,1-1 0 0 0,4 14 0 0 0,-3-11 0 0 0,0 0 0 0 0,-2 0 0 0 0,0 1 0 0 0,0 22 0 0 0,-1-21 0 0 0,0 0 0 0 0,1 0 0 0 0,6 25 0 0 0,-6-36 20 0 0,-1-1 0 0 0,-1 0 0 0 0,1 1 0 0 0,-1-1 0 0 0,-1 11 0 0 0,1-12-4 0 0,0 0-1 0 0,-1 0 0 0 0,1 0 0 0 0,1 0 1 0 0,-1 0-1 0 0,1 0 0 0 0,0 0 0 0 0,0-1 1 0 0,1 1-1 0 0,1 5 0 0 0,0-3-14 0 0,-1 1 0 0 0,0-1-1 0 0,-1 1 1 0 0,0-1 0 0 0,0 1-1 0 0,0 0 1 0 0,-1 0 0 0 0,0-1-1 0 0,-1 1 1 0 0,-1 9 0 0 0,0-7-18 0 0,2 1 0 0 0,-1 0 0 0 0,2 0 0 0 0,1 19 0 0 0,3-11 40 0 0,0 3-86 0 0,0 0 1 0 0,-2 0 0 0 0,1 32-1 0 0,9 97 60 0 0,-10-125-5 0 0,-1 3-7 0 0,-3 53 0 0 0,-1-23-77 0 0,0-29 71 0 0,-1-1 0 0 0,-1 1 0 0 0,-9 29 0 0 0,2-10 19 0 0,6-23-61 0 0,0 5 42 0 0,-3 1 1 0 0,-15 42-1 0 0,21-67 21 0 0,1 0 0 0 0,-1 0 0 0 0,1 0 0 0 0,0 0 0 0 0,0 0 0 0 0,1 13 0 0 0,5 0-68 0 0,-4-19 68 0 0,-1 0 0 0 0,1 0 0 0 0,-1 0 0 0 0,0 0 0 0 0,1 0 1 0 0,-1 1-1 0 0,0-1 0 0 0,0 0 0 0 0,1 0 0 0 0,-1 0 1 0 0,0 1-1 0 0,0-1 0 0 0,0 0 0 0 0,-1 0 0 0 0,1 0 0 0 0,0 1 1 0 0,0-1-1 0 0,-1 0 0 0 0,1 0 0 0 0,0 0 0 0 0,-1 0 0 0 0,1 0 1 0 0,-1 0-1 0 0,-1 2 0 0 0,-3 6 2 0 0,1-1 0 0 0,0 1-1 0 0,0 0 1 0 0,1 0 0 0 0,0 1 0 0 0,1-1-1 0 0,0 0 1 0 0,-1 18 0 0 0,3-25-46 0 0,1 0-1 0 0,-1 1 1 0 0,1-1 0 0 0,-1 0-1 0 0,1 1 1 0 0,0-1 0 0 0,0 0 0 0 0,0 0-1 0 0,0 0 1 0 0,1 0 0 0 0,-1 0-1 0 0,1 0 1 0 0,-1 0 0 0 0,1 0-1 0 0,2 2 1 0 0,-2-2-114 0 0,0-1 0 0 0,0 1 1 0 0,-1 0-1 0 0,1 0 0 0 0,-1 0 0 0 0,1 0 0 0 0,-1 0 1 0 0,0 1-1 0 0,0-1 0 0 0,0 0 0 0 0,0 1 0 0 0,0-1 0 0 0,0 0 1 0 0,-1 1-1 0 0,2 4 0 0 0,-2 29-4335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18.78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2912 241 2761 0 0,'-54'-21'9481'0'0,"47"22"-9030"0"0,30 23 2715 0 0,-17-20-2988 0 0,1 0 0 0 0,0-1 0 0 0,1 0-1 0 0,-1 0 1 0 0,0 0 0 0 0,1-1 0 0 0,0-1-1 0 0,-1 1 1 0 0,1-1 0 0 0,0 0 0 0 0,0-1-1 0 0,14-1 1 0 0,8-2 212 0 0,-1-1-1 0 0,33-10 1 0 0,-6 2 211 0 0,39-5-361 0 0,0 5 0 0 0,2 3 0 0 0,180 8 0 0 0,72 2-240 0 0,-60-2 0 0 0,133-11-64 0 0,-208-21 59 0 0,-31 3-20 0 0,-157 26 20 0 0,45-13 1 0 0,14-3 131 0 0,-83 20-127 0 0,-1-1-1 0 0,1 1 0 0 0,0 0 0 0 0,0 0 0 0 0,0 0 0 0 0,-1 0 0 0 0,1 1 1 0 0,0-1-1 0 0,0 0 0 0 0,-1 1 0 0 0,1-1 0 0 0,0 1 0 0 0,-1 0 0 0 0,1-1 0 0 0,0 1 1 0 0,-1 0-1 0 0,1 0 0 0 0,-1 0 0 0 0,3 3 319 0 0,-3 0-233 0 0,-1 15 40 0 0,0 0-1 0 0,-2 0 1 0 0,0 0-1 0 0,-5 23 1 0 0,-6 49-49 0 0,5 51 49 0 0,-1 202-50 0 0,17 110-280 0 0,-3-111 205 0 0,-13-140 0 0 0,2-89 0 0 0,6 27-34 0 0,-5 61 4 0 0,-7-124 320 0 0,11-74-229 0 0,0 1-1 0 0,0-1 0 0 0,-1 1 0 0 0,1-1 0 0 0,-1 0 0 0 0,0 0 0 0 0,-1 0 1 0 0,1 0-1 0 0,0 0 0 0 0,-1 0 0 0 0,0-1 0 0 0,-6 7 0 0 0,4-7-37 0 0,0 1 1 0 0,0-1-1 0 0,-1-1 0 0 0,1 1 0 0 0,-1-1 0 0 0,0 1 0 0 0,0-2 1 0 0,0 1-1 0 0,-6 0 0 0 0,-56 10-2 0 0,1-3-1 0 0,-83-1 1 0 0,149-8-19 0 0,-60 6-2 0 0,-80 17 0 0 0,12-1 0 0 0,-32 2-294 0 0,-142 13 52 0 0,-31-34 276 0 0,-29 1 4 0 0,151 3-38 0 0,82-5 0 0 0,-36 0 0 0 0,-81 5 0 0 0,-229 24 128 0 0,218-26-133 0 0,62-5 2 0 0,110 3 8 0 0,-96 6-10 0 0,101 0-64 0 0,-182 15-171 0 0,180-16 234 0 0,1 4 0 0 0,-160 45 1 0 0,199-46-85 0 0,15-5-5 0 0,0-2 1 0 0,-1-1-1 0 0,1-1 1 0 0,-32-2 0 0 0,50 0 6 0 0,-40 3 133 0 0,40-1-24 0 0,-1-1 1 0 0,1-1 0 0 0,0 1-1 0 0,0-2 1 0 0,0 1 0 0 0,0-2-1 0 0,0 1 1 0 0,-11-4 0 0 0,-9-2-21 0 0,25 6-2 0 0,-1 0 0 0 0,1 0 1 0 0,0-1-1 0 0,0 0 0 0 0,-10-4 1 0 0,14 5-2 0 0,-1 0 1 0 0,0 0-1 0 0,1-1 1 0 0,-1 1-1 0 0,1-1 1 0 0,-1 1 0 0 0,1-1-1 0 0,0 1 1 0 0,0-1-1 0 0,0 0 1 0 0,0 0-1 0 0,0 1 1 0 0,0-1-1 0 0,0 0 1 0 0,0 0 0 0 0,1 0-1 0 0,-1 0 1 0 0,1 0-1 0 0,-1-4 1 0 0,-19-273-1131 0 0,17 183 1698 0 0,-24-147 0 0 0,5 120-322 0 0,-10-188 0 0 0,25 199-244 0 0,-40-198 0 0 0,27 214 38 0 0,-12-177 0 0 0,24 0 178 0 0,5 190-10 0 0,3 43-1 0 0,-1 0 1 0 0,-3 0-1 0 0,-14-68 1 0 0,15 92-173 0 0,1 0 0 0 0,0 0 0 0 0,1 0 0 0 0,3-23 0 0 0,-2 17-20 0 0,0 1-1 0 0,-3-27 1 0 0,2 43-20 0 0,0-1 1 0 0,0 0-1 0 0,-1 1 1 0 0,0-1-1 0 0,0 1 1 0 0,0-1-1 0 0,-1 1 0 0 0,0 0 1 0 0,0 0-1 0 0,0 0 1 0 0,0 0-1 0 0,-7-7 0 0 0,3 7 209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6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1491 1663 6449 0 0,'-9'-13'7893'0'0,"4"-5"-6665"0"0,4 12-496 0 0,0 0 0 0 0,-1 0 0 0 0,0 1-1 0 0,-5-11 1 0 0,6 14-635 0 0,1 1-1 0 0,-1-1 0 0 0,0 1 1 0 0,0 0-1 0 0,0 0 0 0 0,-1-1 0 0 0,1 1 1 0 0,0 0-1 0 0,0 0 0 0 0,-1 0 1 0 0,1 0-1 0 0,0 1 0 0 0,-1-1 1 0 0,1 0-1 0 0,-1 1 0 0 0,1-1 0 0 0,-1 0 1 0 0,1 1-1 0 0,-1 0 0 0 0,1-1 1 0 0,-1 1-1 0 0,0 0 0 0 0,-2 0 1 0 0,4 0-90 0 0,0 0-2 0 0,0 0 1 0 0,0 0-1 0 0,-1 0 0 0 0,1 0 0 0 0,0 0 1 0 0,0 0-1 0 0,0 0 0 0 0,-1 0 0 0 0,1 0 1 0 0,0 0-1 0 0,0-1 0 0 0,0 1 0 0 0,0 0 1 0 0,-1 0-1 0 0,1 0 0 0 0,0 0 0 0 0,0 0 1 0 0,0 0-1 0 0,0 0 0 0 0,0 0 0 0 0,-1-1 1 0 0,1 1-1 0 0,0 0 0 0 0,0 0 0 0 0,0 0 1 0 0,0 0-1 0 0,0-1 0 0 0,0 1 0 0 0,0 0 1 0 0,0 0-1 0 0,0 0 0 0 0,0 0 0 0 0,0-1 0 0 0,-1 1 1 0 0,1 0-1 0 0,0 0 0 0 0,0 0 0 0 0,0-1 1 0 0,0 1-1 0 0,0 0 0 0 0,1 0 0 0 0,-1 0 1 0 0,0 0-1 0 0,0-1 0 0 0,0 1 0 0 0,0 0 1 0 0,0 0-1 0 0,0 0 0 0 0,0 0 0 0 0,0-1 1 0 0,0 1-1 0 0,0 0 0 0 0,0 0 0 0 0,1 0 1 0 0,4-31 385 0 0,-1 0 0 0 0,1-59 0 0 0,-14-68-4 0 0,8 156-383 0 0,1 1-1 0 0,0 0 1 0 0,1-1-1 0 0,-1 1 1 0 0,0-1-1 0 0,0 1 1 0 0,1 0-1 0 0,-1-1 1 0 0,0 1-1 0 0,1 0 1 0 0,-1-1-1 0 0,1 1 1 0 0,0 0-1 0 0,0 0 1 0 0,-1 0-1 0 0,1-1 1 0 0,0 1-1 0 0,1-1 1 0 0,7-14-7 0 0,-5-9 37 0 0,-2 1 1 0 0,0-1-1 0 0,-4-41 1 0 0,0 34 16 0 0,-14-165 120 0 0,7 113-155 0 0,2-95 0 0 0,8 129-30 0 0,-2-1-1 0 0,-3 1 1 0 0,-1 0-1 0 0,-16-66 1 0 0,19 110 6 0 0,1 1-18 0 0,-1 0 0 0 0,1-1-1 0 0,-1 0 1 0 0,2 1 0 0 0,-1-1 0 0 0,1 0 0 0 0,-1 1 0 0 0,1-1 0 0 0,2-8 0 0 0,-1 13-38 0 0,-1 1-6 0 0,4 1-60 0 0,12 2 115 0 0,-1 0 1 0 0,1-2-1 0 0,0 0 1 0 0,0 0-1 0 0,0-2 1 0 0,0 0-1 0 0,0 0 1 0 0,21-6-1 0 0,134-41-136 0 0,-134 36 142 0 0,16-4 9 0 0,0 2 0 0 0,1 3 0 0 0,1 2 0 0 0,56-3 0 0 0,270-15 0 0 0,-174 11 0 0 0,-97 7 0 0 0,183-7 0 0 0,366 16 0 0 0,-366-3 21 0 0,185 9 22 0 0,-428 1-5 0 0,0 1 1 0 0,-1 3-1 0 0,-1 2 1 0 0,54 22-1 0 0,-97-34-17 0 0,0 1-1 0 0,-1 0 1 0 0,1 0 0 0 0,-1 0-1 0 0,0 0 1 0 0,0 1 0 0 0,0 0-1 0 0,0 0 1 0 0,0 0 0 0 0,0 0-1 0 0,-1 1 1 0 0,4 4 0 0 0,-4-3 29 0 0,0 1 0 0 0,-1-1 0 0 0,1 1 1 0 0,-1-1-1 0 0,-1 1 0 0 0,1 0 0 0 0,-1 0 0 0 0,0-1 1 0 0,0 10-1 0 0,1-1-19 0 0,1-1 0 0 0,0 0 0 0 0,9 20 0 0 0,-7-19-7 0 0,-1 0 0 0 0,0-1 1 0 0,2 17-1 0 0,5 150 2 0 0,-10-120-7 0 0,16 113 0 0 0,-1-68-144 0 0,2 178-1 0 0,-9-81 33 0 0,35 263-312 0 0,-31-314 394 0 0,15 237 11 0 0,-27-364 36 0 0,6 36 0 0 0,-5-53-24 0 0,-1 0 0 0 0,1 0 0 0 0,0 0 0 0 0,1 0 0 0 0,-1 0 0 0 0,1-1 0 0 0,1 1 0 0 0,-1-1 0 0 0,8 9 0 0 0,-9-13-4 0 0,0 0 0 0 0,0 0-1 0 0,1-1 1 0 0,-1 1 0 0 0,1-1 0 0 0,-1 0 0 0 0,1 0-1 0 0,0 0 1 0 0,-1 0 0 0 0,1 0 0 0 0,0 0-1 0 0,0-1 1 0 0,-1 1 0 0 0,1-1 0 0 0,0 0 0 0 0,0 0-1 0 0,0 0 1 0 0,0 0 0 0 0,0 0 0 0 0,3-1-1 0 0,11-2 4 0 0,-1-1 0 0 0,22-7 0 0 0,-16 4-7 0 0,206-49-4 0 0,322-37 0 0 0,323 37 0 0 0,-801 53 0 0 0,89 3 0 0 0,-139 1 0 0 0,0 2 0 0 0,0 1 0 0 0,-1 0 0 0 0,0 2 0 0 0,30 11 0 0 0,-35-10 11 0 0,-1 0 1 0 0,0 0-1 0 0,0 2 0 0 0,-1 0 1 0 0,0 0-1 0 0,-1 2 0 0 0,18 16 1 0 0,-22-18 31 0 0,-1 1 0 0 0,0 0 0 0 0,-1 1 0 0 0,0-1 1 0 0,0 1-1 0 0,-2 1 0 0 0,1-1 0 0 0,-1 1 0 0 0,-1 0 0 0 0,5 19 1 0 0,8 63 103 0 0,11 177 0 0 0,-15-111-135 0 0,14 262-103 0 0,-14-169 54 0 0,-9-189 35 0 0,32 353-306 0 0,54 185 154 0 0,15-40 400 0 0,-102-554-222 0 0,-2-1 1 0 0,1 1 0 0 0,-1 0 0 0 0,0 0 0 0 0,-1 0-1 0 0,0 1 1 0 0,0-1 0 0 0,-1 0 0 0 0,0 0-1 0 0,-1 0 1 0 0,1-1 0 0 0,-1 1 0 0 0,-1 0 0 0 0,1 0-1 0 0,-2-1 1 0 0,1 0 0 0 0,-1 1 0 0 0,0-1 0 0 0,0-1-1 0 0,-1 1 1 0 0,1-1 0 0 0,-2 1 0 0 0,1-1 0 0 0,-1-1-1 0 0,0 1 1 0 0,0-1 0 0 0,0 0 0 0 0,-1 0-1 0 0,0-1 1 0 0,0 0 0 0 0,0 0 0 0 0,0-1 0 0 0,-14 5-1 0 0,-211 56-247 0 0,94-30 94 0 0,35-6-137 0 0,-204 26-1 0 0,-84 9 60 0 0,15-1-109 0 0,95-36 321 0 0,-156 20-170 0 0,339-36 54 0 0,-167-3 0 0 0,-4-2 109 0 0,-474 5 2 0 0,689-11 0 0 0,-33 4 25 0 0,0 4 0 0 0,-128 26-1 0 0,-22 4-162 0 0,-141 12-93 0 0,122-14 151 0 0,121-19-84 0 0,-247-3-1 0 0,122-13 130 0 0,-9-1-2 0 0,201-6 27 0 0,-1-3 0 0 0,-81-22 0 0 0,-90-14 2 0 0,123 32 64 0 0,-124-7-58 0 0,229 22 83 0 0,-1 0 1 0 0,1 1-1 0 0,0 1 0 0 0,0 0 1 0 0,-21 8-1 0 0,-32 8 207 0 0,65-19-289 0 0,-1 0 0 0 0,1 0 0 0 0,0 0 0 0 0,-1 0 0 0 0,1 0 0 0 0,-1 0 1 0 0,1 0-1 0 0,-1 0 0 0 0,1 0 0 0 0,0 0 0 0 0,-1-1 0 0 0,1 1 0 0 0,-1 0 0 0 0,1 0 0 0 0,-1 0 0 0 0,1 0 0 0 0,0-1 0 0 0,-1 1 0 0 0,1 0 0 0 0,0 0 1 0 0,-1-1-1 0 0,1 1 0 0 0,0 0 0 0 0,-1-1 0 0 0,1 1 0 0 0,0 0 0 0 0,-1-1 0 0 0,1 1 0 0 0,0 0 0 0 0,0-1 0 0 0,-1 0 0 0 0,-1-19-71 0 0,9-32-95 0 0,-4 34 124 0 0,4-39 24 0 0,-4-1 0 0 0,-1 1-1 0 0,-4 0 1 0 0,-12-89 0 0 0,-26-70 177 0 0,-11-83 100 0 0,-43-258-111 0 0,32 220-78 0 0,-10 3-406 0 0,60 275 249 0 0,-6-75 0 0 0,15 91 38 0 0,-3 0 1 0 0,-1 0 0 0 0,-2 0-1 0 0,-16-43 1 0 0,18 66 39 0 0,0 0-1 0 0,1 0 1 0 0,1-1 0 0 0,1 1-1 0 0,1-1 1 0 0,0-33 0 0 0,3 52 18 0 0,0 0-1 0 0,0 0 1 0 0,0 0-1 0 0,-1 1 1 0 0,1-1 0 0 0,0 0-1 0 0,-1 0 1 0 0,1 0-1 0 0,-1 1 1 0 0,-1-4 0 0 0,2 4-2 0 0,-1 1-1 0 0,1 0 1 0 0,0-1 0 0 0,0 1 0 0 0,-1 0 0 0 0,1-1 0 0 0,0 1 0 0 0,-1 0 0 0 0,1 0 0 0 0,0 0 0 0 0,-1-1 0 0 0,1 1 0 0 0,0 0 0 0 0,-1 0 0 0 0,1 0-1 0 0,0 0 1 0 0,-1-1 0 0 0,1 1 0 0 0,-1 0 0 0 0,1 0 0 0 0,-1 0 0 0 0,1 0 0 0 0,0 0 0 0 0,-1 0 0 0 0,1 0 0 0 0,-1 0 0 0 0,1 0 0 0 0,0 1 0 0 0,-1-1-1 0 0,-2 1 4 0 0,1 1 0 0 0,0-1 0 0 0,-1 1-1 0 0,1-1 1 0 0,0 1 0 0 0,0 0 0 0 0,0 0-1 0 0,1 0 1 0 0,-1 0 0 0 0,0 0 0 0 0,1 1-1 0 0,0-1 1 0 0,-2 3 0 0 0,-15 32-73 0 0,11-22-25 0 0,0-1 0 0 0,-12 18 1 0 0,16-28 72 0 0,-1 1 1 0 0,0-1 0 0 0,0 0 0 0 0,0 0 0 0 0,0 0 0 0 0,-1 0 0 0 0,1-1 0 0 0,-1 1 0 0 0,0-1 0 0 0,-6 2 0 0 0,3 0-12 0 0,1-1 0 0 0,0 1 0 0 0,0 0 0 0 0,-11 11 0 0 0,11-10-9 0 0,1 0 1 0 0,-2-1 0 0 0,-14 10 0 0 0,22-15 30 0 0,0 0 1 0 0,-1 0-1 0 0,1 0 1 0 0,0 1-1 0 0,0-1 1 0 0,0 0-1 0 0,-1 0 1 0 0,1 0-1 0 0,0 0 1 0 0,0 0-1 0 0,0 0 1 0 0,-1 0-1 0 0,1 0 1 0 0,0 0-1 0 0,0 0 1 0 0,0 1-1 0 0,-1-1 1 0 0,1 0-1 0 0,0 0 1 0 0,0 0-1 0 0,0-1 1 0 0,-1 1-1 0 0,1 0 0 0 0,0 0 1 0 0,0 0-1 0 0,-1 0 1 0 0,1 0-1 0 0,0 0 1 0 0,0 0-1 0 0,0 0 1 0 0,0 0-1 0 0,-1 0 1 0 0,1 0-1 0 0,0-1 1 0 0,0 1-1 0 0,0 0 1 0 0,0 0-1 0 0,-1 0 1 0 0,1 0-1 0 0,0-1 1 0 0,0 1-1 0 0,0 0 1 0 0,0 0-1 0 0,0 0 1 0 0,0 0-1 0 0,-1-1 1 0 0,1 1-1 0 0,0 0 1 0 0,0 0-1 0 0,0-1 1 0 0,0 1-1 0 0,0 0 1 0 0,0 0-1 0 0,0-1 1 0 0,3-18-100 0 0,13-21-23 0 0,9-13 62 0 0,-7 15 408 0 0,2 0-1 0 0,41-60 1 0 0,-60 96-328 0 0,-1 1 0 0 0,1-1 1 0 0,0 1-1 0 0,0 0 0 0 0,0-1 1 0 0,0 1-1 0 0,0 0 0 0 0,1 0 1 0 0,-1 0-1 0 0,0 0 0 0 0,1 0 0 0 0,-1 0 1 0 0,0 0-1 0 0,1 0 0 0 0,-1 0 1 0 0,1 1-1 0 0,-1-1 0 0 0,1 1 0 0 0,0-1 1 0 0,-1 1-1 0 0,1 0 0 0 0,-1-1 1 0 0,1 1-1 0 0,0 0 0 0 0,-1 0 0 0 0,1 0 1 0 0,3 1-1 0 0,-2 0 9 0 0,-1 1-1 0 0,1 0 1 0 0,0 0 0 0 0,-1 0 0 0 0,1 0-1 0 0,-1 0 1 0 0,0 0 0 0 0,0 0-1 0 0,0 1 1 0 0,0-1 0 0 0,0 1 0 0 0,0 0-1 0 0,2 5 1 0 0,19 33 146 0 0,47 62 0 0 0,-59-91-128 0 0,-1 1 1 0 0,1-2-1 0 0,1 1 1 0 0,0-2-1 0 0,1 0 0 0 0,0 0 1 0 0,0-1-1 0 0,25 12 1 0 0,-10-15-2159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7.9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83 254 11522 0 0,'-12'-14'453'0'0,"1"1"1020"0"0,1 0 0 0 0,1 0 0 0 0,0-1-1 0 0,0 0 1 0 0,1-1 0 0 0,-6-17 0 0 0,14 32-1446 0 0,0 0 0 0 0,0 0 0 0 0,0 0 0 0 0,0 0 0 0 0,0 0 0 0 0,1 0 0 0 0,-1 0 0 0 0,0 0 0 0 0,0 0 0 0 0,0 0 0 0 0,0 0 1 0 0,0 0-1 0 0,0 0 0 0 0,0 0 0 0 0,0 0 0 0 0,1 0 0 0 0,-1 0 0 0 0,0 0 0 0 0,0 0 0 0 0,0 0 0 0 0,0 0 0 0 0,0 0 0 0 0,0 0 0 0 0,0 0 0 0 0,0 0 0 0 0,1 0 1 0 0,-1 0-1 0 0,0 0 0 0 0,0 0 0 0 0,0-1 0 0 0,0 1 0 0 0,0 0 0 0 0,0 0 0 0 0,0 0 0 0 0,0 0 0 0 0,0 0 0 0 0,0 0 0 0 0,0 0 0 0 0,0 0 0 0 0,0-1 0 0 0,0 1 1 0 0,0 0-1 0 0,0 0 0 0 0,0 0 0 0 0,15 18 312 0 0,16 27-232 0 0,17 27-253 0 0,3-3 0 0 0,90 97 1 0 0,-115-136 100 0 0,-11-13 187 0 0,0-1-1 0 0,29 24 1 0 0,-43-40-108 0 0,0 0 1 0 0,-1 0-1 0 0,1 0 0 0 0,-1 1 1 0 0,1-1-1 0 0,0-1 1 0 0,-1 1-1 0 0,1 0 1 0 0,0 0-1 0 0,-1 0 0 0 0,1 0 1 0 0,0 0-1 0 0,-1 0 1 0 0,1-1-1 0 0,-1 1 1 0 0,1 0-1 0 0,-1-1 0 0 0,1 1 1 0 0,-1 0-1 0 0,1-1 1 0 0,-1 1-1 0 0,1-1 1 0 0,-1 1-1 0 0,1-1 0 0 0,-1 1 1 0 0,1-1-1 0 0,-1 1 1 0 0,0-1-1 0 0,1 1 1 0 0,-1-1-1 0 0,0 1 0 0 0,1-1 1 0 0,-1 0-1 0 0,0 1 1 0 0,0-1-1 0 0,0 1 1 0 0,0-2-1 0 0,12-26 497 0 0,-12 26-480 0 0,67-253 1162 0 0,-11 32-1170 0 0,-53 215-216 0 0,11-34-261 0 0,-14 40 335 0 0,1 1 1 0 0,-1-1-1 0 0,1 1 0 0 0,0-1 1 0 0,-1 1-1 0 0,1 0 0 0 0,0-1 1 0 0,0 1-1 0 0,0 0 1 0 0,0 0-1 0 0,0 0 0 0 0,0 0 1 0 0,0 0-1 0 0,0 0 1 0 0,0 0-1 0 0,1 0 0 0 0,-1 0 1 0 0,0 0-1 0 0,1 0 0 0 0,-1 1 1 0 0,3-2-1 0 0,5 5-1561 0 0,-4 2 464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8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0 158 10594 0 0,'0'-2'213'0'0,"0"0"-1"0"0,0-1 0 0 0,0 1 1 0 0,1-1-1 0 0,-1 1 0 0 0,1 0 1 0 0,-1-1-1 0 0,1 1 0 0 0,0 0 1 0 0,-1-1-1 0 0,1 1 0 0 0,1 0 1 0 0,-1 0-1 0 0,0 0 0 0 0,0 0 1 0 0,1 0-1 0 0,-1 0 0 0 0,3-2 1 0 0,36-35 4021 0 0,-32 32-3315 0 0,42-34 1481 0 0,-45 37-2678 0 0,1 0 1 0 0,1 1-1 0 0,-1-1 1 0 0,0 1-1 0 0,1 1 1 0 0,-1-1-1 0 0,8-1 1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8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97 6913 0 0,'41'-10'7022'0'0,"-9"-1"-3272"0"0,53-28 0 0 0,-24 10-5157 0 0,-45 21-5778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8.7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6913 0 0,'-16'15'11030'0'0,"16"-14"-10646"0"0,0 8-124 0 0,6 79 3779 0 0,20 44-3087 0 0,-8-42-453 0 0,9 81-287 0 0,14 74-8 0 0,-40-239-207 0 0,5 20-345 0 0,1 0 1 0 0,11 28-1 0 0,-16-48 133 0 0,1 1 0 0 0,0-1 0 0 0,0 0 1 0 0,0-1-1 0 0,1 1 0 0 0,0-1 0 0 0,0 1 0 0 0,0-1 0 0 0,1 0 0 0 0,0-1 1 0 0,0 1-1 0 0,0-1 0 0 0,1 0 0 0 0,6 4 0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8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1 213 10970 0 0,'7'-5'358'0'0,"0"0"-1"0"0,0 0 1 0 0,1 1-1 0 0,0 0 1 0 0,0 0 0 0 0,10-3-1 0 0,6-3 1311 0 0,76-40 2618 0 0,129-55-332 0 0,-220 102-4503 0 0,0 0 0 0 0,1 1 0 0 0,-1 0 0 0 0,17-1 0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9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1 115 16131 0 0,'2'2'176'0'0,"1"-1"-1"0"0,-1 0 0 0 0,1 0 0 0 0,0 0 1 0 0,-1-1-1 0 0,1 1 0 0 0,0-1 0 0 0,0 1 1 0 0,-1-1-1 0 0,1 0 0 0 0,0 0 0 0 0,0 0 0 0 0,0 0 1 0 0,-1-1-1 0 0,1 1 0 0 0,3-1 0 0 0,47-15 1509 0 0,-44 13-1563 0 0,15-7 286 0 0,0-1 1 0 0,23-14-1 0 0,7-4-2000 0 0,2 8-5879 0 0,-36 15 4386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9.4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12443 0 0,'-23'-19'964'0'0,"1"0"4764"0"0,21 22-5355 0 0,1 0 0 0 0,0 0-1 0 0,0 0 1 0 0,1 0 0 0 0,-1 0 0 0 0,0-1 0 0 0,1 1 0 0 0,0 0 0 0 0,1 4 0 0 0,21 68-13 0 0,-4 0 0 0 0,-2 1 0 0 0,-4 0 0 0 0,2 80 0 0 0,-13-106-506 0 0,3 40 112 0 0,-4-80-392 0 0,1 0-1 0 0,0 0 1 0 0,1 0 0 0 0,0 0-1 0 0,0 0 1 0 0,6 11-1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39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3 358 3225 0 0,'-2'-16'0'0'0,"2"-33"1693"0"0,8 13 3443 0 0,0 13-3718 0 0,2 1 1 0 0,0-1-1 0 0,1 2 0 0 0,25-36 0 0 0,-28 46-1030 0 0,0 1 0 0 0,0 0 0 0 0,1 1 0 0 0,1 0-1 0 0,-1 0 1 0 0,1 1 0 0 0,1 0 0 0 0,-1 1 0 0 0,1 0-1 0 0,22-10 1 0 0,-31 16-343 0 0,-1 0 0 0 0,1 1 0 0 0,-1-1 1 0 0,1 1-1 0 0,0-1 0 0 0,0 1 0 0 0,-1-1 0 0 0,1 1 0 0 0,0 0 0 0 0,-1 0 0 0 0,1 0 0 0 0,0 0 0 0 0,0 0 0 0 0,-1 0 0 0 0,1 1 0 0 0,0-1 0 0 0,0 0 0 0 0,2 2 0 0 0,-3-1-41 0 0,0 0-1 0 0,0-1 1 0 0,0 1-1 0 0,0 0 0 0 0,-1 0 1 0 0,1 0-1 0 0,0 0 0 0 0,-1 0 1 0 0,1 0-1 0 0,-1 0 1 0 0,1 1-1 0 0,-1-1 0 0 0,1 0 1 0 0,-1 0-1 0 0,0 0 0 0 0,1 0 1 0 0,-1 1-1 0 0,0-1 1 0 0,0 0-1 0 0,0 2 0 0 0,-1 8-150 0 0,0 0-1 0 0,-1 0 0 0 0,0 0 0 0 0,-7 18 1 0 0,6-18 54 0 0,-46 140-1696 0 0,-11 43 1166 0 0,58-186 771 0 0,0 1 1 0 0,0 0-1 0 0,1 0 0 0 0,1 0 1 0 0,0 0-1 0 0,1 16 1 0 0,-1-22-73 0 0,1 0 1 0 0,0 0-1 0 0,-1 0 1 0 0,1-1 0 0 0,0 1-1 0 0,0 0 1 0 0,1-1-1 0 0,-1 1 1 0 0,0-1-1 0 0,1 0 1 0 0,0 1 0 0 0,-1-1-1 0 0,1 0 1 0 0,0 0-1 0 0,0 0 1 0 0,0 0 0 0 0,0 0-1 0 0,1 0 1 0 0,-1-1-1 0 0,0 1 1 0 0,1-1-1 0 0,0 0 1 0 0,-1 1 0 0 0,1-1-1 0 0,3 1 1 0 0,41 9 604 0 0,0-2 0 0 0,80 5-1 0 0,48 9 78 0 0,-3 19-94 0 0,-168-42-468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2.8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77 9674 0 0,'-1'-6'923'0'0,"0"1"-1"0"0,1 0 1 0 0,-1-1 0 0 0,1 1-1 0 0,1-1 1 0 0,-1 1 0 0 0,1 0-1 0 0,0-1 1 0 0,0 1-1 0 0,0 0 1 0 0,5-10 0 0 0,-5 15-849 0 0,-1-1 0 0 0,1 1-1 0 0,0 0 1 0 0,0 0 0 0 0,-1-1 0 0 0,1 1 0 0 0,0 0 0 0 0,0 0 0 0 0,-1 0 0 0 0,1 0 0 0 0,0 0 0 0 0,0 0 0 0 0,0 0-1 0 0,-1 0 1 0 0,1 0 0 0 0,0 0 0 0 0,0 1 0 0 0,-1-1 0 0 0,1 0 0 0 0,0 0 0 0 0,0 1 0 0 0,-1-1 0 0 0,1 1 0 0 0,0-1-1 0 0,-1 0 1 0 0,1 1 0 0 0,-1-1 0 0 0,1 1 0 0 0,0 0 0 0 0,-1-1 0 0 0,1 1 0 0 0,-1-1 0 0 0,1 1 0 0 0,0 1-1 0 0,19 22 476 0 0,-11-9-418 0 0,0 1 0 0 0,-1 1 0 0 0,-1-1 0 0 0,-1 1 0 0 0,0 1-1 0 0,-1-1 1 0 0,4 29 0 0 0,7 133 214 0 0,-12-98-297 0 0,22 138-1156 0 0,-26-218 996 0 0,0-1-1 0 0,0 0 0 0 0,0 1 1 0 0,0-1-1 0 0,0 0 0 0 0,0 1 1 0 0,0-1-1 0 0,0 0 0 0 0,0 0 1 0 0,1 1-1 0 0,-1-1 0 0 0,0 0 1 0 0,0 1-1 0 0,0-1 0 0 0,0 0 1 0 0,4 3-1691 0 0,-3-3 1691 0 0,-1 0-1 0 0,0 0 0 0 0,1 0 1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3.2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43 13827 0 0,'-13'-27'2718'0'0,"7"11"1101"0"0,37 79-196 0 0,-13-23-3208 0 0,23 74 0 0 0,-16-16-288 0 0,-13-44-125 0 0,24 61 0 0 0,-21-83-382 0 0,-14-30 311 0 0,0-1-1 0 0,-1 0 1 0 0,1 1-1 0 0,0-1 1 0 0,0 0-1 0 0,0 0 0 0 0,0 0 1 0 0,0 0-1 0 0,1 0 1 0 0,-1 0-1 0 0,0 0 1 0 0,0 0-1 0 0,1 0 0 0 0,-1 0 1 0 0,0-1-1 0 0,1 1 1 0 0,-1-1-1 0 0,1 1 1 0 0,-1-1-1 0 0,3 1 1 0 0,4-2-802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3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 36 6449 0 0,'8'-12'-117'0'0,"-9"-11"9699"0"0,0 23-9442 0 0,-15 8 1870 0 0,-2 9-1599 0 0,2 1 1 0 0,0 1-1 0 0,0 0 0 0 0,2 1 1 0 0,-12 23-1 0 0,-15 19 158 0 0,35-54-429 0 0,1 0 1 0 0,-1 1 0 0 0,1 0 0 0 0,1 1-1 0 0,-5 14 1 0 0,8-23-116 0 0,0 1-1 0 0,1 0 1 0 0,-1 0 0 0 0,1-1 0 0 0,-1 1-1 0 0,1 0 1 0 0,0 0 0 0 0,0 0-1 0 0,0 0 1 0 0,0 0 0 0 0,0 0-1 0 0,0-1 1 0 0,0 1 0 0 0,1 0-1 0 0,-1 0 1 0 0,1 0 0 0 0,-1 0 0 0 0,1-1-1 0 0,0 1 1 0 0,0 0 0 0 0,-1-1-1 0 0,1 1 1 0 0,0 0 0 0 0,1-1-1 0 0,-1 0 1 0 0,0 1 0 0 0,0-1 0 0 0,1 1-1 0 0,-1-1 1 0 0,1 0 0 0 0,-1 0-1 0 0,1 0 1 0 0,-1 0 0 0 0,1 0-1 0 0,0 0 1 0 0,-1 0 0 0 0,3 0 0 0 0,23 6 308 0 0,0-1 0 0 0,0-2 1 0 0,1 0-1 0 0,49-1 0 0 0,4 2-110 0 0,-71-4-199 0 0,-1 0-157 0 0,0 0 0 0 0,0 0 1 0 0,0-1-1 0 0,0 0 0 0 0,0-1 1 0 0,0 0-1 0 0,0 0 0 0 0,14-5 0 0 0,-14 2-200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0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36 10594 0 0,'43'-18'6203'0'0,"-32"16"-5079"0"0,0 0 0 0 0,0 1 0 0 0,22 1 1 0 0,-22 1-951 0 0,0-1 0 0 0,0-1 0 0 0,0 0 1 0 0,11-3-1 0 0,18-4-2892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0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90 8754 0 0,'-8'16'941'0'0,"8"-15"-879"0"0,0-1 0 0 0,0 0 0 0 0,0 0 0 0 0,0 1-1 0 0,0-1 1 0 0,0 0 0 0 0,1 0 0 0 0,-1 1 0 0 0,0-1 0 0 0,0 0 0 0 0,0 0 0 0 0,0 1-1 0 0,0-1 1 0 0,0 0 0 0 0,0 0 0 0 0,1 0 0 0 0,-1 1 0 0 0,0-1 0 0 0,0 0 0 0 0,0 0-1 0 0,0 0 1 0 0,1 0 0 0 0,-1 1 0 0 0,0-1 0 0 0,0 0 0 0 0,0 0 0 0 0,1 0-1 0 0,-1 0 1 0 0,0 0 0 0 0,0 0 0 0 0,1 0 0 0 0,-1 0 0 0 0,1 1 0 0 0,30-5 4450 0 0,-25 3-4103 0 0,12-4 857 0 0,1-1 1 0 0,-1-1-1 0 0,0 0 1 0 0,30-18-1 0 0,-9 2-2905 0 0,-3 0-3504 0 0,-17 11-1845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0 6913 0 0,'-7'3'17169'0'0,"10"5"-18442"0"0,17 70 1837 0 0,33 78 1 0 0,-10-33-498 0 0,1 1 50 0 0,21 71-365 0 0,-64-192 306 0 0,1 8-1340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5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40 10594 0 0,'-2'-1'399'0'0,"-1"1"0"0"0,1-1 0 0 0,0 1 0 0 0,-1 0 0 0 0,1 0 0 0 0,0 0 0 0 0,-1 0 0 0 0,1 1 0 0 0,-1-1 0 0 0,1 0 0 0 0,0 1 0 0 0,-1 0 0 0 0,1 0 0 0 0,0 0 0 0 0,0 0 0 0 0,-3 1 0 0 0,1 1 16 0 0,0 0 1 0 0,0 0-1 0 0,1 0 0 0 0,-1 0 0 0 0,1 0 0 0 0,0 1 1 0 0,-5 7-1 0 0,2-2-204 0 0,1-1 0 0 0,1 1 0 0 0,-1 0 0 0 0,2 0 0 0 0,-1 1 0 0 0,1-1 0 0 0,-2 15 0 0 0,2 2-167 0 0,2 1-1 0 0,1 0 1 0 0,1-1-1 0 0,1 1 1 0 0,2 0-1 0 0,0-1 1 0 0,2 0-1 0 0,1 0 1 0 0,0-1-1 0 0,3 0 0 0 0,18 39 1 0 0,-23-55-51 0 0,1-1 1 0 0,0 1 0 0 0,1-1-1 0 0,-1 0 1 0 0,2 0-1 0 0,-1-1 1 0 0,1 0 0 0 0,0 0-1 0 0,0-1 1 0 0,1 0-1 0 0,0-1 1 0 0,0 0-1 0 0,0 0 1 0 0,17 6 0 0 0,-21-10 19 0 0,0 1 0 0 0,0-1 0 0 0,0 1 0 0 0,0-2 0 0 0,1 1 0 0 0,-1 0 0 0 0,1-1 0 0 0,-1 0 0 0 0,0 0 0 0 0,1-1 1 0 0,-1 0-1 0 0,0 1 0 0 0,0-2 0 0 0,1 1 0 0 0,-1-1 0 0 0,0 1 0 0 0,0-2 0 0 0,0 1 0 0 0,-1 0 0 0 0,1-1 0 0 0,0 0 0 0 0,-1 0 0 0 0,0 0 1 0 0,0-1-1 0 0,0 1 0 0 0,0-1 0 0 0,0 0 0 0 0,-1 0 0 0 0,6-9 0 0 0,-2 1 87 0 0,0 0-1 0 0,-2-1 1 0 0,1 0 0 0 0,-2 0-1 0 0,0-1 1 0 0,0 1-1 0 0,-1-1 1 0 0,-1 0 0 0 0,0 0-1 0 0,0-21 1 0 0,-3-13 622 0 0,-10-80 1 0 0,10 116-648 0 0,-1 0 0 0 0,-1 0 0 0 0,1 0 0 0 0,-2 0 0 0 0,0 0 0 0 0,0 1 0 0 0,-11-19 1 0 0,10 22-36 0 0,0 1 0 0 0,-1 0 0 0 0,0 0 1 0 0,0 1-1 0 0,0-1 0 0 0,-1 2 0 0 0,0-1 1 0 0,0 0-1 0 0,-1 1 0 0 0,1 1 0 0 0,-11-5 1 0 0,-8-4-972 0 0,-32-17-6489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6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36 319 5065 0 0,'-24'-39'3329'0'0,"22"35"-2072"0"0,0-1 0 0 0,1 1 0 0 0,-1-1-1 0 0,1 0 1 0 0,0 1 0 0 0,0-1 0 0 0,0-7 0 0 0,1 12-1196 0 0,2-4 1505 0 0,-2 4-1506 0 0,0 0 0 0 0,0 0 1 0 0,0 0-1 0 0,0 0 0 0 0,0 0 0 0 0,1 0 1 0 0,-1 0-1 0 0,0 0 0 0 0,0 0 0 0 0,0 0 1 0 0,0 0-1 0 0,1 0 0 0 0,-1 0 0 0 0,0 0 1 0 0,0 0-1 0 0,0 0 0 0 0,0 0 0 0 0,1 0 1 0 0,-1 0-1 0 0,0 0 0 0 0,0 0 0 0 0,0 0 0 0 0,0 0 1 0 0,13 7 875 0 0,9 11-797 0 0,-4 5-122 0 0,-1 1 0 0 0,18 32 0 0 0,-22-34-169 0 0,0 0 0 0 0,2-1 0 0 0,29 33-1 0 0,-17-28-96 0 0,0-1 0 0 0,44 30-1 0 0,-74-114 1916 0 0,-17-53-866 0 0,-16-124 587 0 0,31 186-2685 0 0,3-58-1 0 0,3 89-6837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6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34 6913 0 0,'-16'-33'11904'0'0,"21"55"-8866"0"0,29 105-2575 0 0,-6 1-1 0 0,23 257 0 0 0,-52-363-157 0 0,-1-9-1589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7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47 130 920 0 0,'-47'-11'20814'0'0,"68"11"-20399"0"0,-8-2-274 0 0,0-1 0 0 0,1 0 0 0 0,-1-1 0 0 0,0 0 0 0 0,-1-1 0 0 0,1 0 0 0 0,16-10 1 0 0,8-3 57 0 0,-9 6-80 0 0,-10 3-221 0 0,1 0-1 0 0,0 2 1 0 0,1 0-1 0 0,-1 1 0 0 0,28-4 1 0 0,-45 10-20 0 0,0 0-1 0 0,0 0 1 0 0,-1 0 0 0 0,1 0 0 0 0,0 0-1 0 0,0 1 1 0 0,0-1 0 0 0,0 1 0 0 0,-1-1-1 0 0,1 1 1 0 0,1 0 0 0 0,7 4-1300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7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0 108 5985 0 0,'5'-4'1277'0'0,"0"0"0"0"0,0 0-1 0 0,0 0 1 0 0,1 0 0 0 0,5-2-1 0 0,32-11 3056 0 0,-13 10-2922 0 0,37-4 0 0 0,-10 3-634 0 0,-10-1-638 0 0,63-14-1559 0 0,-90 16 351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9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 14283 0 0,'0'0'300'0'0,"-1"-1"0"0"0,0 0-1 0 0,1 1 1 0 0,-1-1 0 0 0,0 1 0 0 0,0 0-1 0 0,0-1 1 0 0,1 1 0 0 0,-1-1 0 0 0,0 1-1 0 0,0 0 1 0 0,0 0 0 0 0,0 0 0 0 0,0-1-1 0 0,0 1 1 0 0,1 0 0 0 0,-1 0 0 0 0,0 0-1 0 0,0 0 1 0 0,0 0 0 0 0,-1 1-1 0 0,7 15 2097 0 0,0-6-2712 0 0,16 44 548 0 0,-2 1 0 0 0,-2 0 0 0 0,14 85 0 0 0,-17-43-520 0 0,1 122 0 0 0,-16-177-421 0 0,-1-24-5702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9.2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2 194 6913 0 0,'-1'-6'458'0'0,"1"0"-1"0"0,0 0 1 0 0,0-1-1 0 0,0 1 1 0 0,0 0-1 0 0,1 0 1 0 0,0 0-1 0 0,0 0 0 0 0,1 0 1 0 0,0 0-1 0 0,0 0 1 0 0,0 0-1 0 0,1 0 1 0 0,0 1-1 0 0,0-1 0 0 0,0 1 1 0 0,1 0-1 0 0,0 0 1 0 0,-1 0-1 0 0,10-7 1 0 0,-5 5 369 0 0,0 0 1 0 0,0 1-1 0 0,0 0 1 0 0,1 0-1 0 0,0 1 1 0 0,14-6-1 0 0,32-5-458 0 0,-51 15-394 0 0,1 1 0 0 0,-1-1 1 0 0,1 1-1 0 0,-1 0 0 0 0,0 0 1 0 0,1 1-1 0 0,4 0 0 0 0,16 9-6125 0 0,-8 0-869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9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33 11522 0 0,'-5'15'1366'0'0,"11"-10"1043"0"0,22-10 769 0 0,5-7-1336 0 0,17-6-3228 0 0,-36 14-551 0 0,1 0 1 0 0,-1 1 0 0 0,24-2 0 0 0,-18 3 1144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9.7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 10138 0 0,'14'-1'4351'0'0,"17"-4"-2865"0"0,-2-3-775 0 0,25-5-2827 0 0,-50 13 2049 0 0,0-1 1 0 0,0 1 0 0 0,0 0 0 0 0,0 0 0 0 0,-1 1-1 0 0,1-1 1 0 0,0 1 0 0 0,0 0 0 0 0,0 0-1 0 0,-1 0 1 0 0,8 3 0 0 0,3 5 6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49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78 10594 0 0,'1'1'211'0'0,"0"-1"0"0"0,0 1 0 0 0,0-1 0 0 0,1 1 0 0 0,-1-1-1 0 0,0 0 1 0 0,0 1 0 0 0,0-1 0 0 0,1 0 0 0 0,-1 0 0 0 0,0 0 0 0 0,0 0 0 0 0,1 0-1 0 0,-1 0 1 0 0,0 0 0 0 0,0-1 0 0 0,1 1 0 0 0,0-1 0 0 0,28-7 1579 0 0,-24 6-1339 0 0,13-6-481 0 0,0 0 0 0 0,29-18 0 0 0,-14 8-457 0 0,-15 8 465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2.9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15203 0 0,'7'8'1054'0'0,"0"0"0"0"0,0 0 0 0 0,-1 1 0 0 0,0 0-1 0 0,6 14 1 0 0,-4-6-355 0 0,-1 0 0 0 0,7 29 0 0 0,-3 5-999 0 0,6 67 0 0 0,-11-70 739 0 0,19 124-4031 0 0,-19-144-3643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3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 9218 0 0,'0'-1'154'0'0,"0"0"0"0"0,0 0 0 0 0,0 0-1 0 0,0 0 1 0 0,1 0 0 0 0,-1 1 0 0 0,0-1 0 0 0,0 0 0 0 0,1 0 0 0 0,-1 1 0 0 0,0-1-1 0 0,1 0 1 0 0,-1 0 0 0 0,1 1 0 0 0,-1-1 0 0 0,1 0 0 0 0,-1 1 0 0 0,1-1 0 0 0,0 1-1 0 0,-1-1 1 0 0,1 0 0 0 0,0 1 0 0 0,-1 0 0 0 0,1-1 0 0 0,0 1 0 0 0,0-1-1 0 0,-1 1 1 0 0,1 0 0 0 0,0-1 0 0 0,0 1 0 0 0,0 0 0 0 0,-1 0 0 0 0,1 0 0 0 0,0 0-1 0 0,0 0 1 0 0,0 0 0 0 0,1 0 0 0 0,0 1 257 0 0,0 0-1 0 0,-1 0 1 0 0,1 1 0 0 0,0-1-1 0 0,-1 0 1 0 0,1 1 0 0 0,-1-1-1 0 0,0 1 1 0 0,1-1-1 0 0,-1 1 1 0 0,0 0 0 0 0,0 0-1 0 0,0 0 1 0 0,1 2 0 0 0,47 111 2231 0 0,-37-85-2728 0 0,-2 1 0 0 0,-1 0 0 0 0,8 56 1 0 0,-8 13-3007 0 0,-6-68-4329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4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24 112 8290 0 0,'-3'4'512'0'0,"0"-1"-1"0"0,1 1 1 0 0,-1 0 0 0 0,1 1 0 0 0,0-1-1 0 0,0 0 1 0 0,1 1 0 0 0,0-1 0 0 0,-1 1-1 0 0,1-1 1 0 0,1 1 0 0 0,-1-1 0 0 0,1 1 0 0 0,-1 6-1 0 0,1 8 341 0 0,1 0-1 0 0,4 21 0 0 0,0-5-107 0 0,2-1-1 0 0,15 46 1 0 0,-19-69-639 0 0,1-1 0 0 0,1 1 0 0 0,0-1 0 0 0,0 1 1 0 0,1-2-1 0 0,0 1 0 0 0,1-1 0 0 0,0 0 0 0 0,0 0 0 0 0,1 0 1 0 0,11 8-1 0 0,-16-15-67 0 0,0 0 1 0 0,0 0 0 0 0,0 0-1 0 0,0 0 1 0 0,1-1 0 0 0,-1 1 0 0 0,0-1-1 0 0,1 0 1 0 0,-1 0 0 0 0,1 0-1 0 0,-1-1 1 0 0,1 1 0 0 0,0-1-1 0 0,-1 0 1 0 0,1 0 0 0 0,5-1-1 0 0,-3 0 13 0 0,-1 0 0 0 0,1-1 0 0 0,0 0 0 0 0,-1 0-1 0 0,1 0 1 0 0,-1-1 0 0 0,0 0 0 0 0,0 0 0 0 0,6-4-1 0 0,3-5 49 0 0,0 0 1 0 0,-1-1-1 0 0,-1 0 0 0 0,0-1 0 0 0,16-25 0 0 0,-20 28-50 0 0,-1-1 1 0 0,-1 0-1 0 0,0 0 1 0 0,0-1-1 0 0,-1 0 0 0 0,-1 0 1 0 0,0 0-1 0 0,-1 0 0 0 0,0-1 1 0 0,-1 1-1 0 0,0-15 0 0 0,-2 18-29 0 0,0-1-1 0 0,-1 1 0 0 0,-1-1 1 0 0,0 1-1 0 0,0 0 0 0 0,-1 0 1 0 0,0 0-1 0 0,0 0 0 0 0,-1 0 1 0 0,-1 1-1 0 0,0-1 0 0 0,0 1 1 0 0,-1 1-1 0 0,0-1 0 0 0,-7-8 1 0 0,3 6 1 0 0,0 0 0 0 0,0 1 0 0 0,-1 0 0 0 0,0 1 0 0 0,-20-13 0 0 0,27 20-169 0 0,-1-1 0 0 0,1 1 1 0 0,-1 0-1 0 0,0 0 0 0 0,0 0 1 0 0,0 1-1 0 0,0-1 0 0 0,0 1 1 0 0,0 0-1 0 0,0 1 0 0 0,0-1 1 0 0,0 1-1 0 0,-1 0 0 0 0,1 1 1 0 0,0-1-1 0 0,0 1 0 0 0,0 0 1 0 0,0 0-1 0 0,-5 2 0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4.4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39 920 0 0,'-11'2'2544'0'0,"0"0"0"0"0,1 1 0 0 0,-1 0 0 0 0,-13 7 0 0 0,20-8-2051 0 0,0 1-1 0 0,0-1 1 0 0,1 1 0 0 0,-1 0-1 0 0,1-1 1 0 0,0 2-1 0 0,-1-1 1 0 0,1 0-1 0 0,1 1 1 0 0,-1-1 0 0 0,0 1-1 0 0,1 0 1 0 0,-4 7-1 0 0,2 1-331 0 0,0-1-1 0 0,1 1 0 0 0,1 0 0 0 0,-1 0 0 0 0,2 0 0 0 0,0 0 0 0 0,0 0 0 0 0,1 0 0 0 0,1 0 1 0 0,0 0-1 0 0,0 0 0 0 0,5 17 0 0 0,-1-11-162 0 0,0 1 1 0 0,1-1-1 0 0,1-1 0 0 0,0 1 1 0 0,2-1-1 0 0,0 0 0 0 0,14 18 1 0 0,-19-29-6 0 0,0-1 1 0 0,1 1 0 0 0,0-1-1 0 0,0 0 1 0 0,1-1-1 0 0,-1 1 1 0 0,1-1-1 0 0,0 0 1 0 0,0-1-1 0 0,1 1 1 0 0,-1-1-1 0 0,1-1 1 0 0,-1 1 0 0 0,1-1-1 0 0,0 0 1 0 0,0-1-1 0 0,0 1 1 0 0,0-1-1 0 0,0-1 1 0 0,0 1-1 0 0,1-1 1 0 0,-1 0 0 0 0,0-1-1 0 0,0 0 1 0 0,0 0-1 0 0,0-1 1 0 0,10-3-1 0 0,-9 3 2 0 0,0-1-1 0 0,-1-1 1 0 0,1 1-1 0 0,0-1 0 0 0,-1-1 1 0 0,0 1-1 0 0,0-1 0 0 0,0 0 1 0 0,-1-1-1 0 0,0 0 1 0 0,0 0-1 0 0,0 0 0 0 0,-1-1 1 0 0,0 1-1 0 0,0-1 1 0 0,-1-1-1 0 0,1 1 0 0 0,-2-1 1 0 0,1 1-1 0 0,-1-1 1 0 0,0 0-1 0 0,3-16 0 0 0,-3 4 114 0 0,-1-1 0 0 0,-1 1 0 0 0,-1 0 0 0 0,-1-1-1 0 0,-1 1 1 0 0,0 0 0 0 0,-8-28 0 0 0,8 39-121 0 0,0-1 1 0 0,-1 0 0 0 0,-1 1 0 0 0,1 0 0 0 0,-2 0 0 0 0,1 0-1 0 0,-1 0 1 0 0,0 1 0 0 0,-1 0 0 0 0,0 0 0 0 0,-1 0-1 0 0,1 1 1 0 0,-1 0 0 0 0,-1 0 0 0 0,1 1 0 0 0,-1 0-1 0 0,-9-5 1 0 0,2 4-1091 0 0,-1 4-4308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5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23 109 2761 0 0,'-6'2'14594'0'0,"-3"14"-12350"0"0,8-14-2256 0 0,-1 4 333 0 0,1 1 1 0 0,0-1-1 0 0,0 1 1 0 0,0 0 0 0 0,1-1-1 0 0,0 1 1 0 0,0 0-1 0 0,2 12 1 0 0,14 51-137 0 0,-14-65-158 0 0,3 14-27 0 0,1-1 0 0 0,1 1 0 0 0,12 21 0 0 0,-16-35 0 0 0,0 1 0 0 0,0-1 0 0 0,1 0 0 0 0,-1 0 0 0 0,2 0 0 0 0,-1 0 0 0 0,0-1 0 0 0,1 1 0 0 0,0-1 0 0 0,0 0 0 0 0,0-1 0 0 0,0 1 0 0 0,1-1 0 0 0,6 3 0 0 0,-10-5 1 0 0,-1 0 0 0 0,1-1-1 0 0,0 1 1 0 0,0-1 0 0 0,0 1 0 0 0,0-1 0 0 0,0 1 0 0 0,0-1 0 0 0,0 0 0 0 0,0 0-1 0 0,0 0 1 0 0,-1 0 0 0 0,1 0 0 0 0,0-1 0 0 0,0 1 0 0 0,0-1 0 0 0,0 1 0 0 0,0-1-1 0 0,0 0 1 0 0,0 1 0 0 0,-1-1 0 0 0,1 0 0 0 0,0 0 0 0 0,-1 0 0 0 0,1 0-1 0 0,-1-1 1 0 0,1 1 0 0 0,-1 0 0 0 0,1-1 0 0 0,-1 1 0 0 0,0-1 0 0 0,0 1 0 0 0,0-1-1 0 0,0 0 1 0 0,0 1 0 0 0,0-1 0 0 0,0 0 0 0 0,0 0 0 0 0,-1 0 0 0 0,1 1 0 0 0,-1-1-1 0 0,1 0 1 0 0,-1-3 0 0 0,2-3 46 0 0,-1-1-1 0 0,0 1 0 0 0,0-1 1 0 0,-1 0-1 0 0,0 1 1 0 0,-1-1-1 0 0,0 0 1 0 0,-3-12-1 0 0,2 14-25 0 0,0-1 0 0 0,0 1-1 0 0,-1 0 1 0 0,0-1 0 0 0,-1 1 0 0 0,1 0 0 0 0,-1 1-1 0 0,-1-1 1 0 0,-5-7 0 0 0,11 16-217 0 0,1 0 1 0 0,0-1-1 0 0,0 1 1 0 0,-1-1-1 0 0,1 1 1 0 0,0-1-1 0 0,0 0 1 0 0,0 0-1 0 0,0 0 1 0 0,3 1-1 0 0,-4-2 213 0 0,0 0 1 0 0,0 0-1 0 0,1 0 0 0 0,-1 0 1 0 0,0 0-1 0 0,0 0 0 0 0,0 0 1 0 0,0-1-1 0 0,0 1 0 0 0,1 0 1 0 0,-1-1-1 0 0,0 1 0 0 0,0 0 1 0 0,0-1-1 0 0,0 1 0 0 0,0-1 1 0 0,0 0-1 0 0,0 1 0 0 0,0-1 1 0 0,-1 0-1 0 0,1 0 0 0 0,0 0 1 0 0,0 1-1 0 0,0-1 0 0 0,-1 0 1 0 0,1 0-1 0 0,0 0 0 0 0,0-2 1 0 0,12-16 62 0 0,-7 11-22 0 0,1-1 1 0 0,-1-1-1 0 0,-1 1 0 0 0,0-1 0 0 0,6-16 1 0 0,-10 22-32 0 0,0 0 1 0 0,-1 1-1 0 0,1-1 1 0 0,-1 0-1 0 0,0 0 1 0 0,0 1-1 0 0,0-1 0 0 0,-1 0 1 0 0,1 0-1 0 0,-1 1 1 0 0,0-1-1 0 0,0 0 1 0 0,0 1-1 0 0,0-1 1 0 0,-1 1-1 0 0,1 0 1 0 0,-1-1-1 0 0,0 1 1 0 0,0 0-1 0 0,-4-5 1 0 0,0 2-10 0 0,1 0 0 0 0,-1 1 0 0 0,0 0 0 0 0,0 0 1 0 0,-1 0-1 0 0,1 1 0 0 0,-1 0 0 0 0,0 0 1 0 0,0 0-1 0 0,0 1 0 0 0,-1 1 0 0 0,1-1 1 0 0,-1 1-1 0 0,0 0 0 0 0,0 1 0 0 0,-9-1 1 0 0,7 1-575 0 0,0 0 0 0 0,0 1 0 0 0,0 1 0 0 0,-11 1 0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1.5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20 5985 0 0,'-10'-20'15684'0'0,"20"35"-14902"0"0,6 18-515 0 0,-2 0-1 0 0,-1 1 0 0 0,-1 0 0 0 0,12 70 0 0 0,-18-78-187 0 0,27 142 61 0 0,-24-96-7048 0 0,-8-54-439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1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72 117 10138 0 0,'0'-1'202'0'0,"0"0"0"0"0,1 0 0 0 0,-1 0 0 0 0,0 1 0 0 0,0-1 0 0 0,-1 0 0 0 0,1 0 0 0 0,0 0 0 0 0,0 1 0 0 0,0-1-1 0 0,0 0 1 0 0,-1 0 0 0 0,1 1 0 0 0,0-1 0 0 0,-1 0 0 0 0,1 1 0 0 0,0-1 0 0 0,-1 0 0 0 0,1 1 0 0 0,-1-1 0 0 0,1 0 0 0 0,-2 0 0 0 0,2 1-41 0 0,-1 0 0 0 0,0 0 0 0 0,1 0 0 0 0,-1 0 1 0 0,1 0-1 0 0,-1 0 0 0 0,0 0 0 0 0,1 0 0 0 0,-1 0 0 0 0,0 0 1 0 0,1 0-1 0 0,-1 0 0 0 0,1 0 0 0 0,-1 1 0 0 0,0-1 0 0 0,1 0 1 0 0,-1 0-1 0 0,1 1 0 0 0,-1-1 0 0 0,1 0 0 0 0,-1 1 0 0 0,-2 2 134 0 0,0-1 0 0 0,0 0-1 0 0,0 1 1 0 0,0 0 0 0 0,1 0-1 0 0,0 0 1 0 0,-1 0 0 0 0,-1 4-1 0 0,-1 6-183 0 0,0 0-1 0 0,1 0 0 0 0,0 0 0 0 0,1 1 1 0 0,1 0-1 0 0,0 0 0 0 0,1 0 0 0 0,0-1 0 0 0,2 19 1 0 0,0-14-130 0 0,1 0-1 0 0,0 0 1 0 0,2 0 0 0 0,0 0 0 0 0,1-1 0 0 0,11 27 0 0 0,-14-39 20 0 0,1 0 0 0 0,-1-1 0 0 0,1 0 1 0 0,-1 1-1 0 0,1-1 0 0 0,1 0 0 0 0,-1 0 0 0 0,1-1 1 0 0,-1 1-1 0 0,1-1 0 0 0,0 1 0 0 0,0-1 1 0 0,0-1-1 0 0,1 1 0 0 0,-1 0 0 0 0,1-1 0 0 0,-1 0 1 0 0,11 3-1 0 0,-8-4 37 0 0,0 0 1 0 0,0 0 0 0 0,0-1-1 0 0,0 0 1 0 0,0 0-1 0 0,1 0 1 0 0,-1-1-1 0 0,0 0 1 0 0,0-1-1 0 0,0 1 1 0 0,0-1 0 0 0,9-5-1 0 0,-6 4 24 0 0,-1-2 0 0 0,1 0 0 0 0,-1 0 1 0 0,0 0-1 0 0,0-1 0 0 0,-1-1 0 0 0,0 1 0 0 0,0-1 0 0 0,-1-1 0 0 0,1 1 0 0 0,-2-1 0 0 0,1-1 0 0 0,-1 1 1 0 0,0-1-1 0 0,-1 0 0 0 0,0 0 0 0 0,0-1 0 0 0,4-15 0 0 0,-8 17-21 0 0,0-1 1 0 0,-1 0-1 0 0,0 1 1 0 0,0-1-1 0 0,-1 1 0 0 0,-1-1 1 0 0,1 1-1 0 0,-1 0 0 0 0,-1 0 1 0 0,1 0-1 0 0,-1 0 0 0 0,-1 0 1 0 0,1 0-1 0 0,-2 1 1 0 0,-6-11-1 0 0,-1 0-20 0 0,-1 0 0 0 0,-1 1 1 0 0,-1 1-1 0 0,-30-28 0 0 0,23 27-479 0 0,-1 0 1 0 0,-1 1-1 0 0,-27-13 0 0 0,33 20-383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2.3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46 9218 0 0,'-37'7'995'0'0,"22"-2"2162"0"0,53-7 426 0 0,-4 2-3124 0 0,124-14 1411 0 0,185 8 1 0 0,538 9-547 0 0,-45-40-589 0 0,-828 36-906 0 0,-6 1-32 0 0,1 0-1 0 0,-1-1 1 0 0,0 1-1 0 0,1 0 1 0 0,-1 1 0 0 0,0-1-1 0 0,0 0 1 0 0,1 1 0 0 0,3 0-1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5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 8290 0 0,'1'0'311'0'0,"0"1"0"0"0,-1 0 0 0 0,1 0 0 0 0,0-1 0 0 0,0 1 0 0 0,-1 0 0 0 0,1-1 0 0 0,0 1 0 0 0,0-1 0 0 0,0 1 0 0 0,0-1 0 0 0,0 0 0 0 0,0 1 1 0 0,0-1-1 0 0,0 0 0 0 0,0 1 0 0 0,0-1 0 0 0,0 0 0 0 0,0 0 0 0 0,2 0 0 0 0,23 2 2295 0 0,-17-2-2355 0 0,1-2 0 0 0,-1 1 0 0 0,0-1 0 0 0,0-1 0 0 0,0 1 1 0 0,13-7-1 0 0,15-5-3192 0 0,1 8-3857 0 0,-28 6 4152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5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12899 0 0,'-1'13'4118'0'0,"2"6"-5654"0"0,-1-11 1938 0 0,-1 0-402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6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11 120 7370 0 0,'0'0'53'0'0,"-1"0"1"0"0,0 0-1 0 0,1-1 1 0 0,-1 1-1 0 0,1-1 1 0 0,-1 1 0 0 0,0-1-1 0 0,1 1 1 0 0,-1-1-1 0 0,1 1 1 0 0,-1-1-1 0 0,1 1 1 0 0,0-1 0 0 0,-1 0-1 0 0,1 1 1 0 0,-1-1-1 0 0,1 0 1 0 0,0 1-1 0 0,0-1 1 0 0,-1 0 0 0 0,1 1-1 0 0,0-1 1 0 0,0 0-1 0 0,0 1 1 0 0,0-1-1 0 0,0 0 1 0 0,0 0 0 0 0,0 1-1 0 0,0-1 1 0 0,0 0-1 0 0,0 0 1 0 0,0 1-1 0 0,1-1 1 0 0,-1 0-1 0 0,0 1 1 0 0,0-1 0 0 0,1 0-1 0 0,-1 1 1 0 0,0-1-1 0 0,1 0 1 0 0,-1 1-1 0 0,1-1 1 0 0,-1 1 0 0 0,1-1-1 0 0,-1 1 1 0 0,1-1-1 0 0,0 0 1 0 0,2-2 447 0 0,0 0 1 0 0,0 0-1 0 0,0 0 1 0 0,1 0-1 0 0,-1 1 0 0 0,6-3 1 0 0,24-15 1415 0 0,-27 16-1450 0 0,-1 0 1 0 0,1 1 0 0 0,0 0-1 0 0,0 0 1 0 0,0 0 0 0 0,0 1-1 0 0,0-1 1 0 0,1 2 0 0 0,8-3-1 0 0,167-15 2147 0 0,-173 19-2969 0 0,0 2-151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29:56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9674 0 0,'34'8'8134'0'0,"-32"-8"-7817"0"0,10 1 346 0 0,-1 0 1 0 0,1-1-1 0 0,-1-1 0 0 0,1 0 0 0 0,-1 0 0 0 0,1-1 0 0 0,11-4 0 0 0,78-29-2470 0 0,-76 23-5941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03.7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0 14283 0 0,'-1'1'208'0'0,"0"-1"-1"0"0,0 0 1 0 0,0 1-1 0 0,0-1 1 0 0,0 1-1 0 0,0-1 1 0 0,1 1-1 0 0,-1-1 1 0 0,0 1 0 0 0,0 0-1 0 0,0-1 1 0 0,1 1-1 0 0,-1 0 1 0 0,0-1-1 0 0,1 1 1 0 0,-1 0-1 0 0,1 0 1 0 0,-1 0 0 0 0,1 0-1 0 0,-1 0 1 0 0,1 0-1 0 0,0-1 1 0 0,-1 1-1 0 0,1 0 1 0 0,0 0-1 0 0,0 0 1 0 0,0 0-1 0 0,0 0 1 0 0,0 2 0 0 0,0-2-275 0 0,0 0 0 0 0,0 0 0 0 0,0 0 1 0 0,0 0-1 0 0,1 0 0 0 0,-1 1 0 0 0,0-1 1 0 0,1 0-1 0 0,-1 0 0 0 0,1 0 0 0 0,-1 0 1 0 0,1 0-1 0 0,0 0 0 0 0,-1 0 1 0 0,1 0-1 0 0,0-1 0 0 0,0 1 0 0 0,0 0 1 0 0,-1 0-1 0 0,1-1 0 0 0,2 2 0 0 0,20 11-4715 0 0,-16-9 4230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04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158 75 15203 0 0,'-3'-2'186'0'0,"1"1"1"0"0,0 0-1 0 0,-1-1 0 0 0,1 1 0 0 0,-1 0 0 0 0,1 0 0 0 0,-1 1 1 0 0,1-1-1 0 0,-1 0 0 0 0,1 1 0 0 0,-1 0 0 0 0,0 0 0 0 0,1-1 0 0 0,-1 1 1 0 0,0 1-1 0 0,1-1 0 0 0,-1 0 0 0 0,0 1 0 0 0,-3 0 0 0 0,3 1-1 0 0,-1 0-1 0 0,1 1 1 0 0,-1-1-1 0 0,1 0 1 0 0,0 1-1 0 0,0 0 1 0 0,0 0-1 0 0,0 0 1 0 0,1 0-1 0 0,-1 0 1 0 0,1 1-1 0 0,-3 4 1 0 0,-4 8-20 0 0,1 1 1 0 0,0 0 0 0 0,1 0 0 0 0,1 0 0 0 0,1 1 0 0 0,0 0 0 0 0,1 1 0 0 0,-1 20-1 0 0,1 13-68 0 0,4 84-1 0 0,1-105-81 0 0,2-1-1 0 0,2 0 1 0 0,0 0-1 0 0,18 51 1 0 0,-17-65-2 0 0,0 0 1 0 0,1-1-1 0 0,0 1 1 0 0,2-2-1 0 0,0 1 1 0 0,0-1-1 0 0,1 0 1 0 0,1-1 0 0 0,0 0-1 0 0,14 11 1 0 0,-21-20-3 0 0,1-1 0 0 0,-1 1 1 0 0,1-1-1 0 0,0 0 1 0 0,0 0-1 0 0,0-1 1 0 0,1 1-1 0 0,-1-1 0 0 0,1 0 1 0 0,-1-1-1 0 0,1 1 1 0 0,-1-1-1 0 0,1 0 0 0 0,0-1 1 0 0,0 1-1 0 0,-1-1 1 0 0,1 0-1 0 0,0-1 1 0 0,0 1-1 0 0,7-3 0 0 0,-4 0 1 0 0,0 0 0 0 0,-1 0 0 0 0,1-1 0 0 0,-1 0 0 0 0,0-1 0 0 0,-1 0 0 0 0,1 0 0 0 0,-1 0 0 0 0,0-1 0 0 0,0 0 0 0 0,0-1-1 0 0,6-8 1 0 0,1-3 26 0 0,0-1 0 0 0,-1-1 0 0 0,-1 0-1 0 0,-1 0 1 0 0,-1-2 0 0 0,0 1 0 0 0,-2-1 0 0 0,0 0-1 0 0,-2-1 1 0 0,-1 0 0 0 0,5-37 0 0 0,-7 27 40 0 0,-2 0 1 0 0,-1 0 0 0 0,-1 0-1 0 0,-2 0 1 0 0,-2 0 0 0 0,0 1 0 0 0,-18-54-1 0 0,18 69-65 0 0,-2 1-1 0 0,0-1 0 0 0,0 2 0 0 0,-1-1 1 0 0,-19-24-1 0 0,22 32-276 0 0,-1 1-1 0 0,0 1 1 0 0,0-1 0 0 0,-1 1 0 0 0,1 1 0 0 0,-2-1 0 0 0,1 1-1 0 0,0 0 1 0 0,-1 1 0 0 0,0-1 0 0 0,0 1 0 0 0,0 1 0 0 0,-10-3 0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04.5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 7370 0 0,'7'-41'12086'0'0,"-4"38"-11520"0"0,-3 3-457 0 0,1 0 1 0 0,-1 0 0 0 0,1 1 0 0 0,-1-1 0 0 0,1 0 0 0 0,-1 0-1 0 0,1 1 1 0 0,-1-1 0 0 0,1 0 0 0 0,-1 0 0 0 0,1 1 0 0 0,-1-1-1 0 0,0 1 1 0 0,1-1 0 0 0,-1 0 0 0 0,0 1 0 0 0,1-1-1 0 0,-1 1 1 0 0,0-1 0 0 0,1 1 0 0 0,-1-1 0 0 0,0 1 0 0 0,0-1-1 0 0,0 1 1 0 0,1-1 0 0 0,-1 1 0 0 0,0 0 0 0 0,7 18 312 0 0,-6-17-257 0 0,8 37 229 0 0,-1 0-1 0 0,-2 1 1 0 0,-2 0 0 0 0,-2 76 0 0 0,-2-89-331 0 0,0 106 27 0 0,3 97-140 0 0,8-78-2745 0 0,-5-107-5499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05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275 13 13827 0 0,'0'-1'112'0'0,"-1"0"0"0"0,0 0 0 0 0,0 0 0 0 0,1 0 1 0 0,-1 1-1 0 0,0-1 0 0 0,0 0 0 0 0,0 0 0 0 0,0 1 0 0 0,0-1 0 0 0,0 1 0 0 0,0-1 1 0 0,0 1-1 0 0,0-1 0 0 0,0 1 0 0 0,0 0 0 0 0,0-1 0 0 0,0 1 0 0 0,0 0 1 0 0,0 0-1 0 0,0 0 0 0 0,-1 0 0 0 0,1 0 0 0 0,0 0 0 0 0,0 0 0 0 0,0 0 0 0 0,-2 1 1 0 0,1 1 102 0 0,-1-1 0 0 0,1 1 0 0 0,0 0 1 0 0,0 0-1 0 0,0 0 0 0 0,0 0 1 0 0,0 1-1 0 0,1-1 0 0 0,-1 0 1 0 0,-1 5-1 0 0,-10 17 354 0 0,0 1 0 0 0,2 1 0 0 0,1 0-1 0 0,-8 36 1 0 0,-18 114-112 0 0,17-74-37 0 0,-24 78 351 0 0,8-30-1632 0 0,15-49-5325 0 0,16-78-1024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05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31 6913 0 0,'-5'-2'1235'0'0,"0"-1"-1"0"0,1 0 0 0 0,0 0 1 0 0,-1-1-1 0 0,1 1 0 0 0,1-1 0 0 0,-5-5 1 0 0,19 14 3023 0 0,10 4-3058 0 0,1 5-740 0 0,-1 0-1 0 0,0 2 0 0 0,-1 0 1 0 0,31 34-1 0 0,63 87 424 0 0,-64-74-576 0 0,-44-55-294 0 0,134 170 503 0 0,-108-133-911 0 0,-1 2-1 0 0,24 53 1 0 0,-45-78-1659 0 0,-2-2-6269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05.4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11 201 11058 0 0,'-10'10'7009'0'0,"169"-34"-2166"0"0,-2-17-3725 0 0,144-75-1421 0 0,-239 86 303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31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377 298 5529 0 0,'-73'-3'3453'0'0,"-89"-15"1"0"0,129 13-2471 0 0,24 4-649 0 0,3 0-195 0 0,0 0 0 0 0,0 0 0 0 0,0 0 0 0 0,0 1 0 0 0,0 0 0 0 0,0 0-1 0 0,0 1 1 0 0,-12 2 0 0 0,18-3-174 0 0,1 1 0 0 0,-1-1 0 0 0,1 1-1 0 0,-1-1 1 0 0,1 1 0 0 0,0-1 0 0 0,-1 1 0 0 0,1-1 0 0 0,-1 1-1 0 0,1-1 1 0 0,0 0 0 0 0,-1 0 0 0 0,1 1 0 0 0,0-1 0 0 0,0 0-1 0 0,-1 0 1 0 0,1 0 0 0 0,0 0 0 0 0,-1 1 0 0 0,1-1-1 0 0,0 0 1 0 0,0 0 0 0 0,0-1 0 0 0,27 6-393 0 0,106-2 2266 0 0,230-23 1 0 0,-219 8-1098 0 0,178-12-492 0 0,666-43 477 0 0,354-45-1566 0 0,-1107 85 920 0 0,283 4 0 0 0,-513 24-80 0 0,193 6-12 0 0,-167-4 19 0 0,1 2 0 0 0,-1 1 0 0 0,0 1 0 0 0,32 12 0 0 0,-57-16 94 0 0,0 1 1 0 0,0-1-1 0 0,0 1 1 0 0,0 0-1 0 0,-1 1 1 0 0,1 0 0 0 0,-1 0-1 0 0,0 0 1 0 0,-1 0-1 0 0,1 1 1 0 0,-1 0-1 0 0,0 1 1 0 0,-1-1-1 0 0,1 1 1 0 0,-1 0 0 0 0,0 0-1 0 0,4 13 1 0 0,-1 1 195 0 0,0 1 0 0 0,-2 0 0 0 0,-1 0 0 0 0,0 1 0 0 0,0 24 0 0 0,-1 88-329 0 0,-14 147 1 0 0,3-165 0 0 0,4 0-1 0 0,15 135 0 0 0,91 320-500 0 0,-11-86 1311 0 0,-85-443-739 0 0,-1 0 0 0 0,-3 0 0 0 0,-3 47 0 0 0,0-76 35 0 0,0 0 1 0 0,-1 0-1 0 0,-1-1 0 0 0,0 1 0 0 0,-1 0 0 0 0,0-1 0 0 0,-1 0 0 0 0,-1 0 1 0 0,0 0-1 0 0,-1-1 0 0 0,0 0 0 0 0,-1 0 0 0 0,-12 15 0 0 0,14-22-79 0 0,1-1 0 0 0,-1 1-1 0 0,1-1 1 0 0,-1-1 0 0 0,-1 1 0 0 0,1-1-1 0 0,0 0 1 0 0,-1 0 0 0 0,1-1-1 0 0,-1 1 1 0 0,0-2 0 0 0,0 1 0 0 0,-11 0-1 0 0,-11 1-147 0 0,-58-3-1 0 0,59-1 185 0 0,-268-15-118 0 0,-81-1-36 0 0,-312 16-9 0 0,507 5 122 0 0,-603 7-31 0 0,0-34 20 0 0,160 25-100 0 0,562 4 204 0 0,1 2 0 0 0,0 4 0 0 0,1 2 0 0 0,0 2 0 0 0,-82 36 0 0 0,134-48-52 0 0,0 1 0 0 0,1 0 1 0 0,-15 11-1 0 0,-15 10 95 0 0,37-26-121 0 0,0 0 0 0 0,1 0 0 0 0,-1 0 0 0 0,0 0-1 0 0,1 0 1 0 0,-1 0 0 0 0,0 0 0 0 0,1 0 0 0 0,-1-1 0 0 0,1 1 0 0 0,-1 0 0 0 0,0 0 0 0 0,1 0 0 0 0,-1-1 0 0 0,1 1-1 0 0,-1 0 1 0 0,1-1 0 0 0,-1 1 0 0 0,1 0 0 0 0,-1-1 0 0 0,1 1 0 0 0,-1-1 0 0 0,1 1 0 0 0,-1-1 0 0 0,1 1-1 0 0,0-1 1 0 0,-1 1 0 0 0,1-1 0 0 0,0 1 0 0 0,-1-1 0 0 0,1 0 0 0 0,0 1 0 0 0,0-1 0 0 0,0 1 0 0 0,-1-1-1 0 0,1 0 1 0 0,0 1 0 0 0,0-1 0 0 0,0 0 0 0 0,0 1 0 0 0,0-2 0 0 0,-6-35-6 0 0,6 30 40 0 0,-41-384 209 0 0,-55-211 1 0 0,16 153 147 0 0,70 332-60 0 0,6-159 0 0 0,4 66-835 0 0,-5 122-1187 0 0,3 53-4506 0 0,1 12-1024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39.187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25440 12989 16131 0 0,'5'8'120'0'0,"1"-1"0"0"0,0 0 1 0 0,0 0-1 0 0,0-1 0 0 0,1 0 0 0 0,0 0 0 0 0,0 0 0 0 0,1-1 0 0 0,0 0 0 0 0,0-1 0 0 0,0 1 0 0 0,0-2 0 0 0,1 1 0 0 0,9 2 0 0 0,-12-5-67 0 0,0-1 1 0 0,1 0-1 0 0,-1 0 1 0 0,0 0-1 0 0,0-1 0 0 0,0 0 1 0 0,0 0-1 0 0,0-1 1 0 0,0 1-1 0 0,11-6 1 0 0,58-31 770 0 0,-63 32-728 0 0,71-43-35 0 0,-1-3 0 0 0,-3-4-1 0 0,125-115 1 0 0,-171 138-63 0 0,-2-2 0 0 0,-1 0 0 0 0,-2-2 0 0 0,39-69 0 0 0,-37 50-269 0 0,-3-1 0 0 0,39-116 0 0 0,-53 121 195 0 0,-1-1-1 0 0,-3 0 1 0 0,-2-1-1 0 0,-3 0 1 0 0,-2 0-1 0 0,-2-1 1 0 0,-3 1-1 0 0,-12-69 1 0 0,-18-49 780 0 0,-67-201 0 0 0,91 340-545 0 0,-41-117 207 0 0,-6 2 0 0 0,-94-179 1 0 0,-185-262 296 0 0,-32-8-782 0 0,192 328 38 0 0,-213-251 1 0 0,-523-565 1657 0 0,379 522-1317 0 0,331 356-247 0 0,-168-167-15 0 0,261 269-16 0 0,-186-174-100 0 0,69 76 48 0 0,-279-244-84 0 0,-716-536 762 0 0,299 286-589 0 0,103 106-246 0 0,-16 48 362 0 0,626 410-110 0 0,-827-442 207 0 0,168 171-284 0 0,684 322 37 0 0,-412-153-51 0 0,-11 27-7 0 0,349 122 63 0 0,-705-205 10 0 0,327 143-108 0 0,-7 44-25 0 0,-543 20-350 0 0,667 83 393 0 0,-1 23 1 0 0,-528 91 0 0 0,-29 35-47 0 0,-700 187 648 0 0,922-152-592 0 0,65-55-702 0 0,270-42 404 0 0,259-38 367 0 0,-624 102 94 0 0,435-79-353 0 0,142-20 724 0 0,-44 23 552 0 0,258-51-980 0 0,33-6-8 0 0,-87 37 1 0 0,86-29-6 0 0,-70 18 1 0 0,6-14 170 0 0,-180 19 0 0 0,178-28-227 0 0,-34 3-38 0 0,155-22 78 0 0,1-1 0 0 0,0 0 0 0 0,0 0 0 0 0,-1-1 0 0 0,1 0 0 0 0,0 1 0 0 0,0-2 0 0 0,0 1 0 0 0,0-1 0 0 0,0 1 0 0 0,0-1 0 0 0,0-1 0 0 0,1 1 0 0 0,-1-1 0 0 0,1 0 0 0 0,-1 0 0 0 0,1 0 0 0 0,0 0 0 0 0,-5-6 0 0 0,5 3-3 0 0,0 1 0 0 0,1 0-1 0 0,0-1 1 0 0,0 0-1 0 0,0 0 1 0 0,0 0-1 0 0,1 0 1 0 0,0 0-1 0 0,0-1 1 0 0,1 1-1 0 0,0 0 1 0 0,0-1 0 0 0,1 1-1 0 0,-1-1 1 0 0,2-9-1 0 0,2-11-79 0 0,1 0 0 0 0,1 0 0 0 0,13-42 0 0 0,-1 9 85 0 0,-15 50 1 0 0,0 0 0 0 0,0 0 0 0 0,-1-1 0 0 0,-1 1 0 0 0,-1-15 0 0 0,1 20 0 0 0,0 0 0 0 0,-1 0 0 0 0,0 0 0 0 0,0 1 0 0 0,0-1 0 0 0,-1 0 0 0 0,0 1 0 0 0,0-1 0 0 0,0 1 0 0 0,0 0 0 0 0,-1 0 0 0 0,1-1 0 0 0,-6-5 0 0 0,7 9 1 0 0,0 0 0 0 0,1 1 0 0 0,-1-1 0 0 0,0 0 0 0 0,1 1 0 0 0,-1-1 0 0 0,0 0 0 0 0,0 1 0 0 0,0-1 0 0 0,1 1 0 0 0,-1-1 0 0 0,0 1 0 0 0,0-1 0 0 0,0 1-1 0 0,0 0 1 0 0,0 0 0 0 0,0-1 0 0 0,0 1 0 0 0,0 0 0 0 0,0 0 0 0 0,0 0 0 0 0,0 0 0 0 0,0 0 0 0 0,0 0 0 0 0,0 0 0 0 0,0 0 0 0 0,-2 1 0 0 0,2 0 4 0 0,-1 0-1 0 0,1 0 0 0 0,0 1 1 0 0,-1-1-1 0 0,1 0 1 0 0,0 1-1 0 0,0-1 0 0 0,0 1 1 0 0,-1-1-1 0 0,2 1 1 0 0,-1-1-1 0 0,0 1 0 0 0,-1 3 1 0 0,-2 8 20 0 0,0 0 1 0 0,1 0-1 0 0,-2 15 1 0 0,4-24-25 0 0,-2 16-6 0 0,1 1 1 0 0,0-1-1 0 0,1 0 1 0 0,2 0-1 0 0,0 1 0 0 0,1-1 1 0 0,1 0-1 0 0,0 0 1 0 0,2 0-1 0 0,0-1 1 0 0,2 1-1 0 0,0-1 0 0 0,14 25 1 0 0,-16-35 10 0 0,0-1 0 0 0,-1 1 0 0 0,0 0 1 0 0,-1 0-1 0 0,1 0 0 0 0,-2 0 0 0 0,1 1 0 0 0,-1-1 0 0 0,-1 1 1 0 0,0-1-1 0 0,0 1 0 0 0,-1 0 0 0 0,0 0 0 0 0,0-1 1 0 0,-1 1-1 0 0,-1 0 0 0 0,1-1 0 0 0,-6 14 0 0 0,5-12 5 0 0,-1 0 0 0 0,1 1 0 0 0,1-1 0 0 0,0 1 0 0 0,1 0 0 0 0,0-1 0 0 0,1 1 0 0 0,2 14 0 0 0,-2-18-5 0 0,1 0 1 0 0,0 0-1 0 0,1 0 0 0 0,0-1 1 0 0,0 1-1 0 0,0-1 1 0 0,1 0-1 0 0,0 0 1 0 0,8 10-1 0 0,-10-14-3 0 0,1 0 0 0 0,0-1 0 0 0,0 1 0 0 0,0-1 0 0 0,0 1 0 0 0,0-1 0 0 0,1 0 0 0 0,-1 0 0 0 0,1 0 0 0 0,-1-1 0 0 0,1 1 0 0 0,0-1 1 0 0,0 0-1 0 0,0 0 0 0 0,-1 0 0 0 0,1-1 0 0 0,0 1 0 0 0,0-1 0 0 0,0 0 0 0 0,8-1 0 0 0,16-1 27 0 0,10-2-11 0 0,72 2 0 0 0,-99 3-19 0 0,1 0 0 0 0,-1 1-1 0 0,0 0 1 0 0,-1 1-1 0 0,1 0 1 0 0,0 0 0 0 0,-1 1-1 0 0,0 1 1 0 0,0 0 0 0 0,0 0-1 0 0,10 8 1 0 0,-17-11 6 0 0,-1 0 0 0 0,1 0 1 0 0,-1 0-1 0 0,0 0 0 0 0,0 1 0 0 0,0-1 0 0 0,0 1 1 0 0,0 0-1 0 0,2 3 0 0 0,-4-5-35 0 0,1 1 0 0 0,-1-1-1 0 0,0 0 1 0 0,1 0 0 0 0,-1 0-1 0 0,0 0 1 0 0,0 0 0 0 0,0 1 0 0 0,0-1-1 0 0,0 0 1 0 0,0 0 0 0 0,0 0 0 0 0,0 1-1 0 0,0-1 1 0 0,0 0 0 0 0,-1 0-1 0 0,1 0 1 0 0,0 0 0 0 0,-1 0 0 0 0,1 1-1 0 0,-1-1 1 0 0,0 0 0 0 0,1 0 0 0 0,-1 0-1 0 0,0 0 1 0 0,1-1 0 0 0,-3 3-1 0 0,28-16-2033 0 0,-14 8 2168 0 0,0 1 1 0 0,0 0-1 0 0,1 1 0 0 0,-1 1 0 0 0,24-3 1 0 0,95-2 1597 0 0,-94 6-1751 0 0,4 0 32 0 0,1-3-1 0 0,0-1 1 0 0,-1-3-1 0 0,60-17 1 0 0,-81 19-518 0 0,0 2 1 0 0,29-4-1 0 0,10 3-5598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39.661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0 1 12899 0 0,'116'19'2222'0'0,"18"6"-1596"0"0,-90-14-504 0 0,0 3 0 0 0,-1 1-1 0 0,0 2 1 0 0,-2 2 0 0 0,0 1-1 0 0,-1 3 1 0 0,-1 1-1 0 0,-1 2 1 0 0,47 42 0 0 0,17 26-2013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2.4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57 190 6449 0 0,'-5'-23'1603'0'0,"-1"0"0"0"0,-11-25-1 0 0,-5-21 1369 0 0,19 60-3014 0 0,0-8 3553 0 0,11 28-553 0 0,8 21-2576 0 0,-2 0-1 0 0,-1 0 0 0 0,-2 1 0 0 0,9 45 1 0 0,13 139-149 0 0,-28-134-105 0 0,-8 131 0 0 0,-9-87-2640 0 0,9-106-4899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2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1 120 5065 0 0,'0'-3'166'0'0,"-1"1"0"0"0,1-1 0 0 0,0 0 0 0 0,0 1 0 0 0,0-1 0 0 0,0 1 0 0 0,1-1 0 0 0,-1 1 0 0 0,1-1 0 0 0,-1 1 0 0 0,1-1-1 0 0,0 1 1 0 0,0-1 0 0 0,0 1 0 0 0,0 0 0 0 0,0 0 0 0 0,4-4 0 0 0,-2 2 137 0 0,0 1 0 0 0,0 0-1 0 0,0 0 1 0 0,1 0 0 0 0,0 1 0 0 0,-1-1-1 0 0,1 1 1 0 0,0 0 0 0 0,7-3 0 0 0,6-1 971 0 0,1 1-1 0 0,0 1 1 0 0,36-5 0 0 0,-47 8-925 0 0,21-2 531 0 0,17-4 76 0 0,50 1 0 0 0,-67 6-1300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3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9 13827 0 0,'0'0'65'0'0,"0"0"1"0"0,0 0 0 0 0,-1-1-1 0 0,1 1 1 0 0,0 0-1 0 0,0 0 1 0 0,0 0-1 0 0,0-1 1 0 0,0 1-1 0 0,0 0 1 0 0,0 0-1 0 0,0-1 1 0 0,0 1 0 0 0,0 0-1 0 0,0-1 1 0 0,0 1-1 0 0,0 0 1 0 0,0 0-1 0 0,0-1 1 0 0,0 1-1 0 0,0 0 1 0 0,0 0-1 0 0,0-1 1 0 0,0 1-1 0 0,0 0 1 0 0,0 0 0 0 0,0-1-1 0 0,1 1 1 0 0,-1 0-1 0 0,0 0 1 0 0,0 0-1 0 0,0-1 1 0 0,0 1-1 0 0,1 0 1 0 0,-1 0-1 0 0,0 0 1 0 0,0-1-1 0 0,1 1 1 0 0,10 3 1744 0 0,11 13 33 0 0,-13-3-1567 0 0,0 0 1 0 0,-1 1-1 0 0,-1 0 0 0 0,-1 0 0 0 0,0 0 0 0 0,7 24 1 0 0,16 95-282 0 0,-21-93 161 0 0,1 8 16 0 0,-3-11-504 0 0,2 0 0 0 0,24 69 0 0 0,-31-103 184 0 0,0 0 1 0 0,0-1-1 0 0,0 1 1 0 0,1-1 0 0 0,-1 1-1 0 0,1-1 1 0 0,0 1 0 0 0,0-1-1 0 0,0 0 1 0 0,3 3-1 0 0,-5-4 88 0 0,1-1-1 0 0,-1 0 1 0 0,1 0-1 0 0,-1 0 0 0 0,0 1 1 0 0,1-1-1 0 0,-1 0 0 0 0,1 0 1 0 0,-1 0-1 0 0,1 0 0 0 0,-1 0 1 0 0,1 0-1 0 0,-1 0 1 0 0,1 0-1 0 0,-1 0 0 0 0,0 0 1 0 0,1 0-1 0 0,-1 0 0 0 0,1 0 1 0 0,-1 0-1 0 0,1-1 0 0 0,-1 1 1 0 0,1 0-1 0 0,0-1 0 0 0,11-16-1206 0 0,1-15-372 0 0,-2 0 0 0 0,-1-2-1 0 0,8-52 1 0 0,-3 16-277 0 0,-8 32 1034 0 0,-4 19 1032 0 0,1 1 0 0 0,0-1 0 0 0,10-24 0 0 0,-13 39 168 0 0,1 1 0 0 0,-1-1 0 0 0,1 1 0 0 0,0 0 0 0 0,0 0 0 0 0,0 0 0 0 0,0 0 0 0 0,0 0 0 0 0,1 0-1 0 0,0 0 1 0 0,-1 1 0 0 0,1-1 0 0 0,0 1 0 0 0,0 0 0 0 0,0 0 0 0 0,0 0 0 0 0,1 0 0 0 0,-1 1 0 0 0,0-1 0 0 0,1 1 0 0 0,-1 0 0 0 0,8-2 0 0 0,-7 3-74 0 0,-1 0 0 0 0,1 1 0 0 0,0-1 0 0 0,0 1 0 0 0,-1 0 0 0 0,1 0 0 0 0,-1 0 0 0 0,1 1 0 0 0,-1-1 0 0 0,0 1 0 0 0,1 0 1 0 0,-1 0-1 0 0,0 0 0 0 0,0 0 0 0 0,0 0 0 0 0,0 1 0 0 0,-1 0 0 0 0,1-1 0 0 0,-1 1 0 0 0,4 4 0 0 0,2 4 42 0 0,-1-1-1 0 0,0 1 1 0 0,0 0 0 0 0,8 20-1 0 0,-7-6-191 0 0,-1 0-1 0 0,-1 1 0 0 0,-1 0 0 0 0,-2 0 0 0 0,0 0 1 0 0,-2 34-1 0 0,0-28-1060 0 0,1 0 1 0 0,1 0-1 0 0,12 47 0 0 0,-13-72-247 0 0,0 1 0 0 0,1-1 0 0 0,0 0-1 0 0,0 0 1 0 0,6 8 0 0 0,0-4-1440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3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75 9218 0 0,'-1'0'230'0'0,"0"0"1"0"0,1 0-1 0 0,-1 0 1 0 0,0 0-1 0 0,0 0 1 0 0,0 0-1 0 0,1 0 1 0 0,-1 1-1 0 0,0-1 0 0 0,0 0 1 0 0,0 1-1 0 0,1-1 1 0 0,-1 0-1 0 0,0 1 1 0 0,1-1-1 0 0,-1 1 1 0 0,0-1-1 0 0,1 1 1 0 0,-1-1-1 0 0,1 1 0 0 0,-1 0 1 0 0,1-1-1 0 0,-1 1 1 0 0,1 0-1 0 0,-1 1 1 0 0,0 0 39 0 0,0 0 1 0 0,1 0-1 0 0,-1 0 1 0 0,1 0-1 0 0,-1 0 1 0 0,1 1-1 0 0,0-1 1 0 0,0 0-1 0 0,1 4 1 0 0,-1-1 2 0 0,1 0 0 0 0,0 0 0 0 0,0 0-1 0 0,1 0 1 0 0,-1 0 0 0 0,1 0 0 0 0,0-1 0 0 0,4 7 0 0 0,-1-6-69 0 0,-1 0-1 0 0,1 0 1 0 0,1 0-1 0 0,-1-1 1 0 0,0 0 0 0 0,1 0-1 0 0,0 0 1 0 0,10 4-1 0 0,-15-7-189 0 0,1 0-1 0 0,0 0 0 0 0,0 0 1 0 0,0 0-1 0 0,-1 0 1 0 0,1-1-1 0 0,0 1 0 0 0,0-1 1 0 0,0 0-1 0 0,0 1 1 0 0,0-1-1 0 0,0 0 0 0 0,0 0 1 0 0,0 0-1 0 0,0 0 0 0 0,0-1 1 0 0,0 1-1 0 0,0 0 1 0 0,0-1-1 0 0,0 1 0 0 0,0-1 1 0 0,0 0-1 0 0,0 0 0 0 0,0 0 1 0 0,-1 0-1 0 0,1 0 1 0 0,0 0-1 0 0,-1 0 0 0 0,1 0 1 0 0,-1-1-1 0 0,1 1 0 0 0,-1-1 1 0 0,2-1-1 0 0,-2 0 8 0 0,0 0 0 0 0,-1 1 0 0 0,1-1 0 0 0,-1 0-1 0 0,1 1 1 0 0,-1-1 0 0 0,0 0 0 0 0,0 1 0 0 0,0-1 0 0 0,0 0-1 0 0,-1 0 1 0 0,1 1 0 0 0,-1-1 0 0 0,0 0 0 0 0,1 1 0 0 0,-1-1-1 0 0,0 1 1 0 0,-1-1 0 0 0,1 1 0 0 0,-3-5 0 0 0,-3-4 109 0 0,0 0-1 0 0,-16-19 1 0 0,13 19-40 0 0,0 2 0 0 0,0-1 0 0 0,-1 1 0 0 0,-23-15 0 0 0,31 22-270 0 0,-1-1 1 0 0,1 1-1 0 0,-1 0 0 0 0,0 1 0 0 0,0-1 0 0 0,0 0 0 0 0,0 1 0 0 0,0 0 0 0 0,0 0 0 0 0,0 0 1 0 0,0 1-1 0 0,-1 0 0 0 0,1-1 0 0 0,0 1 0 0 0,0 1 0 0 0,0-1 0 0 0,-1 0 0 0 0,1 1 0 0 0,0 0 1 0 0,-7 3-1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3.8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69 5873 0 0,'6'1'707'0'0,"-1"0"-1"0"0,1 0 1 0 0,-1 1 0 0 0,1-1-1 0 0,-1 1 1 0 0,0 0 0 0 0,0 1-1 0 0,1-1 1 0 0,-2 1-1 0 0,1 0 1 0 0,0 1 0 0 0,-1-1-1 0 0,1 1 1 0 0,7 7-1 0 0,2 4 996 0 0,0 1-1 0 0,21 31 1 0 0,-35-46-1666 0 0,1-1 1 0 0,-1 0 0 0 0,1 1-1 0 0,-1-1 1 0 0,0 1-1 0 0,1-1 1 0 0,-1 0 0 0 0,0 1-1 0 0,1-1 1 0 0,-1 1 0 0 0,0-1-1 0 0,0 1 1 0 0,0-1-1 0 0,1 1 1 0 0,-1-1 0 0 0,0 1-1 0 0,0-1 1 0 0,0 1 0 0 0,0-1-1 0 0,0 1 1 0 0,0 0 0 0 0,0-1-1 0 0,0 1 1 0 0,0-1-1 0 0,0 1 1 0 0,0-1 0 0 0,0 1-1 0 0,-1-1 1 0 0,1 1 0 0 0,0-1-1 0 0,0 1 1 0 0,0-1 0 0 0,-1 1-1 0 0,1 0 1 0 0,-2-1 13 0 0,1 1 1 0 0,0-1-1 0 0,0 0 1 0 0,0 0 0 0 0,-1 1-1 0 0,1-1 1 0 0,0 0-1 0 0,0 0 1 0 0,-1 0 0 0 0,1 0-1 0 0,0 0 1 0 0,0 0-1 0 0,-3-1 1 0 0,-40-14 563 0 0,39 12-581 0 0,1 0 1 0 0,-1 0-1 0 0,1-1 0 0 0,-1 1 0 0 0,1-1 1 0 0,0-1-1 0 0,1 1 0 0 0,-1 0 0 0 0,1-1 0 0 0,0 0 1 0 0,0 0-1 0 0,0 0 0 0 0,0 0 0 0 0,1 0 1 0 0,0 0-1 0 0,0-1 0 0 0,1 1 0 0 0,-2-7 1 0 0,2 5-277 0 0,0 0 1 0 0,1 0 0 0 0,0 1 0 0 0,0-1 0 0 0,0 0 0 0 0,1 0 0 0 0,0 0 0 0 0,0 0 0 0 0,3-7-1 0 0,6-12-7817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4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60 9218 0 0,'-16'-14'1637'0'0,"7"-13"5127"0"0,5 8-2801 0 0,14 51-2186 0 0,7 17-1254 0 0,11 56 0 0 0,-4 50-280 0 0,-1-2-967 0 0,1-54-5790 0 0,-14-68-974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4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9 137 8290 0 0,'0'1'63'0'0,"0"-1"0"0"0,0 0 1 0 0,0 0-1 0 0,-1 0 0 0 0,1 0 0 0 0,0 0 1 0 0,0 0-1 0 0,0 0 0 0 0,-1 0 1 0 0,1 0-1 0 0,0 1 0 0 0,0-1 0 0 0,-1 0 1 0 0,1 0-1 0 0,0 0 0 0 0,0 0 1 0 0,-1 0-1 0 0,1 0 0 0 0,0 0 0 0 0,0-1 1 0 0,0 1-1 0 0,-1 0 0 0 0,1 0 0 0 0,0 0 1 0 0,0 0-1 0 0,0 0 0 0 0,-1 0 1 0 0,1 0-1 0 0,0 0 0 0 0,0 0 0 0 0,0-1 1 0 0,-1 1-1 0 0,1 0 0 0 0,0 0 1 0 0,0 0-1 0 0,0 0 0 0 0,0-1 0 0 0,0 1 1 0 0,-1 0-1 0 0,1 0 0 0 0,0 0 1 0 0,0-1-1 0 0,0 1 0 0 0,0 0 0 0 0,0 0 1 0 0,0 0-1 0 0,0-1 0 0 0,0 1 1 0 0,0 0-1 0 0,0 0 0 0 0,0-1 0 0 0,0 1 1 0 0,0 0-1 0 0,0 0 0 0 0,0 0 0 0 0,0-1 1 0 0,0 1-1 0 0,0 0 0 0 0,0-1 1 0 0,16-12 2112 0 0,26-12-137 0 0,10 1-1857 0 0,103-34 0 0 0,-119 48-613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4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9 6913 0 0,'-4'1'663'0'0,"1"0"-1"0"0,-1 0 1 0 0,1 0-1 0 0,0 1 1 0 0,-1-1-1 0 0,1 1 1 0 0,0 0-1 0 0,0 0 1 0 0,0 0-1 0 0,-3 4 1 0 0,0-1 2 0 0,1 1 1 0 0,-1 1-1 0 0,1-1 1 0 0,-5 8-1 0 0,-1 6 5 0 0,0 0 1 0 0,-9 27-1 0 0,14-34-536 0 0,2 1 0 0 0,0 0 1 0 0,0 0-1 0 0,1 0 0 0 0,-1 21 1 0 0,4-32-106 0 0,0 0 1 0 0,0 0 0 0 0,0 0 0 0 0,0 0-1 0 0,1 0 1 0 0,-1 0 0 0 0,1 0-1 0 0,0 0 1 0 0,0 0 0 0 0,0 0 0 0 0,0 0-1 0 0,0-1 1 0 0,4 6 0 0 0,-4-6-22 0 0,1-1-1 0 0,-1 0 1 0 0,1 1 0 0 0,0-1 0 0 0,0 0 0 0 0,-1 0 0 0 0,1 0-1 0 0,0 0 1 0 0,0 0 0 0 0,0 0 0 0 0,0-1 0 0 0,0 1-1 0 0,0-1 1 0 0,0 1 0 0 0,0-1 0 0 0,1 0 0 0 0,-1 0-1 0 0,0 0 1 0 0,0 0 0 0 0,0 0 0 0 0,0 0 0 0 0,4-2-1 0 0,0 1 31 0 0,0-1 0 0 0,0 1 0 0 0,0-2 0 0 0,-1 1 0 0 0,1-1 0 0 0,-1 1 0 0 0,0-1 0 0 0,1-1 0 0 0,-1 1 0 0 0,-1-1 0 0 0,1 0 0 0 0,0 0 0 0 0,-1 0 0 0 0,0-1 0 0 0,0 0 0 0 0,0 0 0 0 0,-1 0 0 0 0,0 0 0 0 0,1 0 0 0 0,-2 0 0 0 0,1-1 0 0 0,2-8 0 0 0,-2 7 6 0 0,-1 0 0 0 0,0 0 0 0 0,0 0-1 0 0,-1 0 1 0 0,0 0 0 0 0,0-1 0 0 0,0 1 0 0 0,-1 0 0 0 0,-1 0 0 0 0,1-1 0 0 0,-1 1 0 0 0,0 0 0 0 0,0 0 0 0 0,-1 0 0 0 0,0 0 0 0 0,-1 0 0 0 0,1 0 0 0 0,-6-9 0 0 0,4 9-279 0 0,-1 0 1 0 0,0 1 0 0 0,0 0-1 0 0,0 0 1 0 0,0 1-1 0 0,-1-1 1 0 0,0 1 0 0 0,0 0-1 0 0,-1 1 1 0 0,1-1-1 0 0,-1 1 1 0 0,-9-4 0 0 0,0 4-6877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5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5065 0 0,'24'-3'7774'0'0,"-22"2"-7155"0"0,1 1 1 0 0,-1-1 0 0 0,1 1-1 0 0,0 0 1 0 0,-1-1 0 0 0,1 1-1 0 0,0 0 1 0 0,0 1-1 0 0,3 0 1 0 0,-5-1-493 0 0,0 1-1 0 0,1 0 1 0 0,-1 0-1 0 0,0-1 1 0 0,0 1 0 0 0,0 0-1 0 0,0 0 1 0 0,0 0 0 0 0,1 0-1 0 0,-2 1 1 0 0,1-1-1 0 0,0 0 1 0 0,0 0 0 0 0,0 1-1 0 0,-1-1 1 0 0,1 0 0 0 0,0 1-1 0 0,-1-1 1 0 0,1 1-1 0 0,-1-1 1 0 0,0 0 0 0 0,1 3-1 0 0,4 24-446 0 0,-2 0 0 0 0,0 0-1 0 0,-2 40 1 0 0,-1-65 90 0 0,0-24-99 0 0,1-1-1 0 0,1 1 0 0 0,1 1 1 0 0,8-32-1 0 0,-9 46 474 0 0,-1 0 0 0 0,1 0 0 0 0,0 0-1 0 0,1 0 1 0 0,0 0 0 0 0,0 1 0 0 0,0-1-1 0 0,0 1 1 0 0,1 0 0 0 0,0 0 0 0 0,0 0-1 0 0,0 0 1 0 0,1 1 0 0 0,-1 0 0 0 0,1 0-1 0 0,0 0 1 0 0,1 0 0 0 0,-1 1 0 0 0,10-5-1 0 0,-12 8-93 0 0,0-1-1 0 0,0 1 0 0 0,0 0 0 0 0,0-1 1 0 0,1 1-1 0 0,-1 1 0 0 0,0-1 0 0 0,0 0 1 0 0,0 1-1 0 0,0 0 0 0 0,0-1 0 0 0,0 1 1 0 0,0 0-1 0 0,0 1 0 0 0,0-1 0 0 0,0 1 1 0 0,0-1-1 0 0,0 1 0 0 0,-1 0 1 0 0,1 0-1 0 0,-1 0 0 0 0,0 0 0 0 0,1 0 1 0 0,1 3-1 0 0,9 9-17 0 0,-1 1 1 0 0,19 29-1 0 0,-22-30 69 0 0,59 96 65 0 0,-42-61-2542 0 0,-21-40 1513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5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1 116 12899 0 0,'1'-4'487'0'0,"1"1"0"0"0,-1-1 0 0 0,1 1 0 0 0,0 0 0 0 0,0 0 0 0 0,0-1 0 0 0,0 2 0 0 0,1-1 0 0 0,-1 0 0 0 0,1 0 1 0 0,-1 1-1 0 0,5-3 0 0 0,4-7 644 0 0,0-2-186 0 0,20-22 461 0 0,-30 35-1568 0 0,0 0 1 0 0,0 0 0 0 0,0 0-1 0 0,0 0 1 0 0,1 1 0 0 0,-1-1-1 0 0,0 0 1 0 0,0 0-1 0 0,1 1 1 0 0,-1-1 0 0 0,1 1-1 0 0,-1-1 1 0 0,0 1 0 0 0,1-1-1 0 0,-1 1 1 0 0,1 0 0 0 0,-1 0-1 0 0,1 0 1 0 0,-1 0-1 0 0,1 0 1 0 0,-1 0 0 0 0,0 0-1 0 0,1 0 1 0 0,-1 1 0 0 0,2 0-1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5.4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2 100 11979 0 0,'-2'6'528'0'0,"2"-4"112"0"0,0 0-512 0 0,2-2-128 0 0,-1 0 0 0 0,2-2 0 0 0,1 1 1016 0 0,1-2 168 0 0,6-2 41 0 0,3-3 7 0 0,1-1-400 0 0,0-1-72 0 0,0-1-24 0 0,-1 0 0 0 0,-2 1-1000 0 0,-1-1-208 0 0,1-2-40 0 0,-6-3 0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5.7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1 6913 0 0,'-22'2'12048'0'0,"18"0"-11121"0"0,-18 14 3697 0 0,5-3-4379 0 0,17-9-1894 0 0,4-1 1034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6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66 10594 0 0,'-5'-7'592'0'0,"0"1"-1"0"0,-1-1 1 0 0,1 1-1 0 0,-1 1 1 0 0,0-1-1 0 0,-12-8 0 0 0,15 12-287 0 0,0 1-1 0 0,0-1 1 0 0,-1 0-1 0 0,1 1 1 0 0,0 0-1 0 0,-1-1 0 0 0,1 1 1 0 0,-1 1-1 0 0,0-1 1 0 0,1 0-1 0 0,-1 1 1 0 0,0 0-1 0 0,1 0 1 0 0,-1 0-1 0 0,0 0 0 0 0,1 1 1 0 0,-7 1-1 0 0,7-1-216 0 0,0 0-1 0 0,0 1 0 0 0,1-1 0 0 0,-1 1 0 0 0,0 0 0 0 0,1 0 1 0 0,0 0-1 0 0,-1 0 0 0 0,1 0 0 0 0,0 1 0 0 0,0-1 1 0 0,0 1-1 0 0,0-1 0 0 0,1 1 0 0 0,-1 0 0 0 0,1-1 1 0 0,-1 1-1 0 0,1 0 0 0 0,0 0 0 0 0,0 0 0 0 0,0 0 1 0 0,1 0-1 0 0,-1 0 0 0 0,1 4 0 0 0,-2 6-61 0 0,1 0 0 0 0,0 1 1 0 0,1-1-1 0 0,2 18 0 0 0,0-15-25 0 0,0 0 0 0 0,1 0 0 0 0,1 0 0 0 0,0 0 0 0 0,2-1 0 0 0,-1 0 0 0 0,2 0 0 0 0,15 26 0 0 0,-16-31 0 0 0,1-2 0 0 0,0 1 0 0 0,0-1 0 0 0,1 0 0 0 0,0 0 0 0 0,1-1 0 0 0,0-1 0 0 0,0 1 0 0 0,0-1 0 0 0,0-1 0 0 0,1 1 0 0 0,0-2 0 0 0,21 8 0 0 0,-22-9 16 0 0,0-1 0 0 0,1 0 0 0 0,-1 0 1 0 0,1 0-1 0 0,-1-2 0 0 0,1 1 0 0 0,-1-1 0 0 0,1 0 0 0 0,0-1 1 0 0,-1 0-1 0 0,1-1 0 0 0,-1 0 0 0 0,12-4 0 0 0,-16 4 2 0 0,0 0 0 0 0,0-1-1 0 0,0 0 1 0 0,0 0 0 0 0,0 0-1 0 0,0-1 1 0 0,-1 1 0 0 0,0-1-1 0 0,0 0 1 0 0,0-1 0 0 0,0 1-1 0 0,-1-1 1 0 0,1 1 0 0 0,-1-1 0 0 0,0 0-1 0 0,-1 0 1 0 0,1 0 0 0 0,-1-1-1 0 0,0 1 1 0 0,0-1 0 0 0,-1 1-1 0 0,1-1 1 0 0,0-8 0 0 0,-2 7 28 0 0,1 0 1 0 0,-1 0-1 0 0,0 0 1 0 0,-1 0-1 0 0,0 0 1 0 0,0 0 0 0 0,0 1-1 0 0,-1-1 1 0 0,0 0-1 0 0,0 1 1 0 0,-1-1-1 0 0,0 1 1 0 0,0 0 0 0 0,-1-1-1 0 0,1 2 1 0 0,-1-1-1 0 0,0 0 1 0 0,-1 1-1 0 0,0 0 1 0 0,-5-6-1 0 0,2 4-104 0 0,0 1 0 0 0,0-1 0 0 0,0 1 0 0 0,-1 1 0 0 0,0 0-1 0 0,0 0 1 0 0,-1 1 0 0 0,1 0 0 0 0,-1 0 0 0 0,0 1-1 0 0,0 0 1 0 0,-20-2 0 0 0,22 4-133 0 0,2 0-324 0 0,0 1 0 0 0,-1-1 0 0 0,1 1 0 0 0,0 0 0 0 0,0 1 0 0 0,0-1-1 0 0,-12 4 1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6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24 13827 0 0,'-19'-21'5674'0'0,"19"21"-5557"0"0,0 0 0 0 0,-1-1 0 0 0,1 1 0 0 0,-1 0 0 0 0,1 0 0 0 0,-1-1 0 0 0,1 1 1 0 0,-1 0-1 0 0,1 0 0 0 0,-1 0 0 0 0,1 0 0 0 0,-1 0 0 0 0,0 0 0 0 0,1 0 0 0 0,-1 0 0 0 0,1 0 0 0 0,-1 0 0 0 0,1 0 0 0 0,-1 0 1 0 0,1 0-1 0 0,-1 0 0 0 0,1 0 0 0 0,-1 0 0 0 0,1 1 0 0 0,-2-1 0 0 0,1 2-18 0 0,0-1 1 0 0,0 1-1 0 0,0 0 1 0 0,-1-1-1 0 0,2 1 0 0 0,-1 0 1 0 0,0 0-1 0 0,0 0 0 0 0,0 0 1 0 0,1 0-1 0 0,-1 0 1 0 0,1 0-1 0 0,0 0 0 0 0,0 0 1 0 0,-1 0-1 0 0,1 0 0 0 0,0 0 1 0 0,1 3-1 0 0,0 7-90 0 0,1 54-520 0 0,3 0 1 0 0,17 84-1 0 0,-14-122-7708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6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19 15203 0 0,'2'-2'272'0'0,"1"0"0"0"0,-1 0-1 0 0,1 1 1 0 0,0-1 0 0 0,-1 0-1 0 0,1 1 1 0 0,0 0 0 0 0,0 0-1 0 0,0 0 1 0 0,0 0 0 0 0,0 0-1 0 0,1 0 1 0 0,3 0-1 0 0,-6 1-199 0 0,0 0 0 0 0,-1 0 0 0 0,1 0 0 0 0,0 0-1 0 0,0 0 1 0 0,0 0 0 0 0,0 0 0 0 0,0 1-1 0 0,0-1 1 0 0,0 0 0 0 0,0 0 0 0 0,0 1-1 0 0,-1-1 1 0 0,1 0 0 0 0,0 1 0 0 0,0-1-1 0 0,0 1 1 0 0,-1-1 0 0 0,1 1 0 0 0,0 0 0 0 0,0-1-1 0 0,-1 1 1 0 0,1 0 0 0 0,-1-1 0 0 0,1 1-1 0 0,0 0 1 0 0,-1 0 0 0 0,0-1 0 0 0,1 1-1 0 0,-1 0 1 0 0,1 0 0 0 0,-1 0 0 0 0,0 0-1 0 0,0 0 1 0 0,1 0 0 0 0,-1 0 0 0 0,0-1 0 0 0,0 1-1 0 0,0 0 1 0 0,0 0 0 0 0,0 0 0 0 0,0 0-1 0 0,0 0 1 0 0,0 0 0 0 0,-1 0 0 0 0,0 2-1 0 0,-30 146 368 0 0,14-70-170 0 0,-11 102 1 0 0,22-43-1910 0 0,13 0-3387 0 0,-2-101-2149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7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 10594 0 0,'1'-1'150'0'0,"-1"-1"0"0"0,1 1 0 0 0,0 0 0 0 0,0-1 0 0 0,0 1 0 0 0,-1 0 0 0 0,1 0 0 0 0,0 0 0 0 0,0 0 0 0 0,1 0 0 0 0,-1 0 1 0 0,0 0-1 0 0,0 0 0 0 0,0 0 0 0 0,1 1 0 0 0,-1-1 0 0 0,0 0 0 0 0,1 1 0 0 0,-1-1 0 0 0,0 1 0 0 0,3-1 0 0 0,0 0 140 0 0,0 1 0 0 0,0 0-1 0 0,1 0 1 0 0,-1 0 0 0 0,0 0 0 0 0,0 0 0 0 0,7 3 0 0 0,1 0 234 0 0,0 0 0 0 0,-1 2 0 0 0,1-1 0 0 0,18 12-1 0 0,-3 2-130 0 0,-1 1-1 0 0,0 2 0 0 0,-2 1 0 0 0,0 0 0 0 0,-2 2 1 0 0,0 1-1 0 0,-2 1 0 0 0,22 35 0 0 0,-4 2-772 0 0,-3 1 0 0 0,42 111 0 0 0,-70-158-1700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7.2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 6913 0 0,'-5'32'15175'0'0,"16"-26"-15169"0"0,-2-4 232 0 0,1 0-1 0 0,-1-1 1 0 0,1 0-1 0 0,-1 0 1 0 0,1-1-1 0 0,-1-1 1 0 0,1 0-1 0 0,-1 0 1 0 0,16-4 0 0 0,83-29-1676 0 0,-105 33 1240 0 0,26-10-7977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0:47.3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17972 0 0,'-2'16'1600'0'0,"2"-6"-1280"0"0,2-4-256 0 0,-1 0-64 0 0,2-3-360 0 0,-1-3-88 0 0,1 0-8 0 0,-2-3-8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1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91 266 3225 0 0,'-10'-39'181'0'0,"-2"-4"2276"0"0,3-1 1 0 0,-5-46-1 0 0,14 63-127 0 0,0 25-2175 0 0,0 1-1 0 0,1 0 1 0 0,-1 0-1 0 0,0-1 0 0 0,0 1 1 0 0,1 0-1 0 0,-1 0 0 0 0,1 0 1 0 0,-1 0-1 0 0,1 0 0 0 0,-1 0 1 0 0,1 0-1 0 0,0 0 0 0 0,-1 0 1 0 0,1 0-1 0 0,0 0 0 0 0,0 0 1 0 0,0 0-1 0 0,1-1 0 0 0,4 41 1301 0 0,-13 118-784 0 0,0-68-428 0 0,-2 152 194 0 0,-27 438 73 0 0,31-572-601 0 0,14 170 0 0 0,-9-268-797 0 0,1 0-1 0 0,-1 1 1 0 0,-3 16-1 0 0,0-11-4932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117 112 3225 0 0,'-4'-7'91'0'0,"0"0"0"0"0,0 1 1 0 0,0-1-1 0 0,-1 1 0 0 0,0 0 1 0 0,0 0-1 0 0,0 1 0 0 0,-10-8 0 0 0,-16-18 1037 0 0,31 30-1026 0 0,-1 0 0 0 0,0 0 0 0 0,0-1 0 0 0,0 1-1 0 0,1 0 1 0 0,-1 0 0 0 0,0 0 0 0 0,0 0 0 0 0,0 0-1 0 0,-1 1 1 0 0,1-1 0 0 0,0 0 0 0 0,0 0 0 0 0,0 1-1 0 0,-1-1 1 0 0,1 1 0 0 0,0-1 0 0 0,0 1 0 0 0,-1-1-1 0 0,-1 1 1 0 0,3 0-15 0 0,-1 1 0 0 0,0-1 0 0 0,1 1 0 0 0,-1-1 0 0 0,0 1 1 0 0,1-1-1 0 0,-1 1 0 0 0,1 0 0 0 0,-1-1 0 0 0,1 1 0 0 0,-1 0 0 0 0,1-1 0 0 0,-1 1 0 0 0,1 0 0 0 0,0-1 0 0 0,-1 1 0 0 0,1 0 0 0 0,0 0 0 0 0,0 0 1 0 0,0-1-1 0 0,0 1 0 0 0,-1 0 0 0 0,1 1 0 0 0,-1 12 671 0 0,1 0 1 0 0,2 25-1 0 0,-1-31-842 0 0,5 45 422 0 0,3 0-1 0 0,2-1 0 0 0,2 0 1 0 0,3-1-1 0 0,41 93 1 0 0,-40-101-3911 0 0,-13-32-247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272 85 2761 0 0,'-37'7'1444'0'0,"-1"1"0"0"0,1 2 0 0 0,0 2 1 0 0,1 2-1 0 0,-38 19 0 0 0,61-27-886 0 0,13-6-519 0 0,1 0 1 0 0,-1 0-1 0 0,0 0 1 0 0,0 0-1 0 0,0 0 0 0 0,1 0 1 0 0,-1 0-1 0 0,0 0 1 0 0,0 0-1 0 0,0 0 1 0 0,1 0-1 0 0,-1 0 0 0 0,0 0 1 0 0,0 1-1 0 0,0-1 1 0 0,0 0-1 0 0,1 0 1 0 0,-1 0-1 0 0,0 0 0 0 0,0 0 1 0 0,0 0-1 0 0,0 1 1 0 0,0-1-1 0 0,1 0 1 0 0,-1 0-1 0 0,0 0 0 0 0,0 0 1 0 0,0 1-1 0 0,0-1 1 0 0,0 0-1 0 0,0 0 1 0 0,0 0-1 0 0,0 0 0 0 0,0 1 1 0 0,0-1-1 0 0,0 0 1 0 0,0 0-1 0 0,0 0 0 0 0,0 1 1 0 0,0-1-1 0 0,0 0 1 0 0,0 0-1 0 0,0 0 1 0 0,0 1-1 0 0,0-1 0 0 0,0 0 1 0 0,0 0-1 0 0,0 0 1 0 0,0 1-1 0 0,0-1 1 0 0,0 0-1 0 0,-1 0 0 0 0,1 0 1 0 0,0 0-1 0 0,0 1 1 0 0,0-1-1 0 0,0 0 1 0 0,0 0-1 0 0,0 0 0 0 0,-1 0 1 0 0,1 0-1 0 0,0 0 1 0 0,0 1-1 0 0,0-1 1 0 0,-1 0-1 0 0,1 0 0 0 0,0 0 1 0 0,30 9 855 0 0,40 1-298 0 0,-26-10-184 0 0,-1-1-1 0 0,1-2 1 0 0,67-14 0 0 0,127-43 745 0 0,-43 9-216 0 0,117-7 191 0 0,-261 51-1220 0 0,1 3 0 0 0,-1 3-1 0 0,1 1 1 0 0,56 9-1 0 0,-98-8-269 0 0,0 1 0 0 0,0 0 1 0 0,-1 0-1 0 0,1 1 0 0 0,-1 1 0 0 0,0-1 0 0 0,0 2 0 0 0,0-1 0 0 0,0 1 0 0 0,-1 0 0 0 0,13 11 0 0 0,-10-6-1049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1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62 3681 0 0,'-3'-2'713'0'0,"11"-3"554"0"0,13-3 604 0 0,30-6 1926 0 0,68-11 0 0 0,-91 21-3767 0 0,0 2 1 0 0,0 0-1 0 0,0 2 0 0 0,36 4 1 0 0,-46-1-1673 0 0,-1 1-3392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0,'2'17'2173'0'0,"0"0"1"0"0,1 0-1 0 0,6 19 0 0 0,3 16-535 0 0,8 75-813 0 0,3 184-1 0 0,-24 131 1333 0 0,-2-177-1626 0 0,3-188-659 0 0,-9 239-1759 0 0,6-292 637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4.1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151 105 456 0 0,'-12'-1'342'0'0,"1"0"-1"0"0,0-1 0 0 0,0 0 1 0 0,0-1-1 0 0,0-1 1 0 0,0 1-1 0 0,-15-9 1 0 0,-20-7 2121 0 0,66 21 2614 0 0,22-7-4326 0 0,-36 4-462 0 0,89-7 854 0 0,1 4 0 0 0,141 11 1 0 0,-124-1-1059 0 0,137-10 1 0 0,280-35 108 0 0,-490 34-685 0 0,-31 3 206 0 0,0 0-1 0 0,1 1 1 0 0,-1 0 0 0 0,0 1-1 0 0,1 0 1 0 0,12 2 0 0 0,-19-1-867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5.1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7 137 3225 0 0,'-7'3'-334'0'0,"11"-5"940"0"0,15-7 16 0 0,0 0 0 0 0,1 2 0 0 0,0 0 0 0 0,34-6 0 0 0,97-11 1889 0 0,-89 15-1883 0 0,16-3 55 0 0,263-33 2043 0 0,-305 43-2634 0 0,-1 2 1 0 0,1 1-1 0 0,-1 1 0 0 0,0 2 1 0 0,0 2-1 0 0,51 14 1 0 0,-77-16 198 0 0,1-1 0 0 0,0-1 0 0 0,0 0 0 0 0,0 0-1 0 0,0-1 1 0 0,0 0 0 0 0,0-1 0 0 0,0 0 0 0 0,1 0 0 0 0,16-4 0 0 0,0-9 405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12 2304 0 0,'-2'-1'283'0'0,"1"0"-1"0"0,-1-1 0 0 0,0 1 1 0 0,0 0-1 0 0,0 0 0 0 0,0 1 1 0 0,0-1-1 0 0,0 0 0 0 0,0 1 0 0 0,0-1 1 0 0,0 1-1 0 0,-4-1 0 0 0,6 1-240 0 0,0 0-1 0 0,0 0 0 0 0,0 0 0 0 0,0 0 1 0 0,-1 0-1 0 0,1 0 0 0 0,0 0 0 0 0,0 0 1 0 0,0 0-1 0 0,0 0 0 0 0,-1 0 1 0 0,1 0-1 0 0,0 0 0 0 0,0 0 0 0 0,0 0 1 0 0,0 0-1 0 0,-1 0 0 0 0,1 0 1 0 0,0 0-1 0 0,0 0 0 0 0,0 0 0 0 0,0 0 1 0 0,0 0-1 0 0,-1 1 0 0 0,1-1 1 0 0,0 0-1 0 0,0 0 0 0 0,0 0 0 0 0,0 0 1 0 0,0 0-1 0 0,0 0 0 0 0,0 1 0 0 0,-1-1 1 0 0,1 0-1 0 0,0 0 0 0 0,0 0 1 0 0,0 0-1 0 0,0 0 0 0 0,0 1 0 0 0,0-1 1 0 0,0 0-1 0 0,0 0 0 0 0,0 0 1 0 0,0 0-1 0 0,0 1 0 0 0,0-1 0 0 0,0 0 1 0 0,0 0-1 0 0,0 0 0 0 0,15 14 774 0 0,1-4-520 0 0,1-2 0 0 0,0 0 0 0 0,0 0 0 0 0,0-2 0 0 0,1 0 1 0 0,0-1-1 0 0,34 5 0 0 0,1-4 647 0 0,78-1-1 0 0,-49-4-424 0 0,139 21 0 0 0,-166-18-800 0 0,-44-4 134 0 0,0 0 0 0 0,0 1 0 0 0,0 0 0 0 0,0 1 0 0 0,-1 0 0 0 0,1 0 0 0 0,-1 1 0 0 0,1 1 0 0 0,-1 0 0 0 0,12 6 0 0 0,-11 0-2658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57 456 0 0,'-4'-24'1143'0'0,"4"20"-468"0"0,-1 1 1 0 0,0-1-1 0 0,1 0 0 0 0,6-13 6556 0 0,3 38-5578 0 0,16 136 2405 0 0,-10 81-2346 0 0,-1-11-1338 0 0,6-68-75 0 0,-2-21-989 0 0,-10-46-4093 0 0,-7-78 3168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4.6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 36 3065 0 0,'3'0'48'0'0,"1"0"0"0"0,-1 0 0 0 0,1 0 0 0 0,-1-1 0 0 0,1 0 0 0 0,-1 1 0 0 0,0-1 0 0 0,1-1 0 0 0,-1 1 0 0 0,0 0 1 0 0,0-1-1 0 0,0 0 0 0 0,0 1 0 0 0,0-1 0 0 0,0 0 0 0 0,0-1 0 0 0,-1 1 0 0 0,3-3 0 0 0,-5 5 51 0 0,0-1 0 0 0,0 1 0 0 0,0 0 0 0 0,0-1 0 0 0,0 1-1 0 0,0 0 1 0 0,0-1 0 0 0,0 1 0 0 0,0 0 0 0 0,0-1 0 0 0,0 1 0 0 0,0 0 0 0 0,0-1-1 0 0,-1 1 1 0 0,1 0 0 0 0,0-1 0 0 0,0 1 0 0 0,0 0 0 0 0,-1-1 0 0 0,1 1-1 0 0,0 0 1 0 0,0 0 0 0 0,-1-1 0 0 0,1 1 0 0 0,0 0 0 0 0,0 0 0 0 0,-1 0 0 0 0,1 0-1 0 0,0-1 1 0 0,-1 1 0 0 0,1 0 0 0 0,0 0 0 0 0,-1 0 0 0 0,1 0 0 0 0,0 0 0 0 0,-1 0-1 0 0,1 0 1 0 0,0 0 0 0 0,-1 0 0 0 0,1 0 0 0 0,-1 0 0 0 0,1 0 0 0 0,0 0 0 0 0,-1 0-1 0 0,1 0 1 0 0,0 0 0 0 0,-1 0 0 0 0,-19 2 1635 0 0,-16 17-533 0 0,0 0-1 0 0,2 3 1 0 0,-44 34-1 0 0,46-32-670 0 0,9-8-103 0 0,8-6-48 0 0,-1 2 0 0 0,1-1 1 0 0,1 2-1 0 0,0 0 0 0 0,-13 16 0 0 0,26-28-396 0 0,1 0 1 0 0,0-1-1 0 0,-1 1 1 0 0,1 0-1 0 0,0-1 1 0 0,-1 1-1 0 0,1 0 1 0 0,0-1-1 0 0,0 1 1 0 0,-1 0 0 0 0,1 0-1 0 0,0-1 1 0 0,0 1-1 0 0,0 0 1 0 0,0 0-1 0 0,0-1 1 0 0,0 1-1 0 0,0 0 1 0 0,1 0-1 0 0,-1 0 1 0 0,0-1-1 0 0,0 1 1 0 0,0 0-1 0 0,1-1 1 0 0,-1 1-1 0 0,0 0 1 0 0,1-1-1 0 0,-1 1 1 0 0,1 0-1 0 0,-1-1 1 0 0,1 1-1 0 0,-1-1 1 0 0,1 1-1 0 0,-1-1 1 0 0,1 1-1 0 0,0-1 1 0 0,-1 1-1 0 0,1-1 1 0 0,0 1-1 0 0,-1-1 1 0 0,1 0-1 0 0,0 1 1 0 0,-1-1-1 0 0,1 0 1 0 0,0 0-1 0 0,0 0 1 0 0,0 1-1 0 0,48 10-989 0 0,-35-8 901 0 0,65 18-60 0 0,99 40 0 0 0,-175-60 165 0 0,-1 0 0 0 0,1 0 0 0 0,0 0 0 0 0,0 0 0 0 0,-1 1 0 0 0,1 0 0 0 0,-1-1 0 0 0,0 1 0 0 0,1 0 0 0 0,-1 0 0 0 0,0 0 0 0 0,0 1 0 0 0,2 2 0 0 0,-3-3 0 0 0,-1-1 0 0 0,1 1 0 0 0,-1-1 0 0 0,1 1 0 0 0,-1 0 0 0 0,0-1 0 0 0,0 1 0 0 0,0 0 0 0 0,0 0 0 0 0,0-1 0 0 0,0 1 0 0 0,0 0 0 0 0,0-1 0 0 0,-1 1 0 0 0,1 0 0 0 0,-1-1 0 0 0,1 1 0 0 0,-1 0 0 0 0,0-1 0 0 0,1 1 0 0 0,-1-1 0 0 0,0 0 0 0 0,0 1 0 0 0,-2 1 0 0 0,-21 28 78 0 0,-1-2 0 0 0,-35 34-1 0 0,38-44-18 0 0,2 2-1 0 0,0 1 1 0 0,1 0 0 0 0,2 1-1 0 0,-22 36 1 0 0,39-58-71 0 0,-1 0 1 0 0,1 0-1 0 0,-1 0 0 0 0,0 0 1 0 0,1 0-1 0 0,0 0 1 0 0,-1 0-1 0 0,1 0 1 0 0,0 1-1 0 0,-1-1 1 0 0,1 0-1 0 0,0 0 0 0 0,0 0 1 0 0,0 0-1 0 0,0 0 1 0 0,0 1-1 0 0,0-1 1 0 0,0 0-1 0 0,1 0 1 0 0,-1 0-1 0 0,0 0 0 0 0,1 0 1 0 0,0 2-1 0 0,0-3-23 0 0,-1 1 1 0 0,1 0-1 0 0,0 0 0 0 0,0-1 0 0 0,0 1 0 0 0,1 0 0 0 0,-1-1 0 0 0,0 1 1 0 0,0-1-1 0 0,0 1 0 0 0,0-1 0 0 0,0 0 0 0 0,1 0 0 0 0,-1 1 0 0 0,0-1 0 0 0,0 0 1 0 0,1 0-1 0 0,0 0 0 0 0,11-1-263 0 0,-1-1 0 0 0,1 0 0 0 0,18-5 0 0 0,-15 3 306 0 0,-10 3-14 0 0,-1 0-1 0 0,1 1 0 0 0,-1-1 0 0 0,1 1 0 0 0,0 1 0 0 0,10 1 0 0 0,-15-2 4 0 0,0 0-1 0 0,0 0 0 0 0,0 1 1 0 0,0-1-1 0 0,0 0 0 0 0,0 1 0 0 0,0-1 1 0 0,0 1-1 0 0,0-1 0 0 0,0 1 1 0 0,0 0-1 0 0,0-1 0 0 0,0 1 0 0 0,-1 0 1 0 0,1 0-1 0 0,0 0 0 0 0,-1 0 0 0 0,1-1 1 0 0,0 1-1 0 0,-1 0 0 0 0,1 0 1 0 0,-1 0-1 0 0,1 0 0 0 0,-1 0 0 0 0,0 0 1 0 0,1 0-1 0 0,-1 0 0 0 0,0 1 1 0 0,0-1-1 0 0,0 0 0 0 0,0 0 0 0 0,0 0 1 0 0,0 0-1 0 0,0 0 0 0 0,0 0 0 0 0,0 0 1 0 0,0 0-1 0 0,-1 0 0 0 0,1 0 1 0 0,0 0-1 0 0,-1 1 0 0 0,0 0 0 0 0,-6 15-20 0 0,-2-1 0 0 0,1 0 0 0 0,-2-1 0 0 0,0 0-1 0 0,-23 27 1 0 0,-5 8 152 0 0,30-40-169 0 0,-20 31 292 0 0,27-39-311 0 0,1-1 0 0 0,-1 1 1 0 0,0-1-1 0 0,0 1 1 0 0,1-1-1 0 0,-1 1 0 0 0,1 0 1 0 0,-1-1-1 0 0,1 1 0 0 0,-1 0 1 0 0,1 0-1 0 0,0-1 0 0 0,0 1 1 0 0,0 0-1 0 0,0-1 1 0 0,0 1-1 0 0,1 0 0 0 0,-1 0 1 0 0,0-1-1 0 0,1 1 0 0 0,-1 0 1 0 0,1-1-1 0 0,0 2 1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5.0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0 1376 0 0,'-14'6'5048'0'0,"12"-4"-4728"0"0,0 0 0 0 0,0 0 0 0 0,1 1 0 0 0,-1-1 1 0 0,1 0-1 0 0,-1 1 0 0 0,1-1 0 0 0,-2 5 0 0 0,1-2 77 0 0,1 0-1 0 0,0 0 0 0 0,-1 0 0 0 0,1 1 0 0 0,1-1 0 0 0,-1 0 1 0 0,1 8-1 0 0,4 11 808 0 0,1-1 0 0 0,1 0 0 0 0,10 26-1 0 0,7 27-137 0 0,-1 7-178 0 0,-10-42-340 0 0,-1 2-1 0 0,-3-1 1 0 0,5 61 0 0 0,-13-60-446 0 0,0-25 82 0 0,1 0-1 0 0,0 0 1 0 0,4 21 0 0 0,-3-32-634 0 0,0 0 0 0 0,0 0 0 0 0,1 0 0 0 0,0 0 0 0 0,0 0 1 0 0,7 9-1 0 0,-1 0-3981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2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3139 4 1376 0 0,'-8'-3'10824'0'0,"-169"147"-4496"0"0,177-143-6299 0 0,-1-1 0 0 0,1 0 0 0 0,-1 0 0 0 0,0 0 1 0 0,1 1-1 0 0,-1-1 0 0 0,1 0 0 0 0,-1 1 0 0 0,1-1 0 0 0,-1 1 0 0 0,1-1 0 0 0,-1 1 0 0 0,1-1 1 0 0,-1 1-1 0 0,1-1 0 0 0,0 1 0 0 0,-1-1 0 0 0,1 1 0 0 0,0-1 0 0 0,-1 1 0 0 0,1-1 1 0 0,0 1-1 0 0,0 0 0 0 0,0-1 0 0 0,-1 1 0 0 0,1 0 0 0 0,0-1 0 0 0,0 1 0 0 0,0 0 0 0 0,0-1 1 0 0,0 1-1 0 0,0-1 0 0 0,0 1 0 0 0,1 0 0 0 0,-1-1 0 0 0,0 1 0 0 0,0 0 0 0 0,19 9 389 0 0,-13-8-538 0 0,38 11 310 0 0,-38-12-148 0 0,1 0 1 0 0,-1 1 0 0 0,0 0-1 0 0,1 0 1 0 0,-1 1 0 0 0,8 4-1 0 0,-2 0-42 0 0,-1 1 0 0 0,0 0 0 0 0,-1 0 0 0 0,0 1 0 0 0,13 14 0 0 0,-21-21 0 0 0,0 0 0 0 0,0 0 0 0 0,-1 1 0 0 0,1-1 0 0 0,0 0 0 0 0,-1 1 0 0 0,0 0 0 0 0,1-1 0 0 0,-1 1 0 0 0,0 0 0 0 0,0-1 0 0 0,0 1 0 0 0,-1 0 0 0 0,1 0 0 0 0,-1 0 0 0 0,0 0 0 0 0,1-1 0 0 0,-1 1 0 0 0,-1 0 0 0 0,1 0 0 0 0,0 0 0 0 0,-1 0 0 0 0,1 0 0 0 0,-1 0 0 0 0,0-1 0 0 0,0 1 0 0 0,0 0 0 0 0,0-1 0 0 0,0 1 0 0 0,-3 3 0 0 0,-32 39-186 0 0,-69 68-1 0 0,16-19 8 0 0,89-93 174 0 0,-1-1 1 0 0,1 0-1 0 0,-1 1 0 0 0,1-1 0 0 0,0 1 0 0 0,0-1 0 0 0,-1 0 0 0 0,1 1 1 0 0,0-1-1 0 0,0 1 0 0 0,-1-1 0 0 0,1 1 0 0 0,0-1 0 0 0,0 1 0 0 0,0-1 1 0 0,0 1-1 0 0,0-1 0 0 0,0 1 0 0 0,0-1 0 0 0,0 1 0 0 0,0-1 0 0 0,0 1 0 0 0,0-1 1 0 0,0 1-1 0 0,0-1 0 0 0,0 1 0 0 0,0-1 0 0 0,0 0 0 0 0,0 1 0 0 0,1-1 1 0 0,-1 1-1 0 0,0-1 0 0 0,0 1 0 0 0,1-1 0 0 0,-1 1 0 0 0,1 0 0 0 0,21 10-306 0 0,34-1-217 0 0,-54-10 516 0 0,41 4-186 0 0,-27-3 170 0 0,0 0 0 0 0,1 1-1 0 0,-1 0 1 0 0,0 1 0 0 0,0 1 0 0 0,-1 1 0 0 0,21 8-1 0 0,-34-12-16 0 0,0 1 0 0 0,0-1-1 0 0,0 1 1 0 0,-1-1 0 0 0,1 1-1 0 0,0 0 1 0 0,-1 0 0 0 0,1 0-1 0 0,-1 0 1 0 0,0 0 0 0 0,0 0-1 0 0,0 0 1 0 0,0 0 0 0 0,0 0 0 0 0,0 1-1 0 0,0-1 1 0 0,0 0 0 0 0,-1 1-1 0 0,0-1 1 0 0,1 0 0 0 0,-1 1-1 0 0,0-1 1 0 0,0 1 0 0 0,0-1-1 0 0,0 0 1 0 0,-1 1 0 0 0,1-1-1 0 0,-1 1 1 0 0,1-1 0 0 0,-1 0 0 0 0,-1 3-1 0 0,-4 10-278 0 0,0-1 0 0 0,0-1-1 0 0,-16 25 1 0 0,12-22 263 0 0,-46 84 105 0 0,56-100-86 0 0,0 0 1 0 0,-1 0 0 0 0,1 0-1 0 0,0 0 1 0 0,0 0 0 0 0,0 1-1 0 0,0-1 1 0 0,0 0 0 0 0,0 0-1 0 0,0 0 1 0 0,0 0-1 0 0,-1 0 1 0 0,1 1 0 0 0,0-1-1 0 0,0 0 1 0 0,0 0 0 0 0,0 0-1 0 0,0 0 1 0 0,0 1 0 0 0,0-1-1 0 0,0 0 1 0 0,0 0 0 0 0,0 0-1 0 0,0 0 1 0 0,0 1 0 0 0,0-1-1 0 0,0 0 1 0 0,0 0 0 0 0,0 0-1 0 0,0 0 1 0 0,0 0 0 0 0,1 1-1 0 0,-1-1 1 0 0,0 0-1 0 0,0 0 1 0 0,0 0 0 0 0,0 0-1 0 0,0 0 1 0 0,0 1 0 0 0,0-1-1 0 0,0 0 1 0 0,1 0 0 0 0,-1 0-1 0 0,0 0 1 0 0,0 0 0 0 0,0 0-1 0 0,0 0 1 0 0,0 0 0 0 0,1 1-1 0 0,10-4-2987 0 0,10-8-1550 0 0,24-33-44 0 0,-44 49 5623 0 0,0-1 1 0 0,0 1 0 0 0,-1 0 0 0 0,0 0 0 0 0,0-1-1 0 0,-1 9 1 0 0,-2 4 1174 0 0,0 1 1 0 0,0 25-1 0 0,9 80 74 0 0,-1-20-1567 0 0,-14 174 312 0 0,2 92 1103 0 0,8-338-2057 0 0,8 125-155 0 0,-5-128 217 0 0,0 0 0 0 0,2-1-1 0 0,15 43 1 0 0,-15-50 272 0 0,-5-16-345 0 0,-1 0 1 0 0,1 0-1 0 0,0-1 0 0 0,1 1 0 0 0,-1 0 0 0 0,1 0 1 0 0,-1-1-1 0 0,1 1 0 0 0,0-1 0 0 0,0 1 1 0 0,1-1-1 0 0,-1 0 0 0 0,1 0 0 0 0,0 0 1 0 0,-1 0-1 0 0,7 4 0 0 0,-8-6-18 0 0,-1 1-11 0 0,1 0 11 0 0,-1-2-1 0 0,-7 4 22 0 0,-10 7-23 0 0,0-1 0 0 0,-1-1 0 0 0,0-1 0 0 0,-1 0 0 0 0,1-1 0 0 0,-2-2 0 0 0,1 1 0 0 0,-29 2 0 0 0,-174 9 360 0 0,123-12-264 0 0,-437 0-185 0 0,95-4 108 0 0,-81-4 8 0 0,240-15 44 0 0,-85-8 40 0 0,274 22-190 0 0,-146 12-1 0 0,30 0-266 0 0,173-13-579 0 0,22-2-4878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9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112 184 2304 0 0,'-4'-36'349'0'0,"4"25"31"0"0,0 1 1 0 0,-2-1-1 0 0,1 1 1 0 0,-1-1-1 0 0,-1 1 1 0 0,0 0 0 0 0,0 0-1 0 0,-1 0 1 0 0,0 0-1 0 0,-10-16 1 0 0,12 24-155 0 0,1 0 0 0 0,-1 1 0 0 0,0-1 0 0 0,1 1 0 0 0,-1-1 0 0 0,0 1 0 0 0,0 0 0 0 0,0 0 0 0 0,0 0 0 0 0,0 0 0 0 0,0 0 0 0 0,0 0 1 0 0,-1 1-1 0 0,1-1 0 0 0,-3 0 0 0 0,5 1-97 0 0,-1 0 1 0 0,0 0 0 0 0,0 0 0 0 0,0 0-1 0 0,0 0 1 0 0,0 0 0 0 0,0 0 0 0 0,0 1-1 0 0,0-1 1 0 0,0 0 0 0 0,1 0 0 0 0,-1 1-1 0 0,0-1 1 0 0,0 1 0 0 0,0-1 0 0 0,1 1-1 0 0,-1-1 1 0 0,0 1 0 0 0,0-1 0 0 0,1 1-1 0 0,-1 0 1 0 0,0-1 0 0 0,1 1 0 0 0,-1 0-1 0 0,1-1 1 0 0,-1 1 0 0 0,1 0-1 0 0,-1 0 1 0 0,1 0 0 0 0,0-1 0 0 0,-1 1-1 0 0,1 0 1 0 0,0 0 0 0 0,0 0 0 0 0,-1 0-1 0 0,1 0 1 0 0,0 2 0 0 0,-10 120 698 0 0,6 128 0 0 0,23 126-798 0 0,-4-125 8 0 0,7 219 162 0 0,-29-225 52 0 0,-1-42 1773 0 0,11-173-1833 0 0,-2-26-275 0 0,0 0 0 0 0,0 0 0 0 0,-1 0 0 0 0,0 0 1 0 0,0 1-1 0 0,-1 7 0 0 0,1-13 76 0 0,0 0 0 0 0,0 1 0 0 0,0-1 0 0 0,0 0 1 0 0,-1 0-1 0 0,1 0 0 0 0,0 1 0 0 0,0-1 0 0 0,0 0 0 0 0,0 1 0 0 0,0-1 1 0 0,0 0-1 0 0,0 0 0 0 0,0 1 0 0 0,0-1 0 0 0,0 0 0 0 0,0 0 0 0 0,0 1 1 0 0,0-1-1 0 0,0 0 0 0 0,0 0 0 0 0,0 1 0 0 0,0-1 0 0 0,0 0 1 0 0,1 0-1 0 0,-1 1 0 0 0,0-1 0 0 0,0 0 0 0 0,0 0 0 0 0,0 1 0 0 0,0-1 1 0 0,1 0-1 0 0,-1 0 0 0 0,0 0 0 0 0,0 0 0 0 0,0 1 0 0 0,1-1 0 0 0,-1 0 1 0 0,0 0-1 0 0,1 0 0 0 0,6-6-1719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1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38 5529 0 0,'-18'-26'3625'0'0,"10"15"744"0"0,17 26-1927 0 0,165 331-943 0 0,7 13-3280 0 0,-160-325 724 0 0,-3-2-230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5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11 5985 0 0,'-2'0'32'0'0,"0"0"0"0"0,0 0 0 0 0,1 1 0 0 0,-1-1 0 0 0,0 1 0 0 0,0 0-1 0 0,0-1 1 0 0,1 1 0 0 0,-1 0 0 0 0,0 0 0 0 0,1 0 0 0 0,-1 0 0 0 0,1 0-1 0 0,-1 0 1 0 0,1 1 0 0 0,-1-1 0 0 0,1 0 0 0 0,0 1 0 0 0,-2 1 0 0 0,1 2-57 0 0,0 0 1 0 0,0 0 0 0 0,0 1-1 0 0,0-1 1 0 0,0 9-1 0 0,1-11 56 0 0,-2 16 409 0 0,1 0-1 0 0,1 0 1 0 0,0 1 0 0 0,2-1 0 0 0,0 0 0 0 0,1 0-1 0 0,1 0 1 0 0,1 0 0 0 0,6 19 0 0 0,2 1 16 0 0,2-1 1 0 0,2-1-1 0 0,26 46 1 0 0,-34-71-434 0 0,0 0 0 0 0,0-1 1 0 0,1 0-1 0 0,1 0 0 0 0,0-1 0 0 0,0 0 1 0 0,1-1-1 0 0,0 0 0 0 0,21 12 0 0 0,-26-17-12 0 0,0 0 0 0 0,1-1-1 0 0,-1 0 1 0 0,1 0 0 0 0,0 0-1 0 0,0-1 1 0 0,0 0 0 0 0,0 0-1 0 0,0-1 1 0 0,1 0-1 0 0,-1 0 1 0 0,0-1 0 0 0,1 0-1 0 0,-1 0 1 0 0,0-1 0 0 0,0 0-1 0 0,1 0 1 0 0,-1 0 0 0 0,0-1-1 0 0,10-4 1 0 0,-13 3 63 0 0,0 1 0 0 0,0-1 0 0 0,0-1 0 0 0,-1 1 0 0 0,1 0 0 0 0,-1-1 0 0 0,0 0 0 0 0,0 0 0 0 0,0 0 0 0 0,0 0 0 0 0,-1 0 0 0 0,1 0 0 0 0,-1-1 0 0 0,0 1 1 0 0,-1-1-1 0 0,1 0 0 0 0,-1 1 0 0 0,2-8 0 0 0,0-2 296 0 0,-1-2 0 0 0,-1 1 0 0 0,0 0 1 0 0,-1-26-1 0 0,-3 17 10 0 0,0 0 0 0 0,-1 1-1 0 0,-2-1 1 0 0,0 1 0 0 0,-2 0 0 0 0,0 0 0 0 0,-1 1 0 0 0,-2 0-1 0 0,0 1 1 0 0,-23-31 0 0 0,26 39-469 0 0,-1 2-1 0 0,-1-1 1 0 0,0 1 0 0 0,-1 1 0 0 0,0 0-1 0 0,0 0 1 0 0,-1 1 0 0 0,-1 1 0 0 0,1 0-1 0 0,-1 1 1 0 0,0 0 0 0 0,-1 0-1 0 0,0 2 1 0 0,0 0 0 0 0,0 0 0 0 0,-1 2-1 0 0,1 0 1 0 0,-19-2 0 0 0,8 5-907 0 0,1 6-11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2.2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1 565 11522 0 0,'8'2'181'0'0,"-1"1"0"0"0,1 0-1 0 0,-1 0 1 0 0,1 0 0 0 0,-1 1-1 0 0,0 0 1 0 0,10 9 0 0 0,-7-7 15 0 0,204 122 107 0 0,-203-121-43 0 0,1-1-1 0 0,-1 0 1 0 0,1 0 0 0 0,1-1-1 0 0,24 6 1 0 0,-35-11-213 0 0,0 1 1 0 0,1-1-1 0 0,-1 0 1 0 0,0 0-1 0 0,1 1 1 0 0,-1-1-1 0 0,0-1 1 0 0,1 1 0 0 0,-1 0-1 0 0,0-1 1 0 0,1 1-1 0 0,-1-1 1 0 0,0 0-1 0 0,0 1 1 0 0,1-1-1 0 0,-1 0 1 0 0,0 0-1 0 0,0-1 1 0 0,0 1-1 0 0,0 0 1 0 0,0-1-1 0 0,-1 1 1 0 0,1-1-1 0 0,0 0 1 0 0,-1 1-1 0 0,1-1 1 0 0,-1 0-1 0 0,0 0 1 0 0,1 0-1 0 0,-1 0 1 0 0,0 0-1 0 0,0 0 1 0 0,0-1-1 0 0,0 1 1 0 0,-1 0-1 0 0,1 0 1 0 0,-1-1-1 0 0,1 1 1 0 0,-1 0-1 0 0,0-4 1 0 0,1-16 502 0 0,-1 0-1 0 0,-1 1 1 0 0,-1-1 0 0 0,-1 1-1 0 0,-1-1 1 0 0,-10-32 0 0 0,4 12-241 0 0,-37-224 163 0 0,24 88-4129 0 0,16 127-2942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3.9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6449 0 0,'0'0'499'0'0,"22"12"2283"0"0,-8 0-1827 0 0,-1 1 1 0 0,0 0-1 0 0,-1 1 0 0 0,0 0 0 0 0,-1 1 1 0 0,-1 0-1 0 0,0 1 0 0 0,13 29 0 0 0,2 15-5 0 0,20 72 0 0 0,-21-55-634 0 0,-8-28-648 0 0,2 7-5352 0 0,-6-25-561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6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175 200 3833 0 0,'-5'6'801'0'0,"-27"11"4519"0"0,27-54-3995 0 0,5 35-1060 0 0,-1 0 0 0 0,1-1 0 0 0,-1 1 0 0 0,1 0 0 0 0,-1-1 0 0 0,0 1 0 0 0,0 0 0 0 0,0 0 0 0 0,0-1 0 0 0,-1 1 0 0 0,1 0 0 0 0,0 0 0 0 0,-1 1 0 0 0,0-1 0 0 0,-11-9 5350 0 0,10-1-5809 0 0,3 5 499 0 0,-1 2-307 0 0,1 0 0 0 0,-1 0 0 0 0,-1 1 0 0 0,1-1 0 0 0,0 0 0 0 0,-1 1 0 0 0,0-1-1 0 0,0 1 1 0 0,-1-1 0 0 0,1 1 0 0 0,-1 0 0 0 0,0 0 0 0 0,0 0 0 0 0,0 0-1 0 0,0 1 1 0 0,-1-1 0 0 0,1 1 0 0 0,-1 0 0 0 0,0 0 0 0 0,0 0 0 0 0,-7-3-1 0 0,-29-25-14 0 0,48 41 54 0 0,0 2-1 0 0,-2-1 1 0 0,1 1-1 0 0,-1 0 0 0 0,-1 0 1 0 0,7 24-1 0 0,-1-5 55 0 0,4 4-25 0 0,1 0 0 0 0,39 59 0 0 0,55 56 87 0 0,-84-111-1472 0 0,-18-26-611 0 0,0-1 0 0 0,20 22 0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8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4 3681 0 0,'-2'-1'182'0'0,"0"0"-1"0"0,0 1 1 0 0,0-1 0 0 0,0 1 0 0 0,0 0-1 0 0,0-1 1 0 0,0 1 0 0 0,0 0 0 0 0,0 1 0 0 0,0-1-1 0 0,0 0 1 0 0,0 0 0 0 0,0 1 0 0 0,0-1-1 0 0,0 1 1 0 0,0 0 0 0 0,0-1 0 0 0,0 1-1 0 0,1 0 1 0 0,-1 0 0 0 0,-3 2 0 0 0,3-1 131 0 0,0 1 0 0 0,-1-1 0 0 0,1 1 0 0 0,0-1 0 0 0,0 1 0 0 0,0 0 0 0 0,1 0 0 0 0,-1 0 0 0 0,1 0 0 0 0,-1 0 0 0 0,1 0 0 0 0,-1 5 0 0 0,1-4-97 0 0,-1 0 1 0 0,2 0-1 0 0,-1-1 0 0 0,0 1 0 0 0,1 0 1 0 0,0 0-1 0 0,0 0 0 0 0,0 0 1 0 0,0 0-1 0 0,1 0 0 0 0,0 0 0 0 0,0-1 1 0 0,0 1-1 0 0,0 0 0 0 0,0 0 0 0 0,1-1 1 0 0,-1 1-1 0 0,1-1 0 0 0,0 1 0 0 0,0-1 1 0 0,0 0-1 0 0,1 0 0 0 0,-1 0 0 0 0,4 3 1 0 0,-2-4-116 0 0,0 1 1 0 0,0-1 0 0 0,1 0 0 0 0,-1-1-1 0 0,1 1 1 0 0,-1-1 0 0 0,1 0 0 0 0,0 0-1 0 0,-1 0 1 0 0,1-1 0 0 0,0 0 0 0 0,0 0 0 0 0,0 0-1 0 0,-1 0 1 0 0,1-1 0 0 0,0 0 0 0 0,-1 0-1 0 0,1 0 1 0 0,6-3 0 0 0,10-3-979 0 0,0-2 1 0 0,35-20-1 0 0,-44 22-195 0 0,6-3-4631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5.5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79 6449 0 0,'-1'14'2116'0'0,"1"-12"-1766"0"0,-1 1 0 0 0,1-1 1 0 0,0 0-1 0 0,0 1 0 0 0,0-1 1 0 0,0 1-1 0 0,0-1 1 0 0,1 5-1 0 0,0-6-290 0 0,-1 0 0 0 0,1 0 0 0 0,-1-1 0 0 0,1 1 0 0 0,-1 0 0 0 0,1-1 0 0 0,0 1 0 0 0,-1 0 0 0 0,1-1 0 0 0,0 1 0 0 0,0-1 0 0 0,0 1 0 0 0,-1-1 0 0 0,1 1 0 0 0,0-1 0 0 0,0 0 0 0 0,0 1 0 0 0,0-1 0 0 0,0 0 0 0 0,0 0 0 0 0,-1 0 0 0 0,1 0 0 0 0,0 0 0 0 0,0 0 0 0 0,0 0 0 0 0,0 0 0 0 0,0 0 0 0 0,0 0 0 0 0,0 0 0 0 0,1-1 0 0 0,0 1 12 0 0,-1 0 1 0 0,1 0-1 0 0,0 0 1 0 0,0 0-1 0 0,-1 0 1 0 0,1-1 0 0 0,0 1-1 0 0,0-1 1 0 0,-1 1-1 0 0,1-1 1 0 0,-1 0-1 0 0,1 1 1 0 0,0-1-1 0 0,-1 0 1 0 0,1 0 0 0 0,-1 0-1 0 0,0 0 1 0 0,1 0-1 0 0,-1-1 1 0 0,0 1-1 0 0,0 0 1 0 0,0-1 0 0 0,0 1-1 0 0,0-1 1 0 0,0 1-1 0 0,0-1 1 0 0,0 1-1 0 0,0-1 1 0 0,-1 0-1 0 0,1 1 1 0 0,-1-1 0 0 0,1 0-1 0 0,-1 1 1 0 0,0-1-1 0 0,0 0 1 0 0,0 0-1 0 0,1 1 1 0 0,-2-1 0 0 0,1 0-1 0 0,0 0 1 0 0,-1-2-1 0 0,0 0-44 0 0,0 0 1 0 0,0-1-1 0 0,-1 1 0 0 0,1 0 0 0 0,-1 0 0 0 0,0 0 0 0 0,-1 0 0 0 0,1 0 1 0 0,-1 1-1 0 0,1-1 0 0 0,-1 1 0 0 0,0-1 0 0 0,-1 1 0 0 0,1 0 0 0 0,-4-3 1 0 0,3 4-10 0 0,0 0-1 0 0,1 0 1 0 0,-1 0 0 0 0,0 1 0 0 0,0-1 0 0 0,0 1 0 0 0,0 0 0 0 0,0 0 0 0 0,-1 0 0 0 0,1 1 0 0 0,-6 0 0 0 0,7 0-91 0 0,0 0 0 0 0,1 0 0 0 0,-1 0 1 0 0,1 1-1 0 0,-1-1 0 0 0,1 1 1 0 0,0 0-1 0 0,-1-1 0 0 0,1 1 0 0 0,-1 0 1 0 0,1 1-1 0 0,0-1 0 0 0,0 0 1 0 0,0 1-1 0 0,0-1 0 0 0,0 1 1 0 0,0 0-1 0 0,0-1 0 0 0,0 1 0 0 0,-1 3 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0 187 6449 0 0,'0'6'227'0'0,"1"0"-1"0"0,-1-1 0 0 0,1 1 0 0 0,0 0 0 0 0,1 0 1 0 0,-1-1-1 0 0,1 1 0 0 0,0-1 0 0 0,0 0 0 0 0,1 1 1 0 0,0-1-1 0 0,0 0 0 0 0,0 0 0 0 0,1-1 0 0 0,3 6 0 0 0,-4-8-95 0 0,-1 0 0 0 0,0 0 0 0 0,0 0 0 0 0,1 0 0 0 0,-1 0 0 0 0,1-1 0 0 0,0 1 0 0 0,0-1-1 0 0,-1 0 1 0 0,1 0 0 0 0,0 0 0 0 0,0 0 0 0 0,0 0 0 0 0,0 0 0 0 0,0-1 0 0 0,0 1 0 0 0,0-1-1 0 0,0 0 1 0 0,0 0 0 0 0,0 0 0 0 0,1-1 0 0 0,-1 1 0 0 0,0-1 0 0 0,0 1 0 0 0,0-1-1 0 0,-1 0 1 0 0,1 0 0 0 0,0-1 0 0 0,4-1 0 0 0,2-3 153 0 0,0 0 0 0 0,0-1-1 0 0,-1 0 1 0 0,0 0 0 0 0,0-1 0 0 0,-1 0-1 0 0,0-1 1 0 0,0 1 0 0 0,-1-1 0 0 0,0-1 0 0 0,6-12-1 0 0,-2 2 72 0 0,-1 0-1 0 0,-1-1 0 0 0,-1 0 1 0 0,7-35-1 0 0,-13 53-342 0 0,0 0 1 0 0,-1 1-1 0 0,0-1 1 0 0,1 0-1 0 0,-1 0 0 0 0,-1 0 1 0 0,1 0-1 0 0,0 1 0 0 0,0-1 1 0 0,-1 0-1 0 0,0 0 0 0 0,-1-4 1 0 0,2 7-11 0 0,-1-1 0 0 0,1 1 1 0 0,0 0-1 0 0,0 0 0 0 0,-1-1 1 0 0,1 1-1 0 0,0 0 0 0 0,0-1 1 0 0,-1 1-1 0 0,1 0 1 0 0,0 0-1 0 0,-1-1 0 0 0,1 1 1 0 0,0 0-1 0 0,-1 0 0 0 0,1 0 1 0 0,-1 0-1 0 0,1 0 0 0 0,0 0 1 0 0,-1-1-1 0 0,1 1 0 0 0,-1 0 1 0 0,1 0-1 0 0,0 0 0 0 0,-1 0 1 0 0,1 0-1 0 0,-1 0 1 0 0,1 0-1 0 0,0 1 0 0 0,-1-1 1 0 0,-1 1 6 0 0,0 0 0 0 0,0 0 1 0 0,1 0-1 0 0,-1 0 1 0 0,0 0-1 0 0,1 0 1 0 0,-1 1-1 0 0,1-1 1 0 0,0 1-1 0 0,-2 2 1 0 0,-6 7-7 0 0,0 1 1 0 0,2 0-1 0 0,-1 1 1 0 0,2 0 0 0 0,-1 0-1 0 0,2 0 1 0 0,0 1 0 0 0,1 0-1 0 0,0 0 1 0 0,1 0 0 0 0,0 1-1 0 0,1-1 1 0 0,1 0 0 0 0,0 15-1 0 0,2-23-29 0 0,1-1-1 0 0,-1 0 0 0 0,1 0 1 0 0,0 0-1 0 0,0 0 1 0 0,0-1-1 0 0,1 1 0 0 0,-1-1 1 0 0,1 1-1 0 0,0-1 1 0 0,1 0-1 0 0,-1 0 0 0 0,1 0 1 0 0,0 0-1 0 0,-1-1 1 0 0,2 0-1 0 0,-1 0 0 0 0,0 0 1 0 0,1 0-1 0 0,-1 0 1 0 0,1-1-1 0 0,0 0 0 0 0,0 0 1 0 0,0 0-1 0 0,0-1 1 0 0,0 1-1 0 0,0-1 0 0 0,0-1 1 0 0,0 1-1 0 0,1-1 0 0 0,-1 0 1 0 0,0 0-1 0 0,0 0 1 0 0,1 0-1 0 0,-1-1 0 0 0,0 0 1 0 0,9-3-1 0 0,7-6-666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8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69 3225 0 0,'0'0'-1'0'0,"-33"7"7423"0"0,44 3-5333 0 0,-6-8-1857 0 0,0 0 1 0 0,0-1-1 0 0,0 0 1 0 0,1 0-1 0 0,-1 0 1 0 0,0 0-1 0 0,1-1 1 0 0,-1 0-1 0 0,0 0 1 0 0,1 0-1 0 0,-1-1 1 0 0,0 1-1 0 0,0-1 1 0 0,1-1-1 0 0,5-1 1 0 0,-5 1-126 0 0,-1 0 1 0 0,1 1 0 0 0,-1-2-1 0 0,0 1 1 0 0,0-1-1 0 0,0 0 1 0 0,0 0 0 0 0,0 0-1 0 0,0 0 1 0 0,-1-1 0 0 0,0 0-1 0 0,0 0 1 0 0,0 0 0 0 0,4-5-1 0 0,-8 8-97 0 0,0 1 0 0 0,1-1 0 0 0,-1 0 0 0 0,0 1 0 0 0,1-1 0 0 0,-1 0 0 0 0,0 1 0 0 0,1-1-1 0 0,-1 0 1 0 0,0 0 0 0 0,0 1 0 0 0,0-1 0 0 0,0 0 0 0 0,0 0 0 0 0,0 1 0 0 0,0-1 0 0 0,0 0 0 0 0,0 0 0 0 0,0 1 0 0 0,0-1-1 0 0,-1 0 1 0 0,1 1 0 0 0,0-1 0 0 0,-1 0 0 0 0,1 1 0 0 0,0-1 0 0 0,-1 0 0 0 0,1 1 0 0 0,-1-2 0 0 0,-1 0-1 0 0,0 1 0 0 0,0 0 1 0 0,1 0-1 0 0,-1 0 1 0 0,0 0-1 0 0,0 0 0 0 0,0 0 1 0 0,0 0-1 0 0,0 0 1 0 0,-4 0-1 0 0,0 0 5 0 0,-1 0 0 0 0,0 0 0 0 0,1 0 0 0 0,-1 1 0 0 0,0 0 0 0 0,-8 1 0 0 0,7 2-23 0 0,1 0 1 0 0,-1 0-1 0 0,1 0 0 0 0,-1 1 0 0 0,1 0 1 0 0,0 1-1 0 0,1-1 0 0 0,-1 1 1 0 0,1 0-1 0 0,0 1 0 0 0,-11 12 1 0 0,9-10-148 0 0,8-7 134 0 0,-1-1 0 0 0,1 0 1 0 0,0 0-1 0 0,0 0 0 0 0,0 1 0 0 0,-1-1 0 0 0,1 0 1 0 0,0 0-1 0 0,0 1 0 0 0,0-1 0 0 0,0 0 0 0 0,0 0 1 0 0,0 0-1 0 0,-1 1 0 0 0,1-1 0 0 0,0 0 0 0 0,0 1 1 0 0,0-1-1 0 0,0 0 0 0 0,0 0 0 0 0,0 1 0 0 0,0-1 1 0 0,0 0-1 0 0,0 0 0 0 0,0 1 0 0 0,0-1 1 0 0,0 0-1 0 0,1 0 0 0 0,-1 1 0 0 0,0-1 0 0 0,0 0 1 0 0,0 0-1 0 0,0 1 0 0 0,0-1 0 0 0,0 0 0 0 0,1 0 1 0 0,-1 1-1 0 0,0-1 0 0 0,0 0 0 0 0,0 0 0 0 0,0 0 1 0 0,1 1-1 0 0,-1-1 0 0 0,0 0 0 0 0,0 0 0 0 0,1 0 1 0 0,-1 0-1 0 0,0 0 0 0 0,0 0 0 0 0,1 0 1 0 0,-1 1-1 0 0,15 3-4041 0 0,-10-4 2609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9218 0 0,'2'0'178'0'0,"-1"1"0"0"0,0-1 0 0 0,1 1 0 0 0,-1 0 0 0 0,1-1 0 0 0,-1 1 0 0 0,0 0 0 0 0,0 0 0 0 0,1 0-1 0 0,-1 0 1 0 0,0 0 0 0 0,0 0 0 0 0,0 0 0 0 0,0 1 0 0 0,0-1 0 0 0,0 0 0 0 0,0 1 0 0 0,-1-1 0 0 0,1 0 0 0 0,0 1 0 0 0,0 1 0 0 0,12 32 1694 0 0,6 49 526 0 0,-14-53-1607 0 0,19 58 0 0 0,-21-81-726 0 0,0-1 0 0 0,0 0 0 0 0,1 1 0 0 0,0-1 0 0 0,0 0 0 0 0,1-1 0 0 0,0 1 0 0 0,0-1 0 0 0,0 0 0 0 0,1 0 0 0 0,0-1 0 0 0,9 7 0 0 0,-11-9-73 0 0,0-1 1 0 0,0 0 0 0 0,1-1 0 0 0,-1 1 0 0 0,0-1-1 0 0,1 0 1 0 0,-1 0 0 0 0,1 0 0 0 0,-1 0-1 0 0,1-1 1 0 0,0 0 0 0 0,-1 0 0 0 0,1 0 0 0 0,-1-1-1 0 0,1 1 1 0 0,-1-1 0 0 0,1 0 0 0 0,-1 0-1 0 0,1-1 1 0 0,4-2 0 0 0,10-4-925 0 0,-1-1 0 0 0,-1-1 0 0 0,21-14 0 0 0,-33 20 560 0 0,7-5-1574 0 0,0 0 0 0 0,14-16-1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5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23 101 456 0 0,'-13'-38'3267'0'0,"10"27"77"0"0,1 0 0 0 0,0 0 1 0 0,-1-19-1 0 0,13 35 436 0 0,10 17-2946 0 0,-13-7-653 0 0,-1-1 0 0 0,-1 1 0 0 0,0 0 0 0 0,-1 0 0 0 0,3 18-1 0 0,6 82-48 0 0,-8-67-122 0 0,-2-14-110 0 0,24 173-1917 0 0,-22-172 557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8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7 133 3225 0 0,'-2'-8'410'0'0,"0"0"0"0"0,1 0 0 0 0,0-1 1 0 0,1 1-1 0 0,0-13 0 0 0,10-49 13269 0 0,-9 70-13580 0 0,-1 0 0 0 0,0 0 1 0 0,0 0-1 0 0,1 0 1 0 0,-1 0-1 0 0,8 12 1457 0 0,4 19-1102 0 0,16 140 375 0 0,-20-106-1778 0 0,3-1 1 0 0,21 65 0 0 0,-25-106-6284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0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3681 0 0,'2'-15'-268'0'0,"5"-16"2763"0"0,-7 31-2313 0 0,0-1 1 0 0,0 1-1 0 0,0-1 0 0 0,1 1 0 0 0,-1-1 0 0 0,0 1 0 0 0,1-1 0 0 0,-1 1 0 0 0,0-1 0 0 0,1 1 0 0 0,-1-1 0 0 0,0 1 0 0 0,1-1 0 0 0,-1 1 0 0 0,1 0 0 0 0,-1-1 0 0 0,1 1 0 0 0,-1 0 0 0 0,1 0 0 0 0,-1-1 0 0 0,1 1 0 0 0,0 0 0 0 0,-1 0 0 0 0,1 0 0 0 0,-1-1 0 0 0,1 1 0 0 0,-1 0 0 0 0,1 0 0 0 0,0 0 0 0 0,-1 0 0 0 0,1 0 0 0 0,-1 0 0 0 0,1 0 0 0 0,0 0 0 0 0,-1 1 0 0 0,1-1 0 0 0,-1 0 0 0 0,1 0 0 0 0,-1 0 0 0 0,2 1 0 0 0,3 1 192 0 0,1 0 0 0 0,-1-1 0 0 0,1 1 1 0 0,0-1-1 0 0,-1-1 0 0 0,1 1 0 0 0,0-1 0 0 0,0 0 1 0 0,0 0-1 0 0,-1-1 0 0 0,1 1 0 0 0,0-1 0 0 0,0-1 1 0 0,8-2-1 0 0,33-15-883 0 0,-4-3-4492 0 0,-22 10-791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7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3 372 2128 0 0,'-1'2'228'0'0,"0"11"1335"0"0,1-12-1396 0 0,1-1-1 0 0,-1 0 0 0 0,0 0 1 0 0,1 0-1 0 0,-1 0 0 0 0,1 0 1 0 0,-1 0-1 0 0,0 0 0 0 0,1 0 1 0 0,-1 0-1 0 0,1 0 0 0 0,-1 0 1 0 0,1 0-1 0 0,-1 0 0 0 0,0 0 1 0 0,1 0-1 0 0,3-2 1497 0 0,-4 2-1496 0 0,121-38 4612 0 0,-18 4-2267 0 0,175-32 0 0 0,-153 47-2078 0 0,214-35 235 0 0,-74 9-442 0 0,121-26 1050 0 0,-304 52-988 0 0,151-17-1 0 0,-182 33-128 0 0,0 2-1 0 0,0 2 0 0 0,1 3 0 0 0,61 11 1 0 0,-49 4-1257 0 0,-48-13-908 0 0,0-1 0 0 0,0-1 0 0 0,20 3 0 0 0,-19-9-2277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9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72 79 1840 0 0,'-36'-2'2731'0'0,"34"2"-2393"0"0,0 0 0 0 0,-1 1 0 0 0,1-1 1 0 0,0 0-1 0 0,0 0 0 0 0,-1 1 0 0 0,1 0 1 0 0,0-1-1 0 0,0 1 0 0 0,0 0 0 0 0,0 0 1 0 0,0 0-1 0 0,-3 2 0 0 0,5-2-202 0 0,-1 0-1 0 0,1 0 1 0 0,-1 1-1 0 0,1-1 1 0 0,0 0 0 0 0,0 1-1 0 0,0-1 1 0 0,0 0-1 0 0,0 1 1 0 0,0-1 0 0 0,0 0-1 0 0,0 1 1 0 0,0-1-1 0 0,1 0 1 0 0,-1 0 0 0 0,1 1-1 0 0,-1-1 1 0 0,0 0-1 0 0,1 0 1 0 0,0 0 0 0 0,-1 0-1 0 0,3 2 1 0 0,17 28 932 0 0,-17-28-855 0 0,4 6 88 0 0,0 0 0 0 0,1 0 0 0 0,0-1 1 0 0,1 0-1 0 0,0 0 0 0 0,0-1 0 0 0,1-1 1 0 0,0 1-1 0 0,0-1 0 0 0,0-1 0 0 0,14 5 1 0 0,-19-8-182 0 0,0 0 1 0 0,1-1 0 0 0,-1 0 0 0 0,0 0 0 0 0,1 0 0 0 0,-1-1 0 0 0,1 0 0 0 0,-1 0 0 0 0,1 0 0 0 0,-1-1 0 0 0,1 0 0 0 0,-1 0-1 0 0,0 0 1 0 0,0-1 0 0 0,1 1 0 0 0,-1-1 0 0 0,0-1 0 0 0,0 1 0 0 0,-1-1 0 0 0,1 1 0 0 0,0-1 0 0 0,-1-1 0 0 0,0 1 0 0 0,1-1-1 0 0,6-7 1 0 0,-8 6-34 0 0,0 1-1 0 0,0-1 0 0 0,0 0 0 0 0,-1 0 0 0 0,1 0 0 0 0,-1 0 1 0 0,0 0-1 0 0,-1 0 0 0 0,1-1 0 0 0,-1 1 0 0 0,0-1 0 0 0,0 1 1 0 0,-1-1-1 0 0,0 1 0 0 0,0-1 0 0 0,0 1 0 0 0,0-1 1 0 0,-1 1-1 0 0,0-1 0 0 0,0 1 0 0 0,-1 0 0 0 0,1-1 0 0 0,-5-6 1 0 0,4 7-152 0 0,0 0 1 0 0,-1 0-1 0 0,1 0 1 0 0,-1 0-1 0 0,-1 1 1 0 0,1-1-1 0 0,-1 1 1 0 0,1 0-1 0 0,-1 0 1 0 0,-7-5-1 0 0,7 6-298 0 0,1 1 0 0 0,-1 0 0 0 0,1 0-1 0 0,-1 1 1 0 0,1-1 0 0 0,-1 1 0 0 0,0 0-1 0 0,0 0 1 0 0,0 0 0 0 0,0 0 0 0 0,0 0-1 0 0,0 1 1 0 0,0 0 0 0 0,0 0 0 0 0,-6 1-1 0 0,-11 3-6517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5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50 5985 0 0,'-1'0'62'0'0,"0"1"0"0"0,0-1 0 0 0,1 1 0 0 0,-1-1 0 0 0,0 1 0 0 0,1 0 0 0 0,-1-1 0 0 0,1 1 0 0 0,-1 0 0 0 0,1 0-1 0 0,-1-1 1 0 0,1 1 0 0 0,0 0 0 0 0,-1 0 0 0 0,1 0 0 0 0,0-1 0 0 0,0 1 0 0 0,-1 0 0 0 0,1 0 0 0 0,0 0 0 0 0,0 0 0 0 0,0 0 0 0 0,0 0-1 0 0,0-1 1 0 0,1 3 0 0 0,0-3 97 0 0,1 1 0 0 0,0-1 0 0 0,-1 0 0 0 0,1 1 0 0 0,0-1 0 0 0,0 0-1 0 0,0 0 1 0 0,-1 0 0 0 0,1-1 0 0 0,0 1 0 0 0,0 0 0 0 0,-1-1 0 0 0,4 0-1 0 0,101-24 3486 0 0,-56 12-1815 0 0,82-11 0 0 0,8 17-561 0 0,210 16-1 0 0,-84 1-1005 0 0,-25-10-54 0 0,324 14 1749 0 0,-440-6-1618 0 0,-48-5-249 0 0,-1 4 0 0 0,128 27 1 0 0,-149-18-22 0 0,33 8-2983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8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1696 0 0,'-5'0'265'0'0,"-13"7"5614"0"0,19-1-4702 0 0,6 20 452 0 0,-1 3-790 0 0,1 0-1 0 0,2-1 1 0 0,1 0 0 0 0,18 36 0 0 0,-24-58-755 0 0,0 1 1 0 0,0-1-1 0 0,0 0 1 0 0,1 0-1 0 0,0 0 1 0 0,0-1-1 0 0,1 1 1 0 0,0-1-1 0 0,10 7 1 0 0,-11-10-8 0 0,-1 1 0 0 0,1-1 0 0 0,0 0 0 0 0,0-1 0 0 0,0 1-1 0 0,0-1 1 0 0,0 0 0 0 0,0 0 0 0 0,0-1 0 0 0,0 1 0 0 0,0-1 0 0 0,1 0 0 0 0,-1-1 0 0 0,0 1 0 0 0,9-3 0 0 0,-7 1 93 0 0,-1 0 0 0 0,0-1 1 0 0,0 1-1 0 0,0-1 0 0 0,0-1 0 0 0,0 1 1 0 0,-1-1-1 0 0,0 0 0 0 0,1 0 1 0 0,-1-1-1 0 0,-1 0 0 0 0,1 1 0 0 0,-1-2 1 0 0,0 1-1 0 0,0 0 0 0 0,0-1 1 0 0,-1 0-1 0 0,3-6 0 0 0,-2 4-12 0 0,0 0-1 0 0,-1 0 0 0 0,0-1 0 0 0,0 0 0 0 0,-1 0 1 0 0,0 0-1 0 0,0 0 0 0 0,-1 0 0 0 0,0 0 1 0 0,-1 0-1 0 0,0 0 0 0 0,-3-16 0 0 0,2 21-189 0 0,-1-1-1 0 0,1 1 1 0 0,-1 0-1 0 0,-1-1 1 0 0,1 1-1 0 0,-1 0 0 0 0,1 1 1 0 0,-1-1-1 0 0,0 0 1 0 0,0 1-1 0 0,-1-1 1 0 0,1 1-1 0 0,-1 0 0 0 0,0 0 1 0 0,1 1-1 0 0,-1-1 1 0 0,0 1-1 0 0,-1 0 1 0 0,1 0-1 0 0,0 0 1 0 0,-1 0-1 0 0,1 1 0 0 0,-1 0 1 0 0,1 0-1 0 0,-1 0 1 0 0,0 0-1 0 0,1 1 1 0 0,-1 0-1 0 0,0 0 0 0 0,-7 1 1 0 0,-16 3-7543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5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57 920 0 0,'-29'-3'2366'0'0,"-43"2"0"0"0,44 2 424 0 0,32 0-2506 0 0,-1 0 1 0 0,1 0-1 0 0,-1 1 0 0 0,0-1 1 0 0,0 1-1 0 0,0 0 0 0 0,0 0 1 0 0,0 0-1 0 0,0 0 0 0 0,0 1 1 0 0,-1-1-1 0 0,1 1 1 0 0,-1-1-1 0 0,0 1 0 0 0,1 0 1 0 0,-1 0-1 0 0,2 4 0 0 0,-2-3-209 0 0,0 0 1 0 0,1 0-1 0 0,0 0 0 0 0,0-1 0 0 0,0 1 0 0 0,0-1 0 0 0,1 0 0 0 0,-1 0 0 0 0,1 0 1 0 0,0-1-1 0 0,0 1 0 0 0,0-1 0 0 0,0 0 0 0 0,5 2 0 0 0,-8-4-59 0 0,0 1 0 0 0,0-1 0 0 0,0 0 0 0 0,-1 0 0 0 0,1 0 0 0 0,0 0 0 0 0,0 0 0 0 0,0 0 0 0 0,0 0 0 0 0,-1 0 0 0 0,1-1 0 0 0,0 1 0 0 0,0 0 0 0 0,0 0 0 0 0,-1-1 0 0 0,1 1 0 0 0,0 0 0 0 0,0-1 0 0 0,-1 1 0 0 0,1-1 0 0 0,0 1 0 0 0,-1-1 0 0 0,1 1 0 0 0,0-1 0 0 0,-1 1 0 0 0,1-1 0 0 0,0-1 0 0 0,0 0 19 0 0,0 0 0 0 0,-1 1 0 0 0,1-1 0 0 0,-1 0 0 0 0,1 0 0 0 0,-1 0 0 0 0,0 0 0 0 0,1 0 0 0 0,-1 0 0 0 0,0 0 0 0 0,-1-3 0 0 0,1-2 70 0 0,-1 1 0 0 0,-1-1-1 0 0,1 0 1 0 0,-1 1 0 0 0,0-1 0 0 0,-3-6 0 0 0,2 9-61 0 0,1 0 1 0 0,-1 0 0 0 0,0 0-1 0 0,0 0 1 0 0,0 0-1 0 0,0 0 1 0 0,-1 1 0 0 0,1-1-1 0 0,-1 1 1 0 0,0 0-1 0 0,0 1 1 0 0,0-1-1 0 0,-1 0 1 0 0,-7-2 0 0 0,10 4-7 0 0,0 1 1 0 0,1-1 0 0 0,-1 1 0 0 0,0 0-1 0 0,0-1 1 0 0,0 1 0 0 0,0 0 0 0 0,0 0-1 0 0,1 0 1 0 0,-1 1 0 0 0,0-1 0 0 0,0 0-1 0 0,0 1 1 0 0,0-1 0 0 0,1 1-1 0 0,-4 1 1 0 0,3 0 2 0 0,0-1 0 0 0,-1 1 0 0 0,1 0 0 0 0,0 0-1 0 0,0 0 1 0 0,0 0 0 0 0,1 0 0 0 0,-1 0 0 0 0,0 1 0 0 0,1-1-1 0 0,-1 1 1 0 0,1-1 0 0 0,-2 6 0 0 0,1-5-23 0 0,1 1 1 0 0,0 0-1 0 0,0-1 1 0 0,0 1-1 0 0,0 0 1 0 0,0 0-1 0 0,1 0 1 0 0,0 0-1 0 0,0-1 1 0 0,0 1-1 0 0,0 0 1 0 0,0 0-1 0 0,1 0 1 0 0,0 0-1 0 0,0-1 1 0 0,0 1-1 0 0,0 0 1 0 0,0-1-1 0 0,3 6 1 0 0,-2-7-7 0 0,0 1-1 0 0,0-1 1 0 0,0 0-1 0 0,0 0 1 0 0,1 0 0 0 0,-1 0-1 0 0,0 0 1 0 0,1 0 0 0 0,0-1-1 0 0,-1 1 1 0 0,1-1-1 0 0,0 0 1 0 0,-1 0 0 0 0,1 0-1 0 0,0 0 1 0 0,0 0-1 0 0,0 0 1 0 0,0-1 0 0 0,0 0-1 0 0,0 1 1 0 0,0-1 0 0 0,0 0-1 0 0,0-1 1 0 0,0 1-1 0 0,4-1 1 0 0,8-2-36 0 0,0 0 0 0 0,0-1 0 0 0,0 0 1 0 0,26-13-1 0 0,-36 15 8 0 0,0 0 0 0 0,0-1 0 0 0,0 0 1 0 0,0 0-1 0 0,-1 0 0 0 0,1-1 1 0 0,-1 1-1 0 0,0-1 0 0 0,0 0 0 0 0,0 0 1 0 0,0-1-1 0 0,-1 1 0 0 0,0-1 0 0 0,0 0 1 0 0,0 0-1 0 0,3-8 0 0 0,-6 13-21 0 0,0-1-1 0 0,1 0 1 0 0,-1 1-1 0 0,0-1 1 0 0,0 0 0 0 0,0 0-1 0 0,0 1 1 0 0,0-1-1 0 0,0 0 1 0 0,0 0-1 0 0,0 1 1 0 0,0-1-1 0 0,0 0 1 0 0,0 0-1 0 0,0 1 1 0 0,-1-1-1 0 0,1 0 1 0 0,0 0-1 0 0,0 1 1 0 0,-1-1 0 0 0,1 0-1 0 0,-1 1 1 0 0,1-1-1 0 0,0 1 1 0 0,-1-1-1 0 0,1 0 1 0 0,-1 1-1 0 0,0-1 1 0 0,-1 0-45 0 0,0 0 1 0 0,1 0-1 0 0,-1 0 1 0 0,0 1-1 0 0,0-1 1 0 0,1 0-1 0 0,-1 1 1 0 0,0 0-1 0 0,0-1 1 0 0,0 1-1 0 0,-2 0 1 0 0,-3 0-314 0 0,-1 0-1 0 0,1 1 1 0 0,0 0 0 0 0,-13 3-1 0 0,9 0-514 0 0,-1 2-153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14 920 0 0,'-3'-1'658'0'0,"0"1"0"0"0,0 0-1 0 0,0 1 1 0 0,0-1 0 0 0,0 1-1 0 0,0-1 1 0 0,0 1 0 0 0,0 0-1 0 0,0 0 1 0 0,0 0 0 0 0,0 0-1 0 0,0 1 1 0 0,1-1 0 0 0,-1 1-1 0 0,1-1 1 0 0,-1 1 0 0 0,-3 4-1 0 0,4-3-430 0 0,0-1 0 0 0,0 0-1 0 0,1 1 1 0 0,0-1 0 0 0,-1 1 0 0 0,1 0-1 0 0,0 0 1 0 0,0-1 0 0 0,1 1 0 0 0,-1 0 0 0 0,1 0-1 0 0,-1 0 1 0 0,1 0 0 0 0,0-1 0 0 0,0 7-1 0 0,1-4-196 0 0,-1 0-1 0 0,1 1 1 0 0,0-1 0 0 0,1 0-1 0 0,0 1 1 0 0,-1-1-1 0 0,2 0 1 0 0,-1 0 0 0 0,0 0-1 0 0,1-1 1 0 0,0 1-1 0 0,0 0 1 0 0,1-1 0 0 0,-1 0-1 0 0,1 0 1 0 0,0 0 0 0 0,0 0-1 0 0,0-1 1 0 0,6 4-1 0 0,0-2 56 0 0,0-1 1 0 0,0 0-1 0 0,1 0 0 0 0,-1-1 0 0 0,1-1 0 0 0,0 1 0 0 0,0-2 1 0 0,0 0-1 0 0,0 0 0 0 0,0-1 0 0 0,22-2 0 0 0,0-3 340 0 0,1-1 0 0 0,53-16 0 0 0,41-20 322 0 0,-35 12-37 0 0,134-28 0 0 0,-112 40-353 0 0,122-3-1 0 0,-162 19-321 0 0,-1 3 1 0 0,131 21-1 0 0,-74-3-1780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7370 0 0,'0'0'107'0'0,"0"-1"0"0"0,0 1 0 0 0,0 0 1 0 0,0-1-1 0 0,0 1 0 0 0,0 0 1 0 0,-1-1-1 0 0,1 1 0 0 0,0 0 0 0 0,0-1 1 0 0,0 1-1 0 0,1 0 0 0 0,-1-1 0 0 0,0 1 1 0 0,0-1-1 0 0,0 1 0 0 0,0 0 1 0 0,0-1-1 0 0,0 1 0 0 0,0 0 0 0 0,1 0 1 0 0,-1-1-1 0 0,0 1 0 0 0,0 0 0 0 0,0-1 1 0 0,1 1-1 0 0,-1 0 0 0 0,0 0 1 0 0,0-1-1 0 0,1 1 0 0 0,-1 0 0 0 0,0 0 1 0 0,1-1-1 0 0,-1 1 0 0 0,0 0 1 0 0,1 0-1 0 0,-1 0 0 0 0,0 0 0 0 0,1 0 1 0 0,-1 0-1 0 0,0 0 0 0 0,1-1 0 0 0,-1 1 1 0 0,0 0-1 0 0,1 0 0 0 0,-1 0 1 0 0,0 0-1 0 0,1 0 0 0 0,-1 1 0 0 0,1-1 1 0 0,-1 0-1 0 0,0 0 0 0 0,1 0 0 0 0,-1 0 1 0 0,0 0-1 0 0,1 0 0 0 0,-1 1 1 0 0,0-1-1 0 0,0 0 0 0 0,1 0 0 0 0,2 1 1105 0 0,0 3-430 0 0,9 9-212 0 0,-1 0-1 0 0,-1 0 0 0 0,0 2 0 0 0,-1-1 1 0 0,12 25-1 0 0,31 90 383 0 0,-33-81-859 0 0,24 48-1 0 0,-40-89-73 0 0,8 12 17 0 0,0 0 0 0 0,17 22 0 0 0,-25-37-3 0 0,0 0 0 0 0,1 0-1 0 0,-1 0 1 0 0,1 0 0 0 0,0-1-1 0 0,0 1 1 0 0,1-1 0 0 0,-1 0 0 0 0,1 0-1 0 0,-1-1 1 0 0,1 1 0 0 0,0-1-1 0 0,0 0 1 0 0,10 2 0 0 0,-10-4 3 0 0,0 0-1 0 0,0 0 1 0 0,0-1 0 0 0,0 0-1 0 0,0 0 1 0 0,0 0 0 0 0,0 0 0 0 0,-1-1-1 0 0,1 0 1 0 0,0 0 0 0 0,-1 0-1 0 0,0 0 1 0 0,1-1 0 0 0,-1 0 0 0 0,0 0-1 0 0,0 0 1 0 0,-1 0 0 0 0,1 0-1 0 0,-1-1 1 0 0,1 0 0 0 0,3-5 0 0 0,8-11-285 0 0,0-1 0 0 0,20-39 0 0 0,-33 56 183 0 0,53-96-5630 0 0,-43 81-105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18 3049 0 0,'-5'2'832'0'0,"1"0"1"0"0,-1 1 0 0 0,1-1 0 0 0,0 1 0 0 0,0 0 0 0 0,0 0-1 0 0,0 0 1 0 0,0 0 0 0 0,1 1 0 0 0,-1 0 0 0 0,1 0 0 0 0,0 0-1 0 0,0 0 1 0 0,0 0 0 0 0,1 0 0 0 0,0 1 0 0 0,-1-1-1 0 0,-1 7 1 0 0,2-3-611 0 0,1-1-1 0 0,0 0 1 0 0,0 0 0 0 0,1 11-1 0 0,0-7-178 0 0,0 1-1 0 0,2-1 0 0 0,-1 0 0 0 0,1 1 1 0 0,1-1-1 0 0,0 0 0 0 0,1-1 0 0 0,0 1 1 0 0,0-1-1 0 0,1 1 0 0 0,8 11 0 0 0,-10-18-37 0 0,-1 0-1 0 0,1-1 0 0 0,0 1 1 0 0,0-1-1 0 0,0 0 1 0 0,1 0-1 0 0,-1 0 0 0 0,1 0 1 0 0,0 0-1 0 0,-1-1 0 0 0,1 0 1 0 0,1 0-1 0 0,-1 0 1 0 0,0 0-1 0 0,0 0 0 0 0,1-1 1 0 0,-1 0-1 0 0,1 0 0 0 0,-1 0 1 0 0,1-1-1 0 0,-1 1 1 0 0,1-1-1 0 0,-1 0 0 0 0,1 0 1 0 0,-1-1-1 0 0,1 1 1 0 0,0-1-1 0 0,-1 0 0 0 0,0 0 1 0 0,7-3-1 0 0,-6 2 27 0 0,0 0 0 0 0,0 0-1 0 0,0-1 1 0 0,0 0 0 0 0,0 0 0 0 0,0 0-1 0 0,-1 0 1 0 0,0-1 0 0 0,1 0 0 0 0,-1 0 0 0 0,-1 0-1 0 0,1 0 1 0 0,-1-1 0 0 0,1 1 0 0 0,-1-1-1 0 0,0 0 1 0 0,-1 0 0 0 0,4-9 0 0 0,-3 6 42 0 0,-1 0 0 0 0,0-1 0 0 0,-1 1-1 0 0,0 0 1 0 0,0 0 0 0 0,0-1 0 0 0,-1 1 0 0 0,-1 0 0 0 0,1-1 0 0 0,-2 1 0 0 0,1 0 0 0 0,-3-8 0 0 0,2 8-48 0 0,-1 0 0 0 0,0 0 0 0 0,0 0 0 0 0,-1 1 0 0 0,0-1-1 0 0,0 1 1 0 0,0 0 0 0 0,-1 0 0 0 0,0 1 0 0 0,-1 0 0 0 0,1 0 0 0 0,-8-6 0 0 0,9 9-93 0 0,-1-1 0 0 0,1 1 1 0 0,-1 0-1 0 0,0 1 0 0 0,0-1 0 0 0,0 1 1 0 0,0 0-1 0 0,0 0 0 0 0,-1 1 0 0 0,1-1 1 0 0,0 1-1 0 0,-1 0 0 0 0,1 1 0 0 0,-1 0 1 0 0,0-1-1 0 0,1 2 0 0 0,-1-1 0 0 0,-10 2 1 0 0,-4 5-1504 0 0,3 3-3281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7834 0 0,'4'25'6536'0'0,"-3"-9"-6474"0"0,1-1-1 0 0,0 1 1 0 0,8 26-1 0 0,-7-37-45 0 0,0 0-1 0 0,0 0 0 0 0,0-1 0 0 0,1 1 0 0 0,-1-1 0 0 0,1 0 1 0 0,0 0-1 0 0,0 0 0 0 0,1 0 0 0 0,-1-1 0 0 0,1 0 0 0 0,0 0 0 0 0,0 0 1 0 0,0 0-1 0 0,0-1 0 0 0,0 0 0 0 0,0 0 0 0 0,1 0 0 0 0,-1 0 1 0 0,1-1-1 0 0,-1 0 0 0 0,1 0 0 0 0,0-1 0 0 0,-1 0 0 0 0,11 0 0 0 0,-11 0 69 0 0,-1-1 0 0 0,1 1-1 0 0,-1-1 1 0 0,1 0-1 0 0,-1 0 1 0 0,1 0-1 0 0,-1-1 1 0 0,1 0-1 0 0,-1 1 1 0 0,0-2-1 0 0,0 1 1 0 0,0 0 0 0 0,0-1-1 0 0,0 0 1 0 0,-1 0-1 0 0,1 0 1 0 0,-1 0-1 0 0,0 0 1 0 0,0-1-1 0 0,0 1 1 0 0,0-1-1 0 0,0 0 1 0 0,-1 0-1 0 0,0 0 1 0 0,0 0 0 0 0,0 0-1 0 0,0-1 1 0 0,-1 1-1 0 0,1-1 1 0 0,-1 1-1 0 0,0-7 1 0 0,0 5-1 0 0,-1 1 0 0 0,-1-1 1 0 0,1 0-1 0 0,-1 1 0 0 0,0-1 1 0 0,0 0-1 0 0,-1 1 0 0 0,1-1 1 0 0,-1 1-1 0 0,-1 0 0 0 0,1 0 1 0 0,-1-1-1 0 0,0 2 0 0 0,0-1 1 0 0,0 0-1 0 0,-7-7 0 0 0,8 10-79 0 0,0 0 1 0 0,0 0-1 0 0,0 0 0 0 0,0 0 1 0 0,0 1-1 0 0,0-1 0 0 0,0 1 1 0 0,-1-1-1 0 0,1 1 0 0 0,-1 0 1 0 0,1 0-1 0 0,-1 0 0 0 0,1 0 1 0 0,-1 1-1 0 0,1-1 0 0 0,-1 1 1 0 0,0-1-1 0 0,1 1 0 0 0,-1 0 1 0 0,0 0-1 0 0,0 0 0 0 0,1 0 1 0 0,-1 1-1 0 0,0-1 0 0 0,1 1 1 0 0,-1-1-1 0 0,1 1 0 0 0,-1 0 1 0 0,1 0-1 0 0,-1 0 0 0 0,1 0 1 0 0,-1 1-1 0 0,1-1 0 0 0,0 1 1 0 0,0-1-1 0 0,-4 4 0 0 0,1 2-717 0 0,1 0-222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3681 0 0,'0'9'9322'0'0,"3"2"-9288"0"0,0 0 0 0 0,1 0 0 0 0,1 0 1 0 0,0-1-1 0 0,0 1 0 0 0,1-1 0 0 0,1-1 0 0 0,0 1 1 0 0,0-1-1 0 0,0 0 0 0 0,1-1 0 0 0,0 0 0 0 0,1 0 1 0 0,0-1-1 0 0,0 0 0 0 0,18 10 0 0 0,-5-8-4904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210 154 5529 0 0,'-3'0'310'0'0,"0"-1"1"0"0,0 0-1 0 0,0 1 0 0 0,0-1 1 0 0,0 1-1 0 0,0 0 0 0 0,0 0 1 0 0,0 0-1 0 0,0 1 0 0 0,0-1 0 0 0,0 1 1 0 0,0-1-1 0 0,0 1 0 0 0,-4 2 1 0 0,-40 19 2680 0 0,36-14-2695 0 0,0 0-1 0 0,0 1 1 0 0,1 0 0 0 0,0 0-1 0 0,-8 12 1 0 0,13-15-218 0 0,0 1-1 0 0,0 0 1 0 0,1-1 0 0 0,0 2 0 0 0,0-1-1 0 0,1 0 1 0 0,0 1 0 0 0,0-1-1 0 0,-3 16 1 0 0,6-20-80 0 0,0-1 0 0 0,-1 1-1 0 0,1 0 1 0 0,0 0 0 0 0,0 0 0 0 0,0 0-1 0 0,1-1 1 0 0,-1 1 0 0 0,1 0-1 0 0,0 0 1 0 0,0 0 0 0 0,-1-1 0 0 0,2 1-1 0 0,-1-1 1 0 0,0 1 0 0 0,1-1 0 0 0,-1 1-1 0 0,1-1 1 0 0,-1 1 0 0 0,1-1 0 0 0,0 0-1 0 0,0 0 1 0 0,0 0 0 0 0,0 0 0 0 0,1-1-1 0 0,-1 1 1 0 0,0 0 0 0 0,1-1 0 0 0,-1 0-1 0 0,1 1 1 0 0,0-1 0 0 0,-1 0 0 0 0,1-1-1 0 0,3 2 1 0 0,0-1-176 0 0,0 1-1 0 0,-1-1 1 0 0,1-1-1 0 0,0 1 1 0 0,0-1-1 0 0,0 0 0 0 0,0 0 1 0 0,0-1-1 0 0,-1 1 1 0 0,1-2-1 0 0,0 1 1 0 0,0 0-1 0 0,-1-1 1 0 0,1 0-1 0 0,8-5 1 0 0,-8 4-94 0 0,-1-1 0 0 0,1 0 0 0 0,-1 0 0 0 0,0-1 1 0 0,-1 1-1 0 0,1-1 0 0 0,-1 0 0 0 0,0 0 0 0 0,0-1 1 0 0,0 1-1 0 0,-1-1 0 0 0,0 0 0 0 0,4-8 0 0 0,-4 5 280 0 0,0-1 0 0 0,-1 1 0 0 0,0-1 0 0 0,-1 0 0 0 0,0 0 0 0 0,0 0 0 0 0,-1 0 0 0 0,-1-10 0 0 0,-4-14 2230 0 0,-2 0-1 0 0,-1 0 1 0 0,-24-64 0 0 0,31 96-2067 0 0,-7-16 1563 0 0,7 24-300 0 0,6 33-265 0 0,-4-35-1271 0 0,6 30 30 0 0,1-1-1 0 0,2 0 0 0 0,1 0 1 0 0,1-1-1 0 0,2 0 1 0 0,23 38-1 0 0,-19-42-716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1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50 149 6337 0 0,'-10'-10'680'0'0,"9"9"-808"0"0,-1 0 0 0 0,1 0 0 0 0,0 0 0 0 0,-1 0 1 0 0,1 0-1 0 0,0 0 0 0 0,0 0 0 0 0,0 0 0 0 0,0-1 1 0 0,0 1-1 0 0,0 0 0 0 0,0 0 0 0 0,0-1 1 0 0,1 1-1 0 0,-1-1 0 0 0,0 1 0 0 0,1-1 0 0 0,-1 1 1 0 0,1-1-1 0 0,-1-1 0 0 0,2 3 115 0 0,-1-1 0 0 0,0 1 0 0 0,0-1 1 0 0,0 1-1 0 0,0-1 0 0 0,0 1 0 0 0,0 0 0 0 0,0-1 0 0 0,0 1 1 0 0,-1-1-1 0 0,1 1 0 0 0,0 0 0 0 0,0-1 0 0 0,0 1 0 0 0,0-1 1 0 0,0 1-1 0 0,-1 0 0 0 0,1-1 0 0 0,0 1 0 0 0,0 0 1 0 0,-1-1-1 0 0,1 1 0 0 0,0 0 0 0 0,0-1 0 0 0,-1 1 0 0 0,1 0 1 0 0,0 0-1 0 0,-1-1 0 0 0,1 1 0 0 0,-1 0 0 0 0,1 0 0 0 0,0 0 1 0 0,-1-1-1 0 0,1 1 0 0 0,-1 0 0 0 0,1 0 0 0 0,0 0 0 0 0,-12-5 4688 0 0,13 0-4262 0 0,-2 3-280 0 0,1 1-66 0 0,0-1-1 0 0,0 1 1 0 0,0-1-1 0 0,-1 1 1 0 0,1 0 0 0 0,1-1-1 0 0,-1 1 1 0 0,0-1-1 0 0,0 1 1 0 0,0 0 0 0 0,1-1-1 0 0,-1 1 1 0 0,1 0-1 0 0,1-3 348 0 0,13 33 3680 0 0,21 41-2887 0 0,-26-49-1220 0 0,0-1 1 0 0,0 0 0 0 0,2 0 0 0 0,1-1 0 0 0,0-1 0 0 0,25 26-1 0 0,-38-43 0 0 0,1 0 0 0 0,-1-1 1 0 0,1 1-1 0 0,0 0 0 0 0,0-1 0 0 0,-1 1 0 0 0,1-1 0 0 0,0 1 0 0 0,0-1 0 0 0,0 1 0 0 0,-1-1 0 0 0,1 1 0 0 0,0-1 0 0 0,0 0 0 0 0,0 1 0 0 0,0-1 0 0 0,0 0 0 0 0,0 0 0 0 0,0 0 1 0 0,0 0-1 0 0,0 0 0 0 0,0 0 0 0 0,-1 0 0 0 0,1 0 0 0 0,0 0 0 0 0,0 0 0 0 0,1-1 0 0 0,-1 0 12 0 0,1 0 0 0 0,-1 0 0 0 0,0 0 0 0 0,0 0 0 0 0,-1 0 1 0 0,1 0-1 0 0,0-1 0 0 0,0 1 0 0 0,0 0 0 0 0,-1-1 0 0 0,1 1 0 0 0,-1 0 0 0 0,1-1 0 0 0,-1 1 0 0 0,1-3 0 0 0,1-9 112 0 0,0 1-1 0 0,-1-1 0 0 0,-1-14 0 0 0,0 23-63 0 0,-1-25 230 0 0,0 1 1 0 0,-7-31-1 0 0,6 45-239 0 0,-1 1 0 0 0,-1 0 0 0 0,0 0 0 0 0,-1 0 0 0 0,0 1 0 0 0,-11-19 0 0 0,16 30-40 0 0,-1 0 1 0 0,0-1 0 0 0,0 1 0 0 0,1 0 0 0 0,-1 0-1 0 0,0 0 1 0 0,0 0 0 0 0,0 0 0 0 0,0 0 0 0 0,0 1-1 0 0,0-1 1 0 0,-1 0 0 0 0,1 0 0 0 0,0 1 0 0 0,0-1-1 0 0,-2 0 1 0 0,2 1 23 0 0,0 0 0 0 0,0 0 0 0 0,1 0 0 0 0,-1 0 0 0 0,0 0-1 0 0,0 0 1 0 0,1 0 0 0 0,-1 0 0 0 0,0 1 0 0 0,1-1 0 0 0,-1 0 0 0 0,0 0 0 0 0,1 1 0 0 0,-1-1 0 0 0,0 0-1 0 0,1 1 1 0 0,-1-1 0 0 0,0 1 0 0 0,1-1 0 0 0,-1 1 0 0 0,0 0 0 0 0,0 1-2 0 0,-1 0 1 0 0,1 0-1 0 0,0 0 1 0 0,0 0-1 0 0,0 1 1 0 0,0-1-1 0 0,0 0 1 0 0,0 0-1 0 0,0 1 1 0 0,1-1-1 0 0,0 0 1 0 0,-1 1-1 0 0,1-1 1 0 0,0 1-1 0 0,0-1 1 0 0,1 5-1 0 0,0 1-62 0 0,1-1-1 0 0,0 1 1 0 0,1-1 0 0 0,0 1-1 0 0,0-1 1 0 0,0 0 0 0 0,1 0-1 0 0,0-1 1 0 0,6 8 0 0 0,-9-13 24 0 0,0 1 0 0 0,0-1 0 0 0,0 1 0 0 0,1-1 0 0 0,-1 1 0 0 0,0-1-1 0 0,1 0 1 0 0,-1 0 0 0 0,1 0 0 0 0,-1 0 0 0 0,1 0 0 0 0,0 0 0 0 0,-1 0 0 0 0,1-1 0 0 0,0 1 0 0 0,0 0 0 0 0,0-1 0 0 0,-1 0 0 0 0,1 1 0 0 0,0-1 0 0 0,0 0 0 0 0,0 0 0 0 0,0 0 0 0 0,0 0 0 0 0,0 0 0 0 0,-1 0 0 0 0,1-1 0 0 0,0 1 0 0 0,0-1 0 0 0,0 1 0 0 0,0-1 0 0 0,-1 0 0 0 0,1 1 0 0 0,0-1-1 0 0,-1 0 1 0 0,1 0 0 0 0,-1 0 0 0 0,1-1 0 0 0,-1 1 0 0 0,1 0 0 0 0,-1 0 0 0 0,2-3 0 0 0,-2 3-114 0 0,0 0 0 0 0,-1 0 0 0 0,1 0 0 0 0,0 1 0 0 0,0-1 0 0 0,-1 0 0 0 0,1-1-1 0 0,-1 1 1 0 0,1 0 0 0 0,-1 0 0 0 0,0 0 0 0 0,1 0 0 0 0,-1 0 0 0 0,0 0 0 0 0,0 0 0 0 0,1-1 0 0 0,-1 1-1 0 0,0 0 1 0 0,0-2 0 0 0,-2-2-949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129 188 1376 0 0,'-2'-1'42'0'0,"0"0"-1"0"0,0 1 0 0 0,0-1 1 0 0,0 0-1 0 0,0 1 0 0 0,0 0 1 0 0,0 0-1 0 0,0-1 0 0 0,0 1 1 0 0,0 0-1 0 0,0 1 0 0 0,0-1 1 0 0,0 0-1 0 0,0 1 0 0 0,0-1 1 0 0,0 1-1 0 0,-3 1 0 0 0,0 0 127 0 0,0 0-1 0 0,1 1 0 0 0,-1 0 0 0 0,1 0 0 0 0,-1 0 0 0 0,-6 8 0 0 0,5-6 201 0 0,1 1 0 0 0,0 0 0 0 0,0 0 0 0 0,0 1 0 0 0,1 0 1 0 0,0-1-1 0 0,0 1 0 0 0,1 1 0 0 0,-5 11 0 0 0,8-18-276 0 0,0-1 1 0 0,-1 1-1 0 0,1 0 1 0 0,0-1-1 0 0,0 1 1 0 0,0 0-1 0 0,0-1 1 0 0,-1 1-1 0 0,1-1 1 0 0,0 1-1 0 0,0 0 1 0 0,0-1-1 0 0,0 1 1 0 0,1 0-1 0 0,-1-1 1 0 0,0 1-1 0 0,0 0 1 0 0,0-1-1 0 0,0 1 1 0 0,1 0-1 0 0,-1-1 1 0 0,0 1-1 0 0,0-1 1 0 0,1 1-1 0 0,-1-1 1 0 0,1 1-1 0 0,-1-1 1 0 0,0 1-1 0 0,1-1 1 0 0,-1 1-1 0 0,1-1 1 0 0,-1 1-1 0 0,1-1 1 0 0,0 0-1 0 0,-1 1 1 0 0,1-1-1 0 0,-1 0 1 0 0,1 1-1 0 0,-1-1 1 0 0,1 0-1 0 0,0 0 1 0 0,-1 0-1 0 0,1 0 1 0 0,0 1-1 0 0,-1-1 1 0 0,1 0-1 0 0,0 0 1 0 0,-1 0-1 0 0,1 0 1 0 0,0-1-1 0 0,-1 1 1 0 0,1 0-1 0 0,0 0 1 0 0,-1 0-1 0 0,1 0 1 0 0,-1-1-1 0 0,1 1 1 0 0,0 0-1 0 0,-1-1 1 0 0,1 1-1 0 0,-1 0 1 0 0,1-1-1 0 0,1 0 2 0 0,0 0-1 0 0,0 0 0 0 0,0 1 1 0 0,0-1-1 0 0,-1-1 0 0 0,1 1 1 0 0,-1 0-1 0 0,1 0 0 0 0,0-1 0 0 0,-1 1 1 0 0,0 0-1 0 0,1-1 0 0 0,-1 0 1 0 0,0 1-1 0 0,0-1 0 0 0,0 0 1 0 0,0 1-1 0 0,0-1 0 0 0,0 0 1 0 0,-1 0-1 0 0,2-3 0 0 0,-2 4-80 0 0,0 0-1 0 0,0 0 1 0 0,0 0-1 0 0,0 0 1 0 0,0 0-1 0 0,0 1 1 0 0,0-1-1 0 0,-1 0 0 0 0,1 0 1 0 0,0 0-1 0 0,0 0 1 0 0,-1 0-1 0 0,1 1 1 0 0,-1-1-1 0 0,1 0 1 0 0,0 0-1 0 0,-1 0 1 0 0,0 1-1 0 0,1-1 1 0 0,-1 0-1 0 0,1 1 1 0 0,-1-1-1 0 0,0 1 1 0 0,1-1-1 0 0,-1 0 1 0 0,0 1-1 0 0,0 0 1 0 0,0-1-1 0 0,1 1 1 0 0,-1-1-1 0 0,0 1 1 0 0,0 0-1 0 0,0 0 0 0 0,0-1 1 0 0,0 1-1 0 0,1 0 1 0 0,-1 0-1 0 0,0 0 1 0 0,0 0-1 0 0,0 0 1 0 0,0 0-1 0 0,-1 1 1 0 0,0-1 33 0 0,0 0-1 0 0,1 0 1 0 0,-1-1 0 0 0,1 1 0 0 0,-1 0 0 0 0,0 0 0 0 0,1-1 0 0 0,-1 1-1 0 0,1-1 1 0 0,-1 0 0 0 0,1 1 0 0 0,-1-1 0 0 0,1 0 0 0 0,-3-2-1 0 0,34-9 2812 0 0,209-37-2857 0 0,-156 34 0 0 0,708-123 1182 0 0,-733 128-1172 0 0,-17 2-10 0 0,80-4 0 0 0,-118 12-128 0 0,-1 0 20 0 0,0-1 1 0 0,0 1-1 0 0,0 0 0 0 0,0 0 1 0 0,1 0-1 0 0,-1 1 1 0 0,0-1-1 0 0,0 0 0 0 0,0 1 1 0 0,0 0-1 0 0,0-1 1 0 0,0 1-1 0 0,0 0 0 0 0,-1 0 1 0 0,1 0-1 0 0,3 2 1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5065 0 0,'39'1'1435'0'0,"38"-2"962"0"0,141-34 1015 0 0,-14 2-2573 0 0,-58 19-3833 0 0,-113 11-799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11 6417 0 0,'-7'4'11691'0'0,"8"-5"-11701"0"0,17-9 492 0 0,-17 9-416 0 0,0 1 0 0 0,0-1 0 0 0,-1 1 0 0 0,1 0 0 0 0,0-1 0 0 0,0 1 0 0 0,-1 0 0 0 0,1 0 0 0 0,0 0-1 0 0,0 0 1 0 0,0-1 0 0 0,-1 1 0 0 0,1 0 0 0 0,0 0 0 0 0,0 1 0 0 0,0-1 0 0 0,0 0 0 0 0,-1 0 0 0 0,1 0 0 0 0,0 0 0 0 0,0 1 0 0 0,-1-1-1 0 0,1 0 1 0 0,1 1 0 0 0,-1 0-191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1464 0 0,'0'2'4093'0'0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39 2761 0 0,'33'-16'3992'0'0,"-29"16"-3765"0"0,0-1-1 0 0,0 1 1 0 0,0 0-1 0 0,0 0 0 0 0,0 0 1 0 0,0 1-1 0 0,0-1 1 0 0,0 1-1 0 0,0 0 0 0 0,6 2 1 0 0,24 4 507 0 0,210 3 3320 0 0,-144-5-3499 0 0,-93-4-660 0 0,1-1 0 0 0,0 0-1 0 0,-1-1 1 0 0,1 0 0 0 0,0 0 0 0 0,-1-1-1 0 0,1 0 1 0 0,-1 0 0 0 0,1-1-1 0 0,-1 0 1 0 0,0 0 0 0 0,0 0 0 0 0,-1-1-1 0 0,11-8 1 0 0,-10-2-4475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0,'0'0'191'0'0,"26"21"6501"0"0,-22-17-6385 0 0,-1-1 1 0 0,1 0-1 0 0,0-1 0 0 0,0 1 1 0 0,0 0-1 0 0,1-1 1 0 0,-1 0-1 0 0,1 0 1 0 0,-1 0-1 0 0,1-1 1 0 0,-1 0-1 0 0,1 0 0 0 0,0 0 1 0 0,6 1-1 0 0,-34-12-8504 0 0,3-5 5508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8.5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49 6449 0 0,'-1'-2'147'0'0,"0"1"0"0"0,0 0-1 0 0,-1-1 1 0 0,1 1 0 0 0,0 0-1 0 0,0-1 1 0 0,1 0 0 0 0,-1 1-1 0 0,0-1 1 0 0,0 1 0 0 0,1-1-1 0 0,-1 0 1 0 0,1 0 0 0 0,-1-3-1 0 0,1 4 198 0 0,0 0 0 0 0,0-1-1 0 0,-1 1 1 0 0,1 0 0 0 0,0-1-1 0 0,-1 1 1 0 0,1 0 0 0 0,-1 0-1 0 0,0-1 1 0 0,1 1 0 0 0,-1 0-1 0 0,0 0 1 0 0,1 0 0 0 0,-1 0-1 0 0,0 0 1 0 0,0 0 0 0 0,-1-1-1 0 0,1 2-236 0 0,1 0-1 0 0,0 0 1 0 0,-1 0 0 0 0,1 0-1 0 0,-1 0 1 0 0,1 0 0 0 0,0 0-1 0 0,-1 0 1 0 0,1 1 0 0 0,-1-1-1 0 0,1 0 1 0 0,0 0 0 0 0,-1 0-1 0 0,1 0 1 0 0,0 1 0 0 0,-1-1-1 0 0,1 0 1 0 0,0 0 0 0 0,-1 1-1 0 0,1-1 1 0 0,0 0 0 0 0,0 0-1 0 0,-1 1 1 0 0,1-1 0 0 0,0 0-1 0 0,0 1 1 0 0,0-1 0 0 0,-1 1-1 0 0,1-1 1 0 0,0 0 0 0 0,0 1-1 0 0,0-1 1 0 0,0 0 0 0 0,0 1-1 0 0,0-1 1 0 0,0 1 0 0 0,-5 19 553 0 0,4-17-378 0 0,-5 40 176 0 0,2-1-1 0 0,3 85 1 0 0,2-92-408 0 0,6 175 54 0 0,54 321-1 0 0,-51-471-129 0 0,24 118-1155 0 0,-27-152 2 0 0,1 0-1 0 0,17 34 1 0 0,-13-38-315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2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790 171 3225 0 0,'-1'-10'531'0'0,"-1"1"0"0"0,1 0 0 0 0,-1 0-1 0 0,-1 0 1 0 0,0 0 0 0 0,0 1 0 0 0,-1-1 0 0 0,0 1 0 0 0,0-1 0 0 0,-1 1 0 0 0,0 1 0 0 0,0-1 0 0 0,-1 1 0 0 0,0 0 0 0 0,-10-10 0 0 0,11 14-247 0 0,-1-1-1 0 0,1 1 1 0 0,-1 0 0 0 0,0 1-1 0 0,0-1 1 0 0,0 1 0 0 0,0 0-1 0 0,0 0 1 0 0,0 1 0 0 0,0 0-1 0 0,0 0 1 0 0,-1 1 0 0 0,1-1-1 0 0,0 1 1 0 0,-1 1 0 0 0,1-1-1 0 0,0 1 1 0 0,-1 0 0 0 0,1 0-1 0 0,-9 4 1 0 0,-1 0 93 0 0,0 1 0 0 0,0 1 0 0 0,0 0 0 0 0,1 1-1 0 0,0 0 1 0 0,-19 15 0 0 0,6 0-186 0 0,2 2 0 0 0,0 0 0 0 0,1 2 0 0 0,2 1 0 0 0,1 0 0 0 0,1 2 0 0 0,-26 49 0 0 0,12-10-176 0 0,3 2 0 0 0,-34 109-1 0 0,40-95-2 0 0,3 1 0 0 0,4 1-1 0 0,4 0 1 0 0,-6 117-1 0 0,20-158-13 0 0,3 1 0 0 0,1 0 1 0 0,19 89-1 0 0,-13-102 2 0 0,1-1 0 0 0,1 0 1 0 0,2-1-1 0 0,2-1 1 0 0,0 0-1 0 0,22 31 1 0 0,-14-30-47 0 0,2 0 0 0 0,2-2 0 0 0,1-1 0 0 0,1-1 1 0 0,1-1-1 0 0,1-2 0 0 0,2-1 0 0 0,0-2 0 0 0,1-1 0 0 0,2-1 1 0 0,0-2-1 0 0,0-2 0 0 0,2-2 0 0 0,65 17 0 0 0,-63-21 3 0 0,1-2 0 0 0,0-2 0 0 0,0-2-1 0 0,0-2 1 0 0,0-1 0 0 0,49-7 0 0 0,-56 2 14 0 0,-1-1 0 0 0,0-2 0 0 0,0-2 0 0 0,-1-1 0 0 0,0-1 0 0 0,-1-2 0 0 0,56-31 0 0 0,-62 27 35 0 0,-1 0-1 0 0,0-1 1 0 0,-2-2 0 0 0,0 0-1 0 0,-1-2 1 0 0,-2 0 0 0 0,0-1-1 0 0,-1-1 1 0 0,19-33 0 0 0,-10 6 99 0 0,-1-1 0 0 0,-3 0 0 0 0,31-106 1 0 0,-39 96 67 0 0,-3-1 1 0 0,-3 0 0 0 0,-2-1-1 0 0,-3 0 1 0 0,-4 0 0 0 0,-1 0-1 0 0,-15-85 1 0 0,9 106-151 0 0,-1 1 0 0 0,-3 1 1 0 0,-1 0-1 0 0,-28-63 0 0 0,28 78-24 0 0,-1 0 0 0 0,-2 1-1 0 0,0 1 1 0 0,-1 1 0 0 0,-2 0 0 0 0,0 1 0 0 0,-40-36 0 0 0,40 44 1 0 0,0 1 0 0 0,-1 1 0 0 0,-1 0 0 0 0,0 2 0 0 0,0 0 0 0 0,-1 1 0 0 0,-24-6 0 0 0,17 7 0 0 0,1 1 0 0 0,-1 1 0 0 0,-1 2 0 0 0,1 1 0 0 0,-35 1 0 0 0,53 2-14 0 0,1 0 1 0 0,-1 1-1 0 0,1 1 1 0 0,-1 0-1 0 0,1 0 0 0 0,0 1 1 0 0,0 0-1 0 0,0 0 1 0 0,0 1-1 0 0,0 0 0 0 0,1 1 1 0 0,0 0-1 0 0,0 0 1 0 0,0 1-1 0 0,-9 8 1 0 0,8-5-204 0 0,1 1 0 0 0,0-1 0 0 0,1 2 0 0 0,-1-1 0 0 0,2 1 0 0 0,0 0 0 0 0,0 1 0 0 0,1-1 0 0 0,0 1 0 0 0,1 0 0 0 0,-2 13 0 0 0,-4 19-1938 0 0,1 4-4384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9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330 183 1840 0 0,'-5'-44'1306'0'0,"4"33"1079"0"0,0 0-1 0 0,0 0 1 0 0,-9-18 3559 0 0,10 29-5887 0 0,-6 10 1325 0 0,-2 11-277 0 0,-56 334 758 0 0,43-210-3134 0 0,19-136 942 0 0,-4 38-1776 0 0,6-45 1813 0 0,0 0 1 0 0,0 0-1 0 0,0 0 0 0 0,0 0 1 0 0,0-1-1 0 0,1 1 0 0 0,-1 0 1 0 0,0 0-1 0 0,1-1 0 0 0,0 1 0 0 0,-1 0 1 0 0,1-1-1 0 0,0 1 0 0 0,0 0 1 0 0,0-1-1 0 0,0 1 0 0 0,0-1 1 0 0,0 1-1 0 0,0-1 0 0 0,0 0 1 0 0,2 2-1 0 0,-2-3 243 0 0,0 0-1 0 0,0 1 1 0 0,0-1-1 0 0,-1 0 1 0 0,1 0-1 0 0,0 0 1 0 0,0 0 0 0 0,0 0-1 0 0,0 0 1 0 0,0 0-1 0 0,0 0 1 0 0,-1 0-1 0 0,1-1 1 0 0,0 1 0 0 0,0 0-1 0 0,0-1 1 0 0,0 1-1 0 0,-1 0 1 0 0,1-1 0 0 0,0 1-1 0 0,0-1 1 0 0,-1 1-1 0 0,1-1 1 0 0,0 1-1 0 0,-1-1 1 0 0,1 0 0 0 0,0 1-1 0 0,-1-1 1 0 0,1 0-1 0 0,-1 0 1 0 0,1 1 0 0 0,-1-1-1 0 0,0 0 1 0 0,1 0-1 0 0,-1 0 1 0 0,0 1-1 0 0,1-1 1 0 0,-1-1 0 0 0,13-34 113 0 0,-8 11-116 0 0,-2 0 1 0 0,0 0-1 0 0,-1-1 1 0 0,-2 1-1 0 0,0 0 1 0 0,-5-30-1 0 0,-36-149-247 0 0,22 123 123 0 0,16 67 97 0 0,2-1 1 0 0,0 1 0 0 0,0-1 0 0 0,3-19-1 0 0,-6-11 8339 0 0,3 45-8173 0 0,-11 11 3025 0 0,-10 27-2185 0 0,-20 48 0 0 0,30-56-1015 0 0,-2-1-1 0 0,-2 0 1 0 0,0-1-1 0 0,-34 43 0 0 0,37-57-193 0 0,11-13 80 0 0,3-4-25 0 0,18-25-663 0 0,-6 9 596 0 0,46-78-364 0 0,46-69-581 0 0,-102 161 1355 0 0,0 1 0 0 0,0 0 1 0 0,0 0-1 0 0,1 0 0 0 0,-1 1 1 0 0,1-1-1 0 0,0 1 1 0 0,0 0-1 0 0,0 0 0 0 0,5-3 1 0 0,-7 6-67 0 0,0-1 1 0 0,0 1 0 0 0,0-1-1 0 0,0 1 1 0 0,0 0-1 0 0,0 0 1 0 0,0 0-1 0 0,0 0 1 0 0,1 0 0 0 0,-1 0-1 0 0,0 0 1 0 0,0 1-1 0 0,0-1 1 0 0,0 1 0 0 0,-1-1-1 0 0,1 1 1 0 0,0 0-1 0 0,0 0 1 0 0,0 0-1 0 0,0 0 1 0 0,-1 0 0 0 0,1 0-1 0 0,0 1 1 0 0,-1-1-1 0 0,1 0 1 0 0,-1 1 0 0 0,2 2-1 0 0,94 105 1186 0 0,-54-58-7417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0.3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 65 1840 0 0,'-2'-3'272'0'0,"0"1"-1"0"0,1-1 0 0 0,-1 0 0 0 0,1 0 1 0 0,0 0-1 0 0,-1-1 0 0 0,2 1 1 0 0,-2-5-1 0 0,1 7 165 0 0,1-1 0 0 0,-1 0 0 0 0,1 1 1 0 0,0-1-1 0 0,0 0 0 0 0,-1 0 0 0 0,1 0 0 0 0,0 1 1 0 0,1-1-1 0 0,-1 0 0 0 0,0 0 0 0 0,0 1 0 0 0,1-1 1 0 0,-1 0-1 0 0,1 0 0 0 0,1-2 0 0 0,-1 4-287 0 0,-1 0-1 0 0,1 0 0 0 0,-1 1 1 0 0,1-1-1 0 0,-1 0 0 0 0,1 1 1 0 0,-1-1-1 0 0,1 0 1 0 0,-1 1-1 0 0,1-1 0 0 0,-1 1 1 0 0,1-1-1 0 0,-1 1 0 0 0,0-1 1 0 0,1 1-1 0 0,-1-1 1 0 0,0 1-1 0 0,1-1 0 0 0,-1 1 1 0 0,0 0-1 0 0,0-1 0 0 0,0 1 1 0 0,1-1-1 0 0,-1 1 1 0 0,0 0-1 0 0,0-1 0 0 0,0 1 1 0 0,0 0-1 0 0,6 20 1176 0 0,11 97 1704 0 0,-7-38-2433 0 0,5 33-1674 0 0,-10-37-2974 0 0,-5-51-1840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196 123 2304 0 0,'-5'-3'314'0'0,"0"0"-1"0"0,-1 0 0 0 0,1 1 1 0 0,0 0-1 0 0,-1 0 0 0 0,0 1 1 0 0,1-1-1 0 0,-1 1 0 0 0,0 1 0 0 0,0-1 1 0 0,0 1-1 0 0,1 0 0 0 0,-1 0 1 0 0,0 0-1 0 0,0 1 0 0 0,-6 1 0 0 0,4 0-78 0 0,0 0-1 0 0,0 1 1 0 0,0 0-1 0 0,1 0 1 0 0,-1 0 0 0 0,1 1-1 0 0,0 0 1 0 0,0 1-1 0 0,0 0 1 0 0,-11 10-1 0 0,47-14 404 0 0,34-13 612 0 0,0 3 1 0 0,1 3-1 0 0,117 4 1 0 0,-107 3-558 0 0,119-15 1 0 0,73-30 192 0 0,360-25-277 0 0,-266 69-609 0 0,-65 3 0 0 0,-267-4 0 0 0,203-1 7 0 0,-180 4-13 0 0,-1 3 1 0 0,76 15 0 0 0,-81-4-24 0 0,-38-13-150 0 0,0 0 0 0 0,0 0-1 0 0,0-1 1 0 0,1 0 0 0 0,-1 0 0 0 0,0 0 0 0 0,1-1 0 0 0,-1 0 0 0 0,1-1 0 0 0,10 0 0 0 0,-9-3-1126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7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42 4145 0 0,'-1'-3'243'0'0,"1"1"-1"0"0,-1-1 1 0 0,1 0-1 0 0,-1 0 1 0 0,1 1 0 0 0,0-1-1 0 0,0 0 1 0 0,1 0 0 0 0,-1 1-1 0 0,1-4 1 0 0,4-2 3161 0 0,3 21-762 0 0,-6-8-1884 0 0,3 17 194 0 0,0 1-1 0 0,-1 0 1 0 0,-1 0 0 0 0,0 27 0 0 0,-6 103 863 0 0,0-67-1349 0 0,-3 47-548 0 0,2 93-2407 0 0,6-183-135 0 0,11 62 0 0 0,-8-78 1492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2.4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2 3225 0 0,'5'-2'11338'0'0,"-9"11"-11028"0"0,-34 109 3160 0 0,33-101-3297 0 0,2 1 0 0 0,0-1-1 0 0,1 0 1 0 0,1 1 0 0 0,1 24 0 0 0,1-39-176 0 0,-1 0-1 0 0,1 0 1 0 0,-1 0-1 0 0,1 0 1 0 0,0 0-1 0 0,0-1 1 0 0,1 1-1 0 0,-1 0 1 0 0,1-1-1 0 0,-1 1 1 0 0,1-1-1 0 0,0 1 1 0 0,0-1 0 0 0,-1 0-1 0 0,2 0 1 0 0,-1 0-1 0 0,0 0 1 0 0,0 0-1 0 0,1 0 1 0 0,-1-1-1 0 0,1 1 1 0 0,-1-1-1 0 0,1 0 1 0 0,0 0-1 0 0,0 0 1 0 0,-1 0-1 0 0,5 1 1 0 0,9 2-25 0 0,1-1 0 0 0,0-1 0 0 0,29 1 0 0 0,-13-1 13 0 0,-13-1 15 0 0,-13-1 0 0 0,0 1 0 0 0,0-1 0 0 0,0 1 0 0 0,-1 0 0 0 0,1 0 0 0 0,0 1 0 0 0,8 3 0 0 0,-15-4 0 0 0,1-1 0 0 0,-1 1 0 0 0,0-1 0 0 0,0 1 0 0 0,1 0 0 0 0,-1-1 0 0 0,0 1 0 0 0,0 0 0 0 0,0-1 0 0 0,0 1 0 0 0,1 0 0 0 0,-1-1 0 0 0,0 1 0 0 0,0 0 0 0 0,0 0 0 0 0,-1-1 0 0 0,1 1 0 0 0,0 0 0 0 0,0-1 0 0 0,0 1 0 0 0,0 0 0 0 0,-1-1 0 0 0,1 1 0 0 0,0-1 0 0 0,-1 1 0 0 0,1 0 0 0 0,0-1 0 0 0,-1 1 0 0 0,1-1 0 0 0,-1 1 0 0 0,1-1 0 0 0,-2 1 0 0 0,-18 25 0 0 0,16-22 0 0 0,-63 70 37 0 0,-26 31 71 0 0,81-90-97 0 0,1 1-1 0 0,1 0 1 0 0,0 1-1 0 0,1 0 1 0 0,-7 20-1 0 0,15-36-14 0 0,0 1 0 0 0,1 0 0 0 0,-1 0 0 0 0,1-1 0 0 0,-1 1 0 0 0,1 0 0 0 0,-1 0 0 0 0,1 0 0 0 0,0 0 0 0 0,0-1 0 0 0,0 1 0 0 0,0 0 0 0 0,0 0 0 0 0,1 0 0 0 0,-1 0 0 0 0,0 0 1 0 0,1-1-1 0 0,0 1 0 0 0,-1 0 0 0 0,1 0 0 0 0,0-1 0 0 0,0 1 0 0 0,0-1 0 0 0,0 1 0 0 0,0 0 0 0 0,0-1 0 0 0,0 0 0 0 0,0 1 0 0 0,1-1 0 0 0,-1 0 0 0 0,1 1 0 0 0,-1-1 0 0 0,1 0 0 0 0,-1 0 0 0 0,1 0 0 0 0,0-1 0 0 0,-1 1 0 0 0,1 0 0 0 0,0-1 0 0 0,0 1 0 0 0,3 0 0 0 0,7 2-39 0 0,1-1-1 0 0,0 0 0 0 0,-1-1 1 0 0,24-1-1 0 0,-25 0 33 0 0,-4 0 18 0 0,0 0 0 0 0,1 0 0 0 0,-1 1 1 0 0,0 0-1 0 0,14 4 0 0 0,-20-5-5 0 0,1 1 1 0 0,-1-1-1 0 0,0 1 1 0 0,1 0 0 0 0,-1 0-1 0 0,1-1 1 0 0,-1 1-1 0 0,0 0 1 0 0,0 1-1 0 0,1-1 1 0 0,-1 0-1 0 0,0 0 1 0 0,0 0-1 0 0,0 1 1 0 0,0-1 0 0 0,-1 0-1 0 0,1 1 1 0 0,0-1-1 0 0,0 1 1 0 0,-1-1-1 0 0,1 1 1 0 0,-1-1-1 0 0,0 1 1 0 0,1-1-1 0 0,-1 1 1 0 0,0-1-1 0 0,0 1 1 0 0,0 0 0 0 0,0-1-1 0 0,0 1 1 0 0,0 0-1 0 0,-1 2 1 0 0,-1 10-5 0 0,-1-1 0 0 0,-1 0 0 0 0,0 0 0 0 0,-1 0 0 0 0,-12 22 0 0 0,-40 58-168 0 0,6-10-982 0 0,44-63 366 0 0,7-20 729 0 0,0 1-1 0 0,0-1 1 0 0,0 0-1 0 0,1 0 1 0 0,-1 1 0 0 0,0-1-1 0 0,0 0 1 0 0,0 1 0 0 0,0-1-1 0 0,0 0 1 0 0,1 0-1 0 0,-1 1 1 0 0,0-1 0 0 0,0 0-1 0 0,0 0 1 0 0,1 0 0 0 0,-1 1-1 0 0,0-1 1 0 0,0 0-1 0 0,1 0 1 0 0,-1 0 0 0 0,0 0-1 0 0,0 0 1 0 0,1 1 0 0 0,-1-1-1 0 0,0 0 1 0 0,1 0-1 0 0,-1 0 1 0 0,0 0 0 0 0,1 0-1 0 0,-1 0 1 0 0,0 0 0 0 0,1 0-1 0 0,33-9-4635 0 0,-28 6 4108 0 0,1 1-327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3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2767 1 2304 0 0,'-1'7'14430'0'0,"-6"22"-14050"0"0,1 0-1 0 0,2 1 1 0 0,1-1-1 0 0,2 56 1 0 0,20 127 2363 0 0,-4-68-1905 0 0,-10-61-822 0 0,4-1 0 0 0,28 113 0 0 0,-23-129-63 0 0,-3 1-1 0 0,-3 0 1 0 0,-1 70 0 0 0,-5-102-50 0 0,4 27 58 0 0,20 85-1 0 0,-8-49 21 0 0,-16-91 67 0 0,0 0 0 0 0,0-1 0 0 0,1 1 0 0 0,0-1 0 0 0,5 9 0 0 0,-6-12-17 0 0,1 1 0 0 0,-1-1 0 0 0,0 1 0 0 0,0-1 0 0 0,-1 1 0 0 0,1 0 1 0 0,-1 0-1 0 0,0 0 0 0 0,0 0 0 0 0,0 0 0 0 0,-1 0 0 0 0,1 0 0 0 0,-1 0 0 0 0,0 0 0 0 0,0 0 1 0 0,0 0-1 0 0,-2 6 0 0 0,1-7-27 0 0,-1 0 1 0 0,0 1 0 0 0,0-1-1 0 0,0 0 1 0 0,0 0-1 0 0,-1 0 1 0 0,0 0-1 0 0,1-1 1 0 0,-1 1 0 0 0,0-1-1 0 0,0 0 1 0 0,0 0-1 0 0,0 0 1 0 0,-5 3-1 0 0,-53 21 89 0 0,47-21-86 0 0,-21 5 3 0 0,0-1 1 0 0,-1-2-1 0 0,1-1 0 0 0,-2-2 1 0 0,-46-1-1 0 0,3 1 0 0 0,-741 102-418 0 0,476-41 120 0 0,27-14 193 0 0,157-28-21 0 0,-251 67-1 0 0,340-69 169 0 0,-1-4 0 0 0,-122 14 0 0 0,188-31-133 0 0,-44 2 285 0 0,48-2-407 0 0,1-1 0 0 0,-1 1-1 0 0,1 0 1 0 0,-1-1 0 0 0,1 0-1 0 0,-1 1 1 0 0,1-1 0 0 0,-1 0-1 0 0,1-1 1 0 0,0 1 0 0 0,-1 0 0 0 0,1 0-1 0 0,0-1 1 0 0,0 0 0 0 0,0 1-1 0 0,-2-4 1 0 0,0 2-1413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1 4145 0 0,'10'0'14938'0'0,"-15"48"-15256"0"0,2-17 1708 0 0,-10 338 922 0 0,15-309-2262 0 0,2 0 0 0 0,4 0 0 0 0,1-1 0 0 0,21 66 0 0 0,0-29-761 0 0,-17-55-1888 0 0,-7-24-4485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4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1 236 3681 0 0,'0'0'284'0'0,"30"-2"1976"0"0,24 6 1284 0 0,58-2 0 0 0,-24-2-2223 0 0,307-23 548 0 0,-41-1-891 0 0,455 6 1937 0 0,-736 13-2798 0 0,110-21 0 0 0,69-31-60 0 0,-248 56-54 0 0,297-62 7 0 0,-291 61-20 0 0,1 2-1 0 0,0-1 0 0 0,-1 1 0 0 0,1 1 0 0 0,0-1 0 0 0,0 2 0 0 0,-1 0 0 0 0,1 0 0 0 0,-1 1 1 0 0,0 0-1 0 0,17 8 0 0 0,-27-11-9 0 0,0 0 0 0 0,0 0 0 0 0,0 0 0 0 0,0 0 0 0 0,0 0 0 0 0,0 1 0 0 0,0-1 0 0 0,0 0 0 0 0,1 0 0 0 0,-1 0 0 0 0,0 0 0 0 0,0 0 0 0 0,0 0 0 0 0,0 0 0 0 0,0 0 0 0 0,0 0 0 0 0,0 0 0 0 0,0 0 0 0 0,1 0 0 0 0,-1 0 0 0 0,0 1 0 0 0,0-1 0 0 0,0 0 0 0 0,0 0 0 0 0,0 0-1 0 0,0 0 1 0 0,0 0 0 0 0,1 0 0 0 0,-1 0 0 0 0,0 0 0 0 0,0 0 0 0 0,0 0 0 0 0,0-1 0 0 0,0 1 0 0 0,0 0 0 0 0,0 0 0 0 0,1 0 0 0 0,-1 0 0 0 0,0 0 0 0 0,0 0 0 0 0,0 0 0 0 0,0 0 0 0 0,0 0 0 0 0,0 0 0 0 0,0 0 0 0 0,0 0 0 0 0,1 0 0 0 0,-1-1 0 0 0,0 1 0 0 0,0 0 0 0 0,0 0 0 0 0,0 0 0 0 0,0 0 0 0 0,0 0 0 0 0,0 0 0 0 0,0 0 0 0 0,0 0 0 0 0,0-1 0 0 0,0 1 0 0 0,0 0 0 0 0,0 0 0 0 0,-6-10-913 0 0,-16-10 485 0 0,22 19 442 0 0,-1 1 1 0 0,0-1 0 0 0,0 1-1 0 0,0-1 1 0 0,0 1-1 0 0,0-1 1 0 0,0 1-1 0 0,0 0 1 0 0,0 0-1 0 0,0-1 1 0 0,0 1 0 0 0,0 0-1 0 0,0 0 1 0 0,0 0-1 0 0,0 0 1 0 0,-1 0-1 0 0,1 0 1 0 0,0 0-1 0 0,0 1 1 0 0,0-1 0 0 0,0 0-1 0 0,0 0 1 0 0,0 1-1 0 0,-1 0 1 0 0,0 0 50 0 0,-1 1 1 0 0,1 0-1 0 0,0-1 1 0 0,0 1 0 0 0,1 0-1 0 0,-1 0 1 0 0,0 0-1 0 0,1 0 1 0 0,-3 5-1 0 0,0-1 84 0 0,1 0 0 0 0,0 1 0 0 0,1-1 1 0 0,0 1-1 0 0,0 0 0 0 0,-2 13 0 0 0,4-13-105 0 0,0 0 0 0 0,0 0 1 0 0,1 0-1 0 0,0 0 0 0 0,1 0 0 0 0,-1-1 1 0 0,1 1-1 0 0,1 0 0 0 0,-1-1 0 0 0,1 1 1 0 0,0-1-1 0 0,1 0 0 0 0,-1 0 0 0 0,1 0 1 0 0,0-1-1 0 0,1 1 0 0 0,-1-1 0 0 0,1 0 1 0 0,0 0-1 0 0,1 0 0 0 0,-1-1 0 0 0,1 0 1 0 0,0 0-1 0 0,0 0 0 0 0,10 4 1 0 0,-10-5 12 0 0,1 0 0 0 0,-1 0 0 0 0,1-1 0 0 0,0 0 1 0 0,0 0-1 0 0,0-1 0 0 0,0 0 0 0 0,1 0 1 0 0,-1 0-1 0 0,0-1 0 0 0,0 0 0 0 0,0 0 1 0 0,1-1-1 0 0,-1 0 0 0 0,0-1 0 0 0,0 1 1 0 0,0-1-1 0 0,0 0 0 0 0,-1-1 0 0 0,1 0 0 0 0,-1 0 1 0 0,1 0-1 0 0,-1-1 0 0 0,11-8 0 0 0,-13 8 13 0 0,0 0-1 0 0,0 0 0 0 0,0 0 1 0 0,-1 0-1 0 0,1-1 0 0 0,-1 1 1 0 0,0-1-1 0 0,0 0 0 0 0,-1 0 1 0 0,1 0-1 0 0,-1 0 0 0 0,-1-1 1 0 0,1 1-1 0 0,-1 0 0 0 0,1-1 1 0 0,-1 1-1 0 0,-1-1 0 0 0,1 0 0 0 0,-1 1 1 0 0,0-1-1 0 0,-1 0 0 0 0,1 1 1 0 0,-1-1-1 0 0,0 1 0 0 0,0-1 1 0 0,-1 1-1 0 0,0 0 0 0 0,0-1 1 0 0,0 1-1 0 0,0 0 0 0 0,-1 0 1 0 0,0 0-1 0 0,0 1 0 0 0,0-1 1 0 0,-1 1-1 0 0,1-1 0 0 0,-1 1 0 0 0,0 0 1 0 0,0 1-1 0 0,-1-1 0 0 0,1 1 1 0 0,-1-1-1 0 0,0 1 0 0 0,1 1 1 0 0,-2-1-1 0 0,1 1 0 0 0,0 0 1 0 0,0 0-1 0 0,-1 0 0 0 0,-8-1 1 0 0,10 3-53 0 0,0-1 1 0 0,0 1-1 0 0,0 0 1 0 0,0 0-1 0 0,0 0 1 0 0,0 1 0 0 0,0-1-1 0 0,0 1 1 0 0,0 0-1 0 0,0 0 1 0 0,1 1-1 0 0,-1-1 1 0 0,0 1 0 0 0,1-1-1 0 0,-1 1 1 0 0,1 1-1 0 0,-1-1 1 0 0,-5 5-1 0 0,-15 21-6508 0 0,13-9-657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6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19 295 4145 0 0,'-2'1'149'0'0,"1"0"1"0"0,-1 0-1 0 0,1 0 0 0 0,0 0 1 0 0,0 1-1 0 0,0-1 1 0 0,0 0-1 0 0,0 0 0 0 0,0 1 1 0 0,0-1-1 0 0,0 0 1 0 0,0 1-1 0 0,0-1 1 0 0,1 1-1 0 0,-1-1 0 0 0,1 1 1 0 0,-1 0-1 0 0,1-1 1 0 0,-1 4-1 0 0,1-5-89 0 0,0 1 1 0 0,0 0 0 0 0,1-1-1 0 0,-1 1 1 0 0,0 0-1 0 0,0-1 1 0 0,0 1 0 0 0,1 0-1 0 0,-1-1 1 0 0,0 1-1 0 0,1-1 1 0 0,-1 1 0 0 0,0 0-1 0 0,1-1 1 0 0,-1 1-1 0 0,1-1 1 0 0,-1 1-1 0 0,1-1 1 0 0,-1 0 0 0 0,1 1-1 0 0,-1-1 1 0 0,1 1-1 0 0,0-1 1 0 0,-1 0 0 0 0,1 1-1 0 0,0-1 1 0 0,-1 0-1 0 0,1 0 1 0 0,0 0-1 0 0,-1 1 1 0 0,1-1 0 0 0,0 0-1 0 0,-1 0 1 0 0,1 0-1 0 0,0 0 1 0 0,-1 0 0 0 0,1 0-1 0 0,0 0 1 0 0,-1-1-1 0 0,1 1 1 0 0,0 0-1 0 0,0-1 1 0 0,97-20 2539 0 0,14-2-1143 0 0,443-5 3207 0 0,-190 17-3257 0 0,-286 9-1177 0 0,109 9 0 0 0,78 25 826 0 0,-145-14-691 0 0,2-6 0 0 0,145-4 0 0 0,-122-21-359 0 0,158-35 0 0 0,-222 38 63 0 0,0 2 0 0 0,105 5 1 0 0,-150 3-74 0 0,-33 0-94 0 0,1 0 0 0 0,-1 0-1 0 0,0-1 1 0 0,1 0 0 0 0,-1 0 0 0 0,0 0 0 0 0,0 0-1 0 0,1-1 1 0 0,-1 0 0 0 0,0 0 0 0 0,0 0 0 0 0,-1 0 0 0 0,1 0-1 0 0,0-1 1 0 0,-1 0 0 0 0,0 0 0 0 0,7-6 0 0 0,-1-3-1997 0 0,0 0 0 0 0,0-1 0 0 0,12-26 0 0 0,-15 26 32 0 0,1 1-1 0 0,0 0 1 0 0,0 0-1 0 0,17-18 0 0 0,-28 33 2445 0 0,0-1-1 0 0,0 0 1 0 0,1 0-1 0 0,-2 0 1 0 0,1 0-1 0 0,0-1 0 0 0,0 0 1 0 0,0 0-1 0 0,-1 0 1 0 0,1 0-1 0 0,-8 0 0 0 0,8-1 67 0 0,1 0 0 0 0,-1 0 0 0 0,0 1 1 0 0,0 0-1 0 0,0-1 0 0 0,1 1 0 0 0,-1 1 0 0 0,0-1 0 0 0,1 0 0 0 0,-1 1 0 0 0,1 0 0 0 0,0 0 0 0 0,-1 0 0 0 0,1 0 0 0 0,0 0 0 0 0,-3 4 0 0 0,2-2-232 0 0,1 0 1 0 0,0 0-1 0 0,0 0 0 0 0,0 0 1 0 0,0 1-1 0 0,1-1 1 0 0,0 1-1 0 0,0-1 1 0 0,0 1-1 0 0,1 0 1 0 0,-2 6-1 0 0,1-4-134 0 0,1 0-1 0 0,1 1 1 0 0,-1-1-1 0 0,1 0 1 0 0,0 0-1 0 0,0 0 1 0 0,1 0-1 0 0,0 0 1 0 0,1 0 0 0 0,-1 0-1 0 0,1 0 1 0 0,1 0-1 0 0,-1-1 1 0 0,1 1-1 0 0,0-1 1 0 0,1 0-1 0 0,7 11 1 0 0,-8-13-19 0 0,-1-1-1 0 0,1 1 1 0 0,1-1-1 0 0,-1 0 1 0 0,0 0 0 0 0,1 0-1 0 0,0-1 1 0 0,-1 1 0 0 0,1-1-1 0 0,0 0 1 0 0,0 0-1 0 0,1 0 1 0 0,-1-1 0 0 0,0 0-1 0 0,1 1 1 0 0,-1-1 0 0 0,0-1-1 0 0,1 1 1 0 0,-1-1 0 0 0,1 0-1 0 0,-1 0 1 0 0,1 0-1 0 0,-1 0 1 0 0,1-1 0 0 0,4 0-1 0 0,-2-2 13 0 0,-1 1 0 0 0,1-1 0 0 0,0-1 0 0 0,-1 1-1 0 0,0-1 1 0 0,1 0 0 0 0,-1 0 0 0 0,-1-1 0 0 0,1 0 0 0 0,-1 0-1 0 0,0 0 1 0 0,0-1 0 0 0,0 0 0 0 0,6-10 0 0 0,-7 9-5 0 0,1 0 0 0 0,-1-1-1 0 0,0 0 1 0 0,-1 0 0 0 0,1-1 0 0 0,-2 1 0 0 0,1 0 0 0 0,-1-1-1 0 0,-1 0 1 0 0,1 1 0 0 0,-1-1 0 0 0,-1-15 0 0 0,0 19-20 0 0,-1-1-1 0 0,0 1 1 0 0,0 0 0 0 0,0 0 0 0 0,-1 0 0 0 0,0 0 0 0 0,0 1-1 0 0,0-1 1 0 0,-1 0 0 0 0,1 1 0 0 0,-1-1 0 0 0,0 1-1 0 0,0 0 1 0 0,-1 0 0 0 0,1 0 0 0 0,-1 1 0 0 0,0-1 0 0 0,0 1-1 0 0,0 0 1 0 0,0 0 0 0 0,-1 0 0 0 0,-7-4 0 0 0,-15-3-11 0 0,21 8-312 0 0,1 0 0 0 0,-1 0 0 0 0,1 0 0 0 0,-1-1 0 0 0,1 0 0 0 0,-9-7 1 0 0,13 7-392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1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64 1376 0 0,'-12'-6'-306'0'0,"-7"-4"2634"0"0,1 1 1 0 0,-1 0-1 0 0,-1 2 1 0 0,1 0-1 0 0,-40-8 1 0 0,58 15-2216 0 0,1 0 0 0 0,-1 0 1 0 0,1 0-1 0 0,-1 0 0 0 0,1 0 1 0 0,-1 0-1 0 0,1 0 1 0 0,-1 0-1 0 0,1 0 0 0 0,-1 0 1 0 0,1 0-1 0 0,-1 0 1 0 0,1 1-1 0 0,-1-1 0 0 0,1 0 1 0 0,-1 0-1 0 0,1 0 0 0 0,-1 1 1 0 0,1-1-1 0 0,-1 0 1 0 0,1 1-1 0 0,0-1 0 0 0,-1 0 1 0 0,1 1-1 0 0,0-1 1 0 0,-1 0-1 0 0,1 1 0 0 0,0-1 1 0 0,-1 1-1 0 0,1 0 0 0 0,0 19 1400 0 0,18 25-908 0 0,-15-39-334 0 0,163 323 1477 0 0,-118-248-2438 0 0,113 141 1 0 0,-157-217 92 0 0,20 22 238 0 0,-9-17-1714 0 0,0-9-3959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9 288 6449 0 0,'-2'-4'250'0'0,"1"-1"0"0"0,-1 1 0 0 0,1 0-1 0 0,0 0 1 0 0,1 0 0 0 0,-1-1-1 0 0,1 1 1 0 0,0 0 0 0 0,0-1-1 0 0,0 1 1 0 0,1 0 0 0 0,-1-1 0 0 0,1 1-1 0 0,0 0 1 0 0,0 0 0 0 0,1 0-1 0 0,-1 0 1 0 0,1 0 0 0 0,0 0 0 0 0,3-5-1 0 0,6-12 1275 0 0,2 1 1 0 0,18-25-1 0 0,-29 44-1433 0 0,10-16 671 0 0,1 1 1 0 0,27-25-1 0 0,-35 36-853 0 0,1 1-1 0 0,-1 0 0 0 0,1 0 1 0 0,0 0-1 0 0,9-3 1 0 0,-12 6-313 0 0,0 0 0 0 0,-1 0 1 0 0,1 0-1 0 0,0 0 0 0 0,0 1 0 0 0,0-1 1 0 0,0 1-1 0 0,1 0 0 0 0,-1 0 1 0 0,0 0-1 0 0,0 0 0 0 0,6 2 1 0 0,7 4-5122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5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0 225 6449 0 0,'3'-3'204'0'0,"0"1"0"0"0,0 0-1 0 0,0 0 1 0 0,-1-1 0 0 0,1 0-1 0 0,-1 1 1 0 0,1-1-1 0 0,-1 0 1 0 0,0 0 0 0 0,0 0-1 0 0,-1 0 1 0 0,1-1 0 0 0,1-3-1 0 0,4-6 256 0 0,49-69 2106 0 0,-38 59-3215 0 0,29-31 0 0 0,-38 45 628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4.71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58 5065 0 0,'-2'-1'238'0'0,"1"0"0"0"0,0 0 0 0 0,0-1 0 0 0,0 1 0 0 0,0-1 0 0 0,0 1 0 0 0,0-1 0 0 0,0 1 0 0 0,0-1 1 0 0,0 1-1 0 0,1-1 0 0 0,-1 0 0 0 0,1 1 0 0 0,-1-1 0 0 0,1 0 0 0 0,0 1 0 0 0,0-1 0 0 0,-1 0 0 0 0,1 0 0 0 0,0 1 0 0 0,1-1 0 0 0,-1 0 0 0 0,0-1 0 0 0,0 2-133 0 0,0 0 0 0 0,0 0 1 0 0,1 1-1 0 0,-1-1 0 0 0,0 0 0 0 0,0 0 0 0 0,0 1 0 0 0,0-1 0 0 0,1 0 0 0 0,-1 1 1 0 0,0-1-1 0 0,1 0 0 0 0,-1 1 0 0 0,0-1 0 0 0,1 0 0 0 0,-1 1 0 0 0,1-1 0 0 0,-1 1 1 0 0,1-1-1 0 0,-1 1 0 0 0,1-1 0 0 0,-1 1 0 0 0,1-1 0 0 0,0 1 0 0 0,-1 0 1 0 0,1-1-1 0 0,0 1 0 0 0,-1 0 0 0 0,1-1 0 0 0,0 1 0 0 0,-1 0 0 0 0,1 0 0 0 0,0 0 1 0 0,0 0-1 0 0,-1 0 0 0 0,1 0 0 0 0,0 0 0 0 0,0 0 0 0 0,-1 0 0 0 0,1 0 0 0 0,0 0 1 0 0,-1 0-1 0 0,1 0 0 0 0,0 1 0 0 0,0-1 0 0 0,-1 0 0 0 0,1 0 0 0 0,0 1 0 0 0,-1-1 1 0 0,1 0-1 0 0,-1 1 0 0 0,1-1 0 0 0,0 1 0 0 0,-1-1 0 0 0,1 1 0 0 0,-1-1 0 0 0,1 2 1 0 0,8 5 252 0 0,0 1 0 0 0,0 1 1 0 0,-1 0-1 0 0,0 0 1 0 0,-1 1-1 0 0,0-1 0 0 0,11 22 1 0 0,31 82-382 0 0,-24-53-217 0 0,-1 2-384 0 0,15 32-976 0 0,-5-38-2637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33 133 2304 0 0,'-3'2'137'0'0,"1"0"0"0"0,-1 0 0 0 0,1 0 0 0 0,0 0 0 0 0,0 1-1 0 0,0-1 1 0 0,0 0 0 0 0,0 1 0 0 0,0 0 0 0 0,1-1-1 0 0,-1 1 1 0 0,1 0 0 0 0,0 0 0 0 0,-1 0 0 0 0,1 0-1 0 0,1 0 1 0 0,-1 0 0 0 0,0 0 0 0 0,1 0 0 0 0,0 0-1 0 0,-1 0 1 0 0,1 0 0 0 0,1 0 0 0 0,-1 1 0 0 0,1 3 0 0 0,0 0 177 0 0,-1-1 0 0 0,2 1 0 0 0,-1 0 1 0 0,1-1-1 0 0,0 0 0 0 0,0 1 0 0 0,1-1 1 0 0,0 0-1 0 0,0 0 0 0 0,0 0 0 0 0,6 7 1 0 0,16 14 895 0 0,47 42 1 0 0,-58-58-1113 0 0,1 0 0 0 0,0 0 0 0 0,0-1 0 0 0,1-1 1 0 0,25 10-1 0 0,-35-17-17 0 0,0 0-1 0 0,1 0 1 0 0,-1 0 0 0 0,1-1 0 0 0,-1 0 0 0 0,1 0-1 0 0,0-1 1 0 0,-1 0 0 0 0,1 0 0 0 0,0 0 0 0 0,0-1-1 0 0,-1 0 1 0 0,1 0 0 0 0,-1-1 0 0 0,1 0 0 0 0,-1 0-1 0 0,0 0 1 0 0,0-1 0 0 0,0 0 0 0 0,0 0 0 0 0,0-1-1 0 0,0 1 1 0 0,-1-1 0 0 0,0-1 0 0 0,5-4 0 0 0,-4 3 161 0 0,0-1 1 0 0,-1 0 0 0 0,0 0-1 0 0,0 0 1 0 0,-1 0 0 0 0,0-1 0 0 0,0 0-1 0 0,-1 0 1 0 0,0 0 0 0 0,0 0-1 0 0,-1-1 1 0 0,0 1 0 0 0,0 0-1 0 0,-1-1 1 0 0,0 0 0 0 0,-1 1-1 0 0,0-1 1 0 0,0 0 0 0 0,-2-8 0 0 0,-4-10 3 0 0,0 1 1 0 0,-2-1 0 0 0,-2 1 0 0 0,0 1 0 0 0,-1 0 0 0 0,-2 0 0 0 0,-20-29 0 0 0,24 33-4359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3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0 196 4609 0 0,'15'-1'10069'0'0,"1"13"-9211"0"0,0-1 0 0 0,1 0 1 0 0,0-1-1 0 0,1-1 0 0 0,19 7 0 0 0,-32-14-830 0 0,-1-1 0 0 0,0 0-1 0 0,0 0 1 0 0,1-1 0 0 0,-1 1 0 0 0,0-1-1 0 0,1 0 1 0 0,-1 0 0 0 0,1 0 0 0 0,-1 0-1 0 0,0-1 1 0 0,1 0 0 0 0,4-1-1 0 0,-5 0-29 0 0,-1 0-1 0 0,0 1 1 0 0,0-1-1 0 0,0 0 1 0 0,-1-1-1 0 0,1 1 1 0 0,0 0-1 0 0,-1-1 0 0 0,0 0 1 0 0,1 1-1 0 0,-1-1 1 0 0,0 0-1 0 0,0 0 1 0 0,-1 0-1 0 0,1 0 1 0 0,0-1-1 0 0,-1 1 0 0 0,0 0 1 0 0,1-5-1 0 0,0 1 24 0 0,-1 0 0 0 0,0 0 0 0 0,0 0 0 0 0,0 0 0 0 0,-1-1 1 0 0,0 1-1 0 0,-1 0 0 0 0,1 0 0 0 0,-2 0 0 0 0,1 0 0 0 0,-1 0 0 0 0,0 0 0 0 0,0 0 0 0 0,0 0 0 0 0,-1 1 0 0 0,0-1 0 0 0,-1 1 0 0 0,0 0 0 0 0,-5-8 0 0 0,5 9-155 0 0,0 0 1 0 0,0 0-1 0 0,-1 0 1 0 0,1 1-1 0 0,-1-1 1 0 0,0 1-1 0 0,0 0 0 0 0,-1 1 1 0 0,1-1-1 0 0,-1 1 1 0 0,0 0-1 0 0,0 1 1 0 0,0-1-1 0 0,0 1 0 0 0,0 0 1 0 0,0 1-1 0 0,-1 0 1 0 0,1 0-1 0 0,0 0 1 0 0,-1 0-1 0 0,-10 1 0 0 0,0 3-6278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6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1 259 6449 0 0,'27'-4'2613'0'0,"-25"3"-2399"0"0,0 0-1 0 0,0 1 1 0 0,-1-1-1 0 0,1 1 1 0 0,0-1-1 0 0,0 1 1 0 0,0 0-1 0 0,0 0 1 0 0,-1 0 0 0 0,1 0-1 0 0,0 0 1 0 0,0 0-1 0 0,0 0 1 0 0,0 1-1 0 0,-1-1 1 0 0,1 1-1 0 0,0-1 1 0 0,0 1-1 0 0,-1 0 1 0 0,1-1 0 0 0,0 1-1 0 0,2 2 1 0 0,17 16 857 0 0,-20-19-1018 0 0,0 1 0 0 0,0-1-1 0 0,-1 1 1 0 0,1-1 0 0 0,0 1-1 0 0,-1-1 1 0 0,1 1 0 0 0,0 0-1 0 0,-1-1 1 0 0,1 1-1 0 0,-1 0 1 0 0,0 0 0 0 0,1-1-1 0 0,-1 1 1 0 0,1 0 0 0 0,-1 0-1 0 0,0 0 1 0 0,0-1 0 0 0,1 1-1 0 0,-1 0 1 0 0,0 0 0 0 0,0 0-1 0 0,0 0 1 0 0,0 0 0 0 0,0 0-1 0 0,0-1 1 0 0,0 2 0 0 0,-1-1 59 0 0,0-1 0 0 0,1 0 0 0 0,-1 0 0 0 0,0 0 1 0 0,1 0-1 0 0,-1 0 0 0 0,1 0 0 0 0,-1 0 1 0 0,0 0-1 0 0,1 0 0 0 0,-1 0 0 0 0,0-1 0 0 0,1 1 1 0 0,-1 0-1 0 0,1 0 0 0 0,-1 0 0 0 0,1-1 0 0 0,-1 1 1 0 0,1 0-1 0 0,-1-1 0 0 0,0 1 0 0 0,1 0 1 0 0,0-1-1 0 0,-1 1 0 0 0,1-1 0 0 0,-1 1 0 0 0,1-1 1 0 0,-1 1-1 0 0,1-1 0 0 0,-1 0 0 0 0,-13-18 910 0 0,5 2-918 0 0,0 0 0 0 0,2-1 0 0 0,0 0 0 0 0,1 0 0 0 0,0 0 0 0 0,2-1 0 0 0,0 0 0 0 0,1 0 0 0 0,1 0 0 0 0,1 0 0 0 0,1-24-1 0 0,1 15-629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17 124 9218 0 0,'0'0'117'0'0,"-1"0"1"0"0,1 0-1 0 0,-1 0 1 0 0,0 0-1 0 0,1 0 1 0 0,-1 0-1 0 0,1 0 0 0 0,-1 0 1 0 0,0 0-1 0 0,1 0 1 0 0,-1 0-1 0 0,1 0 1 0 0,-1 0-1 0 0,1-1 0 0 0,-1 1 1 0 0,1 0-1 0 0,-1 0 1 0 0,1-1-1 0 0,-1 1 1 0 0,1 0-1 0 0,-1-1 0 0 0,1 1 1 0 0,-1-1-1 0 0,1 1 1 0 0,-1-1-1 0 0,1 1 1 0 0,0 0-1 0 0,-1-1 0 0 0,1 1 1 0 0,0-1-1 0 0,0 0 1 0 0,-1 1-1 0 0,1-1 1 0 0,0 1-1 0 0,0-1 0 0 0,0 1 1 0 0,-1-2-1 0 0,2 0 113 0 0,-1-1 0 0 0,0 1 0 0 0,1-1 0 0 0,0 1 0 0 0,-1 0 0 0 0,1 0 0 0 0,0-1 0 0 0,0 1 0 0 0,0 0 0 0 0,2-2 0 0 0,3-5-114 0 0,0 0 0 0 0,0 1 0 0 0,1 0 0 0 0,9-8 0 0 0,-13 13-378 0 0,1-1 1 0 0,0 1-1 0 0,0 0 0 0 0,1 0 0 0 0,-1 1 0 0 0,1-1 0 0 0,-1 1 0 0 0,1 0 1 0 0,0 0-1 0 0,0 0 0 0 0,0 1 0 0 0,0-1 0 0 0,0 1 0 0 0,0 1 0 0 0,0-1 0 0 0,7 1 1 0 0,0 2 261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9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0 142 5529 0 0,'4'2'240'0'0,"-3"-2"56"0"0,3-2-232 0 0,-2 1-64 0 0,1-1 0 0 0,-1-2 0 0 0,3 1 152 0 0,2-4 16 0 0,4-5 8 0 0,3-4 0 0 0,1-2-584 0 0,-1 1-112 0 0,0-1-24 0 0,-3 3-8 0 0,-6 1 424 0 0,-3 0 128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7.25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66 5529 0 0,'5'-7'350'0'0,"0"1"-1"0"0,1-1 1 0 0,0 1-1 0 0,0 1 1 0 0,0-1-1 0 0,0 1 1 0 0,1 0 0 0 0,12-7-1 0 0,-17 11-265 0 0,0 0-1 0 0,1 0 1 0 0,-1 0-1 0 0,0 1 0 0 0,1-1 1 0 0,-1 1-1 0 0,0-1 1 0 0,1 1-1 0 0,-1 0 1 0 0,0 0-1 0 0,1 0 1 0 0,-1 0-1 0 0,1 0 1 0 0,-1 0-1 0 0,0 1 1 0 0,1 0-1 0 0,-1-1 1 0 0,0 1-1 0 0,1 0 1 0 0,-1 0-1 0 0,0 0 0 0 0,0 0 1 0 0,0 0-1 0 0,0 1 1 0 0,0-1-1 0 0,0 0 1 0 0,0 1-1 0 0,-1 0 1 0 0,1-1-1 0 0,0 1 1 0 0,-1 0-1 0 0,1 0 1 0 0,1 4-1 0 0,5 8 130 0 0,0 0-1 0 0,-1 1 1 0 0,0 0-1 0 0,-1 1 1 0 0,-1-1 0 0 0,4 23-1 0 0,-2-13 981 0 0,13 35 0 0 0,-20-59-1163 0 0,1-1 1 0 0,-1 1-1 0 0,0-1 0 0 0,0 1 0 0 0,1-1 0 0 0,-1 1 0 0 0,0-1 0 0 0,1 0 1 0 0,-1 1-1 0 0,0-1 0 0 0,1 1 0 0 0,-1-1 0 0 0,1 0 0 0 0,-1 1 0 0 0,1-1 1 0 0,-1 0-1 0 0,1 0 0 0 0,-1 1 0 0 0,1-1 0 0 0,-1 0 0 0 0,1 0 0 0 0,-1 0 1 0 0,1 1-1 0 0,-1-1 0 0 0,1 0 0 0 0,0 0 0 0 0,-1 0 0 0 0,1 0 1 0 0,-1 0-1 0 0,1 0 0 0 0,-1 0 0 0 0,1-1 0 0 0,-1 1 0 0 0,1 0 0 0 0,-1 0 1 0 0,1 0-1 0 0,0 0 0 0 0,-1-1 0 0 0,1 1 0 0 0,-1 0 0 0 0,0 0 0 0 0,1-1 1 0 0,-1 1-1 0 0,1 0 0 0 0,-1-1 0 0 0,1 1 0 0 0,-1-1 0 0 0,0 1 0 0 0,1-1 1 0 0,-1 1-1 0 0,0 0 0 0 0,1-1 0 0 0,-1 1 0 0 0,0-2 0 0 0,25-32 1869 0 0,-21 28-1775 0 0,22-35-1459 0 0,-13 19-5020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8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125 136 920 0 0,'-110'-119'11467'0'0,"98"107"-8569"0"0,9 8-1269 0 0,7 7-1082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 11522 0 0,'0'0'80'0'0,"0"0"0"0"0,0-1 0 0 0,0 1-1 0 0,2-5 2154 0 0,-2 5-2154 0 0,1 0 1 0 0,-1 0 0 0 0,0 0 0 0 0,0 0-1 0 0,0-1 1 0 0,1 1 0 0 0,-1 0 0 0 0,0 0-1 0 0,0 0 1 0 0,0 0 0 0 0,1 0-1 0 0,-1 0 1 0 0,0 0 0 0 0,0 0 0 0 0,0 0-1 0 0,1 0 1 0 0,-1 0 0 0 0,0 0 0 0 0,1 1-1 0 0,11 12 2716 0 0,49 112-1099 0 0,44 134 1 0 0,-70-168-1540 0 0,116 280-1843 0 0,-133-323-1377 0 0,-15-30-3303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1 216 3225 0 0,'31'-67'3781'0'0,"-22"47"-2516"0"0,0 0 1 0 0,20-32 0 0 0,-26 47-1007 0 0,0 1 0 0 0,0 0 0 0 0,1 0 0 0 0,-1 0 0 0 0,1 0 0 0 0,0 0 0 0 0,0 1 0 0 0,1-1 0 0 0,-1 1 0 0 0,1 0 0 0 0,-1 1 0 0 0,1-1 0 0 0,0 1 0 0 0,0 0 0 0 0,10-2 0 0 0,-14 3-185 0 0,1 1 0 0 0,0-1 0 0 0,-1 1 0 0 0,1 0 0 0 0,0 0 0 0 0,0 0-1 0 0,-1 0 1 0 0,1 0 0 0 0,0 1 0 0 0,-1-1 0 0 0,1 0 0 0 0,0 1 0 0 0,-1-1 0 0 0,1 1 0 0 0,0-1-1 0 0,-1 1 1 0 0,1 0 0 0 0,-1 0 0 0 0,1 0 0 0 0,-1 0 0 0 0,3 2 0 0 0,-2-1-1 0 0,0 1-1 0 0,0-1 1 0 0,0 1 0 0 0,0 0 0 0 0,-1 0 0 0 0,1 0 0 0 0,-1 0 0 0 0,0 0-1 0 0,0 0 1 0 0,1 6 0 0 0,1 4 29 0 0,-2 0-1 0 0,0 1 0 0 0,0-1 1 0 0,-3 22-1 0 0,-18 111 23 0 0,-1 24 1723 0 0,21-168-1761 0 0,-1 0 0 0 0,1 0-1 0 0,0 0 1 0 0,0 0 0 0 0,0 1 0 0 0,0-1-1 0 0,1 0 1 0 0,-1 0 0 0 0,0 0-1 0 0,1 0 1 0 0,0 0 0 0 0,-1 0 0 0 0,1 0-1 0 0,0 0 1 0 0,0 0 0 0 0,0 0-1 0 0,0 0 1 0 0,0 0 0 0 0,1-1 0 0 0,-1 1-1 0 0,1 0 1 0 0,-1-1 0 0 0,1 1-1 0 0,-1-1 1 0 0,4 2 0 0 0,-1-1-50 0 0,-1-1-1 0 0,1 0 1 0 0,0 0 0 0 0,0 0-1 0 0,0-1 1 0 0,0 1 0 0 0,0-1 0 0 0,0 0-1 0 0,0 0 1 0 0,0-1 0 0 0,0 1-1 0 0,0-1 1 0 0,5-1 0 0 0,11-3-335 0 0,-10 2-330 0 0,-1 1-1 0 0,1 0 1 0 0,-1 1 0 0 0,1 0-1 0 0,0 0 1 0 0,-1 1 0 0 0,14 1 0 0 0,-7 3-5745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63 6913 0 0,'-11'-22'549'0'0,"0"0"1818"0"0,-2 3 3381 0 0,12 21-5381 0 0,1 0-1 0 0,-1 0 1 0 0,1-1 0 0 0,0 1 0 0 0,0 0 0 0 0,-1 0 0 0 0,1 0 0 0 0,1 0-1 0 0,-1-1 1 0 0,0 4 0 0 0,7 25 248 0 0,2 0-1 0 0,0-1 1 0 0,2 0-1 0 0,28 53 1 0 0,-5-23-753 0 0,49 64 0 0 0,-79-118-160 0 0,8 11-694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1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41 346 3681 0 0,'-5'-6'908'0'0,"0"0"-1"0"0,0-1 1 0 0,1 1 0 0 0,0-1 0 0 0,0 0-1 0 0,1 0 1 0 0,0 0 0 0 0,-4-13 0 0 0,7 19-754 0 0,1 1 0 0 0,-1-1 0 0 0,1 1 0 0 0,-1-1 0 0 0,1 1 0 0 0,0 0 0 0 0,-1-1 0 0 0,1 1 0 0 0,-1 0 0 0 0,1-1 0 0 0,0 1 1 0 0,-1 0-1 0 0,1 0 0 0 0,0 0 0 0 0,-1-1 0 0 0,1 1 0 0 0,0 0 0 0 0,-1 0 0 0 0,1 0 0 0 0,0 0 0 0 0,-1 0 0 0 0,1 0 0 0 0,0 1 0 0 0,-1-1 1 0 0,2 0-1 0 0,22 3 948 0 0,-23-3-891 0 0,18 4 451 0 0,0 1 0 0 0,0 1 0 0 0,0 1-1 0 0,0 0 1 0 0,25 16 0 0 0,-27-14-567 0 0,0 0 1 0 0,1-2-1 0 0,0 1 1 0 0,1-2-1 0 0,27 6 1 0 0,-41-12-72 0 0,1 1 1 0 0,0-1 0 0 0,-1 1-1 0 0,1-2 1 0 0,0 1-1 0 0,0-1 1 0 0,-1 1-1 0 0,1-1 1 0 0,-1-1-1 0 0,8-2 1 0 0,-11 3 3 0 0,0 0 1 0 0,-1 0 0 0 0,1 0-1 0 0,0 0 1 0 0,0 0-1 0 0,-1 0 1 0 0,1-1 0 0 0,-1 1-1 0 0,1-1 1 0 0,-1 1-1 0 0,0-1 1 0 0,0 1 0 0 0,1-1-1 0 0,-1 0 1 0 0,0 0 0 0 0,-1 1-1 0 0,1-1 1 0 0,0 0-1 0 0,0 0 1 0 0,-1 0 0 0 0,1 0-1 0 0,-1 0 1 0 0,0 0 0 0 0,1 0-1 0 0,-1 0 1 0 0,0 0-1 0 0,0 0 1 0 0,0 0 0 0 0,-1 0-1 0 0,1 0 1 0 0,-1-3 0 0 0,-7-24 61 0 0,-1 1 1 0 0,-1 1 0 0 0,-1 0-1 0 0,-1 0 1 0 0,-22-33 0 0 0,-2-7-155 0 0,10 21-2880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4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0 2761 0 0,'-4'11'325'0'0,"1"-1"1"0"0,1 1 0 0 0,0-1-1 0 0,1 1 1 0 0,0 0 0 0 0,0-1-1 0 0,1 1 1 0 0,0 0 0 0 0,1 0-1 0 0,0 0 1 0 0,4 10 0 0 0,-4-13-54 0 0,1-1 0 0 0,0 1 1 0 0,0-1-1 0 0,1 1 1 0 0,0-1-1 0 0,1 0 0 0 0,-1 0 1 0 0,1 0-1 0 0,1-1 0 0 0,-1 1 1 0 0,1-1-1 0 0,0 0 0 0 0,0-1 1 0 0,1 1-1 0 0,11 8 0 0 0,-12-12-91 0 0,-1 1-1 0 0,0-1 0 0 0,1-1 1 0 0,-1 1-1 0 0,1-1 0 0 0,0 0 1 0 0,-1 0-1 0 0,1 0 0 0 0,0 0 1 0 0,0-1-1 0 0,0 0 0 0 0,-1 0 1 0 0,1 0-1 0 0,0-1 0 0 0,0 0 1 0 0,-1 0-1 0 0,1 0 0 0 0,0 0 1 0 0,-1-1-1 0 0,1 1 0 0 0,-1-1 1 0 0,1 0-1 0 0,-1-1 0 0 0,0 1 1 0 0,0-1-1 0 0,4-3 0 0 0,-4 3-114 0 0,0 0-1 0 0,-1 0 0 0 0,0 0 0 0 0,0-1 1 0 0,0 1-1 0 0,0-1 0 0 0,0 1 1 0 0,-1-1-1 0 0,0 0 0 0 0,1 0 1 0 0,-2 0-1 0 0,1-1 0 0 0,0 1 1 0 0,-1 0-1 0 0,0-1 0 0 0,0 1 0 0 0,0-1 1 0 0,0 1-1 0 0,-1-1 0 0 0,1 1 1 0 0,-1-1-1 0 0,-1 1 0 0 0,1-1 1 0 0,-1 1-1 0 0,1-1 0 0 0,-1 1 0 0 0,-3-8 1 0 0,1 5-147 0 0,1 0 0 0 0,-2 1 0 0 0,1 0 0 0 0,-1-1 0 0 0,0 1 0 0 0,0 1 0 0 0,-1-1 0 0 0,1 1 0 0 0,-1-1 1 0 0,-1 1-1 0 0,1 1 0 0 0,-1-1 0 0 0,0 1 0 0 0,0 0 0 0 0,0 0 0 0 0,0 1 0 0 0,-1-1 0 0 0,-12-3 0 0 0,0 3-5751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6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0 156 8290 0 0,'10'-2'714'0'0,"1"1"0"0"0,-1 0 0 0 0,1 1-1 0 0,-1 0 1 0 0,0 1 0 0 0,1 0 0 0 0,14 4 0 0 0,-20-4-587 0 0,-1 0-1 0 0,0 1 1 0 0,0-1-1 0 0,0 1 1 0 0,1 0-1 0 0,-2 0 1 0 0,1 0-1 0 0,0 1 1 0 0,0-1-1 0 0,-1 1 1 0 0,1 0-1 0 0,-1 0 1 0 0,0 0-1 0 0,0 0 1 0 0,0 1-1 0 0,0-1 1 0 0,-1 1-1 0 0,0 0 1 0 0,4 8 0 0 0,-16-26 3799 0 0,-17-28-2369 0 0,23 29-1778 0 0,0 0 0 0 0,1 0-1 0 0,0 0 1 0 0,0-1-1 0 0,2 1 1 0 0,0-1 0 0 0,0 1-1 0 0,2-17 1 0 0,1 3-6999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28 6849 0 0,'14'-11'609'0'0,"-7"4"-481"0"0,0 1-128 0 0,-2 2 0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2.0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6913 0 0,'0'1'99'0'0,"0"1"0"0"0,-1 0 0 0 0,1-1-1 0 0,0 1 1 0 0,0 0 0 0 0,0 0 0 0 0,0-1-1 0 0,1 1 1 0 0,-1 0 0 0 0,0-1-1 0 0,1 1 1 0 0,-1 0 0 0 0,1-1 0 0 0,0 1-1 0 0,-1 0 1 0 0,1-1 0 0 0,2 3 0 0 0,-2-3 105 0 0,0 0 1 0 0,0-1 0 0 0,0 1-1 0 0,0-1 1 0 0,0 1 0 0 0,1-1-1 0 0,-1 1 1 0 0,0-1 0 0 0,0 0-1 0 0,1 1 1 0 0,-1-1 0 0 0,0 0-1 0 0,1 0 1 0 0,-1 0 0 0 0,0 0 0 0 0,0 0-1 0 0,1 0 1 0 0,-1 0 0 0 0,0-1-1 0 0,1 1 1 0 0,-1 0 0 0 0,0-1-1 0 0,0 1 1 0 0,0-1 0 0 0,2 0-1 0 0,3-3 47 0 0,0 0 0 0 0,0 1 0 0 0,0-2 0 0 0,-1 1 0 0 0,0-1 0 0 0,1 0-1 0 0,-2 0 1 0 0,1 0 0 0 0,-1-1 0 0 0,0 1 0 0 0,0-1 0 0 0,0 0 0 0 0,3-9-1 0 0,-1 5-1696 0 0,0 0-1 0 0,1 1 0 0 0,11-14 0 0 0,-6 12-568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1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19 164 3225 0 0,'0'0'173'0'0,"-1"1"0"0"0,0-1-1 0 0,1 0 1 0 0,-1 0 0 0 0,0 0 0 0 0,1 0 0 0 0,-1 0 0 0 0,0 0 0 0 0,1 0 0 0 0,-1-1 0 0 0,0 1 0 0 0,1 0 0 0 0,-1 0 0 0 0,1 0 0 0 0,-1-1 0 0 0,0 1-1 0 0,1 0 1 0 0,-1-1 0 0 0,1 1 0 0 0,-1-1 0 0 0,1 1 0 0 0,-1 0 0 0 0,1-1 0 0 0,-1 1 0 0 0,1-1 0 0 0,-1 1 0 0 0,1-1 0 0 0,0 0 0 0 0,-1 1 0 0 0,1-1-1 0 0,0 1 1 0 0,-1-1 0 0 0,1 0 0 0 0,0 1 0 0 0,0-2 0 0 0,0 0 165 0 0,0 0-1 0 0,0-1 1 0 0,1 1-1 0 0,-1 0 0 0 0,1 0 1 0 0,-1-1-1 0 0,1 1 1 0 0,0 0-1 0 0,0 0 1 0 0,2-4-1 0 0,5-6 802 0 0,0 0-1 0 0,14-16 0 0 0,-15 20-973 0 0,-1 1 0 0 0,1 1 0 0 0,0-1 0 0 0,1 1 0 0 0,0 1 0 0 0,0-1 0 0 0,0 1 0 0 0,0 0 0 0 0,17-6 0 0 0,-21 10-111 0 0,0 0 0 0 0,0 0 1 0 0,0 0-1 0 0,0 0 1 0 0,0 1-1 0 0,0 0 1 0 0,0-1-1 0 0,0 1 1 0 0,0 1-1 0 0,0-1 1 0 0,1 1-1 0 0,-1-1 1 0 0,0 1-1 0 0,0 0 1 0 0,-1 1-1 0 0,1-1 0 0 0,0 1 1 0 0,0 0-1 0 0,-1 0 1 0 0,1 0-1 0 0,-1 0 1 0 0,1 0-1 0 0,-1 1 1 0 0,6 5-1 0 0,0 2-69 0 0,0 1 1 0 0,-1 0-1 0 0,-1 0 0 0 0,0 0 1 0 0,0 1-1 0 0,-1 0 0 0 0,0 1 1 0 0,-1-1-1 0 0,-1 1 0 0 0,4 14 1 0 0,2 21-105 0 0,7 72 0 0 0,-10-56 86 0 0,-6-59 25 0 0,2 18-1418 0 0,0-1-1 0 0,2 1 1 0 0,10 28 0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2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1 3681 0 0,'-2'5'328'0'0,"2"-2"-264"0"0,-5 11 5721 0 0,2-8-4569 0 0,-1-1-63 0 0,1 0-17 0 0,-3 0 0 0 0,3 1-1536 0 0,-2-3-304 0 0,-1 1-64 0 0,-1-4-16 0 0,-1-6 656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0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75 165 5529 0 0,'-14'-23'1281'0'0,"-14"-34"0"0"0,-4-27 7012 0 0,39 122-4197 0 0,-3 32-3068 0 0,-3-31-606 0 0,3 26-167 0 0,57 541 253 0 0,-43-500-488 0 0,14 66-922 0 0,-31-170 739 0 0,1 5-1360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1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28 224 6449 0 0,'-4'-6'424'0'0,"1"0"0"0"0,-1 0-1 0 0,1-1 1 0 0,1 1 0 0 0,-1-1 0 0 0,1 0-1 0 0,0 0 1 0 0,1 0 0 0 0,-1 0-1 0 0,1 0 1 0 0,1 0 0 0 0,0 0-1 0 0,0 0 1 0 0,0 0 0 0 0,1 0 0 0 0,-1 0-1 0 0,2 0 1 0 0,-1 0 0 0 0,3-7-1 0 0,-3 10-369 0 0,1-1 0 0 0,-1 1 0 0 0,0 0 0 0 0,1 0 0 0 0,0 0-1 0 0,0 0 1 0 0,0 0 0 0 0,1 1 0 0 0,-1-1 0 0 0,1 1 0 0 0,0-1-1 0 0,0 1 1 0 0,0 0 0 0 0,0 0 0 0 0,0 0 0 0 0,1 1 0 0 0,-1-1-1 0 0,1 1 1 0 0,0 0 0 0 0,0 0 0 0 0,0 0 0 0 0,0 0 0 0 0,0 1 0 0 0,0 0-1 0 0,0 0 1 0 0,1 0 0 0 0,-1 0 0 0 0,0 0 0 0 0,1 1 0 0 0,-1 0-1 0 0,9 0 1 0 0,-1 3 61 0 0,-1-1 0 0 0,1 1 0 0 0,-1 1-1 0 0,0 0 1 0 0,0 1 0 0 0,0 0 0 0 0,-1 0-1 0 0,1 1 1 0 0,-1 1 0 0 0,-1-1 0 0 0,1 2-1 0 0,-1-1 1 0 0,12 14 0 0 0,-13-13-68 0 0,-1 1 1 0 0,-1-1-1 0 0,1 1 1 0 0,-2 0-1 0 0,1 0 1 0 0,-1 1-1 0 0,0-1 1 0 0,-1 1-1 0 0,0 0 0 0 0,-1 0 1 0 0,0 1-1 0 0,-1-1 1 0 0,0 1-1 0 0,0 0 1 0 0,0 10-1 0 0,-3 1 191 0 0,0-1 0 0 0,-2 0 0 0 0,0 1-1 0 0,-1-1 1 0 0,-2-1 0 0 0,0 1 0 0 0,-1-1 0 0 0,-1 0 0 0 0,0 0 0 0 0,-2-1-1 0 0,0-1 1 0 0,-1 1 0 0 0,-1-2 0 0 0,-1 1 0 0 0,-1-2 0 0 0,-21 22 0 0 0,35-38-223 0 0,-1 0 0 0 0,0 1 1 0 0,0-1-1 0 0,1 0 1 0 0,-1 1-1 0 0,1-1 1 0 0,-1 1-1 0 0,0-1 1 0 0,1 1-1 0 0,-1-1 0 0 0,1 1 1 0 0,-1-1-1 0 0,1 1 1 0 0,-1 0-1 0 0,1-1 1 0 0,-1 1-1 0 0,1 0 1 0 0,0-1-1 0 0,0 1 0 0 0,-1 0 1 0 0,1 0-1 0 0,0-1 1 0 0,0 1-1 0 0,0 0 1 0 0,-1 0-1 0 0,1-1 1 0 0,0 1-1 0 0,0 0 0 0 0,0 1 1 0 0,23 3 246 0 0,-9-3-277 0 0,133 13 156 0 0,-97-12-1128 0 0,85 16 1 0 0,-74-2-1858 0 0,-2 6-3806 0 0,-38-13 4068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5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63 40 6913 0 0,'-1'-2'-49'0'0,"-24"-24"1788"0"0,24 25-1340 0 0,0 0 1 0 0,0 0-1 0 0,0 0 0 0 0,-1 0 0 0 0,1 0 0 0 0,0 0 0 0 0,-1 0 0 0 0,1 1 0 0 0,0-1 0 0 0,-1 0 0 0 0,1 1 0 0 0,-1-1 0 0 0,1 1 0 0 0,-1 0 0 0 0,0-1 0 0 0,1 1 0 0 0,-1 0 0 0 0,-2 0 0 0 0,3 1-265 0 0,1-1 1 0 0,-1 0-1 0 0,1 1 1 0 0,-1-1-1 0 0,1 1 1 0 0,-1-1-1 0 0,1 1 1 0 0,0-1-1 0 0,-1 1 1 0 0,1 0-1 0 0,0-1 1 0 0,-1 1-1 0 0,1-1 1 0 0,0 1-1 0 0,0 0 1 0 0,0-1-1 0 0,-1 1 1 0 0,1 0-1 0 0,0-1 1 0 0,0 1-1 0 0,0 0 1 0 0,0-1-1 0 0,0 2 1 0 0,1 22 776 0 0,-1-17-591 0 0,-1 119 997 0 0,2 129-892 0 0,1-216-663 0 0,1-1 0 0 0,14 62 1 0 0,6-27-3711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8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17 188 6913 0 0,'-4'-11'138'0'0,"2"3"-17"0"0,-1 0 0 0 0,1 0 1 0 0,0-1-1 0 0,-1-13 1 0 0,3 20 114 0 0,0 0-1 0 0,0 0 1 0 0,0 0 0 0 0,0 0 0 0 0,0 0 0 0 0,0 0 0 0 0,0 0 0 0 0,1 0 0 0 0,-1 1 0 0 0,1-1 0 0 0,-1 0-1 0 0,1 0 1 0 0,0 0 0 0 0,-1 0 0 0 0,1 1 0 0 0,0-1 0 0 0,0 0 0 0 0,1 1 0 0 0,-1-1 0 0 0,0 1 0 0 0,0-1 0 0 0,1 1-1 0 0,-1 0 1 0 0,3-3 0 0 0,-1 4 44 0 0,-1 0-1 0 0,0-1 1 0 0,0 1 0 0 0,1 0-1 0 0,-1 0 1 0 0,0 0 0 0 0,0 1-1 0 0,1-1 1 0 0,-1 0-1 0 0,0 1 1 0 0,0 0 0 0 0,0-1-1 0 0,0 1 1 0 0,0 0 0 0 0,0 0-1 0 0,0 0 1 0 0,0 0-1 0 0,0 0 1 0 0,0 1 0 0 0,0-1-1 0 0,1 2 1 0 0,24 20 284 0 0,-1 1 1 0 0,40 48-1 0 0,-46-48-513 0 0,2 0 1 0 0,1-1-1 0 0,34 26 0 0 0,-56-48-23 0 0,1 0 1 0 0,-1 0-1 0 0,1 1 1 0 0,0-1 0 0 0,0 0-1 0 0,-1-1 1 0 0,1 1 0 0 0,0 0-1 0 0,0 0 1 0 0,0-1-1 0 0,0 1 1 0 0,0-1 0 0 0,0 1-1 0 0,0-1 1 0 0,0 0-1 0 0,0 0 1 0 0,0 0 0 0 0,0 0-1 0 0,2-1 1 0 0,-3 0-5 0 0,1 1 0 0 0,-1-1 1 0 0,0 0-1 0 0,0 0 0 0 0,0 0 0 0 0,0 0 0 0 0,0 0 0 0 0,0 0 1 0 0,0 0-1 0 0,0-1 0 0 0,0 1 0 0 0,-1 0 0 0 0,1 0 1 0 0,0-1-1 0 0,-1 1 0 0 0,1 0 0 0 0,-1-1 0 0 0,0 1 1 0 0,1-1-1 0 0,-1 1 0 0 0,0-1 0 0 0,0 1 0 0 0,0 0 1 0 0,0-1-1 0 0,0 1 0 0 0,0-3 0 0 0,-6-91 329 0 0,3 74-825 0 0,1 0 1 0 0,0 0-1 0 0,2-1 0 0 0,1 1 1 0 0,1 0-1 0 0,8-39 1 0 0,-3 38-6752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1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77 4145 0 0,'0'0'191'0'0,"-1"29"4210"0"0,2-11-3724 0 0,2 1 1 0 0,0-1 0 0 0,1 1 0 0 0,1-1 0 0 0,8 19 0 0 0,-10-28-384 0 0,1-1 0 0 0,0 1 0 0 0,1-1 0 0 0,0 0 0 0 0,0 0 0 0 0,1 0 0 0 0,-1-1 0 0 0,2 1 0 0 0,-1-1 0 0 0,1-1-1 0 0,14 12 1 0 0,-19-17-225 0 0,-1-1-1 0 0,0 1 0 0 0,1 0 0 0 0,-1 0 1 0 0,0-1-1 0 0,1 1 0 0 0,-1 0 0 0 0,1-1 0 0 0,-1 0 1 0 0,1 1-1 0 0,-1-1 0 0 0,1 0 0 0 0,-1 0 0 0 0,1 1 1 0 0,0-1-1 0 0,-1-1 0 0 0,1 1 0 0 0,-1 0 0 0 0,1 0 1 0 0,-1 0-1 0 0,1-1 0 0 0,-1 1 0 0 0,1-1 0 0 0,-1 1 1 0 0,2-2-1 0 0,0 0 17 0 0,-1 0 0 0 0,1 0 0 0 0,-1-1 0 0 0,0 1 0 0 0,0-1 0 0 0,0 1 0 0 0,0-1 0 0 0,0 1 0 0 0,0-1 0 0 0,-1 0 0 0 0,3-5 0 0 0,-1-2 29 0 0,1-1 0 0 0,-1 1 1 0 0,-1-1-1 0 0,0 1 0 0 0,-1-1 0 0 0,1-17 0 0 0,-3 10-176 0 0,-1-1-1 0 0,-1 0 1 0 0,-1 1-1 0 0,0-1 1 0 0,-2 1-1 0 0,0 1 0 0 0,-1-1 1 0 0,-1 1-1 0 0,-12-21 1 0 0,6 23-2395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4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1 126 10594 0 0,'11'13'199'0'0,"0"-1"0"0"0,1-1 0 0 0,1 0 0 0 0,0 0 0 0 0,1-1 0 0 0,23 12 0 0 0,-28-16 335 0 0,14 8 13 0 0,16 11 643 0 0,-16-6 3195 0 0,-28-25-3967 0 0,0-1 0 0 0,-1 0 0 0 0,2-1 0 0 0,-1 1 1 0 0,1-1-1 0 0,1 0 0 0 0,-1 0 0 0 0,1 0 1 0 0,1 0-1 0 0,-1 0 0 0 0,1-1 0 0 0,1 1 0 0 0,-2-16 1 0 0,3 13-732 0 0,0-1 0 0 0,0 1 1 0 0,1 0-1 0 0,3-16 1 0 0,-2 18-586 0 0,0 1 1 0 0,1 1 0 0 0,-1-1 0 0 0,2 0 0 0 0,-1 1-1 0 0,7-10 1 0 0,4-3-6267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8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36 8754 0 0,'-4'-1'6107'0'0,"24"-19"-4810"0"0,-17 18-1586 0 0,0 0 0 0 0,0 0 1 0 0,0 1-1 0 0,1-1 0 0 0,-1 1 0 0 0,0 0 0 0 0,1 0 1 0 0,-1 0-1 0 0,1 0 0 0 0,0 1 0 0 0,-1-1 0 0 0,1 1 1 0 0,-1 0-1 0 0,1 0 0 0 0,4 1 0 0 0,5 1-1086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3.0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56 7370 0 0,'-1'0'33'0'0,"1"0"0"0"0,0 0 0 0 0,0 0 0 0 0,-1 1 0 0 0,1-1 0 0 0,0 0 0 0 0,0 0 0 0 0,0 0 0 0 0,-1 1 0 0 0,1-1 0 0 0,0 0 0 0 0,0 0 0 0 0,0 1 0 0 0,0-1 0 0 0,0 0 0 0 0,-1 0 0 0 0,1 1 0 0 0,0-1 0 0 0,0 0 0 0 0,0 0 0 0 0,0 1 0 0 0,0-1 0 0 0,0 0 0 0 0,0 0 0 0 0,0 1 0 0 0,0-1 0 0 0,0 0 0 0 0,0 1 0 0 0,0-1 0 0 0,0 0 0 0 0,0 0 0 0 0,0 1 0 0 0,1-1 0 0 0,-1 0 0 0 0,0 0 0 0 0,0 1 0 0 0,0-1 0 0 0,0 0 0 0 0,0 0 0 0 0,1 1 1 0 0,-1-1-1 0 0,0 0 0 0 0,0 0 0 0 0,0 0 0 0 0,0 1 0 0 0,1-1 0 0 0,15-5 2274 0 0,-13 4-2198 0 0,46-23 1079 0 0,15-6-4624 0 0,-43 23 3044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11 124 3681 0 0,'-5'-62'4081'0'0,"0"0"3619"0"0,14 121-2536 0 0,-1 5-3734 0 0,13 76-1271 0 0,146 560 159 0 0,-164-688-455 0 0,-2-8-70 0 0,0 1 0 0 0,1-1 0 0 0,-1 0 0 0 0,1 1 0 0 0,0-1-1 0 0,0 0 1 0 0,0 0 0 0 0,5 7 0 0 0,-1-41-6557 0 0,-7 13 6711 0 0,-2 0 53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30 156 5065 0 0,'-4'-5'618'0'0,"0"-1"-1"0"0,1 0 1 0 0,-1 1 0 0 0,1-1-1 0 0,0 0 1 0 0,1-1-1 0 0,-4-8 1 0 0,6 13-347 0 0,0-1 0 0 0,-1 1 0 0 0,1-1 0 0 0,0 0 1 0 0,1 1-1 0 0,-1-1 0 0 0,0 1 0 0 0,1 0 0 0 0,-1-1 0 0 0,1 1 0 0 0,0-1 0 0 0,0 1 1 0 0,0 0-1 0 0,0-1 0 0 0,0 1 0 0 0,0 0 0 0 0,1 0 0 0 0,-1 0 0 0 0,1 0 0 0 0,0 0 1 0 0,-1 0-1 0 0,1 0 0 0 0,2-1 0 0 0,2-2-78 0 0,-1 1 0 0 0,0 0 0 0 0,1 0 1 0 0,0 0-1 0 0,0 0 0 0 0,0 1 0 0 0,0 0 0 0 0,1 1 0 0 0,-1-1 1 0 0,1 1-1 0 0,0 1 0 0 0,-1-1 0 0 0,1 1 0 0 0,8-1 0 0 0,-9 2-122 0 0,-1 1 0 0 0,0-1 0 0 0,1 1 0 0 0,-1-1 0 0 0,1 2 0 0 0,-1-1 0 0 0,0 0 0 0 0,0 1 0 0 0,0 0 0 0 0,0 1 0 0 0,0-1 0 0 0,0 1 0 0 0,0 0 0 0 0,-1 0 0 0 0,1 0 0 0 0,-1 0 0 0 0,0 1 0 0 0,5 5 0 0 0,-2-1-69 0 0,-1 1 1 0 0,1-1-1 0 0,-1 1 0 0 0,-1 1 0 0 0,1-1 1 0 0,-2 1-1 0 0,1 0 0 0 0,-1 0 0 0 0,-1 0 0 0 0,4 17 1 0 0,-5-11-100 0 0,0 1 1 0 0,-1-1-1 0 0,0 1 0 0 0,-1-1 1 0 0,-1 1-1 0 0,-4 19 1 0 0,-7 15 181 0 0,-2-1 1 0 0,-2 0-1 0 0,-29 62 0 0 0,38-95 185 0 0,-1 0 466 0 0,-20 31 0 0 0,-5 11 81 0 0,33-58-816 0 0,-1 0 0 0 0,1-1 0 0 0,0 1 0 0 0,-1-1 0 0 0,1 1 0 0 0,0 0 1 0 0,0-1-1 0 0,0 1 0 0 0,0 0 0 0 0,0 0 0 0 0,0-1 0 0 0,0 1 1 0 0,0 0-1 0 0,0-1 0 0 0,0 1 0 0 0,0 0 0 0 0,0-1 0 0 0,0 1 0 0 0,0 0 1 0 0,1-1-1 0 0,-1 1 0 0 0,0 0 0 0 0,1-1 0 0 0,-1 1 0 0 0,0-1 0 0 0,1 1 1 0 0,-1-1-1 0 0,1 2 0 0 0,1-1 3 0 0,-1 0 0 0 0,1 0 0 0 0,-1 0 0 0 0,1-1 0 0 0,0 1 0 0 0,-1 0 0 0 0,1-1-1 0 0,0 1 1 0 0,-1-1 0 0 0,1 1 0 0 0,2-1 0 0 0,3 1 8 0 0,1-1 1 0 0,0 0-1 0 0,-1 0 0 0 0,11-2 0 0 0,30-9-756 0 0,1-2 0 0 0,-2-3 0 0 0,56-25 1 0 0,-70 26-6556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0 169 5065 0 0,'2'-3'609'0'0,"0"0"-1"0"0,1 1 1 0 0,-1-1-1 0 0,0 1 1 0 0,1 0-1 0 0,0-1 1 0 0,-1 1 0 0 0,1 0-1 0 0,0 0 1 0 0,0 1-1 0 0,5-3 1 0 0,-1 0 327 0 0,100-60 7056 0 0,-81 51-7721 0 0,0 1 1 0 0,1 1-1 0 0,0 1 0 0 0,42-9 1 0 0,-17 13-1478 0 0,-31 7-5188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0 4609 0 0,'-3'2'232'0'0,"0"0"-1"0"0,0 0 1 0 0,0 1-1 0 0,0-1 1 0 0,0 1-1 0 0,1 0 1 0 0,-1 0-1 0 0,1 0 1 0 0,0 0-1 0 0,0 0 1 0 0,0 0 0 0 0,0 0-1 0 0,0 1 1 0 0,1-1-1 0 0,-1 1 1 0 0,1-1-1 0 0,0 1 1 0 0,0 0-1 0 0,0 0 1 0 0,1-1 0 0 0,-1 1-1 0 0,1 0 1 0 0,0 5-1 0 0,0 32 2735 0 0,1 0 1 0 0,12 71-1 0 0,-1-7-1068 0 0,-8-49-1570 0 0,0 11-587 0 0,2 0-1 0 0,3 0 1 0 0,27 95 0 0 0,-27-133-7016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 8290 0 0,'4'-7'-177'0'0,"19"-24"8542"0"0,-23 30-8235 0 0,1 1 0 0 0,-1 0 0 0 0,0 0 0 0 0,1 0 0 0 0,-1 0 0 0 0,0 0 0 0 0,1 0 0 0 0,-1 0 0 0 0,0 0 0 0 0,1 0 0 0 0,-1 0 0 0 0,0 0 0 0 0,1 0 0 0 0,-1 0 0 0 0,0 0 0 0 0,1 0 0 0 0,-1 0 0 0 0,5 17 1471 0 0,0 70 171 0 0,-4-34-1418 0 0,12 72 1 0 0,-9-109-374 0 0,-1 1 0 0 0,2 0 1 0 0,0-1-1 0 0,1 0 0 0 0,1 0 1 0 0,1 0-1 0 0,0-1 0 0 0,13 19 1 0 0,-20-33 6 0 0,-1 1 1 0 0,1-1-1 0 0,0 0 1 0 0,0-1-1 0 0,-1 1 1 0 0,1 0 0 0 0,0 0-1 0 0,0 0 1 0 0,0 0-1 0 0,0-1 1 0 0,0 1 0 0 0,0 0-1 0 0,0-1 1 0 0,0 1-1 0 0,0-1 1 0 0,0 1-1 0 0,0-1 1 0 0,0 1 0 0 0,1-1-1 0 0,-1 0 1 0 0,0 1-1 0 0,0-1 1 0 0,0 0 0 0 0,2 0-1 0 0,-1-1-24 0 0,-1 1-1 0 0,1-1 1 0 0,-1 0-1 0 0,1 1 1 0 0,-1-1-1 0 0,1 0 1 0 0,-1 0-1 0 0,0 0 1 0 0,1 0 0 0 0,-1 0-1 0 0,0-1 1 0 0,0 1-1 0 0,0 0 1 0 0,0 0-1 0 0,1-3 1 0 0,5-8-234 0 0,-1 0-1 0 0,0 0 1 0 0,6-21 0 0 0,-7 21 196 0 0,8-29 223 0 0,-10 31-67 0 0,-1 1 0 0 0,2-1 0 0 0,-1 1 0 0 0,1 0 0 0 0,0 0 0 0 0,1 0 0 0 0,0 0 0 0 0,1 1 0 0 0,12-15 0 0 0,-17 22-64 0 0,1-1 1 0 0,-1 1 0 0 0,1 0-1 0 0,0 0 1 0 0,0 0 0 0 0,0 0 0 0 0,0 0-1 0 0,0 1 1 0 0,0-1 0 0 0,0 1-1 0 0,0-1 1 0 0,0 1 0 0 0,0 0-1 0 0,0-1 1 0 0,0 1 0 0 0,0 0 0 0 0,0 0-1 0 0,0 1 1 0 0,0-1 0 0 0,0 0-1 0 0,0 1 1 0 0,0-1 0 0 0,0 1-1 0 0,0 0 1 0 0,0-1 0 0 0,0 1 0 0 0,0 0-1 0 0,0 0 1 0 0,-1 0 0 0 0,3 3-1 0 0,7 3 164 0 0,-1 2 0 0 0,0 0 0 0 0,16 18 0 0 0,-7-7-65 0 0,-15-16-341 0 0,0 0 0 0 0,0-1 0 0 0,1 1-1 0 0,-1-1 1 0 0,1 0 0 0 0,-1 0 0 0 0,1 0 0 0 0,0-1 0 0 0,0 1 0 0 0,0-1 0 0 0,1-1-1 0 0,-1 1 1 0 0,0-1 0 0 0,1 1 0 0 0,-1-2 0 0 0,1 1 0 0 0,6 0 0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7370 0 0,'11'29'8332'0'0,"-10"-28"-8090"0"0,-1-1 1 0 0,1 0-1 0 0,0 0 0 0 0,-1 1 1 0 0,1-1-1 0 0,-1 0 0 0 0,1 0 1 0 0,0 0-1 0 0,17-4 1633 0 0,3-6-8035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7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65 920 0 0,'-1'2'473'0'0,"0"-1"1"0"0,0 1-1 0 0,0 0 0 0 0,0-1 1 0 0,1 1-1 0 0,-1 0 0 0 0,0 0 0 0 0,1 0 1 0 0,-1-1-1 0 0,1 1 0 0 0,0 0 1 0 0,-1 0-1 0 0,1 0 0 0 0,0 0 0 0 0,7 9 4156 0 0,-7-11-4495 0 0,15-9 1563 0 0,20-26-934 0 0,10-8-3797 0 0,-27 28 1740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6.4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110 344 5985 0 0,'-6'-3'719'0'0,"0"0"-1"0"0,0 0 1 0 0,0 0-1 0 0,1-1 1 0 0,-1 0-1 0 0,1 0 1 0 0,-1 0-1 0 0,1-1 1 0 0,-4-5 0 0 0,3 4-346 0 0,1 1 1 0 0,1-1 0 0 0,-1 0 0 0 0,1-1 0 0 0,0 1-1 0 0,1 0 1 0 0,0-1 0 0 0,0 0 0 0 0,0 0 0 0 0,0 0-1 0 0,1 0 1 0 0,1 0 0 0 0,-3-13 0 0 0,5 13-211 0 0,0 1 0 0 0,1-1-1 0 0,0 1 1 0 0,0-1 0 0 0,0 1 0 0 0,1 0 0 0 0,-1 0 0 0 0,1 0-1 0 0,1 0 1 0 0,-1 1 0 0 0,1-1 0 0 0,0 1 0 0 0,1 0 0 0 0,-1 0-1 0 0,6-5 1 0 0,6-5-7 0 0,1 0 0 0 0,1 1 0 0 0,22-14 0 0 0,-34 24-141 0 0,-1 1 0 0 0,0 0 1 0 0,1 0-1 0 0,0 1 1 0 0,-1-1-1 0 0,1 1 1 0 0,0 0-1 0 0,0 1 1 0 0,11-2-1 0 0,-15 3-14 0 0,0 0-1 0 0,0 0 1 0 0,1 1-1 0 0,-1-1 1 0 0,0 1-1 0 0,0-1 1 0 0,0 1 0 0 0,0 0-1 0 0,0 0 1 0 0,0-1-1 0 0,0 2 1 0 0,0-1-1 0 0,-1 0 1 0 0,1 0 0 0 0,0 0-1 0 0,0 1 1 0 0,-1-1-1 0 0,1 1 1 0 0,-1-1-1 0 0,0 1 1 0 0,1 0-1 0 0,-1 0 1 0 0,0 0 0 0 0,0-1-1 0 0,0 1 1 0 0,0 0-1 0 0,0 0 1 0 0,-1 0-1 0 0,1 0 1 0 0,0 5 0 0 0,4 11-101 0 0,-1 0 0 0 0,-1 1 1 0 0,0-1-1 0 0,-1 35 0 0 0,-10 78-748 0 0,3-87 507 0 0,3 0 0 0 0,2 45 0 0 0,1-75 342 0 0,1 0 0 0 0,0 0 0 0 0,1-1 0 0 0,1 1-1 0 0,0-1 1 0 0,1 0 0 0 0,0 1 0 0 0,1-2 0 0 0,0 1-1 0 0,12 17 1 0 0,-15-27-9 0 0,-1 1-1 0 0,1-1 1 0 0,0 0-1 0 0,0 0 1 0 0,0 0-1 0 0,0 0 1 0 0,1 0-1 0 0,-1-1 0 0 0,1 1 1 0 0,-1-1-1 0 0,1 0 1 0 0,6 2-1 0 0,-8-3 29 0 0,1-1 0 0 0,-1 1-1 0 0,0-1 1 0 0,0 0 0 0 0,0 0 0 0 0,1 1-1 0 0,-1-2 1 0 0,0 1 0 0 0,0 0-1 0 0,1 0 1 0 0,-1-1 0 0 0,0 1-1 0 0,0-1 1 0 0,0 0 0 0 0,0 0 0 0 0,0 1-1 0 0,0-1 1 0 0,0 0 0 0 0,0-1-1 0 0,0 1 1 0 0,0 0 0 0 0,-1-1-1 0 0,1 1 1 0 0,0-1 0 0 0,2-2 0 0 0,-1 0 114 0 0,0 0 0 0 0,0 0 0 0 0,0 0 0 0 0,-1 0 0 0 0,1 0 1 0 0,-1 0-1 0 0,0-1 0 0 0,0 1 0 0 0,0-1 0 0 0,-1 1 0 0 0,0-1 1 0 0,0 0-1 0 0,0 0 0 0 0,0 0 0 0 0,0-9 0 0 0,-2 7-44 0 0,0-1 1 0 0,0 0-1 0 0,-1 0 0 0 0,0 0 0 0 0,0 1 1 0 0,0-1-1 0 0,-1 1 0 0 0,0 0 0 0 0,-5-8 1 0 0,-1 1-47 0 0,0 0 1 0 0,-1 1 0 0 0,0 0 0 0 0,-1 1 0 0 0,0 0 0 0 0,-1 1 0 0 0,0 0 0 0 0,-1 1 0 0 0,-14-9 0 0 0,1 5-92 0 0,0 0 0 0 0,-32-10 0 0 0,10 6-6403 0 0,19 9-749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7.9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77 212 5985 0 0,'-8'-14'107'0'0,"6"10"558"0"0,1 1 0 0 0,-1-1-1 0 0,0 1 1 0 0,-1 0 0 0 0,1 0 0 0 0,0 0-1 0 0,-1 0 1 0 0,0 0 0 0 0,0 0-1 0 0,0 1 1 0 0,0 0 0 0 0,0-1-1 0 0,-5-2 1 0 0,7 5-573 0 0,1 0 0 0 0,-1 0 1 0 0,0 0-1 0 0,1 0 0 0 0,-1 1 0 0 0,0-1 0 0 0,1 0 1 0 0,-1 0-1 0 0,0 0 0 0 0,0 0 0 0 0,1 1 0 0 0,-1-1 0 0 0,1 0 1 0 0,-1 1-1 0 0,0-1 0 0 0,1 1 0 0 0,-1-1 0 0 0,1 0 1 0 0,-1 1-1 0 0,1-1 0 0 0,-1 1 0 0 0,1-1 0 0 0,-1 1 1 0 0,1 0-1 0 0,-1-1 0 0 0,1 1 0 0 0,0-1 0 0 0,-1 1 1 0 0,1 0-1 0 0,0-1 0 0 0,0 1 0 0 0,0 0 0 0 0,-1-1 1 0 0,1 1-1 0 0,0 0 0 0 0,0 0 0 0 0,-5 28 852 0 0,5-28-911 0 0,-4 54 504 0 0,2 0 1 0 0,3 0 0 0 0,13 97 0 0 0,-10-134-535 0 0,0 0 1 0 0,0 0 0 0 0,2 0-1 0 0,0 0 1 0 0,13 23-1 0 0,-16-35-3 0 0,0 1 0 0 0,1-1 0 0 0,0 0 0 0 0,0-1 0 0 0,1 1 0 0 0,0-1 0 0 0,0 0 0 0 0,0 0 0 0 0,0 0-1 0 0,1 0 1 0 0,0-1 0 0 0,0 0 0 0 0,0-1 0 0 0,0 1 0 0 0,0-1 0 0 0,1 0 0 0 0,7 2 0 0 0,-12-5 8 0 0,1 1 1 0 0,-1 0 0 0 0,1-1 0 0 0,0 0-1 0 0,-1 1 1 0 0,1-1 0 0 0,0 0 0 0 0,0 0-1 0 0,-1-1 1 0 0,1 1 0 0 0,0-1-1 0 0,-1 1 1 0 0,1-1 0 0 0,-1 0 0 0 0,1 0-1 0 0,-1 0 1 0 0,1 0 0 0 0,-1 0 0 0 0,1-1-1 0 0,-1 1 1 0 0,0-1 0 0 0,0 0-1 0 0,0 1 1 0 0,0-1 0 0 0,0 0 0 0 0,0 0-1 0 0,0 0 1 0 0,-1 0 0 0 0,1-1 0 0 0,-1 1-1 0 0,0 0 1 0 0,1-1 0 0 0,-1 1 0 0 0,0-1-1 0 0,0 1 1 0 0,0-5 0 0 0,2-2 29 0 0,-1-1 0 0 0,0 1-1 0 0,0-1 1 0 0,-1 0 0 0 0,0 0 0 0 0,-1 0 0 0 0,0 0 0 0 0,-3-17 0 0 0,-7-11 7 0 0,-1 0 0 0 0,-1 1 0 0 0,-3 0 0 0 0,-1 1 0 0 0,-28-48 0 0 0,37 71-43 0 0,5 9-2 0 0,-1 0 0 0 0,1 0 0 0 0,0 0 0 0 0,1-1 0 0 0,-1 1 0 0 0,1-1 0 0 0,0 1 0 0 0,0-1 0 0 0,0 0 0 0 0,1 1 0 0 0,-1-1 0 0 0,1 0 0 0 0,0 1 0 0 0,1-1 0 0 0,-1 0 0 0 0,1 1 0 0 0,0-1 0 0 0,0 0 0 0 0,0 1 0 0 0,1-1 0 0 0,0 1 0 0 0,0 0 0 0 0,0-1 0 0 0,0 1 0 0 0,0 0 0 0 0,1 0 0 0 0,0 1 0 0 0,0-1 0 0 0,0 0 0 0 0,0 1 0 0 0,1 0 0 0 0,-1 0 0 0 0,1 0 0 0 0,0 0 0 0 0,0 0 0 0 0,0 1 0 0 0,0 0 0 0 0,7-3 0 0 0,5-3-18 0 0,1 1 0 0 0,0 1 0 0 0,1 1 0 0 0,-1 0 0 0 0,1 2 0 0 0,0 0 0 0 0,0 0 0 0 0,27 1 0 0 0,-39 2 9 0 0,0 0 0 0 0,0 1 1 0 0,0-1-1 0 0,-1 1 0 0 0,1 0 0 0 0,0 1 1 0 0,0-1-1 0 0,-1 1 0 0 0,1 0 1 0 0,-1 1-1 0 0,0-1 0 0 0,0 1 0 0 0,0 0 1 0 0,0 0-1 0 0,0 1 0 0 0,0 0 0 0 0,-1-1 1 0 0,0 1-1 0 0,1 1 0 0 0,-2-1 0 0 0,1 1 1 0 0,0-1-1 0 0,-1 1 0 0 0,0 0 0 0 0,0 1 1 0 0,-1-1-1 0 0,1 0 0 0 0,-1 1 1 0 0,3 10-1 0 0,-1 7-250 0 0,-1 0 0 0 0,-1 1 1 0 0,-2-1-1 0 0,0 0 0 0 0,-4 35 1 0 0,1-34 82 0 0,1 0-1 0 0,2 0 1 0 0,1 1 0 0 0,6 46 0 0 0,-6-65 173 0 0,1 0 0 0 0,0-1 0 0 0,0 1-1 0 0,0 0 1 0 0,0-1 0 0 0,1 1 0 0 0,0-1-1 0 0,0 0 1 0 0,0 0 0 0 0,1 0 0 0 0,0-1 0 0 0,0 1-1 0 0,0-1 1 0 0,0 0 0 0 0,9 6 0 0 0,-10-7 39 0 0,1-1 0 0 0,0 0 0 0 0,0-1 0 0 0,1 1 0 0 0,-1-1 1 0 0,0 0-1 0 0,0 0 0 0 0,1 0 0 0 0,-1 0 0 0 0,1-1 1 0 0,-1 0-1 0 0,1 0 0 0 0,-1 0 0 0 0,0 0 0 0 0,1-1 0 0 0,-1 0 1 0 0,0 0-1 0 0,1 0 0 0 0,-1 0 0 0 0,0-1 0 0 0,7-3 0 0 0,-4 3 2 0 0,-1-2 0 0 0,1 1 0 0 0,-1-1 0 0 0,0 0-1 0 0,0 0 1 0 0,-1-1 0 0 0,1 0 0 0 0,-1 0-1 0 0,0 0 1 0 0,0 0 0 0 0,-1-1 0 0 0,1 0-1 0 0,6-12 1 0 0,-7 9 62 0 0,-1 0 0 0 0,0 0 1 0 0,0 0-1 0 0,-1 0 0 0 0,0 0 0 0 0,0-1 0 0 0,-1 1 0 0 0,-1-1 0 0 0,0-13 0 0 0,-4-13 200 0 0,-1 1-1 0 0,-3 0 1 0 0,0 0-1 0 0,-20-50 1 0 0,24 75-295 0 0,-2-7-15 0 0,0 1 1 0 0,-2 0-1 0 0,1 0 0 0 0,-2 1 1 0 0,0 0-1 0 0,-17-20 0 0 0,19 26-211 0 0,-1 1-1 0 0,-1 0 1 0 0,1 0-1 0 0,-1 1 1 0 0,-1 0-1 0 0,1 0 1 0 0,-1 1-1 0 0,0 0 1 0 0,-1 1-1 0 0,-18-7 1 0 0,11 6-7461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8.6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0 403 2304 0 0,'13'3'1366'0'0,"-1"1"0"0"0,0 0-1 0 0,0 1 1 0 0,0 0-1 0 0,-1 0 1 0 0,0 1 0 0 0,0 1-1 0 0,0 0 1 0 0,-1 1-1 0 0,0 0 1 0 0,-1 0-1 0 0,11 11 1 0 0,15 29 1539 0 0,-10 7-3369 0 0,-23-48 498 0 0,1-1-1 0 0,0 0 1 0 0,0 1 0 0 0,1-1 0 0 0,0-1-1 0 0,0 1 1 0 0,5 6 0 0 0,-8-11-27 0 0,0 1 0 0 0,0-1 0 0 0,1 0 0 0 0,-1 0 1 0 0,0 1-1 0 0,0-1 0 0 0,1 0 0 0 0,-1 0 1 0 0,1 0-1 0 0,-1-1 0 0 0,1 1 0 0 0,-1 0 1 0 0,1 0-1 0 0,-1-1 0 0 0,1 1 0 0 0,0-1 1 0 0,-1 1-1 0 0,1-1 0 0 0,0 0 0 0 0,-1 0 1 0 0,1 0-1 0 0,0 0 0 0 0,0 0 0 0 0,-1 0 1 0 0,1 0-1 0 0,0-1 0 0 0,-1 1 0 0 0,1 0 0 0 0,0-1 1 0 0,-1 0-1 0 0,1 1 0 0 0,0-1 0 0 0,-1 0 1 0 0,3-1-1 0 0,-3 1-5 0 0,1-1 0 0 0,-1 1 0 0 0,0 0 1 0 0,0 0-1 0 0,0-1 0 0 0,0 1 0 0 0,0-1 0 0 0,0 1 1 0 0,0-1-1 0 0,0 1 0 0 0,-1-1 0 0 0,1 0 0 0 0,-1 1 0 0 0,1-1 1 0 0,-1 0-1 0 0,0 0 0 0 0,1 1 0 0 0,-1-1 0 0 0,0 0 1 0 0,0 1-1 0 0,0-1 0 0 0,0 0 0 0 0,-1 0 0 0 0,1 1 0 0 0,0-1 1 0 0,-1 0-1 0 0,1 0 0 0 0,-1 1 0 0 0,0-1 0 0 0,-1-1 1 0 0,1 0 0 0 0,1 1 0 0 0,-1-1 0 0 0,0 1 0 0 0,1-1 0 0 0,-1 0 0 0 0,1 1 0 0 0,0-1 0 0 0,0 1 0 0 0,0-1 0 0 0,0 0 0 0 0,1-4 0 0 0,10-16 71 0 0,-9 19-56 0 0,0 1-1 0 0,0-1 1 0 0,-1 0 0 0 0,1-1 0 0 0,-1 1-1 0 0,0 0 1 0 0,1-5 0 0 0,10-133-33 0 0,2-17 89 0 0,-10 131 92 0 0,2-1 0 0 0,0 1 0 0 0,17-41 0 0 0,-21 65-163 0 0,-1 0 1 0 0,1 1-1 0 0,1-1 1 0 0,-1 1-1 0 0,0 0 1 0 0,1-1-1 0 0,0 1 0 0 0,0 0 1 0 0,0 1-1 0 0,0-1 1 0 0,0 1-1 0 0,0-1 1 0 0,1 1-1 0 0,-1 0 1 0 0,1 0-1 0 0,0 0 1 0 0,0 1-1 0 0,-1-1 0 0 0,1 1 1 0 0,0 0-1 0 0,0 0 1 0 0,0 0-1 0 0,0 0 1 0 0,1 1-1 0 0,-1 0 1 0 0,0 0-1 0 0,6 1 0 0 0,-5-1 1 0 0,0 0-1 0 0,0 1 0 0 0,0 0 1 0 0,0 0-1 0 0,0 0 0 0 0,0 1 1 0 0,-1 0-1 0 0,1 0 0 0 0,0 0 1 0 0,-1 0-1 0 0,0 1 1 0 0,1 0-1 0 0,-1 0 0 0 0,0 0 1 0 0,-1 0-1 0 0,1 0 0 0 0,0 1 1 0 0,-1 0-1 0 0,0 0 0 0 0,0 0 1 0 0,0 0-1 0 0,3 5 0 0 0,1 12-15 0 0,0 0-1 0 0,-1 1 0 0 0,6 43 1 0 0,-7-37-22 0 0,13 47 0 0 0,-15-66 31 0 0,0-1-1 0 0,0 1 1 0 0,1-1 0 0 0,1 0-1 0 0,-1 0 1 0 0,1-1-1 0 0,1 1 1 0 0,-1-1 0 0 0,11 10-1 0 0,-13-15 9 0 0,-1 0 0 0 0,1 1 0 0 0,0-1 0 0 0,0 0 1 0 0,0 0-1 0 0,1-1 0 0 0,-1 1 0 0 0,0-1 0 0 0,1 1 0 0 0,-1-1 0 0 0,1 0 0 0 0,-1 0 0 0 0,1-1 0 0 0,0 1 0 0 0,-1-1 1 0 0,1 0-1 0 0,-1 0 0 0 0,1 0 0 0 0,0 0 0 0 0,-1-1 0 0 0,1 1 0 0 0,0-1 0 0 0,-1 0 0 0 0,1 0 0 0 0,-1 0 0 0 0,0-1 0 0 0,1 1 1 0 0,-1-1-1 0 0,0 0 0 0 0,6-3 0 0 0,8-7 36 0 0,-1-1 0 0 0,-1-1 0 0 0,0 0 0 0 0,18-21 0 0 0,-12 13-30 0 0,18-18-999 0 0,2 1 0 0 0,2 3 0 0 0,53-35 0 0 0,-52 41-6476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7:10.3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201 376 8290 0 0,'-71'-5'1661'0'0,"38"3"-371"0"0,-45-8 0 0 0,61 10 233 0 0,17 0-1501 0 0,0 1 0 0 0,0-1 0 0 0,-1 0 0 0 0,1 0 0 0 0,0 0-1 0 0,0 1 1 0 0,0-1 0 0 0,0 0 0 0 0,0 0 0 0 0,0 0 0 0 0,0 1 0 0 0,0-1 0 0 0,0 0 0 0 0,0 0-1 0 0,0 0 1 0 0,0 1 0 0 0,0-1 0 0 0,0 0 0 0 0,0 0 0 0 0,0 1 0 0 0,0-1 0 0 0,0 0 0 0 0,0 0-1 0 0,0 0 1 0 0,0 1 0 0 0,0-1 0 0 0,0 0 0 0 0,0 0 0 0 0,0 0 0 0 0,0 1 0 0 0,1-1 0 0 0,-1 0 0 0 0,0 0-1 0 0,0 0 1 0 0,0 1 0 0 0,1-1 0 0 0,0 2 2 0 0,1-1 0 0 0,-1 1 0 0 0,1 0-1 0 0,0-1 1 0 0,0 0 0 0 0,0 1 0 0 0,0-1 0 0 0,0 0-1 0 0,0 0 1 0 0,0 0 0 0 0,3 1 0 0 0,27 4 404 0 0,1-2 1 0 0,0-1-1 0 0,-1-1 0 0 0,56-5 1 0 0,-23 2-89 0 0,595-50 1162 0 0,-392 23-752 0 0,951-156 643 0 0,-752 85-1233 0 0,-431 90 46 0 0,-1 1 0 0 0,1 2 1 0 0,0 1-1 0 0,65 1 1 0 0,-100 4-210 0 0,-1 0-1 0 0,0 0 1 0 0,1-1 0 0 0,-1 1 0 0 0,1 0 0 0 0,-1 0-1 0 0,1 0 1 0 0,-1 0 0 0 0,1 0 0 0 0,-1 0 0 0 0,1 0-1 0 0,-1 1 1 0 0,1-1 0 0 0,-1 0 0 0 0,1 0 0 0 0,-1 0 0 0 0,1 0-1 0 0,-1 0 1 0 0,0 1 0 0 0,1-1 0 0 0,-1 0 0 0 0,1 1-1 0 0,-1-1 1 0 0,0 0 0 0 0,1 0 0 0 0,-1 1 0 0 0,1-1-1 0 0,-1 1 1 0 0,0-1 0 0 0,0 0 0 0 0,1 1 0 0 0,-1-1-1 0 0,0 1 1 0 0,0-1 0 0 0,0 1 0 0 0,1-1 0 0 0,-1 0-1 0 0,0 1 1 0 0,0-1 0 0 0,0 1 0 0 0,0-1 0 0 0,0 1-1 0 0,0-1 1 0 0,0 1 0 0 0,0-1 0 0 0,0 1 0 0 0,0-1 0 0 0,0 1-1 0 0,0-1 1 0 0,0 1 0 0 0,0-1 0 0 0,-1 1 0 0 0,1-1-1 0 0,0 1 1 0 0,0-1 0 0 0,0 0 0 0 0,-1 1 0 0 0,1-1-1 0 0,0 1 1 0 0,-1-1 0 0 0,1 0 0 0 0,0 1 0 0 0,-1-1-1 0 0,1 0 1 0 0,0 1 0 0 0,-1-1 0 0 0,0 0 0 0 0,-30 29-1897 0 0,26-25 1146 0 0,-20 16-6369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38.1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93 10138 0 0,'0'-22'2046'0'0,"-1"1"0"0"0,-5-28-1 0 0,7 68-1419 0 0,0 0 0 0 0,-1 0-1 0 0,-1 0 1 0 0,-6 33-1 0 0,0 4-344 0 0,-12 231 449 0 0,34 554 1 0 0,-8-772-650 0 0,10 160 428 0 0,-16-173-430 0 0,-1 1 0 0 0,-10 57 1 0 0,-2-46-522 0 0,0-24-3396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38.7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244 83 456 0 0,'-77'-5'1337'0'0,"61"3"-865"0"0,0 1 0 0 0,-1 0-1 0 0,1 1 1 0 0,-1 0-1 0 0,1 2 1 0 0,0 0-1 0 0,-1 0 1 0 0,-19 12 5273 0 0,67-14-4009 0 0,45-6-628 0 0,472-14 4194 0 0,519-36-3152 0 0,-1033 52-2130 0 0,-12 1-46 0 0,0 0 0 0 0,0 2 0 0 0,0 0 0 0 0,0 2 0 0 0,1 0 0 0 0,21 5 0 0 0,-28 0-1916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39.0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 60 2304 0 0,'-12'1'404'0'0,"-14"2"-659"0"0,12-5 5488 0 0,57-14-1227 0 0,-42 16-3973 0 0,127-36 4949 0 0,-112 33-5120 0 0,0 0 0 0 0,0 1 0 0 0,0 1 1 0 0,0 1-1 0 0,0 0 0 0 0,21 3 0 0 0,-26 0-1121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39.3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3681 0 0,'2'1'412'0'0,"-1"0"0"0"0,1 0 1 0 0,-1 0-1 0 0,1 1 1 0 0,-1-1-1 0 0,0 0 0 0 0,1 1 1 0 0,-1-1-1 0 0,0 1 0 0 0,0-1 1 0 0,0 1-1 0 0,0-1 0 0 0,0 1 1 0 0,-1 0-1 0 0,1-1 0 0 0,0 3 1 0 0,13 34 4171 0 0,-6 2-3186 0 0,-2 0-1 0 0,-2 0 0 0 0,0 54 1 0 0,-1-2-825 0 0,62 1096 722 0 0,-63-1160-1451 0 0,1 6-947 0 0,-3 55 0 0 0,0-82 240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0.0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441 220 2553 0 0,'-117'35'292'0'0,"70"-19"-281"0"0,-1-2 0 0 0,0-3 0 0 0,-97 12 0 0 0,143-23 162 0 0,-1 0 0 0 0,0 0 1 0 0,0-1-1 0 0,0 1 0 0 0,1-1 1 0 0,-1 1-1 0 0,0-1 0 0 0,0 0 1 0 0,-4-2-1 0 0,7 3-110 0 0,0 0 1 0 0,0 0-1 0 0,-1 0 1 0 0,1 0-1 0 0,0 0 1 0 0,0 0-1 0 0,0-1 1 0 0,0 1-1 0 0,-1 0 0 0 0,1 0 1 0 0,0 0-1 0 0,0 0 1 0 0,0-1-1 0 0,0 1 1 0 0,0 0-1 0 0,-1 0 1 0 0,1 0-1 0 0,0-1 1 0 0,0 1-1 0 0,0 0 1 0 0,0 0-1 0 0,0 0 1 0 0,0-1-1 0 0,0 1 0 0 0,0 0 1 0 0,0 0-1 0 0,0 0 1 0 0,0-1-1 0 0,0 1 1 0 0,0 0-1 0 0,0 0 1 0 0,0-1-1 0 0,0 1 1 0 0,0 0-1 0 0,0 0 1 0 0,0 0-1 0 0,0-1 0 0 0,1 1 1 0 0,15-10 1900 0 0,40-6-1163 0 0,0 3 0 0 0,110-13 0 0 0,-95 17-410 0 0,441-40 1772 0 0,-218 25-775 0 0,279-15 1002 0 0,-95 9-643 0 0,-380 22-1700 0 0,629-47 972 0 0,1 29-239 0 0,-568 34-1932 0 0,-139-5 909 0 0,-1 0-1 0 0,0 2 1 0 0,0 0 0 0 0,-1 2 0 0 0,34 14-1 0 0,-21-10-5568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0.4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40 2272 0 0,'-1'-2'62'0'0,"1"0"-1"0"0,0 0 0 0 0,1 0 0 0 0,-1 0 0 0 0,0 0 1 0 0,1 0-1 0 0,-1 0 0 0 0,1 1 0 0 0,-1-1 0 0 0,1 0 1 0 0,0 0-1 0 0,0 1 0 0 0,1-3 0 0 0,-2 3 127 0 0,0 0 0 0 0,1 1 0 0 0,-1-1 0 0 0,1 0 0 0 0,-1 1 0 0 0,0-1 0 0 0,1 0-1 0 0,-1 1 1 0 0,1-1 0 0 0,-1 1 0 0 0,1-1 0 0 0,0 1 0 0 0,-1-1 0 0 0,1 1 0 0 0,0-1 0 0 0,-1 1 0 0 0,1 0 0 0 0,0-1 0 0 0,-1 1 0 0 0,1 0-1 0 0,0 0 1 0 0,-1-1 0 0 0,1 1 0 0 0,0 0 0 0 0,0 0 0 0 0,-1 0 0 0 0,1 0 0 0 0,0 0 0 0 0,0 0 0 0 0,0 0 0 0 0,-1 0 0 0 0,1 0-1 0 0,0 1 1 0 0,-1-1 0 0 0,1 0 0 0 0,1 1 0 0 0,0 0 146 0 0,0 1 1 0 0,-1 0-1 0 0,1 0 0 0 0,0 0 0 0 0,-1 0 1 0 0,1 0-1 0 0,-1 0 0 0 0,0 1 0 0 0,0-1 1 0 0,0 0-1 0 0,0 1 0 0 0,0-1 0 0 0,0 0 1 0 0,-1 1-1 0 0,2 3 0 0 0,3 42 1144 0 0,-4-40-1150 0 0,8 325 2564 0 0,-6-80-2192 0 0,1-183-599 0 0,-4-1 0 0 0,-3 1 0 0 0,-23 135-1 0 0,23-193-772 0 0,2-2-195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1.9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253 1 5529 0 0,'-21'5'1137'0'0,"0"1"-1"0"0,0 1 1 0 0,-34 16 0 0 0,4-2 504 0 0,29-13-858 0 0,10-4 63 0 0,1 0 0 0 0,0 1-1 0 0,-16 9 1 0 0,67-14 380 0 0,-38-1-1236 0 0,45-3 8 0 0,69 1 0 0 0,-103 4 56 0 0,1 0 0 0 0,0 1 0 0 0,-1 0 0 0 0,0 1 0 0 0,1 1 0 0 0,-1 0 1 0 0,0 1-1 0 0,-1 0 0 0 0,22 13 0 0 0,-32-17-54 0 0,0 0-1 0 0,-1 0 1 0 0,1 0 0 0 0,-1 0 0 0 0,1 0 0 0 0,-1 1 0 0 0,0-1 0 0 0,0 1-1 0 0,1-1 1 0 0,-1 1 0 0 0,0-1 0 0 0,0 1 0 0 0,0-1 0 0 0,-1 1 0 0 0,1 0-1 0 0,0 0 1 0 0,-1-1 0 0 0,1 1 0 0 0,-1 0 0 0 0,1 2 0 0 0,-1-1-1 0 0,0 1 1 0 0,-1-1-1 0 0,1 0 0 0 0,-1 0 1 0 0,1 0-1 0 0,-1 0 1 0 0,0 0-1 0 0,0-1 0 0 0,-1 1 1 0 0,1 0-1 0 0,-3 4 1 0 0,-5 6-4 0 0,-2 0 1 0 0,1 0 0 0 0,-24 21 0 0 0,21-22 2 0 0,-51 47 228 0 0,38-37-50 0 0,1 1 0 0 0,-26 33-1 0 0,50-56-170 0 0,0 1 0 0 0,1 0-1 0 0,-1 0 1 0 0,0-1-1 0 0,0 1 1 0 0,1 0 0 0 0,-1 0-1 0 0,1 0 1 0 0,-1 0 0 0 0,1 0-1 0 0,-1 0 1 0 0,1 0 0 0 0,0 0-1 0 0,-1 0 1 0 0,1 0-1 0 0,0 0 1 0 0,0 0 0 0 0,0 0-1 0 0,0 0 1 0 0,0 0 0 0 0,0 1-1 0 0,0-1 1 0 0,0 0 0 0 0,0 0-1 0 0,0 0 1 0 0,0 0 0 0 0,1 0-1 0 0,-1 0 1 0 0,1 0-1 0 0,0 1 1 0 0,0-1-18 0 0,1 1 0 0 0,0-1 0 0 0,-1 0 1 0 0,1 1-1 0 0,0-1 0 0 0,0 0 0 0 0,0 0 0 0 0,0-1 0 0 0,0 1 0 0 0,0 0 0 0 0,0-1 1 0 0,0 1-1 0 0,0-1 0 0 0,3 1 0 0 0,6 0-67 0 0,1 0 0 0 0,-1-1 0 0 0,1 0 0 0 0,19-4 0 0 0,7-4 54 0 0,-27 4 18 0 0,1 1 0 0 0,-1 0 0 0 0,1 1 0 0 0,0 0 0 0 0,0 1 0 0 0,-1 1 0 0 0,1 0 0 0 0,0 0 0 0 0,16 3 0 0 0,-26-3 13 0 0,-1 1 1 0 0,0-1-1 0 0,0 0 0 0 0,0 1 1 0 0,0-1-1 0 0,0 1 0 0 0,0-1 1 0 0,0 1-1 0 0,0 0 0 0 0,0-1 1 0 0,0 1-1 0 0,0 0 0 0 0,0 0 1 0 0,0 0-1 0 0,0 0 0 0 0,-1-1 1 0 0,1 1-1 0 0,0 0 0 0 0,-1 0 1 0 0,1 0-1 0 0,0 1 1 0 0,-1-1-1 0 0,1 0 0 0 0,-1 0 1 0 0,0 0-1 0 0,1 0 0 0 0,-1 0 1 0 0,0 0-1 0 0,0 1 0 0 0,0-1 1 0 0,0 0-1 0 0,0 0 0 0 0,0 0 1 0 0,0 1-1 0 0,0-1 0 0 0,0 0 1 0 0,-1 0-1 0 0,1 0 0 0 0,0 0 1 0 0,-1 1-1 0 0,1-1 0 0 0,-1 0 1 0 0,0 1-1 0 0,-3 7 81 0 0,-1 0-1 0 0,0 0 1 0 0,-1-1-1 0 0,-7 9 1 0 0,6-7-23 0 0,-67 81 719 0 0,-11 16-713 0 0,83-105-185 0 0,1-1-1 0 0,0 1 0 0 0,0-1 0 0 0,0 1 1 0 0,0 0-1 0 0,0-1 0 0 0,0 1 0 0 0,1 0 0 0 0,-1 0 1 0 0,1 0-1 0 0,-1 0 0 0 0,1-1 0 0 0,-1 1 1 0 0,1 0-1 0 0,0 0 0 0 0,0 0 0 0 0,0 0 0 0 0,0 0 1 0 0,1 0-1 0 0,-1 0 0 0 0,0 0 0 0 0,1 0 1 0 0,-1-1-1 0 0,1 1 0 0 0,0 0 0 0 0,-1 0 0 0 0,1 0 1 0 0,0-1-1 0 0,2 3 0 0 0,-1-2-282 0 0,-1-1 0 0 0,1 0-1 0 0,0 1 1 0 0,0-1 0 0 0,0 0 0 0 0,0 0-1 0 0,0 0 1 0 0,0 0 0 0 0,1-1 0 0 0,-1 1-1 0 0,0-1 1 0 0,0 1 0 0 0,1-1 0 0 0,-1 0-1 0 0,0 0 1 0 0,0 0 0 0 0,1 0 0 0 0,-1 0-1 0 0,0 0 1 0 0,1-1 0 0 0,-1 1 0 0 0,0-1-1 0 0,0 1 1 0 0,4-3 0 0 0,29-13-1827 0 0,-28 12 2009 0 0,-1 0 1 0 0,1 1 0 0 0,0 0-1 0 0,0 0 1 0 0,0 1 0 0 0,0 0 0 0 0,14-2-1 0 0,-49 44 3721 0 0,25-35-2501 0 0,0 0 0 0 0,0 0 0 0 0,1 0-1 0 0,0 0 1 0 0,0 0 0 0 0,0 1 0 0 0,-2 7-1 0 0,3-4-67 0 0,-1 1 0 0 0,1 0-1 0 0,1 16 1 0 0,3 5-128 0 0,12 54 0 0 0,-6-36 436 0 0,4 27-782 0 0,-2-18-177 0 0,-2 1 0 0 0,-2 1 0 0 0,-4 105 1 0 0,-6-126-241 0 0,0-11-134 0 0,1 1 0 0 0,1-1 0 0 0,2 1 0 0 0,3 29 0 0 0,1-45-520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2.3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 98 5985 0 0,'0'0'151'0'0,"-1"0"-1"0"0,1 0 1 0 0,-1 0-1 0 0,1 0 0 0 0,-1 0 1 0 0,1 1-1 0 0,-1-1 1 0 0,1 0-1 0 0,0 0 1 0 0,-1 1-1 0 0,1-1 0 0 0,-1 0 1 0 0,1 0-1 0 0,0 1 1 0 0,-1-1-1 0 0,1 1 1 0 0,-1-1-1 0 0,1 0 0 0 0,0 1 1 0 0,0-1-1 0 0,-1 1 1 0 0,1-1-1 0 0,0 0 1 0 0,0 1-1 0 0,0-1 1 0 0,-1 1-1 0 0,1-1 0 0 0,0 1 1 0 0,0-1-1 0 0,0 1 1 0 0,0-1-1 0 0,0 1 1 0 0,0-1-1 0 0,0 1 0 0 0,0-1 1 0 0,0 1-1 0 0,0-1 1 0 0,0 1-1 0 0,0-1 1 0 0,0 1-1 0 0,1-1 0 0 0,-1 1 1 0 0,0-1-1 0 0,0 1 1 0 0,1-1-1 0 0,-1 1 1 0 0,0-1-1 0 0,0 1 0 0 0,1-1 1 0 0,-1 0-1 0 0,0 1 1 0 0,1-1-1 0 0,-1 0 1 0 0,1 1-1 0 0,0-1 0 0 0,1 2 37 0 0,-1-1-1 0 0,1 0 1 0 0,0 0-1 0 0,0 0 0 0 0,0 0 1 0 0,0 0-1 0 0,0 0 0 0 0,0 0 1 0 0,1-1-1 0 0,3 1 1 0 0,-2-1-109 0 0,-1 0 0 0 0,1 0 0 0 0,-1-1 0 0 0,1 0 1 0 0,-1 1-1 0 0,0-1 0 0 0,1-1 0 0 0,-1 1 0 0 0,0 0 1 0 0,0-1-1 0 0,1 0 0 0 0,-1 1 0 0 0,-1-1 0 0 0,1 0 1 0 0,0-1-1 0 0,0 1 0 0 0,-1-1 0 0 0,1 1 0 0 0,-1-1 1 0 0,3-3-1 0 0,-4 4-90 0 0,0 0 0 0 0,0 1 1 0 0,0-1-1 0 0,-1 0 0 0 0,1 0 1 0 0,0 0-1 0 0,-1 0 0 0 0,1 0 0 0 0,-1 0 1 0 0,0 0-1 0 0,1 0 0 0 0,-1-1 1 0 0,0 1-1 0 0,0 0 0 0 0,-1 0 0 0 0,1 0 1 0 0,0 0-1 0 0,-1 0 0 0 0,1 0 1 0 0,-1 0-1 0 0,0 0 0 0 0,0 0 0 0 0,1 0 1 0 0,-1 0-1 0 0,0 1 0 0 0,-1-1 1 0 0,1 0-1 0 0,0 0 0 0 0,0 1 0 0 0,-1-1 1 0 0,1 1-1 0 0,-1-1 0 0 0,1 1 0 0 0,-4-2 1 0 0,0-1 48 0 0,0 1 1 0 0,0 0-1 0 0,-1 0 1 0 0,1 0-1 0 0,-1 1 1 0 0,1 0 0 0 0,-1 0-1 0 0,0 1 1 0 0,0-1-1 0 0,1 1 1 0 0,-1 0-1 0 0,0 1 1 0 0,0-1-1 0 0,0 1 1 0 0,0 0-1 0 0,-10 2 1 0 0,13-1-19 0 0,0-1 0 0 0,0 1 1 0 0,1 0-1 0 0,-1 0 0 0 0,0 0 0 0 0,0 0 1 0 0,1 1-1 0 0,-1-1 0 0 0,0 1 1 0 0,1-1-1 0 0,0 1 0 0 0,-1 0 0 0 0,1 0 1 0 0,0 0-1 0 0,0 0 0 0 0,0 1 0 0 0,0-1 1 0 0,0 1-1 0 0,1-1 0 0 0,-1 1 0 0 0,1-1 1 0 0,-1 1-1 0 0,1 0 0 0 0,0 0 0 0 0,0-1 1 0 0,0 1-1 0 0,1 0 0 0 0,-1 0 0 0 0,1 0 1 0 0,-1 0-1 0 0,1 0 0 0 0,0 0 1 0 0,0 0-1 0 0,1 5 0 0 0,0-6-61 0 0,-1-1 1 0 0,0 1-1 0 0,0-1 0 0 0,1 0 0 0 0,-1 1 0 0 0,1-1 1 0 0,0 0-1 0 0,-1 0 0 0 0,1 1 0 0 0,0-1 1 0 0,-1 0-1 0 0,1 0 0 0 0,0 0 0 0 0,0 0 1 0 0,0 0-1 0 0,0 0 0 0 0,0 0 0 0 0,0 0 1 0 0,1 0-1 0 0,-1 0 0 0 0,0-1 0 0 0,0 1 1 0 0,1 0-1 0 0,-1-1 0 0 0,0 1 0 0 0,1-1 1 0 0,-1 0-1 0 0,0 1 0 0 0,1-1 0 0 0,-1 0 0 0 0,0 0 1 0 0,1 0-1 0 0,-1 0 0 0 0,2 0 0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2.8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44 0 1376 0 0,'-40'3'12065'0'0,"39"-3"-11749"0"0,1 1-1 0 0,0 0 1 0 0,0 1 0 0 0,-2 15 198 0 0,4 40 1836 0 0,14 75-1 0 0,0-1-1418 0 0,25 536 911 0 0,-41-595-1821 0 0,0-50-116 0 0,0-1 1 0 0,0 0-1 0 0,7 32 1 0 0,-3-45-1062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4.1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3817 1 7370 0 0,'-10'13'2759'0'0,"0"2"0"0"0,0-1 0 0 0,-10 24 1 0 0,20-38-2738 0 0,0 1 1 0 0,0-1 0 0 0,0 0 0 0 0,0 1 0 0 0,1-1 0 0 0,-1 0 0 0 0,0 1-1 0 0,0-1 1 0 0,0 0 0 0 0,0 0 0 0 0,1 1 0 0 0,-1-1 0 0 0,0 0 0 0 0,0 1-1 0 0,0-1 1 0 0,1 0 0 0 0,-1 0 0 0 0,0 0 0 0 0,0 1 0 0 0,1-1 0 0 0,-1 0-1 0 0,0 0 1 0 0,1 0 0 0 0,-1 0 0 0 0,0 1 0 0 0,1-1 0 0 0,-1 0-1 0 0,0 0 1 0 0,1 0 0 0 0,-1 0 0 0 0,0 0 0 0 0,1 0 0 0 0,-1 0 0 0 0,0 0-1 0 0,1 0 1 0 0,-1 0 0 0 0,0 0 0 0 0,1 0 0 0 0,-1 0 0 0 0,0-1 0 0 0,1 1-1 0 0,-1 0 1 0 0,0 0 0 0 0,1 0 0 0 0,-1 0 0 0 0,1-1 0 0 0,17-2-93 0 0,27-13 306 0 0,19-4 283 0 0,-59 19-505 0 0,-1 0 0 0 0,1 0 0 0 0,0 1 1 0 0,0 0-1 0 0,0 0 0 0 0,0 0 0 0 0,0 0 0 0 0,-1 1 0 0 0,1 0 0 0 0,0 0 0 0 0,5 2 0 0 0,-9-2-41 0 0,1-1 0 0 0,-1 1 0 0 0,0 0-1 0 0,0-1 1 0 0,1 1 0 0 0,-1 0 0 0 0,0 0 0 0 0,0 0 0 0 0,0 0 0 0 0,0 0-1 0 0,0 0 1 0 0,0 0 0 0 0,0 1 0 0 0,0-1 0 0 0,-1 0 0 0 0,1 0 0 0 0,0 1-1 0 0,-1-1 1 0 0,1 0 0 0 0,-1 1 0 0 0,1-1 0 0 0,-1 1 0 0 0,0-1 0 0 0,0 1-1 0 0,1-1 1 0 0,-1 0 0 0 0,0 1 0 0 0,0-1 0 0 0,-1 1 0 0 0,1-1 0 0 0,0 1-1 0 0,0-1 1 0 0,-1 1 0 0 0,1-1 0 0 0,-1 0 0 0 0,1 1 0 0 0,-1-1 0 0 0,1 0-1 0 0,-1 1 1 0 0,-1 1 0 0 0,-4 8-210 0 0,0 0-1 0 0,-1-1 1 0 0,-13 17-1 0 0,15-21 183 0 0,-38 46-264 0 0,-27 35-69 0 0,62-75 455 0 0,1 0 1 0 0,0 1 0 0 0,0-1-1 0 0,1 1 1 0 0,-7 22 0 0 0,13-33-54 0 0,-1 0 1 0 0,1-1-1 0 0,-1 1 1 0 0,1 0-1 0 0,0-1 0 0 0,-1 1 1 0 0,1 0-1 0 0,0-1 1 0 0,0 1-1 0 0,0 0 1 0 0,1 0-1 0 0,-1-1 0 0 0,0 1 1 0 0,1 0-1 0 0,-1-1 1 0 0,1 1-1 0 0,-1 0 1 0 0,1-1-1 0 0,0 1 0 0 0,-1-1 1 0 0,1 1-1 0 0,2 2 1 0 0,-1-3-11 0 0,0 1-1 0 0,0-1 1 0 0,0 0 0 0 0,0 1 0 0 0,0-1 0 0 0,1 0 0 0 0,-1 0-1 0 0,0-1 1 0 0,1 1 0 0 0,-1 0 0 0 0,0-1 0 0 0,1 1 0 0 0,-1-1 0 0 0,4 0-1 0 0,9 0-35 0 0,0-1-1 0 0,1 0 1 0 0,-1-1-1 0 0,16-4 1 0 0,-21 3 28 0 0,-3 2-13 0 0,39-6-65 0 0,-44 7 86 0 0,0 0 0 0 0,-1-1 0 0 0,1 1 1 0 0,0 0-1 0 0,0 1 0 0 0,0-1 0 0 0,0 0 0 0 0,0 0 1 0 0,0 1-1 0 0,0-1 0 0 0,-1 1 0 0 0,1 0 0 0 0,0-1 1 0 0,0 1-1 0 0,-1 0 0 0 0,1 0 0 0 0,0 0 0 0 0,-1 0 1 0 0,3 3-1 0 0,-3-2-9 0 0,0-1 1 0 0,-1 1-1 0 0,1 0 1 0 0,-1 0-1 0 0,1 0 0 0 0,-1 0 1 0 0,0 0-1 0 0,0 0 1 0 0,1 0-1 0 0,-2 1 0 0 0,1-1 1 0 0,0 0-1 0 0,0 0 1 0 0,-1 0-1 0 0,1 0 1 0 0,-1 0-1 0 0,1 0 0 0 0,-1-1 1 0 0,0 1-1 0 0,-1 2 1 0 0,-22 41-185 0 0,20-39 124 0 0,-33 45-381 0 0,28-41 392 0 0,1 1 1 0 0,0 0 0 0 0,1 0-1 0 0,0 0 1 0 0,0 1 0 0 0,1 0-1 0 0,1 0 1 0 0,0 1 0 0 0,-3 13-1 0 0,8-25-4 0 0,0 0 1 0 0,-1 1-1 0 0,1-1 0 0 0,0 0 0 0 0,0 0 1 0 0,0 0-1 0 0,1 1 0 0 0,-1-1 0 0 0,0 0 0 0 0,0 0 1 0 0,0 0-1 0 0,1 1 0 0 0,-1-1 0 0 0,1 0 0 0 0,-1 0 1 0 0,1 0-1 0 0,-1 0 0 0 0,1 0 0 0 0,0 0 0 0 0,0 0 1 0 0,-1 0-1 0 0,1 0 0 0 0,0 0 0 0 0,0-1 1 0 0,1 2-1 0 0,1 0-243 0 0,0-1 0 0 0,-1 0 0 0 0,1 0 1 0 0,0 0-1 0 0,0 0 0 0 0,0 0 0 0 0,0-1 1 0 0,0 1-1 0 0,0-1 0 0 0,3 0 0 0 0,10 0-1427 0 0,-1-1-1 0 0,0-1 1 0 0,17-4-1 0 0,-28 6 1397 0 0,47-12-3668 0 0,-59 54 14903 0 0,1 103-3641 0 0,11-2-4582 0 0,24 144-1685 0 0,-27-281-994 0 0,11 98 60 0 0,49 197 1 0 0,-9-86-62 0 0,-52-214 0 0 0,0 0 0 0 0,0 0 0 0 0,0 0 0 0 0,0 0 0 0 0,0 0 0 0 0,0 0 0 0 0,0 0 1 0 0,0 0-1 0 0,-1 0 0 0 0,1 0 0 0 0,0 0 0 0 0,-1 0 0 0 0,1 0 0 0 0,-1 0 0 0 0,1 0 0 0 0,-1 0 0 0 0,1 0 0 0 0,-1 0 1 0 0,0 0-1 0 0,1-1 0 0 0,-1 1 0 0 0,0 0 0 0 0,0-1 0 0 0,0 1 0 0 0,1 0 0 0 0,-1-1 0 0 0,0 1 0 0 0,0-1 0 0 0,0 1 1 0 0,0-1-1 0 0,0 1 0 0 0,0-1 0 0 0,0 0 0 0 0,0 0 0 0 0,0 1 0 0 0,-2-1 0 0 0,-49 5-5 0 0,32-4-8 0 0,-137 26 93 0 0,68-10-4 0 0,-72 14-29 0 0,46-8 3 0 0,-119 9 0 0 0,-122 5-229 0 0,80-7 37 0 0,-384-5-459 0 0,373-27-57 0 0,-533-14 667 0 0,367-21 450 0 0,392 31-521 0 0,-74 4 1 0 0,-24-2-103 0 0,146 3-95 0 0,0 0 0 0 0,0-1-1 0 0,0 0 1 0 0,0-1 0 0 0,0-1 0 0 0,1 0-1 0 0,-22-10 1 0 0,16 2-837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4.9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4 212 3225 0 0,'-1'-2'80'0'0,"0"-1"1"0"0,1 0-1 0 0,-1 1 0 0 0,1-1 1 0 0,0 1-1 0 0,0-1 1 0 0,0 0-1 0 0,0 1 1 0 0,0-1-1 0 0,0 0 0 0 0,1 1 1 0 0,-1-1-1 0 0,1 1 1 0 0,0-1-1 0 0,0 1 1 0 0,0-1-1 0 0,0 1 0 0 0,0 0 1 0 0,1-1-1 0 0,-1 1 1 0 0,1 0-1 0 0,-1 0 1 0 0,4-3-1 0 0,7-11 1296 0 0,28-26 0 0 0,-34 35-993 0 0,7-6 249 0 0,28-29 991 0 0,-21 12-4118 0 0,-41 42 3552 0 0,19-10-1519 0 0,0-1 657 0 0,1 1 1 0 0,-1 0 0 0 0,1 0-1 0 0,0 0 1 0 0,0 1 0 0 0,0-1-1 0 0,0 0 1 0 0,0 0 0 0 0,1 1-1 0 0,-1-1 1 0 0,1 0 0 0 0,-1 1-1 0 0,1-1 1 0 0,0 0 0 0 0,0 1-1 0 0,0 3 1 0 0,7 43 1881 0 0,-3-26-1135 0 0,74 893 3174 0 0,-46-487-2922 0 0,-15-279-770 0 0,4 89 531 0 0,-17-110-14 0 0,-1-54-344 0 0,-7 78-1 0 0,3-123-2031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7.5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130 21 6449 0 0,'-129'73'5314'0'0,"162"-67"-3489"0"0,287-45 2789 0 0,-261 30-4085 0 0,49-3 606 0 0,146 0 1 0 0,107 23-369 0 0,-96-1-765 0 0,455-25 1064 0 0,-468 11-873 0 0,-70 2-98 0 0,-150 2-284 0 0,49 8 1 0 0,-65-6 97 0 0,-15-2-42 0 0,0 0-1 0 0,0 0 1 0 0,0 0 0 0 0,0 0-1 0 0,-1 0 1 0 0,1 0 0 0 0,0 0 0 0 0,0 0-1 0 0,0-1 1 0 0,0 1 0 0 0,-1 0 0 0 0,1-1-1 0 0,0 1 1 0 0,0 0 0 0 0,-1-1-1 0 0,1 1 1 0 0,0-1 0 0 0,-1 1 0 0 0,1-1-1 0 0,0 0 1 0 0,-1 1 0 0 0,1-1 0 0 0,-1 1-1 0 0,1-1 1 0 0,-1 0 0 0 0,1 0 0 0 0,-1 1-1 0 0,1-2 1 0 0,5-24-7654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7.8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70 0 1896 0 0,'-2'0'227'0'0,"-1"1"1"0"0,1-1-1 0 0,0 1 0 0 0,-1-1 0 0 0,1 1 0 0 0,0 0 0 0 0,-1 0 0 0 0,1 0 0 0 0,0 0 0 0 0,-3 2 0 0 0,1-1 410 0 0,1 0 1 0 0,1 0-1 0 0,-1 1 0 0 0,0-1 0 0 0,0 0 0 0 0,1 1 1 0 0,0 0-1 0 0,-1-1 0 0 0,1 1 0 0 0,0 0 0 0 0,0 0 1 0 0,1 0-1 0 0,-1 1 0 0 0,1-1 0 0 0,-1 0 0 0 0,1 1 1 0 0,0-1-1 0 0,0 0 0 0 0,0 6 0 0 0,2-3-435 0 0,0 0-1 0 0,1 0 0 0 0,0 0 0 0 0,0 0 0 0 0,1-1 1 0 0,-1 1-1 0 0,1 0 0 0 0,0-1 0 0 0,1 0 0 0 0,-1 0 1 0 0,1 0-1 0 0,0 0 0 0 0,1 0 0 0 0,-1-1 1 0 0,1 0-1 0 0,0 0 0 0 0,0 0 0 0 0,7 4 0 0 0,-5-4-116 0 0,-1 0-1 0 0,1 0 1 0 0,0-1-1 0 0,0 0 1 0 0,1 0-1 0 0,-1 0 1 0 0,1-1-1 0 0,-1 0 1 0 0,1-1-1 0 0,0 0 1 0 0,-1 0-1 0 0,1-1 1 0 0,0 1-1 0 0,9-2 1 0 0,-15 1-74 0 0,0 0 0 0 0,-1-1 0 0 0,1 1 0 0 0,0 0 1 0 0,-1 0-1 0 0,1-1 0 0 0,0 1 0 0 0,-1-1 0 0 0,1 1 0 0 0,-1-1 1 0 0,1 0-1 0 0,-1 0 0 0 0,1 1 0 0 0,-1-1 0 0 0,0 0 0 0 0,1 0 1 0 0,-1-1-1 0 0,0 1 0 0 0,0 0 0 0 0,0 0 0 0 0,0 0 0 0 0,0-1 1 0 0,0 1-1 0 0,0-1 0 0 0,0 1 0 0 0,0-1 0 0 0,-1 1 0 0 0,1-1 1 0 0,0 1-1 0 0,-1-1 0 0 0,1-3 0 0 0,-1 2 4 0 0,-1 1-1 0 0,1-1 1 0 0,-1 0 0 0 0,0 0 0 0 0,0 1-1 0 0,0-1 1 0 0,0 0 0 0 0,0 1 0 0 0,-1-1-1 0 0,1 1 1 0 0,-1-1 0 0 0,0 1 0 0 0,0 0-1 0 0,1 0 1 0 0,-1 0 0 0 0,-1 0 0 0 0,1 0-1 0 0,-3-2 1 0 0,1 1-41 0 0,-1 0-1 0 0,0 0 1 0 0,0 0-1 0 0,0 0 1 0 0,0 1-1 0 0,0 0 1 0 0,-1 0-1 0 0,1 1 1 0 0,-1-1-1 0 0,-5 0 1 0 0,-18 3-5968 0 0,9 3-1129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8.5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155 46 4145 0 0,'-64'26'1766'0'0,"-26"21"5318"0"0,118-55-2953 0 0,99-17-2876 0 0,229-8 1477 0 0,-161 19-1860 0 0,34-5-372 0 0,428 19 1 0 0,-193 42-571 0 0,-380-36 145 0 0,1-4 0 0 0,125-12 0 0 0,-209 10-103 0 0,1 0-1 0 0,0 0 1 0 0,0 0-1 0 0,-1 0 1 0 0,1-1-1 0 0,0 1 1 0 0,-1 0 0 0 0,1-1-1 0 0,0 1 1 0 0,-1-1-1 0 0,1 0 1 0 0,0 1 0 0 0,-1-1-1 0 0,1 0 1 0 0,-1 0-1 0 0,1 0 1 0 0,-1 0-1 0 0,0 0 1 0 0,1 0 0 0 0,-1 0-1 0 0,0-1 1 0 0,0 1-1 0 0,1-2 1 0 0,-1 1-354 0 0,-1-1 0 0 0,0 1 0 0 0,0 0 0 0 0,0-1 0 0 0,0 1 0 0 0,-1 0 0 0 0,1 0 0 0 0,-1-1-1 0 0,1 1 1 0 0,-1 0 0 0 0,0 0 0 0 0,0 0 0 0 0,1 0 0 0 0,-2 0 0 0 0,1 0 0 0 0,0 0 0 0 0,-2-2 0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8.8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101 8 920 0 0,'-4'-1'303'0'0,"0"0"-1"0"0,0 0 0 0 0,0 0 1 0 0,-1 1-1 0 0,1-1 0 0 0,0 1 1 0 0,0 0-1 0 0,-1 0 1 0 0,1 0-1 0 0,0 1 0 0 0,0-1 1 0 0,-1 1-1 0 0,1 0 1 0 0,0 0-1 0 0,0 1 0 0 0,0-1 1 0 0,0 1-1 0 0,-4 3 0 0 0,7-5-108 0 0,-1 1-1 0 0,1 0 1 0 0,0 0-1 0 0,0 0 1 0 0,0 0-1 0 0,0 0 1 0 0,0 0-1 0 0,0 0 0 0 0,0 1 1 0 0,0-1-1 0 0,0 0 1 0 0,0 1-1 0 0,1-1 1 0 0,-1 0-1 0 0,1 1 1 0 0,-1-1-1 0 0,1 1 0 0 0,-1-1 1 0 0,1 1-1 0 0,-1 2 1 0 0,2-2-78 0 0,-1 0-1 0 0,1 1 1 0 0,-1-1 0 0 0,1 0-1 0 0,0 0 1 0 0,0 0 0 0 0,0 1 0 0 0,0-1-1 0 0,0 0 1 0 0,0 0 0 0 0,0 0-1 0 0,1 0 1 0 0,-1-1 0 0 0,1 1 0 0 0,0 0-1 0 0,-1-1 1 0 0,4 3 0 0 0,6 4 450 0 0,-1 0 1 0 0,1-1-1 0 0,0-1 1 0 0,0 0-1 0 0,1 0 1 0 0,0-1-1 0 0,0-1 1 0 0,19 5-1 0 0,-24-7-395 0 0,-1 0-1 0 0,1-1 1 0 0,-1 0 0 0 0,1 0-1 0 0,0-1 1 0 0,-1 0-1 0 0,1 0 1 0 0,0-1-1 0 0,-1 1 1 0 0,1-1-1 0 0,-1-1 1 0 0,1 1 0 0 0,-1-1-1 0 0,0 0 1 0 0,1-1-1 0 0,-1 1 1 0 0,0-1-1 0 0,6-5 1 0 0,-10 7-123 0 0,0-1 0 0 0,0 0 1 0 0,0 0-1 0 0,0-1 0 0 0,0 1 1 0 0,0 0-1 0 0,-1-1 0 0 0,1 1 1 0 0,-1-1-1 0 0,1 1 0 0 0,-1-1 0 0 0,0 0 1 0 0,0 1-1 0 0,0-1 0 0 0,-1 0 1 0 0,1 0-1 0 0,-1 0 0 0 0,1 0 1 0 0,-1 1-1 0 0,0-1 0 0 0,0 0 1 0 0,0 0-1 0 0,-1 0 0 0 0,1 0 0 0 0,-1 0 1 0 0,1 0-1 0 0,-1 1 0 0 0,0-1 1 0 0,-2-4-1 0 0,2 4-205 0 0,-1 1 0 0 0,1-1 1 0 0,-1 0-1 0 0,0 1 0 0 0,0-1 0 0 0,0 1 1 0 0,0 0-1 0 0,-1 0 0 0 0,1 0 1 0 0,0 0-1 0 0,-1 0 0 0 0,0 0 0 0 0,1 0 1 0 0,-1 1-1 0 0,0 0 0 0 0,0-1 0 0 0,-5-1 1 0 0,-8 0-2354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9.4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 60 10594 0 0,'-8'-15'1315'0'0,"6"11"-614"0"0,-1 1 0 0 0,1-1 0 0 0,0 0 0 0 0,1 0 0 0 0,-1 0 0 0 0,0 0-1 0 0,1 0 1 0 0,-2-9 0 0 0,4 13-650 0 0,-1 0 0 0 0,0 0 0 0 0,1 0 0 0 0,-1 0 0 0 0,0 0 0 0 0,1 0 0 0 0,-1 0 0 0 0,1 0 0 0 0,-1 0 0 0 0,0 0 0 0 0,1 0 0 0 0,-1 0 0 0 0,0 0 0 0 0,1 0 0 0 0,-1 0 0 0 0,0 0 0 0 0,1 0 0 0 0,-1 0 0 0 0,0 0 0 0 0,1 1 0 0 0,-1-1 0 0 0,0 0 0 0 0,0 0 0 0 0,1 0 0 0 0,-1 1 0 0 0,0-1 0 0 0,0 0 0 0 0,1 0 0 0 0,-1 1 0 0 0,0-1 0 0 0,0 0 0 0 0,1 1 0 0 0,-1-1 0 0 0,0 0 0 0 0,0 1 0 0 0,0-1 0 0 0,13 13 371 0 0,-2 10-200 0 0,0 1 0 0 0,-1 1 0 0 0,-1 0-1 0 0,-2 0 1 0 0,7 40 0 0 0,0-5-5 0 0,-8-37-466 0 0,50 172 1444 0 0,-18-101-2341 0 0,-25-68-1657 0 0,24 36-1 0 0,-20-37-4181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49.7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20 4609 0 0,'-12'-19'9075'0'0,"21"26"-6637"0"0,3 6-1705 0 0,-1 0 0 0 0,-1 0 0 0 0,0 1-1 0 0,-1 0 1 0 0,9 18 0 0 0,31 81 429 0 0,-36-79-1762 0 0,1 0 0 0 0,37 61 1 0 0,-37-75-1339 0 0,-1-3-4628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0.0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223 1 4609 0 0,'-1'0'140'0'0,"-1"1"-1"0"0,0 0 1 0 0,1-1 0 0 0,-1 1-1 0 0,0 0 1 0 0,1 0 0 0 0,-1 0-1 0 0,1 0 1 0 0,-1 0 0 0 0,1 0-1 0 0,0 0 1 0 0,0 0 0 0 0,-2 2-1 0 0,2-2-22 0 0,-22 20 493 0 0,0 0-1 0 0,2 2 0 0 0,1 0 1 0 0,0 1-1 0 0,2 1 0 0 0,1 1 1 0 0,1 1-1 0 0,-17 37 0 0 0,32-61-376 0 0,-1 1 0 0 0,1 0 1 0 0,0-1-1 0 0,0 1 0 0 0,0 0 0 0 0,0 0 0 0 0,1 0 0 0 0,-1 0 0 0 0,1-1 0 0 0,0 1 0 0 0,0 0 0 0 0,2 5 1 0 0,-2-7-117 0 0,1-1 0 0 0,0 1 1 0 0,-1-1-1 0 0,1 1 1 0 0,0-1-1 0 0,0 1 1 0 0,1-1-1 0 0,-1 0 0 0 0,0 1 1 0 0,0-1-1 0 0,0 0 1 0 0,1 0-1 0 0,-1 0 1 0 0,1 0-1 0 0,-1 0 0 0 0,1-1 1 0 0,-1 1-1 0 0,1 0 1 0 0,-1-1-1 0 0,1 1 1 0 0,0-1-1 0 0,-1 1 1 0 0,1-1-1 0 0,0 0 0 0 0,-1 1 1 0 0,1-1-1 0 0,0 0 1 0 0,0 0-1 0 0,-1-1 1 0 0,3 1-1 0 0,16-2 22 0 0,0-1 1 0 0,0-1-1 0 0,0 0 1 0 0,0-2-1 0 0,-1 0 0 0 0,0-2 1 0 0,26-13-1 0 0,24-8-3042 0 0,-41 20-3343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0.7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10138 0 0,'1'5'5197'0'0,"8"15"-3264"0"0,0 3-1376 0 0,2 20 178 0 0,-2 0 1 0 0,7 77-1 0 0,-13-82-380 0 0,2 0 0 0 0,1 0-1 0 0,2-1 1 0 0,17 51 0 0 0,-24-85-337 0 0,0 0 0 0 0,0-1-1 0 0,0 1 1 0 0,1 0 0 0 0,-1 0 0 0 0,0 0 0 0 0,1-1 0 0 0,0 1 0 0 0,0-1 0 0 0,0 1 0 0 0,0-1 0 0 0,0 0 0 0 0,0 0 0 0 0,0 0 0 0 0,1 0 0 0 0,-1 0 0 0 0,1 0 0 0 0,0-1 0 0 0,-1 1 0 0 0,1-1-1 0 0,0 0 1 0 0,0 0 0 0 0,0 0 0 0 0,0 0 0 0 0,0 0 0 0 0,0-1 0 0 0,0 1 0 0 0,0-1 0 0 0,0 0 0 0 0,0 0 0 0 0,0 0 0 0 0,0 0 0 0 0,0-1 0 0 0,0 1 0 0 0,1-1 0 0 0,-1 1 0 0 0,-1-1-1 0 0,1 0 1 0 0,0-1 0 0 0,0 1 0 0 0,0 0 0 0 0,0-1 0 0 0,4-3 0 0 0,25-17-764 0 0,-1-1-1 0 0,-1-2 1 0 0,-1-1-1 0 0,39-46 1 0 0,-32 34-2987 0 0,-19 20-1970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0.9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 1 6913 0 0,'-1'0'223'0'0,"-1"0"-1"0"0,0 0 0 0 0,1 0 0 0 0,-1 0 1 0 0,1 0-1 0 0,-1 1 0 0 0,0-1 0 0 0,1 0 1 0 0,-1 1-1 0 0,1 0 0 0 0,-1-1 0 0 0,1 1 1 0 0,-1 0-1 0 0,1-1 0 0 0,-1 1 0 0 0,1 0 1 0 0,0 0-1 0 0,0 0 0 0 0,-1 0 0 0 0,1 1 1 0 0,0-1-1 0 0,0 0 0 0 0,0 0 0 0 0,-1 3 1 0 0,1-2 232 0 0,0 1 1 0 0,0 0 0 0 0,0 0 0 0 0,1-1 0 0 0,0 1 0 0 0,-1 0 0 0 0,1 0 0 0 0,0-1 0 0 0,0 1 0 0 0,0 0 0 0 0,1 0-1 0 0,-1 0 1 0 0,0-1 0 0 0,2 4 0 0 0,45 144 3404 0 0,-37-125-4469 0 0,1 0 0 0 0,2 0-1 0 0,25 38 1 0 0,-29-52-838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1.1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12443 0 0,'1'7'768'0'0,"1"0"0"0"0,-1 0 0 0 0,1-1 0 0 0,1 1 0 0 0,0-1 0 0 0,-1 0 0 0 0,2 0 0 0 0,-1 0 0 0 0,5 6 0 0 0,7 13 578 0 0,33 75 263 0 0,-11-21-1891 0 0,4-1 0 0 0,51 73 1 0 0,-78-131-1609 0 0,-5-7-2818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1.4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129 24 6913 0 0,'-7'0'572'0'0,"1"1"-1"0"0,-1 0 1 0 0,1 1-1 0 0,-1 0 0 0 0,1 0 1 0 0,0 0-1 0 0,0 0 1 0 0,-1 1-1 0 0,2 0 0 0 0,-11 7 1 0 0,12-8-384 0 0,0 1-1 0 0,1 0 1 0 0,-1 0-1 0 0,1 0 1 0 0,-1 0 0 0 0,1 0-1 0 0,0 1 1 0 0,0 0 0 0 0,0-1-1 0 0,1 1 1 0 0,-1 0 0 0 0,1 0-1 0 0,0 0 1 0 0,0 1 0 0 0,1-1-1 0 0,-2 5 1 0 0,3-8-95 0 0,0 0 1 0 0,-1 0-1 0 0,1 0 1 0 0,0 0-1 0 0,0 0 1 0 0,0 0-1 0 0,1 0 1 0 0,-1 0-1 0 0,0 0 1 0 0,0 0-1 0 0,1 0 1 0 0,-1 0-1 0 0,0 0 1 0 0,1 0-1 0 0,-1 0 1 0 0,1 0-1 0 0,-1 0 1 0 0,1-1-1 0 0,-1 1 1 0 0,1 0-1 0 0,0 0 1 0 0,-1 0-1 0 0,1-1 1 0 0,1 2-1 0 0,1 0 96 0 0,-1-1 0 0 0,1 0 0 0 0,0 0-1 0 0,-1 0 1 0 0,1 0 0 0 0,0 0 0 0 0,-1 0 0 0 0,7 0-1 0 0,3 0 237 0 0,1 0 0 0 0,-1-1 0 0 0,14-2 0 0 0,-5-1-138 0 0,0-1 1 0 0,0-1-1 0 0,0-1 0 0 0,28-11 1 0 0,80-43-61 0 0,-34 14-1380 0 0,-74 37 762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3.2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 10138 0 0,'6'-18'8183'0'0,"-6"18"-8072"0"0,11 11 56 0 0,-1 0 0 0 0,-1 1 0 0 0,0 1 0 0 0,0-1 1 0 0,-2 1-1 0 0,10 21 0 0 0,34 94 1201 0 0,-29-71-1141 0 0,-1-1-357 0 0,43 101-1387 0 0,-54-137 1031 0 0,1 0 0 0 0,1 0 0 0 0,1-1-1 0 0,0-1 1 0 0,20 22 0 0 0,-10-19-5673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3.6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1 5985 0 0,'-1'0'28'0'0,"1"0"-1"0"0,-1 0 0 0 0,1 0 1 0 0,-1 0-1 0 0,1 0 0 0 0,0 0 1 0 0,-1 0-1 0 0,1 0 0 0 0,-1 0 1 0 0,1 0-1 0 0,-1 1 0 0 0,1-1 0 0 0,-1 0 1 0 0,1 0-1 0 0,0 0 0 0 0,-1 1 1 0 0,1-1-1 0 0,0 0 0 0 0,-1 1 1 0 0,1-1-1 0 0,0 0 0 0 0,-1 1 1 0 0,1-1-1 0 0,0 0 0 0 0,-1 1 1 0 0,1-1-1 0 0,0 1 0 0 0,0-1 1 0 0,0 0-1 0 0,-1 1 0 0 0,1-1 1 0 0,0 1-1 0 0,0-1 0 0 0,0 1 1 0 0,0-1-1 0 0,0 1 0 0 0,0-1 1 0 0,0 1-1 0 0,0-1 0 0 0,0 0 1 0 0,0 1-1 0 0,0-1 0 0 0,0 2 1 0 0,-1 25 592 0 0,1-25-596 0 0,0 25 347 0 0,2 0 0 0 0,2 0 0 0 0,0 0 0 0 0,2 0 0 0 0,11 33-1 0 0,-11-42-249 0 0,1 0-1 0 0,0-1 0 0 0,1-1 0 0 0,1 1 1 0 0,1-1-1 0 0,0 0 0 0 0,1-1 0 0 0,21 22 1 0 0,-25-32-28 0 0,-1 1 0 0 0,2-1 0 0 0,-1 0 0 0 0,0-1 1 0 0,1 1-1 0 0,0-2 0 0 0,0 1 0 0 0,0-1 0 0 0,0 0 0 0 0,1-1 0 0 0,14 3 1 0 0,-19-4 49 0 0,0-1 0 0 0,1 1 0 0 0,-1-1 0 0 0,0 0 0 0 0,0 0 1 0 0,1 0-1 0 0,-1-1 0 0 0,0 1 0 0 0,0-1 0 0 0,0 0 0 0 0,1 0 0 0 0,-1-1 1 0 0,0 1-1 0 0,0-1 0 0 0,-1 0 0 0 0,1 0 0 0 0,0 0 0 0 0,-1 0 0 0 0,1-1 1 0 0,-1 0-1 0 0,0 1 0 0 0,0-1 0 0 0,0 0 0 0 0,0-1 0 0 0,4-4 0 0 0,-6 4-30 0 0,1 1-1 0 0,-1-1 0 0 0,0 1 1 0 0,0-1-1 0 0,-1 1 0 0 0,1-1 1 0 0,-1 0-1 0 0,0 1 0 0 0,0-1 0 0 0,0 1 1 0 0,0-1-1 0 0,-1 0 0 0 0,1 1 1 0 0,-1-1-1 0 0,0 1 0 0 0,0-1 1 0 0,0 1-1 0 0,0-1 0 0 0,-1 1 0 0 0,0 0 1 0 0,-1-4-1 0 0,-6-8 243 0 0,-1-1 1 0 0,-20-24-1 0 0,8 13-256 0 0,-1 2 0 0 0,-1 0 0 0 0,-43-33 0 0 0,-2 13-6324 0 0,49 34 332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4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5 239 10594 0 0,'-4'-2'5025'0'0,"7"4"-4417"0"0,22 14 643 0 0,32 29-1 0 0,-35-27-913 0 0,0 0 1 0 0,35 19-1 0 0,-51-33-286 0 0,63 30 422 0 0,-64-32-376 0 0,0 0 0 0 0,0 0 0 0 0,0-1 0 0 0,0 0 0 0 0,0 0 0 0 0,1 0 0 0 0,-1 0 0 0 0,0-1 0 0 0,1 0 1 0 0,-1 0-1 0 0,10-1 0 0 0,-14 0-59 0 0,0 1 0 0 0,0-1 1 0 0,0 0-1 0 0,0 1 1 0 0,0-1-1 0 0,0 0 1 0 0,0 0-1 0 0,0 0 0 0 0,0 0 1 0 0,-1 1-1 0 0,1-1 1 0 0,0 0-1 0 0,-1-1 0 0 0,1 1 1 0 0,0 0-1 0 0,-1 0 1 0 0,1 0-1 0 0,-1 0 1 0 0,0 0-1 0 0,1-1 0 0 0,-1 1 1 0 0,0 0-1 0 0,0 0 1 0 0,0 0-1 0 0,0-1 1 0 0,0 1-1 0 0,0 0 0 0 0,0 0 1 0 0,0-1-1 0 0,0 1 1 0 0,0 0-1 0 0,-1-1 0 0 0,-12-49 385 0 0,10 41-281 0 0,-22-70 422 0 0,8 26-388 0 0,-21-107 0 0 0,36 131-476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7.3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85 6913 0 0,'-1'-12'1666'0'0,"0"0"0"0"0,-1 0 0 0 0,-1 1-1 0 0,0-1 1 0 0,-5-13 0 0 0,10 43 2730 0 0,2 15-4339 0 0,14 48 80 0 0,-4 1 1 0 0,7 138 0 0 0,-16-150-298 0 0,103 1033 231 0 0,-83-820-160 0 0,-18-162-6768 0 0,-6-94 512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7.9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1096 50 3681 0 0,'-5'-4'265'0'0,"-1"-1"1"0"0,1 1-1 0 0,-1 0 1 0 0,0 0 0 0 0,0 0-1 0 0,-1 1 1 0 0,1 0-1 0 0,0 1 1 0 0,-1-1-1 0 0,0 1 1 0 0,0 0 0 0 0,1 1-1 0 0,-10-2 1 0 0,-9 0 599 0 0,1 1 1 0 0,-36 1-1 0 0,16 4-331 0 0,1 1-1 0 0,0 2 0 0 0,1 2 0 0 0,-1 2 0 0 0,2 2 1 0 0,0 2-1 0 0,0 1 0 0 0,1 2 0 0 0,-50 30 0 0 0,65-30-326 0 0,0 1 1 0 0,1 2-1 0 0,1 0 0 0 0,1 1 0 0 0,1 1 0 0 0,1 1 0 0 0,-25 38 1 0 0,11-8-10 0 0,1 2 0 0 0,-38 93 1 0 0,54-107-203 0 0,3 0-1 0 0,2 0 1 0 0,1 1 0 0 0,2 1 0 0 0,2-1-1 0 0,2 2 1 0 0,2-1 0 0 0,2 0 0 0 0,1 0 0 0 0,3 1-1 0 0,1-1 1 0 0,17 71 0 0 0,-12-78-37 0 0,2 1-1 0 0,2-2 1 0 0,1 0 0 0 0,1 0-1 0 0,2-1 1 0 0,2-1 0 0 0,0-1-1 0 0,3-1 1 0 0,0-1 0 0 0,2 0-1 0 0,1-2 1 0 0,2-1 0 0 0,0-1-1 0 0,55 39 1 0 0,-31-32-180 0 0,1-3-1 0 0,107 45 1 0 0,121 20-195 0 0,-249-86 330 0 0,1-1-1 0 0,0-2 1 0 0,0-2 0 0 0,0-1 0 0 0,1-1-1 0 0,33-3 1 0 0,-41-1 137 0 0,-1-1 0 0 0,0-1-1 0 0,-1-1 1 0 0,1-1 0 0 0,-1-1 0 0 0,0-1 0 0 0,-1-1-1 0 0,38-21 1 0 0,16-20 775 0 0,-1-3 0 0 0,-3-3 1 0 0,66-67-1 0 0,-115 99-732 0 0,-1-1 0 0 0,-1-1 0 0 0,-1-1 0 0 0,-1-1 0 0 0,-1-1 0 0 0,-2 0 0 0 0,-1-1 1 0 0,-1-1-1 0 0,-2 0 0 0 0,-1-1 0 0 0,-1 0 0 0 0,8-53 0 0 0,-8 15 133 0 0,-3 0 0 0 0,-3-1 0 0 0,-3 1 0 0 0,-17-139 0 0 0,12 175-162 0 0,-2 0 1 0 0,-1 1-1 0 0,-2 0 1 0 0,-1 0-1 0 0,-2 1 1 0 0,-18-36-1 0 0,20 49-40 0 0,-1 0 0 0 0,-1 1 1 0 0,-1 0-1 0 0,-1 0 0 0 0,0 2 0 0 0,-1 0 0 0 0,-1 0 0 0 0,0 2 0 0 0,-1 0 0 0 0,-30-19 0 0 0,10 11 95 0 0,0 2-1 0 0,-2 1 1 0 0,-45-15-1 0 0,63 28-480 0 0,0 0 0 0 0,0 1-1 0 0,-24-2 1 0 0,31 6-704 0 0,1 1-1 0 0,-1 0 1 0 0,0 0-1 0 0,0 1 1 0 0,-22 6-1 0 0,12-1-5271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8.7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22 10594 0 0,'2'-21'3035'0'0,"2"30"-1542"0"0,4 72 445 0 0,-1 107-1 0 0,5 58-3340 0 0,-8-200-584 0 0,-1-26 447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29:59.2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243 92 3225 0 0,'1'-7'-229'0'0,"1"0"561"0"0,-1 1 0 0 0,0-1 0 0 0,-1 0 0 0 0,0-12 0 0 0,0 18-225 0 0,0 0-1 0 0,0 0 0 0 0,0 1 0 0 0,0-1 0 0 0,0 0 1 0 0,-1 0-1 0 0,1 0 0 0 0,0 1 0 0 0,-1-1 0 0 0,1 0 1 0 0,0 1-1 0 0,-1-1 0 0 0,1 0 0 0 0,-1 1 0 0 0,1-1 0 0 0,-1 0 1 0 0,1 1-1 0 0,-1-1 0 0 0,-1 0 0 0 0,1 1 27 0 0,0-1 0 0 0,0 1 0 0 0,0 0 0 0 0,0 0 0 0 0,0 0 0 0 0,0 0 0 0 0,0 0 0 0 0,-1 0 0 0 0,1 0 0 0 0,0 0 0 0 0,0 0 0 0 0,0 1 0 0 0,0-1 0 0 0,0 0 0 0 0,0 1 0 0 0,0-1-1 0 0,0 1 1 0 0,0-1 0 0 0,-1 1 0 0 0,-15 9 397 0 0,0 0 0 0 0,1 1 0 0 0,0 1 0 0 0,1 0 0 0 0,-20 21 0 0 0,10-5 40 0 0,-42 58 0 0 0,66-85-568 0 0,0 0-1 0 0,0 0 1 0 0,0 1 0 0 0,0-1-1 0 0,0 0 1 0 0,1 1 0 0 0,-1-1-1 0 0,1 1 1 0 0,-1-1 0 0 0,1 1-1 0 0,-1-1 1 0 0,1 1 0 0 0,0-1-1 0 0,0 1 1 0 0,-1 1 0 0 0,7-2-134 0 0,7-12-18 0 0,10-16 321 0 0,30-50 0 0 0,-37 51 720 0 0,2 1 0 0 0,36-41 1 0 0,-52 64-775 0 0,-1 0 0 0 0,0 0 1 0 0,1 1-1 0 0,-1-1 1 0 0,1 1-1 0 0,0 0 0 0 0,-1-1 1 0 0,1 1-1 0 0,0 0 1 0 0,0 0-1 0 0,0 0 1 0 0,0 0-1 0 0,0 0 0 0 0,0 1 1 0 0,0-1-1 0 0,0 0 1 0 0,0 1-1 0 0,1 0 0 0 0,-1-1 1 0 0,0 1-1 0 0,0 0 1 0 0,0 0-1 0 0,0 0 1 0 0,1 1-1 0 0,-1-1 0 0 0,0 0 1 0 0,0 1-1 0 0,0 0 1 0 0,0-1-1 0 0,0 1 0 0 0,0 0 1 0 0,0 0-1 0 0,0 0 1 0 0,0 0-1 0 0,0 0 1 0 0,2 2-1 0 0,4 5 186 0 0,0 1 1 0 0,-1 0-1 0 0,1 0 1 0 0,-2 0-1 0 0,11 19 0 0 0,3 4-150 0 0,6 0-827 0 0,52 50 0 0 0,-56-60-1271 0 0,-5-4-5180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0.0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1 5985 0 0,'-12'9'10483'0'0,"14"-2"-11820"0"0,17 189 6187 0 0,-15 96-3073 0 0,3 46-1666 0 0,44 89-111 0 0,-17-173 0 0 0,-10 217 623 0 0,-11-117 42 0 0,16-98-513 0 0,-26-226-115 0 0,2 8 38 0 0,-5-37-79 0 0,1-1 0 0 0,0 0 0 0 0,-1 1 0 0 0,1-1 0 0 0,-1 0-1 0 0,1 0 1 0 0,0 0 0 0 0,-1 1 0 0 0,1-1 0 0 0,0 0 0 0 0,0 0 0 0 0,-1 0 0 0 0,1 0 0 0 0,0 0 0 0 0,-1 0-1 0 0,1 0 1 0 0,0 0 0 0 0,-1-1 0 0 0,1 1 0 0 0,0 0 0 0 0,-1 0 0 0 0,1 0 0 0 0,0-1 0 0 0,-1 1 0 0 0,1 0 0 0 0,-1-1-1 0 0,1 0 1 0 0,23-9-109 0 0,-23 9 109 0 0,48-19 4 0 0,0 3 0 0 0,0 1 0 0 0,2 3 0 0 0,53-7 0 0 0,-72 13 0 0 0,31-2-362 0 0,-1 2 1 0 0,1 3-1 0 0,0 2 0 0 0,1 4 1 0 0,108 15-1 0 0,75 12-4061 0 0,-193-25-1699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0.7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82 73 2304 0 0,'-11'1'1190'0'0,"0"0"0"0"0,0 1-1 0 0,0 0 1 0 0,0 1-1 0 0,-16 7 1 0 0,56-7 2520 0 0,69-8-2634 0 0,160-28 0 0 0,2-2 160 0 0,527 15 1364 0 0,-572 18-3057 0 0,93 3-1042 0 0,-209 3 928 0 0,107 19 0 0 0,-17 13-3640 0 0,-155-31-162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1.1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 6913 0 0,'-6'-1'7118'0'0,"10"12"-7394"0"0,7 40 1894 0 0,-2 2-1 0 0,3 102 1 0 0,-5-36-579 0 0,40 318 787 0 0,18 217-1009 0 0,-52-447-764 0 0,31 296 105 0 0,-42-488-461 0 0,-1-6-391 0 0,0 0-1 0 0,0 0 1 0 0,1 0-1 0 0,0 0 1 0 0,1-1 0 0 0,0 1-1 0 0,0-1 1 0 0,7 12 0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1.7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180 0 4145 0 0,'-47'27'1680'0'0,"28"-18"-686"0"0,1 1 1 0 0,1 1 0 0 0,0 0 0 0 0,1 1-1 0 0,-21 20 1 0 0,36-31-918 0 0,0-1 0 0 0,1 1 1 0 0,-1-1-1 0 0,0 1 0 0 0,1-1 0 0 0,-1 1 0 0 0,1 0 0 0 0,-1-1 0 0 0,1 1 0 0 0,-1 0 0 0 0,1 0 1 0 0,0-1-1 0 0,-1 1 0 0 0,1 0 0 0 0,0 0 0 0 0,0 0 0 0 0,-1-1 0 0 0,1 1 0 0 0,0 0 1 0 0,0 0-1 0 0,0 0 0 0 0,0 0 0 0 0,0-1 0 0 0,0 1 0 0 0,0 0 0 0 0,0 0 0 0 0,1 0 0 0 0,-1-1 1 0 0,0 2-1 0 0,1 0-40 0 0,1-1 1 0 0,-1 0-1 0 0,0 0 1 0 0,0-1-1 0 0,0 1 1 0 0,1 0 0 0 0,-1 0-1 0 0,0-1 1 0 0,1 1-1 0 0,-1 0 1 0 0,1-1-1 0 0,-1 1 1 0 0,1-1-1 0 0,2 1 1 0 0,7 0 7 0 0,0 0 1 0 0,0 0-1 0 0,14-2 0 0 0,47-6 607 0 0,50-3 175 0 0,-110 10-756 0 0,1 0 0 0 0,-1 1 1 0 0,0 1-1 0 0,0 0 0 0 0,1 0 0 0 0,-2 1 0 0 0,18 7 1 0 0,-28-10-70 0 0,0 1 1 0 0,0-1-1 0 0,0 1 1 0 0,1 0 0 0 0,-1-1-1 0 0,0 1 1 0 0,0 0-1 0 0,0 0 1 0 0,0-1 0 0 0,0 1-1 0 0,-1 0 1 0 0,1 0-1 0 0,0 0 1 0 0,0 0 0 0 0,-1 0-1 0 0,1 0 1 0 0,0 0-1 0 0,-1 1 1 0 0,1-1 0 0 0,-1 0-1 0 0,1 0 1 0 0,-1 0-1 0 0,0 1 1 0 0,1 0 0 0 0,-1 1-5 0 0,0-1 1 0 0,-1 1 0 0 0,1 0 0 0 0,-1-1 0 0 0,1 1 0 0 0,-1-1 0 0 0,0 1 0 0 0,0-1 0 0 0,0 1-1 0 0,0-1 1 0 0,-2 3 0 0 0,-5 8-74 0 0,-1-1 0 0 0,0-1 0 0 0,-15 15-1 0 0,18-19-18 0 0,-69 62-476 0 0,-12 11 91 0 0,79-71 517 0 0,1 0 0 0 0,0 0 0 0 0,0 0 0 0 0,1 1 0 0 0,0 0 0 0 0,1 0 0 0 0,-8 20 0 0 0,12-27-31 0 0,0 0 1 0 0,0 1-1 0 0,0-1 0 0 0,0 0 0 0 0,1 1 0 0 0,-1-1 0 0 0,1 0 0 0 0,0 1 0 0 0,0-1 0 0 0,0 0 0 0 0,1 1 0 0 0,-1-1 0 0 0,1 0 1 0 0,-1 0-1 0 0,1 1 0 0 0,0-1 0 0 0,1 0 0 0 0,-1 0 0 0 0,0 0 0 0 0,1 0 0 0 0,0 0 0 0 0,-1 0 0 0 0,1-1 0 0 0,0 1 0 0 0,1 0 1 0 0,-1-1-1 0 0,0 0 0 0 0,1 1 0 0 0,-1-1 0 0 0,1 0 0 0 0,0 0 0 0 0,0-1 0 0 0,0 1 0 0 0,-1 0 0 0 0,2-1 0 0 0,3 2 0 0 0,13 3 38 0 0,0 0-1 0 0,0-1 0 0 0,0-1 1 0 0,38 3-1 0 0,-24-3 261 0 0,-28-4-258 0 0,1 1 1 0 0,0 1-1 0 0,0-1 1 0 0,-1 1-1 0 0,1 0 1 0 0,-1 1-1 0 0,1 0 1 0 0,5 3-1 0 0,-10-5-49 0 0,0 0-1 0 0,-1 1 1 0 0,1-1-1 0 0,-1 0 1 0 0,0 1-1 0 0,0-1 1 0 0,1 1 0 0 0,-1 0-1 0 0,0-1 1 0 0,0 1-1 0 0,0 0 1 0 0,-1 0-1 0 0,1-1 1 0 0,0 1-1 0 0,-1 0 1 0 0,1 0 0 0 0,-1 0-1 0 0,1 0 1 0 0,-1 0-1 0 0,0 0 1 0 0,0 0-1 0 0,0 0 1 0 0,0 0-1 0 0,0 0 1 0 0,-1 0-1 0 0,1 0 1 0 0,0 0 0 0 0,-1-1-1 0 0,0 1 1 0 0,1 0-1 0 0,-1 0 1 0 0,-2 3-1 0 0,-8 17 78 0 0,-1-1 0 0 0,-1 0-1 0 0,0-1 1 0 0,-2-1 0 0 0,-1 0-1 0 0,0-1 1 0 0,-23 21 0 0 0,9-10 67 0 0,-30 41 0 0 0,58-68-395 0 0,0 0 0 0 0,0 1 0 0 0,0 0 1 0 0,1-1-1 0 0,-1 1 0 0 0,1 0 0 0 0,0 0 1 0 0,0 0-1 0 0,0-1 0 0 0,0 1 0 0 0,0 0 1 0 0,0 5-1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2.5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1166 1 456 0 0,'-11'30'1513'0'0,"3"1"1"0"0,0 0-1 0 0,2 0 0 0 0,1 1 1 0 0,2 0-1 0 0,1-1 0 0 0,4 53 1 0 0,57 412 7223 0 0,0-12-7848 0 0,-34-88-889 0 0,-6-62 0 0 0,-14-296 0 0 0,1 0 0 0 0,1 0 0 0 0,3-1 0 0 0,1-1 0 0 0,1 1 0 0 0,2-2 0 0 0,23 43 0 0 0,-2-14 120 0 0,57 80 0 0 0,-88-138-120 0 0,-1 1 0 0 0,1 0 0 0 0,-1 0 0 0 0,-1 1 0 0 0,1-1 0 0 0,2 14 0 0 0,3 11 0 0 0,-8-31 0 0 0,0 0 0 0 0,0 0 0 0 0,0 0 1 0 0,0 0-1 0 0,-1 0 0 0 0,1 0 0 0 0,0-1 0 0 0,-1 1 1 0 0,1 0-1 0 0,0 0 0 0 0,-1 0 0 0 0,1-1 0 0 0,-1 1 1 0 0,0 0-1 0 0,1 0 0 0 0,-1-1 0 0 0,1 1 0 0 0,-1-1 1 0 0,0 1-1 0 0,0 0 0 0 0,1-1 0 0 0,-1 1 0 0 0,0-1 1 0 0,0 0-1 0 0,0 1 0 0 0,1-1 0 0 0,-3 1 0 0 0,2-1 5 0 0,-12 7 2 0 0,-1 0-1 0 0,0-1 0 0 0,0-1 0 0 0,-1 0 1 0 0,0-1-1 0 0,0 0 0 0 0,-21 1 0 0 0,-5 3-2 0 0,-103 17 210 0 0,-170 6 1 0 0,187-23-266 0 0,0 6 0 0 0,-142 35 0 0 0,258-46-216 0 0,-214 46 825 0 0,192-45-3746 0 0,-33-1 1 0 0,28-3-3976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3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14 134 2304 0 0,'-14'-2'470'0'0,"18"2"938"0"0,23 3 900 0 0,-21-3-2731 0 0,139 8 4093 0 0,272-22 1 0 0,-192 1-1361 0 0,-14 1-983 0 0,174-3 23 0 0,205 22-709 0 0,-74-20-465 0 0,-508 12-252 0 0,0 1-1 0 0,0-1 1 0 0,0-1-1 0 0,0 0 1 0 0,11-3 0 0 0,-18 4 20 0 0,0 1 1 0 0,0 0-1 0 0,-1-1 1 0 0,1 1-1 0 0,0-1 1 0 0,0 1-1 0 0,0-1 1 0 0,-1 1-1 0 0,1-1 1 0 0,0 1-1 0 0,-1-1 0 0 0,1 0 1 0 0,0 0-1 0 0,-1 1 1 0 0,1-1-1 0 0,-1 0 1 0 0,1 0-1 0 0,-1 1 1 0 0,1-1-1 0 0,-1 0 1 0 0,0 0-1 0 0,1-1 1 0 0,-1 0-68 0 0,-1 1 0 0 0,1 0-1 0 0,0-1 1 0 0,-1 1 0 0 0,1-1 0 0 0,-1 1 0 0 0,0 0 0 0 0,1-1 0 0 0,-1 1-1 0 0,0 0 1 0 0,0 0 0 0 0,0-1 0 0 0,0 1 0 0 0,0 0 0 0 0,0 0-1 0 0,0 0 1 0 0,0 0 0 0 0,0 0 0 0 0,-2-1 0 0 0,-3-2-189 0 0,-1 1 0 0 0,0-1 0 0 0,1 1 0 0 0,-1 0 0 0 0,-1 0-1 0 0,1 1 1 0 0,0 0 0 0 0,0 0 0 0 0,-1 1 0 0 0,1 0 0 0 0,-1 0 0 0 0,1 1 0 0 0,-11 0 0 0 0,0 1 304 0 0,0 1-1 0 0,0 0 1 0 0,0 1 0 0 0,-26 8 0 0 0,35-9 233 0 0,1 1 0 0 0,0 0 0 0 0,0 0 1 0 0,0 1-1 0 0,1 0 0 0 0,-12 8 1 0 0,17-10-177 0 0,1-1 1 0 0,-1 1 0 0 0,0 0 0 0 0,0 0-1 0 0,1 0 1 0 0,0 0 0 0 0,-1 0 0 0 0,1 1 0 0 0,0-1-1 0 0,0 0 1 0 0,0 0 0 0 0,0 1 0 0 0,0-1-1 0 0,1 1 1 0 0,-1-1 0 0 0,1 1 0 0 0,-1-1-1 0 0,1 1 1 0 0,0-1 0 0 0,0 1 0 0 0,0-1-1 0 0,1 1 1 0 0,-1-1 0 0 0,0 1 0 0 0,1-1-1 0 0,1 4 1 0 0,2 5 98 0 0,0 0-1 0 0,1-1 1 0 0,1 1-1 0 0,0-1 1 0 0,0 0-1 0 0,1 0 0 0 0,0-1 1 0 0,1 0-1 0 0,0 0 1 0 0,0-1-1 0 0,1 0 1 0 0,0 0-1 0 0,0-1 1 0 0,1 0-1 0 0,0-1 1 0 0,13 7-1 0 0,-14-9-21 0 0,0 1 1 0 0,0-2-1 0 0,1 1 0 0 0,0-2 0 0 0,-1 1 1 0 0,1-1-1 0 0,0 0 0 0 0,18 0 0 0 0,-22-2-37 0 0,1-1 0 0 0,-1 1 0 0 0,1-1 0 0 0,-1 0 0 0 0,0-1 0 0 0,1 0 0 0 0,-1 0 0 0 0,0 0 0 0 0,0 0 0 0 0,0-1 1 0 0,0 0-1 0 0,-1-1 0 0 0,1 1 0 0 0,5-6 0 0 0,-7 5 52 0 0,0-1 0 0 0,-1 0-1 0 0,1 0 1 0 0,-1 0 0 0 0,0 0 0 0 0,0-1 0 0 0,0 1 0 0 0,-1-1 0 0 0,0 0 0 0 0,0 0 0 0 0,-1 0 0 0 0,2-11 0 0 0,-2 14-57 0 0,-1 0 0 0 0,0 0 0 0 0,0 0 0 0 0,0 0 0 0 0,0 0 0 0 0,0 0 0 0 0,-1 0 0 0 0,1 0-1 0 0,-1 1 1 0 0,0-1 0 0 0,0 0 0 0 0,-2-5 0 0 0,2 7-66 0 0,0 0 1 0 0,-1-1-1 0 0,1 1 0 0 0,0 0 0 0 0,0-1 1 0 0,-1 1-1 0 0,1 0 0 0 0,-1 0 0 0 0,1 0 1 0 0,-1 0-1 0 0,1 0 0 0 0,-1 1 0 0 0,1-1 1 0 0,-1 0-1 0 0,0 1 0 0 0,0-1 1 0 0,1 1-1 0 0,-1-1 0 0 0,0 1 0 0 0,0 0 1 0 0,1 0-1 0 0,-4 0 0 0 0,1 0-234 0 0,1 1 0 0 0,-1-1 0 0 0,0 1 0 0 0,1 0 0 0 0,0 0 0 0 0,-1 0 0 0 0,1 0 0 0 0,-5 3 0 0 0,-13 8-6955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4.7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14 2304 0 0,'-28'12'3840'0'0,"27"-12"-3582"0"0,-1 1 0 0 0,1 0 0 0 0,-1-1 0 0 0,1 1 0 0 0,-1 0 0 0 0,1 0 0 0 0,0 0 0 0 0,0 0 0 0 0,-1 0 0 0 0,1 1 0 0 0,0-1 1 0 0,0 0-1 0 0,0 0 0 0 0,0 1 0 0 0,-1 1 0 0 0,2-2-224 0 0,0-1 0 0 0,1 1-1 0 0,-1-1 1 0 0,0 0 0 0 0,0 1 0 0 0,0-1 0 0 0,0 0-1 0 0,1 1 1 0 0,-1-1 0 0 0,0 1 0 0 0,0-1 0 0 0,1 0 0 0 0,-1 0-1 0 0,0 1 1 0 0,1-1 0 0 0,-1 0 0 0 0,0 1 0 0 0,1-1-1 0 0,-1 0 1 0 0,1 0 0 0 0,-1 0 0 0 0,0 1 0 0 0,1-1 0 0 0,-1 0-1 0 0,1 0 1 0 0,-1 0 0 0 0,0 0 0 0 0,1 0 0 0 0,-1 0-1 0 0,1 0 1 0 0,-1 0 0 0 0,1 0 0 0 0,-1 0 0 0 0,0 0 0 0 0,1 0-1 0 0,-1 0 1 0 0,1 0 0 0 0,22-2 279 0 0,-19 2-147 0 0,394-26 5622 0 0,-253 19-5378 0 0,157 13-1 0 0,-173-1-321 0 0,200 22 510 0 0,-23-1-60 0 0,220-34-410 0 0,-272 1-39 0 0,-169 8-167 0 0,0-4 1 0 0,127-21-1 0 0,-212 25 23 0 0,1-1 0 0 0,-1 0 0 0 0,0 0 0 0 0,0 0 0 0 0,1 0 0 0 0,-1 0 0 0 0,0 0 0 0 0,0 0 0 0 0,1 0 0 0 0,-1 0 0 0 0,0 0 0 0 0,0 0 0 0 0,1 0 0 0 0,-1 0 1 0 0,0 0-1 0 0,0 0 0 0 0,1 0 0 0 0,-1-1 0 0 0,0 1 0 0 0,0 0 0 0 0,0 0 0 0 0,1 0 0 0 0,-1 0 0 0 0,0 0 0 0 0,0 0 0 0 0,0-1 0 0 0,1 1 0 0 0,-1 0 0 0 0,0 0 0 0 0,0 0 0 0 0,0-1 0 0 0,0 1 0 0 0,0 0 0 0 0,0 0 0 0 0,1 0 0 0 0,-1-1 0 0 0,0 1 0 0 0,0 0 0 0 0,0 0 0 0 0,0 0 0 0 0,0-1 0 0 0,0 1 0 0 0,0 0 0 0 0,0 0 0 0 0,0-1 0 0 0,0 1 0 0 0,0 0 0 0 0,0 0 0 0 0,0-1 0 0 0,-14-7-3261 0 0,-20-4-1840 0 0,14 10 4258 0 0,1 0 1 0 0,0 0-1 0 0,-1 2 0 0 0,-27 3 1 0 0,16 1 2671 0 0,0 1 1 0 0,-31 10 0 0 0,61-15-1513 0 0,0 1 0 0 0,0-1 0 0 0,0 0-1 0 0,0 1 1 0 0,0 0 0 0 0,0-1 0 0 0,0 1-1 0 0,0-1 1 0 0,0 1 0 0 0,0 0 0 0 0,0 0 0 0 0,1-1-1 0 0,-1 1 1 0 0,0 0 0 0 0,0 0 0 0 0,1 0-1 0 0,-1 0 1 0 0,0 0 0 0 0,1 0 0 0 0,-1 0-1 0 0,1 0 1 0 0,0 0 0 0 0,-1 0 0 0 0,1 2-1 0 0,-1 1 53 0 0,1-1 0 0 0,0 1 0 0 0,0-1 0 0 0,0 0 0 0 0,0 1 0 0 0,1-1 0 0 0,-1 1-1 0 0,3 4 1 0 0,-1-1-165 0 0,0 0 0 0 0,1 0 0 0 0,0 0 0 0 0,1 0-1 0 0,-1-1 1 0 0,1 1 0 0 0,8 8 0 0 0,-7-10-109 0 0,0-1-1 0 0,1 0 1 0 0,-1-1 0 0 0,1 1-1 0 0,-1-1 1 0 0,1 0 0 0 0,0 0 0 0 0,0-1-1 0 0,1 0 1 0 0,-1 0 0 0 0,0-1-1 0 0,1 1 1 0 0,-1-1 0 0 0,1-1-1 0 0,-1 1 1 0 0,1-1 0 0 0,0 0-1 0 0,-1-1 1 0 0,1 1 0 0 0,-1-1 0 0 0,1-1-1 0 0,10-3 1 0 0,-11 4-11 0 0,0-1-1 0 0,0-1 1 0 0,0 1 0 0 0,-1-1-1 0 0,1 0 1 0 0,-1 0 0 0 0,1-1-1 0 0,-1 0 1 0 0,0 0 0 0 0,0 0 0 0 0,-1 0-1 0 0,1-1 1 0 0,-1 0 0 0 0,0 0-1 0 0,-1 0 1 0 0,1 0 0 0 0,-1 0-1 0 0,0-1 1 0 0,0 0 0 0 0,0 0 0 0 0,-1 1-1 0 0,0-1 1 0 0,2-12 0 0 0,-3 16-3 0 0,0-1 1 0 0,-1 1-1 0 0,0-1 1 0 0,0 1-1 0 0,0 0 1 0 0,0-1-1 0 0,0 1 1 0 0,0-1-1 0 0,-1 1 1 0 0,1 0-1 0 0,-1-1 1 0 0,1 1-1 0 0,-1 0 1 0 0,0-1-1 0 0,0 1 1 0 0,0 0-1 0 0,0 0 1 0 0,0 0-1 0 0,-1 0 1 0 0,1 0-1 0 0,-1 0 1 0 0,1 0-1 0 0,-1 1 1 0 0,0-1-1 0 0,1 0 1 0 0,-1 1-1 0 0,0-1 1 0 0,0 1-1 0 0,0 0 1 0 0,0 0-1 0 0,-4-2 1 0 0,2 2-3 0 0,0 0 1 0 0,0 0-1 0 0,-1 0 1 0 0,1 0-1 0 0,-1 1 0 0 0,1 0 1 0 0,0 0-1 0 0,-1 0 1 0 0,1 0-1 0 0,0 1 1 0 0,-1 0-1 0 0,1 0 1 0 0,0 0-1 0 0,0 0 1 0 0,0 1-1 0 0,-6 2 1 0 0,0 1 4 0 0,1 1 1 0 0,-1 0-1 0 0,1 0 1 0 0,1 1-1 0 0,-9 9 0 0 0,13-13-92 0 0,0 1 0 0 0,1 0-1 0 0,0 0 1 0 0,-1 0 0 0 0,2 0-1 0 0,-1 0 1 0 0,0 1 0 0 0,1-1-1 0 0,0 1 1 0 0,0 0 0 0 0,0 0-1 0 0,-1 9 1 0 0,2-12-18 0 0,1 0-1 0 0,0-1 1 0 0,0 1 0 0 0,1 0-1 0 0,-1-1 1 0 0,0 1 0 0 0,0 0-1 0 0,1-1 1 0 0,-1 1 0 0 0,1-1-1 0 0,-1 1 1 0 0,1 0 0 0 0,0-1-1 0 0,0 1 1 0 0,-1-1-1 0 0,1 0 1 0 0,0 1 0 0 0,3 1-1 0 0,11 8-710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6.7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16 11979 0 0,'0'0'74'0'0,"-1"0"1"0"0,1-1-1 0 0,0 1 1 0 0,0 0-1 0 0,0-1 1 0 0,-1 1-1 0 0,1-1 1 0 0,0 1-1 0 0,0 0 1 0 0,0-1-1 0 0,0 1 1 0 0,0-1-1 0 0,0 1 1 0 0,0 0-1 0 0,0-1 1 0 0,0 1-1 0 0,0-1 1 0 0,0 1-1 0 0,0 0 1 0 0,0-1-1 0 0,0 1 1 0 0,0-1-1 0 0,0 1 1 0 0,1 0-1 0 0,-1-1 1 0 0,0 1-1 0 0,0 0 1 0 0,0-1-1 0 0,1 1 1 0 0,-1 0-1 0 0,0-1 1 0 0,0 1-1 0 0,1 0 1 0 0,-1-1-1 0 0,0 1 1 0 0,1 0-1 0 0,-1 0 1 0 0,0-1-1 0 0,1 1 1 0 0,-1 0-1 0 0,1 0 1 0 0,-1 0-1 0 0,0 0 1 0 0,1-1-1 0 0,0 1 1 0 0,0 0-1 0 0,0 0 0 0 0,0 0 1 0 0,0 0-1 0 0,0 0 0 0 0,0 0 1 0 0,0 0-1 0 0,-1 0 0 0 0,1 0 1 0 0,0 0-1 0 0,0 0 0 0 0,0 1 1 0 0,0-1-1 0 0,0 0 0 0 0,0 1 1 0 0,0-1-1 0 0,0 1 0 0 0,-1-1 1 0 0,1 1-1 0 0,0-1 0 0 0,0 1 1 0 0,0 0-1 0 0,5 6 168 0 0,-1 1 1 0 0,0-1-1 0 0,0 1 0 0 0,0 0 0 0 0,-1 0 1 0 0,-1 0-1 0 0,5 13 0 0 0,14 67 641 0 0,-10-37-507 0 0,55 154 268 0 0,0 0-5024 0 0,-59-167-1280 0 0,-7-21 955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6.9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96 105 2761 0 0,'-27'-2'1409'0'0,"-15"-1"5274"0"0,19-5-5487 0 0,22 8-1163 0 0,1-1 0 0 0,0 1-1 0 0,0 0 1 0 0,-1 0 0 0 0,1 0 0 0 0,0-1-1 0 0,0 1 1 0 0,-1 0 0 0 0,1 0 0 0 0,0-1-1 0 0,0 1 1 0 0,0 0 0 0 0,0-1 0 0 0,0 1-1 0 0,-1 0 1 0 0,1-1 0 0 0,0 1 0 0 0,0 0-1 0 0,0 0 1 0 0,0-1 0 0 0,0 1 0 0 0,0 0-1 0 0,0-1 1 0 0,0 1 0 0 0,0 0 0 0 0,0-1-1 0 0,0 1 1 0 0,0 0 0 0 0,0-1 0 0 0,0 1-1 0 0,1 0 1 0 0,-1-1 0 0 0,0 1 0 0 0,10-14 660 0 0,19-8-138 0 0,-26 20-526 0 0,5-4-324 0 0,2 1-1 0 0,-1-1 0 0 0,1 2 1 0 0,0-1-1 0 0,0 1 0 0 0,0 0 0 0 0,21-3 1 0 0,-16 5-4130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7.1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84 5529 0 0,'3'8'488'0'0,"-1"-3"-392"0"0,2-1-96 0 0,1-1 0 0 0,-1-2 88 0 0,0-1-8 0 0,1-1 0 0 0,5 0 0 0 0,5-1 80 0 0,5-3 24 0 0,5-5 0 0 0,-2-2 1 0 0,0-2-89 0 0,-1 1-24 0 0,0-1 0 0 0,-6 2 24 0 0,2 1-96 0 0,-3 1 0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8.4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41 175 6913 0 0,'-41'0'11978'0'0,"44"3"-11657"0"0,11 15 719 0 0,4-22 1147 0 0,-9 1-2149 0 0,-8 3-38 0 0,0 0 0 0 0,0 0 0 0 0,-1 1 0 0 0,1-1 0 0 0,0 0 0 0 0,0 0 0 0 0,0 0 0 0 0,0 1 0 0 0,0-1 0 0 0,0 1 0 0 0,-1-1 0 0 0,1 0 0 0 0,0 1 0 0 0,0-1 0 0 0,-1 1 0 0 0,1 0 0 0 0,0-1 0 0 0,-1 1 0 0 0,1 0 0 0 0,0-1 0 0 0,-1 1 0 0 0,2 1 0 0 0,14 26 0 0 0,0-4 0 0 0,-12-20 0 0 0,-2-2 0 0 0,0-1 0 0 0,0 1 0 0 0,0 0 0 0 0,0 0 0 0 0,-1 0 0 0 0,1 0 0 0 0,0 1 0 0 0,-1-1 0 0 0,0 0 0 0 0,1 1 0 0 0,-1-1 0 0 0,0 1 0 0 0,0-1 0 0 0,-1 1 0 0 0,1-1 0 0 0,0 4 0 0 0,-4-15-1662 0 0,2 7 1646 0 0,0 1 0 0 0,0-1 1 0 0,0 1-1 0 0,0-1 0 0 0,1 1 0 0 0,-1-1 0 0 0,1 0 0 0 0,-1 1 0 0 0,1-1 0 0 0,0 0 0 0 0,-1-2 0 0 0,2-3-3067 0 0,-1 5 3083 0 0,0 1 0 0 0,0 0 0 0 0,0 0 1 0 0,-1 0-1 0 0,1-1 0 0 0,0 1 0 0 0,-2-2 0 0 0,0-5-82 0 0,-3-20 2046 0 0,-15-47 1 0 0,29 111-1438 0 0,-1 0 0 0 0,4 50 0 0 0,-8-48-608 0 0,2-1 0 0 0,1 0 0 0 0,17 49 0 0 0,-23-83 35 0 0,9 25-163 0 0,-10-27 132 0 0,1-1-1 0 0,-1 1 1 0 0,0 0-1 0 0,0 0 1 0 0,1-1 0 0 0,-1 1-1 0 0,0 0 1 0 0,0 0 0 0 0,0-1-1 0 0,1 1 1 0 0,-1 0-1 0 0,0 0 1 0 0,0 0 0 0 0,0 0-1 0 0,-1-1 1 0 0,1 1-1 0 0,0 0 1 0 0,0 0 0 0 0,0 0-1 0 0,-1-1 1 0 0,1 1 0 0 0,0 0-1 0 0,0 0 1 0 0,-1-1-1 0 0,0 2 1 0 0,0-2-16 0 0,-1 0 0 0 0,1-1 0 0 0,-1 1 0 0 0,1-1 0 0 0,0 1 0 0 0,0-1 0 0 0,-1 0 0 0 0,1 1 0 0 0,0-1 0 0 0,0 0 0 0 0,0 0 0 0 0,0 0 0 0 0,0 0 0 0 0,0 0 0 0 0,0 0 0 0 0,0 0 0 0 0,0 0 0 0 0,0 0 0 0 0,0-1 0 0 0,0-1 0 0 0,-16-26-360 0 0,1-14 763 0 0,2-1 0 0 0,1 0 0 0 0,-6-47 0 0 0,9 42 67 0 0,8 34 137 0 0,7 14 130 0 0,12 19 158 0 0,-11-11-911 0 0,3 4 110 0 0,0-1 1 0 0,1-1-1 0 0,1 0 1 0 0,0 0-1 0 0,0-1 1 0 0,0 0-1 0 0,19 9 0 0 0,-24-14 0 0 0,0-1 0 0 0,0 1 0 0 0,0-1-1 0 0,0 0 1 0 0,0-1 0 0 0,0 1-1 0 0,1-1 1 0 0,-1 0 0 0 0,0-1 0 0 0,1 0-1 0 0,-1 0 1 0 0,0 0 0 0 0,1 0-1 0 0,-1-1 1 0 0,0 0 0 0 0,1-1-1 0 0,-1 0 1 0 0,9-3 0 0 0,-12 3 13 0 0,0 1 1 0 0,0-1-1 0 0,0 0 0 0 0,0 0 1 0 0,0-1-1 0 0,-1 1 0 0 0,1-1 1 0 0,-1 1-1 0 0,0-1 1 0 0,1 0-1 0 0,-1 0 0 0 0,0 0 1 0 0,-1 0-1 0 0,1 0 0 0 0,-1-1 1 0 0,1 1-1 0 0,-1 0 0 0 0,0-1 1 0 0,0 1-1 0 0,0-1 1 0 0,-1 1-1 0 0,1-1 0 0 0,-1 1 1 0 0,0-1-1 0 0,0 1 0 0 0,0-1 1 0 0,-1-3-1 0 0,-1-12 116 0 0,-1 1 0 0 0,-1-1 0 0 0,-12-34 0 0 0,8 27-89 0 0,-29-73-7279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8.7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27 3225 0 0,'-6'24'2694'0'0,"4"-15"-2171"0"0,1 1 0 0 0,1 0 0 0 0,-1 0 1 0 0,2 0-1 0 0,-1 0 0 0 0,1 0 0 0 0,1 0 1 0 0,0 0-1 0 0,0-1 0 0 0,1 1 0 0 0,0-1 1 0 0,9 17-1 0 0,-10-22-436 0 0,0 0 0 0 0,0 0 0 0 0,0-1 0 0 0,0 1 0 0 0,1-1 0 0 0,0 1 0 0 0,0-1-1 0 0,0 0 1 0 0,0 0 0 0 0,0 0 0 0 0,1-1 0 0 0,-1 1 0 0 0,1-1 0 0 0,-1 0 0 0 0,1 1 0 0 0,0-2 0 0 0,0 1 0 0 0,0 0 0 0 0,0-1 0 0 0,0 0 0 0 0,1 0 0 0 0,-1 0 0 0 0,0-1 0 0 0,1 1 0 0 0,-1-1 0 0 0,0 0 0 0 0,0 0 0 0 0,1 0-1 0 0,-1-1 1 0 0,0 0 0 0 0,8-2 0 0 0,-10 3-44 0 0,0-1 0 0 0,1 1 1 0 0,-1-1-1 0 0,0 0 0 0 0,0 0 0 0 0,0 0 0 0 0,0 0 0 0 0,0 0 0 0 0,0-1 0 0 0,0 1 0 0 0,0-1 0 0 0,0 1 1 0 0,0-1-1 0 0,-1 0 0 0 0,1 1 0 0 0,-1-1 0 0 0,1 0 0 0 0,-1 0 0 0 0,0 0 0 0 0,0 0 0 0 0,2-4 0 0 0,-2 3 14 0 0,-1-1-1 0 0,1 1 1 0 0,-1-1-1 0 0,0 1 0 0 0,0-1 1 0 0,0 1-1 0 0,0-1 1 0 0,-1 1-1 0 0,1-1 0 0 0,-1 1 1 0 0,0 0-1 0 0,-3-7 0 0 0,-2-4 9 0 0,-1 1 0 0 0,0-1-1 0 0,-1 2 1 0 0,0-1-1 0 0,-17-17 1 0 0,14 18-402 0 0,-15-20 320 0 0,12 9-5020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9.0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1 152 456 0 0,'4'-1'335'0'0,"0"0"-1"0"0,0 0 0 0 0,0 0 1 0 0,0 1-1 0 0,1-1 1 0 0,-1 1-1 0 0,0 0 1 0 0,1 0-1 0 0,-1 0 1 0 0,0 1-1 0 0,0 0 1 0 0,1-1-1 0 0,-1 1 1 0 0,6 3-1 0 0,56 23 4118 0 0,-52-20-3629 0 0,-5-3-177 0 0,-1 0 0 0 0,0 0 0 0 0,0 1 0 0 0,13 10 0 0 0,-26-20-9 0 0,1 0 0 0 0,-1 0 1 0 0,1-1-1 0 0,1 1 1 0 0,-1-1-1 0 0,1 0 0 0 0,0 0 1 0 0,0 0-1 0 0,0 0 0 0 0,1-1 1 0 0,0 1-1 0 0,-2-13 0 0 0,3 10-874 0 0,0 1-1 0 0,1-1 0 0 0,1-16 0 0 0,10-28-5196 0 0,-2 26-1378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09.8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23 13363 0 0,'0'0'72'0'0,"-1"0"0"0"0,1 0 0 0 0,-1-1 0 0 0,1 1 0 0 0,-1 0 0 0 0,1-1 0 0 0,0 1-1 0 0,-1-1 1 0 0,1 1 0 0 0,0-1 0 0 0,-1 1 0 0 0,1 0 0 0 0,0-1 0 0 0,0 1 0 0 0,-1-1 0 0 0,1 1 0 0 0,0-1 0 0 0,0 1 0 0 0,0-1 0 0 0,0 1 0 0 0,0-1 0 0 0,0 0 0 0 0,0 1 0 0 0,0-1 0 0 0,0 1 0 0 0,0-1 0 0 0,0 1 0 0 0,0-1 0 0 0,0 1 0 0 0,0-1-1 0 0,0 1 1 0 0,0-1 0 0 0,1 1 0 0 0,-1-1 0 0 0,0 1 0 0 0,0-1 0 0 0,1 1 0 0 0,-1-1 0 0 0,0 1 0 0 0,1 0 0 0 0,-1-1 0 0 0,0 1 0 0 0,1-1 0 0 0,-1 1 0 0 0,1 0 0 0 0,-1-1 0 0 0,0 1 0 0 0,1 0 0 0 0,-1 0 0 0 0,1-1 0 0 0,-1 1 0 0 0,1 0-1 0 0,0 0 1 0 0,0 0 84 0 0,0-1 0 0 0,1 1 0 0 0,-1 0 0 0 0,0 0 0 0 0,0 0 0 0 0,0 1 0 0 0,0-1 0 0 0,0 0 0 0 0,1 0 0 0 0,-1 1 0 0 0,0-1 0 0 0,0 1 0 0 0,0-1 0 0 0,0 1 0 0 0,0-1 0 0 0,0 1 0 0 0,0-1 0 0 0,0 1-1 0 0,0 0 1 0 0,0 0 0 0 0,-1-1 0 0 0,1 1 0 0 0,0 0 0 0 0,1 2 0 0 0,2 5 21 0 0,-1 0-1 0 0,1 0 1 0 0,-1 0 0 0 0,-1 1-1 0 0,0-1 1 0 0,0 1-1 0 0,1 9 1 0 0,1 67 84 0 0,-2-36-108 0 0,27 188-513 0 0,-28-232 3 0 0,0-1 0 0 0,0 0 0 0 0,0 1 0 0 0,-1-1 0 0 0,0 1 0 0 0,0-1 0 0 0,0 1 0 0 0,-1-1 0 0 0,1 1 0 0 0,-3 7 0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0.1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4 301 3225 0 0,'-2'-12'-134'0'0,"1"1"1"0"0,1-1-1 0 0,0 0 1 0 0,1 0-1 0 0,0 1 1 0 0,1-1-1 0 0,0 0 1 0 0,6-18-1 0 0,-2 14 1184 0 0,0 0 0 0 0,1 0 0 0 0,1 0 0 0 0,0 1 0 0 0,1 0 0 0 0,14-16 0 0 0,-19 26-666 0 0,0 1 0 0 0,0 0 1 0 0,0 0-1 0 0,1 0 0 0 0,-1 0 1 0 0,1 1-1 0 0,0 0 0 0 0,0 0 0 0 0,0 0 1 0 0,0 0-1 0 0,0 1 0 0 0,1 0 1 0 0,-1 0-1 0 0,1 1 0 0 0,0-1 1 0 0,-1 1-1 0 0,1 0 0 0 0,0 1 1 0 0,0-1-1 0 0,0 1 0 0 0,-1 0 1 0 0,11 2-1 0 0,-14-2-364 0 0,0 1 0 0 0,0-1 0 0 0,0 1 0 0 0,0-1 0 0 0,0 1-1 0 0,0 0 1 0 0,0-1 0 0 0,0 1 0 0 0,-1 0 0 0 0,1 0 0 0 0,0 1 0 0 0,-1-1 0 0 0,1 0 0 0 0,-1 0 0 0 0,1 1 0 0 0,-1-1 0 0 0,1 1 0 0 0,-1 0 0 0 0,0-1-1 0 0,0 1 1 0 0,0 0 0 0 0,0-1 0 0 0,0 1 0 0 0,0 0 0 0 0,0 0 0 0 0,-1 0 0 0 0,1 0 0 0 0,-1 0 0 0 0,1 0 0 0 0,-1 0 0 0 0,0 0 0 0 0,0 0 0 0 0,0 0-1 0 0,0 0 1 0 0,0 0 0 0 0,0 0 0 0 0,0 0 0 0 0,-1 0 0 0 0,0 3 0 0 0,-3 10 116 0 0,0 0 1 0 0,-1 0-1 0 0,-1-1 1 0 0,-9 18-1 0 0,7-15-95 0 0,-9 21 16 0 0,3-10 146 0 0,-15 45-1 0 0,27-66-172 0 0,0 1-1 0 0,0-1 0 0 0,0 1 1 0 0,1 0-1 0 0,0 0 0 0 0,1 0 0 0 0,0 0 1 0 0,0 0-1 0 0,0 0 0 0 0,1-1 0 0 0,2 10 1 0 0,-2-15 18 0 0,0 1 0 0 0,1-1 0 0 0,-1 0 0 0 0,0 1-1 0 0,1-1 1 0 0,-1 0 0 0 0,1 0 0 0 0,0 0 0 0 0,0 0 0 0 0,0 0 0 0 0,0-1 0 0 0,0 1 0 0 0,0 0 0 0 0,0-1 0 0 0,1 0 0 0 0,-1 1 0 0 0,1-1 0 0 0,-1 0 0 0 0,1 0 0 0 0,-1-1 0 0 0,1 1 0 0 0,-1 0 0 0 0,1-1 0 0 0,0 1 0 0 0,3-1 0 0 0,9 1-8 0 0,0 0 1 0 0,1-1 0 0 0,17-3 0 0 0,-23 2-175 0 0,10 0-1403 0 0,1 0-1 0 0,-1 2 1 0 0,26 3 0 0 0,-29 0-4326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2.8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29 2304 0 0,'1'-22'10100'0'0,"0"21"-9679"0"0,8-4 1077 0 0,-8 5-1331 0 0,0 1 0 0 0,-1-1 1 0 0,1 1-1 0 0,0-1 0 0 0,-1 1 0 0 0,1 0 0 0 0,-1-1 1 0 0,1 1-1 0 0,-1 0 0 0 0,1-1 0 0 0,-1 1 0 0 0,1 0 0 0 0,-1 0 1 0 0,1-1-1 0 0,-1 1 0 0 0,0 0 0 0 0,0 0 0 0 0,1 0 1 0 0,-1 0-1 0 0,0 1 0 0 0,5 25 745 0 0,-4-21-511 0 0,36 192 1927 0 0,-6-21-5758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3.2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1 126 1376 0 0,'0'-1'313'0'0,"0"0"0"0"0,0-1 0 0 0,0 1 0 0 0,0 0-1 0 0,0 0 1 0 0,0 0 0 0 0,0 0 0 0 0,0 0 0 0 0,1 0-1 0 0,-1 0 1 0 0,0 0 0 0 0,1 0 0 0 0,-1 0 0 0 0,1 0-1 0 0,-1 0 1 0 0,2-2 0 0 0,-2 3-195 0 0,0 0 0 0 0,1 0-1 0 0,-1 0 1 0 0,1 0 0 0 0,-1 0 0 0 0,0 0-1 0 0,1 0 1 0 0,-1 0 0 0 0,1 0 0 0 0,-1 0-1 0 0,1 0 1 0 0,-1 0 0 0 0,0 0-1 0 0,1 0 1 0 0,-1 0 0 0 0,1 0 0 0 0,-1 0-1 0 0,0 1 1 0 0,1-1 0 0 0,-1 0 0 0 0,0 0-1 0 0,1 0 1 0 0,-1 1 0 0 0,0-1 0 0 0,1 0-1 0 0,-1 0 1 0 0,0 1 0 0 0,1 0 0 0 0,28 36 2804 0 0,-17-21-2475 0 0,7 3 349 0 0,36 29 0 0 0,-46-41-606 0 0,0-1 0 0 0,0 0 1 0 0,0 0-1 0 0,1-1 1 0 0,0-1-1 0 0,0 0 0 0 0,12 4 1 0 0,-21-8-135 0 0,1 1 0 0 0,0-1 0 0 0,-1 1 0 0 0,1-1 0 0 0,0 0 0 0 0,-1 0 0 0 0,1 1 0 0 0,0-1-1 0 0,-1 0 1 0 0,1-1 0 0 0,0 1 0 0 0,-1 0 0 0 0,1 0 0 0 0,0-1 0 0 0,-1 1 0 0 0,1-1 0 0 0,0 1 0 0 0,-1-1 0 0 0,1 0 0 0 0,-1 0 0 0 0,1 1 0 0 0,-1-1 0 0 0,0 0 0 0 0,1 0 0 0 0,0-2 0 0 0,0 1 41 0 0,-1-1 0 0 0,1 0 1 0 0,-1 1-1 0 0,0-1 1 0 0,0 0-1 0 0,0 1 0 0 0,0-1 1 0 0,-1 0-1 0 0,1 0 0 0 0,-1 0 1 0 0,0 1-1 0 0,1-1 1 0 0,-2-5-1 0 0,0-7 207 0 0,-1 0 0 0 0,-1-1 0 0 0,0 1 0 0 0,-7-19 0 0 0,-12-19-448 0 0,-3-13-4290 0 0,23 56 2948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3.5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16 6913 0 0,'-2'1'98'0'0,"0"0"0"0"0,0 0 0 0 0,0 0 0 0 0,0 1 0 0 0,0-1 0 0 0,1 0 0 0 0,-1 1 0 0 0,0 0 0 0 0,1-1 0 0 0,-1 1 0 0 0,1 0 0 0 0,0 0 0 0 0,-1-1 0 0 0,1 1 0 0 0,0 0 0 0 0,0 0 0 0 0,0 1 0 0 0,1-1 0 0 0,-1 0 0 0 0,0 0 0 0 0,1 0 0 0 0,-1 0 0 0 0,1 1 0 0 0,0-1 0 0 0,0 0 0 0 0,0 1 0 0 0,0-1 0 0 0,0 0 0 0 0,0 0 0 0 0,2 4 0 0 0,-2 1 212 0 0,2 0-1 0 0,-1-1 0 0 0,1 1 0 0 0,0-1 0 0 0,0 0 0 0 0,1 0 0 0 0,0 0 1 0 0,0 0-1 0 0,5 8 0 0 0,-2-8-33 0 0,0 0-1 0 0,0 0 1 0 0,0 0 0 0 0,1-1 0 0 0,-1 0 0 0 0,1-1-1 0 0,0 0 1 0 0,1 0 0 0 0,-1 0 0 0 0,1-1 0 0 0,9 3-1 0 0,-12-4-206 0 0,0 0 0 0 0,0-1 0 0 0,0 0 0 0 0,0 0-1 0 0,0-1 1 0 0,0 1 0 0 0,0-1 0 0 0,0 0 0 0 0,1 0-1 0 0,-1-1 1 0 0,0 0 0 0 0,0 1 0 0 0,0-2 0 0 0,0 1 0 0 0,0-1-1 0 0,0 1 1 0 0,0-1 0 0 0,8-6 0 0 0,-11 7-49 0 0,-1 0 0 0 0,1 0 0 0 0,-1-1 0 0 0,0 1 0 0 0,1 0 0 0 0,-1-1 0 0 0,0 1 0 0 0,0-1 0 0 0,0 1 0 0 0,0-1 0 0 0,0 0 0 0 0,-1 1 0 0 0,1-1 0 0 0,0 0 0 0 0,-1 0 0 0 0,1 0 0 0 0,-1 1 0 0 0,1-1 0 0 0,-1-2 0 0 0,0 0 7 0 0,0 0 0 0 0,-1-1-1 0 0,1 1 1 0 0,-1 0 0 0 0,0 1 0 0 0,0-1-1 0 0,0 0 1 0 0,-3-6 0 0 0,-1 0-13 0 0,0 1 1 0 0,0 0 0 0 0,-1 1 0 0 0,0-1-1 0 0,0 1 1 0 0,-10-9 0 0 0,-22-13-565 0 0,10 15-4499 0 0,11 9-458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3.8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0 155 6913 0 0,'11'1'408'0'0,"0"0"-1"0"0,-1 1 1 0 0,1 0-1 0 0,-1 0 0 0 0,1 1 1 0 0,-1 1-1 0 0,0-1 1 0 0,0 2-1 0 0,15 9 0 0 0,-19-11-235 0 0,1 1 1 0 0,-2 0-1 0 0,1 0 0 0 0,0 1 0 0 0,-1-1 0 0 0,0 1 0 0 0,0 0 0 0 0,0 1 1 0 0,-1-1-1 0 0,1 1 0 0 0,-1 0 0 0 0,-1 0 0 0 0,1 1 0 0 0,-1-1 0 0 0,3 17 3015 0 0,-6-23-3120 0 0,-1 1 0 0 0,1-1 0 0 0,0 0 0 0 0,0 0 0 0 0,0 0 0 0 0,0 0-1 0 0,-1 0 1 0 0,1 0 0 0 0,-11-7 2057 0 0,-11-17-448 0 0,17 14-1549 0 0,1 0 1 0 0,0 0-1 0 0,0 0 1 0 0,1-1-1 0 0,1 1 1 0 0,-1-1-1 0 0,2 0 1 0 0,0 0-1 0 0,0 1 1 0 0,1-1-1 0 0,1-13 1 0 0,0 12-571 0 0,1 0 1 0 0,1 0 0 0 0,-1 0 0 0 0,2 0 0 0 0,9-21 0 0 0,1 5-6814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4.5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81 58 4609 0 0,'-6'-22'1774'0'0,"-5"-14"5515"0"0,-6 81-2833 0 0,3 20-3548 0 0,3 0-1 0 0,-5 104 1 0 0,19 133-969 0 0,-4-238-2075 0 0,-3-37-3230 0 0,0-11-368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4.8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75 5985 0 0,'-1'-3'144'0'0,"1"-1"-1"0"0,0 1 0 0 0,0-1 0 0 0,0 1 0 0 0,1-1 1 0 0,-1 1-1 0 0,1-1 0 0 0,0 1 0 0 0,-1 0 1 0 0,2-1-1 0 0,-1 1 0 0 0,3-5 0 0 0,-3 5 265 0 0,1 1 0 0 0,-1 0-1 0 0,1 0 1 0 0,0 0 0 0 0,-1 0-1 0 0,1 0 1 0 0,0 0 0 0 0,1 0 0 0 0,-1 0-1 0 0,3-1 1 0 0,-4 3-251 0 0,0-1 0 0 0,0 1-1 0 0,0 0 1 0 0,0 0 0 0 0,-1 0 0 0 0,1 0 0 0 0,0 0 0 0 0,0 0 0 0 0,0 0-1 0 0,0 0 1 0 0,0 1 0 0 0,0-1 0 0 0,0 0 0 0 0,-1 0 0 0 0,1 1-1 0 0,0-1 1 0 0,0 0 0 0 0,0 1 0 0 0,-1-1 0 0 0,1 1 0 0 0,0-1-1 0 0,0 1 1 0 0,-1 0 0 0 0,1-1 0 0 0,-1 1 0 0 0,1 0 0 0 0,0-1-1 0 0,-1 1 1 0 0,1 1 0 0 0,20 28 1574 0 0,-16-22-1015 0 0,46 64 1174 0 0,-9-15-1576 0 0,-3 1-1 0 0,32 64 1 0 0,-62-103-687 0 0,31 66-963 0 0,-18-26-4227 0 0,-16-43-158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5.0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63 8754 0 0,'4'-3'436'0'0,"0"-1"-1"0"0,1 2 1 0 0,0-1 0 0 0,0 1 0 0 0,-1-1-1 0 0,1 1 1 0 0,7-1 0 0 0,31-10 1006 0 0,53-8 0 0 0,-80 18-1849 0 0,0 1 1 0 0,0 1 0 0 0,1 0 0 0 0,-1 1-1 0 0,0 1 1 0 0,28 5 0 0 0,-16 2 377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5.6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10594 0 0,'26'26'5956'0'0,"-19"-15"-5246"0"0,0-1 0 0 0,-2 1 0 0 0,1 0 0 0 0,-1 1 0 0 0,-1 0 0 0 0,6 21 0 0 0,9 80 385 0 0,-12-65-810 0 0,21 100-45 0 0,-11-60-1604 0 0,10 120 0 0 0,-27-182-6021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16.1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35 3225 0 0,'-2'-4'7189'0'0,"8"-1"-5871"0"0,8 0-1616 0 0,12-1 1416 0 0,0 0 0 0 0,1 2-1 0 0,0 2 1 0 0,0 0-1 0 0,46 3 1 0 0,-56 0-993 0 0,1 0 0 0 0,-1 1-1 0 0,0 1 1 0 0,0 1 0 0 0,0 0 0 0 0,-1 1 0 0 0,1 1-1 0 0,-1 1 1 0 0,27 14 0 0 0,-41-19-136 0 0,0-1 0 0 0,0 0-1 0 0,-1 1 1 0 0,1 0 0 0 0,0-1 0 0 0,-1 1-1 0 0,1 0 1 0 0,-1 0 0 0 0,1 0 0 0 0,-1 0-1 0 0,0 0 1 0 0,0 0 0 0 0,0 0-1 0 0,0 0 1 0 0,0 0 0 0 0,0 1 0 0 0,-1-1-1 0 0,1 0 1 0 0,-1 3 0 0 0,0-1-36 0 0,0 0 0 0 0,0 1 1 0 0,0-1-1 0 0,-1 0 0 0 0,0 0 0 0 0,0 0 1 0 0,0 0-1 0 0,-1 0 0 0 0,1 0 0 0 0,-3 4 1 0 0,-6 8-186 0 0,0 0 0 0 0,-1 0 0 0 0,-24 26 0 0 0,24-30 195 0 0,11-12 29 0 0,1 1-1 0 0,-1 0 1 0 0,0-1 0 0 0,0 1 0 0 0,0 0 0 0 0,1-1 0 0 0,-1 1 0 0 0,0-1-1 0 0,0 1 1 0 0,1 0 0 0 0,-1-1 0 0 0,1 1 0 0 0,-1-1 0 0 0,1 1-1 0 0,-1-1 1 0 0,0 1 0 0 0,1-1 0 0 0,0 1 0 0 0,-1-1 0 0 0,1 0-1 0 0,-1 1 1 0 0,1-1 0 0 0,-1 0 0 0 0,1 0 0 0 0,0 1 0 0 0,0-1 0 0 0,31 19-386 0 0,-8-6 224 0 0,-11-4 93 0 0,-1-2 209 0 0,0 1 0 0 0,-1 1 0 0 0,0-1 0 0 0,17 19 0 0 0,-26-25-31 0 0,0 1-1 0 0,0-1 0 0 0,0 1 1 0 0,-1-1-1 0 0,1 1 0 0 0,-1 0 1 0 0,1-1-1 0 0,-1 1 0 0 0,0 0 1 0 0,0 0-1 0 0,0 0 0 0 0,-1 0 1 0 0,1 0-1 0 0,-1 0 0 0 0,0 0 0 0 0,1 0 1 0 0,-1 1-1 0 0,-1-1 0 0 0,1 0 1 0 0,0 0-1 0 0,-1 0 0 0 0,1 0 1 0 0,-1 0-1 0 0,0 0 0 0 0,0 0 1 0 0,0 0-1 0 0,-3 3 0 0 0,0 2 86 0 0,-1-1 0 0 0,0 0 0 0 0,-1 0 0 0 0,0 0 0 0 0,0 0-1 0 0,0-1 1 0 0,-1 0 0 0 0,0-1 0 0 0,0 1 0 0 0,-1-1 0 0 0,-8 4-1 0 0,5-3-453 0 0,0-1-1 0 0,0 0 0 0 0,-1-1 0 0 0,-15 4 0 0 0,6-4-7282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46.1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 2761 0 0,'1'0'180'0'0,"-1"0"1"0"0,0-1 0 0 0,1 1-1 0 0,0 0 1 0 0,-1-1 0 0 0,1 1 0 0 0,-1 0-1 0 0,1-1 1 0 0,-1 1 0 0 0,1 0-1 0 0,0 0 1 0 0,-1 0 0 0 0,1 0 0 0 0,-1 0-1 0 0,1 0 1 0 0,0 0 0 0 0,-1 0-1 0 0,1 0 1 0 0,-1 0 0 0 0,1 0 0 0 0,0 0-1 0 0,-1 0 1 0 0,2 0 0 0 0,0 16 2709 0 0,-3-7-2524 0 0,-1 82 7405 0 0,-4 1-4932 0 0,-2 148-2129 0 0,12 32-163 0 0,0 22-366 0 0,-6 135-173 0 0,-7-275 153 0 0,16 219 1 0 0,-7-114-177 0 0,0-9 17 0 0,5-157 190 0 0,0 8 119 0 0,30 169-1 0 0,-33-263-241 0 0,-1 1-1 0 0,0 0 1 0 0,0-1 0 0 0,-1 14-1 0 0,0-19-81 0 0,0 0 1 0 0,0 0-1 0 0,-1 0 0 0 0,1 0 0 0 0,-1 0 0 0 0,1 0 0 0 0,-1 0 0 0 0,0 0 0 0 0,0 0 0 0 0,1 0 0 0 0,-2 0 1 0 0,1 0-1 0 0,0-1 0 0 0,0 1 0 0 0,0 0 0 0 0,-1-1 0 0 0,1 1 0 0 0,-1-1 0 0 0,1 0 0 0 0,-1 1 0 0 0,0-1 1 0 0,-2 2-1 0 0,-1-4-674 0 0,4-1 343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46.3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0 11979 0 0,'-3'5'1168'0'0,"2"-4"-1040"0"0,0 0-128 0 0,-1-1 0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1.0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2747 2761 0 0,'8'-112'2913'0'0,"0"10"-1289"0"0,-29-384 3373 0 0,0 119-3586 0 0,22 278-844 0 0,4 0 0 0 0,3 1-1 0 0,4 0 1 0 0,4 0 0 0 0,4 2 0 0 0,4 0 0 0 0,67-158 0 0 0,80-147 1940 0 0,-166 385-1546 0 0,-5 6-922 0 0,0 0-20 0 0,9 13 368 0 0,-4-8-404 0 0,0-1 0 0 0,0 0-1 0 0,0 0 1 0 0,1-1 0 0 0,-1 1 0 0 0,1-1-1 0 0,0-1 1 0 0,0 1 0 0 0,0-1-1 0 0,0 0 1 0 0,1 0 0 0 0,-1-1 0 0 0,0 1-1 0 0,1-2 1 0 0,-1 1 0 0 0,11-1 0 0 0,16 0 36 0 0,0-2 0 0 0,36-7-1 0 0,-28 4 30 0 0,194-31-119 0 0,90-8-42 0 0,339-31 113 0 0,-183-4-53 0 0,133-15-22 0 0,-305 57 65 0 0,605-56-44 0 0,-791 88-5 0 0,0 5 0 0 0,0 5 0 0 0,202 36 0 0 0,-187-16 39 0 0,0 7 0 0 0,150 55 0 0 0,-263-76 20 0 0,1 2 0 0 0,-2 0 0 0 0,38 28 0 0 0,21 13 0 0 0,-80-52-1 0 0,-1-1 2 0 0,0 0 0 0 0,0 0 0 0 0,0 0 0 0 0,0 0 0 0 0,1 0 0 0 0,-1-1 0 0 0,0 1 0 0 0,0 0-1 0 0,0-1 1 0 0,1 0 0 0 0,2 1 118 0 0,12-12-2 0 0,-16 11-115 0 0,0 0 0 0 0,-1 0 0 0 0,1 0-1 0 0,0 0 1 0 0,-1 0 0 0 0,1 0 0 0 0,0 0 0 0 0,0 0 0 0 0,-1 0 0 0 0,1 0 0 0 0,0 0 0 0 0,-1 0-1 0 0,1 1 1 0 0,0-1 0 0 0,-1 0 0 0 0,1 0 0 0 0,0 1 0 0 0,-1-1 0 0 0,1 0 0 0 0,-1 1 0 0 0,1-1-1 0 0,0 1 1 0 0,-1-1 0 0 0,1 1 0 0 0,-1-1 0 0 0,1 1 0 0 0,-1-1 0 0 0,0 1 0 0 0,1-1 0 0 0,-1 1-1 0 0,0 0 1 0 0,1-1 0 0 0,-1 2 0 0 0,13 24 67 0 0,-11-20-63 0 0,11 29-6 0 0,-2 0 0 0 0,-1 2 0 0 0,7 57 0 0 0,-2-13 0 0 0,75 384-149 0 0,-13-68-14 0 0,9 147-317 0 0,-26-141 287 0 0,23 226-143 0 0,-82-557 444 0 0,-2-58-71 0 0,0 0 1 0 0,2 0-1 0 0,-1 1 1 0 0,1-1-1 0 0,1 0 1 0 0,1 0 0 0 0,0 0-1 0 0,8 22 1 0 0,-10-34-32 0 0,1 0 0 0 0,-1 1-1 0 0,1-1 1 0 0,0-1 0 0 0,-1 1 0 0 0,1 0 0 0 0,0 0 0 0 0,0-1 0 0 0,0 1 0 0 0,1-1 0 0 0,-1 1 0 0 0,0-1-1 0 0,0 0 1 0 0,1 0 0 0 0,-1 0 0 0 0,0 0 0 0 0,1-1 0 0 0,-1 1 0 0 0,1-1 0 0 0,0 1 0 0 0,-1-1 0 0 0,1 0-1 0 0,-1 0 1 0 0,5 0 0 0 0,8-1 41 0 0,0-1 0 0 0,0 0 0 0 0,17-6 0 0 0,-10 3-27 0 0,46-10-20 0 0,245-38 0 0 0,-208 43-8 0 0,238-15-76 0 0,-262 23 64 0 0,0 4 0 0 0,99 15-1 0 0,335 36-48 0 0,-453-48 66 0 0,127 18 7 0 0,-161-17-3 0 0,0 1 0 0 0,0 1 0 0 0,-1 1 0 0 0,43 22-1 0 0,-48-20-1 0 0,-8-4-3 0 0,0 1 0 0 0,21 14-1 0 0,-30-17 4 0 0,0-1 0 0 0,0 1 0 0 0,0 0 0 0 0,0 1 0 0 0,-1-1 0 0 0,0 1 0 0 0,0-1 0 0 0,-1 1 0 0 0,4 7 0 0 0,-1 3 39 0 0,0 1 0 0 0,-1-1 0 0 0,0 1-1 0 0,-1 0 1 0 0,-1 0 0 0 0,0 20 0 0 0,-1 110 104 0 0,-2-55-39 0 0,14 107-20 0 0,47 233 0 0 0,-21-176-110 0 0,52 801 27 0 0,-75-770-16 0 0,101 527 0 0 0,-26-468 135 0 0,-57-227-102 0 0,-27-94 72 0 0,2 0 1 0 0,0 0 0 0 0,1-1 0 0 0,1-1 0 0 0,2 0-1 0 0,0 0 1 0 0,1-1 0 0 0,25 26 0 0 0,-39-47-87 0 0,0-1 0 0 0,0 1 1 0 0,0 0-1 0 0,-1-1 0 0 0,1 1 0 0 0,0 0 0 0 0,-1 0 1 0 0,1-1-1 0 0,-1 1 0 0 0,1 0 0 0 0,-1 0 1 0 0,1 0-1 0 0,-1 0 0 0 0,1 0 0 0 0,-1 0 1 0 0,0 0-1 0 0,1 0 0 0 0,-1 0 0 0 0,0 0 1 0 0,0 0-1 0 0,0 0 0 0 0,0 0 0 0 0,0 0 1 0 0,0 0-1 0 0,0 0 0 0 0,0 0 0 0 0,0 0 0 0 0,-1 0 1 0 0,0 1-1 0 0,-1 0 11 0 0,0 0 0 0 0,0-1 0 0 0,0 1 0 0 0,0-1 0 0 0,0 0 0 0 0,-1 0 1 0 0,1 0-1 0 0,-1 0 0 0 0,-4 1 0 0 0,-8 4 4 0 0,-94 46 129 0 0,20-8-38 0 0,-251 92-109 0 0,192-83-17 0 0,33-11-19 0 0,-145 32 1 0 0,-320 65-422 0 0,71-15-258 0 0,-6-33 313 0 0,280-58 306 0 0,-135 14-26 0 0,-164 17 92 0 0,264-27 6 0 0,-317 1 78 0 0,33 22 93 0 0,305-24-102 0 0,102-25 9 0 0,-250-14 0 0 0,221-2-34 0 0,46 1 213 0 0,-201 3 62 0 0,251 6-295 0 0,-1-5 0 0 0,0-2 0 0 0,0-5 0 0 0,-87-17 0 0 0,153 22-11 0 0,-22-6 33 0 0,35 8-28 0 0,1-1 0 0 0,0 1 0 0 0,0 0 0 0 0,0-1 0 0 0,0 1 1 0 0,0-1-1 0 0,0 0 0 0 0,0 1 0 0 0,1-1 0 0 0,-1 0 0 0 0,0 0 0 0 0,0 1 0 0 0,0-1 1 0 0,1 0-1 0 0,-1 0 0 0 0,0 0 0 0 0,1 0 0 0 0,-1 0 0 0 0,1 0 0 0 0,-1 0 0 0 0,1 0 1 0 0,0 0-1 0 0,-1 0 0 0 0,1-1 0 0 0,0 1 0 0 0,0 0 0 0 0,-1-1 0 0 0,0 0-18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2.0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72 368 4145 0 0,'-6'-8'447'0'0,"1"0"0"0"0,1 0 0 0 0,0-1-1 0 0,0 1 1 0 0,0-1 0 0 0,1 0 0 0 0,-2-11 0 0 0,-15-36 5289 0 0,28 68-674 0 0,5 2-3910 0 0,14 19-971 0 0,19 53 380 0 0,14 23-315 0 0,-51-96-213 0 0,1 0-1 0 0,0 0 0 0 0,1-1 1 0 0,0-1-1 0 0,24 20 0 0 0,-27-25-20 0 0,0 1-1 0 0,0 0 0 0 0,-1 0 0 0 0,12 15 0 0 0,-17-19-9 0 0,0-1 0 0 0,0 1 0 0 0,0 0-1 0 0,-1 0 1 0 0,1 0 0 0 0,-1 0-1 0 0,0 0 1 0 0,0 1 0 0 0,0-1-1 0 0,0 0 1 0 0,0 1 0 0 0,-1-1-1 0 0,0 0 1 0 0,0 1 0 0 0,1-1-1 0 0,-2 0 1 0 0,1 1 0 0 0,-1 4-1 0 0,1-8-1 0 0,0 0 0 0 0,0 0 0 0 0,0 0 0 0 0,0 0-1 0 0,0 0 1 0 0,0 1 0 0 0,0-1 0 0 0,0 0 0 0 0,-1 0-1 0 0,1 0 1 0 0,0 0 0 0 0,0 0 0 0 0,0 1 0 0 0,0-1-1 0 0,0 0 1 0 0,0 0 0 0 0,0 0 0 0 0,-1 0 0 0 0,1 0-1 0 0,0 0 1 0 0,0 0 0 0 0,0 1 0 0 0,0-1 0 0 0,0 0-1 0 0,-1 0 1 0 0,1 0 0 0 0,0 0 0 0 0,0 0 0 0 0,0 0-1 0 0,0 0 1 0 0,0 0 0 0 0,-1 0 0 0 0,1 0 0 0 0,0 0-1 0 0,0 0 1 0 0,0 0 0 0 0,0 0 0 0 0,-1 0 0 0 0,1 0-1 0 0,0 0 1 0 0,0 0 0 0 0,0 0 0 0 0,0 0 0 0 0,-1 0-1 0 0,1-1 1 0 0,0 1 0 0 0,0 0 0 0 0,0 0-1 0 0,-10-8-21 0 0,-7-12-10 0 0,-2-10 42 0 0,-19-40 0 0 0,22 39 0 0 0,-28-41 0 0 0,29 52 28 0 0,0 1-1 0 0,-1 0 1 0 0,-1 1-1 0 0,-1 1 0 0 0,-1 1 1 0 0,-23-17-1 0 0,38 31-169 0 0,-15-13 121 0 0,18 15 14 0 0,1-1 0 0 0,-1 1 0 0 0,1-1 0 0 0,-1 1 0 0 0,1-1 0 0 0,-1 1 0 0 0,1-1 0 0 0,-1 1 0 0 0,1-1 0 0 0,0 0 0 0 0,-1 1 0 0 0,1-1 0 0 0,0 0 0 0 0,-1 1 0 0 0,1-1 0 0 0,0 0 0 0 0,0 0 0 0 0,0 1 0 0 0,-1-1 0 0 0,1 0 0 0 0,0 1 0 0 0,0-1 0 0 0,0 0 0 0 0,0 0 0 0 0,1 1 0 0 0,-1-2 1 0 0,13-2 62 0 0,7-1-71 0 0,0-1-1 0 0,-1-1 0 0 0,1-1 1 0 0,-2 0-1 0 0,25-15 1 0 0,31-14-15 0 0,-26 14 18 0 0,69-46 1 0 0,-69 39 129 0 0,62-29 0 0 0,-86 51 2350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3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1 14283 0 0,'0'0'61'0'0,"-1"0"-1"0"0,1 0 1 0 0,0 0-1 0 0,-1 0 1 0 0,1 0 0 0 0,-1 0-1 0 0,1 0 1 0 0,0 0 0 0 0,-1 0-1 0 0,1 0 1 0 0,-1 0-1 0 0,1 0 1 0 0,0 0 0 0 0,-1 1-1 0 0,1-1 1 0 0,-1 0-1 0 0,1 0 1 0 0,0 0 0 0 0,-1 1-1 0 0,1-1 1 0 0,0 0-1 0 0,-1 0 1 0 0,1 1 0 0 0,0-1-1 0 0,0 0 1 0 0,-1 1-1 0 0,1-1 1 0 0,0 0 0 0 0,0 1-1 0 0,-1-1 1 0 0,1 0-1 0 0,0 1 1 0 0,0-1 0 0 0,0 1-1 0 0,0-1 1 0 0,0 0 0 0 0,0 1-1 0 0,0-1 1 0 0,-1 1-1 0 0,1-1 1 0 0,0 0 0 0 0,0 1-1 0 0,1 0 1 0 0,-8 21 413 0 0,-3 33-84 0 0,3 1 0 0 0,2 0 0 0 0,3 0 0 0 0,2 0 0 0 0,2 0 0 0 0,3 0 0 0 0,20 88 0 0 0,23 61-1685 0 0,-39-170-5559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3.7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432 93 8290 0 0,'-3'-3'115'0'0,"1"1"1"0"0,-1 0-1 0 0,0 0 0 0 0,0 0 1 0 0,0 0-1 0 0,0 0 0 0 0,0 0 1 0 0,0 1-1 0 0,-1 0 1 0 0,1-1-1 0 0,0 1 0 0 0,-1 1 1 0 0,1-1-1 0 0,-1 0 1 0 0,1 1-1 0 0,-1 0 0 0 0,1-1 1 0 0,-1 2-1 0 0,0-1 0 0 0,1 0 1 0 0,-1 1-1 0 0,1-1 1 0 0,-1 1-1 0 0,1 0 0 0 0,0 0 1 0 0,-1 0-1 0 0,1 1 1 0 0,0-1-1 0 0,0 1 0 0 0,0 0 1 0 0,-5 3-1 0 0,-6 5 120 0 0,1 1-1 0 0,0 0 1 0 0,1 0-1 0 0,0 1 1 0 0,-12 16 0 0 0,0 3 233 0 0,2 2 0 0 0,1 0 0 0 0,1 1 0 0 0,2 1 1 0 0,2 1-1 0 0,1 1 0 0 0,-17 63 0 0 0,12-15-174 0 0,4 0 0 0 0,-9 122 0 0 0,21-147-321 0 0,2 1-1 0 0,3-1 1 0 0,10 73 0 0 0,-6-100-46 0 0,2-1 0 0 0,1 0 1 0 0,1-1-1 0 0,2 0 0 0 0,1-1 1 0 0,2 0-1 0 0,26 45 0 0 0,-16-39-451 0 0,1-1 0 0 0,1-1 1 0 0,2-1-1 0 0,1-1 0 0 0,1-2 0 0 0,2-1 0 0 0,67 46 0 0 0,-78-61 396 0 0,0-2-1 0 0,1 0 1 0 0,0-2-1 0 0,1 0 1 0 0,0-2 0 0 0,1 0-1 0 0,-1-2 1 0 0,1 0 0 0 0,1-2-1 0 0,-1-1 1 0 0,1 0-1 0 0,-1-2 1 0 0,1-1 0 0 0,0-1-1 0 0,28-5 1 0 0,-15-2 348 0 0,0-2 0 0 0,-1-1 0 0 0,0-2 0 0 0,-1-2 0 0 0,0-1 0 0 0,-1-1 0 0 0,-1-3 0 0 0,-1 0 0 0 0,44-37 1 0 0,-54 37-43 0 0,-2-2 0 0 0,0 0 0 0 0,-2-1 1 0 0,0-2-1 0 0,24-41 0 0 0,-13 13 311 0 0,40-104 0 0 0,-51 103 123 0 0,-3 0 0 0 0,-2-1 0 0 0,-2-1 1 0 0,-3 0-1 0 0,3-101 0 0 0,-12 90-130 0 0,-2-1 0 0 0,-4 0 0 0 0,-3 1 0 0 0,-25-99 1 0 0,24 127-273 0 0,-2 2 1 0 0,-2 0-1 0 0,-1 0 1 0 0,-25-43 0 0 0,31 64-176 0 0,-1 2 0 0 0,0-1 1 0 0,0 2-1 0 0,-2-1 0 0 0,0 1 1 0 0,0 1-1 0 0,-1 0 0 0 0,0 1 1 0 0,-1 0-1 0 0,-1 2 0 0 0,0-1 1 0 0,-16-7-1 0 0,9 8-16 0 0,-1 1 1 0 0,1 1-1 0 0,-2 0 1 0 0,1 2 0 0 0,-1 1-1 0 0,0 1 1 0 0,1 1-1 0 0,-1 1 1 0 0,0 1-1 0 0,0 1 1 0 0,-35 6-1 0 0,7 3-143 0 0,0 3-1 0 0,2 2 1 0 0,-1 2-1 0 0,-53 27 1 0 0,91-39-148 0 0,1 0 0 0 0,0 1 0 0 0,0 1 0 0 0,1 0 0 0 0,0 0 0 0 0,0 1 0 0 0,1 0 1 0 0,-19 20-1 0 0,6 7-1598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4.3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179 0 6449 0 0,'0'0'499'0'0,"-4"13"2108"0"0,-16 20-1033 0 0,-63 118 1204 0 0,71-127-2562 0 0,2 1 0 0 0,0 0-1 0 0,2 1 1 0 0,-7 34 0 0 0,14-56-185 0 0,0-1 0 0 0,1 1 0 0 0,-1 0-1 0 0,1-1 1 0 0,0 1 0 0 0,0 0 0 0 0,0-1 0 0 0,0 1 0 0 0,1 0 0 0 0,0-1 0 0 0,-1 1 0 0 0,1-1-1 0 0,1 1 1 0 0,-1-1 0 0 0,0 1 0 0 0,1-1 0 0 0,2 4 0 0 0,-1-4-20 0 0,0 0 0 0 0,0 0 0 0 0,0-1 0 0 0,1 1 0 0 0,-1-1 0 0 0,1 1 0 0 0,0-1 0 0 0,0 0 0 0 0,0 0 0 0 0,0-1 0 0 0,0 1 0 0 0,0-1 0 0 0,0 0 0 0 0,5 0 0 0 0,57 12-43 0 0,-43-10 10 0 0,0 1-1 0 0,-1 2 1 0 0,1 0 0 0 0,33 15-1 0 0,-51-19 81 0 0,-1 0-1 0 0,1 0 0 0 0,-1 1 0 0 0,0 0 0 0 0,0 0 0 0 0,-1 0 1 0 0,1 0-1 0 0,0 1 0 0 0,-1-1 0 0 0,0 1 0 0 0,0 0 1 0 0,0 0-1 0 0,-1 0 0 0 0,1 0 0 0 0,-1 1 0 0 0,0-1 1 0 0,0 1-1 0 0,0-1 0 0 0,1 8 0 0 0,-2-7 30 0 0,-1 1 1 0 0,1 0-1 0 0,-1-1 0 0 0,0 1 0 0 0,-1 0 0 0 0,0-1 0 0 0,0 1 1 0 0,0-1-1 0 0,0 1 0 0 0,-1-1 0 0 0,0 0 0 0 0,0 1 1 0 0,0-1-1 0 0,-1 0 0 0 0,0 0 0 0 0,-5 7 0 0 0,-3 3 364 0 0,0-1 0 0 0,-1 0 0 0 0,0 0 0 0 0,-2-1 0 0 0,1-1 0 0 0,-1 0 0 0 0,-1-1 0 0 0,-21 12 0 0 0,28-18-496 0 0,-1-1 0 0 0,0 0-1 0 0,0 0 1 0 0,0-1-1 0 0,0 0 1 0 0,-1-1 0 0 0,1 0-1 0 0,-1 0 1 0 0,0-1-1 0 0,1-1 1 0 0,-1 1 0 0 0,0-2-1 0 0,0 1 1 0 0,1-1-1 0 0,-1-1 1 0 0,0 0 0 0 0,-12-4-1 0 0,3-5-4211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4.8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0,'1'9'6987'0'0,"8"24"-4852"0"0,-7-25-1747 0 0,16 59 1355 0 0,34 109 188 0 0,-38-114-1696 0 0,-11-47-245 0 0,0 0 0 0 0,8 25 0 0 0,-11-40 8 0 0,0 0-1 0 0,0 0 0 0 0,1 0 0 0 0,-1 1 1 0 0,0-1-1 0 0,0 0 0 0 0,0 0 1 0 0,0 0-1 0 0,0 0 0 0 0,0 0 0 0 0,0 0 1 0 0,0 0-1 0 0,1 1 0 0 0,-1-1 0 0 0,0 0 1 0 0,0 0-1 0 0,0 0 0 0 0,0 0 0 0 0,0 0 1 0 0,0 0-1 0 0,1 0 0 0 0,-1 0 1 0 0,0 0-1 0 0,0 0 0 0 0,0 0 0 0 0,0 0 1 0 0,0 0-1 0 0,1 0 0 0 0,-1 0 0 0 0,0 0 1 0 0,0 0-1 0 0,0 0 0 0 0,0 0 0 0 0,0 0 1 0 0,1 0-1 0 0,-1 0 0 0 0,0 0 0 0 0,0 0 1 0 0,0 0-1 0 0,0 0 0 0 0,0 0 1 0 0,0-1-1 0 0,1 1 0 0 0,-1 0 0 0 0,0 0 1 0 0,0 0-1 0 0,0 0 0 0 0,0 0 0 0 0,0 0 1 0 0,0 0-1 0 0,0-1 0 0 0,1 1 0 0 0,8-12-214 0 0,4-13-265 0 0,7-37-310 0 0,-13 38 597 0 0,1-1 0 0 0,20-42 0 0 0,-25 61 208 0 0,0 1 0 0 0,0 0 1 0 0,1 0-1 0 0,-1 0 0 0 0,1 0 0 0 0,0 1 0 0 0,0-1 0 0 0,1 1 0 0 0,-1 0 0 0 0,1 0 0 0 0,0 1 0 0 0,0-1 0 0 0,0 1 0 0 0,1 0 0 0 0,-1 1 0 0 0,1-1 1 0 0,6-1-1 0 0,-10 4 2 0 0,0-1 1 0 0,0 1 0 0 0,0 0-1 0 0,0 0 1 0 0,0 0 0 0 0,0 1-1 0 0,0-1 1 0 0,0 0-1 0 0,0 1 1 0 0,0-1 0 0 0,0 1-1 0 0,0 0 1 0 0,0 0 0 0 0,0-1-1 0 0,0 1 1 0 0,0 1 0 0 0,0-1-1 0 0,-1 0 1 0 0,1 0 0 0 0,-1 1-1 0 0,1-1 1 0 0,-1 1 0 0 0,1-1-1 0 0,-1 1 1 0 0,0-1 0 0 0,1 1-1 0 0,-1 0 1 0 0,0 0-1 0 0,1 2 1 0 0,4 7 130 0 0,-1 1-1 0 0,0 0 1 0 0,5 18-1 0 0,-7-22-103 0 0,19 74 173 0 0,-14-47-96 0 0,16 42-1 0 0,-19-65-1615 0 0,0-1 0 0 0,1 1-1 0 0,14 20 1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5.1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6 6129 0 0,'0'0'290'0'0,"0"25"1641"0"0,-1-17-719 0 0,1 0 0 0 0,1-1 0 0 0,-1 1 0 0 0,4 12 1 0 0,-3-14-794 0 0,1 1 1 0 0,0-1 0 0 0,1 0 0 0 0,-1 0-1 0 0,7 11 1 0 0,-7-14-392 0 0,1 0 0 0 0,-1 0 0 0 0,0 1-1 0 0,1-2 1 0 0,0 1 0 0 0,0 0 0 0 0,0 0 0 0 0,0-1 0 0 0,0 0-1 0 0,0 1 1 0 0,1-1 0 0 0,-1 0 0 0 0,1-1 0 0 0,0 1 0 0 0,-1-1-1 0 0,1 0 1 0 0,0 1 0 0 0,0-2 0 0 0,0 1 0 0 0,0 0 0 0 0,0-1-1 0 0,-1 0 1 0 0,9 0 0 0 0,-10 0 18 0 0,0 0-1 0 0,-1 0 1 0 0,1-1-1 0 0,-1 1 0 0 0,1 0 1 0 0,-1-1-1 0 0,1 1 1 0 0,-1-1-1 0 0,1 0 1 0 0,-1 1-1 0 0,0-1 1 0 0,1 0-1 0 0,-1 0 1 0 0,0 0-1 0 0,0 0 1 0 0,1 0-1 0 0,-1 0 1 0 0,0 0-1 0 0,0 0 1 0 0,0 0-1 0 0,0-1 0 0 0,0 1 1 0 0,0-2-1 0 0,1 0 84 0 0,-1-1-1 0 0,0 1 1 0 0,-1 0-1 0 0,1 0 0 0 0,-1-1 1 0 0,1 1-1 0 0,-1 0 0 0 0,0-1 1 0 0,0 1-1 0 0,-1-6 1 0 0,0 2 19 0 0,0-1 1 0 0,-1 1 0 0 0,0 0 0 0 0,0 0 0 0 0,-1 0-1 0 0,1 1 1 0 0,-2-1 0 0 0,1 1 0 0 0,-8-12 0 0 0,8 15-138 0 0,0 0 1 0 0,-1 0-1 0 0,1 1 1 0 0,-1-1-1 0 0,1 1 1 0 0,-1 0 0 0 0,0 0-1 0 0,0 0 1 0 0,0 0-1 0 0,0 0 1 0 0,0 1-1 0 0,-1 0 1 0 0,1 0-1 0 0,0 0 1 0 0,-1 1 0 0 0,1-1-1 0 0,-8 1 1 0 0,0 1-384 0 0,0 0 0 0 0,0 0-1 0 0,0 2 1 0 0,0-1 0 0 0,-14 6 0 0 0,-1 2-6677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5.5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0 188 3225 0 0,'19'3'1828'0'0,"0"2"0"0"0,0 0 1 0 0,29 13-1 0 0,-44-16-1438 0 0,0-1-1 0 0,0 1 1 0 0,0 0 0 0 0,0 1-1 0 0,0-1 1 0 0,-1 1-1 0 0,1 0 1 0 0,-1 0 0 0 0,0 0-1 0 0,0 0 1 0 0,0 0-1 0 0,0 1 1 0 0,0-1 0 0 0,-1 1-1 0 0,1 0 1 0 0,-1 0-1 0 0,0 0 1 0 0,0 0-1 0 0,-1 0 1 0 0,1 0 0 0 0,-1 1-1 0 0,1 4 1 0 0,-2-9-300 0 0,0 1 0 0 0,0-1 0 0 0,1 1 0 0 0,-1-1 0 0 0,0 1 0 0 0,0 0 1 0 0,0-1-1 0 0,0 1 0 0 0,0-1 0 0 0,0 1 0 0 0,0-1 0 0 0,0 1 0 0 0,-1-1 0 0 0,1 1 0 0 0,0-1 0 0 0,0 1 0 0 0,0-1 1 0 0,0 1-1 0 0,-1-1 0 0 0,1 1 0 0 0,0-1 0 0 0,-1 1 0 0 0,1-1 0 0 0,0 1 0 0 0,-1-1 0 0 0,1 1 0 0 0,-12-6 864 0 0,-8-19-705 0 0,16 15-236 0 0,0-1-1 0 0,1 0 1 0 0,0 0-1 0 0,1 0 0 0 0,0 0 1 0 0,1 0-1 0 0,0-1 1 0 0,0 1-1 0 0,1 0 1 0 0,2-20-1 0 0,1 15-653 0 0,0 0 0 0 0,0 0-1 0 0,2 0 1 0 0,-1 0 0 0 0,2 1 0 0 0,12-24 0 0 0,-3 12-6291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5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9218 0 0,'-3'2'8626'0'0,"35"156"-4232"0"0,-21-92-4067 0 0,2 0 1 0 0,4-2 0 0 0,35 91 0 0 0,-25-98-135 0 0,-15-33-1871 0 0,-1-1-3974 0 0,-4-6-1406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6.0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1 135 3225 0 0,'7'-1'840'0'0,"0"-1"1"0"0,0 1 0 0 0,0-1-1 0 0,0 0 1 0 0,11-6 0 0 0,7-1 205 0 0,63-20 1459 0 0,-36 10-2602 0 0,1 3-1 0 0,1 1 0 0 0,0 4 0 0 0,62-7 1 0 0,-77 17 183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6.5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14747 0 0,'4'9'615'0'0,"0"0"1"0"0,-1 1-1 0 0,0-1 0 0 0,0 1 0 0 0,-1 0 1 0 0,0 0-1 0 0,0 18 0 0 0,1 2-9 0 0,17 141 788 0 0,18 101-300 0 0,-31-242-1645 0 0,0 0 0 0 0,3 0 0 0 0,0-1 0 0 0,2 0 0 0 0,1-1-1 0 0,26 42 1 0 0,-38-67 441 0 0,1 0 0 0 0,0 0 0 0 0,0 0-1 0 0,0 0 1 0 0,0-1 0 0 0,0 1 0 0 0,1-1-1 0 0,-1 0 1 0 0,1 0 0 0 0,-1 0 0 0 0,1 0-1 0 0,0 0 1 0 0,0 0 0 0 0,5 2 0 0 0,-7-4 107 0 0,-1 0 1 0 0,0 0 0 0 0,1 0 0 0 0,-1 0-1 0 0,0 0 1 0 0,0 0 0 0 0,1 0 0 0 0,-1-1-1 0 0,0 1 1 0 0,0 0 0 0 0,1 0 0 0 0,-1 0-1 0 0,0 0 1 0 0,0 0 0 0 0,1 0 0 0 0,-1-1-1 0 0,0 1 1 0 0,0 0 0 0 0,0 0 0 0 0,1 0-1 0 0,-1-1 1 0 0,0 1 0 0 0,0 0 0 0 0,0 0-1 0 0,0-1 1 0 0,0 1 0 0 0,1 0 0 0 0,-1 0-1 0 0,0-1 1 0 0,0 1 0 0 0,0 0 0 0 0,0 0-1 0 0,0-1 1 0 0,0 1 0 0 0,0 0 0 0 0,0-1-1 0 0,0 1 1 0 0,0 0 0 0 0,0 0 0 0 0,0-1-1 0 0,0 1 1 0 0,0 0 0 0 0,0 0 0 0 0,0-1-1 0 0,0 1 1 0 0,-1 0 0 0 0,1-1 0 0 0,-1-10-90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6.7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89 6913 0 0,'4'0'301'0'0,"-1"-2"1"0"0,1 1-1 0 0,-1 0 0 0 0,1-1 0 0 0,-1 0 0 0 0,1 0 0 0 0,-1 0 0 0 0,5-4 0 0 0,11-6 313 0 0,102-39-2624 0 0,-106 44-1040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7.3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9218 0 0,'0'5'491'0'0,"-1"-1"1"0"0,1 0-1 0 0,1 1 0 0 0,-1-1 1 0 0,0 0-1 0 0,1 1 0 0 0,0-1 0 0 0,2 7 1 0 0,-1-3-64 0 0,85 342 7077 0 0,-83-331-7443 0 0,1 0 0 0 0,0-1 0 0 0,1 0 1 0 0,1 0-1 0 0,1 0 0 0 0,0-1 0 0 0,1 0 0 0 0,13 17 1 0 0,-22-34-65 0 0,0 0 1 0 0,0 0 0 0 0,0 1 0 0 0,0-1-1 0 0,0 0 1 0 0,1 0 0 0 0,-1 0-1 0 0,0 1 1 0 0,0-1 0 0 0,0 0-1 0 0,0 0 1 0 0,1 0 0 0 0,-1 0 0 0 0,0 0-1 0 0,0 1 1 0 0,1-1 0 0 0,-1 0-1 0 0,0 0 1 0 0,0 0 0 0 0,0 0-1 0 0,1 0 1 0 0,-1 0 0 0 0,0 0 0 0 0,0 0-1 0 0,1 0 1 0 0,-1 0 0 0 0,0 0-1 0 0,0 0 1 0 0,1 0 0 0 0,-1 0 0 0 0,0 0-1 0 0,0 0 1 0 0,1 0 0 0 0,-1 0-1 0 0,0 0 1 0 0,0 0 0 0 0,1 0-1 0 0,-1 0 1 0 0,0-1 0 0 0,0 1 0 0 0,0 0-1 0 0,1 0 1 0 0,-1 0 0 0 0,0 0-1 0 0,0-1 1 0 0,6-14-179 0 0,-2-18-266 0 0,-3 1-101 0 0,-1 2-55 0 0,9-55 0 0 0,-8 77 585 0 0,0 1-1 0 0,1 0 0 0 0,0-1 0 0 0,1 1 1 0 0,0 0-1 0 0,0 0 0 0 0,0 1 0 0 0,1-1 1 0 0,0 1-1 0 0,0-1 0 0 0,0 1 0 0 0,10-9 0 0 0,-12 14 65 0 0,0-1 0 0 0,0 1 0 0 0,0-1 0 0 0,1 1-1 0 0,-1 0 1 0 0,0 0 0 0 0,1 0 0 0 0,-1 0 0 0 0,1 1-1 0 0,-1-1 1 0 0,1 1 0 0 0,-1-1 0 0 0,1 1 0 0 0,-1 0-1 0 0,1 0 1 0 0,0 0 0 0 0,-1 0 0 0 0,1 0 0 0 0,-1 1-1 0 0,1-1 1 0 0,-1 1 0 0 0,1 0 0 0 0,-1 0-1 0 0,1 0 1 0 0,-1 0 0 0 0,0 0 0 0 0,0 0 0 0 0,1 0-1 0 0,2 3 1 0 0,9 6 283 0 0,0 1 0 0 0,-1 0 0 0 0,18 19 1 0 0,-10-10-364 0 0,44 38 242 0 0,80 70-1551 0 0,-126-116-838 0 0,-9-8 1060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7.6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1 338 6913 0 0,'3'-1'321'0'0,"1"0"-1"0"0,-1 0 0 0 0,0 0 0 0 0,1 0 0 0 0,-1 0 0 0 0,0-1 0 0 0,0 1 0 0 0,0-1 0 0 0,0 0 0 0 0,-1 0 0 0 0,4-3 0 0 0,5-4 276 0 0,-1 0-1 0 0,0-1 0 0 0,-1 0 0 0 0,0-1 0 0 0,0 0 1 0 0,-1 0-1 0 0,-1-1 0 0 0,0 0 0 0 0,7-17 1 0 0,-9 19-365 0 0,-1 0 1 0 0,-1 0 0 0 0,0-1 0 0 0,0 0 0 0 0,-1 1 0 0 0,0-1-1 0 0,-1 0 1 0 0,0 0 0 0 0,-1 0 0 0 0,0 0 0 0 0,0 0-1 0 0,-4-15 1 0 0,4 25-210 0 0,0-1 0 0 0,-1 0 0 0 0,1 0 0 0 0,-1 0 0 0 0,1 0 0 0 0,-1 1 0 0 0,1-1 0 0 0,-1 0 0 0 0,0 1 0 0 0,0-1 0 0 0,0 1-1 0 0,0-1 1 0 0,0 1 0 0 0,0-1 0 0 0,-1 1 0 0 0,1-1 0 0 0,0 1 0 0 0,-1 0 0 0 0,1 0 0 0 0,-1 0 0 0 0,1 0 0 0 0,-1 0 0 0 0,0 0 0 0 0,1 0 0 0 0,-1 1 0 0 0,0-1 0 0 0,0 0-1 0 0,1 1 1 0 0,-1 0 0 0 0,0-1 0 0 0,0 1 0 0 0,0 0 0 0 0,0 0 0 0 0,0 0 0 0 0,1 0 0 0 0,-1 0 0 0 0,0 0 0 0 0,0 1 0 0 0,0-1 0 0 0,1 1 0 0 0,-1-1 0 0 0,-3 2-1 0 0,0 0 9 0 0,0 0 0 0 0,0 1 0 0 0,0-1 0 0 0,1 1 0 0 0,-1 0 0 0 0,1 0 0 0 0,0 1 0 0 0,0-1-1 0 0,0 1 1 0 0,0 0 0 0 0,1 0 0 0 0,-1 0 0 0 0,-4 9 0 0 0,4-5 30 0 0,1 0 1 0 0,0-1 0 0 0,1 1-1 0 0,0 0 1 0 0,0 0-1 0 0,1 1 1 0 0,0-1-1 0 0,0 0 1 0 0,1 0 0 0 0,0 0-1 0 0,0 1 1 0 0,1-1-1 0 0,0 0 1 0 0,0 0-1 0 0,1 0 1 0 0,0 0 0 0 0,1 0-1 0 0,0 0 1 0 0,0 0-1 0 0,1-1 1 0 0,7 13-1 0 0,-5-10-197 0 0,1-2-1 0 0,0 1 0 0 0,0-1 1 0 0,0 0-1 0 0,1 0 0 0 0,0-1 1 0 0,0 0-1 0 0,19 11 0 0 0,-18-13-728 0 0,0-1-1 0 0,0 0 1 0 0,0 0 0 0 0,1 0-1 0 0,18 3 1 0 0,-1-3-6005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8.3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36 7834 0 0,'-1'-3'802'0'0,"0"0"1"0"0,0 0 0 0 0,0 0-1 0 0,-1 1 1 0 0,1-1-1 0 0,-1 0 1 0 0,1 1 0 0 0,-1-1-1 0 0,0 1 1 0 0,0 0-1 0 0,-4-5 1 0 0,8 17 2670 0 0,4 13-2646 0 0,11 49-341 0 0,-3 1 0 0 0,5 85 1 0 0,-13-93-585 0 0,2-1 0 0 0,3 0 1 0 0,30 96-1 0 0,-27-125-322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8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252 117 1376 0 0,'-4'3'488'0'0,"1"-1"0"0"0,-1 1-1 0 0,1 0 1 0 0,0 0 0 0 0,0 1 0 0 0,0-1-1 0 0,0 1 1 0 0,0-1 0 0 0,1 1 0 0 0,0 0-1 0 0,0 0 1 0 0,0 0 0 0 0,0 0 0 0 0,-2 7-1 0 0,4-10-381 0 0,-1 1-1 0 0,1-1 0 0 0,-1 0 1 0 0,1 1-1 0 0,0-1 0 0 0,-1 0 1 0 0,1 1-1 0 0,0-1 0 0 0,0 1 1 0 0,0-1-1 0 0,0 1 0 0 0,0-1 1 0 0,0 0-1 0 0,1 1 0 0 0,-1-1 1 0 0,0 1-1 0 0,1-1 0 0 0,-1 0 1 0 0,1 1-1 0 0,0-1 0 0 0,-1 0 1 0 0,1 0-1 0 0,0 0 0 0 0,0 1 1 0 0,-1-1-1 0 0,1 0 0 0 0,0 0 1 0 0,0 0-1 0 0,0 0 0 0 0,1 0 1 0 0,-1 0-1 0 0,0-1 0 0 0,0 1 1 0 0,0 0-1 0 0,1-1 0 0 0,-1 1 1 0 0,0 0-1 0 0,1-1 0 0 0,-1 0 1 0 0,0 1-1 0 0,1-1 0 0 0,-1 0 1 0 0,1 1-1 0 0,-1-1 0 0 0,0 0 1 0 0,1 0-1 0 0,-1 0 0 0 0,3-1 1 0 0,-1 1-1 0 0,-1 0 1 0 0,0 0-1 0 0,1 0 1 0 0,-1 0 0 0 0,1 0-1 0 0,-1-1 1 0 0,1 1 0 0 0,-1-1-1 0 0,0 0 1 0 0,1 0-1 0 0,-1 0 1 0 0,0 0 0 0 0,0 0-1 0 0,0 0 1 0 0,0-1-1 0 0,0 1 1 0 0,0 0 0 0 0,0-1-1 0 0,0 0 1 0 0,0 0-1 0 0,-1 1 1 0 0,1-1 0 0 0,-1 0-1 0 0,1 0 1 0 0,-1 0-1 0 0,0 0 1 0 0,0-1 0 0 0,0 1-1 0 0,0 0 1 0 0,0 0 0 0 0,0-1-1 0 0,-1 1 1 0 0,1-1-1 0 0,-1 1 1 0 0,0 0 0 0 0,1-1-1 0 0,-1-2 1 0 0,0-1 56 0 0,-1 1 1 0 0,1-1-1 0 0,-1 0 1 0 0,0 1-1 0 0,0-1 1 0 0,0 1-1 0 0,-1-1 1 0 0,0 1-1 0 0,0 0 1 0 0,0 0-1 0 0,-1 0 1 0 0,0 0-1 0 0,0 0 1 0 0,0 0 0 0 0,-4-4-1 0 0,-1 1-102 0 0,0 1 0 0 0,-1 0 0 0 0,1 1 0 0 0,-1-1 0 0 0,0 2 1 0 0,-1-1-1 0 0,0 1 0 0 0,1 1 0 0 0,-1 0 0 0 0,-1 0 0 0 0,1 1 0 0 0,-1 1 0 0 0,1-1 0 0 0,-1 2 0 0 0,0-1 0 0 0,1 1 0 0 0,-1 1 1 0 0,-21 2-1 0 0,28-2-133 0 0,1 1 0 0 0,-1 0 1 0 0,1 1-1 0 0,0-1 0 0 0,-1 0 1 0 0,1 1-1 0 0,0 0 0 0 0,0 0 1 0 0,0 0-1 0 0,0 0 0 0 0,0 0 1 0 0,-4 4-1 0 0,-6 12-5237 0 0,4 2-1290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9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218 10 7370 0 0,'-5'-2'530'0'0,"0"0"0"0"0,0 1 0 0 0,-1-1 0 0 0,1 1 1 0 0,-1 1-1 0 0,1-1 0 0 0,-1 1 0 0 0,1 0 0 0 0,-1 0 1 0 0,1 1-1 0 0,0-1 0 0 0,-1 1 0 0 0,1 0 1 0 0,-1 1-1 0 0,1-1 0 0 0,-7 4 0 0 0,6-1-215 0 0,0-1 0 0 0,1 1 1 0 0,0 0-1 0 0,0 0 0 0 0,0 1 0 0 0,0 0 0 0 0,1 0 0 0 0,0 0 0 0 0,0 0 1 0 0,0 0-1 0 0,0 1 0 0 0,1 0 0 0 0,-4 9 0 0 0,-4 9 35 0 0,1 0 0 0 0,2 0 0 0 0,-10 41 0 0 0,16-56-330 0 0,0 1 0 0 0,1 0 0 0 0,0 0 0 0 0,1 0 1 0 0,0 0-1 0 0,1 0 0 0 0,0 0 0 0 0,0-1 0 0 0,1 1 0 0 0,0 0 1 0 0,1 0-1 0 0,5 13 0 0 0,-7-20-32 0 0,0 0 1 0 0,1-1-1 0 0,-1 1 1 0 0,1 0-1 0 0,-1-1 1 0 0,1 1-1 0 0,0-1 0 0 0,0 0 1 0 0,0 0-1 0 0,0 0 1 0 0,0 0-1 0 0,0 0 1 0 0,1 0-1 0 0,-1 0 1 0 0,1-1-1 0 0,-1 1 1 0 0,1-1-1 0 0,0 1 0 0 0,0-1 1 0 0,-1 0-1 0 0,1-1 1 0 0,0 1-1 0 0,0 0 1 0 0,0-1-1 0 0,0 1 1 0 0,0-1-1 0 0,0 0 1 0 0,0 0-1 0 0,0 0 0 0 0,0 0 1 0 0,0-1-1 0 0,0 1 1 0 0,0-1-1 0 0,0 0 1 0 0,4-2-1 0 0,0 1-85 0 0,-1-2 0 0 0,0 1-1 0 0,1-1 1 0 0,-2 1 0 0 0,1-2-1 0 0,0 1 1 0 0,-1-1 0 0 0,0 1 0 0 0,0-2-1 0 0,0 1 1 0 0,-1 0 0 0 0,1-1-1 0 0,-1 0 1 0 0,3-7 0 0 0,-2 2 34 0 0,-1 0 1 0 0,-1 0-1 0 0,0-1 0 0 0,0 1 1 0 0,-1-1-1 0 0,1-21 1 0 0,5-28 618 0 0,-8 60-531 0 0,0 1 0 0 0,0-1 0 0 0,0 1 0 0 0,0-1 0 0 0,1 1 0 0 0,-1-1 0 0 0,0 0 0 0 0,0 1-1 0 0,0-1 1 0 0,1 1 0 0 0,-1-1 0 0 0,0 1 0 0 0,0-1 0 0 0,1 1 0 0 0,-1-1 0 0 0,0 1 0 0 0,1 0-1 0 0,-1-1 1 0 0,1 1 0 0 0,-1-1 0 0 0,1 1 0 0 0,-1 0 0 0 0,0-1 0 0 0,1 1 0 0 0,0 0 0 0 0,-1 0-1 0 0,1-1 1 0 0,-1 1 0 0 0,1 0 0 0 0,-1 0 0 0 0,2 0 0 0 0,-1 0 6 0 0,1 0 1 0 0,-1 1-1 0 0,1-1 1 0 0,-1 1-1 0 0,0-1 1 0 0,1 1-1 0 0,-1 0 1 0 0,0-1-1 0 0,0 1 1 0 0,0 0-1 0 0,1 0 1 0 0,0 2-1 0 0,35 40 208 0 0,-30-34-179 0 0,0-1-292 0 0,1 0 0 0 0,0 0 0 0 0,0-1 1 0 0,1 0-1 0 0,0 0 0 0 0,0-1 0 0 0,1 0 0 0 0,0-1 1 0 0,13 6-1 0 0,-3-3-6948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9.5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253 124 6449 0 0,'0'-6'483'0'0,"-1"1"0"0"0,0-1 0 0 0,0 0 0 0 0,0 1 0 0 0,-1-1-1 0 0,0 1 1 0 0,0-1 0 0 0,0 1 0 0 0,-1 0 0 0 0,0 0 0 0 0,0 0-1 0 0,0 0 1 0 0,0 1 0 0 0,-1-1 0 0 0,0 1 0 0 0,0 0 0 0 0,0 0 0 0 0,0 0-1 0 0,-1 0 1 0 0,1 1 0 0 0,-9-5 0 0 0,10 6-362 0 0,0 1 0 0 0,-1-1 0 0 0,1 0 0 0 0,-1 1 0 0 0,1 0 0 0 0,-1 0 0 0 0,1 0 1 0 0,-1 0-1 0 0,0 1 0 0 0,1-1 0 0 0,-1 1 0 0 0,0 0 0 0 0,0 0 0 0 0,1 0 0 0 0,-1 0 0 0 0,0 1 0 0 0,0 0 0 0 0,1 0 0 0 0,-1 0 0 0 0,1 0 1 0 0,-1 0-1 0 0,1 1 0 0 0,-1-1 0 0 0,1 1 0 0 0,0 0 0 0 0,0 0 0 0 0,0 0 0 0 0,0 1 0 0 0,0-1 0 0 0,0 1 0 0 0,1-1 0 0 0,-1 1 0 0 0,-3 5 1 0 0,-3 8-37 0 0,0 0 1 0 0,1 0 0 0 0,0 1 0 0 0,2 0 0 0 0,0 0 0 0 0,1 1 0 0 0,0 0 0 0 0,2 0 0 0 0,0 0 0 0 0,1 0 0 0 0,1 0 0 0 0,1 19 0 0 0,0-33-81 0 0,0 1-1 0 0,1-1 1 0 0,0 1-1 0 0,0-1 1 0 0,0 1-1 0 0,0-1 1 0 0,1 0-1 0 0,-1 1 1 0 0,1-1-1 0 0,0 0 1 0 0,1 0-1 0 0,-1 0 1 0 0,1-1-1 0 0,-1 1 1 0 0,1 0-1 0 0,0-1 0 0 0,1 0 1 0 0,-1 0-1 0 0,5 4 1 0 0,-4-5-31 0 0,-1 0 1 0 0,0-1-1 0 0,1 1 0 0 0,-1-1 1 0 0,1 0-1 0 0,0 0 1 0 0,-1 0-1 0 0,1 0 0 0 0,0 0 1 0 0,0-1-1 0 0,-1 0 0 0 0,1 0 1 0 0,0 0-1 0 0,0 0 0 0 0,-1-1 1 0 0,1 1-1 0 0,0-1 0 0 0,-1 0 1 0 0,1 0-1 0 0,0 0 1 0 0,-1-1-1 0 0,1 1 0 0 0,5-5 1 0 0,1-1-615 0 0,0-1 0 0 0,-1 0 0 0 0,1 0 0 0 0,-2-1 1 0 0,1 0-1 0 0,-1-1 0 0 0,-1 0 0 0 0,0 0 0 0 0,0-1 1 0 0,-1 0-1 0 0,8-19 0 0 0,0-2-1476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0:59.7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113 372 4609 0 0,'-9'-101'407'0'0,"2"63"1352"0"0,0 0 1 0 0,-3 1-1 0 0,-1 0 1 0 0,-29-63 0 0 0,40 99-1584 0 0,-1 0 1 0 0,1-1 0 0 0,-1 1 0 0 0,0 0 0 0 0,1-1 0 0 0,-1 1 0 0 0,0 0 0 0 0,0 0-1 0 0,0-1 1 0 0,1 1 0 0 0,-1 0 0 0 0,-1 0 0 0 0,1 0 0 0 0,0 0 0 0 0,0 0 0 0 0,-1 0-1 0 0,1 1-94 0 0,1 0 0 0 0,-1 0 0 0 0,1 0 0 0 0,-1 1-1 0 0,1-1 1 0 0,-1 0 0 0 0,1 0 0 0 0,0 1-1 0 0,-1-1 1 0 0,1 0 0 0 0,-1 1 0 0 0,1-1-1 0 0,0 0 1 0 0,-1 1 0 0 0,1-1 0 0 0,0 1-1 0 0,0-1 1 0 0,-1 0 0 0 0,1 1 0 0 0,0-1 0 0 0,0 1-1 0 0,0-1 1 0 0,-1 1 0 0 0,1-1 0 0 0,0 1-1 0 0,0-1 1 0 0,0 1 0 0 0,0-1 0 0 0,0 1-1 0 0,-5 50 1987 0 0,5-50-2088 0 0,2 56 559 0 0,3-1 1 0 0,2 1 0 0 0,19 69 0 0 0,-10-49-47 0 0,-6-24 126 0 0,3-1-1 0 0,33 87 1 0 0,-35-114-863 0 0,1 0 0 0 0,24 35 0 0 0,-23-42-1439 0 0,0 0 0 0 0,1-2 0 0 0,30 28 0 0 0,-21-25-6208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0.7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2 124 920 0 0,'0'-1'148'0'0,"0"1"1"0"0,-1-1-1 0 0,1 0 0 0 0,0 0 1 0 0,0 0-1 0 0,0 0 0 0 0,0 0 0 0 0,0 1 1 0 0,0-1-1 0 0,0 0 0 0 0,0 0 1 0 0,0 0-1 0 0,0 0 0 0 0,0 0 0 0 0,0 1 1 0 0,1-1-1 0 0,-1 0 0 0 0,0 0 1 0 0,1 0-1 0 0,-1 1 0 0 0,1-1 0 0 0,-1 0 1 0 0,1 1-1 0 0,-1-1 0 0 0,1 0 1 0 0,-1 1-1 0 0,1-1 0 0 0,0 0 0 0 0,-1 1 1 0 0,1-1-1 0 0,0 1 0 0 0,0-1 1 0 0,28-23 1406 0 0,-25 21-1714 0 0,8-6 305 0 0,1 1 1 0 0,1 0-1 0 0,0 0 1 0 0,0 2 0 0 0,0-1-1 0 0,0 2 1 0 0,1 0 0 0 0,0 1-1 0 0,0 0 1 0 0,1 1-1 0 0,-1 1 1 0 0,0 1 0 0 0,17 0-1 0 0,-24 1-33 0 0,1 0-1 0 0,-1 1 1 0 0,0 0-1 0 0,0 1 1 0 0,1-1-1 0 0,-1 2 1 0 0,0-1-1 0 0,0 1 1 0 0,-1 0-1 0 0,1 1 1 0 0,-1 0-1 0 0,1 0 0 0 0,-1 1 1 0 0,-1 0-1 0 0,1 0 1 0 0,-1 0-1 0 0,1 1 1 0 0,-2 0-1 0 0,1 0 1 0 0,-1 1-1 0 0,1-1 1 0 0,-2 1-1 0 0,1 0 1 0 0,-1 1-1 0 0,5 12 1 0 0,-4-7 14 0 0,-1 0 0 0 0,0 0 0 0 0,-1 1 0 0 0,0-1 0 0 0,-1 1 0 0 0,0 20 0 0 0,-8 84 428 0 0,2-84 4 0 0,2 1 0 0 0,3 36-1 0 0,-1-69-449 0 0,1-1-1 0 0,-1 1 0 0 0,1 0 1 0 0,-1-1-1 0 0,1 1 0 0 0,0-1 1 0 0,0 1-1 0 0,0-1 1 0 0,0 1-1 0 0,0-1 0 0 0,0 0 1 0 0,0 1-1 0 0,1-1 0 0 0,-1 0 1 0 0,0 0-1 0 0,1 0 1 0 0,-1 0-1 0 0,1 0 0 0 0,-1 0 1 0 0,1 0-1 0 0,-1-1 0 0 0,1 1 1 0 0,-1-1-1 0 0,1 1 0 0 0,0-1 1 0 0,-1 1-1 0 0,1-1 1 0 0,0 0-1 0 0,0 0 0 0 0,-1 0 1 0 0,3 0-1 0 0,8 1 196 0 0,0-1 0 0 0,0 0-1 0 0,13-3 1 0 0,-22 3-254 0 0,34-5-491 0 0,62-18-1 0 0,-75 16-6424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1.3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559 130 5529 0 0,'-9'-12'700'0'0,"-1"1"-1"0"0,0 0 1 0 0,0 0-1 0 0,-2 1 1 0 0,-23-16-1 0 0,28 22-344 0 0,1 0 0 0 0,-1 1 0 0 0,0 0 1 0 0,0 1-1 0 0,0-1 0 0 0,0 1 0 0 0,0 0 0 0 0,0 1 0 0 0,-1 0 0 0 0,1 0 0 0 0,-1 1 1 0 0,1 0-1 0 0,-15 1 0 0 0,8 2-133 0 0,1 0-1 0 0,0 1 1 0 0,1 0 0 0 0,-1 1-1 0 0,1 0 1 0 0,-1 1 0 0 0,2 1-1 0 0,-1 0 1 0 0,1 0 0 0 0,0 1-1 0 0,0 1 1 0 0,1 0 0 0 0,1 0 0 0 0,-1 1-1 0 0,1 0 1 0 0,1 0 0 0 0,-8 13-1 0 0,-2 5 367 0 0,1 1-1 0 0,1 0 1 0 0,2 1-1 0 0,1 1 0 0 0,-17 58 1 0 0,18-43-601 0 0,2 0 1 0 0,2 1 0 0 0,1 0-1 0 0,3 1 1 0 0,2 0 0 0 0,2-1 0 0 0,2 1-1 0 0,3-1 1 0 0,1 0 0 0 0,2 0-1 0 0,2 0 1 0 0,32 86 0 0 0,-19-75-338 0 0,3-2 1 0 0,2 0-1 0 0,42 61 0 0 0,-53-92 164 0 0,1-1 0 0 0,2 0 0 0 0,0-2 0 0 0,2-1 0 0 0,0 0 0 0 0,1-2 0 0 0,2 0 0 0 0,39 23 0 0 0,-22-19-390 0 0,0-1-1 0 0,57 19 1 0 0,-76-34 461 0 0,-1 0 1 0 0,1-2-1 0 0,0-1 1 0 0,0 0-1 0 0,1-2 0 0 0,37-1 1 0 0,-29-3 238 0 0,-1-1 0 0 0,-1-2 0 0 0,1-1 0 0 0,0-1 0 0 0,-1-2 1 0 0,-1-1-1 0 0,53-25 0 0 0,-60 23 175 0 0,-1 0 0 0 0,0-1 0 0 0,-1-2 0 0 0,-1 0 1 0 0,0 0-1 0 0,-1-2 0 0 0,-1-1 0 0 0,-1 0 0 0 0,0-1 0 0 0,20-33 0 0 0,-5-2-48 0 0,-2-2 0 0 0,-3 0-1 0 0,-3-2 1 0 0,-2-1-1 0 0,-2-1 1 0 0,-3 0 0 0 0,-3-1-1 0 0,-3-1 1 0 0,-2 0 0 0 0,-3 0-1 0 0,-5-109 1 0 0,-2 143-192 0 0,-1 0 1 0 0,-2 0-1 0 0,0 1 1 0 0,-2 0-1 0 0,-1 0 1 0 0,-1 1 0 0 0,-1 0-1 0 0,-1 0 1 0 0,-2 1-1 0 0,0 1 1 0 0,-2 0-1 0 0,-1 1 1 0 0,0 1-1 0 0,-2 0 1 0 0,0 1-1 0 0,-40-34 1 0 0,38 38-58 0 0,0 1 1 0 0,-1 0-1 0 0,-1 2 0 0 0,-1 1 0 0 0,0 0 1 0 0,0 2-1 0 0,-1 1 0 0 0,-1 0 0 0 0,0 2 1 0 0,0 1-1 0 0,0 1 0 0 0,-1 1 1 0 0,0 1-1 0 0,0 2 0 0 0,0 0 0 0 0,-46 4 1 0 0,50-1-224 0 0,1 2 0 0 0,0 0 0 0 0,0 1 0 0 0,0 1 0 0 0,0 1 0 0 0,1 1 1 0 0,-1 0-1 0 0,2 2 0 0 0,-1 0 0 0 0,1 1 0 0 0,1 1 0 0 0,-26 21 0 0 0,10 0-7679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2.6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43 2761 0 0,'-25'-42'16927'0'0,"21"84"-15269"0"0,11 272-409 0 0,0-250-1439 0 0,2 0 1 0 0,33 116-1 0 0,-33-153-1533 0 0,-1-5-5593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2.8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1 138 12443 0 0,'14'-16'505'0'0,"1"1"0"0"0,1 0 0 0 0,0 1 0 0 0,1 1 0 0 0,0 1 0 0 0,1 0 0 0 0,27-12 1 0 0,-41 21-530 0 0,1 1 1 0 0,-1 0 0 0 0,1 0 0 0 0,0 0 0 0 0,-1 1 0 0 0,1 0-1 0 0,0-1 1 0 0,0 2 0 0 0,0-1 0 0 0,0 1 0 0 0,0-1 0 0 0,7 2-1 0 0,-8 0-271 0 0,-1-1-1 0 0,-1 1 0 0 0,1 0 0 0 0,0 1 0 0 0,0-1 0 0 0,0 0 0 0 0,0 1 0 0 0,-1 0 0 0 0,1 0 1 0 0,-1-1-1 0 0,1 2 0 0 0,-1-1 0 0 0,0 0 0 0 0,0 0 0 0 0,0 1 0 0 0,0-1 0 0 0,0 1 0 0 0,-1-1 1 0 0,1 1-1 0 0,2 6 0 0 0,0 0-107 0 0,0 0 0 0 0,-1 1 1 0 0,0-1-1 0 0,-1 1 0 0 0,0 0 0 0 0,1 12 1 0 0,-1 7 382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2.9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1 167 7834 0 0,'-1'0'696'0'0,"1"-1"-560"0"0,1-2-136 0 0,1 0 0 0 0,-1 0 288 0 0,2-2 32 0 0,2-6 8 0 0,5-8 0 0 0,5-7-648 0 0,4-6-128 0 0,0 1-24 0 0,-1-2-8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3.2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6449 0 0,'7'13'1634'0'0,"0"0"0"0"0,-1 1 0 0 0,8 26 0 0 0,1 0 842 0 0,28 83 1884 0 0,-32-84-4262 0 0,-3 1 0 0 0,8 72 0 0 0,-16-103-1172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3.3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28 14283 0 0,'-2'-7'632'0'0,"0"5"136"0"0,1-1-616 0 0,1 0-152 0 0,0 2 0 0 0,0 0 0 0 0,0-1 480 0 0,0 1 73 0 0,3-2 15 0 0,-1 0 0 0 0,4 2-440 0 0,-2 1-128 0 0,1 1 64 0 0,2 2-64 0 0,1 3-1032 0 0,2 0-249 0 0,2 5-39 0 0,2 2-16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3.7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90 6913 0 0,'0'0'77'0'0,"0"-1"0"0"0,-1 1-1 0 0,1-1 1 0 0,0 1-1 0 0,0 0 1 0 0,0-1-1 0 0,0 1 1 0 0,0-1-1 0 0,0 1 1 0 0,0-1-1 0 0,0 1 1 0 0,0-1 0 0 0,0 1-1 0 0,0-1 1 0 0,0 1-1 0 0,0-1 1 0 0,0 1-1 0 0,1-1 1 0 0,-1 1-1 0 0,0-1 1 0 0,0 1 0 0 0,0 0-1 0 0,1-1 1 0 0,-1 1-1 0 0,0-1 1 0 0,1 1-1 0 0,-1 0 1 0 0,0-1-1 0 0,1 1 1 0 0,-1 0-1 0 0,0-1 1 0 0,1 1 0 0 0,-1 0-1 0 0,0 0 1 0 0,1-1-1 0 0,-1 1 1 0 0,1 0-1 0 0,-1 0 1 0 0,1 0-1 0 0,-1-1 1 0 0,1 1-1 0 0,-1 0 1 0 0,1 0 0 0 0,-1 0-1 0 0,1 0 1 0 0,-1 0-1 0 0,1 0 1 0 0,-1 0-1 0 0,1 0 1 0 0,-1 0-1 0 0,0 0 1 0 0,1 1-1 0 0,-1-1 1 0 0,1 0 0 0 0,-1 0-1 0 0,1 0 1 0 0,-1 0-1 0 0,1 1 1 0 0,-1-1-1 0 0,0 0 1 0 0,1 1-1 0 0,0-1 1 0 0,2 2 318 0 0,-1 0-1 0 0,1 0 1 0 0,-1 1 0 0 0,1-1 0 0 0,-1 0-1 0 0,0 1 1 0 0,0-1 0 0 0,2 4 0 0 0,2 8-63 0 0,-2 1 1 0 0,1-1 0 0 0,-2 1 0 0 0,0-1 0 0 0,0 1-1 0 0,-1 0 1 0 0,-1 0 0 0 0,-2 29 0 0 0,1-44-334 0 0,0 0 0 0 0,0 0 1 0 0,0 0-1 0 0,0 0 0 0 0,0 0 0 0 0,0 0 0 0 0,0-1 1 0 0,0 1-1 0 0,1 0 0 0 0,-1 0 0 0 0,0 0 1 0 0,0 0-1 0 0,0 0 0 0 0,0 0 0 0 0,0 0 0 0 0,0 0 1 0 0,0 0-1 0 0,0 0 0 0 0,0 0 0 0 0,0 0 1 0 0,0 0-1 0 0,1 0 0 0 0,-1 0 0 0 0,0 0 0 0 0,0 0 1 0 0,0 0-1 0 0,0 0 0 0 0,0 0 0 0 0,0 0 1 0 0,0 0-1 0 0,0 0 0 0 0,0 0 0 0 0,0 0 0 0 0,1 0 1 0 0,-1 0-1 0 0,0 0 0 0 0,0 0 0 0 0,0 0 1 0 0,0 0-1 0 0,0 1 0 0 0,0-1 0 0 0,0 0 0 0 0,0 0 1 0 0,0 0-1 0 0,0 0 0 0 0,0 0 0 0 0,0 0 1 0 0,0 0-1 0 0,0 0 0 0 0,0 0 0 0 0,0 0 0 0 0,0 0 1 0 0,0 0-1 0 0,1 1 0 0 0,-1-1 0 0 0,8-14-99 0 0,6-17-92 0 0,3-30-82 0 0,-14 47 130 0 0,0 0-1 0 0,1 0 0 0 0,0 0 0 0 0,1 1 1 0 0,1-1-1 0 0,0 1 0 0 0,1 0 0 0 0,16-22 0 0 0,-22 34 157 0 0,0 0 0 0 0,0-1 0 0 0,1 1 0 0 0,-1 0 0 0 0,0 1 0 0 0,1-1 0 0 0,-1 0 0 0 0,0 0 0 0 0,1 0 0 0 0,-1 1-1 0 0,1-1 1 0 0,-1 1 0 0 0,1-1 0 0 0,-1 1 0 0 0,1 0 0 0 0,0 0 0 0 0,-1-1 0 0 0,1 1 0 0 0,-1 0 0 0 0,1 0 0 0 0,0 1-1 0 0,-1-1 1 0 0,1 0 0 0 0,-1 0 0 0 0,1 1 0 0 0,-1-1 0 0 0,1 1 0 0 0,-1-1 0 0 0,1 1 0 0 0,-1 0 0 0 0,1 0 0 0 0,-1 0-1 0 0,0-1 1 0 0,0 1 0 0 0,1 0 0 0 0,-1 1 0 0 0,0-1 0 0 0,2 2 0 0 0,6 7 383 0 0,0 0 0 0 0,-1 0 0 0 0,13 21 0 0 0,-10-14 76 0 0,68 96-2650 0 0,-65-96-3879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4.1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103 101 6449 0 0,'0'0'29'0'0,"0"-1"-1"0"0,0 1 0 0 0,0-1 0 0 0,0 1 0 0 0,0-1 0 0 0,0 1 0 0 0,0-1 0 0 0,0 1 1 0 0,0-1-1 0 0,0 1 0 0 0,0-1 0 0 0,0 1 0 0 0,-1-1 0 0 0,1 1 0 0 0,0-1 0 0 0,0 1 1 0 0,0-1-1 0 0,-1 1 0 0 0,1-1 0 0 0,0 1 0 0 0,-1-1 0 0 0,1 1 0 0 0,0 0 0 0 0,-1-1 1 0 0,1 1-1 0 0,0 0 0 0 0,-1-1 0 0 0,1 1 0 0 0,-1 0 0 0 0,1 0 0 0 0,-1-1 1 0 0,1 1-1 0 0,-1 0 0 0 0,1 0 0 0 0,-1 0 0 0 0,0-1 0 0 0,0 2 93 0 0,-1-1 0 0 0,0 0 0 0 0,1 0 0 0 0,-1 1-1 0 0,0-1 1 0 0,1 1 0 0 0,-1 0 0 0 0,1-1 0 0 0,-1 1 0 0 0,1 0 0 0 0,-3 1-1 0 0,-1 2 344 0 0,0-1 0 0 0,0 1 0 0 0,0 0-1 0 0,1 1 1 0 0,-1-1 0 0 0,-4 7 0 0 0,4-1 37 0 0,0 0 0 0 0,0 1 1 0 0,1 0-1 0 0,1 0 0 0 0,0 0 1 0 0,0 0-1 0 0,1 0 0 0 0,0 0 1 0 0,1 1-1 0 0,0-1 0 0 0,1 1 1 0 0,2 20-1 0 0,-1-26-450 0 0,-1-1-1 0 0,1 1 1 0 0,1-1 0 0 0,-1 1 0 0 0,1-1-1 0 0,0 0 1 0 0,0 1 0 0 0,0-1-1 0 0,1 0 1 0 0,0 0 0 0 0,0-1 0 0 0,0 1-1 0 0,1 0 1 0 0,-1-1 0 0 0,1 0 0 0 0,0 0-1 0 0,0 0 1 0 0,0-1 0 0 0,1 1-1 0 0,0-1 1 0 0,-1 0 0 0 0,1 0 0 0 0,0 0-1 0 0,0-1 1 0 0,1 0 0 0 0,-1 0 0 0 0,9 2-1 0 0,-11-3-30 0 0,-1-1-1 0 0,1 1 1 0 0,0-1-1 0 0,0 1 1 0 0,0-1-1 0 0,0 0 0 0 0,0 0 1 0 0,0-1-1 0 0,0 1 1 0 0,0 0-1 0 0,-1-1 1 0 0,1 0-1 0 0,0 0 0 0 0,0 0 1 0 0,0 0-1 0 0,-1 0 1 0 0,1 0-1 0 0,-1-1 1 0 0,1 1-1 0 0,-1-1 1 0 0,1 0-1 0 0,-1 1 0 0 0,0-1 1 0 0,0 0-1 0 0,0-1 1 0 0,0 1-1 0 0,0 0 1 0 0,-1 0-1 0 0,1-1 1 0 0,0 1-1 0 0,-1-1 0 0 0,0 0 1 0 0,0 1-1 0 0,0-1 1 0 0,0 0-1 0 0,1-3 1 0 0,0-3 49 0 0,0 0 0 0 0,-1 0 0 0 0,0 0 0 0 0,0-1 0 0 0,-1 1 0 0 0,0 0 0 0 0,-1 0 0 0 0,0-1 0 0 0,0 1 0 0 0,-3-11 0 0 0,-8-15 8 0 0,-2 1 1 0 0,-28-54-1 0 0,3 9-1809 0 0,34 68-255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4.7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 81 14283 0 0,'-1'0'15'0'0,"-2"-3"551"0"0,0 1 0 0 0,0 0-1 0 0,0 0 1 0 0,0 0-1 0 0,-1 0 1 0 0,1 0 0 0 0,-1 1-1 0 0,-4-2 1 0 0,7 3-500 0 0,0 0 0 0 0,0 0 0 0 0,0 0-1 0 0,0 1 1 0 0,0-1 0 0 0,0 0 0 0 0,0 0 0 0 0,0 1 0 0 0,0-1-1 0 0,0 1 1 0 0,0-1 0 0 0,0 1 0 0 0,0-1 0 0 0,1 1 0 0 0,-1 0 0 0 0,0-1-1 0 0,0 1 1 0 0,0 0 0 0 0,1 0 0 0 0,-1 0 0 0 0,0-1 0 0 0,1 1-1 0 0,-1 0 1 0 0,1 0 0 0 0,-1 0 0 0 0,1 0 0 0 0,0 0 0 0 0,-1 0-1 0 0,1 0 1 0 0,0 0 0 0 0,-1 0 0 0 0,1 0 0 0 0,0 0 0 0 0,0 0 0 0 0,0 2-1 0 0,0-3-66 0 0,0 0-1 0 0,0 0 0 0 0,0 0 1 0 0,0 0-1 0 0,0 0 1 0 0,0 0-1 0 0,0 0 0 0 0,0 0 1 0 0,0 1-1 0 0,-1-1 1 0 0,1 0-1 0 0,0 0 0 0 0,0 0 1 0 0,0 0-1 0 0,0 0 1 0 0,0 0-1 0 0,0 0 0 0 0,0 0 1 0 0,0 1-1 0 0,0-1 1 0 0,0 0-1 0 0,0 0 0 0 0,0 0 1 0 0,0 0-1 0 0,0 0 1 0 0,0 0-1 0 0,0 0 0 0 0,1 0 1 0 0,-1 1-1 0 0,0-1 0 0 0,0 0 1 0 0,0 0-1 0 0,0 0 1 0 0,0 0-1 0 0,0 0 0 0 0,0 0 1 0 0,0 0-1 0 0,0 0 1 0 0,0 0-1 0 0,0 0 0 0 0,0 0 1 0 0,0 0-1 0 0,0 1 1 0 0,1-1-1 0 0,-1 0 0 0 0,0 0 1 0 0,0 0-1 0 0,0 0 1 0 0,0 0-1 0 0,0 0 0 0 0,0 0 1 0 0,0 0-1 0 0,0 0 1 0 0,1 0-1 0 0,-1 0 0 0 0,0 0 1 0 0,0 0-1 0 0,0 0 0 0 0,0 0 1 0 0,0 0-1 0 0,0 0 1 0 0,0 0-1 0 0,0 0 0 0 0,1 0 1 0 0,-1 0-1 0 0,0 0 1 0 0,0-1-1 0 0,9-12-91 0 0,0-29-23 0 0,-8 41 113 0 0,-1 0 0 0 0,0 0 0 0 0,1 0 0 0 0,-1-1 0 0 0,0 1 1 0 0,0 0-1 0 0,0 0 0 0 0,0 0 0 0 0,0 0 0 0 0,0 0 0 0 0,0 0 1 0 0,0 0-1 0 0,-1-1 0 0 0,1 1 0 0 0,0 0 0 0 0,-1 0 0 0 0,1 0 1 0 0,0 0-1 0 0,-1 0 0 0 0,0 0 0 0 0,1 0 0 0 0,-1 0 1 0 0,1 0-1 0 0,-1 0 0 0 0,0 1 0 0 0,0-1 0 0 0,0 0 0 0 0,1 0 1 0 0,-1 1-1 0 0,0-1 0 0 0,0 0 0 0 0,0 1 0 0 0,0-1 0 0 0,0 1 1 0 0,0-1-1 0 0,0 1 0 0 0,0 0 0 0 0,-1-1 0 0 0,1 1 0 0 0,-1 0 1 0 0,2 3 50 0 0,-1 0 0 0 0,1 0 0 0 0,0 0 0 0 0,0 0 0 0 0,0 0 0 0 0,1 0 0 0 0,0 5 0 0 0,-1-6-15 0 0,19 101 1167 0 0,39 128-1 0 0,-15-90-2875 0 0,-4-15-3855 0 0,-31-95-1745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5.3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151 33 1840 0 0,'-18'-14'282'0'0,"-12"0"5152"0"0,27 14-4899 0 0,1-1-1 0 0,-1 1 1 0 0,1 0-1 0 0,-1 0 1 0 0,1 0-1 0 0,-1 0 1 0 0,1 0-1 0 0,-1 1 1 0 0,0-1-1 0 0,-3 2 1 0 0,-15 10 536 0 0,17-7-763 0 0,-1 0 0 0 0,1 0 0 0 0,0 1 0 0 0,0 0-1 0 0,1-1 1 0 0,-1 1 0 0 0,1 0 0 0 0,1 1 0 0 0,-1-1 0 0 0,1 0 0 0 0,0 1-1 0 0,0-1 1 0 0,0 12 0 0 0,-1 3 13 0 0,1 0 0 0 0,1 0 0 0 0,2 23-1 0 0,-1-38-280 0 0,1-1-1 0 0,-1 0 1 0 0,1 0-1 0 0,1 0 1 0 0,-1 0-1 0 0,0 0 0 0 0,1 0 1 0 0,0 0-1 0 0,1-1 1 0 0,-1 1-1 0 0,1-1 1 0 0,-1 1-1 0 0,1-1 1 0 0,1 0-1 0 0,3 5 0 0 0,-5-8-22 0 0,0 1-1 0 0,0-1 1 0 0,1 1-1 0 0,-1-1 1 0 0,0 0-1 0 0,1 0 1 0 0,-1 0-1 0 0,0 0 0 0 0,1 0 1 0 0,-1-1-1 0 0,1 1 1 0 0,0-1-1 0 0,-1 1 1 0 0,1-1-1 0 0,-1 0 1 0 0,1 0-1 0 0,0 0 1 0 0,-1 0-1 0 0,1-1 0 0 0,-1 1 1 0 0,1-1-1 0 0,-1 0 1 0 0,1 1-1 0 0,-1-1 1 0 0,1 0-1 0 0,-1 0 1 0 0,0-1-1 0 0,1 1 1 0 0,-1 0-1 0 0,0-1 0 0 0,3-3 1 0 0,0 2-9 0 0,-1-1 0 0 0,1-1 0 0 0,-1 1 0 0 0,0 0 0 0 0,0-1 0 0 0,-1 0 0 0 0,0 0 0 0 0,0 0 0 0 0,0 0 0 0 0,0-1 0 0 0,-1 1 0 0 0,0-1 0 0 0,0 1 0 0 0,0-1 0 0 0,-1 0 0 0 0,0 0 0 0 0,0 0 0 0 0,0 0 0 0 0,-1 0 0 0 0,0 1 0 0 0,0-1 0 0 0,0 0 0 0 0,-1 0 0 0 0,0 0 0 0 0,-2-7 0 0 0,1 1-97 0 0,-2 1 0 0 0,1-1 0 0 0,-2 0 1 0 0,1 1-1 0 0,-2 0 0 0 0,1 0 0 0 0,-1 1 0 0 0,-1-1 1 0 0,0 1-1 0 0,-1 1 0 0 0,-11-13 0 0 0,5 11-1850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5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0 6449 0 0,'0'2'553'0'0,"-1"0"0"0"0,0-1 0 0 0,1 1 0 0 0,-1 0 0 0 0,1 0-1 0 0,-1 0 1 0 0,1-1 0 0 0,0 1 0 0 0,0 0 0 0 0,0 0 0 0 0,0 2-1 0 0,7 43 2288 0 0,-4-30-1953 0 0,0 6 271 0 0,1 6 319 0 0,12 41 0 0 0,-15-63-1405 0 0,1 0 0 0 0,1 0 0 0 0,0-1 0 0 0,-1 1 0 0 0,2-1 1 0 0,-1 0-1 0 0,1 0 0 0 0,0 0 0 0 0,0-1 0 0 0,1 1 0 0 0,8 7 0 0 0,-12-12-72 0 0,0 1-1 0 0,1-1 0 0 0,-1 0 0 0 0,0-1 1 0 0,1 1-1 0 0,-1 0 0 0 0,0 0 0 0 0,1 0 1 0 0,-1-1-1 0 0,1 1 0 0 0,-1-1 0 0 0,1 1 1 0 0,-1-1-1 0 0,1 0 0 0 0,0 0 0 0 0,-1 1 1 0 0,1-1-1 0 0,-1 0 0 0 0,1 0 1 0 0,0 0-1 0 0,-1-1 0 0 0,1 1 0 0 0,-1 0 1 0 0,1-1-1 0 0,2 0 0 0 0,-1-1-46 0 0,-1 0 0 0 0,1 0-1 0 0,-1 0 1 0 0,0 0 0 0 0,1 0-1 0 0,-1-1 1 0 0,0 1 0 0 0,0 0 0 0 0,-1-1-1 0 0,1 0 1 0 0,-1 1 0 0 0,3-5-1 0 0,1-8-535 0 0,1 1-1 0 0,-2-1 1 0 0,0 0-1 0 0,2-19 1 0 0,-2-8-989 0 0,-4 33 1245 0 0,0-1-1 0 0,1 0 1 0 0,0 1-1 0 0,1-1 0 0 0,0 1 1 0 0,6-19-1 0 0,-8 28 392 0 0,1 0 0 0 0,-1-1 0 0 0,0 1-1 0 0,0 0 1 0 0,0-1 0 0 0,0 1 0 0 0,0 0 0 0 0,1 0-1 0 0,-1-1 1 0 0,0 1 0 0 0,0 0 0 0 0,0 0 0 0 0,1 0-1 0 0,-1-1 1 0 0,0 1 0 0 0,0 0 0 0 0,1 0 0 0 0,-1 0 0 0 0,0 0-1 0 0,0-1 1 0 0,1 1 0 0 0,-1 0 0 0 0,0 0 0 0 0,1 0-1 0 0,-1 0 1 0 0,0 0 0 0 0,1 0 0 0 0,-1 0 0 0 0,0 0-1 0 0,0 0 1 0 0,1 0 0 0 0,-1 0 0 0 0,0 0 0 0 0,1 0 0 0 0,-1 0-1 0 0,0 0 1 0 0,1 0 0 0 0,-1 0 0 0 0,1 1 0 0 0,11 11 1399 0 0,5 18 58 0 0,-3 2-1083 0 0,-4-10 251 0 0,0-1 0 0 0,24 37 0 0 0,-29-52-1075 0 0,0 1-1 0 0,0-1 1 0 0,1-1-1 0 0,11 10 1 0 0,-12-11-411 0 0,0-1 0 0 0,0 0-1 0 0,0 0 1 0 0,1 0 0 0 0,-1-1 0 0 0,1 0 0 0 0,8 2 0 0 0,3 0-5289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5.9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1 14259 0 0,'-2'2'176'0'0,"-1"0"0"0"0,0 1 0 0 0,1-1 0 0 0,-1 1 0 0 0,1 0 1 0 0,0-1-1 0 0,0 1 0 0 0,0 0 0 0 0,0 0 0 0 0,0 1 0 0 0,1-1 0 0 0,-1 0 0 0 0,1 1 0 0 0,0-1 0 0 0,0 0 0 0 0,0 6 1 0 0,-3 7 848 0 0,2 1 0 0 0,-2 20 0 0 0,4-8-536 0 0,1 1-1 0 0,1 0 0 0 0,2-1 1 0 0,1 1-1 0 0,16 55 0 0 0,66 136-2153 0 0,-79-199-6077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6.1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63 10138 0 0,'0'0'448'0'0,"1"-1"96"0"0,3-1-440 0 0,0 1-104 0 0,0 0 0 0 0,1-1 0 0 0,1 1 248 0 0,5-2 25 0 0,7-1 7 0 0,7-1 0 0 0,5-1-64 0 0,3-1-16 0 0,-1 0 0 0 0,1 2 0 0 0,0 0-1360 0 0,0-2-281 0 0,0 1-47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6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13827 0 0,'-1'3'172'0'0,"0"-1"1"0"0,1 1-1 0 0,0 0 0 0 0,-1 0 0 0 0,1-1 1 0 0,0 1-1 0 0,0 0 0 0 0,1 0 1 0 0,-1-1-1 0 0,0 1 0 0 0,1 0 0 0 0,0-1 1 0 0,1 4-1 0 0,1 11 194 0 0,2 21 805 0 0,41 248 2677 0 0,-36-241-4169 0 0,2-1-1 0 0,2 0 1 0 0,2-1 0 0 0,27 53 0 0 0,-28-69-478 0 0,-2-2-8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6.9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0 196 5985 0 0,'5'-1'108'0'0,"-1"-1"0"0"0,1 1-1 0 0,-1-1 1 0 0,1 0-1 0 0,-1 0 1 0 0,0-1 0 0 0,0 1-1 0 0,7-6 1 0 0,3-2 76 0 0,16-8 152 0 0,137-74 2090 0 0,-147 82-1836 0 0,1 2-1 0 0,0 0 1 0 0,1 1-1 0 0,0 1 1 0 0,0 1-1 0 0,29-3 1 0 0,-45 8-496 0 0,0 0 0 0 0,0 0 0 0 0,0 0 0 0 0,0 1 0 0 0,0 0 0 0 0,0 0 0 0 0,0 0 0 0 0,0 1 0 0 0,0 0 0 0 0,-1 0 0 0 0,1 1 0 0 0,-1-1-1 0 0,1 1 1 0 0,-1 0 0 0 0,0 1 0 0 0,0-1 0 0 0,-1 1 0 0 0,1 0 0 0 0,-1 0 0 0 0,1 1 0 0 0,-1-1 0 0 0,-1 1 0 0 0,1 0 0 0 0,-1 0 0 0 0,1 0 0 0 0,-2 0 0 0 0,1 1 0 0 0,0-1 0 0 0,-1 1 0 0 0,0 0 0 0 0,-1 0 0 0 0,3 8 0 0 0,-2-3 501 0 0,2 11 435 0 0,12 35 1 0 0,-14-52-1014 0 0,0-1 1 0 0,0 1-1 0 0,0 0 1 0 0,1-1-1 0 0,-1 1 1 0 0,1-1-1 0 0,0 0 1 0 0,0 0-1 0 0,1 0 0 0 0,-1 0 1 0 0,1 0-1 0 0,0-1 1 0 0,4 3-1 0 0,-7-5-17 0 0,0 0 0 0 0,-1-1 0 0 0,1 1 1 0 0,0-1-1 0 0,0 0 0 0 0,0 1 0 0 0,0-1 0 0 0,0 0 0 0 0,0 1 0 0 0,0-1 0 0 0,0 0 0 0 0,0 0 0 0 0,0 0 0 0 0,0 0 0 0 0,0 0 0 0 0,0 0 0 0 0,-1 0 0 0 0,1 0 0 0 0,0 0 0 0 0,0-1 0 0 0,0 1 1 0 0,0 0-1 0 0,0 0 0 0 0,0-1 0 0 0,0 1 0 0 0,0-1 0 0 0,0 1 0 0 0,-1-1 0 0 0,1 1 0 0 0,0-1 0 0 0,0 0 0 0 0,-1 1 0 0 0,1-1 0 0 0,0 0 0 0 0,-1 1 0 0 0,1-1 0 0 0,0 0 0 0 0,-1 0 0 0 0,1 0 1 0 0,-1 0-1 0 0,0 0 0 0 0,1 1 0 0 0,-1-1 0 0 0,0 0 0 0 0,1-2 0 0 0,2-6 109 0 0,-1-1 0 0 0,1 1 0 0 0,0-19 0 0 0,0 11 148 0 0,-1 8-88 0 0,0 0 0 0 0,1 1 0 0 0,0-1 0 0 0,0 1-1 0 0,6-10 1 0 0,-8 15-142 0 0,0 1 0 0 0,1 0 0 0 0,-1-1 0 0 0,1 1 0 0 0,-1 0 0 0 0,1 0 0 0 0,0 0 0 0 0,0 1 0 0 0,0-1 0 0 0,0 0 0 0 0,0 1 0 0 0,0-1-1 0 0,0 1 1 0 0,1 0 0 0 0,-1-1 0 0 0,1 1 0 0 0,-1 0 0 0 0,1 1 0 0 0,-1-1 0 0 0,1 0 0 0 0,-1 1 0 0 0,5-1 0 0 0,-5 1-4 0 0,0 1 0 0 0,0-1-1 0 0,0 1 1 0 0,0 0 0 0 0,0-1 0 0 0,0 1 0 0 0,-1 0 0 0 0,1 0 0 0 0,0 0 0 0 0,-1 0-1 0 0,1 1 1 0 0,0-1 0 0 0,-1 0 0 0 0,0 1 0 0 0,1-1 0 0 0,-1 1 0 0 0,0-1 0 0 0,1 3 0 0 0,23 37 92 0 0,-17-28 15 0 0,-2-2-94 0 0,2 0 1 0 0,-1-1-1 0 0,1 1 0 0 0,1-2 1 0 0,0 1-1 0 0,13 9 1 0 0,17 8-6595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07.2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1 375 3209 0 0,'5'-2'745'0'0,"-1"1"1"0"0,1-2-1 0 0,-1 1 1 0 0,0 0-1 0 0,1-1 1 0 0,-1 0 0 0 0,0 0-1 0 0,-1 0 1 0 0,1 0-1 0 0,0 0 1 0 0,-1-1-1 0 0,4-4 1 0 0,3-3 1033 0 0,2-1-1375 0 0,-1 0 0 0 0,0-1 0 0 0,-1-1 0 0 0,0 0-1 0 0,-1 0 1 0 0,0-1 0 0 0,-1 0 0 0 0,6-17 0 0 0,-11 25-275 0 0,-1 0 1 0 0,1-1-1 0 0,-1 1 1 0 0,-1 0 0 0 0,1-1-1 0 0,-1 0 1 0 0,-1 1 0 0 0,1-1-1 0 0,-1 1 1 0 0,0-1-1 0 0,-1 1 1 0 0,0-1 0 0 0,0 0-1 0 0,-1 1 1 0 0,0 0-1 0 0,0-1 1 0 0,-1 1 0 0 0,1 0-1 0 0,-2 0 1 0 0,-4-8-1 0 0,7 14-118 0 0,1 0-1 0 0,-1-1 0 0 0,0 1 0 0 0,0 0 0 0 0,0 0 0 0 0,1 0 0 0 0,-1-1 0 0 0,-1 1 0 0 0,1 0 0 0 0,0 0 1 0 0,0 1-1 0 0,0-1 0 0 0,0 0 0 0 0,-1 0 0 0 0,1 1 0 0 0,0-1 0 0 0,-1 0 0 0 0,1 1 0 0 0,0-1 0 0 0,-1 1 0 0 0,1 0 1 0 0,-3-1-1 0 0,3 2 16 0 0,0-1 0 0 0,-1 1 0 0 0,1-1 0 0 0,0 1 0 0 0,0-1 0 0 0,-1 1 0 0 0,1 0 0 0 0,0 0 0 0 0,0-1 0 0 0,0 1 0 0 0,0 0 0 0 0,0 0 0 0 0,0 0 0 0 0,0 0 0 0 0,1 0 0 0 0,-1 1 0 0 0,0-1 0 0 0,1 0 0 0 0,-2 1 0 0 0,-2 8 145 0 0,0 0-1 0 0,0 0 1 0 0,1 0 0 0 0,-3 17-1 0 0,5-20-146 0 0,0 0 0 0 0,0 0 1 0 0,1-1-1 0 0,0 1 0 0 0,0 0 0 0 0,0 0 0 0 0,1 0 0 0 0,0-1 0 0 0,1 1 0 0 0,-1 0 1 0 0,1-1-1 0 0,0 1 0 0 0,1-1 0 0 0,0 0 0 0 0,0 0 0 0 0,5 8 0 0 0,-3-7-18 0 0,0-1 0 0 0,1 0 0 0 0,-1 0-1 0 0,1 0 1 0 0,0-1 0 0 0,1 0 0 0 0,0 0-1 0 0,-1-1 1 0 0,1 0 0 0 0,1 0 0 0 0,-1 0-1 0 0,1-1 1 0 0,11 3 0 0 0,-1-1-552 0 0,0-2 0 0 0,0 0 0 0 0,0 0 0 0 0,25-2 0 0 0,-12 0-6838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3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282 166 4145 0 0,'-1'-8'563'0'0,"0"-1"1"0"0,0 1 0 0 0,0-1-1 0 0,-1 1 1 0 0,-1-1-1 0 0,1 1 1 0 0,-1 0 0 0 0,-1 0-1 0 0,1 0 1 0 0,-1 1-1 0 0,-1-1 1 0 0,1 1 0 0 0,-1 0-1 0 0,-1 0 1 0 0,-11-12-1 0 0,14 16-377 0 0,0 1 0 0 0,0-1 0 0 0,0 1 0 0 0,0 0-1 0 0,0-1 1 0 0,-1 1 0 0 0,1 1 0 0 0,-1-1-1 0 0,0 0 1 0 0,1 1 0 0 0,-1 0 0 0 0,0 0 0 0 0,0 0-1 0 0,0 0 1 0 0,1 1 0 0 0,-1 0 0 0 0,0-1-1 0 0,0 1 1 0 0,0 1 0 0 0,0-1 0 0 0,0 0 0 0 0,0 1-1 0 0,0 0 1 0 0,0 0 0 0 0,1 0 0 0 0,-1 1-1 0 0,0-1 1 0 0,1 1 0 0 0,-1 0 0 0 0,1-1 0 0 0,0 2-1 0 0,-1-1 1 0 0,1 0 0 0 0,0 1 0 0 0,0-1-1 0 0,-3 5 1 0 0,-2 2-130 0 0,-1 1 0 0 0,1 0 0 0 0,0 0 0 0 0,1 1 0 0 0,1 0 0 0 0,0 0 0 0 0,0 0 0 0 0,1 1 0 0 0,0 0 0 0 0,1 0 0 0 0,0 0 0 0 0,1 1 0 0 0,1-1 0 0 0,0 1 0 0 0,1 0 0 0 0,0 0 0 0 0,0-1 0 0 0,2 1 1 0 0,0 0-1 0 0,0 0 0 0 0,1-1 0 0 0,0 1 0 0 0,2-1 0 0 0,-1 1 0 0 0,1-1 0 0 0,1 0 0 0 0,0-1 0 0 0,1 1 0 0 0,0-1 0 0 0,1 0 0 0 0,0 0 0 0 0,0-1 0 0 0,1 0 0 0 0,15 14 0 0 0,-18-20-54 0 0,0 1 1 0 0,0-1 0 0 0,1 0 0 0 0,0-1-1 0 0,0 1 1 0 0,0-1 0 0 0,0 0-1 0 0,0-1 1 0 0,1 0 0 0 0,-1 0-1 0 0,1 0 1 0 0,-1 0 0 0 0,1-1 0 0 0,0 0-1 0 0,9-1 1 0 0,-11 0-28 0 0,0-1 1 0 0,0 0-1 0 0,0 0 1 0 0,0 0-1 0 0,0-1 1 0 0,0 1-1 0 0,0-1 1 0 0,-1 0-1 0 0,1-1 1 0 0,-1 1-1 0 0,1-1 1 0 0,-1 0-1 0 0,0 0 1 0 0,0 0-1 0 0,-1-1 1 0 0,1 1-1 0 0,-1-1 1 0 0,1 0-1 0 0,-1 0 1 0 0,0 0-1 0 0,3-7 1 0 0,29-63-1712 0 0,-30 61 663 0 0,6-11-5704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3.7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8434 0 0,'-3'7'8792'0'0,"22"93"-4281"0"0,8 1-3469 0 0,-20-80-1063 0 0,0 0-1 0 0,2 0 0 0 0,1-1 0 0 0,0 0 0 0 0,1-1 0 0 0,1 0 1 0 0,21 24-1 0 0,-32-41 10 0 0,0-1 1 0 0,0 1 0 0 0,1-1-1 0 0,-1 1 1 0 0,0-1-1 0 0,1 1 1 0 0,-1-1 0 0 0,1 0-1 0 0,-1 0 1 0 0,1 0-1 0 0,0 0 1 0 0,-1 0 0 0 0,1 0-1 0 0,0 0 1 0 0,0 0-1 0 0,-1-1 1 0 0,1 1 0 0 0,0-1-1 0 0,0 1 1 0 0,0-1-1 0 0,0 0 1 0 0,0 0 0 0 0,0 0-1 0 0,0 0 1 0 0,0 0-1 0 0,0 0 1 0 0,0 0 0 0 0,-1-1-1 0 0,4 0 1 0 0,-1-1-94 0 0,-1-1 0 0 0,0 1 1 0 0,0-1-1 0 0,0 1 0 0 0,-1-1 0 0 0,1 0 1 0 0,-1 0-1 0 0,1-1 0 0 0,-1 1 0 0 0,0 0 1 0 0,0-1-1 0 0,-1 1 0 0 0,3-8 0 0 0,11-30-841 0 0,13-59-1 0 0,0 0 2754 0 0,-26 109-1339 0 0,-1 0-1 0 0,1 0 1 0 0,1-1 0 0 0,3 10 0 0 0,2 7-272 0 0,-3-7-122 0 0,0 1 0 0 0,2-1 0 0 0,0 0 0 0 0,0-1 0 0 0,19 30 0 0 0,-21-40-207 0 0,1 1-1 0 0,0-2 1 0 0,0 1-1 0 0,0-1 1 0 0,1 0-1 0 0,0 0 1 0 0,0-1-1 0 0,0 1 1 0 0,1-2 0 0 0,0 1-1 0 0,0-1 1 0 0,0 0-1 0 0,0-1 1 0 0,13 4-1 0 0,16-1-3473 0 0,-20-6-3111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4.0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58 3225 0 0,'-2'-1'277'0'0,"1"0"-1"0"0,0 0 1 0 0,0 0 0 0 0,0 0 0 0 0,0 0 0 0 0,1 0-1 0 0,-1 0 1 0 0,0 0 0 0 0,0 0 0 0 0,1-1 0 0 0,-1 1 0 0 0,0 0-1 0 0,1 0 1 0 0,-1-1 0 0 0,1 1 0 0 0,0-1 0 0 0,-1 1-1 0 0,1 0 1 0 0,0-1 0 0 0,0 1 0 0 0,0-1 0 0 0,0 1 0 0 0,0-2-1 0 0,0 2-149 0 0,0 0 0 0 0,0 1 1 0 0,0-1-1 0 0,0 1 0 0 0,0-1 0 0 0,0 0 0 0 0,0 1 0 0 0,0-1 0 0 0,0 0 0 0 0,0 1 0 0 0,0-1 0 0 0,0 1 0 0 0,1-1 0 0 0,-1 0 0 0 0,0 1 0 0 0,0-1 0 0 0,1 1 0 0 0,-1-1 0 0 0,0 1 0 0 0,1-1 0 0 0,-1 1 1 0 0,1-1-1 0 0,-1 1 0 0 0,0-1 0 0 0,1 1 0 0 0,-1-1 0 0 0,1 1 0 0 0,-1 0 0 0 0,1-1 0 0 0,0 1 0 0 0,-1 0 0 0 0,1 0 0 0 0,-1-1 0 0 0,1 1 0 0 0,0 0 0 0 0,-1 0 0 0 0,1 0 0 0 0,-1 0 0 0 0,1-1 1 0 0,0 1-1 0 0,-1 0 0 0 0,1 0 0 0 0,0 0 0 0 0,-1 1 0 0 0,1-1 0 0 0,-1 0 0 0 0,1 0 0 0 0,0 0 0 0 0,-1 0 0 0 0,1 1 0 0 0,-1-1 0 0 0,2 1 0 0 0,15 9 303 0 0,1 2 0 0 0,-2 0 0 0 0,0 1 0 0 0,0 0-1 0 0,-1 2 1 0 0,-1 0 0 0 0,-1 0 0 0 0,0 1 0 0 0,21 34-1 0 0,-34-49-417 0 0,0-1 0 0 0,0 0 0 0 0,0 0 0 0 0,0 0 0 0 0,0 0 0 0 0,1 0 0 0 0,-1 0 0 0 0,0 0 0 0 0,0 0 0 0 0,0 0 0 0 0,0 0 0 0 0,0 0 0 0 0,0 0 0 0 0,0 0 0 0 0,0 1 0 0 0,1-1 0 0 0,-1 0 0 0 0,0 0 0 0 0,0 0 0 0 0,0 0 0 0 0,0 0 0 0 0,0 0 0 0 0,0 0 0 0 0,1 0 0 0 0,-1 0 0 0 0,0 0 0 0 0,0 0-1 0 0,0-1 1 0 0,0 1 0 0 0,0 0 0 0 0,0 0 0 0 0,0 0 0 0 0,1 0 0 0 0,-1 0 0 0 0,0 0 0 0 0,0 0 0 0 0,0 0 0 0 0,0 0 0 0 0,0 0 0 0 0,0 0 0 0 0,0 0 0 0 0,0 0 0 0 0,0-1 0 0 0,0 1 0 0 0,0 0 0 0 0,1 0 0 0 0,-1 0 0 0 0,0 0 0 0 0,0 0 0 0 0,0 0 0 0 0,0 0 0 0 0,0 0 0 0 0,0-1 0 0 0,0 1 0 0 0,0 0-1 0 0,0 0 1 0 0,0 0 0 0 0,0 0 0 0 0,0 0 0 0 0,0 0 0 0 0,0-1 0 0 0,4-15 217 0 0,3-31-388 0 0,-5 33 214 0 0,6-32-920 0 0,1 16-4439 0 0,1 4-1404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4.5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54 5985 0 0,'0'-1'280'0'0,"1"-1"0"0"0,0 0 0 0 0,-1 1-1 0 0,1-1 1 0 0,0 1 0 0 0,0 0 0 0 0,0-1 0 0 0,1 1-1 0 0,-1 0 1 0 0,0-1 0 0 0,0 1 0 0 0,1 0-1 0 0,-1 0 1 0 0,0 0 0 0 0,1 0 0 0 0,-1 1 0 0 0,1-1-1 0 0,0 0 1 0 0,-1 0 0 0 0,1 1 0 0 0,-1-1 0 0 0,1 1-1 0 0,0 0 1 0 0,-1-1 0 0 0,1 1 0 0 0,0 0-1 0 0,0 0 1 0 0,-1 0 0 0 0,1 0 0 0 0,0 0 0 0 0,0 0-1 0 0,-1 1 1 0 0,1-1 0 0 0,0 1 0 0 0,1 0-1 0 0,1 1 15 0 0,0 0-1 0 0,0 0 1 0 0,-1 0-1 0 0,1 0 0 0 0,-1 1 1 0 0,1-1-1 0 0,-1 1 0 0 0,0 0 1 0 0,0 0-1 0 0,0 1 0 0 0,0-1 1 0 0,-1 0-1 0 0,3 6 0 0 0,13 25 492 0 0,20 60 0 0 0,-24-55-433 0 0,20 37-1 0 0,-19-51-17 0 0,-10-24-60 0 0,-5-16-89 0 0,-2-6-265 0 0,2 0 0 0 0,0 1-1 0 0,1-1 1 0 0,1 0 0 0 0,1 1-1 0 0,1-1 1 0 0,1 1 0 0 0,1 0 0 0 0,0 0-1 0 0,2 1 1 0 0,0 0 0 0 0,1 0-1 0 0,15-22 1 0 0,-8 17-957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5.1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10 230 6913 0 0,'-1'2'100'0'0,"-8"27"495"0"0,9-29-561 0 0,0 0 0 0 0,0 1 0 0 0,0-1 0 0 0,0 0 0 0 0,0 1 0 0 0,0-1 0 0 0,0 0 0 0 0,0 1 0 0 0,0-1 0 0 0,0 0 0 0 0,1 1 0 0 0,-1-1 0 0 0,0 1-1 0 0,0-1 1 0 0,0 0 0 0 0,0 0 0 0 0,1 1 0 0 0,-1-1 0 0 0,0 0 0 0 0,0 1 0 0 0,0-1 0 0 0,1 0 0 0 0,-1 0 0 0 0,0 1 0 0 0,1-1 0 0 0,-1 0 0 0 0,1 1-1 0 0,16-4 2546 0 0,-11 0-2069 0 0,-1-1-1 0 0,0 1 1 0 0,0-1-1 0 0,0 0 1 0 0,-1 0-1 0 0,1 0 1 0 0,-1-1 0 0 0,0 1-1 0 0,0-1 1 0 0,0 0-1 0 0,-1 0 1 0 0,4-9-1 0 0,3-5 59 0 0,-1 0 0 0 0,8-26-1 0 0,-17 44-557 0 0,16-57 733 0 0,-15 54-718 0 0,0 1 0 0 0,-1-1 0 0 0,1 0 0 0 0,-1 0 0 0 0,0 1 0 0 0,0-1 0 0 0,0 0 0 0 0,-1 0 0 0 0,1 1 0 0 0,-1-1 0 0 0,0 0 0 0 0,0 1 0 0 0,-2-6 0 0 0,3 9-31 0 0,-1 0 0 0 0,1-1 0 0 0,0 1 0 0 0,0 0 0 0 0,0 0 0 0 0,0 0 0 0 0,0 0 0 0 0,0-1 0 0 0,0 1 0 0 0,0 0 0 0 0,0 0 0 0 0,-1 0 0 0 0,1 0 0 0 0,0 0 0 0 0,0 0 0 0 0,0 0 0 0 0,0-1 0 0 0,0 1 0 0 0,-1 0 0 0 0,1 0 0 0 0,0 0 0 0 0,0 0 0 0 0,0 0 0 0 0,0 0 0 0 0,-1 0 0 0 0,1 0 0 0 0,0 0 0 0 0,0 0 0 0 0,0 0 0 0 0,0 0 0 0 0,-1 0 0 0 0,1 0 0 0 0,0 0 0 0 0,0 0 0 0 0,0 0 0 0 0,0 0 0 0 0,-1 0 0 0 0,1 0 0 0 0,0 0 0 0 0,0 0 0 0 0,0 0 0 0 0,0 0 0 0 0,0 1 0 0 0,-1-1 0 0 0,1 0 0 0 0,0 0 0 0 0,0 0 0 0 0,0 0-1 0 0,0 0 1 0 0,0 0 0 0 0,0 1 0 0 0,-1-1 0 0 0,1 0 0 0 0,-7 14-252 0 0,-1 17-155 0 0,5-12 329 0 0,1 0 0 0 0,1 1 1 0 0,0-1-1 0 0,5 34 0 0 0,-3-46 57 0 0,0 0-1 0 0,0 0 1 0 0,1 0-1 0 0,1 0 0 0 0,-1 0 1 0 0,1-1-1 0 0,4 8 1 0 0,-5-11 21 0 0,0 0 0 0 0,0 0 0 0 0,1 0 0 0 0,-1 0 0 0 0,1-1 0 0 0,-1 1 0 0 0,1-1 0 0 0,0 0 0 0 0,0 0 0 0 0,0 0 0 0 0,0 0 0 0 0,0 0 0 0 0,0 0 0 0 0,0-1 0 0 0,5 2 0 0 0,-5-3 2 0 0,1 1-1 0 0,0 0 1 0 0,-1-1 0 0 0,1 0-1 0 0,-1 0 1 0 0,1 0-1 0 0,0 0 1 0 0,-1-1 0 0 0,1 1-1 0 0,-1-1 1 0 0,1 0 0 0 0,-1 0-1 0 0,1 0 1 0 0,-1 0-1 0 0,1-1 1 0 0,-1 0 0 0 0,0 1-1 0 0,0-1 1 0 0,0 0 0 0 0,0 0-1 0 0,0-1 1 0 0,4-3 0 0 0,6-8-41 0 0,-1 0 0 0 0,0 0 0 0 0,13-23 0 0 0,9-10-27 0 0,-33 46 105 0 0,-1 0 0 0 0,1 1 0 0 0,0-1 0 0 0,-1 0-1 0 0,1 0 1 0 0,0 1 0 0 0,-1-1 0 0 0,1 0 0 0 0,0 1 0 0 0,0-1 0 0 0,-1 1 0 0 0,1-1 0 0 0,0 1 0 0 0,0-1 0 0 0,0 1-1 0 0,0 0 1 0 0,0-1 0 0 0,0 1 0 0 0,0 0 0 0 0,0 0 0 0 0,0 0 0 0 0,0 0 0 0 0,0 0 0 0 0,-1 0 0 0 0,1 0-1 0 0,0 0 1 0 0,0 0 0 0 0,0 0 0 0 0,0 0 0 0 0,0 1 0 0 0,0-1 0 0 0,0 0 0 0 0,0 1 0 0 0,0-1 0 0 0,0 0 0 0 0,-1 1-1 0 0,1 0 1 0 0,0-1 0 0 0,0 1 0 0 0,0-1 0 0 0,-1 1 0 0 0,1 0 0 0 0,0 0 0 0 0,4 5 349 0 0,0 1 0 0 0,-1-1 0 0 0,0 1 0 0 0,5 13 0 0 0,4 5-150 0 0,14 25-179 0 0,-24-41-48 0 0,2 0 1 0 0,-1 0 0 0 0,2 0 0 0 0,-1 0-1 0 0,1-1 1 0 0,0 0 0 0 0,14 15 0 0 0,-19-22-14 0 0,0-1 1 0 0,-1 1-1 0 0,1-1 1 0 0,0 1-1 0 0,0-1 1 0 0,-1 1-1 0 0,1-1 1 0 0,0 0-1 0 0,0 1 1 0 0,0-1-1 0 0,-1 0 1 0 0,1 0-1 0 0,0 0 1 0 0,0 1-1 0 0,0-1 1 0 0,0 0-1 0 0,-1 0 1 0 0,1 0-1 0 0,0 0 1 0 0,0 0-1 0 0,0-1 0 0 0,0 1 1 0 0,0 0-1 0 0,-1 0 1 0 0,1 0-1 0 0,0-1 1 0 0,0 1-1 0 0,1-1 1 0 0,0-1-38 0 0,0 0-1 0 0,0 1 1 0 0,-1-1 0 0 0,1 0-1 0 0,0 0 1 0 0,-1 0 0 0 0,0 0-1 0 0,1 0 1 0 0,-1 0 0 0 0,1-3-1 0 0,3-8-257 0 0,0 0 0 0 0,5-24 0 0 0,-10 34 275 0 0,4-13-217 0 0,12-45 181 0 0,-15 57 201 0 0,1-1-1 0 0,0 0 0 0 0,1 0 0 0 0,-1 1 0 0 0,1-1 1 0 0,0 1-1 0 0,0 0 0 0 0,0 0 0 0 0,6-6 1 0 0,-9 10-127 0 0,1 0 1 0 0,-1-1 0 0 0,1 1-1 0 0,0-1 1 0 0,-1 1 0 0 0,1 0-1 0 0,0 0 1 0 0,-1-1 0 0 0,1 1 0 0 0,0 0-1 0 0,-1 0 1 0 0,1 0 0 0 0,0 0-1 0 0,-1 0 1 0 0,1 0 0 0 0,0 0-1 0 0,0 0 1 0 0,-1 0 0 0 0,1 0 0 0 0,0 0-1 0 0,-1 0 1 0 0,1 1 0 0 0,0-1-1 0 0,-1 0 1 0 0,1 0 0 0 0,0 1-1 0 0,-1-1 1 0 0,1 0 0 0 0,-1 1-1 0 0,1-1 1 0 0,-1 1 0 0 0,1-1 0 0 0,-1 1-1 0 0,1-1 1 0 0,-1 1 0 0 0,1-1-1 0 0,-1 1 1 0 0,1 0 0 0 0,-1-1-1 0 0,0 1 1 0 0,1-1 0 0 0,-1 1-1 0 0,0 0 1 0 0,0-1 0 0 0,1 1 0 0 0,-1 1-1 0 0,15 39 509 0 0,-12-32-468 0 0,-2-5-50 0 0,2 6-344 0 0,0 0 0 0 0,1-1 0 0 0,0 1 0 0 0,1-1 0 0 0,0 0 0 0 0,0 0 0 0 0,13 15 0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5.4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39 10594 0 0,'0'-2'313'0'0,"0"0"1"0"0,0 0-1 0 0,1 0 0 0 0,-1 0 0 0 0,0 0 0 0 0,1 0 1 0 0,-1 0-1 0 0,1 0 0 0 0,0 1 0 0 0,-1-1 0 0 0,1 0 1 0 0,0 0-1 0 0,0 0 0 0 0,0 1 0 0 0,1-1 0 0 0,-1 0 1 0 0,2-1-1 0 0,-2 3-186 0 0,-1-1 0 0 0,1 1 0 0 0,0-1 0 0 0,0 1 1 0 0,0 0-1 0 0,0-1 0 0 0,0 1 0 0 0,0 0 0 0 0,0 0 0 0 0,0 0 1 0 0,0 0-1 0 0,-1 0 0 0 0,1 0 0 0 0,0 0 0 0 0,0 0 0 0 0,0 0 1 0 0,0 0-1 0 0,0 1 0 0 0,0-1 0 0 0,0 0 0 0 0,0 0 0 0 0,0 1 1 0 0,-1-1-1 0 0,1 1 0 0 0,0-1 0 0 0,0 1 0 0 0,0-1 0 0 0,-1 1 1 0 0,1 0-1 0 0,0-1 0 0 0,-1 1 0 0 0,1 0 0 0 0,0-1 0 0 0,-1 1 1 0 0,1 0-1 0 0,-1 0 0 0 0,1 0 0 0 0,0 0 0 0 0,21 33 352 0 0,-1 0-1 0 0,-2 2 1 0 0,-1 0 0 0 0,17 51-1 0 0,23 46-465 0 0,63 66-940 0 0,-95-160-1204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5.6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0 174 8290 0 0,'4'-2'736'0'0,"0"-1"-584"0"0,2 0-152 0 0,-2-1 0 0 0,1 1 640 0 0,2-1 96 0 0,5-3 16 0 0,8-5 9 0 0,7-3-225 0 0,4-4-48 0 0,3 1-8 0 0,-2 2 0 0 0,1-1-480 0 0,-1 4-160 0 0,4-2 0 0 0,0 2 0 0 0,2 4 160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6.1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 6913 0 0,'-10'5'7000'0'0,"10"-4"-6720"0"0,-3 14 3155 0 0,9 18-1550 0 0,-5-27-1155 0 0,29 108 1841 0 0,8-3-4159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6.2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14747 0 0,'-11'0'648'0'0,"4"0"144"0"0,3 1-632 0 0,2-1-160 0 0,0 0 417 0 0,2 1 47 0 0,0 1 16 0 0,2-1 0 0 0,0 1-480 0 0,4-1-72 0 0,2-1-24 0 0,3 0-8 0 0,3-1-1825 0 0,2 1-367 0 0,2-2-73 0 0,1 5-7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6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98 5529 0 0,'1'-2'213'0'0,"1"0"0"0"0,0 0 1 0 0,-1 0-1 0 0,1 1 0 0 0,0-1 0 0 0,0 1 0 0 0,0-1 0 0 0,0 1 1 0 0,0 0-1 0 0,0 0 0 0 0,0 0 0 0 0,0 0 0 0 0,1 0 0 0 0,-1 0 0 0 0,0 0 1 0 0,0 1-1 0 0,1-1 0 0 0,-1 1 0 0 0,1 0 0 0 0,-1 0 0 0 0,0 0 0 0 0,1 0 1 0 0,-1 0-1 0 0,1 0 0 0 0,-1 1 0 0 0,0-1 0 0 0,1 1 0 0 0,-1-1 0 0 0,0 1 1 0 0,1 0-1 0 0,3 2 0 0 0,0 0 99 0 0,-1 0 1 0 0,1 1-1 0 0,-1 0 0 0 0,1 0 1 0 0,-1 0-1 0 0,0 0 1 0 0,-1 1-1 0 0,1 0 0 0 0,-1 0 1 0 0,6 8-1 0 0,15 36 1087 0 0,-20-38-1193 0 0,0 0 0 0 0,1 0 0 0 0,0-1 0 0 0,0 0 1 0 0,1 0-1 0 0,13 14 0 0 0,-19-23-208 0 0,-1-1 0 0 0,1 1 1 0 0,0-1-1 0 0,-1 0 0 0 0,1 1 0 0 0,0-1 0 0 0,-1 0 1 0 0,1 1-1 0 0,0-1 0 0 0,-1 0 0 0 0,1 0 1 0 0,0 0-1 0 0,0 1 0 0 0,-1-1 0 0 0,1 0 0 0 0,0 0 1 0 0,0 0-1 0 0,-1 0 0 0 0,1 0 0 0 0,0 0 0 0 0,0-1 1 0 0,-1 1-1 0 0,1 0 0 0 0,0 0 0 0 0,-1-1 1 0 0,1 1-1 0 0,0 0 0 0 0,0-1 0 0 0,-1 1 0 0 0,1 0 1 0 0,-1-1-1 0 0,1 1 0 0 0,0-1 0 0 0,-1 1 1 0 0,1-1-1 0 0,-1 1 0 0 0,1-1 0 0 0,-1 0 0 0 0,0 1 1 0 0,1-1-1 0 0,-1 1 0 0 0,1-1 0 0 0,-1 0 0 0 0,0 0 1 0 0,0 1-1 0 0,1-2 0 0 0,15-41-24 0 0,-13 33-35 0 0,-1 5 58 0 0,38-98-89 0 0,-35 93 128 0 0,0 0 1 0 0,1 0-1 0 0,-1 1 1 0 0,2 0 0 0 0,-1 0-1 0 0,2 0 1 0 0,14-13 0 0 0,-21 20 1 0 0,0 1 1 0 0,0 0 0 0 0,1 0-1 0 0,-1 0 1 0 0,1 0-1 0 0,-1 0 1 0 0,1 0 0 0 0,0 0-1 0 0,-1 0 1 0 0,1 1 0 0 0,0-1-1 0 0,-1 1 1 0 0,1-1-1 0 0,0 1 1 0 0,0 0 0 0 0,-1-1-1 0 0,1 1 1 0 0,0 0 0 0 0,0 0-1 0 0,0 0 1 0 0,0 1-1 0 0,-1-1 1 0 0,1 0 0 0 0,0 1-1 0 0,0-1 1 0 0,-1 1 0 0 0,1-1-1 0 0,0 1 1 0 0,-1 0-1 0 0,1 0 1 0 0,-1 0 0 0 0,1 0-1 0 0,-1 0 1 0 0,3 2 0 0 0,3 5 63 0 0,0 0 1 0 0,-1 0-1 0 0,0 0 1 0 0,0 1 0 0 0,5 12-1 0 0,18 25-1065 0 0,4-18-1684 0 0,-14-11-3595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7.3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13 6913 0 0,'-2'-2'348'0'0,"-1"1"-1"0"0,1-1 0 0 0,-1 1 0 0 0,0 0 1 0 0,1 0-1 0 0,-1 0 0 0 0,0 0 0 0 0,0 0 1 0 0,0 1-1 0 0,1-1 0 0 0,-1 1 0 0 0,0 0 1 0 0,0 0-1 0 0,0 0 0 0 0,0 0 0 0 0,0 0 1 0 0,-5 2-1 0 0,3-1-12 0 0,0 1-1 0 0,1 0 1 0 0,-1 0 0 0 0,1 0 0 0 0,0 1-1 0 0,-1-1 1 0 0,1 1 0 0 0,0 0 0 0 0,-6 7-1 0 0,1-1 40 0 0,1 1 0 0 0,0 0 0 0 0,0 1-1 0 0,1-1 1 0 0,1 2 0 0 0,-1-1 0 0 0,-5 18 0 0 0,9-22-314 0 0,0 1 1 0 0,1 0 0 0 0,0 0 0 0 0,1 0 0 0 0,0 0 0 0 0,0 0 0 0 0,1 0 0 0 0,0 0 0 0 0,1 15-1 0 0,0-20-61 0 0,-1-1 1 0 0,1 1-1 0 0,0-1 0 0 0,0 1 0 0 0,0-1 0 0 0,0 1 0 0 0,0-1 0 0 0,0 0 0 0 0,1 0 0 0 0,-1 1 1 0 0,1-1-1 0 0,0 0 0 0 0,-1 0 0 0 0,1-1 0 0 0,0 1 0 0 0,0 0 0 0 0,0-1 0 0 0,0 1 0 0 0,0-1 0 0 0,1 1 1 0 0,-1-1-1 0 0,0 0 0 0 0,1 0 0 0 0,-1 0 0 0 0,1 0 0 0 0,-1-1 0 0 0,1 1 0 0 0,-1-1 0 0 0,1 1 0 0 0,0-1 1 0 0,-1 0-1 0 0,1 0 0 0 0,-1 0 0 0 0,4-1 0 0 0,3 1-49 0 0,0-1 0 0 0,-1 0 1 0 0,1-1-1 0 0,-1 0 0 0 0,0 0 0 0 0,1-1 0 0 0,-1 0 1 0 0,0-1-1 0 0,-1 0 0 0 0,1 0 0 0 0,-1 0 0 0 0,1-1 1 0 0,-1 0-1 0 0,-1 0 0 0 0,1-1 0 0 0,-1 0 0 0 0,7-8 1 0 0,5-10-300 0 0,-1 0 1 0 0,0-1 0 0 0,20-45 0 0 0,-21 40 509 0 0,-15 28-44 0 0,-1 0 1 0 0,1 0 0 0 0,0 1 0 0 0,0-1 0 0 0,0 0 0 0 0,1 0 0 0 0,-1 1 0 0 0,0-1 0 0 0,1 1 0 0 0,-1-1 0 0 0,1 1 0 0 0,-1-1 0 0 0,1 1 0 0 0,0 0 0 0 0,-1 0 0 0 0,1 0 0 0 0,0 0 0 0 0,2-1 0 0 0,-3 3-44 0 0,1-1 1 0 0,-1 0-1 0 0,0 1 1 0 0,1-1-1 0 0,-1 1 1 0 0,0-1-1 0 0,0 1 1 0 0,0 0-1 0 0,1-1 1 0 0,-1 1-1 0 0,0 0 1 0 0,0 0-1 0 0,0 0 1 0 0,0 0-1 0 0,0 0 1 0 0,0 0-1 0 0,-1 0 1 0 0,1 0-1 0 0,0 0 1 0 0,0 1-1 0 0,-1-1 1 0 0,1 0 0 0 0,-1 0-1 0 0,1 1 1 0 0,-1-1-1 0 0,0 0 1 0 0,1 3-1 0 0,16 44 218 0 0,-7-20-102 0 0,18 38 0 0 0,-24-58-187 0 0,0 0 1 0 0,1-1-1 0 0,0 1 1 0 0,1-1-1 0 0,0 0 1 0 0,0 0-1 0 0,0-1 0 0 0,15 12 1 0 0,-20-17-81 0 0,0 0 1 0 0,0-1-1 0 0,1 1 1 0 0,-1 0-1 0 0,0 0 1 0 0,1-1-1 0 0,-1 1 1 0 0,0-1-1 0 0,1 1 0 0 0,-1-1 1 0 0,1 1-1 0 0,-1-1 1 0 0,1 0-1 0 0,-1 0 1 0 0,1 0-1 0 0,-1 0 1 0 0,1 0-1 0 0,-1 0 0 0 0,1 0 1 0 0,-1 0-1 0 0,1-1 1 0 0,-1 1-1 0 0,1-1 1 0 0,1 0-1 0 0,6-5-626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7.8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 5985 0 0,'0'-6'13629'0'0,"0"17"-14576"0"0,-1 20 1524 0 0,1 1 1 0 0,2-1 0 0 0,1 0 0 0 0,8 36 0 0 0,36 120 26 0 0,-46-183-567 0 0,10 34-94 0 0,1 0 1 0 0,2-1 0 0 0,2-1 0 0 0,31 54-1 0 0,-41-81-1691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8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27 16588 0 0,'2'-1'1472'0'0,"-1"-2"-1176"0"0,0 1-232 0 0,1 1-64 0 0,-1 1 0 0 0,0-1 0 0 0,3-2 0 0 0,2-1-64 0 0,2 0-864 0 0,2 0-177 0 0,-1 1-31 0 0,1 3-8 0 0,-2 3 952 0 0,-1 2 192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9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0 247 11979 0 0,'30'-14'2396'0'0,"-22"10"-1677"0"0,0 0 1 0 0,-1 1-1 0 0,1 0 1 0 0,1 0-1 0 0,14-3 0 0 0,-20 6-635 0 0,0 0-1 0 0,-1 0 1 0 0,1 0-1 0 0,-1 0 1 0 0,1 0-1 0 0,0 1 1 0 0,-1-1-1 0 0,1 1 1 0 0,-1 0-1 0 0,0 0 1 0 0,1 0-1 0 0,-1 0 1 0 0,0 0-1 0 0,1 0 1 0 0,-1 1-1 0 0,0-1 1 0 0,0 1-1 0 0,0 0 1 0 0,0-1 0 0 0,0 1-1 0 0,-1 0 1 0 0,1 0-1 0 0,0 0 1 0 0,1 3-1 0 0,57 78 421 0 0,-61-99 89 0 0,0 1-1 0 0,3-20 1 0 0,0 7-558 0 0,2 1 1 0 0,0 0-1 0 0,2 0 0 0 0,11-32 0 0 0,13-7-6800 0 0,-18 45-321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19.8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144 15 10594 0 0,'-2'-1'145'0'0,"1"0"-1"0"0,-1-1 1 0 0,1 1-1 0 0,-1 0 0 0 0,0 0 1 0 0,0 0-1 0 0,1 0 1 0 0,-1 0-1 0 0,0 0 1 0 0,0 0-1 0 0,0 1 0 0 0,0-1 1 0 0,0 0-1 0 0,0 1 1 0 0,0 0-1 0 0,0 0 1 0 0,0 0-1 0 0,-1 0 1 0 0,1 0-1 0 0,0 0 0 0 0,0 0 1 0 0,0 0-1 0 0,0 1 1 0 0,0-1-1 0 0,0 1 1 0 0,0 0-1 0 0,0-1 0 0 0,0 1 1 0 0,1 0-1 0 0,-1 0 1 0 0,0 0-1 0 0,-3 3 1 0 0,-2 3-38 0 0,1-1 0 0 0,0 1 1 0 0,0 1-1 0 0,1-1 0 0 0,-1 1 1 0 0,2 0-1 0 0,-1 1 0 0 0,1-1 0 0 0,0 1 1 0 0,1-1-1 0 0,-3 10 0 0 0,2-3 25 0 0,1 0 0 0 0,0 0 0 0 0,0 0 0 0 0,2 1 0 0 0,0 29 0 0 0,1-40-113 0 0,1 1 1 0 0,-1-1-1 0 0,1 0 1 0 0,0 0-1 0 0,1 0 0 0 0,-1-1 1 0 0,1 1-1 0 0,0 0 1 0 0,1-1-1 0 0,-1 1 1 0 0,1-1-1 0 0,-1 1 1 0 0,1-1-1 0 0,1 0 1 0 0,-1 0-1 0 0,0-1 1 0 0,1 1-1 0 0,0-1 1 0 0,8 6-1 0 0,-8-7-27 0 0,-1 0 0 0 0,1 0 0 0 0,0 0 0 0 0,0-1 1 0 0,0 0-1 0 0,0 0 0 0 0,1 0 0 0 0,-1 0 0 0 0,0 0 0 0 0,0-1 0 0 0,1 0 0 0 0,-1 0 0 0 0,0 0 1 0 0,0-1-1 0 0,1 1 0 0 0,-1-1 0 0 0,0 0 0 0 0,0 0 0 0 0,0-1 0 0 0,0 1 0 0 0,0-1 0 0 0,0 0 1 0 0,0 0-1 0 0,3-2 0 0 0,6-6 73 0 0,0 0 1 0 0,-1-1 0 0 0,0 0-1 0 0,-1-1 1 0 0,0 0 0 0 0,-1-1-1 0 0,0 0 1 0 0,-1-1 0 0 0,11-22-1 0 0,12-15 1242 0 0,-32 50-1221 0 0,1-1 1 0 0,0 1-1 0 0,-1 0 1 0 0,1 0-1 0 0,0 0 1 0 0,0 0-1 0 0,0 1 0 0 0,-1-1 1 0 0,1 0-1 0 0,0 0 1 0 0,0 0-1 0 0,0 1 1 0 0,0-1-1 0 0,1 0 1 0 0,-1 1-1 0 0,0-1 1 0 0,0 1-1 0 0,1-1 0 0 0,-1 1-44 0 0,0 0-1 0 0,0 0 1 0 0,-1 1-1 0 0,1-1 0 0 0,0 0 1 0 0,-1 0-1 0 0,1 1 1 0 0,0-1-1 0 0,-1 0 1 0 0,1 1-1 0 0,0-1 0 0 0,-1 0 1 0 0,1 1-1 0 0,-1-1 1 0 0,1 1-1 0 0,-1-1 0 0 0,1 1 1 0 0,-1-1-1 0 0,1 1 1 0 0,-1 0-1 0 0,1-1 0 0 0,0 2 1 0 0,2 6 78 0 0,1 0 0 0 0,-1 0 0 0 0,0 1 1 0 0,2 10-1 0 0,0 1-90 0 0,-1-10-17 0 0,0-1 1 0 0,1 0-1 0 0,0 0 1 0 0,0-1 0 0 0,1 1-1 0 0,0-1 1 0 0,12 12-1 0 0,-14-17-19 0 0,-1 1 0 0 0,1-1 0 0 0,0 0 0 0 0,0 0 0 0 0,0 0 0 0 0,0 0 0 0 0,0-1 0 0 0,0 1 0 0 0,1-1 0 0 0,0-1 0 0 0,-1 1 0 0 0,1 0 0 0 0,0-1 0 0 0,0 0 0 0 0,-1 0 0 0 0,1-1 0 0 0,9 1 0 0 0,-11-2 2 0 0,0 1 0 0 0,-1-1-1 0 0,1 0 1 0 0,-1 0 0 0 0,0 0 0 0 0,1-1 0 0 0,-1 1 0 0 0,0-1 0 0 0,0 1 0 0 0,0-1-1 0 0,0 0 1 0 0,0 1 0 0 0,0-1 0 0 0,0 0 0 0 0,-1 0 0 0 0,3-4 0 0 0,25-41 15 0 0,-23 34-16 0 0,6-8 3 0 0,-6 9 44 0 0,0 0-1 0 0,1 1 1 0 0,0-1 0 0 0,1 1-1 0 0,17-18 1 0 0,-24 29-38 0 0,0-1-1 0 0,-1 1 1 0 0,1-1 0 0 0,-1 1 0 0 0,1 0-1 0 0,-1-1 1 0 0,1 1 0 0 0,0 0 0 0 0,-1 0-1 0 0,1-1 1 0 0,0 1 0 0 0,-1 0 0 0 0,1 0-1 0 0,0 0 1 0 0,-1 0 0 0 0,1 0 0 0 0,0 0-1 0 0,-1 0 1 0 0,1 0 0 0 0,0 0 0 0 0,-1 0-1 0 0,1 0 1 0 0,0 0 0 0 0,-1 1 0 0 0,1-1-1 0 0,0 0 1 0 0,-1 0 0 0 0,1 1-1 0 0,-1-1 1 0 0,1 0 0 0 0,0 1 0 0 0,-1-1-1 0 0,1 1 1 0 0,-1-1 0 0 0,1 1 0 0 0,-1-1-1 0 0,1 1 1 0 0,-1-1 0 0 0,1 1 0 0 0,18 30 27 0 0,-10-15-36 0 0,-5-11 30 0 0,1 0 0 0 0,-1 0 1 0 0,1 0-1 0 0,0-1 0 0 0,1 0 0 0 0,10 7 0 0 0,-11-9-465 0 0,1 1-1 0 0,-1 0 0 0 0,1-1 0 0 0,0 0 1 0 0,0 0-1 0 0,0-1 0 0 0,9 2 0 0 0,-11-3 80 0 0,0 0-1 0 0,-1 0 1 0 0,1 0-1 0 0,0 0 1 0 0,0 0-1 0 0,0-1 1 0 0,0 1 0 0 0,-1-1-1 0 0,1 0 1 0 0,0-1-1 0 0,-1 1 1 0 0,1-1-1 0 0,-1 1 1 0 0,1-1-1 0 0,-1 0 1 0 0,0 0-1 0 0,0 0 1 0 0,0-1-1 0 0,0 1 1 0 0,0-1-1 0 0,0 0 1 0 0,-1 0-1 0 0,1 0 1 0 0,-1 0 0 0 0,0 0-1 0 0,0 0 1 0 0,0 0-1 0 0,1-5 1 0 0,5-14 1856 0 0,8-20 3627 0 0,-15 40-4906 0 0,-1 1-1 0 0,1 0 1 0 0,0 0-1 0 0,0 0 1 0 0,-1 0-1 0 0,1 0 0 0 0,0 0 1 0 0,0 0-1 0 0,0 0 1 0 0,0 0-1 0 0,0 0 1 0 0,0 0-1 0 0,0 0 1 0 0,1 1-1 0 0,-1-1 0 0 0,0 0 1 0 0,0 1-1 0 0,1-1 1 0 0,-1 1-1 0 0,0-1 1 0 0,1 1-1 0 0,-1 0 1 0 0,0 0-1 0 0,1 0 0 0 0,-1-1 1 0 0,2 2-1 0 0,-2-1-134 0 0,1 1-1 0 0,-1-1 1 0 0,0 1 0 0 0,0-1-1 0 0,0 1 1 0 0,0 0-1 0 0,0 0 1 0 0,0-1-1 0 0,0 1 1 0 0,0 0-1 0 0,0 0 1 0 0,0 0-1 0 0,-1 0 1 0 0,1 0-1 0 0,0 1 1 0 0,0-1 0 0 0,-1 0-1 0 0,1 0 1 0 0,-1 0-1 0 0,1 0 1 0 0,-1 3-1 0 0,10 33-478 0 0,-6-22 493 0 0,-3-9-218 0 0,1 0 0 0 0,0-1 1 0 0,0 0-1 0 0,0 1 0 0 0,1-1 0 0 0,-1 0 1 0 0,1 0-1 0 0,0 0 0 0 0,1-1 1 0 0,-1 1-1 0 0,5 4 0 0 0,1-2-555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0.0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10 14747 0 0,'-4'-2'648'0'0,"1"1"144"0"0,2 0-632 0 0,-1 1-160 0 0,2-2 0 0 0,0 1 417 0 0,2-1-201 0 0,-2 1 0 0 0,2 1-440 0 0,11 33-6850 0 0,-8-15 3489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0.2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10138 0 0,'10'22'3358'0'0,"-1"1"0"0"0,8 29 0 0 0,10 57 450 0 0,17 59-4285 0 0,-37-150 449 0 0,0 0 0 0 0,1 0 0 0 0,1-1 0 0 0,0 0-1 0 0,2-1 1 0 0,21 28 0 0 0,-17-28-481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0.4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71 11979 0 0,'0'-1'54'0'0,"-1"1"0"0"0,1 0 0 0 0,-1 0 0 0 0,1 0 0 0 0,-1-1 0 0 0,1 1 1 0 0,0 0-1 0 0,-1-1 0 0 0,1 1 0 0 0,-1 0 0 0 0,1-1 0 0 0,-1 1 0 0 0,1 0 0 0 0,0-1 1 0 0,-1 1-1 0 0,1-1 0 0 0,0 1 0 0 0,0-1 0 0 0,-1 1 0 0 0,1-1 0 0 0,0 1 1 0 0,0-1-1 0 0,0 1 0 0 0,-1-1 0 0 0,1 1 0 0 0,0-1 0 0 0,0 1 0 0 0,0-1 0 0 0,0 1 1 0 0,0-1-1 0 0,0 1 0 0 0,0-1 0 0 0,0 1 0 0 0,0-1 0 0 0,0 0 0 0 0,1 1 1 0 0,-1-1-1 0 0,0 1 0 0 0,0-1 0 0 0,0 1 0 0 0,1-1 0 0 0,-1 0 0 0 0,24-9 2148 0 0,-18 8-1949 0 0,29-8 946 0 0,73-9-1 0 0,-77 14-1229 0 0,-5 1-36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0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8434 0 0,'0'2'184'0'0,"0"0"264"0"0,-1-2-200 0 0,1 1-248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1.5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365 81 10594 0 0,'0'-3'291'0'0,"-1"0"0"0"0,0-1 0 0 0,0 1 0 0 0,0 0 0 0 0,0 0 0 0 0,0 0 0 0 0,-1 0 0 0 0,1 0 0 0 0,-1 0 0 0 0,0 0 1 0 0,0 1-1 0 0,0-1 0 0 0,0 1 0 0 0,-1-1 0 0 0,1 1 0 0 0,-6-4 0 0 0,4 2 6 0 0,0 1 1 0 0,0 0-1 0 0,-1 0 1 0 0,1 1-1 0 0,-1-1 1 0 0,0 1-1 0 0,0 0 1 0 0,1 0 0 0 0,-1 1-1 0 0,-8-2 1 0 0,9 3-171 0 0,0 0-1 0 0,0 0 1 0 0,0 1 0 0 0,1 0 0 0 0,-1-1 0 0 0,0 1 0 0 0,0 0 0 0 0,1 1-1 0 0,-1-1 1 0 0,0 1 0 0 0,1 0 0 0 0,0 0 0 0 0,-1 0 0 0 0,1 0 0 0 0,0 0-1 0 0,0 1 1 0 0,0-1 0 0 0,0 1 0 0 0,1 0 0 0 0,-1 0 0 0 0,1 0 0 0 0,-1 0-1 0 0,-1 5 1 0 0,-6 8 41 0 0,0 2 0 0 0,2-1 0 0 0,-9 26-1 0 0,13-34-100 0 0,-27 75 41 0 0,3 1 1 0 0,4 1 0 0 0,4 2-1 0 0,4 0 1 0 0,4 0-1 0 0,-2 131 1 0 0,15-185-69 0 0,2-1 1 0 0,1 1-1 0 0,1 0 0 0 0,2-1 0 0 0,2 0 1 0 0,0-1-1 0 0,3 0 0 0 0,0 0 1 0 0,2-1-1 0 0,25 40 0 0 0,-16-36 31 0 0,1-1-1 0 0,1-1 1 0 0,3-1-1 0 0,0-2 1 0 0,2 0-1 0 0,1-3 1 0 0,1 0-1 0 0,37 23 1 0 0,-13-14 221 0 0,1-2 1 0 0,95 41-1 0 0,-117-62-650 0 0,0-1 0 0 0,39 8-1 0 0,-48-15-1372 0 0,0-1-1 0 0,0-1 1 0 0,44-1 0 0 0,-34-4-5715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2.0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30 2328 0 0,'12'-30'12089'0'0,"-6"44"-7926"0"0,19 139 1229 0 0,-8-63-4907 0 0,6 122-1 0 0,-21-108-455 0 0,7 112 37 0 0,-6-185-133 0 0,2 1 0 0 0,1 0 0 0 0,2-1 0 0 0,18 49 0 0 0,-21-70-475 0 0,0 0 0 0 0,0 0 0 0 0,8 10 0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2.2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1 174 9674 0 0,'0'-2'249'0'0,"0"0"0"0"0,0 1 0 0 0,0-1 0 0 0,0 1 0 0 0,0-1 0 0 0,0 1 0 0 0,1-1 1 0 0,-1 1-1 0 0,1-1 0 0 0,-1 1 0 0 0,1 0 0 0 0,-1-1 0 0 0,1 1 0 0 0,0-1 0 0 0,0 1 0 0 0,0 0 0 0 0,1-2 0 0 0,20-27 2099 0 0,-18 26-2064 0 0,5-7 118 0 0,0 1 1 0 0,1 1-1 0 0,0-1 0 0 0,0 2 0 0 0,1-1 1 0 0,0 2-1 0 0,0-1 0 0 0,1 2 1 0 0,22-11-1 0 0,-24 14-598 0 0,0-1 0 0 0,1 2 0 0 0,-1-1 0 0 0,0 1 0 0 0,1 1 0 0 0,-1 0 0 0 0,1 0 0 0 0,11 1 0 0 0,-3 3-6641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2.4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79 9674 0 0,'-5'18'598'0'0,"9"-11"780"0"0,-1-7-1095 0 0,0 1-1 0 0,0-1 1 0 0,0-1-1 0 0,-1 1 1 0 0,1 0-1 0 0,0-1 1 0 0,0 1-1 0 0,0-1 1 0 0,3-1-1 0 0,40-14 2568 0 0,48-22 0 0 0,-1 0-4721 0 0,-70 30-4718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2.8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8290 0 0,'0'0'300'0'0,"-1"1"1"0"0,1 0 0 0 0,0 0-1 0 0,-1-1 1 0 0,1 1 0 0 0,0 0-1 0 0,0 0 1 0 0,-1 0 0 0 0,1-1-1 0 0,0 1 1 0 0,0 0 0 0 0,0 0-1 0 0,0 0 1 0 0,0 0 0 0 0,0-1-1 0 0,1 1 1 0 0,-1 0-1 0 0,0 0 1 0 0,0 0 0 0 0,0-1-1 0 0,1 1 1 0 0,0 1 0 0 0,10 32 1287 0 0,-6-17-441 0 0,39 236 3626 0 0,-17-74-6727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3.0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1 265 2761 0 0,'1'-35'24'0'0,"-1"29"638"0"0,1 1 1 0 0,1-1-1 0 0,-1 0 0 0 0,1 1 0 0 0,0 0 0 0 0,0-1 1 0 0,3-4-1 0 0,-3 7-363 0 0,-1 1 0 0 0,1-1 1 0 0,0 1-1 0 0,0 0 1 0 0,0-1-1 0 0,0 1 0 0 0,0 0 1 0 0,0 0-1 0 0,1 1 0 0 0,-1-1 1 0 0,1 0-1 0 0,-1 1 0 0 0,1-1 1 0 0,0 1-1 0 0,-1 0 1 0 0,1 0-1 0 0,0 0 0 0 0,0 0 1 0 0,0 1-1 0 0,0-1 0 0 0,0 1 1 0 0,0-1-1 0 0,0 1 0 0 0,0 0 1 0 0,0 0-1 0 0,0 1 0 0 0,3 0 1 0 0,0 0-17 0 0,0 0 0 0 0,0 1 1 0 0,0 0-1 0 0,0 1 0 0 0,0-1 0 0 0,0 1 1 0 0,0 0-1 0 0,-1 1 0 0 0,8 5 0 0 0,47 43 727 0 0,-23-18-513 0 0,-16-18-179 0 0,0 0-1 0 0,26 14 0 0 0,-41-27-242 0 0,1 1 0 0 0,-1-1-1 0 0,1-1 1 0 0,-1 1 0 0 0,1-1 0 0 0,0 0 0 0 0,0 0 0 0 0,0-1-1 0 0,0 0 1 0 0,0 0 0 0 0,0-1 0 0 0,0 1 0 0 0,8-2 0 0 0,-13 0-57 0 0,0 0 1 0 0,0 1 0 0 0,0-1 0 0 0,0 0-1 0 0,1-1 1 0 0,-1 1 0 0 0,-1 0 0 0 0,1 0 0 0 0,0-1-1 0 0,0 1 1 0 0,0-1 0 0 0,-1 0 0 0 0,1 0 0 0 0,-1 1-1 0 0,1-1 1 0 0,-1 0 0 0 0,0 0 0 0 0,0 0-1 0 0,0 0 1 0 0,0 0 0 0 0,0-1 0 0 0,0 1 0 0 0,0 0-1 0 0,-1 0 1 0 0,1-1 0 0 0,-1 1 0 0 0,0 0 0 0 0,0-4-1 0 0,1-9 31 0 0,0 1-1 0 0,-2 0 1 0 0,-2-21-1 0 0,2 26-46 0 0,-9-61-94 0 0,-3-49-3964 0 0,12 100-3049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3.3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0 8290 0 0,'-3'5'342'0'0,"0"-1"0"0"0,0 1 0 0 0,1 0 1 0 0,0 0-1 0 0,0 0 0 0 0,0 0 0 0 0,1 0 1 0 0,0 1-1 0 0,0-1 0 0 0,-1 7 0 0 0,-1 5 103 0 0,-1 1 67 0 0,1 1 0 0 0,1 0 0 0 0,0 0 0 0 0,2 1 0 0 0,0-1 1 0 0,3 22-1 0 0,-2-35-335 0 0,0 0 1 0 0,0 1-1 0 0,0-1 0 0 0,1 0 1 0 0,0 1-1 0 0,0-1 1 0 0,0 0-1 0 0,1-1 1 0 0,0 1-1 0 0,0 0 0 0 0,1-1 1 0 0,0 1-1 0 0,0-1 1 0 0,0 0-1 0 0,0-1 0 0 0,1 1 1 0 0,-1-1-1 0 0,1 0 1 0 0,1 0-1 0 0,-1 0 1 0 0,11 6-1 0 0,-14-9-120 0 0,1 0-1 0 0,-1 0 1 0 0,0 0 0 0 0,1 0 0 0 0,-1 0-1 0 0,0-1 1 0 0,1 1 0 0 0,-1-1-1 0 0,1 1 1 0 0,-1-1 0 0 0,1 0 0 0 0,-1 0-1 0 0,1 0 1 0 0,-1 0 0 0 0,1-1 0 0 0,-1 1-1 0 0,1-1 1 0 0,-1 1 0 0 0,1-1-1 0 0,-1 0 1 0 0,0 0 0 0 0,1 0 0 0 0,-1 0-1 0 0,0 0 1 0 0,0-1 0 0 0,0 1-1 0 0,0-1 1 0 0,0 1 0 0 0,0-1 0 0 0,0 0-1 0 0,0 0 1 0 0,-1 1 0 0 0,1-1 0 0 0,-1 0-1 0 0,1-1 1 0 0,-1 1 0 0 0,0 0-1 0 0,0 0 1 0 0,0-1 0 0 0,0 1 0 0 0,1-5-1 0 0,1-4-6 0 0,-1 1-1 0 0,1-1 0 0 0,-2 0 0 0 0,0 0 1 0 0,0-1-1 0 0,-1 1 0 0 0,0 0 1 0 0,-3-13-1 0 0,1 10-55 0 0,0 2 0 0 0,-1-1 0 0 0,-1 0 0 0 0,-9-21 0 0 0,10 28-430 0 0,-1-1 0 0 0,1 1-1 0 0,-1 0 1 0 0,0 1 0 0 0,-1-1 0 0 0,-6-6 0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3.7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0 141 8754 0 0,'0'0'114'0'0,"0"1"0"0"0,1-1 0 0 0,-1 1 0 0 0,0-1 0 0 0,0 1 0 0 0,1-1 0 0 0,-1 1-1 0 0,0-1 1 0 0,1 1 0 0 0,-1-1 0 0 0,0 0 0 0 0,1 1 0 0 0,-1-1 0 0 0,1 0 0 0 0,-1 1 0 0 0,1-1 0 0 0,-1 0 0 0 0,0 0 0 0 0,1 0 0 0 0,-1 1 0 0 0,1-1 0 0 0,-1 0 0 0 0,1 0 0 0 0,-1 0 0 0 0,1 0 0 0 0,0 0-1 0 0,0 0 1 0 0,25 7 2946 0 0,-11-4-1252 0 0,-11-1-1420 0 0,0 0 1 0 0,0 0 0 0 0,0 0-1 0 0,-1 0 1 0 0,1 1 0 0 0,-1-1-1 0 0,1 1 1 0 0,-1 0 0 0 0,0 0 0 0 0,0 0-1 0 0,5 6 1 0 0,21 44 993 0 0,-24-44-1155 0 0,3-52 21 0 0,-5 15-403 0 0,2-1-1 0 0,8-32 1 0 0,13-15-3568 0 0,-18 56-3282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1:24.7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 9 1840 0 0,'-20'-4'-202'0'0,"-4"0"5872"0"0,49 9-256 0 0,15 13-4695 0 0,-32-15-190 0 0,23 13 193 0 0,-2 1 0 0 0,0 1 0 0 0,-1 1 0 0 0,-1 2 0 0 0,32 30 0 0 0,-17-8 59 0 0,-1 0-1 0 0,39 58 0 0 0,-23-19-222 0 0,-5 3 0 0 0,63 135 0 0 0,54 195-460 0 0,-147-353-10 0 0,-2 0-1 0 0,19 107 0 0 0,-34-133 93 0 0,-2 0-1 0 0,-1 0 1 0 0,-1 0-1 0 0,-3 0 0 0 0,0 0 1 0 0,-12 50-1 0 0,-7 1-987 0 0,-36 93 0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4.0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89 263 6913 0 0,'-16'-18'1809'0'0,"1"0"-1"0"0,-24-40 1 0 0,21 29 1189 0 0,114 192 1762 0 0,-10-14-4061 0 0,-10-27-581 0 0,-16-24 15 0 0,76 95 1 0 0,-128-183-152 0 0,30 34-55 0 0,-36-42 101 0 0,0 0 1 0 0,0 0-1 0 0,0-1 0 0 0,0 1 0 0 0,0-1 0 0 0,0 1 1 0 0,0-1-1 0 0,0 0 0 0 0,0 0 0 0 0,1 0 0 0 0,-1 0 1 0 0,1 0-1 0 0,-1 0 0 0 0,0-1 0 0 0,1 1 0 0 0,-1-1 1 0 0,1 0-1 0 0,4 0 0 0 0,-5 0 17 0 0,-1-1-1 0 0,1 0 1 0 0,-1 0-1 0 0,0 0 1 0 0,1 0 0 0 0,-1 0-1 0 0,0 0 1 0 0,1 0 0 0 0,-1 0-1 0 0,0 0 1 0 0,0 0-1 0 0,0-1 1 0 0,0 1 0 0 0,0 0-1 0 0,0-1 1 0 0,0 1 0 0 0,-1-1-1 0 0,1 1 1 0 0,0-1-1 0 0,-1 1 1 0 0,1-1 0 0 0,0-2-1 0 0,5-39 325 0 0,-5-26-215 0 0,-4 1 0 0 0,-2 0-1 0 0,-21-99 1 0 0,-6-57-497 0 0,28 170-823 0 0,2 0 1 0 0,7-60-1 0 0,0 67-6051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4.3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0 170 9218 0 0,'0'-7'900'0'0,"1"0"0"0"0,0 0 0 0 0,0 0 0 0 0,1 1 0 0 0,0-1-1 0 0,0 0 1 0 0,0 1 0 0 0,1-1 0 0 0,0 1 0 0 0,6-10 0 0 0,-4 9-826 0 0,-1 1-1 0 0,0 0 1 0 0,1 0-1 0 0,0 0 1 0 0,1 1-1 0 0,-1 0 1 0 0,1 0-1 0 0,0 0 1 0 0,0 0-1 0 0,1 1 1 0 0,-1 0 0 0 0,1 1-1 0 0,0-1 1 0 0,0 1-1 0 0,11-3 1 0 0,30 0-3016 0 0,-32 6-3392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4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17 118 10594 0 0,'-16'18'3536'0'0,"23"-32"-1743"0"0,27-35 111 0 0,-23 37-2386 0 0,1 0 0 0 0,0 1 0 0 0,19-14 0 0 0,-15 13 466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4.9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 10594 0 0,'10'-12'8821'0'0,"-11"11"-8681"0"0,8 7 74 0 0,0 1 0 0 0,-1 0 1 0 0,0 0-1 0 0,0 0 0 0 0,-1 1 0 0 0,1 0 0 0 0,-2 0 1 0 0,1 0-1 0 0,4 13 0 0 0,29 89 356 0 0,-31-88-439 0 0,122 367 161 0 0,-95-291-2327 0 0,-27-74-5393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5.2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0 171 5529 0 0,'2'-8'436'0'0,"0"1"-1"0"0,0 0 1 0 0,0 0-1 0 0,1 0 1 0 0,0 0-1 0 0,0 0 1 0 0,1 1-1 0 0,4-7 1 0 0,-3 4-195 0 0,-1 1-130 0 0,1 1 0 0 0,0 0-1 0 0,0 0 1 0 0,0 0 0 0 0,1 0 0 0 0,0 1-1 0 0,0 0 1 0 0,0 0 0 0 0,1 1 0 0 0,9-7 0 0 0,-11 10-125 0 0,0 0 0 0 0,0 0 0 0 0,0 0 0 0 0,0 0 0 0 0,1 1 0 0 0,-1 0 0 0 0,0 0 0 0 0,1 0 0 0 0,-1 1 0 0 0,0 0 0 0 0,1 0 0 0 0,-1 0 0 0 0,1 0 0 0 0,-1 1 0 0 0,0 0 0 0 0,1 0 0 0 0,7 4 0 0 0,5 1-254 0 0,-1 1 0 0 0,27 16 0 0 0,-16-8-3280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5.4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0 331 10594 0 0,'10'-11'667'0'0,"-1"0"-1"0"0,-1-1 1 0 0,10-17-1 0 0,4-6 25 0 0,-5 12-329 0 0,2 1 0 0 0,0 0 0 0 0,33-27 0 0 0,30-18-4448 0 0,-78 64 3709 0 0,22-19-1728 0 0,-2-2-21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5.7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105 1 7834 0 0,'-14'3'70'0'0,"5"-1"577"0"0,0 1 0 0 0,0 0 0 0 0,0 0 0 0 0,0 1 0 0 0,-11 6 0 0 0,18-8-459 0 0,0-1 0 0 0,0 0 0 0 0,1 1-1 0 0,-1 0 1 0 0,0-1 0 0 0,1 1 0 0 0,-1 0 0 0 0,1 0-1 0 0,-1 0 1 0 0,1 0 0 0 0,0 0 0 0 0,0 0 0 0 0,0 0-1 0 0,0 1 1 0 0,0-1 0 0 0,0 0 0 0 0,1 0 0 0 0,-1 1-1 0 0,1-1 1 0 0,-1 1 0 0 0,1-1 0 0 0,0 0 0 0 0,0 1 0 0 0,0-1-1 0 0,1 1 1 0 0,0 2 0 0 0,1 7 176 0 0,1 1 1 0 0,1-1-1 0 0,0-1 1 0 0,1 1-1 0 0,0-1 1 0 0,1 1-1 0 0,10 15 0 0 0,60 71 1053 0 0,-33-45-1049 0 0,40 68-526 0 0,-73-104-1209 0 0,-1 1 0 0 0,12 34 0 0 0,-15-32-5025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6.0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6 362 456 0 0,'-3'-20'857'0'0,"1"0"1"0"0,1 0-1 0 0,1 0 0 0 0,1 0 0 0 0,0 0 1 0 0,2 0-1 0 0,0 0 0 0 0,1 0 0 0 0,1 1 1 0 0,1 0-1 0 0,1 0 0 0 0,0 0 0 0 0,2 1 1 0 0,19-33-1 0 0,-26 48-765 0 0,0 0 0 0 0,0 1 0 0 0,0-1 1 0 0,1 1-1 0 0,-1-1 0 0 0,1 1 0 0 0,-1 0 0 0 0,1 0 1 0 0,0 0-1 0 0,0 0 0 0 0,0 1 0 0 0,0-1 0 0 0,0 1 0 0 0,0-1 1 0 0,0 1-1 0 0,1 0 0 0 0,-1 1 0 0 0,0-1 0 0 0,1 0 1 0 0,-1 1-1 0 0,0 0 0 0 0,1 0 0 0 0,-1 0 0 0 0,4 0 0 0 0,-3 1-42 0 0,0 0-1 0 0,0 0 1 0 0,0 1-1 0 0,0-1 0 0 0,0 1 1 0 0,0 0-1 0 0,-1 0 1 0 0,1 0-1 0 0,-1 1 1 0 0,1-1-1 0 0,-1 1 0 0 0,0-1 1 0 0,0 1-1 0 0,0 0 1 0 0,0 1-1 0 0,0-1 0 0 0,-1 0 1 0 0,0 1-1 0 0,3 4 1 0 0,-1 1-64 0 0,0 0 0 0 0,0 0 0 0 0,-1 0 0 0 0,0 1 0 0 0,-1-1 0 0 0,0 1 0 0 0,-1 0 0 0 0,0-1 0 0 0,0 1 0 0 0,-1 0 0 0 0,-1 14 0 0 0,-4 10-90 0 0,-1-1 0 0 0,-11 34 0 0 0,8-34 50 0 0,-6 47-1 0 0,15-80 60 0 0,0 1-1 0 0,0-1 1 0 0,0 1-1 0 0,0-1 1 0 0,1 1-1 0 0,-1-1 1 0 0,0 1-1 0 0,0-1 1 0 0,0 0-1 0 0,1 1 1 0 0,-1-1-1 0 0,0 1 1 0 0,1-1-1 0 0,-1 0 1 0 0,0 1-1 0 0,1-1 1 0 0,-1 0-1 0 0,0 1 1 0 0,1-1-1 0 0,-1 0 1 0 0,1 0-1 0 0,-1 1 1 0 0,1-1-1 0 0,-1 0 1 0 0,0 0-1 0 0,1 0 1 0 0,-1 0-1 0 0,1 0 1 0 0,-1 0-1 0 0,1 1 1 0 0,-1-1-1 0 0,1 0 1 0 0,-1 0-1 0 0,1 0 1 0 0,-1-1-1 0 0,1 1 1 0 0,-1 0-1 0 0,1 0 1 0 0,-1 0-1 0 0,1 0 1 0 0,-1 0-1 0 0,0 0 1 0 0,1-1-1 0 0,-1 1 1 0 0,1-1-1 0 0,29-8 212 0 0,-25 7-166 0 0,177-53 2185 0 0,-150 48-2207 0 0,1 2 0 0 0,-1 1 0 0 0,60 1 0 0 0,-67 4-399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7.3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84 6 8754 0 0,'-4'-6'4593'0'0,"5"16"-1777"0"0,-4 43-1804 0 0,-3 1 0 0 0,-2-1 0 0 0,-17 62 0 0 0,9-47-1317 0 0,-7 74-1 0 0,23-104-883 0 0,3-22 566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7.6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0 10594 0 0,'-2'1'211'0'0,"0"0"0"0"0,0-1 0 0 0,0 1 0 0 0,0 0 0 0 0,0 0 0 0 0,0 0 0 0 0,0 0 0 0 0,1 1 0 0 0,-1-1 0 0 0,0 0 0 0 0,1 1 0 0 0,-1-1 0 0 0,1 1 0 0 0,0 0 0 0 0,-1-1 0 0 0,0 3 0 0 0,1 0 107 0 0,1-1 0 0 0,0 1 0 0 0,0-1 0 0 0,0 1 0 0 0,0-1 1 0 0,0 1-1 0 0,1-1 0 0 0,-1 1 0 0 0,3 5 0 0 0,13 64 1389 0 0,53 261 575 0 0,-30-136-1638 0 0,-21-114-5439 0 0,-15-69 3138 0 0,2 6-5020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7.8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1 124 10594 0 0,'0'-3'146'0'0,"1"-1"-1"0"0,0 1 1 0 0,0-1-1 0 0,1 1 1 0 0,-1 0 0 0 0,1-1-1 0 0,-1 1 1 0 0,1 0-1 0 0,0 0 1 0 0,0 0-1 0 0,0 0 1 0 0,1 1-1 0 0,-1-1 1 0 0,1 1-1 0 0,0-1 1 0 0,-1 1 0 0 0,1 0-1 0 0,3-2 1 0 0,10-7 441 0 0,0 2 0 0 0,16-9 1 0 0,-23 14-533 0 0,0-1-1 0 0,-1 2 1 0 0,1-1-1 0 0,1 1 1 0 0,-1 1 0 0 0,0 0-1 0 0,1 0 1 0 0,-1 0 0 0 0,1 2-1 0 0,-1-1 1 0 0,1 1-1 0 0,0 0 1 0 0,-1 1 0 0 0,1 0-1 0 0,-1 1 1 0 0,1 0-1 0 0,-1 0 1 0 0,0 1 0 0 0,0 0-1 0 0,0 1 1 0 0,0 0 0 0 0,0 0-1 0 0,9 7 1 0 0,3 4-517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8.0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0 270 8754 0 0,'42'-39'2342'0'0,"2"1"0"0"0,75-49-1 0 0,-86 68-2808 0 0,0 1-1 0 0,49-17 1 0 0,-45 19-516 0 0,1-1 72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8.3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29 6449 0 0,'-1'0'60'0'0,"-1"1"-1"0"0,1 0 0 0 0,0-1 1 0 0,0 1-1 0 0,0 0 0 0 0,0 0 1 0 0,0 0-1 0 0,0 0 0 0 0,0 0 1 0 0,0 0-1 0 0,0 0 0 0 0,0 0 1 0 0,-1 2-1 0 0,2-3 27 0 0,0 1 1 0 0,1-1-1 0 0,-1 0 0 0 0,0 1 0 0 0,0-1 0 0 0,1 0 1 0 0,-1 0-1 0 0,0 1 0 0 0,0-1 0 0 0,1 0 0 0 0,-1 0 1 0 0,0 1-1 0 0,1-1 0 0 0,-1 0 0 0 0,0 0 1 0 0,1 0-1 0 0,-1 0 0 0 0,1 0 0 0 0,-1 0 0 0 0,0 0 1 0 0,1 1-1 0 0,-1-1 0 0 0,0 0 0 0 0,1 0 0 0 0,-1 0 1 0 0,1-1-1 0 0,-1 1 0 0 0,0 0 0 0 0,1 0 1 0 0,-1 0-1 0 0,46-6 4804 0 0,129-32-2016 0 0,-158 35-3307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8.5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95 9674 0 0,'-3'4'424'0'0,"2"-2"96"0"0,0-1-416 0 0,2-1-104 0 0,2 0 0 0 0,1-1 288 0 0,1-2 40 0 0,5-1 8 0 0,4-3 1 0 0,3-4-209 0 0,2-1-48 0 0,1-2-8 0 0,0-1 0 0 0,2-1-72 0 0,-3-2 0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8.9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34 10138 0 0,'-23'-24'1659'0'0,"8"15"2934"0"0,19 48-756 0 0,7 78-2514 0 0,12 82-637 0 0,-17-168-653 0 0,1 0 0 0 0,1 0 0 0 0,2 0 0 0 0,18 36 0 0 0,-10-32-317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29.2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18 110 6449 0 0,'0'0'139'0'0,"0"0"0"0"0,-1-1 0 0 0,1 1 0 0 0,0 0 0 0 0,-1 0 0 0 0,1-1 0 0 0,-1 1 0 0 0,1 0 0 0 0,-1 0-1 0 0,1-1 1 0 0,0 1 0 0 0,-1 0 0 0 0,1 0 0 0 0,-1 0 0 0 0,1 0 0 0 0,-1 0 0 0 0,1 0 0 0 0,-1 0 0 0 0,1 0-1 0 0,-1 0 1 0 0,1 0 0 0 0,-1 0 0 0 0,1 0 0 0 0,0 0 0 0 0,-1 0 0 0 0,1 0 0 0 0,-1 1 0 0 0,1-1 0 0 0,-1 0-1 0 0,1 0 1 0 0,-1 0 0 0 0,1 1 0 0 0,0-1 0 0 0,-1 0 0 0 0,1 0 0 0 0,0 1 0 0 0,-1-1 0 0 0,1 1 0 0 0,-1 17 4634 0 0,1-14-5904 0 0,2 25 1314 0 0,1-1 0 0 0,1 1 1 0 0,2-1-1 0 0,1-1 0 0 0,1 1 0 0 0,15 35 1 0 0,-18-52-169 0 0,0-1 0 0 0,0 1 0 0 0,1-1 0 0 0,1 0 1 0 0,0 0-1 0 0,0-1 0 0 0,1 0 0 0 0,0 0 0 0 0,0-1 1 0 0,1 0-1 0 0,0 0 0 0 0,1-1 0 0 0,0-1 0 0 0,0 1 0 0 0,0-2 1 0 0,1 1-1 0 0,18 6 0 0 0,-24-10 3 0 0,0-1 0 0 0,1 1-1 0 0,-1-1 1 0 0,1 0 0 0 0,-1-1 0 0 0,1 1 0 0 0,-1-1-1 0 0,1 0 1 0 0,-1 0 0 0 0,1-1 0 0 0,-1 0 0 0 0,1 0 0 0 0,-1 0-1 0 0,1 0 1 0 0,-1-1 0 0 0,0 0 0 0 0,8-4 0 0 0,-8 2 143 0 0,0 1 1 0 0,0-1 0 0 0,-1 0 0 0 0,1-1 0 0 0,-1 1 0 0 0,0-1-1 0 0,0 0 1 0 0,-1 0 0 0 0,0 0 0 0 0,0 0 0 0 0,0-1 0 0 0,0 1-1 0 0,-1-1 1 0 0,0 0 0 0 0,3-10 0 0 0,-1 0 161 0 0,0-1 1 0 0,-2 0-1 0 0,0 1 0 0 0,0-1 1 0 0,-2 0-1 0 0,0 0 0 0 0,-1 1 1 0 0,0-1-1 0 0,-8-30 1 0 0,6 35-299 0 0,-1 0 1 0 0,0 0 0 0 0,-1 0 0 0 0,-1 0-1 0 0,0 1 1 0 0,0 0 0 0 0,-1 0 0 0 0,0 0-1 0 0,-1 1 1 0 0,0 0 0 0 0,-1 1 0 0 0,0 0-1 0 0,-15-11 1 0 0,6 6-245 0 0,-36-21 0 0 0,48 32-278 0 0,0 0-1 0 0,-1 1 0 0 0,1-1 0 0 0,0 1 0 0 0,-1 0 1 0 0,-9-1-1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0.0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23 439 10594 0 0,'-22'-30'9382'0'0,"33"42"-8115"0"0,11 17-1010 0 0,-2 1-1 0 0,-1 1 1 0 0,20 44-1 0 0,13 20 56 0 0,-41-76-308 0 0,-6-9 2 0 0,0 0 0 0 0,1 0 0 0 0,1-1 0 0 0,-1 0 0 0 0,1 0 0 0 0,1 0 0 0 0,0-1 0 0 0,0 0 0 0 0,10 7 0 0 0,-16-14-5 0 0,-1-1 1 0 0,0 1 0 0 0,0-1-1 0 0,0 1 1 0 0,0-1-1 0 0,1 0 1 0 0,-1 1-1 0 0,0-1 1 0 0,0 0-1 0 0,1 0 1 0 0,-1 0 0 0 0,0 0-1 0 0,1 0 1 0 0,-1 0-1 0 0,0-1 1 0 0,0 1-1 0 0,0 0 1 0 0,1-1-1 0 0,-1 1 1 0 0,0-1 0 0 0,0 1-1 0 0,0-1 1 0 0,0 1-1 0 0,0-1 1 0 0,1 0-1 0 0,-1 1 1 0 0,-1-1 0 0 0,1 0-1 0 0,0 0 1 0 0,0 0-1 0 0,0 0 1 0 0,0 0-1 0 0,-1 0 1 0 0,1 0-1 0 0,0 0 1 0 0,-1 0 0 0 0,1 0-1 0 0,-1-1 1 0 0,1 1-1 0 0,0-2 1 0 0,2-6 23 0 0,1 0 1 0 0,-1 0 0 0 0,-1 0-1 0 0,2-10 1 0 0,25-165 498 0 0,8-47-426 0 0,-26 181-397 0 0,2 0 0 0 0,30-72 0 0 0,-21 76-1516 0 0,1 6-5673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0.6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53 449 1376 0 0,'-28'8'1009'0'0,"27"-8"-716"0"0,0 0 0 0 0,0 1 0 0 0,1-1-1 0 0,-1 0 1 0 0,0 1 0 0 0,0-1 0 0 0,0 0 0 0 0,0 0-1 0 0,0 0 1 0 0,0 0 0 0 0,0 0 0 0 0,0 0 0 0 0,0 0-1 0 0,0 0 1 0 0,0-1 0 0 0,0 1 0 0 0,0 0 0 0 0,0-1 0 0 0,0 1-1 0 0,0 0 1 0 0,1-1 0 0 0,-1 1 0 0 0,0-1 0 0 0,0 1-1 0 0,-1-2 1 0 0,3 2-171 0 0,-1-1-1 0 0,0 0 1 0 0,0 0 0 0 0,1 1-1 0 0,-1-1 1 0 0,0 0 0 0 0,1 0-1 0 0,-1 1 1 0 0,1-1 0 0 0,-1 0-1 0 0,1 1 1 0 0,-1-1 0 0 0,1 1-1 0 0,-1-1 1 0 0,1 1 0 0 0,-1-1-1 0 0,1 1 1 0 0,0-1 0 0 0,-1 1-1 0 0,1-1 1 0 0,0 1-1 0 0,0-1 1 0 0,22-10 788 0 0,-18 8-609 0 0,44-17 753 0 0,0 2-1 0 0,1 2 1 0 0,83-16 0 0 0,-29 8-152 0 0,288-57 1227 0 0,-266 64-1782 0 0,1056-129 1390 0 0,-1006 127-1625 0 0,303-16 4 0 0,-436 36-156 0 0,0-3-1 0 0,47-8 1 0 0,-69 5-87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2.2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 10594 0 0,'-1'0'214'0'0,"1"0"0"0"0,-3 2 855 0 0,3-1-855 0 0,-1-1-1 0 0,1 1 1 0 0,0 0 0 0 0,-1-1 0 0 0,1 1 0 0 0,0-1-1 0 0,-1 1 1 0 0,1-1 0 0 0,0 1 0 0 0,0 0 0 0 0,0-1-1 0 0,-1 1 1 0 0,1 0 0 0 0,0-1 0 0 0,0 1 0 0 0,0 0-1 0 0,0-1 1 0 0,0 1 0 0 0,0 0 0 0 0,0-1-1 0 0,0 1 1 0 0,1 0 0 0 0,-1 0 0 0 0,3 22 1612 0 0,83 394 1219 0 0,-67-261-3062 0 0,-9-67-661 0 0,3-1 0 0 0,46 164 0 0 0,-39-199-6521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2.6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86 68 1368 0 0,'9'-17'135'0'0,"-7"12"176"0"0,-1 1 0 0 0,1 0 0 0 0,0 0 0 0 0,0 0 0 0 0,1 0 0 0 0,-1 1-1 0 0,1-1 1 0 0,0 0 0 0 0,0 1 0 0 0,0 0 0 0 0,7-5 0 0 0,-10 8-213 0 0,0 0-1 0 0,1 0 0 0 0,-1 0 1 0 0,0 0-1 0 0,1 1 0 0 0,-1-1 1 0 0,0 0-1 0 0,0 0 0 0 0,1 1 1 0 0,-1-1-1 0 0,0 0 0 0 0,0 0 1 0 0,1 1-1 0 0,-1-1 0 0 0,0 0 1 0 0,0 1-1 0 0,0-1 0 0 0,0 0 1 0 0,0 1-1 0 0,1-1 0 0 0,-1 0 1 0 0,0 1-1 0 0,0-1 0 0 0,0 0 1 0 0,0 1-1 0 0,0-1 0 0 0,0 0 1 0 0,0 1-1 0 0,0-1 0 0 0,0 0 1 0 0,0 1-1 0 0,0-1 0 0 0,0 0 0 0 0,-1 1 1 0 0,1 0-1 0 0,-2 15 1503 0 0,-10 32 2045 0 0,-33 84 0 0 0,28-88-3101 0 0,2 1 0 0 0,-13 60 0 0 0,25-86-420 0 0,-8 52 211 0 0,10-64-259 0 0,1-1 0 0 0,0 1-1 0 0,0 0 1 0 0,1-1 0 0 0,-1 1-1 0 0,1-1 1 0 0,1 1 0 0 0,1 6-1 0 0,-2-12-25 0 0,0 0-1 0 0,-1 1 0 0 0,1-1 0 0 0,0 0 0 0 0,0 0 0 0 0,0 0 0 0 0,0-1 1 0 0,0 1-1 0 0,0 0 0 0 0,0 0 0 0 0,0 0 0 0 0,0-1 0 0 0,0 1 0 0 0,0 0 1 0 0,1-1-1 0 0,-1 1 0 0 0,0-1 0 0 0,0 0 0 0 0,1 1 0 0 0,-1-1 0 0 0,0 0 1 0 0,0 0-1 0 0,1 0 0 0 0,-1 0 0 0 0,0 0 0 0 0,1 0 0 0 0,-1 0 1 0 0,2 0-1 0 0,44-10 378 0 0,-29 5-281 0 0,20-4-80 0 0,1 3 0 0 0,0 1-1 0 0,63 0 1 0 0,-53 4-2326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3.8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55 56 3225 0 0,'-54'-55'16315'0'0,"68"65"-15275"0"0,-6 1-766 0 0,-1 1 0 0 0,0-1 0 0 0,0 1 0 0 0,-2 1 1 0 0,1-1-1 0 0,-2 1 0 0 0,6 18 0 0 0,14 97-258 0 0,-22-114 60 0 0,15 104-89 0 0,-6-32-452 0 0,3-1 0 0 0,31 100 0 0 0,-34-153-7197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4.4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1 9218 0 0,'-10'4'-115'0'0,"-8"4"6421"0"0,27-9-3922 0 0,-8 1-1936 0 0,3-1-30 0 0,17 1-633 0 0,0 0 1 0 0,25 5 0 0 0,-30-3-878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4.6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95 10594 0 0,'2'-2'147'0'0,"0"0"-1"0"0,0 0 0 0 0,0 0 1 0 0,0 0-1 0 0,0 0 1 0 0,0 0-1 0 0,0 1 1 0 0,1-1-1 0 0,-1 1 0 0 0,1 0 1 0 0,2-2-1 0 0,3-1 100 0 0,3-3 311 0 0,0 0 0 0 0,1 1 0 0 0,0 1 0 0 0,0 0 0 0 0,0 0 0 0 0,18-3-1 0 0,-15 5-697 0 0,1 1 0 0 0,28 0-1 0 0,-36 2-47 0 0,-1-1 0 0 0,1 1 0 0 0,-1-1 0 0 0,0-1 0 0 0,13-3 0 0 0,0-4 167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5.9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43 14283 0 0,'-2'-1'1272'0'0,"1"0"-1016"0"0,1-1-256 0 0,0 1 0 0 0,0 0 176 0 0,0-1-16 0 0,1 1 0 0 0,1-2 1 0 0,0-2 191 0 0,1-1 32 0 0,0-1 0 0 0,0 2 8 0 0,-2 1-712 0 0,-1 1-152 0 0,-1 3-24 0 0,-2 8-2545 0 0,-1 2-512 0 0,-4 3-104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6.8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25 183 11979 0 0,'-1'0'104'0'0,"1"0"0"0"0,-1-1 0 0 0,1 1 0 0 0,-1 0 0 0 0,1 0 0 0 0,-1 0 0 0 0,1-1 0 0 0,-1 1 0 0 0,1 0 0 0 0,-1 0 1 0 0,1 0-1 0 0,-1 0 0 0 0,1 0 0 0 0,-1 0 0 0 0,1 0 0 0 0,-1 0 0 0 0,1 0 0 0 0,-1 0 0 0 0,1 0 0 0 0,-1 0 0 0 0,1 0 1 0 0,-1 1-1 0 0,1-1 0 0 0,-1 0 0 0 0,1 0 0 0 0,-1 0 0 0 0,1 1 0 0 0,-1-1 0 0 0,1 0 0 0 0,0 1 0 0 0,-1-1 0 0 0,1 0 1 0 0,-1 1-1 0 0,1-1 0 0 0,0 0 0 0 0,-1 1 0 0 0,1-1 0 0 0,0 1 0 0 0,0-1 0 0 0,-1 1 0 0 0,1-1 0 0 0,0 1 0 0 0,0-1 1 0 0,0 1-1 0 0,0-1 0 0 0,-1 1 0 0 0,1-1 0 0 0,0 1 0 0 0,0-1 0 0 0,0 1 0 0 0,0 0 0 0 0,-3 33 199 0 0,2-29 14 0 0,0 22-192 0 0,1-1 1 0 0,1 1 0 0 0,1-1 0 0 0,2 1 0 0 0,0-1 0 0 0,16 48 0 0 0,-16-62-104 0 0,1 1-1 0 0,1-2 0 0 0,0 1 1 0 0,0-1-1 0 0,1 0 0 0 0,17 21 1 0 0,-19-26-13 0 0,1-1 0 0 0,0 1 0 0 0,0-1 0 0 0,1 0 0 0 0,0 0 0 0 0,0-1 1 0 0,0 0-1 0 0,0 0 0 0 0,0-1 0 0 0,1 0 0 0 0,0 0 0 0 0,8 2 0 0 0,-12-4 1 0 0,1 0-1 0 0,-1 0 1 0 0,1-1-1 0 0,0 0 1 0 0,-1 1 0 0 0,1-1-1 0 0,-1-1 1 0 0,1 1-1 0 0,0-1 1 0 0,-1 1 0 0 0,1-1-1 0 0,-1-1 1 0 0,1 1-1 0 0,-1-1 1 0 0,0 1-1 0 0,0-1 1 0 0,0-1 0 0 0,5-1-1 0 0,-4-1 50 0 0,0 1 1 0 0,0-1-1 0 0,0 0 0 0 0,0-1 0 0 0,-1 1 0 0 0,0-1 0 0 0,0 0 0 0 0,0 0 1 0 0,-1 0-1 0 0,5-12 0 0 0,-1-2 82 0 0,-1 0 0 0 0,-1-1 1 0 0,-1 0-1 0 0,0 1 0 0 0,-2-1 1 0 0,-1 0-1 0 0,0-22 0 0 0,-3 6-65 0 0,-1 1-1 0 0,-15-70 1 0 0,16 94-220 0 0,-1 1 1 0 0,-1 0 0 0 0,0 0-1 0 0,0 1 1 0 0,-1-1 0 0 0,-1 1-1 0 0,1 0 1 0 0,-2 0 0 0 0,1 1-1 0 0,-1 0 1 0 0,-1 0 0 0 0,0 0-1 0 0,-13-10 1 0 0,-13 0-1573 0 0,32 18 1487 0 0,0 0 0 0 0,1 1-1 0 0,-1-1 1 0 0,0 1 0 0 0,0 0 0 0 0,0 0 0 0 0,1-1-1 0 0,-1 1 1 0 0,0 0 0 0 0,0 0 0 0 0,0 1-1 0 0,0-1 1 0 0,1 0 0 0 0,-1 1 0 0 0,0-1 0 0 0,0 1-1 0 0,1-1 1 0 0,-1 1 0 0 0,-2 1 0 0 0,-4 4-1148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7.1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1 14283 0 0,'-4'4'188'0'0,"1"0"1"0"0,0 0-1 0 0,0 1 1 0 0,0-1-1 0 0,1 1 1 0 0,0 0-1 0 0,-1-1 1 0 0,2 1-1 0 0,-1 0 0 0 0,1 1 1 0 0,-2 9-1 0 0,-3 64 505 0 0,5-45-92 0 0,-1-9-298 0 0,-5 166 937 0 0,7-154-1595 0 0,2-1-1 0 0,2 1 0 0 0,10 42 1 0 0,-6-46-6074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7.4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 12899 0 0,'-7'2'3823'0'0,"8"-2"-3667"0"0,-1 0 1 0 0,1 0-1 0 0,-1 0 0 0 0,1 0 1 0 0,0 0-1 0 0,-1 0 0 0 0,1 0 1 0 0,-1 1-1 0 0,1-1 0 0 0,-1 0 1 0 0,1 0-1 0 0,-1 1 0 0 0,1-1 1 0 0,-1 0-1 0 0,0 1 0 0 0,1-1 1 0 0,-1 0-1 0 0,1 1 0 0 0,-1-1 1 0 0,0 1-1 0 0,1-1 0 0 0,-1 1 1 0 0,0-1-1 0 0,1 1 0 0 0,-1-1 1 0 0,0 2-1 0 0,3 8-50 0 0,0 0-1 0 0,-1 0 0 0 0,0 0 1 0 0,-1 1-1 0 0,-1-1 1 0 0,1 1-1 0 0,-1-1 1 0 0,-2 11-1 0 0,-16 94-33 0 0,10-71-39 0 0,0 1-72 0 0,-1-2-344 0 0,3 1-1 0 0,-1 49 0 0 0,8-75-523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7.7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91 4609 0 0,'-5'-25'73'0'0,"5"21"757"0"0,-1 1-1 0 0,1-1 0 0 0,0 1 1 0 0,0-1-1 0 0,0 1 1 0 0,0-1-1 0 0,2-4 0 0 0,-2 7-408 0 0,0-1 0 0 0,1 1 0 0 0,0-1 0 0 0,-1 1 0 0 0,1-1 0 0 0,0 1 0 0 0,0 0 0 0 0,0-1 0 0 0,0 1 0 0 0,0 0 0 0 0,0 0 0 0 0,0 0 0 0 0,0-1 0 0 0,1 1-1 0 0,-1 1 1 0 0,0-1 0 0 0,2-1 0 0 0,25-6 1327 0 0,-22 7-1640 0 0,0 0 0 0 0,0 1 0 0 0,0 0 0 0 0,0 1 0 0 0,0-1 0 0 0,0 1 0 0 0,0 1-1 0 0,0-1 1 0 0,0 1 0 0 0,0 0 0 0 0,0 0 0 0 0,-1 0 0 0 0,1 1 0 0 0,-1 0 0 0 0,0 0 0 0 0,0 0 0 0 0,0 1 0 0 0,0 0 0 0 0,0 0 0 0 0,-1 0 0 0 0,0 1 0 0 0,0-1 0 0 0,0 1 0 0 0,4 5 0 0 0,7 15-132 0 0,0 0-1 0 0,-1 0 1 0 0,20 53 0 0 0,-12-24 153 0 0,-2-17-79 0 0,29 44 1 0 0,7 11-2004 0 0,-50-82 432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37.9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71 99 8290 0 0,'-8'1'171'0'0,"-27"4"1159"0"0,34-5-1078 0 0,-1 0 0 0 0,1 0-1 0 0,0 0 1 0 0,0 0 0 0 0,0 0-1 0 0,0 0 1 0 0,-1 0 0 0 0,1 0-1 0 0,0-1 1 0 0,0 1 0 0 0,0 0-1 0 0,0-1 1 0 0,0 1 0 0 0,0-1 0 0 0,0 1-1 0 0,0-1 1 0 0,0 0 0 0 0,0 1-1 0 0,0-1 1 0 0,0 0 0 0 0,0 0-1 0 0,0 1 1 0 0,1-1 0 0 0,-2-2-1 0 0,2 2-106 0 0,0 0-1 0 0,0 0 1 0 0,0 0 0 0 0,0 0-1 0 0,1 0 1 0 0,-1 1-1 0 0,0-1 1 0 0,1 0-1 0 0,-1 0 1 0 0,0 0-1 0 0,1 0 1 0 0,-1 0-1 0 0,1 0 1 0 0,0 1-1 0 0,-1-1 1 0 0,1 0-1 0 0,0 0 1 0 0,-1 1-1 0 0,1-1 1 0 0,0 1-1 0 0,0-1 1 0 0,-1 0-1 0 0,1 1 1 0 0,0 0-1 0 0,2-2 1 0 0,24-13 845 0 0,-25 15-917 0 0,22-11 129 0 0,2 2 0 0 0,0 0-1 0 0,0 2 1 0 0,0 1-1 0 0,53-5 1 0 0,-47 8-687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4.4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64 272 3225 0 0,'-21'-80'2965'0'0,"15"61"-2023"0"0,0 1-1 0 0,1-1 1 0 0,1 0-1 0 0,1 0 0 0 0,1-1 1 0 0,1 1-1 0 0,4-39 2229 0 0,-3 58-3122 0 0,3 11 707 0 0,1 13-295 0 0,-16 222 2496 0 0,-1-51-2433 0 0,13-130-485 0 0,6 1009 90 0 0,22-782-59 0 0,-13-168-56 0 0,-12-93-201 0 0,-2 0 0 0 0,0 0 0 0 0,-2 0 0 0 0,-2-1 0 0 0,-12 59 0 0 0,9-67-756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5.0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806 54 5985 0 0,'-11'-7'261'0'0,"1"0"-1"0"0,0 1 1 0 0,-1 0-1 0 0,0 1 1 0 0,-1 1-1 0 0,1 0 1 0 0,-1 0-1 0 0,1 1 1 0 0,-1 0-1 0 0,0 1 1 0 0,0 1-1 0 0,-1 0 1 0 0,1 0 0 0 0,0 1-1 0 0,0 1 1 0 0,0 0-1 0 0,0 1 1 0 0,0 0-1 0 0,-16 5 1 0 0,7 0 51 0 0,1 1 0 0 0,-1 0-1 0 0,2 2 1 0 0,-1 0 0 0 0,1 2 0 0 0,1 0 0 0 0,0 1 0 0 0,1 0 0 0 0,-30 31 0 0 0,11-4-72 0 0,1 1 0 0 0,3 2 0 0 0,1 1 0 0 0,2 2 0 0 0,3 1 0 0 0,1 0 0 0 0,2 2 0 0 0,3 1 0 0 0,2 1 0 0 0,2 0 0 0 0,2 1 0 0 0,3 1-1 0 0,-10 105 1 0 0,20-134-223 0 0,1 0 0 0 0,1 1 0 0 0,1-1 0 0 0,1 0 0 0 0,1-1 0 0 0,1 1 0 0 0,1-1 0 0 0,1 0 0 0 0,1 0 0 0 0,2-1 0 0 0,0 0 0 0 0,1 0 0 0 0,1-1 0 0 0,0-1 0 0 0,2 0 0 0 0,1-1 0 0 0,0 0 0 0 0,1-1 0 0 0,1-1 0 0 0,30 24 0 0 0,-2-10 23 0 0,0-1 0 0 0,2-3 1 0 0,1-1-1 0 0,1-3 0 0 0,1-2 1 0 0,1-2-1 0 0,1-2 1 0 0,1-3-1 0 0,0-2 0 0 0,0-2 1 0 0,1-2-1 0 0,0-3 1 0 0,102-3-1 0 0,-134-4 36 0 0,0 0-1 0 0,0-1 1 0 0,0-1-1 0 0,0-1 1 0 0,-1-1-1 0 0,0-1 1 0 0,0-1 0 0 0,-1 0-1 0 0,0-2 1 0 0,0 0-1 0 0,-1-2 1 0 0,-1 0-1 0 0,0-1 1 0 0,0 0 0 0 0,-1-2-1 0 0,-1 0 1 0 0,-1-1-1 0 0,0 0 1 0 0,-1-1-1 0 0,0-1 1 0 0,-2 0 0 0 0,0-1-1 0 0,-1-1 1 0 0,-1 1-1 0 0,-1-1 1 0 0,9-29-1 0 0,-5-2 136 0 0,-2-1 0 0 0,-2-1 0 0 0,3-66 0 0 0,-14-159 514 0 0,1 241-631 0 0,-3-1 0 0 0,-1 1-1 0 0,-2 0 1 0 0,-16-54 0 0 0,17 76-96 0 0,0-1-1 0 0,-1 1 1 0 0,0 1 0 0 0,-1-1-1 0 0,-1 1 1 0 0,-1 1 0 0 0,1 0-1 0 0,-2 0 1 0 0,0 1 0 0 0,0 0-1 0 0,-1 1 1 0 0,-23-17 0 0 0,2 6-243 0 0,-1 1 0 0 0,-1 2 0 0 0,0 1 1 0 0,-1 2-1 0 0,-1 2 0 0 0,-1 1 0 0 0,-50-11 1 0 0,78 22 43 0 0,0 1 0 0 0,0 0 1 0 0,0 1-1 0 0,-1 0 0 0 0,1 0 1 0 0,0 1-1 0 0,0 0 0 0 0,0 1 1 0 0,0 0-1 0 0,0 1 1 0 0,1 0-1 0 0,-13 5 0 0 0,-9 9-832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5.4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60 7370 0 0,'-2'-4'126'0'0,"-6"-24"2050"0"0,8 26-1739 0 0,-1 0 1 0 0,1 0 0 0 0,0 0 0 0 0,0 0 0 0 0,0 0 0 0 0,0 0-1 0 0,0 0 1 0 0,0 0 0 0 0,0 0 0 0 0,1 1 0 0 0,-1-1-1 0 0,2-2 1 0 0,-2 4-349 0 0,0 0 0 0 0,1 0 0 0 0,-1 0-1 0 0,1 0 1 0 0,-1 0 0 0 0,1 0 0 0 0,-1 0-1 0 0,0 1 1 0 0,1-1 0 0 0,-1 0 0 0 0,0 0-1 0 0,1 1 1 0 0,-1-1 0 0 0,0 0 0 0 0,1 0-1 0 0,-1 1 1 0 0,0-1 0 0 0,1 0 0 0 0,-1 1-1 0 0,0-1 1 0 0,0 0 0 0 0,1 1 0 0 0,-1-1-1 0 0,0 1 1 0 0,0-1 0 0 0,0 0 0 0 0,0 1-1 0 0,0-1 1 0 0,0 1 0 0 0,1-1 0 0 0,-1 1-1 0 0,0-1 1 0 0,0 1 0 0 0,7 17 483 0 0,3 17-233 0 0,-1 1 1 0 0,-2-1-1 0 0,-2 1 0 0 0,-1 0 0 0 0,-1 41 0 0 0,11 83-2878 0 0,-11-145 854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5.8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110 175 920 0 0,'-3'-11'171'0'0,"-7"-28"1037"0"0,10 38-1151 0 0,0-1 1 0 0,-1 1-1 0 0,1 0 1 0 0,-1-1-1 0 0,1 1 1 0 0,-1 0-1 0 0,1-1 1 0 0,-1 1-1 0 0,0 0 1 0 0,0 0-1 0 0,0 0 1 0 0,1 0-1 0 0,-1 0 1 0 0,0 0-1 0 0,0 0 1 0 0,-1 0-1 0 0,1 0 1 0 0,0 0-1 0 0,0 1 1 0 0,-3-2-1 0 0,3 2 74 0 0,0 0-1 0 0,0 0 1 0 0,-1 1 0 0 0,1-1-1 0 0,0 0 1 0 0,0 1 0 0 0,0-1-1 0 0,-1 1 1 0 0,1-1 0 0 0,0 1-1 0 0,0 0 1 0 0,0-1 0 0 0,0 1 0 0 0,0 0-1 0 0,0 0 1 0 0,0 0 0 0 0,1 0-1 0 0,-1 0 1 0 0,0 0 0 0 0,0 0-1 0 0,0 1 1 0 0,-17 29 1171 0 0,13-21-890 0 0,2-4-217 0 0,-20 37 1229 0 0,22-41-1366 0 0,0 0 1 0 0,0 1-1 0 0,1-1 0 0 0,-1 0 1 0 0,0 1-1 0 0,1-1 1 0 0,0 1-1 0 0,-1-1 0 0 0,1 1 1 0 0,0-1-1 0 0,0 1 0 0 0,1-1 1 0 0,-1 1-1 0 0,0-1 1 0 0,1 0-1 0 0,1 4 0 0 0,-2-5-56 0 0,1-1-1 0 0,-1 1 0 0 0,1-1 1 0 0,-1 0-1 0 0,1 0 0 0 0,-1 1 1 0 0,1-1-1 0 0,0 0 0 0 0,-1 0 1 0 0,1 0-1 0 0,0 1 0 0 0,-1-1 1 0 0,1 0-1 0 0,-1 0 0 0 0,1 0 1 0 0,0 0-1 0 0,-1 0 1 0 0,1 0-1 0 0,0 0 0 0 0,-1-1 1 0 0,1 1-1 0 0,0 0 0 0 0,-1 0 1 0 0,1 0-1 0 0,-1-1 0 0 0,1 1 1 0 0,0 0-1 0 0,-1 0 0 0 0,1-1 1 0 0,-1 1-1 0 0,1-1 0 0 0,-1 1 1 0 0,1-1-1 0 0,-1 1 0 0 0,0 0 1 0 0,1-2-1 0 0,22-16 29 0 0,-23 17-30 0 0,17-16 787 0 0,-2-1 0 0 0,25-37 0 0 0,-32 41-284 0 0,1 1-1 0 0,0 0 0 0 0,1 1 0 0 0,0 0 1 0 0,1 1-1 0 0,0 0 0 0 0,1 0 1 0 0,25-16-1 0 0,-34 25-320 0 0,0 0 0 0 0,0 1 0 0 0,0-1 0 0 0,1 1 0 0 0,-1 0 0 0 0,1 0 1 0 0,-1 0-1 0 0,1 0 0 0 0,0 0 0 0 0,-1 1 0 0 0,1 0 0 0 0,0 0 0 0 0,-1 0 0 0 0,6 0 0 0 0,-6 1-139 0 0,0 0 0 0 0,0 1 0 0 0,-1-1 0 0 0,1 0-1 0 0,-1 1 1 0 0,1-1 0 0 0,-1 1 0 0 0,1 0 0 0 0,-1 0-1 0 0,0 0 1 0 0,0 0 0 0 0,0 0 0 0 0,0 1 0 0 0,0-1-1 0 0,-1 0 1 0 0,1 1 0 0 0,-1-1 0 0 0,2 5 0 0 0,11 24-64 0 0,14 40 0 0 0,5 14-2357 0 0,-18-54-4412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6.4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63 5529 0 0,'0'-5'763'0'0,"0"1"1"0"0,0-1-1 0 0,0 0 0 0 0,1 0 1 0 0,0 0-1 0 0,0 1 0 0 0,0-1 0 0 0,1 0 1 0 0,-1 1-1 0 0,1-1 0 0 0,4-5 0 0 0,-6 10-640 0 0,1 0-1 0 0,-1 1 1 0 0,1-1-1 0 0,-1 0 1 0 0,1 1-1 0 0,-1-1 1 0 0,1 1-1 0 0,-1-1 0 0 0,1 1 1 0 0,-1-1-1 0 0,0 1 1 0 0,1-1-1 0 0,-1 1 1 0 0,0-1-1 0 0,1 1 0 0 0,-1-1 1 0 0,0 1-1 0 0,0-1 1 0 0,1 1-1 0 0,-1 0 1 0 0,0-1-1 0 0,0 1 0 0 0,0-1 1 0 0,0 2-1 0 0,5 16 500 0 0,9 47 341 0 0,8 124 0 0 0,-16 70-904 0 0,-1-47 45 0 0,20 99-31 0 0,2 59-18 0 0,-25-197-52 0 0,17 248 61 0 0,2-293 191 0 0,-17-112-206 0 0,0-1 0 0 0,1 0 0 0 0,0 0 0 0 0,2-1 0 0 0,-1 1 0 0 0,11 14 0 0 0,-15-26-75 0 0,0-1 0 0 0,0 1 1 0 0,0-1-1 0 0,0 0 1 0 0,1 1-1 0 0,-1-1 1 0 0,1 0-1 0 0,-1 0 1 0 0,1-1-1 0 0,-1 1 1 0 0,1-1-1 0 0,0 1 1 0 0,0-1-1 0 0,0 0 1 0 0,0 0-1 0 0,3 1 0 0 0,-2-2-260 0 0,-1 1-1 0 0,0-1 1 0 0,0 0-1 0 0,1 0 1 0 0,-1 0-1 0 0,0-1 1 0 0,0 1-1 0 0,1-1 1 0 0,-1 1-1 0 0,3-3 0 0 0,12-4-6177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7.5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37 2761 0 0,'-11'5'225'0'0,"9"-4"-107"0"0,1-1 1 0 0,-1 1 0 0 0,0 0-1 0 0,1 0 1 0 0,-1 0 0 0 0,0 0-1 0 0,1 0 1 0 0,-1 0 0 0 0,1 0-1 0 0,0 0 1 0 0,-1 1 0 0 0,0 1-1 0 0,1-2-70 0 0,1 1 1 0 0,0-1-1 0 0,-1 0 0 0 0,1 1 0 0 0,0-1 0 0 0,0 1 0 0 0,0-1 0 0 0,0 1 0 0 0,1-1 0 0 0,-1 1 0 0 0,0-1 0 0 0,0 1 0 0 0,1-1 0 0 0,-1 1 0 0 0,1-1 0 0 0,0 1 0 0 0,-1-1 0 0 0,1 0 0 0 0,1 3 0 0 0,0-2 93 0 0,0 1 0 0 0,0 0 0 0 0,0 0 0 0 0,0-1-1 0 0,1 1 1 0 0,-1-1 0 0 0,1 0 0 0 0,-1 0 0 0 0,1 0 0 0 0,0 0 0 0 0,0 0-1 0 0,0-1 1 0 0,0 1 0 0 0,0-1 0 0 0,0 0 0 0 0,0 1 0 0 0,1-2-1 0 0,-1 1 1 0 0,0 0 0 0 0,1-1 0 0 0,-1 1 0 0 0,0-1 0 0 0,1 0 0 0 0,4-1-1 0 0,10 0 740 0 0,0-1 0 0 0,0 0 0 0 0,24-8-1 0 0,-28 7-324 0 0,10-4 40 0 0,-15 4-408 0 0,0 1 0 0 0,0 0 0 0 0,0 0 0 0 0,14 0 0 0 0,-24 5-110 0 0,1-1 0 0 0,-1 1 0 0 0,0-1 1 0 0,1 1-1 0 0,-1 0 0 0 0,0-1 0 0 0,-1 1 1 0 0,1-1-1 0 0,0 0 0 0 0,-4 4 0 0 0,1-1 295 0 0,-6 4 873 0 0,10-9-1216 0 0,0 0 0 0 0,0 0-1 0 0,0 0 1 0 0,0 0 0 0 0,0 0 0 0 0,-1 1 0 0 0,1-1 0 0 0,0 0 0 0 0,0 0-1 0 0,0 0 1 0 0,0 0 0 0 0,0 0 0 0 0,0 1 0 0 0,0-1 0 0 0,0 0 0 0 0,0 0-1 0 0,0 0 1 0 0,0 0 0 0 0,0 0 0 0 0,0 1 0 0 0,0-1 0 0 0,1 0 0 0 0,-1 0-1 0 0,0 0 1 0 0,0 0 0 0 0,0 0 0 0 0,0 1 0 0 0,0-1 0 0 0,0 0-1 0 0,0 0 1 0 0,0 0 0 0 0,0 0 0 0 0,0 0 0 0 0,1 0 0 0 0,-1 0 0 0 0,0 0-1 0 0,0 1 1 0 0,0-1 0 0 0,0 0 0 0 0,0 0 0 0 0,0 0 0 0 0,1 0 0 0 0,-1 0-1 0 0,0 0 1 0 0,0 0 0 0 0,0 0 0 0 0,0 0 0 0 0,0 0 0 0 0,1 0 0 0 0,-1 0-1 0 0,0 0 1 0 0,0 0 0 0 0,0 0 0 0 0,0 0 0 0 0,0 0 0 0 0,1 0 0 0 0,-1 0-1 0 0,0 0 1 0 0,0 0 0 0 0,0 0 0 0 0,0 0 0 0 0,0 0 0 0 0,0 0-1 0 0,1-1 1 0 0,-1 1 0 0 0,0 0 0 0 0,0 0 0 0 0,0 0 0 0 0,176-22 336 0 0,520-47 249 0 0,-435 40-361 0 0,474 11 0 0 0,-693 20-257 0 0,110 7-44 0 0,-133-7 42 0 0,1 2 0 0 0,-1 0 0 0 0,0 1 0 0 0,-1 1 0 0 0,30 13 0 0 0,-38-14-201 0 0,0 1 0 0 0,-1 0-1 0 0,0 1 1 0 0,0 0-1 0 0,14 15 1 0 0,-19-18-893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7.8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 14 5353 0 0,'-13'-14'5996'0'0,"13"15"-5909"0"0,-1 16 4834 0 0,3-3-4777 0 0,14 67 2540 0 0,12 155 0 0 0,-20 85-1494 0 0,5 75-952 0 0,43-8-1034 0 0,-47-344-812 0 0,-3 0 0 0 0,2 50 0 0 0,-9-57-4931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8.4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0 4145 0 0,'-2'19'2148'0'0,"1"-16"-1753"0"0,1-1 1 0 0,-1 0-1 0 0,1 0 1 0 0,0 1-1 0 0,-1-1 1 0 0,1 1-1 0 0,0-1 1 0 0,1 0-1 0 0,-1 3 1 0 0,1-4-354 0 0,-1 0 1 0 0,1 0 0 0 0,0 0-1 0 0,-1 0 1 0 0,1 0 0 0 0,0-1-1 0 0,-1 1 1 0 0,1 0 0 0 0,0-1-1 0 0,0 1 1 0 0,-1 0 0 0 0,1-1-1 0 0,0 1 1 0 0,0-1 0 0 0,0 1-1 0 0,0-1 1 0 0,0 0 0 0 0,0 1-1 0 0,0-1 1 0 0,0 0 0 0 0,0 0-1 0 0,0 1 1 0 0,0-1 0 0 0,0 0-1 0 0,0 0 1 0 0,2 0 0 0 0,61-2-31 0 0,-43 1-14 0 0,38 2 0 0 0,-53 0 2 0 0,0-1-1 0 0,0 1 1 0 0,0 1-1 0 0,-1-1 1 0 0,1 1-1 0 0,0 0 1 0 0,-1 1-1 0 0,1-1 0 0 0,-1 1 1 0 0,9 6-1 0 0,-13-8 0 0 0,0 0 0 0 0,0 0 0 0 0,0 0 0 0 0,0 0 0 0 0,0 1 0 0 0,-1-1 0 0 0,1 0 0 0 0,0 0 0 0 0,-1 0 0 0 0,1 1 0 0 0,-1-1 0 0 0,0 0 0 0 0,1 1 0 0 0,-1-1-1 0 0,0 0 1 0 0,0 1 0 0 0,0-1 0 0 0,0 1 0 0 0,0-1 0 0 0,0 0 0 0 0,0 1 0 0 0,0-1 0 0 0,0 0 0 0 0,-1 1 0 0 0,1-1 0 0 0,-1 0 0 0 0,1 1 0 0 0,-1-1 0 0 0,1 0 0 0 0,-1 0-1 0 0,0 0 1 0 0,-1 2 0 0 0,-4 7-11 0 0,0-1 0 0 0,-1 0 0 0 0,-9 9 0 0 0,7-8 7 0 0,-50 54 50 0 0,34-37 9 0 0,-29 38-1 0 0,52-63-41 0 0,1 0 0 0 0,-1 0-1 0 0,1 0 1 0 0,0 0-1 0 0,0 0 1 0 0,0 1 0 0 0,0-1-1 0 0,0 1 1 0 0,0 3-1 0 0,1-5-2 0 0,0 0 0 0 0,-1 0 0 0 0,2 0 0 0 0,-1 0 0 0 0,0 0 0 0 0,0 0 0 0 0,0 0-1 0 0,0 0 1 0 0,1 0 0 0 0,-1-1 0 0 0,0 1 0 0 0,1 0 0 0 0,-1 0 0 0 0,1 0-1 0 0,-1 0 1 0 0,1-1 0 0 0,-1 1 0 0 0,2 1 0 0 0,1 1 92 0 0,1-1 0 0 0,0 0-1 0 0,0 1 1 0 0,0-1 0 0 0,0-1 0 0 0,0 1 0 0 0,1 0 0 0 0,6 0 0 0 0,-5 0 275 0 0,-1 0 0 0 0,1 0 0 0 0,0 0 0 0 0,10 6 0 0 0,-15-7-360 0 0,0 1-1 0 0,0-1 0 0 0,0 0 1 0 0,-1 1-1 0 0,1-1 1 0 0,0 1-1 0 0,-1-1 1 0 0,1 1-1 0 0,-1-1 1 0 0,1 1-1 0 0,-1 0 0 0 0,1-1 1 0 0,-1 1-1 0 0,0 0 1 0 0,0-1-1 0 0,0 1 1 0 0,0 0-1 0 0,0-1 1 0 0,0 1-1 0 0,-1 0 0 0 0,1-1 1 0 0,-1 1-1 0 0,1-1 1 0 0,-1 1-1 0 0,1-1 1 0 0,-1 1-1 0 0,-1 1 1 0 0,-20 42 133 0 0,11-27 59 0 0,1 0 1 0 0,-15 39 0 0 0,23-53-171 0 0,1 0 1 0 0,-1 0-1 0 0,1 1 1 0 0,0-1-1 0 0,0 0 1 0 0,1 1-1 0 0,-1-1 1 0 0,1 1-1 0 0,0-1 1 0 0,0 0-1 0 0,0 1 1 0 0,1-1-1 0 0,-1 1 1 0 0,1-1 0 0 0,0 0-1 0 0,1 1 1 0 0,-1-1-1 0 0,1 0 1 0 0,0 0-1 0 0,4 7 1 0 0,-2-8-155 0 0,0 1 0 0 0,0-1 0 0 0,1-1 0 0 0,-1 1 0 0 0,1-1 0 0 0,0 1 1 0 0,0-1-1 0 0,0-1 0 0 0,0 1 0 0 0,0-1 0 0 0,0 1 0 0 0,0-2 0 0 0,0 1 1 0 0,1 0-1 0 0,4-1 0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2:59.3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1726 0 920 0 0,'11'10'12640'0'0,"-4"0"-12017"0"0,-1 1 0 0 0,0-1 0 0 0,-1 1 0 0 0,0 0 0 0 0,-1 0-1 0 0,0 1 1 0 0,0-1 0 0 0,-1 1 0 0 0,2 19 0 0 0,6 120 344 0 0,-10-102-490 0 0,10 118-394 0 0,-2-31 17 0 0,-10 187 1 0 0,-22 312-57 0 0,15-269-24 0 0,-12-136 4 0 0,0-12 17 0 0,19-171-33 0 0,2 0-1 0 0,10 79 1 0 0,-5-89 61 0 0,1 0 0 0 0,2 0 1 0 0,1 0-1 0 0,2-1 0 0 0,1-1 1 0 0,2 0-1 0 0,2-1 0 0 0,31 48 1 0 0,-45-78-7 0 0,0 1 1 0 0,0-1-1 0 0,0 1 1 0 0,-1 0-1 0 0,0 0 1 0 0,0 0-1 0 0,0 1 1 0 0,0-1-1 0 0,-1 0 1 0 0,0 1-1 0 0,0-1 1 0 0,0 1-1 0 0,-1-1 0 0 0,0 7 1 0 0,-1-11-70 0 0,-1 0 0 0 0,0 0 0 0 0,1 0 0 0 0,-1 0 0 0 0,1-1 0 0 0,-1 1 0 0 0,0 0 0 0 0,1-1 0 0 0,-1 0 0 0 0,0 1 0 0 0,0-1 0 0 0,1 0 1 0 0,-1 0-1 0 0,0 0 0 0 0,-2 0 0 0 0,3 0 5 0 0,-3 1 1 0 0,-31 4 35 0 0,1-1 0 0 0,-1-2 1 0 0,0-2-1 0 0,-41-3 0 0 0,28-2 37 0 0,0 2 0 0 0,-1 2 0 0 0,1 2 0 0 0,0 2 0 0 0,-81 17 0 0 0,56-7 39 0 0,0-3-1 0 0,-1-3 1 0 0,-102-3 0 0 0,10-7 43 0 0,1 8-1 0 0,-282 45 1 0 0,427-47-329 0 0,0-1 0 0 0,0 0 0 0 0,-25-2 0 0 0,23-2-109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0.5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1 111 5985 0 0,'0'1'67'0'0,"0"1"0"0"0,0-1-1 0 0,0 1 1 0 0,0-1 0 0 0,1 1-1 0 0,-1 0 1 0 0,0-1 0 0 0,1 0-1 0 0,-1 1 1 0 0,1-1 0 0 0,0 1-1 0 0,0-1 1 0 0,-1 0 0 0 0,1 1 0 0 0,0-1-1 0 0,0 0 1 0 0,0 0 0 0 0,0 0-1 0 0,0 1 1 0 0,2 0 0 0 0,0 0 29 0 0,0 0 1 0 0,1-1 0 0 0,-1 1-1 0 0,0-1 1 0 0,0 0 0 0 0,1 0-1 0 0,-1 0 1 0 0,0 0 0 0 0,4 0 0 0 0,10 0 240 0 0,-1 0 1 0 0,0-2 0 0 0,20-1 0 0 0,-27 1-133 0 0,621-27 5211 0 0,-260 17-3121 0 0,-125-18-2262 0 0,-11 0-2 0 0,-214 31-352 0 0,-7-1-131 0 0,-13-1 447 0 0,0 0 0 0 0,0 0 1 0 0,1 0-1 0 0,-1 0 0 0 0,0 0 0 0 0,0 0 1 0 0,0 0-1 0 0,0 0 0 0 0,0 0 0 0 0,0 0 1 0 0,0 0-1 0 0,1 0 0 0 0,-1 0 0 0 0,0 0 1 0 0,0 0-1 0 0,0 0 0 0 0,0 0 0 0 0,0 0 1 0 0,0 0-1 0 0,0 0 0 0 0,1 0 0 0 0,-1 0 1 0 0,0 0-1 0 0,0 0 0 0 0,0-1 0 0 0,0 1 1 0 0,0 0-1 0 0,0 0 0 0 0,0 0 0 0 0,0 0 1 0 0,0 0-1 0 0,0 0 0 0 0,0 0 0 0 0,0-1 1 0 0,0 1-1 0 0,0 0 0 0 0,0 0 0 0 0,0 0 1 0 0,1 0-1 0 0,-1 0 0 0 0,0 0 0 0 0,0 0 1 0 0,0-1-1 0 0,-1 1 0 0 0,1 0 1 0 0,0 0-1 0 0,0 0 0 0 0,0 0 0 0 0,0 0 1 0 0,0 0-1 0 0,0 0 0 0 0,0-1 0 0 0,0 1 1 0 0,0 0-1 0 0,0 0 0 0 0,0 0 0 0 0,0 0 1 0 0,0-1-115 0 0,-21-18-144 0 0,20 18 272 0 0,0 0-1 0 0,0 0 1 0 0,-1 1-1 0 0,1-1 0 0 0,-1 0 1 0 0,1 0-1 0 0,0 1 1 0 0,-1-1-1 0 0,1 1 1 0 0,-1-1-1 0 0,1 1 1 0 0,-1 0-1 0 0,1 0 1 0 0,-1 0-1 0 0,0-1 0 0 0,1 2 1 0 0,-1-1-1 0 0,1 0 1 0 0,-1 0-1 0 0,1 0 1 0 0,-1 1-1 0 0,1-1 1 0 0,-1 0-1 0 0,-2 2 1 0 0,3-1 13 0 0,0 1 0 0 0,0-1 0 0 0,0 1 0 0 0,1-1 0 0 0,-1 1 0 0 0,0-1 0 0 0,1 1 0 0 0,-1-1 0 0 0,1 1 0 0 0,-1-1 0 0 0,1 1 0 0 0,0 0 0 0 0,-1-1 0 0 0,1 1 0 0 0,0 0 1 0 0,0-1-1 0 0,0 1 0 0 0,1 0 0 0 0,-1-1 0 0 0,0 1 0 0 0,1 0 0 0 0,0 1 0 0 0,2 13 114 0 0,1-1 0 0 0,0 0 0 0 0,2 0 0 0 0,11 24 0 0 0,-16-35-109 0 0,1-1-1 0 0,0 1 0 0 0,0-1 1 0 0,0 1-1 0 0,1-1 0 0 0,-1 1 0 0 0,1-1 1 0 0,0 0-1 0 0,0 0 0 0 0,0-1 0 0 0,0 1 1 0 0,1-1-1 0 0,-1 1 0 0 0,1-1 0 0 0,-1 0 1 0 0,1 0-1 0 0,0-1 0 0 0,0 1 1 0 0,0-1-1 0 0,0 0 0 0 0,0 0 0 0 0,0 0 1 0 0,5 0-1 0 0,-8 0-25 0 0,0-1 1 0 0,1 0-1 0 0,-1 0 0 0 0,0-1 1 0 0,1 1-1 0 0,-1 0 1 0 0,0 0-1 0 0,1-1 0 0 0,-1 1 1 0 0,0-1-1 0 0,1 1 0 0 0,-1-1 1 0 0,0 1-1 0 0,0-1 1 0 0,0 0-1 0 0,1 0 0 0 0,-1 0 1 0 0,0 1-1 0 0,0-1 1 0 0,0 0-1 0 0,0 0 0 0 0,-1 0 1 0 0,1-1-1 0 0,1 0 0 0 0,-1-1 6 0 0,0 0 1 0 0,0 1-1 0 0,0-1 0 0 0,-1 0 0 0 0,1 1 0 0 0,-1-1 0 0 0,0 0 0 0 0,1 0 0 0 0,-1 0 0 0 0,-1 0 0 0 0,1-3 0 0 0,-2-6 34 0 0,-1 1 0 0 0,0 0 0 0 0,0 0 0 0 0,-10-20 0 0 0,9 20 42 0 0,-1 1 0 0 0,-1 0 0 0 0,0 0 0 0 0,0 1 0 0 0,-1 0 0 0 0,-9-10 0 0 0,14 17-68 0 0,1 0 0 0 0,-1 1 0 0 0,-1-1 0 0 0,1 1 0 0 0,0-1 0 0 0,0 1 0 0 0,0 0 0 0 0,-1 0 0 0 0,1 0 0 0 0,-1 0 0 0 0,1 0 0 0 0,-1 0 0 0 0,1 1 0 0 0,-1-1 0 0 0,0 1 0 0 0,1-1 0 0 0,-1 1 0 0 0,1 0 0 0 0,-1 0 0 0 0,0 1 0 0 0,1-1 0 0 0,-1 0 0 0 0,1 1 0 0 0,-1 0 0 0 0,0-1 0 0 0,1 1 0 0 0,0 0 0 0 0,-1 0 0 0 0,1 1 0 0 0,0-1 0 0 0,-1 0 0 0 0,-2 3 0 0 0,-1 0-29 0 0,1 0 0 0 0,-1 1 0 0 0,1-1 0 0 0,0 1 0 0 0,0 0 0 0 0,1 1 0 0 0,-1-1 0 0 0,1 1 0 0 0,-3 6 0 0 0,6-11 8 0 0,0 1 0 0 0,0-1 0 0 0,1 1 1 0 0,-1-1-1 0 0,1 1 0 0 0,-1 0 1 0 0,1-1-1 0 0,0 1 0 0 0,0 0 1 0 0,-1-1-1 0 0,1 1 0 0 0,1 0 1 0 0,-1 0-1 0 0,0-1 0 0 0,0 1 1 0 0,0 0-1 0 0,1 1 0 0 0,0-1 3 0 0,1 0 0 0 0,-1 0-1 0 0,0-1 1 0 0,0 1 0 0 0,1-1 0 0 0,-1 1-1 0 0,0-1 1 0 0,1 1 0 0 0,0-1 0 0 0,-1 0-1 0 0,1 0 1 0 0,0 1 0 0 0,0-1 0 0 0,0-1 0 0 0,-1 1-1 0 0,1 0 1 0 0,4 1 0 0 0,0-1 0 0 0,0 1 1 0 0,0-1-1 0 0,0 0 1 0 0,0 0-1 0 0,1-1 1 0 0,-1 0-1 0 0,0 0 1 0 0,1 0-1 0 0,-1-1 1 0 0,0 0-1 0 0,0 0 1 0 0,0-1-1 0 0,0 0 1 0 0,0 0-1 0 0,0 0 1 0 0,10-6-1 0 0,-12 6 11 0 0,0 0-1 0 0,0-1 0 0 0,0 1 0 0 0,0-1 1 0 0,0 0-1 0 0,-1-1 0 0 0,0 1 1 0 0,1 0-1 0 0,-1-1 0 0 0,-1 0 1 0 0,1 0-1 0 0,0 0 0 0 0,-1 0 0 0 0,0 0 1 0 0,0 0-1 0 0,0-1 0 0 0,0 1 1 0 0,-1-1-1 0 0,0 1 0 0 0,0-1 1 0 0,0 1-1 0 0,0-10 0 0 0,0 14-52 0 0,-1-1-1 0 0,0 1 1 0 0,0-1-1 0 0,0 1 1 0 0,0-1-1 0 0,0 0 1 0 0,0 1-1 0 0,-1-1 1 0 0,1 1-1 0 0,0-1 1 0 0,0 1-1 0 0,0-1 1 0 0,0 1-1 0 0,-1-1 1 0 0,1 1-1 0 0,0-1 1 0 0,-1 1 0 0 0,1-1-1 0 0,0 1 1 0 0,-1-1-1 0 0,1 1 1 0 0,0-1-1 0 0,-1 1 1 0 0,1 0-1 0 0,-1-1 1 0 0,1 1-1 0 0,-1 0 1 0 0,1-1-1 0 0,-1 1 1 0 0,1 0-1 0 0,-1 0 1 0 0,1-1-1 0 0,-1 1 1 0 0,1 0-1 0 0,-1 0 1 0 0,1 0-1 0 0,-1 0 1 0 0,0 0-1 0 0,1 0 1 0 0,-1 0-1 0 0,1 0 1 0 0,-1 0-1 0 0,1 0 1 0 0,-1 0 0 0 0,0 0-1 0 0,1 0 1 0 0,-2 1-1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1.3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120 51 2304 0 0,'-50'27'1027'0'0,"41"-22"-198"0"0,1 1 0 0 0,0 0 0 0 0,0 0-1 0 0,0 0 1 0 0,1 1 0 0 0,-9 12 0 0 0,15-19-725 0 0,1 0 1 0 0,-1 1-1 0 0,1-1 1 0 0,0 0-1 0 0,-1 1 1 0 0,1-1 0 0 0,0 1-1 0 0,-1-1 1 0 0,1 1-1 0 0,0-1 1 0 0,0 1-1 0 0,-1-1 1 0 0,1 1 0 0 0,0-1-1 0 0,0 1 1 0 0,0-1-1 0 0,0 1 1 0 0,0-1-1 0 0,0 1 1 0 0,0-1 0 0 0,0 1-1 0 0,0-1 1 0 0,0 1-1 0 0,0 0 1 0 0,0-1-1 0 0,0 1 1 0 0,0-1-1 0 0,0 1 1 0 0,0-1 0 0 0,1 1-1 0 0,-1-1 1 0 0,0 1-1 0 0,0-1 1 0 0,1 1-1 0 0,-1-1 1 0 0,2 1 39 0 0,-1 0 0 0 0,1 0 1 0 0,-1 0-1 0 0,1-1 0 0 0,-1 1 0 0 0,1-1 0 0 0,-1 1 1 0 0,1-1-1 0 0,-1 0 0 0 0,1 0 0 0 0,3 1 0 0 0,46-5 1490 0 0,-49 4-1474 0 0,230-43 4033 0 0,-26 3-3012 0 0,-57 25-912 0 0,224 5 0 0 0,-299 10-189 0 0,369 15-69 0 0,-132-3 47 0 0,-302-11-57 0 0,7-1 28 0 0,1 1 1 0 0,0-2-1 0 0,-1 0 0 0 0,25-6 0 0 0,-40 7-24 0 0,0 0 0 0 0,-1 0 1 0 0,1 0-1 0 0,0 0 0 0 0,0 0 1 0 0,-1-1-1 0 0,1 1 0 0 0,0 0 0 0 0,0-1 1 0 0,-1 1-1 0 0,1-1 0 0 0,0 1 0 0 0,-1-1 1 0 0,1 1-1 0 0,0-1 0 0 0,-1 1 1 0 0,1-1-1 0 0,-1 0 0 0 0,1 1 0 0 0,-1-1 1 0 0,1 0-1 0 0,-1 1 0 0 0,0-1 1 0 0,1 0-1 0 0,-1 1 0 0 0,1-3 0 0 0,-1 2-32 0 0,0 0-1 0 0,-1-1 1 0 0,1 1-1 0 0,0 0 0 0 0,-1 0 1 0 0,1-1-1 0 0,0 1 0 0 0,-1 0 1 0 0,0 0-1 0 0,1 0 1 0 0,-1 0-1 0 0,0 0 0 0 0,1 0 1 0 0,-1 0-1 0 0,-1-1 1 0 0,-2-3-715 0 0,-1 0 0 0 0,0 1 1 0 0,0 0-1 0 0,0 0 0 0 0,-10-6 1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1.5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3 1840 0 0,'-2'-2'742'0'0,"2"2"-668"0"0,0 0 0 0 0,0 0 0 0 0,0 0 0 0 0,0 0 0 0 0,-1 0 0 0 0,1 0 0 0 0,0 0 1 0 0,0 0-1 0 0,0 0 0 0 0,-1 0 0 0 0,1 0 0 0 0,0 0 0 0 0,0 0 0 0 0,0 0 0 0 0,-1 0 0 0 0,1 0 1 0 0,0 0-1 0 0,-3 1 1037 0 0,3 0-1036 0 0,-5 10 2874 0 0,2 7-1422 0 0,3-4-1020 0 0,0 0 0 0 0,0 0 0 0 0,1 0 0 0 0,1 0 0 0 0,1 0 0 0 0,0-1 0 0 0,0 1 0 0 0,1-1 0 0 0,7 14 0 0 0,-9-23-346 0 0,0 0-1 0 0,0 0 0 0 0,1 0 0 0 0,-1-1 0 0 0,1 0 0 0 0,0 1 0 0 0,0-1 0 0 0,1 0 0 0 0,-1 0 0 0 0,0 0 0 0 0,1-1 0 0 0,0 1 1 0 0,0-1-1 0 0,-1 0 0 0 0,1 0 0 0 0,1 0 0 0 0,-1-1 0 0 0,0 1 0 0 0,0-1 0 0 0,0 0 0 0 0,1 0 0 0 0,-1-1 0 0 0,1 1 0 0 0,-1-1 1 0 0,0 0-1 0 0,7-1 0 0 0,-8 1-48 0 0,1 0 1 0 0,0-1-1 0 0,-1 0 1 0 0,1 0-1 0 0,-1 0 1 0 0,0 0-1 0 0,1 0 0 0 0,-1-1 1 0 0,0 1-1 0 0,0-1 1 0 0,0 0-1 0 0,0 0 1 0 0,0 0-1 0 0,0-1 1 0 0,0 1-1 0 0,-1 0 1 0 0,1-1-1 0 0,-1 0 1 0 0,0 0-1 0 0,0 0 1 0 0,0 0-1 0 0,0 0 0 0 0,0 0 1 0 0,0 0-1 0 0,-1 0 1 0 0,0-1-1 0 0,0 1 1 0 0,0-1-1 0 0,0 1 1 0 0,0-1-1 0 0,-1 1 1 0 0,1-7-1 0 0,-1 5-37 0 0,0-1 0 0 0,-1 0-1 0 0,0 1 1 0 0,0-1 0 0 0,0 1 0 0 0,-1-1 0 0 0,1 1-1 0 0,-1-1 1 0 0,-1 1 0 0 0,1 0 0 0 0,-1 0-1 0 0,0 0 1 0 0,-6-8 0 0 0,6 9-179 0 0,-1 0 0 0 0,1 1 0 0 0,-1-1 1 0 0,1 1-1 0 0,-1 0 0 0 0,0 0 0 0 0,-5-3 0 0 0,6 5-447 0 0,-1-1 0 0 0,1 1 0 0 0,0-1 0 0 0,-1 1-1 0 0,1 0 1 0 0,-1 1 0 0 0,1-1 0 0 0,-1 1 0 0 0,1-1 0 0 0,-6 1 0 0 0,-7 2-6691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2.4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51 6913 0 0,'1'-4'583'0'0,"-1"1"0"0"0,1-1 0 0 0,-1 0-1 0 0,1 1 1 0 0,0-1 0 0 0,0 1 0 0 0,1-1-1 0 0,-1 1 1 0 0,1 0 0 0 0,1-4 0 0 0,-2 7-533 0 0,-1-1 0 0 0,0 0 0 0 0,1 1 1 0 0,-1-1-1 0 0,1 1 0 0 0,-1-1 1 0 0,1 1-1 0 0,0-1 0 0 0,-1 1 0 0 0,1-1 1 0 0,-1 1-1 0 0,1 0 0 0 0,0-1 1 0 0,-1 1-1 0 0,1 0 0 0 0,0-1 0 0 0,0 1 1 0 0,-1 0-1 0 0,1 0 0 0 0,0 0 1 0 0,1-1-1 0 0,-1 2-22 0 0,0-1 0 0 0,0 0-1 0 0,0 1 1 0 0,0-1 0 0 0,0 1 0 0 0,0-1 0 0 0,0 1 0 0 0,0 0 0 0 0,0-1 0 0 0,0 1-1 0 0,-1 0 1 0 0,1 0 0 0 0,0-1 0 0 0,0 1 0 0 0,-1 0 0 0 0,1 0 0 0 0,0 0-1 0 0,-1 0 1 0 0,1 1 0 0 0,2 4 95 0 0,0 1 0 0 0,-1-1 0 0 0,0 0 0 0 0,0 1 0 0 0,-1-1 0 0 0,0 1 0 0 0,1 11 0 0 0,-21-28-380 0 0,5-4-902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2.8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61 1376 0 0,'-1'1'178'0'0,"0"-1"-1"0"0,0 1 1 0 0,0 0-1 0 0,0-1 1 0 0,0 1 0 0 0,0 0-1 0 0,0-1 1 0 0,1 1-1 0 0,-1 0 1 0 0,0 0-1 0 0,1 0 1 0 0,-1-1-1 0 0,0 1 1 0 0,1 0-1 0 0,-1 0 1 0 0,1 0 0 0 0,-1 0-1 0 0,1 0 1 0 0,0 0-1 0 0,-1 1 1 0 0,1-1-1 0 0,0 0 1 0 0,0 0-1 0 0,0 0 1 0 0,-1 0-1 0 0,1 0 1 0 0,1 0 0 0 0,-1 0-1 0 0,0 0 1 0 0,0 0-1 0 0,1 2 1 0 0,8 45 2579 0 0,-4-28-2088 0 0,-4-13-488 0 0,1 7 72 0 0,1 0 0 0 0,0 0 0 0 0,1 0 0 0 0,10 25 1 0 0,-12-35-254 0 0,1 0 1 0 0,-1 0 0 0 0,1 0 0 0 0,0-1 0 0 0,0 1-1 0 0,0-1 1 0 0,0 0 0 0 0,0 0 0 0 0,1 0 0 0 0,-1 0-1 0 0,1-1 1 0 0,0 1 0 0 0,0-1 0 0 0,0 0 0 0 0,0 0-1 0 0,0 0 1 0 0,1-1 0 0 0,-1 0 0 0 0,9 2 0 0 0,4 0 55 0 0,1-1 1 0 0,-1 0 0 0 0,31-2-1 0 0,-42 0 48 0 0,0 0 0 0 0,0-1 0 0 0,0 0 0 0 0,0 0 0 0 0,-1 0-1 0 0,1-1 1 0 0,0 0 0 0 0,-1 0 0 0 0,0 0 0 0 0,1-1 0 0 0,-1 0-1 0 0,0 0 1 0 0,0 0 0 0 0,8-7 0 0 0,-11 7-32 0 0,0 0 0 0 0,-1 0 0 0 0,1 0 0 0 0,-1 1 0 0 0,0-1 0 0 0,0-1 0 0 0,0 1 0 0 0,0 0-1 0 0,0 0 1 0 0,-1 0 0 0 0,0 0 0 0 0,1-1 0 0 0,-1 1 0 0 0,0 0 0 0 0,0 0 0 0 0,-1 0 0 0 0,1-1 0 0 0,-1 1 0 0 0,-1-5 0 0 0,-3-10 179 0 0,-1 1 1 0 0,-9-21 0 0 0,11 28-12 0 0,-2-4 43 0 0,-1 1 0 0 0,0 0 1 0 0,0 0-1 0 0,-16-19 0 0 0,-13-3-1053 0 0,31 32 28 0 0,0 0 0 0 0,0 0 0 0 0,0 1 0 0 0,0-1 0 0 0,0 1 0 0 0,-8-3 0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3.3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5529 0 0,'26'7'4823'0'0,"-18"-3"-3956"0"0,0 1 1 0 0,-1 1 0 0 0,0-1 0 0 0,0 1 0 0 0,0 0 0 0 0,-1 1 0 0 0,0-1 0 0 0,10 15 0 0 0,38 68 278 0 0,-31-49-1083 0 0,44 70-799 0 0,-51-86 112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3.7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 3225 0 0,'6'-8'7668'0'0,"-5"8"-7546"0"0,14 6 2714 0 0,-11-1-2549 0 0,0 1 1 0 0,1-1-1 0 0,-2 1 0 0 0,1 0 0 0 0,-1 0 1 0 0,0 0-1 0 0,5 13 0 0 0,11 52 488 0 0,-4-15-414 0 0,-13-52-372 0 0,4 17-117 0 0,1-1 0 0 0,0 0 0 0 0,2 0-1 0 0,1 0 1 0 0,0-1 0 0 0,1-1 0 0 0,18 23 0 0 0,-16-27-902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3.9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79 1376 0 0,'-4'-13'-950'0'0,"2"8"2277"0"0,0 0 0 0 0,0 0 0 0 0,1 0 0 0 0,0-1-1 0 0,0 1 1 0 0,0-10 0 0 0,1 14-1044 0 0,0 0 0 0 0,0 0 0 0 0,1 0 0 0 0,-1 0-1 0 0,0 1 1 0 0,0-1 0 0 0,1 0 0 0 0,-1 0 0 0 0,0 0 0 0 0,5-4 2262 0 0,-3 3-2262 0 0,0 1-169 0 0,-1 1 0 0 0,1-1-1 0 0,0 1 1 0 0,0-1 0 0 0,-1 1 0 0 0,1 0 0 0 0,0-1-1 0 0,0 1 1 0 0,0 0 0 0 0,-1 0 0 0 0,1 0-1 0 0,4 1 1 0 0,9 2 234 0 0,1 0 0 0 0,-1 1-1 0 0,0 0 1 0 0,0 2 0 0 0,0-1 0 0 0,-1 2-1 0 0,1 0 1 0 0,-2 1 0 0 0,1 0 0 0 0,-1 1-1 0 0,12 11 1 0 0,0 1-653 0 0,25 28 0 0 0,18 29-5698 0 0,-55-63 3953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4.1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6913 0 0,'7'-6'305'0'0,"0"0"63"0"0,1 1-296 0 0,-1-1-72 0 0,0 3 0 0 0,-2 1 0 0 0,2-2 80 0 0,7-2 0 0 0,6-5 0 0 0,8-2 0 0 0,6-4-80 0 0,-1 1 0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5.3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9218 0 0,'18'32'4276'0'0,"-6"-16"-3123"0"0,-1 0 0 0 0,0 2 0 0 0,9 21 0 0 0,-16-31-1104 0 0,-1 1-1 0 0,-1-1 1 0 0,1 0-1 0 0,-1 1 0 0 0,-1-1 1 0 0,1 1-1 0 0,-2 0 1 0 0,1-1-1 0 0,-2 19 1 0 0,0-24-25 0 0,1-2-6 0 0,0 0 1 0 0,0 1-1 0 0,-1-1 0 0 0,1 0 0 0 0,0 1 0 0 0,0-1 0 0 0,0 1 0 0 0,0-1 0 0 0,1 1 0 0 0,-1-1 1 0 0,0 0-1 0 0,0 1 0 0 0,1-1 0 0 0,-1 0 0 0 0,1 1 0 0 0,-1-1 0 0 0,3 3 0 0 0,-3-4 33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5.8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149 293 1840 0 0,'3'-14'4799'0'0,"-1"-3"1674"0"0,-2 17-6413 0 0,0-1 0 0 0,-1 1 0 0 0,1-1 0 0 0,0 1 0 0 0,0 0 0 0 0,-1-1 0 0 0,1 1 0 0 0,0-1 0 0 0,-1 1 0 0 0,1 0 0 0 0,0-1 0 0 0,-1 1 0 0 0,1 0 0 0 0,-1 0 0 0 0,1-1 0 0 0,-1 1 0 0 0,1 0 0 0 0,0 0 0 0 0,-1 0 0 0 0,1 0 0 0 0,-1-1 0 0 0,1 1 0 0 0,-1 0 0 0 0,1 0 0 0 0,-1 0 0 0 0,1 0 0 0 0,-1 0 0 0 0,1 0 0 0 0,-1 0 0 0 0,1 0 1 0 0,-1 0-1 0 0,1 0 0 0 0,-1 1 0 0 0,0-1 0 0 0,-6 1 302 0 0,0-1 1 0 0,-1 0 0 0 0,1 0 0 0 0,-1 0-1 0 0,1-1 1 0 0,-1 0 0 0 0,1-1 0 0 0,0 1-1 0 0,0-1 1 0 0,0-1 0 0 0,-11-4-1 0 0,15 5-297 0 0,0 0 0 0 0,0 0 0 0 0,1 0 0 0 0,-1 0 0 0 0,1 0 0 0 0,-1-1 0 0 0,1 1 0 0 0,0-1 0 0 0,0 0 0 0 0,0 1 0 0 0,0-1 0 0 0,0 0 0 0 0,1 0 0 0 0,-1 0 0 0 0,1-1 0 0 0,0 1 0 0 0,0 0 0 0 0,0 0 0 0 0,0-1 0 0 0,1 1 0 0 0,-1 0 0 0 0,1-1 0 0 0,0 1 0 0 0,0-1 0 0 0,0 1 0 0 0,0 0 0 0 0,2-7 0 0 0,0 3-43 0 0,0-1 1 0 0,0 1 0 0 0,1 0 0 0 0,0 0 0 0 0,0 0 0 0 0,1 0 0 0 0,-1 1 0 0 0,2-1 0 0 0,-1 1 0 0 0,1 0 0 0 0,0 0 0 0 0,0 1 0 0 0,0-1-1 0 0,10-6 1 0 0,-8 6-25 0 0,0 1 0 0 0,1 0-1 0 0,0 0 1 0 0,0 1 0 0 0,0 0 0 0 0,0 0-1 0 0,1 0 1 0 0,-1 1 0 0 0,1 1-1 0 0,0 0 1 0 0,17-3 0 0 0,-24 5 1 0 0,0 0 1 0 0,-1 0-1 0 0,1 0 1 0 0,0 0-1 0 0,0 1 1 0 0,0-1-1 0 0,-1 0 1 0 0,1 1-1 0 0,0-1 1 0 0,-1 1-1 0 0,1 0 1 0 0,0-1-1 0 0,-1 1 1 0 0,1 0-1 0 0,-1 0 0 0 0,1 0 1 0 0,-1 0-1 0 0,1 0 1 0 0,-1 0-1 0 0,3 3 1 0 0,-2-1 2 0 0,-1 0 0 0 0,1 0 0 0 0,0 0 0 0 0,-1 0 1 0 0,0 1-1 0 0,1-1 0 0 0,-1 0 0 0 0,-1 1 0 0 0,1-1 0 0 0,0 5 0 0 0,0 8 11 0 0,0 0 0 0 0,-2-1 0 0 0,-3 28 0 0 0,3-37-13 0 0,-5 25-16 0 0,-18 56 1 0 0,15-58-9 0 0,1 1 0 0 0,-9 59-1 0 0,16-81 23 0 0,1 0-1 0 0,-1 1 1 0 0,2-1-1 0 0,-1 0 1 0 0,1 0-1 0 0,1 0 1 0 0,-1 0-1 0 0,1 0 1 0 0,1 0-1 0 0,-1-1 0 0 0,1 1 1 0 0,1-1-1 0 0,-1 1 1 0 0,1-1-1 0 0,9 11 1 0 0,-9-13 4 0 0,1-1-1 0 0,0 1 1 0 0,0-1 0 0 0,0-1 0 0 0,0 1 0 0 0,1-1 0 0 0,0 0 0 0 0,-1 0 0 0 0,1 0-1 0 0,0-1 1 0 0,0 0 0 0 0,1 0 0 0 0,-1-1 0 0 0,0 1 0 0 0,1-1 0 0 0,12 0 0 0 0,-10-1 0 0 0,0 0 1 0 0,0 0 0 0 0,0-1-1 0 0,0 0 1 0 0,0 0 0 0 0,0-1-1 0 0,0-1 1 0 0,0 1 0 0 0,-1-1-1 0 0,1-1 1 0 0,12-6 0 0 0,-20 9-2 0 0,0 1 1 0 0,-1-1 0 0 0,1 1 0 0 0,0-1 0 0 0,0 0-1 0 0,0 0 1 0 0,0 1 0 0 0,-1-1 0 0 0,1 0-1 0 0,0 0 1 0 0,-1 0 0 0 0,1 0 0 0 0,0 0 0 0 0,-1 0-1 0 0,1 0 1 0 0,-1 0 0 0 0,0 0 0 0 0,1 0-1 0 0,-1 0 1 0 0,0 0 0 0 0,1 0 0 0 0,-1 0 0 0 0,0 0-1 0 0,0 0 1 0 0,0-2 0 0 0,-1 0 7 0 0,0 1 0 0 0,1-1 0 0 0,-1 1 0 0 0,0 0 0 0 0,0-1 0 0 0,0 1 0 0 0,-1 0 0 0 0,1 0 0 0 0,-1 0 0 0 0,1 0 0 0 0,-3-2 0 0 0,-5-5 45 0 0,-1 0 1 0 0,0 0-1 0 0,-15-9 1 0 0,24 17-51 0 0,-26-17 62 0 0,-1 1 1 0 0,-1 1-1 0 0,-43-18 0 0 0,-2 11-6554 0 0,47 17-324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6.4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12 163 9218 0 0,'-6'48'5041'0'0,"3"-23"-4781"0"0,1 0-1 0 0,1 1 1 0 0,1-1 0 0 0,2 0-1 0 0,7 46 1 0 0,-7-64-255 0 0,0 0 0 0 0,0 0 0 0 0,0-1 0 0 0,1 1 0 0 0,0 0 0 0 0,0-1 0 0 0,1 0 0 0 0,0 0 0 0 0,0 0 0 0 0,1 0 0 0 0,-1-1 0 0 0,1 1 0 0 0,0-1 0 0 0,0-1 0 0 0,1 1 0 0 0,0-1 0 0 0,0 0 0 0 0,0 0 0 0 0,0 0 0 0 0,0-1 0 0 0,1 0 0 0 0,0 0 0 0 0,-1-1 0 0 0,1 0 0 0 0,9 2 0 0 0,-11-3 63 0 0,1 0-1 0 0,0 0 0 0 0,0-1 0 0 0,0 1 0 0 0,0-1 0 0 0,0-1 1 0 0,0 1-1 0 0,0-1 0 0 0,0 0 0 0 0,-1-1 0 0 0,1 1 0 0 0,0-1 0 0 0,10-5 1 0 0,-14 6-39 0 0,1-1 0 0 0,-1 1 1 0 0,0-1-1 0 0,0 0 1 0 0,0 1-1 0 0,0-1 0 0 0,0 0 1 0 0,0 0-1 0 0,0-1 0 0 0,-1 1 1 0 0,1 0-1 0 0,-1 0 1 0 0,1-1-1 0 0,-1 1 0 0 0,0-1 1 0 0,0 1-1 0 0,0-1 0 0 0,-1 0 1 0 0,1 1-1 0 0,0-1 1 0 0,-1 0-1 0 0,0 1 0 0 0,0-1 1 0 0,1 0-1 0 0,-2 0 1 0 0,1 1-1 0 0,0-1 0 0 0,0 0 1 0 0,-1 1-1 0 0,0-1 0 0 0,-1-5 1 0 0,-6-14 53 0 0,-2 1 0 0 0,0 0 0 0 0,-21-33 0 0 0,16 29 75 0 0,-18-39 0 0 0,25 46-52 0 0,2 5 71 0 0,1 0-1 0 0,0-1 1 0 0,0 0 0 0 0,2 0-1 0 0,-3-15 1 0 0,5 25-133 0 0,1 1 0 0 0,0-1 0 0 0,0 1 0 0 0,0-1 0 0 0,0 1 0 0 0,1 0-1 0 0,0-1 1 0 0,-1 1 0 0 0,1 0 0 0 0,0-1 0 0 0,1 1 0 0 0,-1 0 0 0 0,0 0 0 0 0,1 0 0 0 0,0 0 0 0 0,0 0 0 0 0,0 0 0 0 0,0 1 0 0 0,0-1 0 0 0,1 0 0 0 0,-1 1 0 0 0,1 0 0 0 0,-1 0 0 0 0,1 0 0 0 0,0 0 0 0 0,5-3-1 0 0,7-2-3 0 0,0 0 0 0 0,0 1 0 0 0,0 1 0 0 0,20-5 0 0 0,-26 8-24 0 0,0 0-1 0 0,0 1 0 0 0,1 0 0 0 0,-1 0 0 0 0,1 1 0 0 0,-1 1 0 0 0,0-1 0 0 0,15 4 1 0 0,-20-3-40 0 0,-1 1 1 0 0,0-1-1 0 0,0 1 1 0 0,0 0-1 0 0,-1-1 1 0 0,1 1-1 0 0,0 1 1 0 0,-1-1-1 0 0,1 0 1 0 0,-1 1-1 0 0,0-1 1 0 0,0 1 0 0 0,0 0-1 0 0,0 0 1 0 0,0-1-1 0 0,-1 1 1 0 0,1 1-1 0 0,-1-1 1 0 0,0 0-1 0 0,0 0 1 0 0,0 0-1 0 0,0 1 1 0 0,0 4 0 0 0,2 12-254 0 0,0-1 0 0 0,-2 39 1 0 0,-1-33 164 0 0,0-19 88 0 0,0 1-1 0 0,1 0 1 0 0,0-1-1 0 0,0 1 1 0 0,0-1-1 0 0,1 1 0 0 0,0-1 1 0 0,0 0-1 0 0,1 0 1 0 0,0 0-1 0 0,0 0 1 0 0,0 0-1 0 0,0 0 1 0 0,6 5-1 0 0,-5-7 24 0 0,0 0 0 0 0,0-1 0 0 0,1 1 0 0 0,-1-1 0 0 0,1 0 1 0 0,0 0-1 0 0,0 0 0 0 0,0-1 0 0 0,1 0 0 0 0,-1 0 0 0 0,1 0 0 0 0,-1-1 0 0 0,1 1 0 0 0,-1-1 0 0 0,1-1 0 0 0,10 1 0 0 0,-11-1 22 0 0,0 1 0 0 0,0-1 0 0 0,1 0 0 0 0,-1-1 0 0 0,0 0 0 0 0,0 1 0 0 0,1-2 1 0 0,-1 1-1 0 0,0 0 0 0 0,0-1 0 0 0,6-3 0 0 0,-9 4 14 0 0,-1-1 0 0 0,1 1 1 0 0,-1-1-1 0 0,1 1 0 0 0,-1-1 0 0 0,1 0 1 0 0,-1 1-1 0 0,0-1 0 0 0,0 0 0 0 0,0 0 1 0 0,0 0-1 0 0,0 0 0 0 0,0 0 0 0 0,-1 0 1 0 0,1 0-1 0 0,-1 0 0 0 0,1 0 0 0 0,-1 0 1 0 0,0 0-1 0 0,0 0 0 0 0,0 0 0 0 0,0 0 1 0 0,0-1-1 0 0,0 1 0 0 0,-1 0 0 0 0,1 0 1 0 0,-1 0-1 0 0,1 0 0 0 0,-1 0 0 0 0,-1-3 1 0 0,-5-13 41 0 0,0-1 0 0 0,-2 2 0 0 0,0-1 0 0 0,-1 1 0 0 0,0 0 1 0 0,-2 1-1 0 0,0 0 0 0 0,0 1 0 0 0,-2 1 0 0 0,1 0 0 0 0,-29-21 0 0 0,37 31-442 0 0,-1 1 1 0 0,1 0-1 0 0,-1 0 0 0 0,0 1 0 0 0,1 0 0 0 0,-1 0 0 0 0,0 0 0 0 0,0 1 0 0 0,-12-2 0 0 0,2 3-897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6.9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0 359 5065 0 0,'10'3'14765'0'0,"-1"-13"-15376"0"0,-6 6 721 0 0,-1 0 0 0 0,1 1 0 0 0,-1-1 0 0 0,0 0 0 0 0,-1-1 0 0 0,1 1 0 0 0,-1 0 0 0 0,1-1 0 0 0,-1 1 0 0 0,0 0 0 0 0,-1-1 0 0 0,1-7 0 0 0,-2-1 26 0 0,0-1 0 0 0,-5-24 0 0 0,4 28-27 0 0,0 0-1 0 0,0 1 1 0 0,1-1-1 0 0,1 0 0 0 0,0 0 1 0 0,0 0-1 0 0,3-17 1 0 0,-2 19-52 0 0,2 0 1 0 0,-1 0 0 0 0,1 0-1 0 0,1 0 1 0 0,-1 0 0 0 0,1 1-1 0 0,1-1 1 0 0,-1 1 0 0 0,1 0 0 0 0,0 0-1 0 0,8-7 1 0 0,-9 11-52 0 0,0-1 1 0 0,0 2-1 0 0,0-1 0 0 0,0 0 0 0 0,1 1 1 0 0,-1-1-1 0 0,0 1 0 0 0,1 1 0 0 0,0-1 1 0 0,0 1-1 0 0,-1-1 0 0 0,1 1 1 0 0,0 1-1 0 0,0-1 0 0 0,0 1 0 0 0,0-1 1 0 0,0 2-1 0 0,0-1 0 0 0,0 0 1 0 0,9 3-1 0 0,-10-2-6 0 0,1 0 1 0 0,-1 1-1 0 0,0 0 1 0 0,1-1-1 0 0,-1 2 0 0 0,0-1 1 0 0,0 0-1 0 0,0 1 1 0 0,-1-1-1 0 0,1 1 1 0 0,-1 0-1 0 0,1 1 0 0 0,-1-1 1 0 0,0 0-1 0 0,0 1 1 0 0,4 7-1 0 0,2 5-12 0 0,-1 0 0 0 0,-1 0 0 0 0,7 21 1 0 0,-10-25 6 0 0,0 0 0 0 0,1 1 1 0 0,1-2-1 0 0,0 1 1 0 0,0-1-1 0 0,9 12 1 0 0,-13-21 13 0 0,0 0 0 0 0,0 1 0 0 0,0-1 0 0 0,1 0 1 0 0,-1 0-1 0 0,1-1 0 0 0,0 1 0 0 0,-1 0 0 0 0,1-1 0 0 0,0 1 0 0 0,0-1 1 0 0,0 0-1 0 0,0 0 0 0 0,0 0 0 0 0,0-1 0 0 0,0 1 0 0 0,0-1 0 0 0,4 1 1 0 0,-1-2 4 0 0,-1 1 0 0 0,0-1 1 0 0,0 0-1 0 0,1 0 0 0 0,-1-1 0 0 0,0 0 1 0 0,0 1-1 0 0,0-2 0 0 0,9-4 1 0 0,2-4-11 0 0,0-1 0 0 0,-1 0 0 0 0,0-1 0 0 0,21-25 0 0 0,4-7-2402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7.8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36 6913 0 0,'0'-2'382'0'0,"1"0"-1"0"0,-1 1 0 0 0,0-1 0 0 0,1 0 0 0 0,-1 0 0 0 0,1 1 0 0 0,0-1 0 0 0,-1 1 0 0 0,1-1 0 0 0,0 0 0 0 0,0 1 0 0 0,0-1 0 0 0,0 1 0 0 0,0 0 0 0 0,0-1 1 0 0,1 1-1 0 0,-1 0 0 0 0,0 0 0 0 0,2-2 0 0 0,-2 3-261 0 0,0-1 0 0 0,0 1 0 0 0,0 0 1 0 0,-1-1-1 0 0,1 1 0 0 0,0-1 0 0 0,0 1 0 0 0,0 0 1 0 0,0 0-1 0 0,0 0 0 0 0,0-1 0 0 0,0 1 0 0 0,-1 0 1 0 0,1 0-1 0 0,0 0 0 0 0,0 0 0 0 0,0 1 0 0 0,0-1 1 0 0,0 0-1 0 0,0 0 0 0 0,0 0 0 0 0,0 1 0 0 0,-1-1 1 0 0,1 0-1 0 0,0 1 0 0 0,0-1 0 0 0,0 1 0 0 0,-1-1 1 0 0,1 1-1 0 0,0 0 0 0 0,0-1 0 0 0,-1 1 0 0 0,1-1 1 0 0,-1 1-1 0 0,1 0 0 0 0,-1 0 0 0 0,1-1 0 0 0,-1 1 1 0 0,2 1-1 0 0,4 10 122 0 0,-1 0-1 0 0,0 0 1 0 0,0 0 0 0 0,-1 1 0 0 0,4 19-1 0 0,6 71 179 0 0,-11-76-372 0 0,12 71-62 0 0,37 127 0 0 0,-49-214-442 0 0,10 42 369 0 0,-13-50-274 0 0,1-1-1 0 0,-1 1 0 0 0,0 0 0 0 0,0-1 1 0 0,0 1-1 0 0,0 0 0 0 0,0-1 0 0 0,0 1 1 0 0,-1 0-1 0 0,1-1 0 0 0,-1 1 0 0 0,0-1 0 0 0,0 1 1 0 0,0-1-1 0 0,0 1 0 0 0,-2 2 0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8.1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90 2304 0 0,'0'0'126'0'0,"-1"-1"-1"0"0,0 1 0 0 0,0-1 0 0 0,1 1 1 0 0,-1-1-1 0 0,0 0 0 0 0,1 1 1 0 0,-1-1-1 0 0,1 0 0 0 0,-1 0 0 0 0,1 1 1 0 0,-1-1-1 0 0,1 0 0 0 0,-1 0 0 0 0,1 0 1 0 0,0 0-1 0 0,-1 0 0 0 0,1 0 0 0 0,0 1 1 0 0,0-1-1 0 0,0 0 0 0 0,0 0 0 0 0,0 0 1 0 0,0 0-1 0 0,0 0 0 0 0,0 0 0 0 0,0 0 1 0 0,0 0-1 0 0,0 0 0 0 0,1 0 0 0 0,-1-1 1 0 0,2-1 202 0 0,0 1 1 0 0,-1-1-1 0 0,1 1 1 0 0,0 0 0 0 0,0 0-1 0 0,1 0 1 0 0,-1 0-1 0 0,0 0 1 0 0,1 0 0 0 0,3-2-1 0 0,4-2 641 0 0,1 1-1 0 0,0 0 1 0 0,1 0-1 0 0,16-4 1 0 0,-17 7-572 0 0,0 0 0 0 0,1 1 0 0 0,-1 0 0 0 0,0 1 1 0 0,1 0-1 0 0,-1 1 0 0 0,1 0 0 0 0,-1 1 0 0 0,0 0 1 0 0,0 0-1 0 0,0 2 0 0 0,0-1 0 0 0,0 1 0 0 0,-1 1 0 0 0,0 0 1 0 0,13 8-1 0 0,-10-4-528 0 0,-1-1 1 0 0,-1 2 0 0 0,1-1-1 0 0,-2 2 1 0 0,11 11-1 0 0,-11-9-1185 0 0,0 0-1 0 0,-1 0 0 0 0,-1 1 0 0 0,11 22 0 0 0,-12-17-4780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8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95 3681 0 0,'0'0'57'0'0,"-1"0"1"0"0,1 0 0 0 0,-1 0-1 0 0,1 0 1 0 0,-1 0 0 0 0,1 0-1 0 0,0 0 1 0 0,-1 0 0 0 0,1 0-1 0 0,-1 0 1 0 0,1 0-1 0 0,-1 0 1 0 0,1 0 0 0 0,0 0-1 0 0,-1 0 1 0 0,1 0 0 0 0,-1-1-1 0 0,1 1 1 0 0,0 0 0 0 0,-1 0-1 0 0,1 0 1 0 0,-1-1 0 0 0,1 1-1 0 0,0 0 1 0 0,0-1-1 0 0,-1 1 1 0 0,1 0 0 0 0,0-1-1 0 0,-1 1 1 0 0,1 0 0 0 0,0-1-1 0 0,0 1 1 0 0,-1-1 0 0 0,17-6 3977 0 0,-9 5-3587 0 0,60-23 2713 0 0,-18 6-4177 0 0,59-13 0 0 0,-95 29 1109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9.0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11522 0 0,'12'6'601'0'0,"15"7"752"0"0,0 1 0 0 0,38 28-1 0 0,-56-35-1198 0 0,-1 1 0 0 0,1-1-1 0 0,-2 1 1 0 0,1 1-1 0 0,-1 0 1 0 0,0 0-1 0 0,-1 0 1 0 0,0 1-1 0 0,-1 0 1 0 0,6 14-1 0 0,-1 2 12 0 0,-2 2-1 0 0,0-1 1 0 0,5 41-1 0 0,3 88-53 0 0,-12-101-190 0 0,0-5-54 0 0,-1-16-1419 0 0,-1-12-2378 0 0,0-1-1637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09.9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76 100 2304 0 0,'-19'-1'312'0'0,"14"1"190"0"0,1 0 1 0 0,0 0 0 0 0,-1 0-1 0 0,1-1 1 0 0,0 0-1 0 0,0 0 1 0 0,-1 0 0 0 0,1 0-1 0 0,0 0 1 0 0,0-1 0 0 0,-5-3-1 0 0,9 5-425 0 0,0-1 0 0 0,0 1 0 0 0,0-1 0 0 0,0 1 0 0 0,0-1 1 0 0,0 0-1 0 0,0 1 0 0 0,0-1 0 0 0,0 1 0 0 0,0-1 0 0 0,0 1 0 0 0,0-1 0 0 0,1 0 0 0 0,-1 1 0 0 0,0-1 0 0 0,0 1 0 0 0,1-1 0 0 0,-1 1 0 0 0,0-1 0 0 0,1 1 0 0 0,-1 0 0 0 0,1-1 0 0 0,-1 1 1 0 0,0-1-1 0 0,1 1 0 0 0,-1 0 0 0 0,1-1 0 0 0,-1 1 0 0 0,1 0 0 0 0,-1-1 0 0 0,1 1 0 0 0,-1 0 0 0 0,1 0 0 0 0,-1 0 0 0 0,2-1 0 0 0,19-9 1290 0 0,113-46 4273 0 0,-122 55-4522 0 0,-8 1-1209 0 0,0-1 96 0 0,0 0 0 0 0,0 1 0 0 0,0 0 0 0 0,0 0 0 0 0,0 0 1 0 0,0 0-1 0 0,0 1 0 0 0,0-1 0 0 0,-1 1 0 0 0,1 0 0 0 0,0 0 0 0 0,0 1 0 0 0,-1-1 0 0 0,1 1 1 0 0,-1 0-1 0 0,1-1 0 0 0,-1 2 0 0 0,0-1 0 0 0,1 0 0 0 0,-1 1 0 0 0,0-1 0 0 0,-1 1 0 0 0,1 0 1 0 0,0 0-1 0 0,-1 0 0 0 0,0 0 0 0 0,0 1 0 0 0,0-1 0 0 0,0 0 0 0 0,0 1 0 0 0,0 0 0 0 0,-1-1 1 0 0,0 1-1 0 0,0 0 0 0 0,0 0 0 0 0,0 0 0 0 0,-1 0 0 0 0,1-1 0 0 0,-1 1 0 0 0,0 0 0 0 0,0 0 1 0 0,-1 0-1 0 0,1 0 0 0 0,-1 0 0 0 0,1 0 0 0 0,-1 0 0 0 0,-2 4 0 0 0,-4 7-15 0 0,-1 0 0 0 0,0 0 0 0 0,-1-1 0 0 0,-17 22 0 0 0,-3 4-4 0 0,29-40 14 0 0,1 0 0 0 0,-1 1 0 0 0,0-1 0 0 0,1 0 0 0 0,-1 0 0 0 0,0 1 0 0 0,1-1 0 0 0,-1 0 0 0 0,0 0 0 0 0,1 0 0 0 0,-1 1 0 0 0,1-1 0 0 0,-1 0 0 0 0,0 0 0 0 0,1 0 0 0 0,-1 0 0 0 0,1 0 0 0 0,-1 0 0 0 0,1 0 0 0 0,-1 0 0 0 0,0 0 0 0 0,1 0 0 0 0,-1 0 0 0 0,1 0 0 0 0,-1 0 0 0 0,1 0 0 0 0,-1 0 0 0 0,0 0 0 0 0,1-1 0 0 0,-1 1 0 0 0,1 0 0 0 0,-1 0 0 0 0,1-1 0 0 0,19-3 0 0 0,3-4 77 0 0,1 2 0 0 0,0 0-1 0 0,0 2 1 0 0,0 0 0 0 0,28 0-1 0 0,-45 4-56 0 0,0 0 0 0 0,0 1 0 0 0,0 0 0 0 0,0 0 0 0 0,0 0 0 0 0,0 1 0 0 0,0 0 0 0 0,0 1 0 0 0,-1-1 0 0 0,1 1 0 0 0,-1 0 0 0 0,1 1 0 0 0,-1 0 0 0 0,-1 0 0 0 0,1 0 0 0 0,0 1 0 0 0,-1-1 0 0 0,0 1 0 0 0,0 0 0 0 0,0 1 0 0 0,-1 0 0 0 0,5 7 0 0 0,-6-7-13 0 0,0-1-1 0 0,-1 1 0 0 0,0 0 0 0 0,0 0 0 0 0,0 0 0 0 0,-1 0 0 0 0,0 0 0 0 0,0 0 0 0 0,-1 0 1 0 0,1 0-1 0 0,-1 0 0 0 0,-1 1 0 0 0,1-1 0 0 0,-1 0 0 0 0,0 0 0 0 0,-1 0 0 0 0,1 0 0 0 0,-1 0 1 0 0,0 0-1 0 0,-1 0 0 0 0,1-1 0 0 0,-1 1 0 0 0,-5 6 0 0 0,-2 4 105 0 0,0-1-1 0 0,-1-1 1 0 0,-1 0-1 0 0,0 0 1 0 0,-1-1-1 0 0,-25 19 1 0 0,24-22-70 0 0,1-1 1 0 0,-26 12-1 0 0,9-8-5951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3.0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50 3225 0 0,'-5'-2'859'0'0,"0"0"1"0"0,0 0 0 0 0,0 0-1 0 0,0 0 1 0 0,0 1 0 0 0,-1 0 0 0 0,1 0-1 0 0,0 1 1 0 0,-1-1 0 0 0,-9 1-1 0 0,65-13 4362 0 0,77-8-3292 0 0,-116 20-1860 0 0,0 0 0 0 0,0 1 0 0 0,0 1 1 0 0,0 0-1 0 0,0 0 0 0 0,-1 1 0 0 0,1 1 0 0 0,-1-1 1 0 0,13 6-1 0 0,-6 0-493 0 0,-1 0 0 0 0,0 1 0 0 0,0 1 0 0 0,23 18 0 0 0,-20-14-6192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3.1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1 0 12515 0 0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3.3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85 6913 0 0,'59'-33'6299'0'0,"-38"24"-5316"0"0,0 1-1 0 0,1 0 1 0 0,1 2-1 0 0,31-6 1 0 0,-25 8-1322 0 0,0 1 0 0 0,1 1 1 0 0,30 3-1 0 0,-35 0-5701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3.8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156 22 6913 0 0,'-58'-7'1996'0'0,"28"4"2114"0"0,-37-9 1 0 0,126 23-400 0 0,-37-8-3486 0 0,-1 1 0 0 0,0 0 0 0 0,24 10 0 0 0,29 17-114 0 0,-2 3 0 0 0,-2 3 1 0 0,90 63-1 0 0,-126-74-125 0 0,-1 2 0 0 0,-1 1 0 0 0,-1 1 1 0 0,41 54-1 0 0,-58-70 28 0 0,-11-11-10 0 0,0 0 1 0 0,1 0 0 0 0,-1 0 0 0 0,-1 0 0 0 0,1 1 0 0 0,0-1-1 0 0,-1 1 1 0 0,1 0 0 0 0,-1 0 0 0 0,0 0 0 0 0,2 5 0 0 0,-6-6 13 0 0,1 1 0 0 0,0-1 0 0 0,-1 0 0 0 0,0 0-1 0 0,0-1 1 0 0,1 1 0 0 0,-2 0 0 0 0,1-1 0 0 0,0 1 0 0 0,0-1 0 0 0,-5 4 0 0 0,-9 11 68 0 0,-61 82 88 0 0,-91 92 0 0 0,10-15-15 0 0,149-165-188 0 0,4-6-73 0 0,1 0 1 0 0,0 0 0 0 0,0 0 0 0 0,0 1 0 0 0,1-1-1 0 0,-1 1 1 0 0,-4 12 0 0 0,7-11-764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4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304 66 456 0 0,'0'-6'-78'0'0,"0"0"823"0"0,0 1 1 0 0,0-1-1 0 0,0 1 1 0 0,1-1 0 0 0,0 1-1 0 0,0-1 1 0 0,0 1-1 0 0,1 0 1 0 0,2-6 0 0 0,-22 25 6776 0 0,3-1-6755 0 0,-47 57 862 0 0,-85 129-1 0 0,88-114-1172 0 0,58-84-455 0 0,-1 1 0 0 0,1 0-1 0 0,0-1 1 0 0,0 1-1 0 0,0 0 1 0 0,0 0 0 0 0,0-1-1 0 0,0 1 1 0 0,1 0 0 0 0,-1 0-1 0 0,0 0 1 0 0,1 0 0 0 0,0 0-1 0 0,-1 0 1 0 0,1 0-1 0 0,0 0 1 0 0,0 0 0 0 0,0 0-1 0 0,0 0 1 0 0,1 3 0 0 0,1-2-1 0 0,-1-1 1 0 0,0 0-1 0 0,1 1 1 0 0,0-1-1 0 0,0 0 1 0 0,0 0-1 0 0,0 0 1 0 0,0 0-1 0 0,0 0 1 0 0,0-1-1 0 0,0 1 1 0 0,1 0 0 0 0,-1-1-1 0 0,4 2 1 0 0,30 20 266 0 0,-1 2-1 0 0,0 2 1 0 0,-3 1 0 0 0,48 53 0 0 0,38 31 138 0 0,49 17-1923 0 0,-124-101-5670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5.2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44 1 6913 0 0,'-36'2'5631'0'0,"29"-2"-2689"0"0,24 0-1810 0 0,39-3-636 0 0,0 4 0 0 0,102 13 1 0 0,-100 2-2337 0 0,-41-9-4025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5.5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68 8290 0 0,'21'-2'1219'0'0,"0"0"0"0"0,29-7 0 0 0,3 0 704 0 0,61-10 1124 0 0,-52 8-3518 0 0,86-4 0 0 0,-122 15-869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6.0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87 79 2761 0 0,'-17'-13'2515'0'0,"1"0"0"0"0,-22-25 1 0 0,23 23 907 0 0,53 33 448 0 0,-20-10-3598 0 0,41 22 519 0 0,68 47-1 0 0,22 12-76 0 0,62 8-243 0 0,49 25 125 0 0,-258-121-569 0 0,0 0 1 0 0,0 0 0 0 0,0 0 0 0 0,0 1-1 0 0,0-1 1 0 0,0 0 0 0 0,0 1 0 0 0,0 0-1 0 0,0-1 1 0 0,-1 1 0 0 0,1 0 0 0 0,-1 0-1 0 0,1 0 1 0 0,-1 0 0 0 0,0 0 0 0 0,1 0-1 0 0,-1 0 1 0 0,0 1 0 0 0,1 3 0 0 0,-3-3 2 0 0,1 0-1 0 0,0 0 1 0 0,-1 0 0 0 0,0 0 0 0 0,0-1 0 0 0,0 1 0 0 0,0 0 0 0 0,0 0 0 0 0,0-1 0 0 0,-1 1-1 0 0,1-1 1 0 0,-1 1 0 0 0,0-1 0 0 0,0 0 0 0 0,0 1 0 0 0,-2 1 0 0 0,-38 39 23 0 0,-2-1 1 0 0,-52 36-1 0 0,1 1 19 0 0,5 2-1 0 0,29-25-168 0 0,-2-2 1 0 0,-71 46-1 0 0,114-90-4235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3:16.8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379 78 1208 0 0,'0'-3'161'0'0,"1"0"0"0"0,0 0 0 0 0,0 1 0 0 0,0-1 0 0 0,1 0 0 0 0,-1 0 0 0 0,1 1-1 0 0,-1-1 1 0 0,1 1 0 0 0,0-1 0 0 0,0 1 0 0 0,0 0 0 0 0,0 0 0 0 0,0 0 0 0 0,1 0 0 0 0,-1 0-1 0 0,1 0 1 0 0,-1 0 0 0 0,5-1 0 0 0,1-2 540 0 0,0 1 0 0 0,1-1 0 0 0,-1 2-1 0 0,1-1 1 0 0,11-2 0 0 0,-20 6-677 0 0,0 0 0 0 0,0 0 0 0 0,0-1 0 0 0,0 1 0 0 0,1 0-1 0 0,-1 0 1 0 0,0 0 0 0 0,0 0 0 0 0,1 0 0 0 0,-1 0 0 0 0,0-1 0 0 0,0 1 0 0 0,1 0-1 0 0,-1 0 1 0 0,0 0 0 0 0,0 0 0 0 0,1 0 0 0 0,-1 0 0 0 0,0 0 0 0 0,0 0-1 0 0,1 0 1 0 0,-1 0 0 0 0,0 0 0 0 0,0 0 0 0 0,1 0 0 0 0,-1 0 0 0 0,0 1 0 0 0,0-1-1 0 0,0 0 1 0 0,1 0 0 0 0,-1 0 0 0 0,0 0 0 0 0,0 0 0 0 0,1 0 0 0 0,-1 1 0 0 0,0-1-1 0 0,0 0 1 0 0,0 0 0 0 0,0 0 0 0 0,1 1 0 0 0,-1-1 0 0 0,0 0 0 0 0,0 0 0 0 0,0 0-1 0 0,0 1 1 0 0,0-1 0 0 0,0 0 0 0 0,0 0 0 0 0,1 1 0 0 0,-1-1 0 0 0,-10 14 1115 0 0,-21 14 1253 0 0,-28 18-1455 0 0,3 3-1 0 0,-96 106 0 0 0,128-126-650 0 0,1 1 0 0 0,1 1 0 0 0,2 0 0 0 0,2 2-1 0 0,1 0 1 0 0,1 1 0 0 0,-20 65 0 0 0,35-96-277 0 0,-1 1 0 0 0,1 0 0 0 0,1-1 0 0 0,-1 1 0 0 0,0 0 0 0 0,1 0 0 0 0,0 0 0 0 0,0 0 0 0 0,0 0 0 0 0,1-1 0 0 0,-1 1 0 0 0,1 0 0 0 0,0 0 0 0 0,0 0 0 0 0,2 3 0 0 0,-1-3 4 0 0,0-1 0 0 0,1 1-1 0 0,-1-1 1 0 0,1 0 0 0 0,0 0-1 0 0,0 0 1 0 0,1-1 0 0 0,-1 1 0 0 0,0-1-1 0 0,1 0 1 0 0,0 0 0 0 0,-1 0-1 0 0,1 0 1 0 0,4 1 0 0 0,67 30 541 0 0,137 84 0 0 0,-126-65-416 0 0,3-4 0 0 0,119 46-1 0 0,-205-93-135 0 0,10 4-195 0 0,0 0 0 0 0,0 1 1 0 0,0 0-1 0 0,-1 1 0 0 0,0 0 1 0 0,-1 1-1 0 0,1 0 1 0 0,15 16-1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1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91 266 3225 0 0,'-10'-39'181'0'0,"-2"-4"2276"0"0,3-1 1 0 0,-5-46-1 0 0,14 63-127 0 0,0 25-2175 0 0,0 1-1 0 0,1 0 1 0 0,-1 0-1 0 0,0-1 0 0 0,0 1 1 0 0,1 0-1 0 0,-1 0 0 0 0,1 0 1 0 0,-1 0-1 0 0,1 0 0 0 0,-1 0 1 0 0,1 0-1 0 0,0 0 0 0 0,-1 0 1 0 0,1 0-1 0 0,0 0 0 0 0,0 0 1 0 0,0 0-1 0 0,1-1 0 0 0,4 41 1301 0 0,-13 118-784 0 0,0-68-428 0 0,-2 152 194 0 0,-27 438 73 0 0,31-572-601 0 0,14 170 0 0 0,-9-268-797 0 0,1 0-1 0 0,-1 1 1 0 0,-3 16-1 0 0,0-11-4932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117 112 3225 0 0,'-4'-7'91'0'0,"0"0"0"0"0,0 1 1 0 0,0-1-1 0 0,-1 1 0 0 0,0 0 1 0 0,0 0-1 0 0,0 1 0 0 0,-10-8 0 0 0,-16-18 1037 0 0,31 30-1026 0 0,-1 0 0 0 0,0 0 0 0 0,0-1 0 0 0,0 1-1 0 0,1 0 1 0 0,-1 0 0 0 0,0 0 0 0 0,0 0 0 0 0,0 0-1 0 0,-1 1 1 0 0,1-1 0 0 0,0 0 0 0 0,0 0 0 0 0,0 1-1 0 0,-1-1 1 0 0,1 1 0 0 0,0-1 0 0 0,0 1 0 0 0,-1-1-1 0 0,-1 1 1 0 0,3 0-15 0 0,-1 1 0 0 0,0-1 0 0 0,1 1 0 0 0,-1-1 0 0 0,0 1 1 0 0,1-1-1 0 0,-1 1 0 0 0,1 0 0 0 0,-1-1 0 0 0,1 1 0 0 0,-1 0 0 0 0,1-1 0 0 0,-1 1 0 0 0,1 0 0 0 0,0-1 0 0 0,-1 1 0 0 0,1 0 0 0 0,0 0 0 0 0,0 0 1 0 0,0-1-1 0 0,0 1 0 0 0,-1 0 0 0 0,1 1 0 0 0,-1 12 671 0 0,1 0 1 0 0,2 25-1 0 0,-1-31-842 0 0,5 45 422 0 0,3 0-1 0 0,2-1 0 0 0,2 0 1 0 0,3-1-1 0 0,41 93 1 0 0,-40-101-3911 0 0,-13-32-247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272 85 2761 0 0,'-37'7'1444'0'0,"-1"1"0"0"0,1 2 0 0 0,0 2 1 0 0,1 2-1 0 0,-38 19 0 0 0,61-27-886 0 0,13-6-519 0 0,1 0 1 0 0,-1 0-1 0 0,0 0 1 0 0,0 0-1 0 0,0 0 0 0 0,1 0 1 0 0,-1 0-1 0 0,0 0 1 0 0,0 0-1 0 0,0 0 1 0 0,1 0-1 0 0,-1 0 0 0 0,0 0 1 0 0,0 1-1 0 0,0-1 1 0 0,0 0-1 0 0,1 0 1 0 0,-1 0-1 0 0,0 0 0 0 0,0 0 1 0 0,0 0-1 0 0,0 1 1 0 0,0-1-1 0 0,1 0 1 0 0,-1 0-1 0 0,0 0 0 0 0,0 0 1 0 0,0 1-1 0 0,0-1 1 0 0,0 0-1 0 0,0 0 1 0 0,0 0-1 0 0,0 0 0 0 0,0 1 1 0 0,0-1-1 0 0,0 0 1 0 0,0 0-1 0 0,0 0 0 0 0,0 1 1 0 0,0-1-1 0 0,0 0 1 0 0,0 0-1 0 0,0 0 1 0 0,0 1-1 0 0,0-1 0 0 0,0 0 1 0 0,0 0-1 0 0,0 0 1 0 0,0 1-1 0 0,0-1 1 0 0,0 0-1 0 0,-1 0 0 0 0,1 0 1 0 0,0 0-1 0 0,0 1 1 0 0,0-1-1 0 0,0 0 1 0 0,0 0-1 0 0,0 0 0 0 0,-1 0 1 0 0,1 0-1 0 0,0 0 1 0 0,0 1-1 0 0,0-1 1 0 0,-1 0-1 0 0,1 0 0 0 0,0 0 1 0 0,30 9 855 0 0,40 1-298 0 0,-26-10-184 0 0,-1-1-1 0 0,1-2 1 0 0,67-14 0 0 0,127-43 745 0 0,-43 9-216 0 0,117-7 191 0 0,-261 51-1220 0 0,1 3 0 0 0,-1 3-1 0 0,1 1 1 0 0,56 9-1 0 0,-98-8-269 0 0,0 1 0 0 0,0 0 1 0 0,-1 0-1 0 0,1 1 0 0 0,-1 1 0 0 0,0-1 0 0 0,0 2 0 0 0,0-1 0 0 0,0 1 0 0 0,-1 0 0 0 0,13 11 0 0 0,-10-6-1049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1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62 3681 0 0,'-3'-2'713'0'0,"11"-3"554"0"0,13-3 604 0 0,30-6 1926 0 0,68-11 0 0 0,-91 21-3767 0 0,0 2 1 0 0,0 0-1 0 0,0 2 0 0 0,36 4 1 0 0,-46-1-1673 0 0,-1 1-3392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0,'2'17'2173'0'0,"0"0"1"0"0,1 0-1 0 0,6 19 0 0 0,3 16-535 0 0,8 75-813 0 0,3 184-1 0 0,-24 131 1333 0 0,-2-177-1626 0 0,3-188-659 0 0,-9 239-1759 0 0,6-292 637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4.1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151 105 456 0 0,'-12'-1'342'0'0,"1"0"-1"0"0,0-1 0 0 0,0 0 1 0 0,0-1-1 0 0,0-1 1 0 0,0 1-1 0 0,-15-9 1 0 0,-20-7 2121 0 0,66 21 2614 0 0,22-7-4326 0 0,-36 4-462 0 0,89-7 854 0 0,1 4 0 0 0,141 11 1 0 0,-124-1-1059 0 0,137-10 1 0 0,280-35 108 0 0,-490 34-685 0 0,-31 3 206 0 0,0 0-1 0 0,1 1 1 0 0,-1 0 0 0 0,0 1-1 0 0,1 0 1 0 0,12 2 0 0 0,-19-1-867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5.1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7 137 3225 0 0,'-7'3'-334'0'0,"11"-5"940"0"0,15-7 16 0 0,0 0 0 0 0,1 2 0 0 0,0 0 0 0 0,34-6 0 0 0,97-11 1889 0 0,-89 15-1883 0 0,16-3 55 0 0,263-33 2043 0 0,-305 43-2634 0 0,-1 2 1 0 0,1 1-1 0 0,-1 1 0 0 0,0 2 1 0 0,0 2-1 0 0,51 14 1 0 0,-77-16 198 0 0,1-1 0 0 0,0-1 0 0 0,0 0 0 0 0,0 0-1 0 0,0-1 1 0 0,0 0 0 0 0,0-1 0 0 0,0 0 0 0 0,1 0 0 0 0,16-4 0 0 0,0-9 405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12 2304 0 0,'-2'-1'283'0'0,"1"0"-1"0"0,-1-1 0 0 0,0 1 1 0 0,0 0-1 0 0,0 0 0 0 0,0 1 1 0 0,0-1-1 0 0,0 0 0 0 0,0 1 0 0 0,0-1 1 0 0,0 1-1 0 0,-4-1 0 0 0,6 1-240 0 0,0 0-1 0 0,0 0 0 0 0,0 0 0 0 0,0 0 1 0 0,-1 0-1 0 0,1 0 0 0 0,0 0 0 0 0,0 0 1 0 0,0 0-1 0 0,0 0 0 0 0,-1 0 1 0 0,1 0-1 0 0,0 0 0 0 0,0 0 0 0 0,0 0 1 0 0,0 0-1 0 0,-1 0 0 0 0,1 0 1 0 0,0 0-1 0 0,0 0 0 0 0,0 0 0 0 0,0 0 1 0 0,0 0-1 0 0,-1 1 0 0 0,1-1 1 0 0,0 0-1 0 0,0 0 0 0 0,0 0 0 0 0,0 0 1 0 0,0 0-1 0 0,0 0 0 0 0,0 1 0 0 0,-1-1 1 0 0,1 0-1 0 0,0 0 0 0 0,0 0 1 0 0,0 0-1 0 0,0 0 0 0 0,0 1 0 0 0,0-1 1 0 0,0 0-1 0 0,0 0 0 0 0,0 0 1 0 0,0 0-1 0 0,0 1 0 0 0,0-1 0 0 0,0 0 1 0 0,0 0-1 0 0,0 0 0 0 0,15 14 774 0 0,1-4-520 0 0,1-2 0 0 0,0 0 0 0 0,0 0 0 0 0,0-2 0 0 0,1 0 1 0 0,0-1-1 0 0,34 5 0 0 0,1-4 647 0 0,78-1-1 0 0,-49-4-424 0 0,139 21 0 0 0,-166-18-800 0 0,-44-4 134 0 0,0 0 0 0 0,0 1 0 0 0,0 0 0 0 0,0 1 0 0 0,-1 0 0 0 0,1 0 0 0 0,-1 1 0 0 0,1 1 0 0 0,-1 0 0 0 0,12 6 0 0 0,-11 0-2658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57 456 0 0,'-4'-24'1143'0'0,"4"20"-468"0"0,-1 1 1 0 0,0-1-1 0 0,1 0 0 0 0,6-13 6556 0 0,3 38-5578 0 0,16 136 2405 0 0,-10 81-2346 0 0,-1-11-1338 0 0,6-68-75 0 0,-2-21-989 0 0,-10-46-4093 0 0,-7-78 3168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4.6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 36 3065 0 0,'3'0'48'0'0,"1"0"0"0"0,-1 0 0 0 0,1 0 0 0 0,-1-1 0 0 0,1 0 0 0 0,-1 1 0 0 0,0-1 0 0 0,1-1 0 0 0,-1 1 0 0 0,0 0 1 0 0,0-1-1 0 0,0 0 0 0 0,0 1 0 0 0,0-1 0 0 0,0 0 0 0 0,0-1 0 0 0,-1 1 0 0 0,3-3 0 0 0,-5 5 51 0 0,0-1 0 0 0,0 1 0 0 0,0 0 0 0 0,0-1 0 0 0,0 1-1 0 0,0 0 1 0 0,0-1 0 0 0,0 1 0 0 0,0 0 0 0 0,0-1 0 0 0,0 1 0 0 0,0 0 0 0 0,0-1-1 0 0,-1 1 1 0 0,1 0 0 0 0,0-1 0 0 0,0 1 0 0 0,0 0 0 0 0,-1-1 0 0 0,1 1-1 0 0,0 0 1 0 0,0 0 0 0 0,-1-1 0 0 0,1 1 0 0 0,0 0 0 0 0,0 0 0 0 0,-1 0 0 0 0,1 0-1 0 0,0-1 1 0 0,-1 1 0 0 0,1 0 0 0 0,0 0 0 0 0,-1 0 0 0 0,1 0 0 0 0,0 0 0 0 0,-1 0-1 0 0,1 0 1 0 0,0 0 0 0 0,-1 0 0 0 0,1 0 0 0 0,-1 0 0 0 0,1 0 0 0 0,0 0 0 0 0,-1 0-1 0 0,1 0 1 0 0,0 0 0 0 0,-1 0 0 0 0,-19 2 1635 0 0,-16 17-533 0 0,0 0-1 0 0,2 3 1 0 0,-44 34-1 0 0,46-32-670 0 0,9-8-103 0 0,8-6-48 0 0,-1 2 0 0 0,1-1 1 0 0,1 2-1 0 0,0 0 0 0 0,-13 16 0 0 0,26-28-396 0 0,1 0 1 0 0,0-1-1 0 0,-1 1 1 0 0,1 0-1 0 0,0-1 1 0 0,-1 1-1 0 0,1 0 1 0 0,0-1-1 0 0,0 1 1 0 0,-1 0 0 0 0,1 0-1 0 0,0-1 1 0 0,0 1-1 0 0,0 0 1 0 0,0 0-1 0 0,0-1 1 0 0,0 1-1 0 0,0 0 1 0 0,1 0-1 0 0,-1 0 1 0 0,0-1-1 0 0,0 1 1 0 0,0 0-1 0 0,1-1 1 0 0,-1 1-1 0 0,0 0 1 0 0,1-1-1 0 0,-1 1 1 0 0,1 0-1 0 0,-1-1 1 0 0,1 1-1 0 0,-1-1 1 0 0,1 1-1 0 0,-1-1 1 0 0,1 1-1 0 0,0-1 1 0 0,-1 1-1 0 0,1-1 1 0 0,0 1-1 0 0,-1-1 1 0 0,1 0-1 0 0,0 1 1 0 0,-1-1-1 0 0,1 0 1 0 0,0 0-1 0 0,0 0 1 0 0,0 1-1 0 0,48 10-989 0 0,-35-8 901 0 0,65 18-60 0 0,99 40 0 0 0,-175-60 165 0 0,-1 0 0 0 0,1 0 0 0 0,0 0 0 0 0,0 0 0 0 0,-1 1 0 0 0,1 0 0 0 0,-1-1 0 0 0,0 1 0 0 0,1 0 0 0 0,-1 0 0 0 0,0 0 0 0 0,0 1 0 0 0,2 2 0 0 0,-3-3 0 0 0,-1-1 0 0 0,1 1 0 0 0,-1-1 0 0 0,1 1 0 0 0,-1 0 0 0 0,0-1 0 0 0,0 1 0 0 0,0 0 0 0 0,0 0 0 0 0,0-1 0 0 0,0 1 0 0 0,0 0 0 0 0,0-1 0 0 0,-1 1 0 0 0,1 0 0 0 0,-1-1 0 0 0,1 1 0 0 0,-1 0 0 0 0,0-1 0 0 0,1 1 0 0 0,-1-1 0 0 0,0 0 0 0 0,0 1 0 0 0,-2 1 0 0 0,-21 28 78 0 0,-1-2 0 0 0,-35 34-1 0 0,38-44-18 0 0,2 2-1 0 0,0 1 1 0 0,1 0 0 0 0,2 1-1 0 0,-22 36 1 0 0,39-58-71 0 0,-1 0 1 0 0,1 0-1 0 0,-1 0 0 0 0,0 0 1 0 0,1 0-1 0 0,0 0 1 0 0,-1 0-1 0 0,1 0 1 0 0,0 1-1 0 0,-1-1 1 0 0,1 0-1 0 0,0 0 0 0 0,0 0 1 0 0,0 0-1 0 0,0 0 1 0 0,0 1-1 0 0,0-1 1 0 0,0 0-1 0 0,1 0 1 0 0,-1 0-1 0 0,0 0 0 0 0,1 0 1 0 0,0 2-1 0 0,0-3-23 0 0,-1 1 1 0 0,1 0-1 0 0,0 0 0 0 0,0-1 0 0 0,0 1 0 0 0,1 0 0 0 0,-1-1 0 0 0,0 1 1 0 0,0-1-1 0 0,0 1 0 0 0,0-1 0 0 0,0 0 0 0 0,1 0 0 0 0,-1 1 0 0 0,0-1 0 0 0,0 0 1 0 0,1 0-1 0 0,0 0 0 0 0,11-1-263 0 0,-1-1 0 0 0,1 0 0 0 0,18-5 0 0 0,-15 3 306 0 0,-10 3-14 0 0,-1 0-1 0 0,1 1 0 0 0,-1-1 0 0 0,1 1 0 0 0,0 1 0 0 0,10 1 0 0 0,-15-2 4 0 0,0 0-1 0 0,0 0 0 0 0,0 1 1 0 0,0-1-1 0 0,0 0 0 0 0,0 1 0 0 0,0-1 1 0 0,0 1-1 0 0,0-1 0 0 0,0 1 1 0 0,0 0-1 0 0,0-1 0 0 0,0 1 0 0 0,-1 0 1 0 0,1 0-1 0 0,0 0 0 0 0,-1 0 0 0 0,1-1 1 0 0,0 1-1 0 0,-1 0 0 0 0,1 0 1 0 0,-1 0-1 0 0,1 0 0 0 0,-1 0 0 0 0,0 0 1 0 0,1 0-1 0 0,-1 0 0 0 0,0 1 1 0 0,0-1-1 0 0,0 0 0 0 0,0 0 0 0 0,0 0 1 0 0,0 0-1 0 0,0 0 0 0 0,0 0 0 0 0,0 0 1 0 0,0 0-1 0 0,-1 0 0 0 0,1 0 1 0 0,0 0-1 0 0,-1 1 0 0 0,0 0 0 0 0,-6 15-20 0 0,-2-1 0 0 0,1 0 0 0 0,-2-1 0 0 0,0 0-1 0 0,-23 27 1 0 0,-5 8 152 0 0,30-40-169 0 0,-20 31 292 0 0,27-39-311 0 0,1-1 0 0 0,-1 1 1 0 0,0-1-1 0 0,0 1 1 0 0,1-1-1 0 0,-1 1 0 0 0,1 0 1 0 0,-1-1-1 0 0,1 1 0 0 0,-1 0 1 0 0,1 0-1 0 0,0-1 0 0 0,0 1 1 0 0,0 0-1 0 0,0-1 1 0 0,0 1-1 0 0,1 0 0 0 0,-1 0 1 0 0,0-1-1 0 0,1 1 0 0 0,-1 0 1 0 0,1-1-1 0 0,0 2 1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5.0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0 1376 0 0,'-14'6'5048'0'0,"12"-4"-4728"0"0,0 0 0 0 0,0 0 0 0 0,1 1 0 0 0,-1-1 1 0 0,1 0-1 0 0,-1 1 0 0 0,1-1 0 0 0,-2 5 0 0 0,1-2 77 0 0,1 0-1 0 0,0 0 0 0 0,-1 0 0 0 0,1 1 0 0 0,1-1 0 0 0,-1 0 1 0 0,1 8-1 0 0,4 11 808 0 0,1-1 0 0 0,1 0 0 0 0,10 26-1 0 0,7 27-137 0 0,-1 7-178 0 0,-10-42-340 0 0,-1 2-1 0 0,-3-1 1 0 0,5 61 0 0 0,-13-60-446 0 0,0-25 82 0 0,1 0-1 0 0,0 0 1 0 0,4 21 0 0 0,-3-32-634 0 0,0 0 0 0 0,0 0 0 0 0,1 0 0 0 0,0 0 0 0 0,0 0 1 0 0,7 9-1 0 0,-1 0-3981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2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3139 4 1376 0 0,'-8'-3'10824'0'0,"-169"147"-4496"0"0,177-143-6299 0 0,-1-1 0 0 0,1 0 0 0 0,-1 0 0 0 0,0 0 1 0 0,1 1-1 0 0,-1-1 0 0 0,1 0 0 0 0,-1 1 0 0 0,1-1 0 0 0,-1 1 0 0 0,1-1 0 0 0,-1 1 0 0 0,1-1 1 0 0,-1 1-1 0 0,1-1 0 0 0,0 1 0 0 0,-1-1 0 0 0,1 1 0 0 0,0-1 0 0 0,-1 1 0 0 0,1-1 1 0 0,0 1-1 0 0,0 0 0 0 0,0-1 0 0 0,-1 1 0 0 0,1 0 0 0 0,0-1 0 0 0,0 1 0 0 0,0 0 0 0 0,0-1 1 0 0,0 1-1 0 0,0-1 0 0 0,0 1 0 0 0,1 0 0 0 0,-1-1 0 0 0,0 1 0 0 0,0 0 0 0 0,19 9 389 0 0,-13-8-538 0 0,38 11 310 0 0,-38-12-148 0 0,1 0 1 0 0,-1 1 0 0 0,0 0-1 0 0,1 0 1 0 0,-1 1 0 0 0,8 4-1 0 0,-2 0-42 0 0,-1 1 0 0 0,0 0 0 0 0,-1 0 0 0 0,0 1 0 0 0,13 14 0 0 0,-21-21 0 0 0,0 0 0 0 0,0 0 0 0 0,-1 1 0 0 0,1-1 0 0 0,0 0 0 0 0,-1 1 0 0 0,0 0 0 0 0,1-1 0 0 0,-1 1 0 0 0,0 0 0 0 0,0-1 0 0 0,0 1 0 0 0,-1 0 0 0 0,1 0 0 0 0,-1 0 0 0 0,0 0 0 0 0,1-1 0 0 0,-1 1 0 0 0,-1 0 0 0 0,1 0 0 0 0,0 0 0 0 0,-1 0 0 0 0,1 0 0 0 0,-1 0 0 0 0,0-1 0 0 0,0 1 0 0 0,0 0 0 0 0,0-1 0 0 0,0 1 0 0 0,-3 3 0 0 0,-32 39-186 0 0,-69 68-1 0 0,16-19 8 0 0,89-93 174 0 0,-1-1 1 0 0,1 0-1 0 0,-1 1 0 0 0,1-1 0 0 0,0 1 0 0 0,0-1 0 0 0,-1 0 0 0 0,1 1 1 0 0,0-1-1 0 0,0 1 0 0 0,-1-1 0 0 0,1 1 0 0 0,0-1 0 0 0,0 1 0 0 0,0-1 1 0 0,0 1-1 0 0,0-1 0 0 0,0 1 0 0 0,0-1 0 0 0,0 1 0 0 0,0-1 0 0 0,0 1 0 0 0,0-1 1 0 0,0 1-1 0 0,0-1 0 0 0,0 1 0 0 0,0-1 0 0 0,0 0 0 0 0,0 1 0 0 0,1-1 1 0 0,-1 1-1 0 0,0-1 0 0 0,0 1 0 0 0,1-1 0 0 0,-1 1 0 0 0,1 0 0 0 0,21 10-306 0 0,34-1-217 0 0,-54-10 516 0 0,41 4-186 0 0,-27-3 170 0 0,0 0 0 0 0,1 1-1 0 0,-1 0 1 0 0,0 1 0 0 0,0 1 0 0 0,-1 1 0 0 0,21 8-1 0 0,-34-12-16 0 0,0 1 0 0 0,0-1-1 0 0,0 1 1 0 0,-1-1 0 0 0,1 1-1 0 0,0 0 1 0 0,-1 0 0 0 0,1 0-1 0 0,-1 0 1 0 0,0 0 0 0 0,0 0-1 0 0,0 0 1 0 0,0 0 0 0 0,0 0 0 0 0,0 1-1 0 0,0-1 1 0 0,0 0 0 0 0,-1 1-1 0 0,0-1 1 0 0,1 0 0 0 0,-1 1-1 0 0,0-1 1 0 0,0 1 0 0 0,0-1-1 0 0,0 0 1 0 0,-1 1 0 0 0,1-1-1 0 0,-1 1 1 0 0,1-1 0 0 0,-1 0 0 0 0,-1 3-1 0 0,-4 10-278 0 0,0-1 0 0 0,0-1-1 0 0,-16 25 1 0 0,12-22 263 0 0,-46 84 105 0 0,56-100-86 0 0,0 0 1 0 0,-1 0 0 0 0,1 0-1 0 0,0 0 1 0 0,0 0 0 0 0,0 1-1 0 0,0-1 1 0 0,0 0 0 0 0,0 0-1 0 0,0 0 1 0 0,0 0-1 0 0,-1 0 1 0 0,1 1 0 0 0,0-1-1 0 0,0 0 1 0 0,0 0 0 0 0,0 0-1 0 0,0 0 1 0 0,0 1 0 0 0,0-1-1 0 0,0 0 1 0 0,0 0 0 0 0,0 0-1 0 0,0 0 1 0 0,0 1 0 0 0,0-1-1 0 0,0 0 1 0 0,0 0 0 0 0,0 0-1 0 0,0 0 1 0 0,0 0 0 0 0,1 1-1 0 0,-1-1 1 0 0,0 0-1 0 0,0 0 1 0 0,0 0 0 0 0,0 0-1 0 0,0 0 1 0 0,0 1 0 0 0,0-1-1 0 0,0 0 1 0 0,1 0 0 0 0,-1 0-1 0 0,0 0 1 0 0,0 0 0 0 0,0 0-1 0 0,0 0 1 0 0,0 0 0 0 0,1 1-1 0 0,10-4-2987 0 0,10-8-1550 0 0,24-33-44 0 0,-44 49 5623 0 0,0-1 1 0 0,0 1 0 0 0,-1 0 0 0 0,0 0 0 0 0,0-1-1 0 0,-1 9 1 0 0,-2 4 1174 0 0,0 1 1 0 0,0 25-1 0 0,9 80 74 0 0,-1-20-1567 0 0,-14 174 312 0 0,2 92 1103 0 0,8-338-2057 0 0,8 125-155 0 0,-5-128 217 0 0,0 0 0 0 0,2-1-1 0 0,15 43 1 0 0,-15-50 272 0 0,-5-16-345 0 0,-1 0 1 0 0,1 0-1 0 0,0-1 0 0 0,1 1 0 0 0,-1 0 0 0 0,1 0 1 0 0,-1-1-1 0 0,1 1 0 0 0,0-1 0 0 0,0 1 1 0 0,1-1-1 0 0,-1 0 0 0 0,1 0 0 0 0,0 0 1 0 0,-1 0-1 0 0,7 4 0 0 0,-8-6-18 0 0,-1 1-11 0 0,1 0 11 0 0,-1-2-1 0 0,-7 4 22 0 0,-10 7-23 0 0,0-1 0 0 0,-1-1 0 0 0,0-1 0 0 0,-1 0 0 0 0,1-1 0 0 0,-2-2 0 0 0,1 1 0 0 0,-29 2 0 0 0,-174 9 360 0 0,123-12-264 0 0,-437 0-185 0 0,95-4 108 0 0,-81-4 8 0 0,240-15 44 0 0,-85-8 40 0 0,274 22-190 0 0,-146 12-1 0 0,30 0-266 0 0,173-13-579 0 0,22-2-4878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9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112 184 2304 0 0,'-4'-36'349'0'0,"4"25"31"0"0,0 1 1 0 0,-2-1-1 0 0,1 1 1 0 0,-1-1-1 0 0,-1 1 1 0 0,0 0 0 0 0,0 0-1 0 0,-1 0 1 0 0,0 0-1 0 0,-10-16 1 0 0,12 24-155 0 0,1 0 0 0 0,-1 1 0 0 0,0-1 0 0 0,1 1 0 0 0,-1-1 0 0 0,0 1 0 0 0,0 0 0 0 0,0 0 0 0 0,0 0 0 0 0,0 0 0 0 0,0 0 0 0 0,0 0 1 0 0,-1 1-1 0 0,1-1 0 0 0,-3 0 0 0 0,5 1-97 0 0,-1 0 1 0 0,0 0 0 0 0,0 0 0 0 0,0 0-1 0 0,0 0 1 0 0,0 0 0 0 0,0 0 0 0 0,0 1-1 0 0,0-1 1 0 0,0 0 0 0 0,1 0 0 0 0,-1 1-1 0 0,0-1 1 0 0,0 1 0 0 0,0-1 0 0 0,1 1-1 0 0,-1-1 1 0 0,0 1 0 0 0,0-1 0 0 0,1 1-1 0 0,-1 0 1 0 0,0-1 0 0 0,1 1 0 0 0,-1 0-1 0 0,1-1 1 0 0,-1 1 0 0 0,1 0-1 0 0,-1 0 1 0 0,1 0 0 0 0,0-1 0 0 0,-1 1-1 0 0,1 0 1 0 0,0 0 0 0 0,0 0 0 0 0,-1 0-1 0 0,1 0 1 0 0,0 2 0 0 0,-10 120 698 0 0,6 128 0 0 0,23 126-798 0 0,-4-125 8 0 0,7 219 162 0 0,-29-225 52 0 0,-1-42 1773 0 0,11-173-1833 0 0,-2-26-275 0 0,0 0 0 0 0,0 0 0 0 0,-1 0 0 0 0,0 0 1 0 0,0 1-1 0 0,-1 7 0 0 0,1-13 76 0 0,0 0 0 0 0,0 1 0 0 0,0-1 0 0 0,0 0 1 0 0,-1 0-1 0 0,1 0 0 0 0,0 1 0 0 0,0-1 0 0 0,0 0 0 0 0,0 1 0 0 0,0-1 1 0 0,0 0-1 0 0,0 0 0 0 0,0 1 0 0 0,0-1 0 0 0,0 0 0 0 0,0 0 0 0 0,0 1 1 0 0,0-1-1 0 0,0 0 0 0 0,0 0 0 0 0,0 1 0 0 0,0-1 0 0 0,0 0 1 0 0,1 0-1 0 0,-1 1 0 0 0,0-1 0 0 0,0 0 0 0 0,0 0 0 0 0,0 1 0 0 0,0-1 1 0 0,1 0-1 0 0,-1 0 0 0 0,0 0 0 0 0,0 0 0 0 0,0 1 0 0 0,1-1 0 0 0,-1 0 1 0 0,0 0-1 0 0,1 0 0 0 0,6-6-1719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1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38 5529 0 0,'-18'-26'3625'0'0,"10"15"744"0"0,17 26-1927 0 0,165 331-943 0 0,7 13-3280 0 0,-160-325 724 0 0,-3-2-230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5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11 5985 0 0,'-2'0'32'0'0,"0"0"0"0"0,0 0 0 0 0,1 1 0 0 0,-1-1 0 0 0,0 1 0 0 0,0 0-1 0 0,0-1 1 0 0,1 1 0 0 0,-1 0 0 0 0,0 0 0 0 0,1 0 0 0 0,-1 0 0 0 0,1 0-1 0 0,-1 0 1 0 0,1 1 0 0 0,-1-1 0 0 0,1 0 0 0 0,0 1 0 0 0,-2 1 0 0 0,1 2-57 0 0,0 0 1 0 0,0 0 0 0 0,0 1-1 0 0,0-1 1 0 0,0 9-1 0 0,1-11 56 0 0,-2 16 409 0 0,1 0-1 0 0,1 0 1 0 0,0 1 0 0 0,2-1 0 0 0,0 0 0 0 0,1 0-1 0 0,1 0 1 0 0,1 0 0 0 0,6 19 0 0 0,2 1 16 0 0,2-1 1 0 0,2-1-1 0 0,26 46 1 0 0,-34-71-434 0 0,0 0 0 0 0,0-1 1 0 0,1 0-1 0 0,1 0 0 0 0,0-1 0 0 0,0 0 1 0 0,1-1-1 0 0,0 0 0 0 0,21 12 0 0 0,-26-17-12 0 0,0 0 0 0 0,1-1-1 0 0,-1 0 1 0 0,1 0 0 0 0,0 0-1 0 0,0-1 1 0 0,0 0 0 0 0,0 0-1 0 0,0-1 1 0 0,1 0-1 0 0,-1 0 1 0 0,0-1 0 0 0,1 0-1 0 0,-1 0 1 0 0,0-1 0 0 0,0 0-1 0 0,1 0 1 0 0,-1 0 0 0 0,0-1-1 0 0,10-4 1 0 0,-13 3 63 0 0,0 1 0 0 0,0-1 0 0 0,0-1 0 0 0,-1 1 0 0 0,1 0 0 0 0,-1-1 0 0 0,0 0 0 0 0,0 0 0 0 0,0 0 0 0 0,0 0 0 0 0,-1 0 0 0 0,1 0 0 0 0,-1-1 0 0 0,0 1 1 0 0,-1-1-1 0 0,1 0 0 0 0,-1 1 0 0 0,2-8 0 0 0,0-2 296 0 0,-1-2 0 0 0,-1 1 0 0 0,0 0 1 0 0,-1-26-1 0 0,-3 17 10 0 0,0 0 0 0 0,-1 1-1 0 0,-2-1 1 0 0,0 1 0 0 0,-2 0 0 0 0,0 0 0 0 0,-1 1 0 0 0,-2 0-1 0 0,0 1 1 0 0,-23-31 0 0 0,26 39-469 0 0,-1 2-1 0 0,-1-1 1 0 0,0 1 0 0 0,-1 1 0 0 0,0 0-1 0 0,0 0 1 0 0,-1 1 0 0 0,-1 1 0 0 0,1 0-1 0 0,-1 1 1 0 0,0 0 0 0 0,-1 0-1 0 0,0 2 1 0 0,0 0 0 0 0,0 0 0 0 0,-1 2-1 0 0,1 0 1 0 0,-19-2 0 0 0,8 5-907 0 0,1 6-11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2.2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1 565 11522 0 0,'8'2'181'0'0,"-1"1"0"0"0,1 0-1 0 0,-1 0 1 0 0,1 0 0 0 0,-1 1-1 0 0,0 0 1 0 0,10 9 0 0 0,-7-7 15 0 0,204 122 107 0 0,-203-121-43 0 0,1-1-1 0 0,-1 0 1 0 0,1 0 0 0 0,1-1-1 0 0,24 6 1 0 0,-35-11-213 0 0,0 1 1 0 0,1-1-1 0 0,-1 0 1 0 0,0 0-1 0 0,1 1 1 0 0,-1-1-1 0 0,0-1 1 0 0,1 1 0 0 0,-1 0-1 0 0,0-1 1 0 0,1 1-1 0 0,-1-1 1 0 0,0 0-1 0 0,0 1 1 0 0,1-1-1 0 0,-1 0 1 0 0,0 0-1 0 0,0-1 1 0 0,0 1-1 0 0,0 0 1 0 0,0-1-1 0 0,-1 1 1 0 0,1-1-1 0 0,0 0 1 0 0,-1 1-1 0 0,1-1 1 0 0,-1 0-1 0 0,0 0 1 0 0,1 0-1 0 0,-1 0 1 0 0,0 0-1 0 0,0 0 1 0 0,0-1-1 0 0,0 1 1 0 0,-1 0-1 0 0,1 0 1 0 0,-1-1-1 0 0,1 1 1 0 0,-1 0-1 0 0,0-4 1 0 0,1-16 502 0 0,-1 0-1 0 0,-1 1 1 0 0,-1-1 0 0 0,-1 1-1 0 0,-1-1 1 0 0,-10-32 0 0 0,4 12-241 0 0,-37-224 163 0 0,24 88-4129 0 0,16 127-2942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3.9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6449 0 0,'0'0'499'0'0,"22"12"2283"0"0,-8 0-1827 0 0,-1 1 1 0 0,0 0-1 0 0,-1 1 0 0 0,0 0 0 0 0,-1 1 1 0 0,-1 0-1 0 0,0 1 0 0 0,13 29 0 0 0,2 15-5 0 0,20 72 0 0 0,-21-55-634 0 0,-8-28-648 0 0,2 7-5352 0 0,-6-25-561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6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175 200 3833 0 0,'-5'6'801'0'0,"-27"11"4519"0"0,27-54-3995 0 0,5 35-1060 0 0,-1 0 0 0 0,1-1 0 0 0,-1 1 0 0 0,1 0 0 0 0,-1-1 0 0 0,0 1 0 0 0,0 0 0 0 0,0 0 0 0 0,0-1 0 0 0,-1 1 0 0 0,1 0 0 0 0,0 0 0 0 0,-1 1 0 0 0,0-1 0 0 0,-11-9 5350 0 0,10-1-5809 0 0,3 5 499 0 0,-1 2-307 0 0,1 0 0 0 0,-1 0 0 0 0,-1 1 0 0 0,1-1 0 0 0,0 0 0 0 0,-1 1 0 0 0,0-1-1 0 0,0 1 1 0 0,-1-1 0 0 0,1 1 0 0 0,-1 0 0 0 0,0 0 0 0 0,0 0 0 0 0,0 0-1 0 0,0 1 1 0 0,-1-1 0 0 0,1 1 0 0 0,-1 0 0 0 0,0 0 0 0 0,0 0 0 0 0,-7-3-1 0 0,-29-25-14 0 0,48 41 54 0 0,0 2-1 0 0,-2-1 1 0 0,1 1-1 0 0,-1 0 0 0 0,-1 0 1 0 0,7 24-1 0 0,-1-5 55 0 0,4 4-25 0 0,1 0 0 0 0,39 59 0 0 0,55 56 87 0 0,-84-111-1472 0 0,-18-26-611 0 0,0-1 0 0 0,20 22 0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8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4 3681 0 0,'-2'-1'182'0'0,"0"0"-1"0"0,0 1 1 0 0,0-1 0 0 0,0 1 0 0 0,0 0-1 0 0,0-1 1 0 0,0 1 0 0 0,0 0 0 0 0,0 1 0 0 0,0-1-1 0 0,0 0 1 0 0,0 0 0 0 0,0 1 0 0 0,0-1-1 0 0,0 1 1 0 0,0 0 0 0 0,0-1 0 0 0,0 1-1 0 0,1 0 1 0 0,-1 0 0 0 0,-3 2 0 0 0,3-1 131 0 0,0 1 0 0 0,-1-1 0 0 0,1 1 0 0 0,0-1 0 0 0,0 1 0 0 0,0 0 0 0 0,1 0 0 0 0,-1 0 0 0 0,1 0 0 0 0,-1 0 0 0 0,1 0 0 0 0,-1 5 0 0 0,1-4-97 0 0,-1 0 1 0 0,2 0-1 0 0,-1-1 0 0 0,0 1 0 0 0,1 0 1 0 0,0 0-1 0 0,0 0 0 0 0,0 0 1 0 0,0 0-1 0 0,1 0 0 0 0,0 0 0 0 0,0-1 1 0 0,0 1-1 0 0,0 0 0 0 0,0 0 0 0 0,1-1 1 0 0,-1 1-1 0 0,1-1 0 0 0,0 1 0 0 0,0-1 1 0 0,0 0-1 0 0,1 0 0 0 0,-1 0 0 0 0,4 3 1 0 0,-2-4-116 0 0,0 1 1 0 0,0-1 0 0 0,1 0 0 0 0,-1-1-1 0 0,1 1 1 0 0,-1-1 0 0 0,1 0 0 0 0,0 0-1 0 0,-1 0 1 0 0,1-1 0 0 0,0 0 0 0 0,0 0 0 0 0,0 0-1 0 0,-1 0 1 0 0,1-1 0 0 0,0 0 0 0 0,-1 0-1 0 0,1 0 1 0 0,6-3 0 0 0,10-3-979 0 0,0-2 1 0 0,35-20-1 0 0,-44 22-195 0 0,6-3-4631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5.5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79 6449 0 0,'-1'14'2116'0'0,"1"-12"-1766"0"0,-1 1 0 0 0,1-1 1 0 0,0 0-1 0 0,0 1 0 0 0,0-1 1 0 0,0 1-1 0 0,0-1 1 0 0,1 5-1 0 0,0-6-290 0 0,-1 0 0 0 0,1 0 0 0 0,-1-1 0 0 0,1 1 0 0 0,-1 0 0 0 0,1-1 0 0 0,0 1 0 0 0,-1 0 0 0 0,1-1 0 0 0,0 1 0 0 0,0-1 0 0 0,0 1 0 0 0,-1-1 0 0 0,1 1 0 0 0,0-1 0 0 0,0 0 0 0 0,0 1 0 0 0,0-1 0 0 0,0 0 0 0 0,0 0 0 0 0,-1 0 0 0 0,1 0 0 0 0,0 0 0 0 0,0 0 0 0 0,0 0 0 0 0,0 0 0 0 0,0 0 0 0 0,0 0 0 0 0,0 0 0 0 0,1-1 0 0 0,0 1 12 0 0,-1 0 1 0 0,1 0-1 0 0,0 0 1 0 0,0 0-1 0 0,-1 0 1 0 0,1-1 0 0 0,0 1-1 0 0,0-1 1 0 0,-1 1-1 0 0,1-1 1 0 0,-1 0-1 0 0,1 1 1 0 0,0-1-1 0 0,-1 0 1 0 0,1 0 0 0 0,-1 0-1 0 0,0 0 1 0 0,1 0-1 0 0,-1-1 1 0 0,0 1-1 0 0,0 0 1 0 0,0-1 0 0 0,0 1-1 0 0,0-1 1 0 0,0 1-1 0 0,0-1 1 0 0,0 1-1 0 0,0-1 1 0 0,-1 0-1 0 0,1 1 1 0 0,-1-1 0 0 0,1 0-1 0 0,-1 1 1 0 0,0-1-1 0 0,0 0 1 0 0,0 0-1 0 0,1 1 1 0 0,-2-1 0 0 0,1 0-1 0 0,0 0 1 0 0,-1-2-1 0 0,0 0-44 0 0,0 0 1 0 0,0-1-1 0 0,-1 1 0 0 0,1 0 0 0 0,-1 0 0 0 0,0 0 0 0 0,-1 0 0 0 0,1 0 1 0 0,-1 1-1 0 0,1-1 0 0 0,-1 1 0 0 0,0-1 0 0 0,-1 1 0 0 0,1 0 0 0 0,-4-3 1 0 0,3 4-10 0 0,0 0-1 0 0,1 0 1 0 0,-1 0 0 0 0,0 1 0 0 0,0-1 0 0 0,0 1 0 0 0,0 0 0 0 0,0 0 0 0 0,-1 0 0 0 0,1 1 0 0 0,-6 0 0 0 0,7 0-91 0 0,0 0 0 0 0,1 0 0 0 0,-1 0 1 0 0,1 1-1 0 0,-1-1 0 0 0,1 1 1 0 0,0 0-1 0 0,-1-1 0 0 0,1 1 0 0 0,-1 0 1 0 0,1 1-1 0 0,0-1 0 0 0,0 0 1 0 0,0 1-1 0 0,0-1 0 0 0,0 1 1 0 0,0 0-1 0 0,0-1 0 0 0,0 1 0 0 0,-1 3 1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0 187 6449 0 0,'0'6'227'0'0,"1"0"-1"0"0,-1-1 0 0 0,1 1 0 0 0,0 0 0 0 0,1 0 1 0 0,-1-1-1 0 0,1 1 0 0 0,0-1 0 0 0,0 0 0 0 0,1 1 1 0 0,0-1-1 0 0,0 0 0 0 0,0 0 0 0 0,1-1 0 0 0,3 6 0 0 0,-4-8-95 0 0,-1 0 0 0 0,0 0 0 0 0,0 0 0 0 0,1 0 0 0 0,-1 0 0 0 0,1-1 0 0 0,0 1 0 0 0,0-1-1 0 0,-1 0 1 0 0,1 0 0 0 0,0 0 0 0 0,0 0 0 0 0,0 0 0 0 0,0 0 0 0 0,0-1 0 0 0,0 1 0 0 0,0-1-1 0 0,0 0 1 0 0,0 0 0 0 0,0 0 0 0 0,1-1 0 0 0,-1 1 0 0 0,0-1 0 0 0,0 1 0 0 0,0-1-1 0 0,-1 0 1 0 0,1 0 0 0 0,0-1 0 0 0,4-1 0 0 0,2-3 153 0 0,0 0 0 0 0,0-1-1 0 0,-1 0 1 0 0,0 0 0 0 0,0-1 0 0 0,-1 0-1 0 0,0-1 1 0 0,0 1 0 0 0,-1-1 0 0 0,0-1 0 0 0,6-12-1 0 0,-2 2 72 0 0,-1 0-1 0 0,-1-1 0 0 0,-1 0 1 0 0,7-35-1 0 0,-13 53-342 0 0,0 0 1 0 0,-1 1-1 0 0,0-1 1 0 0,1 0-1 0 0,-1 0 0 0 0,-1 0 1 0 0,1 0-1 0 0,0 1 0 0 0,0-1 1 0 0,-1 0-1 0 0,0 0 0 0 0,-1-4 1 0 0,2 7-11 0 0,-1-1 0 0 0,1 1 1 0 0,0 0-1 0 0,0 0 0 0 0,-1-1 1 0 0,1 1-1 0 0,0 0 0 0 0,0-1 1 0 0,-1 1-1 0 0,1 0 1 0 0,0 0-1 0 0,-1-1 0 0 0,1 1 1 0 0,0 0-1 0 0,-1 0 0 0 0,1 0 1 0 0,-1 0-1 0 0,1 0 0 0 0,0 0 1 0 0,-1-1-1 0 0,1 1 0 0 0,-1 0 1 0 0,1 0-1 0 0,0 0 0 0 0,-1 0 1 0 0,1 0-1 0 0,-1 0 1 0 0,1 0-1 0 0,0 1 0 0 0,-1-1 1 0 0,-1 1 6 0 0,0 0 0 0 0,0 0 1 0 0,1 0-1 0 0,-1 0 1 0 0,0 0-1 0 0,1 0 1 0 0,-1 1-1 0 0,1-1 1 0 0,0 1-1 0 0,-2 2 1 0 0,-6 7-7 0 0,0 1 1 0 0,2 0-1 0 0,-1 1 1 0 0,2 0 0 0 0,-1 0-1 0 0,2 0 1 0 0,0 1 0 0 0,1 0-1 0 0,0 0 1 0 0,1 0 0 0 0,0 1-1 0 0,1-1 1 0 0,1 0 0 0 0,0 15-1 0 0,2-23-29 0 0,1-1-1 0 0,-1 0 0 0 0,1 0 1 0 0,0 0-1 0 0,0 0 1 0 0,0-1-1 0 0,1 1 0 0 0,-1-1 1 0 0,1 1-1 0 0,0-1 1 0 0,1 0-1 0 0,-1 0 0 0 0,1 0 1 0 0,0 0-1 0 0,-1-1 1 0 0,2 0-1 0 0,-1 0 0 0 0,0 0 1 0 0,1 0-1 0 0,-1 0 1 0 0,1-1-1 0 0,0 0 0 0 0,0 0 1 0 0,0 0-1 0 0,0-1 1 0 0,0 1-1 0 0,0-1 0 0 0,0-1 1 0 0,0 1-1 0 0,1-1 0 0 0,-1 0 1 0 0,0 0-1 0 0,0 0 1 0 0,1 0-1 0 0,-1-1 0 0 0,0 0 1 0 0,9-3-1 0 0,7-6-666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8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69 3225 0 0,'0'0'-1'0'0,"-33"7"7423"0"0,44 3-5333 0 0,-6-8-1857 0 0,0 0 1 0 0,0-1-1 0 0,0 0 1 0 0,1 0-1 0 0,-1 0 1 0 0,0 0-1 0 0,1-1 1 0 0,-1 0-1 0 0,0 0 1 0 0,1 0-1 0 0,-1-1 1 0 0,0 1-1 0 0,0-1 1 0 0,1-1-1 0 0,5-1 1 0 0,-5 1-126 0 0,-1 0 1 0 0,1 1 0 0 0,-1-2-1 0 0,0 1 1 0 0,0-1-1 0 0,0 0 1 0 0,0 0 0 0 0,0 0-1 0 0,0 0 1 0 0,-1-1 0 0 0,0 0-1 0 0,0 0 1 0 0,0 0 0 0 0,4-5-1 0 0,-8 8-97 0 0,0 1 0 0 0,1-1 0 0 0,-1 0 0 0 0,0 1 0 0 0,1-1 0 0 0,-1 0 0 0 0,0 1 0 0 0,1-1-1 0 0,-1 0 1 0 0,0 0 0 0 0,0 1 0 0 0,0-1 0 0 0,0 0 0 0 0,0 0 0 0 0,0 1 0 0 0,0-1 0 0 0,0 0 0 0 0,0 0 0 0 0,0 1 0 0 0,0-1-1 0 0,-1 0 1 0 0,1 1 0 0 0,0-1 0 0 0,-1 0 0 0 0,1 1 0 0 0,0-1 0 0 0,-1 0 0 0 0,1 1 0 0 0,-1-2 0 0 0,-1 0-1 0 0,0 1 0 0 0,0 0 1 0 0,1 0-1 0 0,-1 0 1 0 0,0 0-1 0 0,0 0 0 0 0,0 0 1 0 0,0 0-1 0 0,0 0 1 0 0,-4 0-1 0 0,0 0 5 0 0,-1 0 0 0 0,0 0 0 0 0,1 0 0 0 0,-1 1 0 0 0,0 0 0 0 0,-8 1 0 0 0,7 2-23 0 0,1 0 1 0 0,-1 0-1 0 0,1 0 0 0 0,-1 1 0 0 0,1 0 1 0 0,0 1-1 0 0,1-1 0 0 0,-1 1 1 0 0,1 0-1 0 0,0 1 0 0 0,-11 12 1 0 0,9-10-148 0 0,8-7 134 0 0,-1-1 0 0 0,1 0 1 0 0,0 0-1 0 0,0 0 0 0 0,0 1 0 0 0,-1-1 0 0 0,1 0 1 0 0,0 0-1 0 0,0 1 0 0 0,0-1 0 0 0,0 0 0 0 0,0 0 1 0 0,0 0-1 0 0,-1 1 0 0 0,1-1 0 0 0,0 0 0 0 0,0 1 1 0 0,0-1-1 0 0,0 0 0 0 0,0 0 0 0 0,0 1 0 0 0,0-1 1 0 0,0 0-1 0 0,0 0 0 0 0,0 1 0 0 0,0-1 1 0 0,0 0-1 0 0,1 0 0 0 0,-1 1 0 0 0,0-1 0 0 0,0 0 1 0 0,0 0-1 0 0,0 1 0 0 0,0-1 0 0 0,0 0 0 0 0,1 0 1 0 0,-1 1-1 0 0,0-1 0 0 0,0 0 0 0 0,0 0 0 0 0,0 0 1 0 0,1 1-1 0 0,-1-1 0 0 0,0 0 0 0 0,0 0 0 0 0,1 0 1 0 0,-1 0-1 0 0,0 0 0 0 0,0 0 0 0 0,1 0 1 0 0,-1 1-1 0 0,15 3-4041 0 0,-10-4 2609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9218 0 0,'2'0'178'0'0,"-1"1"0"0"0,0-1 0 0 0,1 1 0 0 0,-1 0 0 0 0,1-1 0 0 0,-1 1 0 0 0,0 0 0 0 0,0 0 0 0 0,1 0-1 0 0,-1 0 1 0 0,0 0 0 0 0,0 0 0 0 0,0 0 0 0 0,0 1 0 0 0,0-1 0 0 0,0 0 0 0 0,0 1 0 0 0,-1-1 0 0 0,1 0 0 0 0,0 1 0 0 0,0 1 0 0 0,12 32 1694 0 0,6 49 526 0 0,-14-53-1607 0 0,19 58 0 0 0,-21-81-726 0 0,0-1 0 0 0,0 0 0 0 0,1 1 0 0 0,0-1 0 0 0,0 0 0 0 0,1-1 0 0 0,0 1 0 0 0,0-1 0 0 0,0 0 0 0 0,1 0 0 0 0,0-1 0 0 0,9 7 0 0 0,-11-9-73 0 0,0-1 1 0 0,0 0 0 0 0,1-1 0 0 0,-1 1 0 0 0,0-1-1 0 0,1 0 1 0 0,-1 0 0 0 0,1 0 0 0 0,-1 0-1 0 0,1-1 1 0 0,0 0 0 0 0,-1 0 0 0 0,1 0 0 0 0,-1-1-1 0 0,1 1 1 0 0,-1-1 0 0 0,1 0 0 0 0,-1 0-1 0 0,1-1 1 0 0,4-2 0 0 0,10-4-925 0 0,-1-1 0 0 0,-1-1 0 0 0,21-14 0 0 0,-33 20 560 0 0,7-5-1574 0 0,0 0 0 0 0,14-16-1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5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23 101 456 0 0,'-13'-38'3267'0'0,"10"27"77"0"0,1 0 0 0 0,0 0 1 0 0,-1-19-1 0 0,13 35 436 0 0,10 17-2946 0 0,-13-7-653 0 0,-1-1 0 0 0,-1 1 0 0 0,0 0 0 0 0,-1 0 0 0 0,3 18-1 0 0,6 82-48 0 0,-8-67-122 0 0,-2-14-110 0 0,24 173-1917 0 0,-22-172 557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8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7 133 3225 0 0,'-2'-8'410'0'0,"0"0"0"0"0,1 0 0 0 0,0-1 1 0 0,1 1-1 0 0,0-13 0 0 0,10-49 13269 0 0,-9 70-13580 0 0,-1 0 0 0 0,0 0 1 0 0,0 0-1 0 0,1 0 1 0 0,-1 0-1 0 0,8 12 1457 0 0,4 19-1102 0 0,16 140 375 0 0,-20-106-1778 0 0,3-1 1 0 0,21 65 0 0 0,-25-106-6284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0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3681 0 0,'2'-15'-268'0'0,"5"-16"2763"0"0,-7 31-2313 0 0,0-1 1 0 0,0 1-1 0 0,0-1 0 0 0,1 1 0 0 0,-1-1 0 0 0,0 1 0 0 0,1-1 0 0 0,-1 1 0 0 0,0-1 0 0 0,1 1 0 0 0,-1-1 0 0 0,0 1 0 0 0,1-1 0 0 0,-1 1 0 0 0,1 0 0 0 0,-1-1 0 0 0,1 1 0 0 0,-1 0 0 0 0,1 0 0 0 0,-1-1 0 0 0,1 1 0 0 0,0 0 0 0 0,-1 0 0 0 0,1 0 0 0 0,-1-1 0 0 0,1 1 0 0 0,-1 0 0 0 0,1 0 0 0 0,0 0 0 0 0,-1 0 0 0 0,1 0 0 0 0,-1 0 0 0 0,1 0 0 0 0,0 0 0 0 0,-1 1 0 0 0,1-1 0 0 0,-1 0 0 0 0,1 0 0 0 0,-1 0 0 0 0,2 1 0 0 0,3 1 192 0 0,1 0 0 0 0,-1-1 0 0 0,1 1 1 0 0,0-1-1 0 0,-1-1 0 0 0,1 1 0 0 0,0-1 0 0 0,0 0 1 0 0,0 0-1 0 0,-1-1 0 0 0,1 1 0 0 0,0-1 0 0 0,0-1 1 0 0,8-2-1 0 0,33-15-883 0 0,-4-3-4492 0 0,-22 10-791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7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3 372 2128 0 0,'-1'2'228'0'0,"0"11"1335"0"0,1-12-1396 0 0,1-1-1 0 0,-1 0 0 0 0,0 0 1 0 0,1 0-1 0 0,-1 0 0 0 0,1 0 1 0 0,-1 0-1 0 0,0 0 0 0 0,1 0 1 0 0,-1 0-1 0 0,1 0 0 0 0,-1 0 1 0 0,1 0-1 0 0,-1 0 0 0 0,0 0 1 0 0,1 0-1 0 0,3-2 1497 0 0,-4 2-1496 0 0,121-38 4612 0 0,-18 4-2267 0 0,175-32 0 0 0,-153 47-2078 0 0,214-35 235 0 0,-74 9-442 0 0,121-26 1050 0 0,-304 52-988 0 0,151-17-1 0 0,-182 33-128 0 0,0 2-1 0 0,0 2 0 0 0,1 3 0 0 0,61 11 1 0 0,-49 4-1257 0 0,-48-13-908 0 0,0-1 0 0 0,0-1 0 0 0,20 3 0 0 0,-19-9-2277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9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72 79 1840 0 0,'-36'-2'2731'0'0,"34"2"-2393"0"0,0 0 0 0 0,-1 1 0 0 0,1-1 1 0 0,0 0-1 0 0,0 0 0 0 0,-1 1 0 0 0,1 0 1 0 0,0-1-1 0 0,0 1 0 0 0,0 0 0 0 0,0 0 1 0 0,0 0-1 0 0,-3 2 0 0 0,5-2-202 0 0,-1 0-1 0 0,1 0 1 0 0,-1 1-1 0 0,1-1 1 0 0,0 0 0 0 0,0 1-1 0 0,0-1 1 0 0,0 0-1 0 0,0 1 1 0 0,0-1 0 0 0,0 0-1 0 0,0 1 1 0 0,0-1-1 0 0,1 0 1 0 0,-1 0 0 0 0,1 1-1 0 0,-1-1 1 0 0,0 0-1 0 0,1 0 1 0 0,0 0 0 0 0,-1 0-1 0 0,3 2 1 0 0,17 28 932 0 0,-17-28-855 0 0,4 6 88 0 0,0 0 0 0 0,1 0 0 0 0,0-1 1 0 0,1 0-1 0 0,0 0 0 0 0,0-1 0 0 0,1-1 1 0 0,0 1-1 0 0,0-1 0 0 0,0-1 0 0 0,14 5 1 0 0,-19-8-182 0 0,0 0 1 0 0,1-1 0 0 0,-1 0 0 0 0,0 0 0 0 0,1 0 0 0 0,-1-1 0 0 0,1 0 0 0 0,-1 0 0 0 0,1 0 0 0 0,-1-1 0 0 0,1 0 0 0 0,-1 0-1 0 0,0 0 1 0 0,0-1 0 0 0,1 1 0 0 0,-1-1 0 0 0,0-1 0 0 0,0 1 0 0 0,-1-1 0 0 0,1 1 0 0 0,0-1 0 0 0,-1-1 0 0 0,0 1 0 0 0,1-1-1 0 0,6-7 1 0 0,-8 6-34 0 0,0 1-1 0 0,0-1 0 0 0,0 0 0 0 0,-1 0 0 0 0,1 0 0 0 0,-1 0 1 0 0,0 0-1 0 0,-1 0 0 0 0,1-1 0 0 0,-1 1 0 0 0,0-1 0 0 0,0 1 1 0 0,-1-1-1 0 0,0 1 0 0 0,0-1 0 0 0,0 1 0 0 0,0-1 1 0 0,-1 1-1 0 0,0-1 0 0 0,0 1 0 0 0,-1 0 0 0 0,1-1 0 0 0,-5-6 1 0 0,4 7-152 0 0,0 0 1 0 0,-1 0-1 0 0,1 0 1 0 0,-1 0-1 0 0,-1 1 1 0 0,1-1-1 0 0,-1 1 1 0 0,1 0-1 0 0,-1 0 1 0 0,-7-5-1 0 0,7 6-298 0 0,1 1 0 0 0,-1 0 0 0 0,1 0-1 0 0,-1 1 1 0 0,1-1 0 0 0,-1 1 0 0 0,0 0-1 0 0,0 0 1 0 0,0 0 0 0 0,0 0 0 0 0,0 0-1 0 0,0 1 1 0 0,0 0 0 0 0,0 0 0 0 0,-6 1-1 0 0,-11 3-6517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5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50 5985 0 0,'-1'0'62'0'0,"0"1"0"0"0,0-1 0 0 0,1 1 0 0 0,-1-1 0 0 0,0 1 0 0 0,1 0 0 0 0,-1-1 0 0 0,1 1 0 0 0,-1 0 0 0 0,1 0-1 0 0,-1-1 1 0 0,1 1 0 0 0,0 0 0 0 0,-1 0 0 0 0,1 0 0 0 0,0-1 0 0 0,0 1 0 0 0,-1 0 0 0 0,1 0 0 0 0,0 0 0 0 0,0 0 0 0 0,0 0 0 0 0,0 0-1 0 0,0-1 1 0 0,1 3 0 0 0,0-3 97 0 0,1 1 0 0 0,0-1 0 0 0,-1 0 0 0 0,1 1 0 0 0,0-1 0 0 0,0 0-1 0 0,0 0 1 0 0,-1 0 0 0 0,1-1 0 0 0,0 1 0 0 0,0 0 0 0 0,-1-1 0 0 0,4 0-1 0 0,101-24 3486 0 0,-56 12-1815 0 0,82-11 0 0 0,8 17-561 0 0,210 16-1 0 0,-84 1-1005 0 0,-25-10-54 0 0,324 14 1749 0 0,-440-6-1618 0 0,-48-5-249 0 0,-1 4 0 0 0,128 27 1 0 0,-149-18-22 0 0,33 8-2983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8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1696 0 0,'-5'0'265'0'0,"-13"7"5614"0"0,19-1-4702 0 0,6 20 452 0 0,-1 3-790 0 0,1 0-1 0 0,2-1 1 0 0,1 0 0 0 0,18 36 0 0 0,-24-58-755 0 0,0 1 1 0 0,0-1-1 0 0,0 0 1 0 0,1 0-1 0 0,0 0 1 0 0,0-1-1 0 0,1 1 1 0 0,0-1-1 0 0,10 7 1 0 0,-11-10-8 0 0,-1 1 0 0 0,1-1 0 0 0,0 0 0 0 0,0-1 0 0 0,0 1-1 0 0,0-1 1 0 0,0 0 0 0 0,0 0 0 0 0,0-1 0 0 0,0 1 0 0 0,0-1 0 0 0,1 0 0 0 0,-1-1 0 0 0,0 1 0 0 0,9-3 0 0 0,-7 1 93 0 0,-1 0 0 0 0,0-1 1 0 0,0 1-1 0 0,0-1 0 0 0,0-1 0 0 0,0 1 1 0 0,-1-1-1 0 0,0 0 0 0 0,1 0 1 0 0,-1-1-1 0 0,-1 0 0 0 0,1 1 0 0 0,-1-2 1 0 0,0 1-1 0 0,0 0 0 0 0,0-1 1 0 0,-1 0-1 0 0,3-6 0 0 0,-2 4-12 0 0,0 0-1 0 0,-1 0 0 0 0,0-1 0 0 0,0 0 0 0 0,-1 0 1 0 0,0 0-1 0 0,0 0 0 0 0,-1 0 0 0 0,0 0 1 0 0,-1 0-1 0 0,0 0 0 0 0,-3-16 0 0 0,2 21-189 0 0,-1-1-1 0 0,1 1 1 0 0,-1 0-1 0 0,-1-1 1 0 0,1 1-1 0 0,-1 0 0 0 0,1 1 1 0 0,-1-1-1 0 0,0 0 1 0 0,0 1-1 0 0,-1-1 1 0 0,1 1-1 0 0,-1 0 0 0 0,0 0 1 0 0,1 1-1 0 0,-1-1 1 0 0,0 1-1 0 0,-1 0 1 0 0,1 0-1 0 0,0 0 1 0 0,-1 0-1 0 0,1 1 0 0 0,-1 0 1 0 0,1 0-1 0 0,-1 0 1 0 0,0 0-1 0 0,1 1 1 0 0,-1 0-1 0 0,0 0 0 0 0,-7 1 1 0 0,-16 3-7543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5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57 920 0 0,'-29'-3'2366'0'0,"-43"2"0"0"0,44 2 424 0 0,32 0-2506 0 0,-1 0 1 0 0,1 0-1 0 0,-1 1 0 0 0,0-1 1 0 0,0 1-1 0 0,0 0 0 0 0,0 0 1 0 0,0 0-1 0 0,0 0 0 0 0,0 1 1 0 0,-1-1-1 0 0,1 1 1 0 0,-1-1-1 0 0,0 1 0 0 0,1 0 1 0 0,-1 0-1 0 0,2 4 0 0 0,-2-3-209 0 0,0 0 1 0 0,1 0-1 0 0,0 0 0 0 0,0-1 0 0 0,0 1 0 0 0,0-1 0 0 0,1 0 0 0 0,-1 0 0 0 0,1 0 1 0 0,0-1-1 0 0,0 1 0 0 0,0-1 0 0 0,0 0 0 0 0,5 2 0 0 0,-8-4-59 0 0,0 1 0 0 0,0-1 0 0 0,0 0 0 0 0,-1 0 0 0 0,1 0 0 0 0,0 0 0 0 0,0 0 0 0 0,0 0 0 0 0,0 0 0 0 0,-1 0 0 0 0,1-1 0 0 0,0 1 0 0 0,0 0 0 0 0,0 0 0 0 0,-1-1 0 0 0,1 1 0 0 0,0 0 0 0 0,0-1 0 0 0,-1 1 0 0 0,1-1 0 0 0,0 1 0 0 0,-1-1 0 0 0,1 1 0 0 0,0-1 0 0 0,-1 1 0 0 0,1-1 0 0 0,0-1 0 0 0,0 0 19 0 0,0 0 0 0 0,-1 1 0 0 0,1-1 0 0 0,-1 0 0 0 0,1 0 0 0 0,-1 0 0 0 0,0 0 0 0 0,1 0 0 0 0,-1 0 0 0 0,0 0 0 0 0,-1-3 0 0 0,1-2 70 0 0,-1 1 0 0 0,-1-1-1 0 0,1 0 1 0 0,-1 1 0 0 0,0-1 0 0 0,-3-6 0 0 0,2 9-61 0 0,1 0 1 0 0,-1 0 0 0 0,0 0-1 0 0,0 0 1 0 0,0 0-1 0 0,0 0 1 0 0,-1 1 0 0 0,1-1-1 0 0,-1 1 1 0 0,0 0-1 0 0,0 1 1 0 0,0-1-1 0 0,-1 0 1 0 0,-7-2 0 0 0,10 4-7 0 0,0 1 1 0 0,1-1 0 0 0,-1 1 0 0 0,0 0-1 0 0,0-1 1 0 0,0 1 0 0 0,0 0 0 0 0,0 0-1 0 0,1 0 1 0 0,-1 1 0 0 0,0-1 0 0 0,0 0-1 0 0,0 1 1 0 0,0-1 0 0 0,1 1-1 0 0,-4 1 1 0 0,3 0 2 0 0,0-1 0 0 0,-1 1 0 0 0,1 0 0 0 0,0 0-1 0 0,0 0 1 0 0,0 0 0 0 0,1 0 0 0 0,-1 0 0 0 0,0 1 0 0 0,1-1-1 0 0,-1 1 1 0 0,1-1 0 0 0,-2 6 0 0 0,1-5-23 0 0,1 1 1 0 0,0 0-1 0 0,0-1 1 0 0,0 1-1 0 0,0 0 1 0 0,0 0-1 0 0,1 0 1 0 0,0 0-1 0 0,0-1 1 0 0,0 1-1 0 0,0 0 1 0 0,0 0-1 0 0,1 0 1 0 0,0 0-1 0 0,0-1 1 0 0,0 1-1 0 0,0 0 1 0 0,0-1-1 0 0,3 6 1 0 0,-2-7-7 0 0,0 1-1 0 0,0-1 1 0 0,0 0-1 0 0,0 0 1 0 0,1 0 0 0 0,-1 0-1 0 0,0 0 1 0 0,1 0 0 0 0,0-1-1 0 0,-1 1 1 0 0,1-1-1 0 0,0 0 1 0 0,-1 0 0 0 0,1 0-1 0 0,0 0 1 0 0,0 0-1 0 0,0 0 1 0 0,0-1 0 0 0,0 0-1 0 0,0 1 1 0 0,0-1 0 0 0,0 0-1 0 0,0-1 1 0 0,0 1-1 0 0,4-1 1 0 0,8-2-36 0 0,0 0 0 0 0,0-1 0 0 0,0 0 1 0 0,26-13-1 0 0,-36 15 8 0 0,0 0 0 0 0,0-1 0 0 0,0 0 1 0 0,0 0-1 0 0,-1 0 0 0 0,1-1 1 0 0,-1 1-1 0 0,0-1 0 0 0,0 0 0 0 0,0 0 1 0 0,0-1-1 0 0,-1 1 0 0 0,0-1 0 0 0,0 0 1 0 0,0 0-1 0 0,3-8 0 0 0,-6 13-21 0 0,0-1-1 0 0,1 0 1 0 0,-1 1-1 0 0,0-1 1 0 0,0 0 0 0 0,0 0-1 0 0,0 1 1 0 0,0-1-1 0 0,0 0 1 0 0,0 0-1 0 0,0 1 1 0 0,0-1-1 0 0,0 0 1 0 0,0 0-1 0 0,0 1 1 0 0,-1-1-1 0 0,1 0 1 0 0,0 0-1 0 0,0 1 1 0 0,-1-1 0 0 0,1 0-1 0 0,-1 1 1 0 0,1-1-1 0 0,0 1 1 0 0,-1-1-1 0 0,1 0 1 0 0,-1 1-1 0 0,0-1 1 0 0,-1 0-45 0 0,0 0 1 0 0,1 0-1 0 0,-1 0 1 0 0,0 1-1 0 0,0-1 1 0 0,1 0-1 0 0,-1 1 1 0 0,0 0-1 0 0,0-1 1 0 0,0 1-1 0 0,-2 0 1 0 0,-3 0-314 0 0,-1 0-1 0 0,1 1 1 0 0,0 0 0 0 0,-13 3-1 0 0,9 0-514 0 0,-1 2-153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14 920 0 0,'-3'-1'658'0'0,"0"1"0"0"0,0 0-1 0 0,0 1 1 0 0,0-1 0 0 0,0 1-1 0 0,0-1 1 0 0,0 1 0 0 0,0 0-1 0 0,0 0 1 0 0,0 0 0 0 0,0 0-1 0 0,0 1 1 0 0,1-1 0 0 0,-1 1-1 0 0,1-1 1 0 0,-1 1 0 0 0,-3 4-1 0 0,4-3-430 0 0,0-1 0 0 0,0 0-1 0 0,1 1 1 0 0,0-1 0 0 0,-1 1 0 0 0,1 0-1 0 0,0 0 1 0 0,0-1 0 0 0,1 1 0 0 0,-1 0 0 0 0,1 0-1 0 0,-1 0 1 0 0,1 0 0 0 0,0-1 0 0 0,0 7-1 0 0,1-4-196 0 0,-1 0-1 0 0,1 1 1 0 0,0-1 0 0 0,1 0-1 0 0,0 1 1 0 0,-1-1-1 0 0,2 0 1 0 0,-1 0 0 0 0,0 0-1 0 0,1-1 1 0 0,0 1-1 0 0,0 0 1 0 0,1-1 0 0 0,-1 0-1 0 0,1 0 1 0 0,0 0 0 0 0,0 0-1 0 0,0-1 1 0 0,6 4-1 0 0,0-2 56 0 0,0-1 1 0 0,0 0-1 0 0,1 0 0 0 0,-1-1 0 0 0,1-1 0 0 0,0 1 0 0 0,0-2 1 0 0,0 0-1 0 0,0 0 0 0 0,0-1 0 0 0,22-2 0 0 0,0-3 340 0 0,1-1 0 0 0,53-16 0 0 0,41-20 322 0 0,-35 12-37 0 0,134-28 0 0 0,-112 40-353 0 0,122-3-1 0 0,-162 19-321 0 0,-1 3 1 0 0,131 21-1 0 0,-74-3-1780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7370 0 0,'0'0'107'0'0,"0"-1"0"0"0,0 1 0 0 0,0 0 1 0 0,0-1-1 0 0,0 1 0 0 0,0 0 1 0 0,-1-1-1 0 0,1 1 0 0 0,0 0 0 0 0,0-1 1 0 0,0 1-1 0 0,1 0 0 0 0,-1-1 0 0 0,0 1 1 0 0,0-1-1 0 0,0 1 0 0 0,0 0 1 0 0,0-1-1 0 0,0 1 0 0 0,0 0 0 0 0,1 0 1 0 0,-1-1-1 0 0,0 1 0 0 0,0 0 0 0 0,0-1 1 0 0,1 1-1 0 0,-1 0 0 0 0,0 0 1 0 0,0-1-1 0 0,1 1 0 0 0,-1 0 0 0 0,0 0 1 0 0,1-1-1 0 0,-1 1 0 0 0,0 0 1 0 0,1 0-1 0 0,-1 0 0 0 0,0 0 0 0 0,1 0 1 0 0,-1 0-1 0 0,0 0 0 0 0,1-1 0 0 0,-1 1 1 0 0,0 0-1 0 0,1 0 0 0 0,-1 0 1 0 0,0 0-1 0 0,1 0 0 0 0,-1 1 0 0 0,1-1 1 0 0,-1 0-1 0 0,0 0 0 0 0,1 0 0 0 0,-1 0 1 0 0,0 0-1 0 0,1 0 0 0 0,-1 1 1 0 0,0-1-1 0 0,0 0 0 0 0,1 0 0 0 0,2 1 1105 0 0,0 3-430 0 0,9 9-212 0 0,-1 0-1 0 0,-1 0 0 0 0,0 2 0 0 0,-1-1 1 0 0,12 25-1 0 0,31 90 383 0 0,-33-81-859 0 0,24 48-1 0 0,-40-89-73 0 0,8 12 17 0 0,0 0 0 0 0,17 22 0 0 0,-25-37-3 0 0,0 0 0 0 0,1 0-1 0 0,-1 0 1 0 0,1 0 0 0 0,0-1-1 0 0,0 1 1 0 0,1-1 0 0 0,-1 0 0 0 0,1 0-1 0 0,-1-1 1 0 0,1 1 0 0 0,0-1-1 0 0,0 0 1 0 0,10 2 0 0 0,-10-4 3 0 0,0 0-1 0 0,0 0 1 0 0,0-1 0 0 0,0 0-1 0 0,0 0 1 0 0,0 0 0 0 0,0 0 0 0 0,-1-1-1 0 0,1 0 1 0 0,0 0 0 0 0,-1 0-1 0 0,0 0 1 0 0,1-1 0 0 0,-1 0 0 0 0,0 0-1 0 0,0 0 1 0 0,-1 0 0 0 0,1 0-1 0 0,-1-1 1 0 0,1 0 0 0 0,3-5 0 0 0,8-11-285 0 0,0-1 0 0 0,20-39 0 0 0,-33 56 183 0 0,53-96-5630 0 0,-43 81-105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18 3049 0 0,'-5'2'832'0'0,"1"0"1"0"0,-1 1 0 0 0,1-1 0 0 0,0 1 0 0 0,0 0 0 0 0,0 0-1 0 0,0 0 1 0 0,0 0 0 0 0,1 1 0 0 0,-1 0 0 0 0,1 0 0 0 0,0 0-1 0 0,0 0 1 0 0,0 0 0 0 0,1 0 0 0 0,0 1 0 0 0,-1-1-1 0 0,-1 7 1 0 0,2-3-611 0 0,1-1-1 0 0,0 0 1 0 0,0 0 0 0 0,1 11-1 0 0,0-7-178 0 0,0 1-1 0 0,2-1 0 0 0,-1 0 0 0 0,1 1 1 0 0,1-1-1 0 0,0 0 0 0 0,1-1 0 0 0,0 1 1 0 0,0-1-1 0 0,1 1 0 0 0,8 11 0 0 0,-10-18-37 0 0,-1 0-1 0 0,1-1 0 0 0,0 1 1 0 0,0-1-1 0 0,0 0 1 0 0,1 0-1 0 0,-1 0 0 0 0,1 0 1 0 0,0 0-1 0 0,-1-1 0 0 0,1 0 1 0 0,1 0-1 0 0,-1 0 1 0 0,0 0-1 0 0,0 0 0 0 0,1-1 1 0 0,-1 0-1 0 0,1 0 0 0 0,-1 0 1 0 0,1-1-1 0 0,-1 1 1 0 0,1-1-1 0 0,-1 0 0 0 0,1 0 1 0 0,-1-1-1 0 0,1 1 1 0 0,0-1-1 0 0,-1 0 0 0 0,0 0 1 0 0,7-3-1 0 0,-6 2 27 0 0,0 0 0 0 0,0 0-1 0 0,0-1 1 0 0,0 0 0 0 0,0 0 0 0 0,0 0-1 0 0,-1 0 1 0 0,0-1 0 0 0,1 0 0 0 0,-1 0 0 0 0,-1 0-1 0 0,1 0 1 0 0,-1-1 0 0 0,1 1 0 0 0,-1-1-1 0 0,0 0 1 0 0,-1 0 0 0 0,4-9 0 0 0,-3 6 42 0 0,-1 0 0 0 0,0-1 0 0 0,-1 1-1 0 0,0 0 1 0 0,0 0 0 0 0,0-1 0 0 0,-1 1 0 0 0,-1 0 0 0 0,1-1 0 0 0,-2 1 0 0 0,1 0 0 0 0,-3-8 0 0 0,2 8-48 0 0,-1 0 0 0 0,0 0 0 0 0,0 0 0 0 0,-1 1 0 0 0,0-1-1 0 0,0 1 1 0 0,0 0 0 0 0,-1 0 0 0 0,0 1 0 0 0,-1 0 0 0 0,1 0 0 0 0,-8-6 0 0 0,9 9-93 0 0,-1-1 0 0 0,1 1 1 0 0,-1 0-1 0 0,0 1 0 0 0,0-1 0 0 0,0 1 1 0 0,0 0-1 0 0,0 0 0 0 0,-1 1 0 0 0,1-1 1 0 0,0 1-1 0 0,-1 0 0 0 0,1 1 0 0 0,-1 0 1 0 0,0-1-1 0 0,1 2 0 0 0,-1-1 0 0 0,-10 2 1 0 0,-4 5-1504 0 0,3 3-3281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7834 0 0,'4'25'6536'0'0,"-3"-9"-6474"0"0,1-1-1 0 0,0 1 1 0 0,8 26-1 0 0,-7-37-45 0 0,0 0-1 0 0,0 0 0 0 0,0-1 0 0 0,1 1 0 0 0,-1-1 0 0 0,1 0 1 0 0,0 0-1 0 0,0 0 0 0 0,1 0 0 0 0,-1-1 0 0 0,1 0 0 0 0,0 0 0 0 0,0 0 1 0 0,0 0-1 0 0,0-1 0 0 0,0 0 0 0 0,0 0 0 0 0,1 0 0 0 0,-1 0 1 0 0,1-1-1 0 0,-1 0 0 0 0,1 0 0 0 0,0-1 0 0 0,-1 0 0 0 0,11 0 0 0 0,-11 0 69 0 0,-1-1 0 0 0,1 1-1 0 0,-1-1 1 0 0,1 0-1 0 0,-1 0 1 0 0,1 0-1 0 0,-1-1 1 0 0,1 0-1 0 0,-1 1 1 0 0,0-2-1 0 0,0 1 1 0 0,0 0 0 0 0,0-1-1 0 0,0 0 1 0 0,-1 0-1 0 0,1 0 1 0 0,-1 0-1 0 0,0 0 1 0 0,0-1-1 0 0,0 1 1 0 0,0-1-1 0 0,0 0 1 0 0,-1 0-1 0 0,0 0 1 0 0,0 0 0 0 0,0 0-1 0 0,0-1 1 0 0,-1 1-1 0 0,1-1 1 0 0,-1 1-1 0 0,0-7 1 0 0,0 5-1 0 0,-1 1 0 0 0,-1-1 1 0 0,1 0-1 0 0,-1 1 0 0 0,0-1 1 0 0,0 0-1 0 0,-1 1 0 0 0,1-1 1 0 0,-1 1-1 0 0,-1 0 0 0 0,1 0 1 0 0,-1-1-1 0 0,0 2 0 0 0,0-1 1 0 0,0 0-1 0 0,-7-7 0 0 0,8 10-79 0 0,0 0 1 0 0,0 0-1 0 0,0 0 0 0 0,0 0 1 0 0,0 1-1 0 0,0-1 0 0 0,0 1 1 0 0,-1-1-1 0 0,1 1 0 0 0,-1 0 1 0 0,1 0-1 0 0,-1 0 0 0 0,1 0 1 0 0,-1 1-1 0 0,1-1 0 0 0,-1 1 1 0 0,0-1-1 0 0,1 1 0 0 0,-1 0 1 0 0,0 0-1 0 0,0 0 0 0 0,1 0 1 0 0,-1 1-1 0 0,0-1 0 0 0,1 1 1 0 0,-1-1-1 0 0,1 1 0 0 0,-1 0 1 0 0,1 0-1 0 0,-1 0 0 0 0,1 0 1 0 0,-1 1-1 0 0,1-1 0 0 0,0 1 1 0 0,0-1-1 0 0,-4 4 0 0 0,1 2-717 0 0,1 0-222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3681 0 0,'0'9'9322'0'0,"3"2"-9288"0"0,0 0 0 0 0,1 0 0 0 0,1 0 1 0 0,0-1-1 0 0,0 1 0 0 0,1-1 0 0 0,1-1 0 0 0,0 1 1 0 0,0-1-1 0 0,0 0 0 0 0,1-1 0 0 0,0 0 0 0 0,1 0 1 0 0,0-1-1 0 0,0 0 0 0 0,18 10 0 0 0,-5-8-4904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210 154 5529 0 0,'-3'0'310'0'0,"0"-1"1"0"0,0 0-1 0 0,0 1 0 0 0,0-1 1 0 0,0 1-1 0 0,0 0 0 0 0,0 0 1 0 0,0 0-1 0 0,0 1 0 0 0,0-1 0 0 0,0 1 1 0 0,0-1-1 0 0,0 1 0 0 0,-4 2 1 0 0,-40 19 2680 0 0,36-14-2695 0 0,0 0-1 0 0,0 1 1 0 0,1 0 0 0 0,0 0-1 0 0,-8 12 1 0 0,13-15-218 0 0,0 1-1 0 0,0 0 1 0 0,1-1 0 0 0,0 2 0 0 0,0-1-1 0 0,1 0 1 0 0,0 1 0 0 0,0-1-1 0 0,-3 16 1 0 0,6-20-80 0 0,0-1 0 0 0,-1 1-1 0 0,1 0 1 0 0,0 0 0 0 0,0 0 0 0 0,0 0-1 0 0,1-1 1 0 0,-1 1 0 0 0,1 0-1 0 0,0 0 1 0 0,0 0 0 0 0,-1-1 0 0 0,2 1-1 0 0,-1-1 1 0 0,0 1 0 0 0,1-1 0 0 0,-1 1-1 0 0,1-1 1 0 0,-1 1 0 0 0,1-1 0 0 0,0 0-1 0 0,0 0 1 0 0,0 0 0 0 0,0 0 0 0 0,1-1-1 0 0,-1 1 1 0 0,0 0 0 0 0,1-1 0 0 0,-1 0-1 0 0,1 1 1 0 0,0-1 0 0 0,-1 0 0 0 0,1-1-1 0 0,3 2 1 0 0,0-1-176 0 0,0 1-1 0 0,-1-1 1 0 0,1-1-1 0 0,0 1 1 0 0,0-1-1 0 0,0 0 0 0 0,0 0 1 0 0,0-1-1 0 0,-1 1 1 0 0,1-2-1 0 0,0 1 1 0 0,0 0-1 0 0,-1-1 1 0 0,1 0-1 0 0,8-5 1 0 0,-8 4-94 0 0,-1-1 0 0 0,1 0 0 0 0,-1 0 0 0 0,0-1 1 0 0,-1 1-1 0 0,1-1 0 0 0,-1 0 0 0 0,0 0 0 0 0,0-1 1 0 0,0 1-1 0 0,-1-1 0 0 0,0 0 0 0 0,4-8 0 0 0,-4 5 280 0 0,0-1 0 0 0,-1 1 0 0 0,0-1 0 0 0,-1 0 0 0 0,0 0 0 0 0,0 0 0 0 0,-1 0 0 0 0,-1-10 0 0 0,-4-14 2230 0 0,-2 0-1 0 0,-1 0 1 0 0,-24-64 0 0 0,31 96-2067 0 0,-7-16 1563 0 0,7 24-300 0 0,6 33-265 0 0,-4-35-1271 0 0,6 30 30 0 0,1-1-1 0 0,2 0 0 0 0,1 0 1 0 0,1-1-1 0 0,2 0 1 0 0,23 38-1 0 0,-19-42-716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1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50 149 6337 0 0,'-10'-10'680'0'0,"9"9"-808"0"0,-1 0 0 0 0,1 0 0 0 0,0 0 0 0 0,-1 0 1 0 0,1 0-1 0 0,0 0 0 0 0,0 0 0 0 0,0 0 0 0 0,0-1 1 0 0,0 1-1 0 0,0 0 0 0 0,0 0 0 0 0,0-1 1 0 0,1 1-1 0 0,-1-1 0 0 0,0 1 0 0 0,1-1 0 0 0,-1 1 1 0 0,1-1-1 0 0,-1-1 0 0 0,2 3 115 0 0,-1-1 0 0 0,0 1 0 0 0,0-1 1 0 0,0 1-1 0 0,0-1 0 0 0,0 1 0 0 0,0 0 0 0 0,0-1 0 0 0,0 1 1 0 0,-1-1-1 0 0,1 1 0 0 0,0 0 0 0 0,0-1 0 0 0,0 1 0 0 0,0-1 1 0 0,0 1-1 0 0,-1 0 0 0 0,1-1 0 0 0,0 1 0 0 0,0 0 1 0 0,-1-1-1 0 0,1 1 0 0 0,0 0 0 0 0,0-1 0 0 0,-1 1 0 0 0,1 0 1 0 0,0 0-1 0 0,-1-1 0 0 0,1 1 0 0 0,-1 0 0 0 0,1 0 0 0 0,0 0 1 0 0,-1-1-1 0 0,1 1 0 0 0,-1 0 0 0 0,1 0 0 0 0,0 0 0 0 0,-12-5 4688 0 0,13 0-4262 0 0,-2 3-280 0 0,1 1-66 0 0,0-1-1 0 0,0 1 1 0 0,0-1-1 0 0,-1 1 1 0 0,1 0 0 0 0,1-1-1 0 0,-1 1 1 0 0,0-1-1 0 0,0 1 1 0 0,0 0 0 0 0,1-1-1 0 0,-1 1 1 0 0,1 0-1 0 0,1-3 348 0 0,13 33 3680 0 0,21 41-2887 0 0,-26-49-1220 0 0,0-1 1 0 0,0 0 0 0 0,2 0 0 0 0,1-1 0 0 0,0-1 0 0 0,25 26-1 0 0,-38-43 0 0 0,1 0 0 0 0,-1-1 1 0 0,1 1-1 0 0,0 0 0 0 0,0-1 0 0 0,-1 1 0 0 0,1-1 0 0 0,0 1 0 0 0,0-1 0 0 0,0 1 0 0 0,-1-1 0 0 0,1 1 0 0 0,0-1 0 0 0,0 0 0 0 0,0 1 0 0 0,0-1 0 0 0,0 0 0 0 0,0 0 0 0 0,0 0 1 0 0,0 0-1 0 0,0 0 0 0 0,0 0 0 0 0,-1 0 0 0 0,1 0 0 0 0,0 0 0 0 0,0 0 0 0 0,1-1 0 0 0,-1 0 12 0 0,1 0 0 0 0,-1 0 0 0 0,0 0 0 0 0,0 0 0 0 0,-1 0 1 0 0,1 0-1 0 0,0-1 0 0 0,0 1 0 0 0,0 0 0 0 0,-1-1 0 0 0,1 1 0 0 0,-1 0 0 0 0,1-1 0 0 0,-1 1 0 0 0,1-3 0 0 0,1-9 112 0 0,0 1-1 0 0,-1-1 0 0 0,-1-14 0 0 0,0 23-63 0 0,-1-25 230 0 0,0 1 1 0 0,-7-31-1 0 0,6 45-239 0 0,-1 1 0 0 0,-1 0 0 0 0,0 0 0 0 0,-1 0 0 0 0,0 1 0 0 0,-11-19 0 0 0,16 30-40 0 0,-1 0 1 0 0,0-1 0 0 0,0 1 0 0 0,1 0 0 0 0,-1 0-1 0 0,0 0 1 0 0,0 0 0 0 0,0 0 0 0 0,0 0 0 0 0,0 1-1 0 0,0-1 1 0 0,-1 0 0 0 0,1 0 0 0 0,0 1 0 0 0,0-1-1 0 0,-2 0 1 0 0,2 1 23 0 0,0 0 0 0 0,0 0 0 0 0,1 0 0 0 0,-1 0 0 0 0,0 0-1 0 0,0 0 1 0 0,1 0 0 0 0,-1 0 0 0 0,0 1 0 0 0,1-1 0 0 0,-1 0 0 0 0,0 0 0 0 0,1 1 0 0 0,-1-1 0 0 0,0 0-1 0 0,1 1 1 0 0,-1-1 0 0 0,0 1 0 0 0,1-1 0 0 0,-1 1 0 0 0,0 0 0 0 0,0 1-2 0 0,-1 0 1 0 0,1 0-1 0 0,0 0 1 0 0,0 0-1 0 0,0 1 1 0 0,0-1-1 0 0,0 0 1 0 0,0 0-1 0 0,0 1 1 0 0,1-1-1 0 0,0 0 1 0 0,-1 1-1 0 0,1-1 1 0 0,0 1-1 0 0,0-1 1 0 0,1 5-1 0 0,0 1-62 0 0,1-1-1 0 0,0 1 1 0 0,1-1 0 0 0,0 1-1 0 0,0-1 1 0 0,0 0 0 0 0,1 0-1 0 0,0-1 1 0 0,6 8 0 0 0,-9-13 24 0 0,0 1 0 0 0,0-1 0 0 0,0 1 0 0 0,1-1 0 0 0,-1 1 0 0 0,0-1-1 0 0,1 0 1 0 0,-1 0 0 0 0,1 0 0 0 0,-1 0 0 0 0,1 0 0 0 0,0 0 0 0 0,-1 0 0 0 0,1-1 0 0 0,0 1 0 0 0,0 0 0 0 0,0-1 0 0 0,-1 0 0 0 0,1 1 0 0 0,0-1 0 0 0,0 0 0 0 0,0 0 0 0 0,0 0 0 0 0,0 0 0 0 0,0 0 0 0 0,-1 0 0 0 0,1-1 0 0 0,0 1 0 0 0,0-1 0 0 0,0 1 0 0 0,0-1 0 0 0,-1 0 0 0 0,1 1 0 0 0,0-1-1 0 0,-1 0 1 0 0,1 0 0 0 0,-1 0 0 0 0,1-1 0 0 0,-1 1 0 0 0,1 0 0 0 0,-1 0 0 0 0,2-3 0 0 0,-2 3-114 0 0,0 0 0 0 0,-1 0 0 0 0,1 0 0 0 0,0 1 0 0 0,0-1 0 0 0,-1 0 0 0 0,1-1-1 0 0,-1 1 1 0 0,1 0 0 0 0,-1 0 0 0 0,0 0 0 0 0,1 0 0 0 0,-1 0 0 0 0,0 0 0 0 0,0 0 0 0 0,1-1 0 0 0,-1 1-1 0 0,0 0 1 0 0,0-2 0 0 0,-2-2-949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129 188 1376 0 0,'-2'-1'42'0'0,"0"0"-1"0"0,0 1 0 0 0,0-1 1 0 0,0 0-1 0 0,0 1 0 0 0,0 0 1 0 0,0 0-1 0 0,0-1 0 0 0,0 1 1 0 0,0 0-1 0 0,0 1 0 0 0,0-1 1 0 0,0 0-1 0 0,0 1 0 0 0,0-1 1 0 0,0 1-1 0 0,-3 1 0 0 0,0 0 127 0 0,0 0-1 0 0,1 1 0 0 0,-1 0 0 0 0,1 0 0 0 0,-1 0 0 0 0,-6 8 0 0 0,5-6 201 0 0,1 1 0 0 0,0 0 0 0 0,0 0 0 0 0,0 1 0 0 0,1 0 1 0 0,0-1-1 0 0,0 1 0 0 0,1 1 0 0 0,-5 11 0 0 0,8-18-276 0 0,0-1 1 0 0,-1 1-1 0 0,1 0 1 0 0,0-1-1 0 0,0 1 1 0 0,0 0-1 0 0,0-1 1 0 0,-1 1-1 0 0,1-1 1 0 0,0 1-1 0 0,0 0 1 0 0,0-1-1 0 0,0 1 1 0 0,1 0-1 0 0,-1-1 1 0 0,0 1-1 0 0,0 0 1 0 0,0-1-1 0 0,0 1 1 0 0,1 0-1 0 0,-1-1 1 0 0,0 1-1 0 0,0-1 1 0 0,1 1-1 0 0,-1-1 1 0 0,1 1-1 0 0,-1-1 1 0 0,0 1-1 0 0,1-1 1 0 0,-1 1-1 0 0,1-1 1 0 0,-1 1-1 0 0,1-1 1 0 0,0 0-1 0 0,-1 1 1 0 0,1-1-1 0 0,-1 0 1 0 0,1 1-1 0 0,-1-1 1 0 0,1 0-1 0 0,0 0 1 0 0,-1 0-1 0 0,1 0 1 0 0,0 1-1 0 0,-1-1 1 0 0,1 0-1 0 0,0 0 1 0 0,-1 0-1 0 0,1 0 1 0 0,0-1-1 0 0,-1 1 1 0 0,1 0-1 0 0,0 0 1 0 0,-1 0-1 0 0,1 0 1 0 0,-1-1-1 0 0,1 1 1 0 0,0 0-1 0 0,-1-1 1 0 0,1 1-1 0 0,-1 0 1 0 0,1-1-1 0 0,1 0 2 0 0,0 0-1 0 0,0 0 0 0 0,0 1 1 0 0,0-1-1 0 0,-1-1 0 0 0,1 1 1 0 0,-1 0-1 0 0,1 0 0 0 0,0-1 0 0 0,-1 1 1 0 0,0 0-1 0 0,1-1 0 0 0,-1 0 1 0 0,0 1-1 0 0,0-1 0 0 0,0 0 1 0 0,0 1-1 0 0,0-1 0 0 0,0 0 1 0 0,-1 0-1 0 0,2-3 0 0 0,-2 4-80 0 0,0 0-1 0 0,0 0 1 0 0,0 0-1 0 0,0 0 1 0 0,0 0-1 0 0,0 1 1 0 0,0-1-1 0 0,-1 0 0 0 0,1 0 1 0 0,0 0-1 0 0,0 0 1 0 0,-1 0-1 0 0,1 1 1 0 0,-1-1-1 0 0,1 0 1 0 0,0 0-1 0 0,-1 0 1 0 0,0 1-1 0 0,1-1 1 0 0,-1 0-1 0 0,1 1 1 0 0,-1-1-1 0 0,0 1 1 0 0,1-1-1 0 0,-1 0 1 0 0,0 1-1 0 0,0 0 1 0 0,0-1-1 0 0,1 1 1 0 0,-1-1-1 0 0,0 1 1 0 0,0 0-1 0 0,0 0 0 0 0,0-1 1 0 0,0 1-1 0 0,1 0 1 0 0,-1 0-1 0 0,0 0 1 0 0,0 0-1 0 0,0 0 1 0 0,0 0-1 0 0,-1 1 1 0 0,0-1 33 0 0,0 0-1 0 0,1 0 1 0 0,-1-1 0 0 0,1 1 0 0 0,-1 0 0 0 0,0 0 0 0 0,1-1 0 0 0,-1 1-1 0 0,1-1 1 0 0,-1 0 0 0 0,1 1 0 0 0,-1-1 0 0 0,1 0 0 0 0,-3-2-1 0 0,34-9 2812 0 0,209-37-2857 0 0,-156 34 0 0 0,708-123 1182 0 0,-733 128-1172 0 0,-17 2-10 0 0,80-4 0 0 0,-118 12-128 0 0,-1 0 20 0 0,0-1 1 0 0,0 1-1 0 0,0 0 0 0 0,0 0 1 0 0,1 0-1 0 0,-1 1 1 0 0,0-1-1 0 0,0 0 0 0 0,0 1 1 0 0,0 0-1 0 0,0-1 1 0 0,0 1-1 0 0,0 0 0 0 0,-1 0 1 0 0,1 0-1 0 0,3 2 1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5065 0 0,'39'1'1435'0'0,"38"-2"962"0"0,141-34 1015 0 0,-14 2-2573 0 0,-58 19-3833 0 0,-113 11-799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11 6417 0 0,'-7'4'11691'0'0,"8"-5"-11701"0"0,17-9 492 0 0,-17 9-416 0 0,0 1 0 0 0,0-1 0 0 0,-1 1 0 0 0,1 0 0 0 0,0-1 0 0 0,0 1 0 0 0,-1 0 0 0 0,1 0 0 0 0,0 0-1 0 0,0 0 1 0 0,0-1 0 0 0,-1 1 0 0 0,1 0 0 0 0,0 0 0 0 0,0 1 0 0 0,0-1 0 0 0,0 0 0 0 0,-1 0 0 0 0,1 0 0 0 0,0 0 0 0 0,0 1 0 0 0,-1-1-1 0 0,1 0 1 0 0,1 1 0 0 0,-1 0-191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1464 0 0,'0'2'4093'0'0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39 2761 0 0,'33'-16'3992'0'0,"-29"16"-3765"0"0,0-1-1 0 0,0 1 1 0 0,0 0-1 0 0,0 0 0 0 0,0 0 1 0 0,0 1-1 0 0,0-1 1 0 0,0 1-1 0 0,0 0 0 0 0,6 2 1 0 0,24 4 507 0 0,210 3 3320 0 0,-144-5-3499 0 0,-93-4-660 0 0,1-1 0 0 0,0 0-1 0 0,-1-1 1 0 0,1 0 0 0 0,0 0 0 0 0,-1-1-1 0 0,1 0 1 0 0,-1 0 0 0 0,1-1-1 0 0,-1 0 1 0 0,0 0 0 0 0,0 0 0 0 0,-1-1-1 0 0,11-8 1 0 0,-10-2-4475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0,'0'0'191'0'0,"26"21"6501"0"0,-22-17-6385 0 0,-1-1 1 0 0,1 0-1 0 0,0-1 0 0 0,0 1 1 0 0,0 0-1 0 0,1-1 1 0 0,-1 0-1 0 0,1 0 1 0 0,-1 0-1 0 0,1-1 1 0 0,-1 0-1 0 0,1 0 0 0 0,0 0 1 0 0,6 1-1 0 0,-34-12-8504 0 0,3-5 5508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8.5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49 6449 0 0,'-1'-2'147'0'0,"0"1"0"0"0,0 0-1 0 0,-1-1 1 0 0,1 1 0 0 0,0 0-1 0 0,0-1 1 0 0,1 0 0 0 0,-1 1-1 0 0,0-1 1 0 0,0 1 0 0 0,1-1-1 0 0,-1 0 1 0 0,1 0 0 0 0,-1-3-1 0 0,1 4 198 0 0,0 0 0 0 0,0-1-1 0 0,-1 1 1 0 0,1 0 0 0 0,0-1-1 0 0,-1 1 1 0 0,1 0 0 0 0,-1 0-1 0 0,0-1 1 0 0,1 1 0 0 0,-1 0-1 0 0,0 0 1 0 0,1 0 0 0 0,-1 0-1 0 0,0 0 1 0 0,0 0 0 0 0,-1-1-1 0 0,1 2-236 0 0,1 0-1 0 0,0 0 1 0 0,-1 0 0 0 0,1 0-1 0 0,-1 0 1 0 0,1 0 0 0 0,0 0-1 0 0,-1 0 1 0 0,1 1 0 0 0,-1-1-1 0 0,1 0 1 0 0,0 0 0 0 0,-1 0-1 0 0,1 0 1 0 0,0 1 0 0 0,-1-1-1 0 0,1 0 1 0 0,0 0 0 0 0,-1 1-1 0 0,1-1 1 0 0,0 0 0 0 0,0 0-1 0 0,-1 1 1 0 0,1-1 0 0 0,0 0-1 0 0,0 1 1 0 0,0-1 0 0 0,-1 1-1 0 0,1-1 1 0 0,0 0 0 0 0,0 1-1 0 0,0-1 1 0 0,0 0 0 0 0,0 1-1 0 0,0-1 1 0 0,0 1 0 0 0,-5 19 553 0 0,4-17-378 0 0,-5 40 176 0 0,2-1-1 0 0,3 85 1 0 0,2-92-408 0 0,6 175 54 0 0,54 321-1 0 0,-51-471-129 0 0,24 118-1155 0 0,-27-152 2 0 0,1 0-1 0 0,17 34 1 0 0,-13-38-315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2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790 171 3225 0 0,'-1'-10'531'0'0,"-1"1"0"0"0,1 0 0 0 0,-1 0-1 0 0,-1 0 1 0 0,0 0 0 0 0,0 1 0 0 0,-1-1 0 0 0,0 1 0 0 0,0-1 0 0 0,-1 1 0 0 0,0 1 0 0 0,0-1 0 0 0,-1 1 0 0 0,0 0 0 0 0,-10-10 0 0 0,11 14-247 0 0,-1-1-1 0 0,1 1 1 0 0,-1 0 0 0 0,0 1-1 0 0,0-1 1 0 0,0 1 0 0 0,0 0-1 0 0,0 0 1 0 0,0 1 0 0 0,0 0-1 0 0,0 0 1 0 0,-1 1 0 0 0,1-1-1 0 0,0 1 1 0 0,-1 1 0 0 0,1-1-1 0 0,0 1 1 0 0,-1 0 0 0 0,1 0-1 0 0,-9 4 1 0 0,-1 0 93 0 0,0 1 0 0 0,0 1 0 0 0,0 0 0 0 0,1 1-1 0 0,0 0 1 0 0,-19 15 0 0 0,6 0-186 0 0,2 2 0 0 0,0 0 0 0 0,1 2 0 0 0,2 1 0 0 0,1 0 0 0 0,1 2 0 0 0,-26 49 0 0 0,12-10-176 0 0,3 2 0 0 0,-34 109-1 0 0,40-95-2 0 0,3 1 0 0 0,4 1-1 0 0,4 0 1 0 0,-6 117-1 0 0,20-158-13 0 0,3 1 0 0 0,1 0 1 0 0,19 89-1 0 0,-13-102 2 0 0,1-1 0 0 0,1 0 1 0 0,2-1-1 0 0,2-1 1 0 0,0 0-1 0 0,22 31 1 0 0,-14-30-47 0 0,2 0 0 0 0,2-2 0 0 0,1-1 0 0 0,1-1 1 0 0,1-1-1 0 0,1-2 0 0 0,2-1 0 0 0,0-2 0 0 0,1-1 0 0 0,2-1 1 0 0,0-2-1 0 0,0-2 0 0 0,2-2 0 0 0,65 17 0 0 0,-63-21 3 0 0,1-2 0 0 0,0-2 0 0 0,0-2-1 0 0,0-2 1 0 0,0-1 0 0 0,49-7 0 0 0,-56 2 14 0 0,-1-1 0 0 0,0-2 0 0 0,0-2 0 0 0,-1-1 0 0 0,0-1 0 0 0,-1-2 0 0 0,56-31 0 0 0,-62 27 35 0 0,-1 0-1 0 0,0-1 1 0 0,-2-2 0 0 0,0 0-1 0 0,-1-2 1 0 0,-2 0 0 0 0,0-1-1 0 0,-1-1 1 0 0,19-33 0 0 0,-10 6 99 0 0,-1-1 0 0 0,-3 0 0 0 0,31-106 1 0 0,-39 96 67 0 0,-3-1 1 0 0,-3 0 0 0 0,-2-1-1 0 0,-3 0 1 0 0,-4 0 0 0 0,-1 0-1 0 0,-15-85 1 0 0,9 106-151 0 0,-1 1 0 0 0,-3 1 1 0 0,-1 0-1 0 0,-28-63 0 0 0,28 78-24 0 0,-1 0 0 0 0,-2 1-1 0 0,0 1 1 0 0,-1 1 0 0 0,-2 0 0 0 0,0 1 0 0 0,-40-36 0 0 0,40 44 1 0 0,0 1 0 0 0,-1 1 0 0 0,-1 0 0 0 0,0 2 0 0 0,0 0 0 0 0,-1 1 0 0 0,-24-6 0 0 0,17 7 0 0 0,1 1 0 0 0,-1 1 0 0 0,-1 2 0 0 0,1 1 0 0 0,-35 1 0 0 0,53 2-14 0 0,1 0 1 0 0,-1 1-1 0 0,1 1 1 0 0,-1 0-1 0 0,1 0 0 0 0,0 1 1 0 0,0 0-1 0 0,0 0 1 0 0,0 1-1 0 0,0 0 0 0 0,1 1 1 0 0,0 0-1 0 0,0 0 1 0 0,0 1-1 0 0,-9 8 1 0 0,8-5-204 0 0,1 1 0 0 0,0-1 0 0 0,1 2 0 0 0,-1-1 0 0 0,2 1 0 0 0,0 0 0 0 0,0 1 0 0 0,1-1 0 0 0,0 1 0 0 0,1 0 0 0 0,-2 13 0 0 0,-4 19-1938 0 0,1 4-4384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9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330 183 1840 0 0,'-5'-44'1306'0'0,"4"33"1079"0"0,0 0-1 0 0,0 0 1 0 0,-9-18 3559 0 0,10 29-5887 0 0,-6 10 1325 0 0,-2 11-277 0 0,-56 334 758 0 0,43-210-3134 0 0,19-136 942 0 0,-4 38-1776 0 0,6-45 1813 0 0,0 0 1 0 0,0 0-1 0 0,0 0 0 0 0,0 0 1 0 0,0-1-1 0 0,1 1 0 0 0,-1 0 1 0 0,0 0-1 0 0,1-1 0 0 0,0 1 0 0 0,-1 0 1 0 0,1-1-1 0 0,0 1 0 0 0,0 0 1 0 0,0-1-1 0 0,0 1 0 0 0,0-1 1 0 0,0 1-1 0 0,0-1 0 0 0,0 0 1 0 0,2 2-1 0 0,-2-3 243 0 0,0 0-1 0 0,0 1 1 0 0,0-1-1 0 0,-1 0 1 0 0,1 0-1 0 0,0 0 1 0 0,0 0 0 0 0,0 0-1 0 0,0 0 1 0 0,0 0-1 0 0,0 0 1 0 0,-1 0-1 0 0,1-1 1 0 0,0 1 0 0 0,0 0-1 0 0,0-1 1 0 0,0 1-1 0 0,-1 0 1 0 0,1-1 0 0 0,0 1-1 0 0,0-1 1 0 0,-1 1-1 0 0,1-1 1 0 0,0 1-1 0 0,-1-1 1 0 0,1 0 0 0 0,0 1-1 0 0,-1-1 1 0 0,1 0-1 0 0,-1 0 1 0 0,1 1 0 0 0,-1-1-1 0 0,0 0 1 0 0,1 0-1 0 0,-1 0 1 0 0,0 1-1 0 0,1-1 1 0 0,-1-1 0 0 0,13-34 113 0 0,-8 11-116 0 0,-2 0 1 0 0,0 0-1 0 0,-1-1 1 0 0,-2 1-1 0 0,0 0 1 0 0,-5-30-1 0 0,-36-149-247 0 0,22 123 123 0 0,16 67 97 0 0,2-1 1 0 0,0 1 0 0 0,0-1 0 0 0,3-19-1 0 0,-6-11 8339 0 0,3 45-8173 0 0,-11 11 3025 0 0,-10 27-2185 0 0,-20 48 0 0 0,30-56-1015 0 0,-2-1-1 0 0,-2 0 1 0 0,0-1-1 0 0,-34 43 0 0 0,37-57-193 0 0,11-13 80 0 0,3-4-25 0 0,18-25-663 0 0,-6 9 596 0 0,46-78-364 0 0,46-69-581 0 0,-102 161 1355 0 0,0 1 0 0 0,0 0 1 0 0,0 0-1 0 0,1 0 0 0 0,-1 1 1 0 0,1-1-1 0 0,0 1 1 0 0,0 0-1 0 0,0 0 0 0 0,5-3 1 0 0,-7 6-67 0 0,0-1 1 0 0,0 1 0 0 0,0-1-1 0 0,0 1 1 0 0,0 0-1 0 0,0 0 1 0 0,0 0-1 0 0,0 0 1 0 0,1 0 0 0 0,-1 0-1 0 0,0 0 1 0 0,0 1-1 0 0,0-1 1 0 0,0 1 0 0 0,-1-1-1 0 0,1 1 1 0 0,0 0-1 0 0,0 0 1 0 0,0 0-1 0 0,0 0 1 0 0,-1 0 0 0 0,1 0-1 0 0,0 1 1 0 0,-1-1-1 0 0,1 0 1 0 0,-1 1 0 0 0,2 2-1 0 0,94 105 1186 0 0,-54-58-7417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0.3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 65 1840 0 0,'-2'-3'272'0'0,"0"1"-1"0"0,1-1 0 0 0,-1 0 0 0 0,1 0 1 0 0,0 0-1 0 0,-1-1 0 0 0,2 1 1 0 0,-2-5-1 0 0,1 7 165 0 0,1-1 0 0 0,-1 0 0 0 0,1 1 1 0 0,0-1-1 0 0,0 0 0 0 0,-1 0 0 0 0,1 0 0 0 0,0 1 1 0 0,1-1-1 0 0,-1 0 0 0 0,0 0 0 0 0,0 1 0 0 0,1-1 1 0 0,-1 0-1 0 0,1 0 0 0 0,1-2 0 0 0,-1 4-287 0 0,-1 0-1 0 0,1 0 0 0 0,-1 1 1 0 0,1-1-1 0 0,-1 0 0 0 0,1 1 1 0 0,-1-1-1 0 0,1 0 1 0 0,-1 1-1 0 0,1-1 0 0 0,-1 1 1 0 0,1-1-1 0 0,-1 1 0 0 0,0-1 1 0 0,1 1-1 0 0,-1-1 1 0 0,0 1-1 0 0,1-1 0 0 0,-1 1 1 0 0,0 0-1 0 0,0-1 0 0 0,0 1 1 0 0,1-1-1 0 0,-1 1 1 0 0,0 0-1 0 0,0-1 0 0 0,0 1 1 0 0,0 0-1 0 0,6 20 1176 0 0,11 97 1704 0 0,-7-38-2433 0 0,5 33-1674 0 0,-10-37-2974 0 0,-5-51-1840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196 123 2304 0 0,'-5'-3'314'0'0,"0"0"-1"0"0,-1 0 0 0 0,1 1 1 0 0,0 0-1 0 0,-1 0 0 0 0,0 1 1 0 0,1-1-1 0 0,-1 1 0 0 0,0 1 0 0 0,0-1 1 0 0,0 1-1 0 0,1 0 0 0 0,-1 0 1 0 0,0 0-1 0 0,0 1 0 0 0,-6 1 0 0 0,4 0-78 0 0,0 0-1 0 0,0 1 1 0 0,0 0-1 0 0,1 0 1 0 0,-1 0 0 0 0,1 1-1 0 0,0 0 1 0 0,0 1-1 0 0,0 0 1 0 0,-11 10-1 0 0,47-14 404 0 0,34-13 612 0 0,0 3 1 0 0,1 3-1 0 0,117 4 1 0 0,-107 3-558 0 0,119-15 1 0 0,73-30 192 0 0,360-25-277 0 0,-266 69-609 0 0,-65 3 0 0 0,-267-4 0 0 0,203-1 7 0 0,-180 4-13 0 0,-1 3 1 0 0,76 15 0 0 0,-81-4-24 0 0,-38-13-150 0 0,0 0 0 0 0,0 0-1 0 0,0-1 1 0 0,1 0 0 0 0,-1 0 0 0 0,0 0 0 0 0,1-1 0 0 0,-1 0 0 0 0,1-1 0 0 0,10 0 0 0 0,-9-3-1126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7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42 4145 0 0,'-1'-3'243'0'0,"1"1"-1"0"0,-1-1 1 0 0,1 0-1 0 0,-1 0 1 0 0,1 1 0 0 0,0-1-1 0 0,0 0 1 0 0,1 0 0 0 0,-1 1-1 0 0,1-4 1 0 0,4-2 3161 0 0,3 21-762 0 0,-6-8-1884 0 0,3 17 194 0 0,0 1-1 0 0,-1 0 1 0 0,-1 0 0 0 0,0 27 0 0 0,-6 103 863 0 0,0-67-1349 0 0,-3 47-548 0 0,2 93-2407 0 0,6-183-135 0 0,11 62 0 0 0,-8-78 1492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2.4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2 3225 0 0,'5'-2'11338'0'0,"-9"11"-11028"0"0,-34 109 3160 0 0,33-101-3297 0 0,2 1 0 0 0,0-1-1 0 0,1 0 1 0 0,1 1 0 0 0,1 24 0 0 0,1-39-176 0 0,-1 0-1 0 0,1 0 1 0 0,-1 0-1 0 0,1 0 1 0 0,0 0-1 0 0,0-1 1 0 0,1 1-1 0 0,-1 0 1 0 0,1-1-1 0 0,-1 1 1 0 0,1-1-1 0 0,0 1 1 0 0,0-1 0 0 0,-1 0-1 0 0,2 0 1 0 0,-1 0-1 0 0,0 0 1 0 0,0 0-1 0 0,1 0 1 0 0,-1-1-1 0 0,1 1 1 0 0,-1-1-1 0 0,1 0 1 0 0,0 0-1 0 0,0 0 1 0 0,-1 0-1 0 0,5 1 1 0 0,9 2-25 0 0,1-1 0 0 0,0-1 0 0 0,29 1 0 0 0,-13-1 13 0 0,-13-1 15 0 0,-13-1 0 0 0,0 1 0 0 0,0-1 0 0 0,0 1 0 0 0,-1 0 0 0 0,1 0 0 0 0,0 1 0 0 0,8 3 0 0 0,-15-4 0 0 0,1-1 0 0 0,-1 1 0 0 0,0-1 0 0 0,0 1 0 0 0,1 0 0 0 0,-1-1 0 0 0,0 1 0 0 0,0 0 0 0 0,0-1 0 0 0,0 1 0 0 0,1 0 0 0 0,-1-1 0 0 0,0 1 0 0 0,0 0 0 0 0,0 0 0 0 0,-1-1 0 0 0,1 1 0 0 0,0 0 0 0 0,0-1 0 0 0,0 1 0 0 0,0 0 0 0 0,-1-1 0 0 0,1 1 0 0 0,0-1 0 0 0,-1 1 0 0 0,1 0 0 0 0,0-1 0 0 0,-1 1 0 0 0,1-1 0 0 0,-1 1 0 0 0,1-1 0 0 0,-2 1 0 0 0,-18 25 0 0 0,16-22 0 0 0,-63 70 37 0 0,-26 31 71 0 0,81-90-97 0 0,1 1-1 0 0,1 0 1 0 0,0 1-1 0 0,1 0 1 0 0,-7 20-1 0 0,15-36-14 0 0,0 1 0 0 0,1 0 0 0 0,-1 0 0 0 0,1-1 0 0 0,-1 1 0 0 0,1 0 0 0 0,-1 0 0 0 0,1 0 0 0 0,0 0 0 0 0,0-1 0 0 0,0 1 0 0 0,0 0 0 0 0,0 0 0 0 0,1 0 0 0 0,-1 0 0 0 0,0 0 1 0 0,1-1-1 0 0,0 1 0 0 0,-1 0 0 0 0,1 0 0 0 0,0-1 0 0 0,0 1 0 0 0,0-1 0 0 0,0 1 0 0 0,0 0 0 0 0,0-1 0 0 0,0 0 0 0 0,0 1 0 0 0,1-1 0 0 0,-1 0 0 0 0,1 1 0 0 0,-1-1 0 0 0,1 0 0 0 0,-1 0 0 0 0,1 0 0 0 0,0-1 0 0 0,-1 1 0 0 0,1 0 0 0 0,0-1 0 0 0,0 1 0 0 0,3 0 0 0 0,7 2-39 0 0,1-1-1 0 0,0 0 0 0 0,-1-1 1 0 0,24-1-1 0 0,-25 0 33 0 0,-4 0 18 0 0,0 0 0 0 0,1 0 0 0 0,-1 1 1 0 0,0 0-1 0 0,14 4 0 0 0,-20-5-5 0 0,1 1 1 0 0,-1-1-1 0 0,0 1 1 0 0,1 0 0 0 0,-1 0-1 0 0,1-1 1 0 0,-1 1-1 0 0,0 0 1 0 0,0 1-1 0 0,1-1 1 0 0,-1 0-1 0 0,0 0 1 0 0,0 0-1 0 0,0 1 1 0 0,0-1 0 0 0,-1 0-1 0 0,1 1 1 0 0,0-1-1 0 0,0 1 1 0 0,-1-1-1 0 0,1 1 1 0 0,-1-1-1 0 0,0 1 1 0 0,1-1-1 0 0,-1 1 1 0 0,0-1-1 0 0,0 1 1 0 0,0 0 0 0 0,0-1-1 0 0,0 1 1 0 0,0 0-1 0 0,-1 2 1 0 0,-1 10-5 0 0,-1-1 0 0 0,-1 0 0 0 0,0 0 0 0 0,-1 0 0 0 0,-12 22 0 0 0,-40 58-168 0 0,6-10-982 0 0,44-63 366 0 0,7-20 729 0 0,0 1-1 0 0,0-1 1 0 0,0 0-1 0 0,1 0 1 0 0,-1 1 0 0 0,0-1-1 0 0,0 0 1 0 0,0 1 0 0 0,0-1-1 0 0,0 0 1 0 0,1 0-1 0 0,-1 1 1 0 0,0-1 0 0 0,0 0-1 0 0,0 0 1 0 0,1 0 0 0 0,-1 1-1 0 0,0-1 1 0 0,0 0-1 0 0,1 0 1 0 0,-1 0 0 0 0,0 0-1 0 0,0 0 1 0 0,1 1 0 0 0,-1-1-1 0 0,0 0 1 0 0,1 0-1 0 0,-1 0 1 0 0,0 0 0 0 0,1 0-1 0 0,-1 0 1 0 0,0 0 0 0 0,1 0-1 0 0,33-9-4635 0 0,-28 6 4108 0 0,1 1-327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3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2767 1 2304 0 0,'-1'7'14430'0'0,"-6"22"-14050"0"0,1 0-1 0 0,2 1 1 0 0,1-1-1 0 0,2 56 1 0 0,20 127 2363 0 0,-4-68-1905 0 0,-10-61-822 0 0,4-1 0 0 0,28 113 0 0 0,-23-129-63 0 0,-3 1-1 0 0,-3 0 1 0 0,-1 70 0 0 0,-5-102-50 0 0,4 27 58 0 0,20 85-1 0 0,-8-49 21 0 0,-16-91 67 0 0,0 0 0 0 0,0-1 0 0 0,1 1 0 0 0,0-1 0 0 0,5 9 0 0 0,-6-12-17 0 0,1 1 0 0 0,-1-1 0 0 0,0 1 0 0 0,0-1 0 0 0,-1 1 0 0 0,1 0 1 0 0,-1 0-1 0 0,0 0 0 0 0,0 0 0 0 0,0 0 0 0 0,-1 0 0 0 0,1 0 0 0 0,-1 0 0 0 0,0 0 0 0 0,0 0 1 0 0,0 0-1 0 0,-2 6 0 0 0,1-7-27 0 0,-1 0 1 0 0,0 1 0 0 0,0-1-1 0 0,0 0 1 0 0,0 0-1 0 0,-1 0 1 0 0,0 0-1 0 0,1-1 1 0 0,-1 1 0 0 0,0-1-1 0 0,0 0 1 0 0,0 0-1 0 0,0 0 1 0 0,-5 3-1 0 0,-53 21 89 0 0,47-21-86 0 0,-21 5 3 0 0,0-1 1 0 0,-1-2-1 0 0,1-1 0 0 0,-2-2 1 0 0,-46-1-1 0 0,3 1 0 0 0,-741 102-418 0 0,476-41 120 0 0,27-14 193 0 0,157-28-21 0 0,-251 67-1 0 0,340-69 169 0 0,-1-4 0 0 0,-122 14 0 0 0,188-31-133 0 0,-44 2 285 0 0,48-2-407 0 0,1-1 0 0 0,-1 1-1 0 0,1 0 1 0 0,-1-1 0 0 0,1 0-1 0 0,-1 1 1 0 0,1-1 0 0 0,-1 0-1 0 0,1-1 1 0 0,0 1 0 0 0,-1 0 0 0 0,1 0-1 0 0,0-1 1 0 0,0 0 0 0 0,0 1-1 0 0,-2-4 1 0 0,0 2-1413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1 4145 0 0,'10'0'14938'0'0,"-15"48"-15256"0"0,2-17 1708 0 0,-10 338 922 0 0,15-309-2262 0 0,2 0 0 0 0,4 0 0 0 0,1-1 0 0 0,21 66 0 0 0,0-29-761 0 0,-17-55-1888 0 0,-7-24-4485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4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1 236 3681 0 0,'0'0'284'0'0,"30"-2"1976"0"0,24 6 1284 0 0,58-2 0 0 0,-24-2-2223 0 0,307-23 548 0 0,-41-1-891 0 0,455 6 1937 0 0,-736 13-2798 0 0,110-21 0 0 0,69-31-60 0 0,-248 56-54 0 0,297-62 7 0 0,-291 61-20 0 0,1 2-1 0 0,0-1 0 0 0,-1 1 0 0 0,1 1 0 0 0,0-1 0 0 0,0 2 0 0 0,-1 0 0 0 0,1 0 0 0 0,-1 1 1 0 0,0 0-1 0 0,17 8 0 0 0,-27-11-9 0 0,0 0 0 0 0,0 0 0 0 0,0 0 0 0 0,0 0 0 0 0,0 0 0 0 0,0 1 0 0 0,0-1 0 0 0,0 0 0 0 0,1 0 0 0 0,-1 0 0 0 0,0 0 0 0 0,0 0 0 0 0,0 0 0 0 0,0 0 0 0 0,0 0 0 0 0,0 0 0 0 0,0 0 0 0 0,0 0 0 0 0,1 0 0 0 0,-1 0 0 0 0,0 1 0 0 0,0-1 0 0 0,0 0 0 0 0,0 0 0 0 0,0 0-1 0 0,0 0 1 0 0,0 0 0 0 0,1 0 0 0 0,-1 0 0 0 0,0 0 0 0 0,0 0 0 0 0,0 0 0 0 0,0-1 0 0 0,0 1 0 0 0,0 0 0 0 0,0 0 0 0 0,1 0 0 0 0,-1 0 0 0 0,0 0 0 0 0,0 0 0 0 0,0 0 0 0 0,0 0 0 0 0,0 0 0 0 0,0 0 0 0 0,0 0 0 0 0,0 0 0 0 0,1 0 0 0 0,-1-1 0 0 0,0 1 0 0 0,0 0 0 0 0,0 0 0 0 0,0 0 0 0 0,0 0 0 0 0,0 0 0 0 0,0 0 0 0 0,0 0 0 0 0,0 0 0 0 0,0-1 0 0 0,0 1 0 0 0,0 0 0 0 0,0 0 0 0 0,-6-10-913 0 0,-16-10 485 0 0,22 19 442 0 0,-1 1 1 0 0,0-1 0 0 0,0 1-1 0 0,0-1 1 0 0,0 1-1 0 0,0-1 1 0 0,0 1-1 0 0,0 0 1 0 0,0 0-1 0 0,0-1 1 0 0,0 1 0 0 0,0 0-1 0 0,0 0 1 0 0,0 0-1 0 0,0 0 1 0 0,-1 0-1 0 0,1 0 1 0 0,0 0-1 0 0,0 1 1 0 0,0-1 0 0 0,0 0-1 0 0,0 0 1 0 0,0 1-1 0 0,-1 0 1 0 0,0 0 50 0 0,-1 1 1 0 0,1 0-1 0 0,0-1 1 0 0,0 1 0 0 0,1 0-1 0 0,-1 0 1 0 0,0 0-1 0 0,1 0 1 0 0,-3 5-1 0 0,0-1 84 0 0,1 0 0 0 0,0 1 0 0 0,1-1 1 0 0,0 1-1 0 0,0 0 0 0 0,-2 13 0 0 0,4-13-105 0 0,0 0 0 0 0,0 0 1 0 0,1 0-1 0 0,0 0 0 0 0,1 0 0 0 0,-1-1 1 0 0,1 1-1 0 0,1 0 0 0 0,-1-1 0 0 0,1 1 1 0 0,0-1-1 0 0,1 0 0 0 0,-1 0 0 0 0,1 0 1 0 0,0-1-1 0 0,1 1 0 0 0,-1-1 0 0 0,1 0 1 0 0,0 0-1 0 0,1 0 0 0 0,-1-1 0 0 0,1 0 1 0 0,0 0-1 0 0,0 0 0 0 0,10 4 1 0 0,-10-5 12 0 0,1 0 0 0 0,-1 0 0 0 0,1-1 0 0 0,0 0 1 0 0,0 0-1 0 0,0-1 0 0 0,0 0 0 0 0,1 0 1 0 0,-1 0-1 0 0,0-1 0 0 0,0 0 0 0 0,0 0 1 0 0,1-1-1 0 0,-1 0 0 0 0,0-1 0 0 0,0 1 1 0 0,0-1-1 0 0,0 0 0 0 0,-1-1 0 0 0,1 0 0 0 0,-1 0 1 0 0,1 0-1 0 0,-1-1 0 0 0,11-8 0 0 0,-13 8 13 0 0,0 0-1 0 0,0 0 0 0 0,0 0 1 0 0,-1 0-1 0 0,1-1 0 0 0,-1 1 1 0 0,0-1-1 0 0,0 0 0 0 0,-1 0 1 0 0,1 0-1 0 0,-1 0 0 0 0,-1-1 1 0 0,1 1-1 0 0,-1 0 0 0 0,1-1 1 0 0,-1 1-1 0 0,-1-1 0 0 0,1 0 0 0 0,-1 1 1 0 0,0-1-1 0 0,-1 0 0 0 0,1 1 1 0 0,-1-1-1 0 0,0 1 0 0 0,0-1 1 0 0,-1 1-1 0 0,0 0 0 0 0,0-1 1 0 0,0 1-1 0 0,0 0 0 0 0,-1 0 1 0 0,0 0-1 0 0,0 1 0 0 0,0-1 1 0 0,-1 1-1 0 0,1-1 0 0 0,-1 1 0 0 0,0 0 1 0 0,0 1-1 0 0,-1-1 0 0 0,1 1 1 0 0,-1-1-1 0 0,0 1 0 0 0,1 1 1 0 0,-2-1-1 0 0,1 1 0 0 0,0 0 1 0 0,0 0-1 0 0,-1 0 0 0 0,-8-1 1 0 0,10 3-53 0 0,0-1 1 0 0,0 1-1 0 0,0 0 1 0 0,0 0-1 0 0,0 0 1 0 0,0 1 0 0 0,0-1-1 0 0,0 1 1 0 0,0 0-1 0 0,0 0 1 0 0,1 1-1 0 0,-1-1 1 0 0,0 1 0 0 0,1-1-1 0 0,-1 1 1 0 0,1 1-1 0 0,-1-1 1 0 0,-5 5-1 0 0,-15 21-6508 0 0,13-9-657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6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19 295 4145 0 0,'-2'1'149'0'0,"1"0"1"0"0,-1 0-1 0 0,1 0 0 0 0,0 0 1 0 0,0 1-1 0 0,0-1 1 0 0,0 0-1 0 0,0 0 0 0 0,0 1 1 0 0,0-1-1 0 0,0 0 1 0 0,0 1-1 0 0,0-1 1 0 0,1 1-1 0 0,-1-1 0 0 0,1 1 1 0 0,-1 0-1 0 0,1-1 1 0 0,-1 4-1 0 0,1-5-89 0 0,0 1 1 0 0,0 0 0 0 0,1-1-1 0 0,-1 1 1 0 0,0 0-1 0 0,0-1 1 0 0,0 1 0 0 0,1 0-1 0 0,-1-1 1 0 0,0 1-1 0 0,1-1 1 0 0,-1 1 0 0 0,0 0-1 0 0,1-1 1 0 0,-1 1-1 0 0,1-1 1 0 0,-1 1-1 0 0,1-1 1 0 0,-1 0 0 0 0,1 1-1 0 0,-1-1 1 0 0,1 1-1 0 0,0-1 1 0 0,-1 0 0 0 0,1 1-1 0 0,0-1 1 0 0,-1 0-1 0 0,1 0 1 0 0,0 0-1 0 0,-1 1 1 0 0,1-1 0 0 0,0 0-1 0 0,-1 0 1 0 0,1 0-1 0 0,0 0 1 0 0,-1 0 0 0 0,1 0-1 0 0,0 0 1 0 0,-1-1-1 0 0,1 1 1 0 0,0 0-1 0 0,0-1 1 0 0,97-20 2539 0 0,14-2-1143 0 0,443-5 3207 0 0,-190 17-3257 0 0,-286 9-1177 0 0,109 9 0 0 0,78 25 826 0 0,-145-14-691 0 0,2-6 0 0 0,145-4 0 0 0,-122-21-359 0 0,158-35 0 0 0,-222 38 63 0 0,0 2 0 0 0,105 5 1 0 0,-150 3-74 0 0,-33 0-94 0 0,1 0 0 0 0,-1 0-1 0 0,0-1 1 0 0,1 0 0 0 0,-1 0 0 0 0,0 0 0 0 0,0 0-1 0 0,1-1 1 0 0,-1 0 0 0 0,0 0 0 0 0,0 0 0 0 0,-1 0 0 0 0,1 0-1 0 0,0-1 1 0 0,-1 0 0 0 0,0 0 0 0 0,7-6 0 0 0,-1-3-1997 0 0,0 0 0 0 0,0-1 0 0 0,12-26 0 0 0,-15 26 32 0 0,1 1-1 0 0,0 0 1 0 0,0 0-1 0 0,17-18 0 0 0,-28 33 2445 0 0,0-1-1 0 0,0 0 1 0 0,1 0-1 0 0,-2 0 1 0 0,1 0-1 0 0,0-1 0 0 0,0 0 1 0 0,0 0-1 0 0,-1 0 1 0 0,1 0-1 0 0,-8 0 0 0 0,8-1 67 0 0,1 0 0 0 0,-1 0 0 0 0,0 1 1 0 0,0 0-1 0 0,0-1 0 0 0,1 1 0 0 0,-1 1 0 0 0,0-1 0 0 0,1 0 0 0 0,-1 1 0 0 0,1 0 0 0 0,0 0 0 0 0,-1 0 0 0 0,1 0 0 0 0,0 0 0 0 0,-3 4 0 0 0,2-2-232 0 0,1 0 1 0 0,0 0-1 0 0,0 0 0 0 0,0 0 1 0 0,0 1-1 0 0,1-1 1 0 0,0 1-1 0 0,0-1 1 0 0,0 1-1 0 0,1 0 1 0 0,-2 6-1 0 0,1-4-134 0 0,1 0-1 0 0,1 1 1 0 0,-1-1-1 0 0,1 0 1 0 0,0 0-1 0 0,0 0 1 0 0,1 0-1 0 0,0 0 1 0 0,1 0 0 0 0,-1 0-1 0 0,1 0 1 0 0,1 0-1 0 0,-1-1 1 0 0,1 1-1 0 0,0-1 1 0 0,1 0-1 0 0,7 11 1 0 0,-8-13-19 0 0,-1-1-1 0 0,1 1 1 0 0,1-1-1 0 0,-1 0 1 0 0,0 0 0 0 0,1 0-1 0 0,0-1 1 0 0,-1 1 0 0 0,1-1-1 0 0,0 0 1 0 0,0 0-1 0 0,1 0 1 0 0,-1-1 0 0 0,0 0-1 0 0,1 1 1 0 0,-1-1 0 0 0,0-1-1 0 0,1 1 1 0 0,-1-1 0 0 0,1 0-1 0 0,-1 0 1 0 0,1 0-1 0 0,-1 0 1 0 0,1-1 0 0 0,4 0-1 0 0,-2-2 13 0 0,-1 1 0 0 0,1-1 0 0 0,0-1 0 0 0,-1 1-1 0 0,0-1 1 0 0,1 0 0 0 0,-1 0 0 0 0,-1-1 0 0 0,1 0 0 0 0,-1 0-1 0 0,0 0 1 0 0,0-1 0 0 0,0 0 0 0 0,6-10 0 0 0,-7 9-5 0 0,1 0 0 0 0,-1-1-1 0 0,0 0 1 0 0,-1 0 0 0 0,1-1 0 0 0,-2 1 0 0 0,1 0 0 0 0,-1-1-1 0 0,-1 0 1 0 0,1 1 0 0 0,-1-1 0 0 0,-1-15 0 0 0,0 19-20 0 0,-1-1-1 0 0,0 1 1 0 0,0 0 0 0 0,0 0 0 0 0,-1 0 0 0 0,0 0 0 0 0,0 1-1 0 0,0-1 1 0 0,-1 0 0 0 0,1 1 0 0 0,-1-1 0 0 0,0 1-1 0 0,0 0 1 0 0,-1 0 0 0 0,1 0 0 0 0,-1 1 0 0 0,0-1 0 0 0,0 1-1 0 0,0 0 1 0 0,0 0 0 0 0,-1 0 0 0 0,-7-4 0 0 0,-15-3-11 0 0,21 8-312 0 0,1 0 0 0 0,-1 0 0 0 0,1 0 0 0 0,-1-1 0 0 0,1 0 0 0 0,-9-7 1 0 0,13 7-392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1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64 1376 0 0,'-12'-6'-306'0'0,"-7"-4"2634"0"0,1 1 1 0 0,-1 0-1 0 0,-1 2 1 0 0,1 0-1 0 0,-40-8 1 0 0,58 15-2216 0 0,1 0 0 0 0,-1 0 1 0 0,1 0-1 0 0,-1 0 0 0 0,1 0 1 0 0,-1 0-1 0 0,1 0 1 0 0,-1 0-1 0 0,1 0 0 0 0,-1 0 1 0 0,1 0-1 0 0,-1 0 1 0 0,1 1-1 0 0,-1-1 0 0 0,1 0 1 0 0,-1 0-1 0 0,1 0 0 0 0,-1 1 1 0 0,1-1-1 0 0,-1 0 1 0 0,1 1-1 0 0,0-1 0 0 0,-1 0 1 0 0,1 1-1 0 0,0-1 1 0 0,-1 0-1 0 0,1 1 0 0 0,0-1 1 0 0,-1 1-1 0 0,1 0 0 0 0,0 19 1400 0 0,18 25-908 0 0,-15-39-334 0 0,163 323 1477 0 0,-118-248-2438 0 0,113 141 1 0 0,-157-217 92 0 0,20 22 238 0 0,-9-17-1714 0 0,0-9-3959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9 288 6449 0 0,'-2'-4'250'0'0,"1"-1"0"0"0,-1 1 0 0 0,1 0-1 0 0,0 0 1 0 0,1 0 0 0 0,-1-1-1 0 0,1 1 1 0 0,0 0 0 0 0,0-1-1 0 0,0 1 1 0 0,1 0 0 0 0,-1-1 0 0 0,1 1-1 0 0,0 0 1 0 0,0 0 0 0 0,1 0-1 0 0,-1 0 1 0 0,1 0 0 0 0,0 0 0 0 0,3-5-1 0 0,6-12 1275 0 0,2 1 1 0 0,18-25-1 0 0,-29 44-1433 0 0,10-16 671 0 0,1 1 1 0 0,27-25-1 0 0,-35 36-853 0 0,1 1-1 0 0,-1 0 0 0 0,1 0 1 0 0,0 0-1 0 0,9-3 1 0 0,-12 6-313 0 0,0 0 0 0 0,-1 0 1 0 0,1 0-1 0 0,0 0 0 0 0,0 1 0 0 0,0-1 1 0 0,0 1-1 0 0,1 0 0 0 0,-1 0 1 0 0,0 0-1 0 0,0 0 0 0 0,6 2 1 0 0,7 4-5122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5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0 225 6449 0 0,'3'-3'204'0'0,"0"1"0"0"0,0 0-1 0 0,0 0 1 0 0,-1-1 0 0 0,1 0-1 0 0,-1 1 1 0 0,1-1-1 0 0,-1 0 1 0 0,0 0 0 0 0,0 0-1 0 0,-1 0 1 0 0,1-1 0 0 0,1-3-1 0 0,4-6 256 0 0,49-69 2106 0 0,-38 59-3215 0 0,29-31 0 0 0,-38 45 628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4.71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58 5065 0 0,'-2'-1'238'0'0,"1"0"0"0"0,0 0 0 0 0,0-1 0 0 0,0 1 0 0 0,0-1 0 0 0,0 1 0 0 0,0-1 0 0 0,0 1 0 0 0,0-1 1 0 0,0 1-1 0 0,1-1 0 0 0,-1 0 0 0 0,1 1 0 0 0,-1-1 0 0 0,1 0 0 0 0,0 1 0 0 0,0-1 0 0 0,-1 0 0 0 0,1 0 0 0 0,0 1 0 0 0,1-1 0 0 0,-1 0 0 0 0,0-1 0 0 0,0 2-133 0 0,0 0 0 0 0,0 0 1 0 0,1 1-1 0 0,-1-1 0 0 0,0 0 0 0 0,0 0 0 0 0,0 1 0 0 0,0-1 0 0 0,1 0 0 0 0,-1 1 1 0 0,0-1-1 0 0,1 0 0 0 0,-1 1 0 0 0,0-1 0 0 0,1 0 0 0 0,-1 1 0 0 0,1-1 0 0 0,-1 1 1 0 0,1-1-1 0 0,-1 1 0 0 0,1-1 0 0 0,-1 1 0 0 0,1-1 0 0 0,0 1 0 0 0,-1 0 1 0 0,1-1-1 0 0,0 1 0 0 0,-1 0 0 0 0,1-1 0 0 0,0 1 0 0 0,-1 0 0 0 0,1 0 0 0 0,0 0 1 0 0,0 0-1 0 0,-1 0 0 0 0,1 0 0 0 0,0 0 0 0 0,0 0 0 0 0,-1 0 0 0 0,1 0 0 0 0,0 0 1 0 0,-1 0-1 0 0,1 0 0 0 0,0 1 0 0 0,0-1 0 0 0,-1 0 0 0 0,1 0 0 0 0,0 1 0 0 0,-1-1 1 0 0,1 0-1 0 0,-1 1 0 0 0,1-1 0 0 0,0 1 0 0 0,-1-1 0 0 0,1 1 0 0 0,-1-1 0 0 0,1 2 1 0 0,8 5 252 0 0,0 1 0 0 0,0 1 1 0 0,-1 0-1 0 0,0 0 1 0 0,-1 1-1 0 0,0-1 0 0 0,11 22 1 0 0,31 82-382 0 0,-24-53-217 0 0,-1 2-384 0 0,15 32-976 0 0,-5-38-2637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33 133 2304 0 0,'-3'2'137'0'0,"1"0"0"0"0,-1 0 0 0 0,1 0 0 0 0,0 0 0 0 0,0 1-1 0 0,0-1 1 0 0,0 0 0 0 0,0 1 0 0 0,0 0 0 0 0,1-1-1 0 0,-1 1 1 0 0,1 0 0 0 0,0 0 0 0 0,-1 0 0 0 0,1 0-1 0 0,1 0 1 0 0,-1 0 0 0 0,0 0 0 0 0,1 0 0 0 0,0 0-1 0 0,-1 0 1 0 0,1 0 0 0 0,1 0 0 0 0,-1 1 0 0 0,1 3 0 0 0,0 0 177 0 0,-1-1 0 0 0,2 1 0 0 0,-1 0 1 0 0,1-1-1 0 0,0 0 0 0 0,0 1 0 0 0,1-1 1 0 0,0 0-1 0 0,0 0 0 0 0,0 0 0 0 0,6 7 1 0 0,16 14 895 0 0,47 42 1 0 0,-58-58-1113 0 0,1 0 0 0 0,0 0 0 0 0,0-1 0 0 0,1-1 1 0 0,25 10-1 0 0,-35-17-17 0 0,0 0-1 0 0,1 0 1 0 0,-1 0 0 0 0,1-1 0 0 0,-1 0 0 0 0,1 0-1 0 0,0-1 1 0 0,-1 0 0 0 0,1 0 0 0 0,0 0 0 0 0,0-1-1 0 0,-1 0 1 0 0,1 0 0 0 0,-1-1 0 0 0,1 0 0 0 0,-1 0-1 0 0,0 0 1 0 0,0-1 0 0 0,0 0 0 0 0,0 0 0 0 0,0-1-1 0 0,0 1 1 0 0,-1-1 0 0 0,0-1 0 0 0,5-4 0 0 0,-4 3 161 0 0,0-1 1 0 0,-1 0 0 0 0,0 0-1 0 0,0 0 1 0 0,-1 0 0 0 0,0-1 0 0 0,0 0-1 0 0,-1 0 1 0 0,0 0 0 0 0,0 0-1 0 0,-1-1 1 0 0,0 1 0 0 0,0 0-1 0 0,-1-1 1 0 0,0 0 0 0 0,-1 1-1 0 0,0-1 1 0 0,0 0 0 0 0,-2-8 0 0 0,-4-10 3 0 0,0 1 1 0 0,-2-1 0 0 0,-2 1 0 0 0,0 1 0 0 0,-1 0 0 0 0,-2 0 0 0 0,-20-29 0 0 0,24 33-4359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3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0 196 4609 0 0,'15'-1'10069'0'0,"1"13"-9211"0"0,0-1 0 0 0,1 0 1 0 0,0-1-1 0 0,1-1 0 0 0,19 7 0 0 0,-32-14-830 0 0,-1-1 0 0 0,0 0-1 0 0,0 0 1 0 0,1-1 0 0 0,-1 1 0 0 0,0-1-1 0 0,1 0 1 0 0,-1 0 0 0 0,1 0 0 0 0,-1 0-1 0 0,0-1 1 0 0,1 0 0 0 0,4-1-1 0 0,-5 0-29 0 0,-1 0-1 0 0,0 1 1 0 0,0-1-1 0 0,0 0 1 0 0,-1-1-1 0 0,1 1 1 0 0,0 0-1 0 0,-1-1 0 0 0,0 0 1 0 0,1 1-1 0 0,-1-1 1 0 0,0 0-1 0 0,0 0 1 0 0,-1 0-1 0 0,1 0 1 0 0,0-1-1 0 0,-1 1 0 0 0,0 0 1 0 0,1-5-1 0 0,0 1 24 0 0,-1 0 0 0 0,0 0 0 0 0,0 0 0 0 0,0 0 0 0 0,-1-1 1 0 0,0 1-1 0 0,-1 0 0 0 0,1 0 0 0 0,-2 0 0 0 0,1 0 0 0 0,-1 0 0 0 0,0 0 0 0 0,0 0 0 0 0,0 0 0 0 0,-1 1 0 0 0,0-1 0 0 0,-1 1 0 0 0,0 0 0 0 0,-5-8 0 0 0,5 9-155 0 0,0 0 1 0 0,0 0-1 0 0,-1 0 1 0 0,1 1-1 0 0,-1-1 1 0 0,0 1-1 0 0,0 0 0 0 0,-1 1 1 0 0,1-1-1 0 0,-1 1 1 0 0,0 0-1 0 0,0 1 1 0 0,0-1-1 0 0,0 1 0 0 0,0 0 1 0 0,0 1-1 0 0,-1 0 1 0 0,1 0-1 0 0,0 0 1 0 0,-1 0-1 0 0,-10 1 0 0 0,0 3-6278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6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1 259 6449 0 0,'27'-4'2613'0'0,"-25"3"-2399"0"0,0 0-1 0 0,0 1 1 0 0,-1-1-1 0 0,1 1 1 0 0,0-1-1 0 0,0 1 1 0 0,0 0-1 0 0,0 0 1 0 0,-1 0 0 0 0,1 0-1 0 0,0 0 1 0 0,0 0-1 0 0,0 0 1 0 0,0 1-1 0 0,-1-1 1 0 0,1 1-1 0 0,0-1 1 0 0,0 1-1 0 0,-1 0 1 0 0,1-1 0 0 0,0 1-1 0 0,2 2 1 0 0,17 16 857 0 0,-20-19-1018 0 0,0 1 0 0 0,0-1-1 0 0,-1 1 1 0 0,1-1 0 0 0,0 1-1 0 0,-1-1 1 0 0,1 1 0 0 0,0 0-1 0 0,-1-1 1 0 0,1 1-1 0 0,-1 0 1 0 0,0 0 0 0 0,1-1-1 0 0,-1 1 1 0 0,1 0 0 0 0,-1 0-1 0 0,0 0 1 0 0,0-1 0 0 0,1 1-1 0 0,-1 0 1 0 0,0 0 0 0 0,0 0-1 0 0,0 0 1 0 0,0 0 0 0 0,0 0-1 0 0,0-1 1 0 0,0 2 0 0 0,-1-1 59 0 0,0-1 0 0 0,1 0 0 0 0,-1 0 0 0 0,0 0 1 0 0,1 0-1 0 0,-1 0 0 0 0,1 0 0 0 0,-1 0 1 0 0,0 0-1 0 0,1 0 0 0 0,-1 0 0 0 0,0-1 0 0 0,1 1 1 0 0,-1 0-1 0 0,1 0 0 0 0,-1 0 0 0 0,1-1 0 0 0,-1 1 1 0 0,1 0-1 0 0,-1-1 0 0 0,0 1 0 0 0,1 0 1 0 0,0-1-1 0 0,-1 1 0 0 0,1-1 0 0 0,-1 1 0 0 0,1-1 1 0 0,-1 1-1 0 0,1-1 0 0 0,-1 0 0 0 0,-13-18 910 0 0,5 2-918 0 0,0 0 0 0 0,2-1 0 0 0,0 0 0 0 0,1 0 0 0 0,0 0 0 0 0,2-1 0 0 0,0 0 0 0 0,1 0 0 0 0,1 0 0 0 0,1 0 0 0 0,1-24-1 0 0,1 15-629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17 124 9218 0 0,'0'0'117'0'0,"-1"0"1"0"0,1 0-1 0 0,-1 0 1 0 0,0 0-1 0 0,1 0 1 0 0,-1 0-1 0 0,1 0 0 0 0,-1 0 1 0 0,0 0-1 0 0,1 0 1 0 0,-1 0-1 0 0,1 0 1 0 0,-1 0-1 0 0,1-1 0 0 0,-1 1 1 0 0,1 0-1 0 0,-1 0 1 0 0,1-1-1 0 0,-1 1 1 0 0,1 0-1 0 0,-1-1 0 0 0,1 1 1 0 0,-1-1-1 0 0,1 1 1 0 0,-1-1-1 0 0,1 1 1 0 0,0 0-1 0 0,-1-1 0 0 0,1 1 1 0 0,0-1-1 0 0,0 0 1 0 0,-1 1-1 0 0,1-1 1 0 0,0 1-1 0 0,0-1 0 0 0,0 1 1 0 0,-1-2-1 0 0,2 0 113 0 0,-1-1 0 0 0,0 1 0 0 0,1-1 0 0 0,0 1 0 0 0,-1 0 0 0 0,1 0 0 0 0,0-1 0 0 0,0 1 0 0 0,0 0 0 0 0,2-2 0 0 0,3-5-114 0 0,0 0 0 0 0,0 1 0 0 0,1 0 0 0 0,9-8 0 0 0,-13 13-378 0 0,1-1 1 0 0,0 1-1 0 0,0 0 0 0 0,1 0 0 0 0,-1 1 0 0 0,1-1 0 0 0,-1 1 0 0 0,1 0 1 0 0,0 0-1 0 0,0 0 0 0 0,0 1 0 0 0,0-1 0 0 0,0 1 0 0 0,0 1 0 0 0,0-1 0 0 0,7 1 1 0 0,0 2 261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9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0 142 5529 0 0,'4'2'240'0'0,"-3"-2"56"0"0,3-2-232 0 0,-2 1-64 0 0,1-1 0 0 0,-1-2 0 0 0,3 1 152 0 0,2-4 16 0 0,4-5 8 0 0,3-4 0 0 0,1-2-584 0 0,-1 1-112 0 0,0-1-24 0 0,-3 3-8 0 0,-6 1 424 0 0,-3 0 128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7.25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66 5529 0 0,'5'-7'350'0'0,"0"1"-1"0"0,1-1 1 0 0,0 1-1 0 0,0 1 1 0 0,0-1-1 0 0,0 1 1 0 0,1 0 0 0 0,12-7-1 0 0,-17 11-265 0 0,0 0-1 0 0,1 0 1 0 0,-1 0-1 0 0,0 1 0 0 0,1-1 1 0 0,-1 1-1 0 0,0-1 1 0 0,1 1-1 0 0,-1 0 1 0 0,0 0-1 0 0,1 0 1 0 0,-1 0-1 0 0,1 0 1 0 0,-1 0-1 0 0,0 1 1 0 0,1 0-1 0 0,-1-1 1 0 0,0 1-1 0 0,1 0 1 0 0,-1 0-1 0 0,0 0 0 0 0,0 0 1 0 0,0 0-1 0 0,0 1 1 0 0,0-1-1 0 0,0 0 1 0 0,0 1-1 0 0,-1 0 1 0 0,1-1-1 0 0,0 1 1 0 0,-1 0-1 0 0,1 0 1 0 0,1 4-1 0 0,5 8 130 0 0,0 0-1 0 0,-1 1 1 0 0,0 0-1 0 0,-1 1 1 0 0,-1-1 0 0 0,4 23-1 0 0,-2-13 981 0 0,13 35 0 0 0,-20-59-1163 0 0,1-1 1 0 0,-1 1-1 0 0,0-1 0 0 0,0 1 0 0 0,1-1 0 0 0,-1 1 0 0 0,0-1 0 0 0,1 0 1 0 0,-1 1-1 0 0,0-1 0 0 0,1 1 0 0 0,-1-1 0 0 0,1 0 0 0 0,-1 1 0 0 0,1-1 1 0 0,-1 0-1 0 0,1 0 0 0 0,-1 1 0 0 0,1-1 0 0 0,-1 0 0 0 0,1 0 0 0 0,-1 0 1 0 0,1 1-1 0 0,-1-1 0 0 0,1 0 0 0 0,0 0 0 0 0,-1 0 0 0 0,1 0 1 0 0,-1 0-1 0 0,1 0 0 0 0,-1 0 0 0 0,1-1 0 0 0,-1 1 0 0 0,1 0 0 0 0,-1 0 1 0 0,1 0-1 0 0,0 0 0 0 0,-1-1 0 0 0,1 1 0 0 0,-1 0 0 0 0,0 0 0 0 0,1-1 1 0 0,-1 1-1 0 0,1 0 0 0 0,-1-1 0 0 0,1 1 0 0 0,-1-1 0 0 0,0 1 0 0 0,1-1 1 0 0,-1 1-1 0 0,0 0 0 0 0,1-1 0 0 0,-1 1 0 0 0,0-2 0 0 0,25-32 1869 0 0,-21 28-1775 0 0,22-35-1459 0 0,-13 19-5020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8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125 136 920 0 0,'-110'-119'11467'0'0,"98"107"-8569"0"0,9 8-1269 0 0,7 7-1082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 11522 0 0,'0'0'80'0'0,"0"0"0"0"0,0-1 0 0 0,0 1-1 0 0,2-5 2154 0 0,-2 5-2154 0 0,1 0 1 0 0,-1 0 0 0 0,0 0 0 0 0,0 0-1 0 0,0-1 1 0 0,1 1 0 0 0,-1 0 0 0 0,0 0-1 0 0,0 0 1 0 0,0 0 0 0 0,1 0-1 0 0,-1 0 1 0 0,0 0 0 0 0,0 0 0 0 0,0 0-1 0 0,1 0 1 0 0,-1 0 0 0 0,0 0 0 0 0,1 1-1 0 0,11 12 2716 0 0,49 112-1099 0 0,44 134 1 0 0,-70-168-1540 0 0,116 280-1843 0 0,-133-323-1377 0 0,-15-30-3303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1 216 3225 0 0,'31'-67'3781'0'0,"-22"47"-2516"0"0,0 0 1 0 0,20-32 0 0 0,-26 47-1007 0 0,0 1 0 0 0,0 0 0 0 0,1 0 0 0 0,-1 0 0 0 0,1 0 0 0 0,0 0 0 0 0,0 1 0 0 0,1-1 0 0 0,-1 1 0 0 0,1 0 0 0 0,-1 1 0 0 0,1-1 0 0 0,0 1 0 0 0,0 0 0 0 0,10-2 0 0 0,-14 3-185 0 0,1 1 0 0 0,0-1 0 0 0,-1 1 0 0 0,1 0 0 0 0,0 0 0 0 0,0 0-1 0 0,-1 0 1 0 0,1 0 0 0 0,0 1 0 0 0,-1-1 0 0 0,1 0 0 0 0,0 1 0 0 0,-1-1 0 0 0,1 1 0 0 0,0-1-1 0 0,-1 1 1 0 0,1 0 0 0 0,-1 0 0 0 0,1 0 0 0 0,-1 0 0 0 0,3 2 0 0 0,-2-1-1 0 0,0 1-1 0 0,0-1 1 0 0,0 1 0 0 0,0 0 0 0 0,-1 0 0 0 0,1 0 0 0 0,-1 0 0 0 0,0 0-1 0 0,0 0 1 0 0,1 6 0 0 0,1 4 29 0 0,-2 0-1 0 0,0 1 0 0 0,0-1 1 0 0,-3 22-1 0 0,-18 111 23 0 0,-1 24 1723 0 0,21-168-1761 0 0,-1 0 0 0 0,1 0-1 0 0,0 0 1 0 0,0 0 0 0 0,0 1 0 0 0,0-1-1 0 0,1 0 1 0 0,-1 0 0 0 0,0 0-1 0 0,1 0 1 0 0,0 0 0 0 0,-1 0 0 0 0,1 0-1 0 0,0 0 1 0 0,0 0 0 0 0,0 0-1 0 0,0 0 1 0 0,0 0 0 0 0,1-1 0 0 0,-1 1-1 0 0,1 0 1 0 0,-1-1 0 0 0,1 1-1 0 0,-1-1 1 0 0,4 2 0 0 0,-1-1-50 0 0,-1-1-1 0 0,1 0 1 0 0,0 0 0 0 0,0 0-1 0 0,0-1 1 0 0,0 1 0 0 0,0-1 0 0 0,0 0-1 0 0,0 0 1 0 0,0-1 0 0 0,0 1-1 0 0,0-1 1 0 0,5-1 0 0 0,11-3-335 0 0,-10 2-330 0 0,-1 1-1 0 0,1 0 1 0 0,-1 1 0 0 0,1 0-1 0 0,0 0 1 0 0,-1 1 0 0 0,14 1 0 0 0,-7 3-5745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63 6913 0 0,'-11'-22'549'0'0,"0"0"1818"0"0,-2 3 3381 0 0,12 21-5381 0 0,1 0-1 0 0,-1 0 1 0 0,1-1 0 0 0,0 1 0 0 0,0 0 0 0 0,-1 0 0 0 0,1 0 0 0 0,1 0-1 0 0,-1-1 1 0 0,0 4 0 0 0,7 25 248 0 0,2 0-1 0 0,0-1 1 0 0,2 0-1 0 0,28 53 1 0 0,-5-23-753 0 0,49 64 0 0 0,-79-118-160 0 0,8 11-694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1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41 346 3681 0 0,'-5'-6'908'0'0,"0"0"-1"0"0,0-1 1 0 0,1 1 0 0 0,0-1 0 0 0,0 0-1 0 0,1 0 1 0 0,0 0 0 0 0,-4-13 0 0 0,7 19-754 0 0,1 1 0 0 0,-1-1 0 0 0,1 1 0 0 0,-1-1 0 0 0,1 1 0 0 0,0 0 0 0 0,-1-1 0 0 0,1 1 0 0 0,-1 0 0 0 0,1-1 0 0 0,0 1 1 0 0,-1 0-1 0 0,1 0 0 0 0,0 0 0 0 0,-1-1 0 0 0,1 1 0 0 0,0 0 0 0 0,-1 0 0 0 0,1 0 0 0 0,0 0 0 0 0,-1 0 0 0 0,1 0 0 0 0,0 1 0 0 0,-1-1 1 0 0,2 0-1 0 0,22 3 948 0 0,-23-3-891 0 0,18 4 451 0 0,0 1 0 0 0,0 1 0 0 0,0 1-1 0 0,0 0 1 0 0,25 16 0 0 0,-27-14-567 0 0,0 0 1 0 0,1-2-1 0 0,0 1 1 0 0,1-2-1 0 0,27 6 1 0 0,-41-12-72 0 0,1 1 1 0 0,0-1 0 0 0,-1 1-1 0 0,1-2 1 0 0,0 1-1 0 0,0-1 1 0 0,-1 1-1 0 0,1-1 1 0 0,-1-1-1 0 0,8-2 1 0 0,-11 3 3 0 0,0 0 1 0 0,-1 0 0 0 0,1 0-1 0 0,0 0 1 0 0,0 0-1 0 0,-1 0 1 0 0,1-1 0 0 0,-1 1-1 0 0,1-1 1 0 0,-1 1-1 0 0,0-1 1 0 0,0 1 0 0 0,1-1-1 0 0,-1 0 1 0 0,0 0 0 0 0,-1 1-1 0 0,1-1 1 0 0,0 0-1 0 0,0 0 1 0 0,-1 0 0 0 0,1 0-1 0 0,-1 0 1 0 0,0 0 0 0 0,1 0-1 0 0,-1 0 1 0 0,0 0-1 0 0,0 0 1 0 0,0 0 0 0 0,-1 0-1 0 0,1 0 1 0 0,-1-3 0 0 0,-7-24 61 0 0,-1 1 1 0 0,-1 1 0 0 0,-1 0-1 0 0,-1 0 1 0 0,-22-33 0 0 0,-2-7-155 0 0,10 21-2880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4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0 2761 0 0,'-4'11'325'0'0,"1"-1"1"0"0,1 1 0 0 0,0-1-1 0 0,1 1 1 0 0,0 0 0 0 0,0-1-1 0 0,1 1 1 0 0,0 0 0 0 0,1 0-1 0 0,0 0 1 0 0,4 10 0 0 0,-4-13-54 0 0,1-1 0 0 0,0 1 1 0 0,0-1-1 0 0,1 1 1 0 0,0-1-1 0 0,1 0 0 0 0,-1 0 1 0 0,1 0-1 0 0,1-1 0 0 0,-1 1 1 0 0,1-1-1 0 0,0 0 0 0 0,0-1 1 0 0,1 1-1 0 0,11 8 0 0 0,-12-12-91 0 0,-1 1-1 0 0,0-1 0 0 0,1-1 1 0 0,-1 1-1 0 0,1-1 0 0 0,0 0 1 0 0,-1 0-1 0 0,1 0 0 0 0,0 0 1 0 0,0-1-1 0 0,0 0 0 0 0,-1 0 1 0 0,1 0-1 0 0,0-1 0 0 0,0 0 1 0 0,-1 0-1 0 0,1 0 0 0 0,0 0 1 0 0,-1-1-1 0 0,1 1 0 0 0,-1-1 1 0 0,1 0-1 0 0,-1-1 0 0 0,0 1 1 0 0,0-1-1 0 0,4-3 0 0 0,-4 3-114 0 0,0 0-1 0 0,-1 0 0 0 0,0 0 0 0 0,0-1 1 0 0,0 1-1 0 0,0-1 0 0 0,0 1 1 0 0,-1-1-1 0 0,0 0 0 0 0,1 0 1 0 0,-2 0-1 0 0,1-1 0 0 0,0 1 1 0 0,-1 0-1 0 0,0-1 0 0 0,0 1 0 0 0,0-1 1 0 0,0 1-1 0 0,-1-1 0 0 0,1 1 1 0 0,-1-1-1 0 0,-1 1 0 0 0,1-1 1 0 0,-1 1-1 0 0,1-1 0 0 0,-1 1 0 0 0,-3-8 1 0 0,1 5-147 0 0,1 0 0 0 0,-2 1 0 0 0,1 0 0 0 0,-1-1 0 0 0,0 1 0 0 0,0 1 0 0 0,-1-1 0 0 0,1 1 0 0 0,-1-1 1 0 0,-1 1-1 0 0,1 1 0 0 0,-1-1 0 0 0,0 1 0 0 0,0 0 0 0 0,0 0 0 0 0,0 1 0 0 0,-1-1 0 0 0,-12-3 0 0 0,0 3-5751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6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0 156 8290 0 0,'10'-2'714'0'0,"1"1"0"0"0,-1 0 0 0 0,1 1-1 0 0,-1 0 1 0 0,0 1 0 0 0,1 0 0 0 0,14 4 0 0 0,-20-4-587 0 0,-1 0-1 0 0,0 1 1 0 0,0-1-1 0 0,0 1 1 0 0,1 0-1 0 0,-2 0 1 0 0,1 0-1 0 0,0 1 1 0 0,0-1-1 0 0,-1 1 1 0 0,1 0-1 0 0,-1 0 1 0 0,0 0-1 0 0,0 0 1 0 0,0 1-1 0 0,0-1 1 0 0,-1 1-1 0 0,0 0 1 0 0,4 8 0 0 0,-16-26 3799 0 0,-17-28-2369 0 0,23 29-1778 0 0,0 0 0 0 0,1 0-1 0 0,0 0 1 0 0,0-1-1 0 0,2 1 1 0 0,0-1 0 0 0,0 1-1 0 0,2-17 1 0 0,1 3-6999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28 6849 0 0,'14'-11'609'0'0,"-7"4"-481"0"0,0 1-128 0 0,-2 2 0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2.0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6913 0 0,'0'1'99'0'0,"0"1"0"0"0,-1 0 0 0 0,1-1-1 0 0,0 1 1 0 0,0 0 0 0 0,0 0 0 0 0,0-1-1 0 0,1 1 1 0 0,-1 0 0 0 0,0-1-1 0 0,1 1 1 0 0,-1 0 0 0 0,1-1 0 0 0,0 1-1 0 0,-1 0 1 0 0,1-1 0 0 0,2 3 0 0 0,-2-3 105 0 0,0 0 1 0 0,0-1 0 0 0,0 1-1 0 0,0-1 1 0 0,0 1 0 0 0,1-1-1 0 0,-1 1 1 0 0,0-1 0 0 0,0 0-1 0 0,1 1 1 0 0,-1-1 0 0 0,0 0-1 0 0,1 0 1 0 0,-1 0 0 0 0,0 0 0 0 0,0 0-1 0 0,1 0 1 0 0,-1 0 0 0 0,0-1-1 0 0,1 1 1 0 0,-1 0 0 0 0,0-1-1 0 0,0 1 1 0 0,0-1 0 0 0,2 0-1 0 0,3-3 47 0 0,0 0 0 0 0,0 1 0 0 0,0-2 0 0 0,-1 1 0 0 0,0-1 0 0 0,1 0-1 0 0,-2 0 1 0 0,1 0 0 0 0,-1-1 0 0 0,0 1 0 0 0,0-1 0 0 0,0 0 0 0 0,3-9-1 0 0,-1 5-1696 0 0,0 0-1 0 0,1 1 0 0 0,11-14 0 0 0,-6 12-568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1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19 164 3225 0 0,'0'0'173'0'0,"-1"1"0"0"0,0-1-1 0 0,1 0 1 0 0,-1 0 0 0 0,0 0 0 0 0,1 0 0 0 0,-1 0 0 0 0,0 0 0 0 0,1 0 0 0 0,-1-1 0 0 0,0 1 0 0 0,1 0 0 0 0,-1 0 0 0 0,1 0 0 0 0,-1-1 0 0 0,0 1-1 0 0,1 0 1 0 0,-1-1 0 0 0,1 1 0 0 0,-1-1 0 0 0,1 1 0 0 0,-1 0 0 0 0,1-1 0 0 0,-1 1 0 0 0,1-1 0 0 0,-1 1 0 0 0,1-1 0 0 0,0 0 0 0 0,-1 1 0 0 0,1-1-1 0 0,0 1 1 0 0,-1-1 0 0 0,1 0 0 0 0,0 1 0 0 0,0-2 0 0 0,0 0 165 0 0,0 0-1 0 0,0-1 1 0 0,1 1-1 0 0,-1 0 0 0 0,1 0 1 0 0,-1-1-1 0 0,1 1 1 0 0,0 0-1 0 0,0 0 1 0 0,2-4-1 0 0,5-6 802 0 0,0 0-1 0 0,14-16 0 0 0,-15 20-973 0 0,-1 1 0 0 0,1 1 0 0 0,0-1 0 0 0,1 1 0 0 0,0 1 0 0 0,0-1 0 0 0,0 1 0 0 0,0 0 0 0 0,17-6 0 0 0,-21 10-111 0 0,0 0 0 0 0,0 0 1 0 0,0 0-1 0 0,0 0 1 0 0,0 1-1 0 0,0 0 1 0 0,0-1-1 0 0,0 1 1 0 0,0 1-1 0 0,0-1 1 0 0,1 1-1 0 0,-1-1 1 0 0,0 1-1 0 0,0 0 1 0 0,-1 1-1 0 0,1-1 0 0 0,0 1 1 0 0,0 0-1 0 0,-1 0 1 0 0,1 0-1 0 0,-1 0 1 0 0,1 0-1 0 0,-1 1 1 0 0,6 5-1 0 0,0 2-69 0 0,0 1 1 0 0,-1 0-1 0 0,-1 0 0 0 0,0 0 1 0 0,0 1-1 0 0,-1 0 0 0 0,0 1 1 0 0,-1-1-1 0 0,-1 1 0 0 0,4 14 1 0 0,2 21-105 0 0,7 72 0 0 0,-10-56 86 0 0,-6-59 25 0 0,2 18-1418 0 0,0-1-1 0 0,2 1 1 0 0,10 28 0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2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1 3681 0 0,'-2'5'328'0'0,"2"-2"-264"0"0,-5 11 5721 0 0,2-8-4569 0 0,-1-1-63 0 0,1 0-17 0 0,-3 0 0 0 0,3 1-1536 0 0,-2-3-304 0 0,-1 1-64 0 0,-1-4-16 0 0,-1-6 656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0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75 165 5529 0 0,'-14'-23'1281'0'0,"-14"-34"0"0"0,-4-27 7012 0 0,39 122-4197 0 0,-3 32-3068 0 0,-3-31-606 0 0,3 26-167 0 0,57 541 253 0 0,-43-500-488 0 0,14 66-922 0 0,-31-170 739 0 0,1 5-1360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1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28 224 6449 0 0,'-4'-6'424'0'0,"1"0"0"0"0,-1 0-1 0 0,1-1 1 0 0,1 1 0 0 0,-1-1 0 0 0,1 0-1 0 0,0 0 1 0 0,1 0 0 0 0,-1 0-1 0 0,1 0 1 0 0,1 0 0 0 0,0 0-1 0 0,0 0 1 0 0,0 0 0 0 0,1 0 0 0 0,-1 0-1 0 0,2 0 1 0 0,-1 0 0 0 0,3-7-1 0 0,-3 10-369 0 0,1-1 0 0 0,-1 1 0 0 0,0 0 0 0 0,1 0 0 0 0,0 0-1 0 0,0 0 1 0 0,0 0 0 0 0,1 1 0 0 0,-1-1 0 0 0,1 1 0 0 0,0-1-1 0 0,0 1 1 0 0,0 0 0 0 0,0 0 0 0 0,0 0 0 0 0,1 1 0 0 0,-1-1-1 0 0,1 1 1 0 0,0 0 0 0 0,0 0 0 0 0,0 0 0 0 0,0 0 0 0 0,0 1 0 0 0,0 0-1 0 0,0 0 1 0 0,1 0 0 0 0,-1 0 0 0 0,0 0 0 0 0,1 1 0 0 0,-1 0-1 0 0,9 0 1 0 0,-1 3 61 0 0,-1-1 0 0 0,1 1 0 0 0,-1 1-1 0 0,0 0 1 0 0,0 1 0 0 0,0 0 0 0 0,-1 0-1 0 0,1 1 1 0 0,-1 1 0 0 0,-1-1 0 0 0,1 2-1 0 0,-1-1 1 0 0,12 14 0 0 0,-13-13-68 0 0,-1 1 1 0 0,-1-1-1 0 0,1 1 1 0 0,-2 0-1 0 0,1 0 1 0 0,-1 1-1 0 0,0-1 1 0 0,-1 1-1 0 0,0 0 0 0 0,-1 0 1 0 0,0 1-1 0 0,-1-1 1 0 0,0 1-1 0 0,0 0 1 0 0,0 10-1 0 0,-3 1 191 0 0,0-1 0 0 0,-2 0 0 0 0,0 1-1 0 0,-1-1 1 0 0,-2-1 0 0 0,0 1 0 0 0,-1-1 0 0 0,-1 0 0 0 0,0 0 0 0 0,-2-1-1 0 0,0-1 1 0 0,-1 1 0 0 0,-1-2 0 0 0,-1 1 0 0 0,-1-2 0 0 0,-21 22 0 0 0,35-38-223 0 0,-1 0 0 0 0,0 1 1 0 0,0-1-1 0 0,1 0 1 0 0,-1 1-1 0 0,1-1 1 0 0,-1 1-1 0 0,0-1 1 0 0,1 1-1 0 0,-1-1 0 0 0,1 1 1 0 0,-1-1-1 0 0,1 1 1 0 0,-1 0-1 0 0,1-1 1 0 0,-1 1-1 0 0,1 0 1 0 0,0-1-1 0 0,0 1 0 0 0,-1 0 1 0 0,1 0-1 0 0,0-1 1 0 0,0 1-1 0 0,0 0 1 0 0,-1 0-1 0 0,1-1 1 0 0,0 1-1 0 0,0 0 0 0 0,0 1 1 0 0,23 3 246 0 0,-9-3-277 0 0,133 13 156 0 0,-97-12-1128 0 0,85 16 1 0 0,-74-2-1858 0 0,-2 6-3806 0 0,-38-13 4068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5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63 40 6913 0 0,'-1'-2'-49'0'0,"-24"-24"1788"0"0,24 25-1340 0 0,0 0 1 0 0,0 0-1 0 0,0 0 0 0 0,-1 0 0 0 0,1 0 0 0 0,0 0 0 0 0,-1 0 0 0 0,1 1 0 0 0,0-1 0 0 0,-1 0 0 0 0,1 1 0 0 0,-1-1 0 0 0,1 1 0 0 0,-1 0 0 0 0,0-1 0 0 0,1 1 0 0 0,-1 0 0 0 0,-2 0 0 0 0,3 1-265 0 0,1-1 1 0 0,-1 0-1 0 0,1 1 1 0 0,-1-1-1 0 0,1 1 1 0 0,-1-1-1 0 0,1 1 1 0 0,0-1-1 0 0,-1 1 1 0 0,1 0-1 0 0,0-1 1 0 0,-1 1-1 0 0,1-1 1 0 0,0 1-1 0 0,0 0 1 0 0,0-1-1 0 0,-1 1 1 0 0,1 0-1 0 0,0-1 1 0 0,0 1-1 0 0,0 0 1 0 0,0-1-1 0 0,0 2 1 0 0,1 22 776 0 0,-1-17-591 0 0,-1 119 997 0 0,2 129-892 0 0,1-216-663 0 0,1-1 0 0 0,14 62 1 0 0,6-27-3711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8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17 188 6913 0 0,'-4'-11'138'0'0,"2"3"-17"0"0,-1 0 0 0 0,1 0 1 0 0,0-1-1 0 0,-1-13 1 0 0,3 20 114 0 0,0 0-1 0 0,0 0 1 0 0,0 0 0 0 0,0 0 0 0 0,0 0 0 0 0,0 0 0 0 0,0 0 0 0 0,1 0 0 0 0,-1 1 0 0 0,1-1 0 0 0,-1 0-1 0 0,1 0 1 0 0,0 0 0 0 0,-1 0 0 0 0,1 1 0 0 0,0-1 0 0 0,0 0 0 0 0,1 1 0 0 0,-1-1 0 0 0,0 1 0 0 0,0-1 0 0 0,1 1-1 0 0,-1 0 1 0 0,3-3 0 0 0,-1 4 44 0 0,-1 0-1 0 0,0-1 1 0 0,0 1 0 0 0,1 0-1 0 0,-1 0 1 0 0,0 0 0 0 0,0 1-1 0 0,1-1 1 0 0,-1 0-1 0 0,0 1 1 0 0,0 0 0 0 0,0-1-1 0 0,0 1 1 0 0,0 0 0 0 0,0 0-1 0 0,0 0 1 0 0,0 0-1 0 0,0 0 1 0 0,0 1 0 0 0,0-1-1 0 0,1 2 1 0 0,24 20 284 0 0,-1 1 1 0 0,40 48-1 0 0,-46-48-513 0 0,2 0 1 0 0,1-1-1 0 0,34 26 0 0 0,-56-48-23 0 0,1 0 1 0 0,-1 0-1 0 0,1 1 1 0 0,0-1 0 0 0,0 0-1 0 0,-1-1 1 0 0,1 1 0 0 0,0 0-1 0 0,0 0 1 0 0,0-1-1 0 0,0 1 1 0 0,0-1 0 0 0,0 1-1 0 0,0-1 1 0 0,0 0-1 0 0,0 0 1 0 0,0 0 0 0 0,0 0-1 0 0,2-1 1 0 0,-3 0-5 0 0,1 1 0 0 0,-1-1 1 0 0,0 0-1 0 0,0 0 0 0 0,0 0 0 0 0,0 0 0 0 0,0 0 0 0 0,0 0 1 0 0,0 0-1 0 0,0-1 0 0 0,0 1 0 0 0,-1 0 0 0 0,1 0 1 0 0,0-1-1 0 0,-1 1 0 0 0,1 0 0 0 0,-1-1 0 0 0,0 1 1 0 0,1-1-1 0 0,-1 1 0 0 0,0-1 0 0 0,0 1 0 0 0,0 0 1 0 0,0-1-1 0 0,0 1 0 0 0,0-3 0 0 0,-6-91 329 0 0,3 74-825 0 0,1 0 1 0 0,0 0-1 0 0,2-1 0 0 0,1 1 1 0 0,1 0-1 0 0,8-39 1 0 0,-3 38-6752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1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77 4145 0 0,'0'0'191'0'0,"-1"29"4210"0"0,2-11-3724 0 0,2 1 1 0 0,0-1 0 0 0,1 1 0 0 0,1-1 0 0 0,8 19 0 0 0,-10-28-384 0 0,1-1 0 0 0,0 1 0 0 0,1-1 0 0 0,0 0 0 0 0,0 0 0 0 0,1 0 0 0 0,-1-1 0 0 0,2 1 0 0 0,-1-1 0 0 0,1-1-1 0 0,14 12 1 0 0,-19-17-225 0 0,-1-1-1 0 0,0 1 0 0 0,1 0 0 0 0,-1 0 1 0 0,0-1-1 0 0,1 1 0 0 0,-1 0 0 0 0,1-1 0 0 0,-1 0 1 0 0,1 1-1 0 0,-1-1 0 0 0,1 0 0 0 0,-1 0 0 0 0,1 1 1 0 0,0-1-1 0 0,-1-1 0 0 0,1 1 0 0 0,-1 0 0 0 0,1 0 1 0 0,-1 0-1 0 0,1-1 0 0 0,-1 1 0 0 0,1-1 0 0 0,-1 1 1 0 0,2-2-1 0 0,0 0 17 0 0,-1 0 0 0 0,1 0 0 0 0,-1-1 0 0 0,0 1 0 0 0,0-1 0 0 0,0 1 0 0 0,0-1 0 0 0,0 1 0 0 0,0-1 0 0 0,-1 0 0 0 0,3-5 0 0 0,-1-2 29 0 0,1-1 0 0 0,-1 1 1 0 0,-1-1-1 0 0,0 1 0 0 0,-1-1 0 0 0,1-17 0 0 0,-3 10-176 0 0,-1-1-1 0 0,-1 0 1 0 0,-1 1-1 0 0,0-1 1 0 0,-2 1-1 0 0,0 1 0 0 0,-1-1 1 0 0,-1 1-1 0 0,-12-21 1 0 0,6 23-2395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4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1 126 10594 0 0,'11'13'199'0'0,"0"-1"0"0"0,1-1 0 0 0,1 0 0 0 0,0 0 0 0 0,1-1 0 0 0,23 12 0 0 0,-28-16 335 0 0,14 8 13 0 0,16 11 643 0 0,-16-6 3195 0 0,-28-25-3967 0 0,0-1 0 0 0,-1 0 0 0 0,2-1 0 0 0,-1 1 1 0 0,1-1-1 0 0,1 0 0 0 0,-1 0 0 0 0,1 0 1 0 0,1 0-1 0 0,-1 0 0 0 0,1-1 0 0 0,1 1 0 0 0,-2-16 1 0 0,3 13-732 0 0,0-1 0 0 0,0 1 1 0 0,1 0-1 0 0,3-16 1 0 0,-2 18-586 0 0,0 1 1 0 0,1 1 0 0 0,-1-1 0 0 0,2 0 0 0 0,-1 1-1 0 0,7-10 1 0 0,4-3-6267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8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36 8754 0 0,'-4'-1'6107'0'0,"24"-19"-4810"0"0,-17 18-1586 0 0,0 0 0 0 0,0 0 1 0 0,0 1-1 0 0,1-1 0 0 0,-1 1 0 0 0,0 0 0 0 0,1 0 1 0 0,-1 0-1 0 0,1 0 0 0 0,0 1 0 0 0,-1-1 0 0 0,1 1 1 0 0,-1 0-1 0 0,1 0 0 0 0,4 1 0 0 0,5 1-1086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3.0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56 7370 0 0,'-1'0'33'0'0,"1"0"0"0"0,0 0 0 0 0,0 0 0 0 0,-1 1 0 0 0,1-1 0 0 0,0 0 0 0 0,0 0 0 0 0,0 0 0 0 0,-1 1 0 0 0,1-1 0 0 0,0 0 0 0 0,0 0 0 0 0,0 1 0 0 0,0-1 0 0 0,0 0 0 0 0,-1 0 0 0 0,1 1 0 0 0,0-1 0 0 0,0 0 0 0 0,0 0 0 0 0,0 1 0 0 0,0-1 0 0 0,0 0 0 0 0,0 0 0 0 0,0 1 0 0 0,0-1 0 0 0,0 0 0 0 0,0 1 0 0 0,0-1 0 0 0,0 0 0 0 0,0 0 0 0 0,0 1 0 0 0,1-1 0 0 0,-1 0 0 0 0,0 0 0 0 0,0 1 0 0 0,0-1 0 0 0,0 0 0 0 0,0 0 0 0 0,1 1 1 0 0,-1-1-1 0 0,0 0 0 0 0,0 0 0 0 0,0 0 0 0 0,0 1 0 0 0,1-1 0 0 0,15-5 2274 0 0,-13 4-2198 0 0,46-23 1079 0 0,15-6-4624 0 0,-43 23 3044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11 124 3681 0 0,'-5'-62'4081'0'0,"0"0"3619"0"0,14 121-2536 0 0,-1 5-3734 0 0,13 76-1271 0 0,146 560 159 0 0,-164-688-455 0 0,-2-8-70 0 0,0 1 0 0 0,1-1 0 0 0,-1 0 0 0 0,1 1 0 0 0,0-1-1 0 0,0 0 1 0 0,0 0 0 0 0,5 7 0 0 0,-1-41-6557 0 0,-7 13 6711 0 0,-2 0 53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30 156 5065 0 0,'-4'-5'618'0'0,"0"-1"-1"0"0,1 0 1 0 0,-1 1 0 0 0,1-1-1 0 0,0 0 1 0 0,1-1-1 0 0,-4-8 1 0 0,6 13-347 0 0,0-1 0 0 0,-1 1 0 0 0,1-1 0 0 0,0 0 1 0 0,1 1-1 0 0,-1-1 0 0 0,0 1 0 0 0,1 0 0 0 0,-1-1 0 0 0,1 1 0 0 0,0-1 0 0 0,0 1 1 0 0,0 0-1 0 0,0-1 0 0 0,0 1 0 0 0,0 0 0 0 0,1 0 0 0 0,-1 0 0 0 0,1 0 0 0 0,0 0 1 0 0,-1 0-1 0 0,1 0 0 0 0,2-1 0 0 0,2-2-78 0 0,-1 1 0 0 0,0 0 0 0 0,1 0 1 0 0,0 0-1 0 0,0 0 0 0 0,0 1 0 0 0,0 0 0 0 0,1 1 0 0 0,-1-1 1 0 0,1 1-1 0 0,0 1 0 0 0,-1-1 0 0 0,1 1 0 0 0,8-1 0 0 0,-9 2-122 0 0,-1 1 0 0 0,0-1 0 0 0,1 1 0 0 0,-1-1 0 0 0,1 2 0 0 0,-1-1 0 0 0,0 0 0 0 0,0 1 0 0 0,0 0 0 0 0,0 1 0 0 0,0-1 0 0 0,0 1 0 0 0,0 0 0 0 0,-1 0 0 0 0,1 0 0 0 0,-1 0 0 0 0,0 1 0 0 0,5 5 0 0 0,-2-1-69 0 0,-1 1 1 0 0,1-1-1 0 0,-1 1 0 0 0,-1 1 0 0 0,1-1 1 0 0,-2 1-1 0 0,1 0 0 0 0,-1 0 0 0 0,-1 0 0 0 0,4 17 1 0 0,-5-11-100 0 0,0 1 1 0 0,-1-1-1 0 0,0 1 0 0 0,-1-1 1 0 0,-1 1-1 0 0,-4 19 1 0 0,-7 15 181 0 0,-2-1 1 0 0,-2 0-1 0 0,-29 62 0 0 0,38-95 185 0 0,-1 0 466 0 0,-20 31 0 0 0,-5 11 81 0 0,33-58-816 0 0,-1 0 0 0 0,1-1 0 0 0,0 1 0 0 0,-1-1 0 0 0,1 1 0 0 0,0 0 1 0 0,0-1-1 0 0,0 1 0 0 0,0 0 0 0 0,0 0 0 0 0,0-1 0 0 0,0 1 1 0 0,0 0-1 0 0,0-1 0 0 0,0 1 0 0 0,0 0 0 0 0,0-1 0 0 0,0 1 0 0 0,0 0 1 0 0,1-1-1 0 0,-1 1 0 0 0,0 0 0 0 0,1-1 0 0 0,-1 1 0 0 0,0-1 0 0 0,1 1 1 0 0,-1-1-1 0 0,1 2 0 0 0,1-1 3 0 0,-1 0 0 0 0,1 0 0 0 0,-1 0 0 0 0,1-1 0 0 0,0 1 0 0 0,-1 0 0 0 0,1-1-1 0 0,0 1 1 0 0,-1-1 0 0 0,1 1 0 0 0,2-1 0 0 0,3 1 8 0 0,1-1 1 0 0,0 0-1 0 0,-1 0 0 0 0,11-2 0 0 0,30-9-756 0 0,1-2 0 0 0,-2-3 0 0 0,56-25 1 0 0,-70 26-6556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0 169 5065 0 0,'2'-3'609'0'0,"0"0"-1"0"0,1 1 1 0 0,-1-1-1 0 0,0 1 1 0 0,1 0-1 0 0,0-1 1 0 0,-1 1 0 0 0,1 0-1 0 0,0 0 1 0 0,0 1-1 0 0,5-3 1 0 0,-1 0 327 0 0,100-60 7056 0 0,-81 51-7721 0 0,0 1 1 0 0,1 1-1 0 0,0 1 0 0 0,42-9 1 0 0,-17 13-1478 0 0,-31 7-5188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0 4609 0 0,'-3'2'232'0'0,"0"0"-1"0"0,0 0 1 0 0,0 1-1 0 0,0-1 1 0 0,0 1-1 0 0,1 0 1 0 0,-1 0-1 0 0,1 0 1 0 0,0 0-1 0 0,0 0 1 0 0,0 0 0 0 0,0 0-1 0 0,0 1 1 0 0,1-1-1 0 0,-1 1 1 0 0,1-1-1 0 0,0 1 1 0 0,0 0-1 0 0,0 0 1 0 0,1-1 0 0 0,-1 1-1 0 0,1 0 1 0 0,0 5-1 0 0,0 32 2735 0 0,1 0 1 0 0,12 71-1 0 0,-1-7-1068 0 0,-8-49-1570 0 0,0 11-587 0 0,2 0-1 0 0,3 0 1 0 0,27 95 0 0 0,-27-133-7016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 8290 0 0,'4'-7'-177'0'0,"19"-24"8542"0"0,-23 30-8235 0 0,1 1 0 0 0,-1 0 0 0 0,0 0 0 0 0,1 0 0 0 0,-1 0 0 0 0,0 0 0 0 0,1 0 0 0 0,-1 0 0 0 0,0 0 0 0 0,1 0 0 0 0,-1 0 0 0 0,0 0 0 0 0,1 0 0 0 0,-1 0 0 0 0,0 0 0 0 0,1 0 0 0 0,-1 0 0 0 0,5 17 1471 0 0,0 70 171 0 0,-4-34-1418 0 0,12 72 1 0 0,-9-109-374 0 0,-1 1 0 0 0,2 0 1 0 0,0-1-1 0 0,1 0 0 0 0,1 0 1 0 0,1 0-1 0 0,0-1 0 0 0,13 19 1 0 0,-20-33 6 0 0,-1 1 1 0 0,1-1-1 0 0,0 0 1 0 0,0-1-1 0 0,-1 1 1 0 0,1 0 0 0 0,0 0-1 0 0,0 0 1 0 0,0 0-1 0 0,0-1 1 0 0,0 1 0 0 0,0 0-1 0 0,0-1 1 0 0,0 1-1 0 0,0-1 1 0 0,0 1-1 0 0,0-1 1 0 0,0 1 0 0 0,1-1-1 0 0,-1 0 1 0 0,0 1-1 0 0,0-1 1 0 0,0 0 0 0 0,2 0-1 0 0,-1-1-24 0 0,-1 1-1 0 0,1-1 1 0 0,-1 0-1 0 0,1 1 1 0 0,-1-1-1 0 0,1 0 1 0 0,-1 0-1 0 0,0 0 1 0 0,1 0 0 0 0,-1 0-1 0 0,0-1 1 0 0,0 1-1 0 0,0 0 1 0 0,0 0-1 0 0,1-3 1 0 0,5-8-234 0 0,-1 0-1 0 0,0 0 1 0 0,6-21 0 0 0,-7 21 196 0 0,8-29 223 0 0,-10 31-67 0 0,-1 1 0 0 0,2-1 0 0 0,-1 1 0 0 0,1 0 0 0 0,0 0 0 0 0,1 0 0 0 0,0 0 0 0 0,1 1 0 0 0,12-15 0 0 0,-17 22-64 0 0,1-1 1 0 0,-1 1 0 0 0,1 0-1 0 0,0 0 1 0 0,0 0 0 0 0,0 0 0 0 0,0 0-1 0 0,0 1 1 0 0,0-1 0 0 0,0 1-1 0 0,0-1 1 0 0,0 1 0 0 0,0 0-1 0 0,0-1 1 0 0,0 1 0 0 0,0 0 0 0 0,0 0-1 0 0,0 1 1 0 0,0-1 0 0 0,0 0-1 0 0,0 1 1 0 0,0-1 0 0 0,0 1-1 0 0,0 0 1 0 0,0-1 0 0 0,0 1 0 0 0,0 0-1 0 0,0 0 1 0 0,-1 0 0 0 0,3 3-1 0 0,7 3 164 0 0,-1 2 0 0 0,0 0 0 0 0,16 18 0 0 0,-7-7-65 0 0,-15-16-341 0 0,0 0 0 0 0,0-1 0 0 0,1 1-1 0 0,-1-1 1 0 0,1 0 0 0 0,-1 0 0 0 0,1 0 0 0 0,0-1 0 0 0,0 1 0 0 0,0-1 0 0 0,1-1-1 0 0,-1 1 1 0 0,0-1 0 0 0,1 1 0 0 0,-1-2 0 0 0,1 1 0 0 0,6 0 0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7370 0 0,'11'29'8332'0'0,"-10"-28"-8090"0"0,-1-1 1 0 0,1 0-1 0 0,0 0 0 0 0,-1 1 1 0 0,1-1-1 0 0,-1 0 0 0 0,1 0 1 0 0,0 0-1 0 0,17-4 1633 0 0,3-6-8035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7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65 920 0 0,'-1'2'473'0'0,"0"-1"1"0"0,0 1-1 0 0,0 0 0 0 0,0-1 1 0 0,1 1-1 0 0,-1 0 0 0 0,0 0 0 0 0,1 0 1 0 0,-1-1-1 0 0,1 1 0 0 0,0 0 1 0 0,-1 0-1 0 0,1 0 0 0 0,0 0 0 0 0,7 9 4156 0 0,-7-11-4495 0 0,15-9 1563 0 0,20-26-934 0 0,10-8-3797 0 0,-27 28 1740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6.4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110 344 5985 0 0,'-6'-3'719'0'0,"0"0"-1"0"0,0 0 1 0 0,0 0-1 0 0,1-1 1 0 0,-1 0-1 0 0,1 0 1 0 0,-1 0-1 0 0,1-1 1 0 0,-4-5 0 0 0,3 4-346 0 0,1 1 1 0 0,1-1 0 0 0,-1 0 0 0 0,1-1 0 0 0,0 1-1 0 0,1 0 1 0 0,0-1 0 0 0,0 0 0 0 0,0 0 0 0 0,0 0-1 0 0,1 0 1 0 0,1 0 0 0 0,-3-13 0 0 0,5 13-211 0 0,0 1 0 0 0,1-1-1 0 0,0 1 1 0 0,0-1 0 0 0,0 1 0 0 0,1 0 0 0 0,-1 0 0 0 0,1 0-1 0 0,1 0 1 0 0,-1 1 0 0 0,1-1 0 0 0,0 1 0 0 0,1 0 0 0 0,-1 0-1 0 0,6-5 1 0 0,6-5-7 0 0,1 0 0 0 0,1 1 0 0 0,22-14 0 0 0,-34 24-141 0 0,-1 1 0 0 0,0 0 1 0 0,1 0-1 0 0,0 1 1 0 0,-1-1-1 0 0,1 1 1 0 0,0 0-1 0 0,0 1 1 0 0,11-2-1 0 0,-15 3-14 0 0,0 0-1 0 0,0 0 1 0 0,1 1-1 0 0,-1-1 1 0 0,0 1-1 0 0,0-1 1 0 0,0 1 0 0 0,0 0-1 0 0,0 0 1 0 0,0-1-1 0 0,0 2 1 0 0,0-1-1 0 0,-1 0 1 0 0,1 0 0 0 0,0 0-1 0 0,0 1 1 0 0,-1-1-1 0 0,1 1 1 0 0,-1-1-1 0 0,0 1 1 0 0,1 0-1 0 0,-1 0 1 0 0,0 0 0 0 0,0-1-1 0 0,0 1 1 0 0,0 0-1 0 0,0 0 1 0 0,-1 0-1 0 0,1 0 1 0 0,0 5 0 0 0,4 11-101 0 0,-1 0 0 0 0,-1 1 1 0 0,0-1-1 0 0,-1 35 0 0 0,-10 78-748 0 0,3-87 507 0 0,3 0 0 0 0,2 45 0 0 0,1-75 342 0 0,1 0 0 0 0,0 0 0 0 0,1-1 0 0 0,1 1-1 0 0,0-1 1 0 0,1 0 0 0 0,0 1 0 0 0,1-2 0 0 0,0 1-1 0 0,12 17 1 0 0,-15-27-9 0 0,-1 1-1 0 0,1-1 1 0 0,0 0-1 0 0,0 0 1 0 0,0 0-1 0 0,0 0 1 0 0,1 0-1 0 0,-1-1 0 0 0,1 1 1 0 0,-1-1-1 0 0,1 0 1 0 0,6 2-1 0 0,-8-3 29 0 0,1-1 0 0 0,-1 1-1 0 0,0-1 1 0 0,0 0 0 0 0,0 0 0 0 0,1 1-1 0 0,-1-2 1 0 0,0 1 0 0 0,0 0-1 0 0,1 0 1 0 0,-1-1 0 0 0,0 1-1 0 0,0-1 1 0 0,0 0 0 0 0,0 0 0 0 0,0 1-1 0 0,0-1 1 0 0,0 0 0 0 0,0-1-1 0 0,0 1 1 0 0,0 0 0 0 0,-1-1-1 0 0,1 1 1 0 0,0-1 0 0 0,2-2 0 0 0,-1 0 114 0 0,0 0 0 0 0,0 0 0 0 0,0 0 0 0 0,-1 0 0 0 0,1 0 1 0 0,-1 0-1 0 0,0-1 0 0 0,0 1 0 0 0,0-1 0 0 0,-1 1 0 0 0,0-1 1 0 0,0 0-1 0 0,0 0 0 0 0,0 0 0 0 0,0-9 0 0 0,-2 7-44 0 0,0-1 1 0 0,0 0-1 0 0,-1 0 0 0 0,0 0 0 0 0,0 1 1 0 0,0-1-1 0 0,-1 1 0 0 0,0 0 0 0 0,-5-8 1 0 0,-1 1-47 0 0,0 0 1 0 0,-1 1 0 0 0,0 0 0 0 0,-1 1 0 0 0,0 0 0 0 0,-1 1 0 0 0,0 0 0 0 0,-1 1 0 0 0,-14-9 0 0 0,1 5-92 0 0,0 0 0 0 0,-32-10 0 0 0,10 6-6403 0 0,19 9-749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7.9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77 212 5985 0 0,'-8'-14'107'0'0,"6"10"558"0"0,1 1 0 0 0,-1-1-1 0 0,0 1 1 0 0,-1 0 0 0 0,1 0 0 0 0,0 0-1 0 0,-1 0 1 0 0,0 0 0 0 0,0 0-1 0 0,0 1 1 0 0,0 0 0 0 0,0-1-1 0 0,-5-2 1 0 0,7 5-573 0 0,1 0 0 0 0,-1 0 1 0 0,0 0-1 0 0,1 0 0 0 0,-1 1 0 0 0,0-1 0 0 0,1 0 1 0 0,-1 0-1 0 0,0 0 0 0 0,0 0 0 0 0,1 1 0 0 0,-1-1 0 0 0,1 0 1 0 0,-1 1-1 0 0,0-1 0 0 0,1 1 0 0 0,-1-1 0 0 0,1 0 1 0 0,-1 1-1 0 0,1-1 0 0 0,-1 1 0 0 0,1-1 0 0 0,-1 1 1 0 0,1 0-1 0 0,-1-1 0 0 0,1 1 0 0 0,0-1 0 0 0,-1 1 1 0 0,1 0-1 0 0,0-1 0 0 0,0 1 0 0 0,0 0 0 0 0,-1-1 1 0 0,1 1-1 0 0,0 0 0 0 0,0 0 0 0 0,-5 28 852 0 0,5-28-911 0 0,-4 54 504 0 0,2 0 1 0 0,3 0 0 0 0,13 97 0 0 0,-10-134-535 0 0,0 0 1 0 0,0 0 0 0 0,2 0-1 0 0,0 0 1 0 0,13 23-1 0 0,-16-35-3 0 0,0 1 0 0 0,1-1 0 0 0,0 0 0 0 0,0-1 0 0 0,1 1 0 0 0,0-1 0 0 0,0 0 0 0 0,0 0 0 0 0,0 0-1 0 0,1 0 1 0 0,0-1 0 0 0,0 0 0 0 0,0-1 0 0 0,0 1 0 0 0,0-1 0 0 0,1 0 0 0 0,7 2 0 0 0,-12-5 8 0 0,1 1 1 0 0,-1 0 0 0 0,1-1 0 0 0,0 0-1 0 0,-1 1 1 0 0,1-1 0 0 0,0 0 0 0 0,0 0-1 0 0,-1-1 1 0 0,1 1 0 0 0,0-1-1 0 0,-1 1 1 0 0,1-1 0 0 0,-1 0 0 0 0,1 0-1 0 0,-1 0 1 0 0,1 0 0 0 0,-1 0 0 0 0,1-1-1 0 0,-1 1 1 0 0,0-1 0 0 0,0 0-1 0 0,0 1 1 0 0,0-1 0 0 0,0 0 0 0 0,0 0-1 0 0,0 0 1 0 0,-1 0 0 0 0,1-1 0 0 0,-1 1-1 0 0,0 0 1 0 0,1-1 0 0 0,-1 1 0 0 0,0-1-1 0 0,0 1 1 0 0,0-5 0 0 0,2-2 29 0 0,-1-1 0 0 0,0 1-1 0 0,0-1 1 0 0,-1 0 0 0 0,0 0 0 0 0,-1 0 0 0 0,0 0 0 0 0,-3-17 0 0 0,-7-11 7 0 0,-1 0 0 0 0,-1 1 0 0 0,-3 0 0 0 0,-1 1 0 0 0,-28-48 0 0 0,37 71-43 0 0,5 9-2 0 0,-1 0 0 0 0,1 0 0 0 0,0 0 0 0 0,1-1 0 0 0,-1 1 0 0 0,1-1 0 0 0,0 1 0 0 0,0-1 0 0 0,0 0 0 0 0,1 1 0 0 0,-1-1 0 0 0,1 0 0 0 0,0 1 0 0 0,1-1 0 0 0,-1 0 0 0 0,1 1 0 0 0,0-1 0 0 0,0 0 0 0 0,0 1 0 0 0,1-1 0 0 0,0 1 0 0 0,0 0 0 0 0,0-1 0 0 0,0 1 0 0 0,0 0 0 0 0,1 0 0 0 0,0 1 0 0 0,0-1 0 0 0,0 0 0 0 0,0 1 0 0 0,1 0 0 0 0,-1 0 0 0 0,1 0 0 0 0,0 0 0 0 0,0 0 0 0 0,0 1 0 0 0,0 0 0 0 0,7-3 0 0 0,5-3-18 0 0,1 1 0 0 0,0 1 0 0 0,1 1 0 0 0,-1 0 0 0 0,1 2 0 0 0,0 0 0 0 0,0 0 0 0 0,27 1 0 0 0,-39 2 9 0 0,0 0 0 0 0,0 1 1 0 0,0-1-1 0 0,-1 1 0 0 0,1 0 0 0 0,0 1 1 0 0,0-1-1 0 0,-1 1 0 0 0,1 0 1 0 0,-1 1-1 0 0,0-1 0 0 0,0 1 0 0 0,0 0 1 0 0,0 0-1 0 0,0 1 0 0 0,0 0 0 0 0,-1-1 1 0 0,0 1-1 0 0,1 1 0 0 0,-2-1 0 0 0,1 1 1 0 0,0-1-1 0 0,-1 1 0 0 0,0 0 0 0 0,0 1 1 0 0,-1-1-1 0 0,1 0 0 0 0,-1 1 1 0 0,3 10-1 0 0,-1 7-250 0 0,-1 0 0 0 0,-1 1 1 0 0,-2-1-1 0 0,0 0 0 0 0,-4 35 1 0 0,1-34 82 0 0,1 0-1 0 0,2 0 1 0 0,1 1 0 0 0,6 46 0 0 0,-6-65 173 0 0,1 0 0 0 0,0-1 0 0 0,0 1-1 0 0,0 0 1 0 0,0-1 0 0 0,1 1 0 0 0,0-1-1 0 0,0 0 1 0 0,0 0 0 0 0,1 0 0 0 0,0-1 0 0 0,0 1-1 0 0,0-1 1 0 0,0 0 0 0 0,9 6 0 0 0,-10-7 39 0 0,1-1 0 0 0,0 0 0 0 0,0-1 0 0 0,1 1 0 0 0,-1-1 1 0 0,0 0-1 0 0,0 0 0 0 0,1 0 0 0 0,-1 0 0 0 0,1-1 1 0 0,-1 0-1 0 0,1 0 0 0 0,-1 0 0 0 0,0 0 0 0 0,1-1 0 0 0,-1 0 1 0 0,0 0-1 0 0,1 0 0 0 0,-1 0 0 0 0,0-1 0 0 0,7-3 0 0 0,-4 3 2 0 0,-1-2 0 0 0,1 1 0 0 0,-1-1 0 0 0,0 0-1 0 0,0 0 1 0 0,-1-1 0 0 0,1 0 0 0 0,-1 0-1 0 0,0 0 1 0 0,0 0 0 0 0,-1-1 0 0 0,1 0-1 0 0,6-12 1 0 0,-7 9 62 0 0,-1 0 0 0 0,0 0 1 0 0,0 0-1 0 0,-1 0 0 0 0,0 0 0 0 0,0-1 0 0 0,-1 1 0 0 0,-1-1 0 0 0,0-13 0 0 0,-4-13 200 0 0,-1 1-1 0 0,-3 0 1 0 0,0 0-1 0 0,-20-50 1 0 0,24 75-295 0 0,-2-7-15 0 0,0 1 1 0 0,-2 0-1 0 0,1 0 0 0 0,-2 1 1 0 0,0 0-1 0 0,-17-20 0 0 0,19 26-211 0 0,-1 1-1 0 0,-1 0 1 0 0,1 0-1 0 0,-1 1 1 0 0,-1 0-1 0 0,1 0 1 0 0,-1 1-1 0 0,0 0 1 0 0,-1 1-1 0 0,-18-7 1 0 0,11 6-7461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8.6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0 403 2304 0 0,'13'3'1366'0'0,"-1"1"0"0"0,0 0-1 0 0,0 1 1 0 0,0 0-1 0 0,-1 0 1 0 0,0 1 0 0 0,0 1-1 0 0,0 0 1 0 0,-1 1-1 0 0,0 0 1 0 0,-1 0-1 0 0,11 11 1 0 0,15 29 1539 0 0,-10 7-3369 0 0,-23-48 498 0 0,1-1-1 0 0,0 0 1 0 0,0 1 0 0 0,1-1 0 0 0,0-1-1 0 0,0 1 1 0 0,5 6 0 0 0,-8-11-27 0 0,0 1 0 0 0,0-1 0 0 0,1 0 0 0 0,-1 0 1 0 0,0 1-1 0 0,0-1 0 0 0,1 0 0 0 0,-1 0 1 0 0,1 0-1 0 0,-1-1 0 0 0,1 1 0 0 0,-1 0 1 0 0,1 0-1 0 0,-1-1 0 0 0,1 1 0 0 0,0-1 1 0 0,-1 1-1 0 0,1-1 0 0 0,0 0 0 0 0,-1 0 1 0 0,1 0-1 0 0,0 0 0 0 0,0 0 0 0 0,-1 0 1 0 0,1 0-1 0 0,0-1 0 0 0,-1 1 0 0 0,1 0 0 0 0,0-1 1 0 0,-1 0-1 0 0,1 1 0 0 0,0-1 0 0 0,-1 0 1 0 0,3-1-1 0 0,-3 1-5 0 0,1-1 0 0 0,-1 1 0 0 0,0 0 1 0 0,0 0-1 0 0,0-1 0 0 0,0 1 0 0 0,0-1 0 0 0,0 1 1 0 0,0-1-1 0 0,0 1 0 0 0,-1-1 0 0 0,1 0 0 0 0,-1 1 0 0 0,1-1 1 0 0,-1 0-1 0 0,0 0 0 0 0,1 1 0 0 0,-1-1 0 0 0,0 0 1 0 0,0 1-1 0 0,0-1 0 0 0,0 0 0 0 0,-1 0 0 0 0,1 1 0 0 0,0-1 1 0 0,-1 0-1 0 0,1 0 0 0 0,-1 1 0 0 0,0-1 0 0 0,-1-1 1 0 0,1 0 0 0 0,1 1 0 0 0,-1-1 0 0 0,0 1 0 0 0,1-1 0 0 0,-1 0 0 0 0,1 1 0 0 0,0-1 0 0 0,0 1 0 0 0,0-1 0 0 0,0 0 0 0 0,1-4 0 0 0,10-16 71 0 0,-9 19-56 0 0,0 1-1 0 0,0-1 1 0 0,-1 0 0 0 0,1-1 0 0 0,-1 1-1 0 0,0 0 1 0 0,1-5 0 0 0,10-133-33 0 0,2-17 89 0 0,-10 131 92 0 0,2-1 0 0 0,0 1 0 0 0,17-41 0 0 0,-21 65-163 0 0,-1 0 1 0 0,1 1-1 0 0,1-1 1 0 0,-1 1-1 0 0,0 0 1 0 0,1-1-1 0 0,0 1 0 0 0,0 0 1 0 0,0 1-1 0 0,0-1 1 0 0,0 1-1 0 0,0-1 1 0 0,1 1-1 0 0,-1 0 1 0 0,1 0-1 0 0,0 0 1 0 0,0 1-1 0 0,-1-1 0 0 0,1 1 1 0 0,0 0-1 0 0,0 0 1 0 0,0 0-1 0 0,0 0 1 0 0,1 1-1 0 0,-1 0 1 0 0,0 0-1 0 0,6 1 0 0 0,-5-1 1 0 0,0 0-1 0 0,0 1 0 0 0,0 0 1 0 0,0 0-1 0 0,0 0 0 0 0,0 1 1 0 0,-1 0-1 0 0,1 0 0 0 0,0 0 1 0 0,-1 0-1 0 0,0 1 1 0 0,1 0-1 0 0,-1 0 0 0 0,0 0 1 0 0,-1 0-1 0 0,1 0 0 0 0,0 1 1 0 0,-1 0-1 0 0,0 0 0 0 0,0 0 1 0 0,0 0-1 0 0,3 5 0 0 0,1 12-15 0 0,0 0-1 0 0,-1 1 0 0 0,6 43 1 0 0,-7-37-22 0 0,13 47 0 0 0,-15-66 31 0 0,0-1-1 0 0,0 1 1 0 0,1-1 0 0 0,1 0-1 0 0,-1 0 1 0 0,1-1-1 0 0,1 1 1 0 0,-1-1 0 0 0,11 10-1 0 0,-13-15 9 0 0,-1 0 0 0 0,1 1 0 0 0,0-1 0 0 0,0 0 1 0 0,0 0-1 0 0,1-1 0 0 0,-1 1 0 0 0,0-1 0 0 0,1 1 0 0 0,-1-1 0 0 0,1 0 0 0 0,-1 0 0 0 0,1-1 0 0 0,0 1 0 0 0,-1-1 1 0 0,1 0-1 0 0,-1 0 0 0 0,1 0 0 0 0,0 0 0 0 0,-1-1 0 0 0,1 1 0 0 0,0-1 0 0 0,-1 0 0 0 0,1 0 0 0 0,-1 0 0 0 0,0-1 0 0 0,1 1 1 0 0,-1-1-1 0 0,0 0 0 0 0,6-3 0 0 0,8-7 36 0 0,-1-1 0 0 0,-1-1 0 0 0,0 0 0 0 0,18-21 0 0 0,-12 13-30 0 0,18-18-999 0 0,2 1 0 0 0,2 3 0 0 0,53-35 0 0 0,-52 41-6476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4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36 112 5529 0 0,'-8'-44'930'0'0,"6"35"217"0"0,1-1-1 0 0,-2 0 0 0 0,1 1 0 0 0,-8-18 1 0 0,10 27-1106 0 0,0 0 1 0 0,0 0-1 0 0,0 0 0 0 0,0 0 1 0 0,0-1-1 0 0,0 1 1 0 0,0 0-1 0 0,0 0 1 0 0,0 0-1 0 0,0 0 1 0 0,-1 0-1 0 0,1-1 1 0 0,0 1-1 0 0,0 0 1 0 0,0 0-1 0 0,0 0 1 0 0,0 0-1 0 0,0 0 0 0 0,-1 0 1 0 0,1 0-1 0 0,0-1 1 0 0,0 1-1 0 0,0 0 1 0 0,0 0-1 0 0,0 0 1 0 0,-1 0-1 0 0,1 0 1 0 0,0 0-1 0 0,0 0 1 0 0,0 0-1 0 0,0 0 1 0 0,-1 0-1 0 0,1 0 1 0 0,0 0-1 0 0,0 0 0 0 0,0 0 1 0 0,0 0-1 0 0,-1 0 1 0 0,1 0-1 0 0,0 0 1 0 0,0 0-1 0 0,0 0 1 0 0,0 1-1 0 0,-1-1 1 0 0,1 0-1 0 0,0 0 1 0 0,0 0-1 0 0,0 0 1 0 0,0 0-1 0 0,0 0 0 0 0,0 0 1 0 0,-1 0-1 0 0,1 1 1 0 0,0-1-1 0 0,0 0 1 0 0,0 0-1 0 0,0 0 1 0 0,0 0-1 0 0,0 1 1 0 0,-2 17 4531 0 0,6 16-4213 0 0,-1 42 0 0 0,3 33 152 0 0,21 277-374 0 0,-28 2 128 0 0,2 66-85 0 0,5-276 555 0 0,-28 296 0 0 0,20-465-671 0 0,2-1 1 0 0,0 1-1 0 0,0-1 1 0 0,1 10-1 0 0,-1-16-172 0 0,0-1-1 0 0,0 1 1 0 0,1 0-1 0 0,-1-1 1 0 0,0 1-1 0 0,1 0 1 0 0,-1-1-1 0 0,1 1 0 0 0,-1-1 1 0 0,1 1-1 0 0,0-1 1 0 0,0 1-1 0 0,0-1 1 0 0,0 0-1 0 0,0 1 1 0 0,0-1-1 0 0,0 0 1 0 0,0 0-1 0 0,1 0 1 0 0,-1 0-1 0 0,0 0 1 0 0,1 0-1 0 0,-1 0 1 0 0,0 0-1 0 0,1 0 1 0 0,-1 0-1 0 0,4 0 1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14 7226 0 0,'-7'-2'164'0'0,"0"0"0"0"0,0 0 1 0 0,0 1-1 0 0,0 0 0 0 0,0 0 1 0 0,0 0-1 0 0,0 1 0 0 0,0 0 1 0 0,-10 2-1 0 0,3-1 129 0 0,-10 0 741 0 0,0 1-1 0 0,0 1 1 0 0,1 1-1 0 0,-1 1 1 0 0,1 1-1 0 0,-26 10 1 0 0,49-16-925 0 0,0 0 0 0 0,0 0 1 0 0,-1 0-1 0 0,1 0 0 0 0,-5 3 1859 0 0,5-3-1859 0 0,0 0 1 0 0,0 1-1 0 0,0-1 0 0 0,0 0 1 0 0,0 0-1 0 0,-1 1 0 0 0,1-1 0 0 0,0 0 1 0 0,0 1-1 0 0,0-1 0 0 0,18 2 2051 0 0,205-22-1370 0 0,82-3-839 0 0,-160 18 102 0 0,111 1 59 0 0,-187 6-83 0 0,117 19 0 0 0,-154-18-1764 0 0,-29-3 1345 0 0,-1 0 0 0 0,0 0 0 0 0,0-1 0 0 0,0 1 0 0 0,0-1 0 0 0,0 1 0 0 0,1-1 0 0 0,-1 0 0 0 0,0 0 0 0 0,-1 0 0 0 0,1 0 0 0 0,3-2 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5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0 5065 0 0,'-10'0'-154'0'0,"-5"1"4672"0"0,30 0-1306 0 0,42 4-368 0 0,75 8 1363 0 0,-100-8-4155 0 0,-1 1-1 0 0,36 13 1 0 0,-35 0-3674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6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0 2761 0 0,'-1'0'403'0'0,"-1"0"0"0"0,0 1 0 0 0,0-1 0 0 0,0 0 0 0 0,0 1 0 0 0,0-1 0 0 0,1 1 0 0 0,-1 0 0 0 0,0 0 0 0 0,0-1 1 0 0,1 1-1 0 0,-1 0 0 0 0,0 0 0 0 0,1 1 0 0 0,-1-1 0 0 0,1 0 0 0 0,0 0 0 0 0,-1 1 0 0 0,1-1 0 0 0,0 1 0 0 0,0-1 1 0 0,0 1-1 0 0,0 0 0 0 0,0-1 0 0 0,0 1 0 0 0,0 0 0 0 0,1-1 0 0 0,-1 1 0 0 0,1 0 0 0 0,-1 0 0 0 0,0 2 0 0 0,-1 8 617 0 0,1 0-1 0 0,0 0 0 0 0,1 23 1 0 0,0-20-978 0 0,13 323 2242 0 0,-3-131-1849 0 0,3 81-142 0 0,72 410 0 0 0,-28-302-1503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7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34 177 1376 0 0,'-33'16'18466'0'0,"35"-12"-18353"0"0,12 18 79 0 0,-13-22-175 0 0,24-1 1161 0 0,45-8-1 0 0,8-1-978 0 0,426-33-120 0 0,238-30 41 0 0,209 12-48 0 0,-811 53 32 0 0,189 14 0 0 0,-318-5-103 0 0,178 8 11 0 0,-158-10 80 0 0,0 0-1 0 0,-1-3 1 0 0,0 0-1 0 0,35-10 1 0 0,-57 11-153 0 0,1 0-116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8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57 3225 0 0,'0'-14'445'0'0,"1"10"-180"0"0,-1-1 1 0 0,0 0 0 0 0,-5-23 11550 0 0,2 32-11354 0 0,-4 9 51 0 0,-1 0-1 0 0,2 0 1 0 0,0 1 0 0 0,0 1 0 0 0,2-1 0 0 0,-1 0-1 0 0,-2 24 1 0 0,-10 114 91 0 0,15-120-436 0 0,-7 138 76 0 0,20 241 0 0 0,-9-321-88 0 0,-11 112 0 0 0,-1 2 94 0 0,14-183 231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1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3681 0 0,'5'0'7478'0'0,"12"1"-3406"0"0,115 0-628 0 0,-86-4-2786 0 0,78 0 257 0 0,-111 4-862 0 0,0 0 0 0 0,0 1 0 0 0,0 1 0 0 0,0 0 0 0 0,-1 0 0 0 0,1 1 0 0 0,14 7 0 0 0,-12 0-163 0 0,-15 0 61 0 0,-3-9 50 0 0,1 0-1 0 0,0 0 1 0 0,-1 0-1 0 0,0 0 1 0 0,1 0-1 0 0,-1 0 1 0 0,-4 2-1 0 0,-1 1 7 0 0,-40 22 63 0 0,15-8 149 0 0,-53 38 0 0 0,76-50-190 0 0,2 1 1 0 0,-1 0-1 0 0,1 0 0 0 0,0 1 0 0 0,1 0 1 0 0,0 0-1 0 0,0 1 0 0 0,1 0 0 0 0,-10 21 1 0 0,15-29-40 0 0,1-1 1 0 0,-1 1 0 0 0,0 0 0 0 0,1 0 0 0 0,-1 0 0 0 0,1 0 0 0 0,0-1 0 0 0,-1 1 0 0 0,1 0 0 0 0,0 0 0 0 0,0 0 0 0 0,0 0 0 0 0,1 0 0 0 0,-1 0 0 0 0,0-1-1 0 0,1 4 1 0 0,0-4-11 0 0,0 0-1 0 0,0 0 0 0 0,-1 0 0 0 0,1 0 0 0 0,0 0 0 0 0,0 0 1 0 0,0 0-1 0 0,0 0 0 0 0,0 0 0 0 0,0 0 0 0 0,0 0 0 0 0,0-1 1 0 0,1 1-1 0 0,-1 0 0 0 0,0-1 0 0 0,0 1 0 0 0,3 0 0 0 0,6 1-126 0 0,0-1-1 0 0,0 0 0 0 0,0-1 0 0 0,0 0 0 0 0,14-1 0 0 0,18 1-124 0 0,-41 0 272 0 0,1 0-1 0 0,0 0 1 0 0,-1 1-1 0 0,1-1 0 0 0,0 0 1 0 0,-1 1-1 0 0,1 0 1 0 0,-1-1-1 0 0,1 1 1 0 0,-1 0-1 0 0,1 0 1 0 0,-1 0-1 0 0,1 0 0 0 0,-1 0 1 0 0,0 0-1 0 0,0 0 1 0 0,0 0-1 0 0,1 0 1 0 0,-1 1-1 0 0,0-1 1 0 0,0 0-1 0 0,-1 1 0 0 0,2 1 1 0 0,-1-1-2 0 0,-1 1 0 0 0,0-1 1 0 0,1 0-1 0 0,-1 1 0 0 0,0-1 0 0 0,-1 0 0 0 0,1 0 1 0 0,0 1-1 0 0,0-1 0 0 0,-1 0 0 0 0,0 1 1 0 0,1-1-1 0 0,-1 0 0 0 0,-2 3 0 0 0,-2 6 0 0 0,-1 0-1 0 0,-1-1 0 0 0,0 0 1 0 0,-1-1-1 0 0,-8 10 0 0 0,-42 33-163 0 0,-4 6-52 0 0,62-58 217 0 0,-1 0-1 0 0,1 1 1 0 0,-1-1-1 0 0,1 1 1 0 0,-1-1 0 0 0,1 0-1 0 0,-1 1 1 0 0,1-1-1 0 0,0 1 1 0 0,-1-1 0 0 0,1 1-1 0 0,0-1 1 0 0,-1 1-1 0 0,1 0 1 0 0,0-1 0 0 0,0 1-1 0 0,0-1 1 0 0,-1 1-1 0 0,1 0 1 0 0,0-1 0 0 0,0 1-1 0 0,0-1 1 0 0,0 1-1 0 0,0 0 1 0 0,0-1-1 0 0,0 1 1 0 0,0-1 0 0 0,0 1-1 0 0,1 0 1 0 0,-1-1-1 0 0,0 1 1 0 0,0-1 0 0 0,0 1-1 0 0,1-1 1 0 0,-1 1-1 0 0,0-1 1 0 0,1 1 0 0 0,-1-1-1 0 0,1 2 1 0 0,1-1-12 0 0,0 0 1 0 0,1 0-1 0 0,-1 0 1 0 0,0 0-1 0 0,1 0 1 0 0,-1 0-1 0 0,1-1 1 0 0,-1 1-1 0 0,1-1 1 0 0,3 1-1 0 0,64-2-314 0 0,-28-4-1187 0 0,-31 2 797 0 0,1 2 0 0 0,-1-1 0 0 0,1 2 0 0 0,0-1 0 0 0,12 3 0 0 0,-10 5-2873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1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0 3681 0 0,'-11'9'11855'0'0,"10"-8"-11316"0"0,-7 22 2312 0 0,0 24-2275 0 0,8-46-276 0 0,-28 397 2484 0 0,28-394-2778 0 0,-2 37 66 0 0,2-1-1 0 0,1 1 0 0 0,3 0 1 0 0,12 62-1 0 0,-16-102-57 0 0,1 1 1 0 0,-1-1 0 0 0,0 1-1 0 0,1-1 1 0 0,-1 1-1 0 0,0-1 1 0 0,1 1-1 0 0,0-1 1 0 0,-1 0-1 0 0,1 1 1 0 0,0-1 0 0 0,0 0-1 0 0,0 0 1 0 0,0 1-1 0 0,0-1 1 0 0,0 0-1 0 0,0 0 1 0 0,0 0-1 0 0,0 0 1 0 0,0 0-1 0 0,1-1 1 0 0,1 2 0 0 0,14 2-5747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1 4737 0 0,'-18'6'9941'0'0,"17"-4"-9356"0"0,-10 18 3226 0 0,1 33-4374 0 0,8-34 1731 0 0,-7 66-666 0 0,3 2 0 0 0,4-1 0 0 0,10 88 0 0 0,-1 39 88 0 0,-7-210-621 0 0,1 3-782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3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310 1 1376 0 0,'-2'39'21904'0'0,"-8"-29"-24941"0"0,-35 15 3479 0 0,2 2-1 0 0,1 1 1 0 0,2 3 0 0 0,-45 42-1 0 0,72-62-419 0 0,9-8-5 0 0,0 0 1 0 0,1 0-1 0 0,-1 1 0 0 0,1-1 1 0 0,0 1-1 0 0,-5 6 0 0 0,39-2 58 0 0,-17-6-75 0 0,14-1 0 0 0,-1 3 0 0 0,1 0 0 0 0,50 15 0 0 0,-67-15 0 0 0,9 3 0 0 0,1 0 0 0 0,32 19 0 0 0,-47-23 0 0 0,0 1 0 0 0,-1 0 0 0 0,1 0 0 0 0,-1 1 0 0 0,0 0 0 0 0,0 0 0 0 0,-1 0 0 0 0,1 0 0 0 0,-1 0 0 0 0,0 1 0 0 0,-1 0 0 0 0,6 12 0 0 0,-7-15 0 0 0,-1 0 0 0 0,-1 0 0 0 0,1-1 0 0 0,0 1 0 0 0,-1 0 0 0 0,1 0 0 0 0,-1 0 0 0 0,0 0 0 0 0,0 0 0 0 0,0 0 0 0 0,-1 0 0 0 0,1 0 0 0 0,-1 0 0 0 0,1 0 0 0 0,-1 0 0 0 0,0 0 0 0 0,0-1 0 0 0,0 1 0 0 0,0 0 0 0 0,-1-1 0 0 0,1 1 0 0 0,-3 2 0 0 0,-4 5 0 0 0,0-1 0 0 0,0 0 0 0 0,-1 0 0 0 0,-12 8 0 0 0,-18 20 0 0 0,39-36 0 0 0,-1-1 1 0 0,1 0 0 0 0,0 1-1 0 0,-1-1 1 0 0,1 0 0 0 0,0 1-1 0 0,-1-1 1 0 0,1 1 0 0 0,0-1-1 0 0,-1 1 1 0 0,1-1-1 0 0,0 1 1 0 0,0-1 0 0 0,-1 1-1 0 0,1-1 1 0 0,0 1 0 0 0,0-1-1 0 0,0 1 1 0 0,0-1-1 0 0,0 1 1 0 0,0 0 0 0 0,0-1-1 0 0,0 1 1 0 0,0-1 0 0 0,0 1-1 0 0,0-1 1 0 0,0 1-1 0 0,0-1 1 0 0,0 1 0 0 0,1-1-1 0 0,-1 1 1 0 0,0-1 0 0 0,0 1-1 0 0,1 0 1 0 0,0 0-10 0 0,0-1 0 0 0,0 1 1 0 0,1-1-1 0 0,-1 1 0 0 0,0-1 0 0 0,1 1 0 0 0,-1-1 1 0 0,0 0-1 0 0,1 1 0 0 0,-1-1 0 0 0,0 0 0 0 0,1 0 1 0 0,1 0-1 0 0,3 0-83 0 0,1-1 1 0 0,-1 1 0 0 0,1-1-1 0 0,-1-1 1 0 0,8-2-1 0 0,-7 1-68 0 0,-2 0 130 0 0,-1 1 0 0 0,1 0 0 0 0,-1 0 1 0 0,1 0-1 0 0,0 0 0 0 0,0 1 0 0 0,0-1 1 0 0,0 1-1 0 0,0 1 0 0 0,0-1 1 0 0,0 1-1 0 0,0 0 0 0 0,0 0 0 0 0,7 1 1 0 0,-11-1 29 0 0,0 1 0 0 0,0 0 0 0 0,0-1 0 0 0,-1 1 0 0 0,1 0 0 0 0,0 0 0 0 0,-1 0 0 0 0,1 0 0 0 0,-1-1 0 0 0,1 1 0 0 0,-1 0 0 0 0,1 0 0 0 0,-1 0 0 0 0,1 0 0 0 0,-1 0 0 0 0,0 0 0 0 0,0 0 0 0 0,0 0 0 0 0,1 0 0 0 0,-1 0 0 0 0,0 0 0 0 0,0 1 0 0 0,0-1 0 0 0,-1 0 0 0 0,1 0 0 0 0,0 0 0 0 0,0 0 0 0 0,-1 1 0 0 0,-8 33 0 0 0,8-30 0 0 0,-10 24-214 0 0,-1 0 1 0 0,-20 34 0 0 0,-8 16-868 0 0,40-76 738 0 0,-1-1-1 0 0,1 1 0 0 0,-1-1 1 0 0,1 1-1 0 0,0-1 1 0 0,0 1-1 0 0,0-1 1 0 0,0 1-1 0 0,0-1 0 0 0,1 0 1 0 0,-1 1-1 0 0,1-1 1 0 0,0 1-1 0 0,-1-1 1 0 0,3 4-1 0 0,-3-6 247 0 0,0 1 1 0 0,1 0-1 0 0,-1-1 1 0 0,0 1-1 0 0,1 0 0 0 0,-1-1 1 0 0,1 1-1 0 0,-1-1 1 0 0,1 1-1 0 0,-1-1 1 0 0,1 1-1 0 0,-1-1 0 0 0,1 1 1 0 0,-1-1-1 0 0,1 0 1 0 0,0 1-1 0 0,-1-1 0 0 0,1 0 1 0 0,0 1-1 0 0,-1-1 1 0 0,1 0-1 0 0,0 0 0 0 0,-1 1 1 0 0,1-1-1 0 0,0 0 1 0 0,0 0-1 0 0,-1 0 0 0 0,1 0 1 0 0,0 0-1 0 0,-1 0 1 0 0,1 0-1 0 0,0 0 0 0 0,0-1 1 0 0,-1 1-1 0 0,1 0 1 0 0,0 0-1 0 0,-1-1 1 0 0,1 1-1 0 0,0 0 0 0 0,-1-1 1 0 0,1 1-1 0 0,0 0 1 0 0,-1-1-1 0 0,1 1 0 0 0,-1-1 1 0 0,1 1-1 0 0,-1-1 1 0 0,1 1-1 0 0,-1-1 0 0 0,1 0 1 0 0,-1 1-1 0 0,0-1 1 0 0,1 1-1 0 0,-1-1 0 0 0,0-1 1 0 0,4-20 8690 0 0,-4 27-7727 0 0,15 127 545 0 0,33 133 1 0 0,-30-180-1024 0 0,8 76 241 0 0,8 275 0 0 0,-15-207-2222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4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59 331 920 0 0,'-15'7'1030'0'0,"-7"5"5769"0"0,0 0-1521 0 0,47-16 1035 0 0,25 1-4882 0 0,-23 5-1258 0 0,36 5 0 0 0,-45-4-229 0 0,0 0 0 0 0,1-2 0 0 0,-1 0 0 0 0,0-1 0 0 0,26-3 0 0 0,42-13 159 0 0,-20 3 241 0 0,97-6 1 0 0,-30 13-212 0 0,169-29 1 0 0,135-28 507 0 0,-217 36-520 0 0,146 6-1 0 0,-353 20-156 0 0,64-4 303 0 0,149-30 0 0 0,-6-1 345 0 0,-185 33-552 0 0,0 1 0 0 0,0 2 1 0 0,1 1-1 0 0,43 8 0 0 0,-61-6-92 0 0,-1 0-1 0 0,1-1 0 0 0,32-1 1 0 0,-45-1 13 0 0,0-1 1 0 0,0 0 0 0 0,0 0-1 0 0,0 0 1 0 0,0 0-1 0 0,0-1 1 0 0,-1 0 0 0 0,1 0-1 0 0,0 0 1 0 0,-1-1 0 0 0,1 1-1 0 0,-1-1 1 0 0,0 0-1 0 0,0 0 1 0 0,0-1 0 0 0,-1 1-1 0 0,7-8 1 0 0,9-14-1487 0 0,-7 7-4428 0 0,0 1-1483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7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6687 1 3225 0 0,'-4'0'1160'0'0,"0"1"0"0"0,0 0 0 0 0,0 0 1 0 0,1 1-1 0 0,-1-1 0 0 0,0 1 0 0 0,-6 4 1645 0 0,10 9 2063 0 0,-2-3-4430 0 0,-3 25 57 0 0,1 0-1 0 0,1 0 0 0 0,2 0 1 0 0,2 0-1 0 0,6 43 0 0 0,9 4-399 0 0,52 309-8 0 0,-42-214-87 0 0,73 262 0 0 0,36 158 531 0 0,-82-331-38 0 0,-42-207-416 0 0,5 108 0 0 0,-14 63 256 0 0,-3-133-126 0 0,2-75-176 0 0,2 0 1 0 0,10 43 0 0 0,-7-39-3 0 0,4 40 1 0 0,-9-59-116 0 0,-2 17-802 0 0,1-25 861 0 0,0 0-1 0 0,0-1 1 0 0,-1 1 0 0 0,1 0-1 0 0,0-1 1 0 0,-1 1 0 0 0,1 0-1 0 0,-1-1 1 0 0,1 1 0 0 0,-1-1-1 0 0,1 1 1 0 0,-1-1 0 0 0,0 1-1 0 0,1-1 1 0 0,-1 1 0 0 0,1-1-1 0 0,-1 1 1 0 0,0-1 0 0 0,1 0-1 0 0,-1 1 1 0 0,0-1 0 0 0,0 0-1 0 0,1 0 1 0 0,-1 0 0 0 0,0 0-1 0 0,0 1 1 0 0,1-1 0 0 0,-1 0-1 0 0,0 0 1 0 0,-1-1 0 0 0,-6-2-1202 0 0,5 1 1262 0 0,-1 0 1 0 0,1 0-1 0 0,-1 1 1 0 0,0-1-1 0 0,1 1 1 0 0,-1 0-1 0 0,0 0 1 0 0,0 1-1 0 0,1-1 1 0 0,-8 0-1 0 0,-16 5 125 0 0,0 1-1 0 0,1 1 0 0 0,-1 1 1 0 0,-34 15-1 0 0,35-11-53 0 0,0-2 0 0 0,-1-2-1 0 0,0 0 1 0 0,-37 4 0 0 0,18-8-229 0 0,-162 19 521 0 0,-39 14-509 0 0,194-32 162 0 0,0-2-1 0 0,-91-8 1 0 0,109 3-56 0 0,-1 1 0 0 0,1 2 0 0 0,0 2 0 0 0,-1 1 0 0 0,1 2 0 0 0,1 1 0 0 0,-55 16 0 0 0,38-6-73 0 0,-111 29 131 0 0,133-39-30 0 0,0-1 0 0 0,0-2 1 0 0,-53 0-1 0 0,24-3-59 0 0,-104 15 0 0 0,115-8 37 0 0,0-2 0 0 0,0-2 0 0 0,-82-6 0 0 0,95-1 34 0 0,-147-13-137 0 0,147 16 92 0 0,0 2-1 0 0,0 0 0 0 0,-46 10 1 0 0,-2 1 46 0 0,-100 1 1 0 0,93-8-31 0 0,-38 4-4 0 0,-217 10 0 0 0,-33 19-11 0 0,261-26-6 0 0,0-5-1 0 0,-165-12 0 0 0,-40 6 18 0 0,-45-3 0 0 0,-601-30 0 0 0,455 14-59 0 0,401 10 54 0 0,3 5-14 0 0,60 3-3 0 0,-96-13-1 0 0,102 1-1885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7.6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23 920 0 0,'-4'-23'11077'0'0,"-2"51"-9693"0"0,2 0 1 0 0,-2 30-1 0 0,5 119 66 0 0,2-117-914 0 0,1 204 303 0 0,15 342 960 0 0,-4-501-1270 0 0,4-1 1 0 0,47 152-1 0 0,-60-243-2163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8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33 11522 0 0,'-4'-33'8653'0'0,"22"74"-7331"0"0,15 47 1 0 0,-1 0-1163 0 0,22 43 64 0 0,57 146-39 0 0,-97-239-307 0 0,32 62 1 0 0,-34-79-1543 0 0,1-1 1 0 0,17 22 0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8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2 112 9674 0 0,'-1'-12'3611'0'0,"9"43"289"0"0,-7-24-4313 0 0,11 41 1232 0 0,2-1 1 0 0,36 82 0 0 0,-44-115-816 0 0,1-1-1 0 0,0 0 0 0 0,1-1 0 0 0,0 0 0 0 0,1 0 1 0 0,1 0-1 0 0,0-2 0 0 0,0 1 0 0 0,1-1 0 0 0,0 0 1 0 0,1-1-1 0 0,0-1 0 0 0,23 13 0 0 0,-32-19 13 0 0,0-1-1 0 0,1 1 1 0 0,0-1 0 0 0,-1 0-1 0 0,1 0 1 0 0,0 0-1 0 0,-1-1 1 0 0,1 1-1 0 0,0-1 1 0 0,0 0 0 0 0,0 0-1 0 0,-1 0 1 0 0,1-1-1 0 0,0 1 1 0 0,0-1 0 0 0,-1 0-1 0 0,1 0 1 0 0,0 0-1 0 0,-1 0 1 0 0,1-1 0 0 0,4-2-1 0 0,-5 1 58 0 0,1 1 0 0 0,-1-1 0 0 0,0 0 0 0 0,0 0 0 0 0,0 0-1 0 0,-1-1 1 0 0,1 1 0 0 0,-1-1 0 0 0,1 1 0 0 0,-1-1 0 0 0,-1 0 0 0 0,1 0-1 0 0,0 0 1 0 0,-1 0 0 0 0,0 0 0 0 0,0 0 0 0 0,0-1 0 0 0,0 1 0 0 0,0-6 0 0 0,-1-6 95 0 0,-1-1 0 0 0,0 1 1 0 0,-1-1-1 0 0,-1 1 0 0 0,0 0 1 0 0,-1 0-1 0 0,-1 0 1 0 0,0 0-1 0 0,-13-24 0 0 0,1 6-50 0 0,-2 1 0 0 0,-1 1 0 0 0,-27-33 0 0 0,41 56-171 0 0,-1 1 1 0 0,-1 0 0 0 0,0 0-1 0 0,0 1 1 0 0,0 0 0 0 0,-1 0-1 0 0,0 1 1 0 0,-1 0 0 0 0,1 0-1 0 0,-1 1 1 0 0,0 1-1 0 0,0-1 1 0 0,-1 2 0 0 0,1-1-1 0 0,-16-1 1 0 0,17 4-657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9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75 104 456 0 0,'-34'-12'822'0'0,"28"11"-165"0"0,-1-1-1 0 0,1 0 1 0 0,-15-10 6902 0 0,31 15-5633 0 0,14 6-1176 0 0,-7 1-351 0 0,-2 2 0 0 0,1 0 0 0 0,-2 0 0 0 0,1 2 0 0 0,18 22 0 0 0,32 30 528 0 0,4-12 1465 0 0,-104-92 1122 0 0,27 28-3434 0 0,0-1-1 0 0,0 1 1 0 0,1-2-1 0 0,-6-14 1 0 0,7 14-272 0 0,0-1 0 0 0,1 0 0 0 0,1-1 0 0 0,0 1 1 0 0,1-1-1 0 0,0 0 0 0 0,1 0 0 0 0,1 0 0 0 0,0 0 1 0 0,2-24-1 0 0,3 16-7371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0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0,'0'0'5151'0'0,"7"13"-1305"0"0,38 76-2013 0 0,43 120 1 0 0,31 65-1452 0 0,-100-243-943 0 0,0-1 1 0 0,2 0 0 0 0,42 43 0 0 0,-47-55-6812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1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69 5985 0 0,'-8'-8'-401'0'0,"-19"-19"3593"0"0,25 26-2545 0 0,1-1 0 0 0,-1 0 0 0 0,1 0 0 0 0,0 1 0 0 0,-1-1 0 0 0,1 0 0 0 0,0 0 0 0 0,0 0 0 0 0,1 0 1 0 0,-1 0-1 0 0,0 0 0 0 0,0-4 0 0 0,1 6-575 0 0,0 0 1 0 0,0 0-1 0 0,0-1 1 0 0,0 1-1 0 0,0 0 1 0 0,0 0-1 0 0,0-1 1 0 0,0 1-1 0 0,1 0 1 0 0,-1 0-1 0 0,0 0 1 0 0,0-1-1 0 0,0 1 1 0 0,0 0-1 0 0,0 0 1 0 0,1 0-1 0 0,-1-1 1 0 0,0 1-1 0 0,0 0 1 0 0,0 0-1 0 0,1 0 1 0 0,-1 0-1 0 0,0-1 1 0 0,0 1-1 0 0,0 0 1 0 0,1 0-1 0 0,-1 0 1 0 0,0 0-1 0 0,0 0 1 0 0,1 0-1 0 0,-1 0 1 0 0,0 0-1 0 0,0 0 1 0 0,1 0-1 0 0,-1 0 1 0 0,0 0-1 0 0,0 0 1 0 0,1 0-1 0 0,15 3 1336 0 0,11 9-524 0 0,-18-6-772 0 0,0 1-1 0 0,-1 0 0 0 0,0 0 0 0 0,0 0 0 0 0,-1 1 0 0 0,0 1 0 0 0,11 15 0 0 0,36 73 729 0 0,-23-38-895 0 0,-6-17-701 0 0,2-2 1 0 0,64 74-1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1.4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170 268 3225 0 0,'7'-124'1413'0'0,"-8"101"53"0"0,0 0-1 0 0,-2 0 0 0 0,-6-29 1 0 0,9 51-1340 0 0,0-1 0 0 0,0 1 1 0 0,0 0-1 0 0,-1 0 0 0 0,1 0 1 0 0,0 0-1 0 0,-1 0 0 0 0,1 0 1 0 0,-1 0-1 0 0,1 0 0 0 0,-1 0 1 0 0,0 0-1 0 0,1 0 0 0 0,-1 0 1 0 0,0 0-1 0 0,0 1 0 0 0,1-1 1 0 0,-1 0-1 0 0,0 0 0 0 0,0 1 1 0 0,0-1-1 0 0,-1 0 0 0 0,1 1-35 0 0,0 0-1 0 0,0 0 0 0 0,0 0 0 0 0,0 0 1 0 0,0 0-1 0 0,0 0 0 0 0,0 1 1 0 0,0-1-1 0 0,1 0 0 0 0,-1 1 1 0 0,0-1-1 0 0,0 0 0 0 0,0 1 1 0 0,0-1-1 0 0,1 1 0 0 0,-1 0 0 0 0,0-1 1 0 0,0 1-1 0 0,1-1 0 0 0,-2 2 1 0 0,-3 4 172 0 0,0 0 1 0 0,1 1-1 0 0,-1-1 1 0 0,-5 14 0 0 0,-15 33-120 0 0,2 0 0 0 0,-25 95 0 0 0,47-146-66 0 0,0 0-1 0 0,1 0 1 0 0,-1 1 0 0 0,1-1 0 0 0,-1 0 0 0 0,1 0 0 0 0,0 0 0 0 0,0 1-1 0 0,0-1 1 0 0,0 0 0 0 0,0 0 0 0 0,0 1 0 0 0,1-1 0 0 0,-1 0 0 0 0,1 0-1 0 0,0 0 1 0 0,0 0 0 0 0,-1 0 0 0 0,1 0 0 0 0,1 0 0 0 0,-1 0 0 0 0,0 0-1 0 0,0 0 1 0 0,1 0 0 0 0,1 2 0 0 0,0-3 17 0 0,-1 0 0 0 0,0 0 0 0 0,1 0 0 0 0,-1-1 0 0 0,1 1 0 0 0,-1 0 0 0 0,1-1 0 0 0,-1 0 0 0 0,1 1 0 0 0,-1-1 0 0 0,1 0 0 0 0,-1-1 0 0 0,1 1 0 0 0,-1 0 0 0 0,1-1 0 0 0,-1 1 0 0 0,1-1 0 0 0,-1 0 0 0 0,0 0 0 0 0,1 0 0 0 0,-1 0 0 0 0,4-2 0 0 0,66-40 697 0 0,-57 33-863 0 0,0 1-1 0 0,1 0 0 0 0,0 0 0 0 0,0 2 0 0 0,1 0 0 0 0,0 1 0 0 0,17-4 0 0 0,23 3-2819 0 0,-28 5-3925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2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1 960 3225 0 0,'13'-10'6370'0'0,"-12"8"-5972"0"0,10-18-192 0 0,-8-8 7095 0 0,24 13-3214 0 0,-15 8-3944 0 0,-9 5-26 0 0,-1 0-1 0 0,1 1 1 0 0,-1-1-1 0 0,1 1 1 0 0,-1 0-1 0 0,1-1 1 0 0,-1 1-1 0 0,1 0 1 0 0,0 1-1 0 0,0-1 1 0 0,0 1-1 0 0,4-1 1 0 0,8 4-172 0 0,-14-3 57 0 0,-1 1 0 0 0,1-1 0 0 0,0 0 0 0 0,-1 1 0 0 0,1-1 1 0 0,-1 0-1 0 0,1 0 0 0 0,0 0 0 0 0,-1 0 0 0 0,1 0 0 0 0,-1 0 1 0 0,1 0-1 0 0,0 0 0 0 0,-1 0 0 0 0,1 0 0 0 0,0 0 0 0 0,-1 0 1 0 0,1 0-1 0 0,1-1 0 0 0,1 0 24 0 0,0 0-1 0 0,-1-1 1 0 0,1 0 0 0 0,0 1-1 0 0,-1-1 1 0 0,1 0 0 0 0,-1-1-1 0 0,1 1 1 0 0,-1 0 0 0 0,2-4 0 0 0,-1 3 7 0 0,0 0 0 0 0,0 0 1 0 0,1 0-1 0 0,-1 0 0 0 0,1 0 1 0 0,7-4-1 0 0,3 1-44 0 0,1 0 1 0 0,28-6-1 0 0,-32 10 4 0 0,1-1 0 0 0,-1 0 0 0 0,0-1 1 0 0,0-1-1 0 0,0 0 0 0 0,15-8 0 0 0,-26 12 7 0 0,1 1 0 0 0,-1-1 0 0 0,0 1 0 0 0,1-1 0 0 0,-1 1 0 0 0,1-1 0 0 0,-1 1 0 0 0,0-1 0 0 0,0 1 0 0 0,1-1 0 0 0,-1 0 1 0 0,0 1-1 0 0,0-1 0 0 0,1 1 0 0 0,-1-1 0 0 0,0 0 0 0 0,0 1 0 0 0,0-1 0 0 0,0 1 0 0 0,0-1 0 0 0,0 0 0 0 0,0 1 0 0 0,0-1 0 0 0,0 0 0 0 0,-1 1 0 0 0,1-1 0 0 0,0 1 0 0 0,0-1 0 0 0,0 0 0 0 0,-1 1 0 0 0,1-1 0 0 0,0 1 0 0 0,-1-1 0 0 0,1 1 0 0 0,0-1 0 0 0,-1 1 1 0 0,1-1-1 0 0,-1 1 0 0 0,1-1 0 0 0,-1 1 0 0 0,1 0 0 0 0,-1-1 0 0 0,1 1 0 0 0,-1 0 0 0 0,1-1 0 0 0,-1 1 0 0 0,0 0 0 0 0,-33-21-29 0 0,28 18 3 0 0,-10-6 21 0 0,1 0 1 0 0,0 0-1 0 0,-25-22 1 0 0,35 27 9 0 0,1-1 1 0 0,0 0-1 0 0,0 0 0 0 0,0 0 1 0 0,0 0-1 0 0,1-1 1 0 0,0 1-1 0 0,0-1 1 0 0,1 0-1 0 0,-1 0 1 0 0,1 0-1 0 0,1 0 1 0 0,-1 0-1 0 0,0-9 1 0 0,0-3-5 0 0,1 1 1 0 0,1-1-1 0 0,1 0 0 0 0,0 1 1 0 0,1-1-1 0 0,8-28 1 0 0,-9 39-3 0 0,1 1 1 0 0,0 0 0 0 0,0-1-1 0 0,0 1 1 0 0,1 0-1 0 0,0 0 1 0 0,0 1 0 0 0,1-1-1 0 0,-1 0 1 0 0,1 1 0 0 0,1 0-1 0 0,-1 0 1 0 0,1 0 0 0 0,-1 1-1 0 0,1 0 1 0 0,1-1 0 0 0,-1 2-1 0 0,1-1 1 0 0,-1 1 0 0 0,12-6-1 0 0,-13 8 22 0 0,0 1 0 0 0,0-1 0 0 0,0 1 0 0 0,0 0 0 0 0,0 0 0 0 0,0 0 0 0 0,-1 0-1 0 0,1 1 1 0 0,0 0 0 0 0,0 0 0 0 0,0 0 0 0 0,-1 0 0 0 0,1 0 0 0 0,0 1 0 0 0,-1-1 0 0 0,1 1-1 0 0,4 4 1 0 0,8 4-153 0 0,-1 2 0 0 0,20 18-1 0 0,-6-5-7 0 0,-19-17 98 0 0,0 0-1 0 0,0-1 1 0 0,1 0 0 0 0,1-1-1 0 0,15 7 1 0 0,-25-12 53 0 0,1 0-1 0 0,0 0 1 0 0,0-1 0 0 0,0 1 0 0 0,-1 0-1 0 0,1-1 1 0 0,0 0 0 0 0,0 0 0 0 0,0 0-1 0 0,0 0 1 0 0,0 0 0 0 0,0 0 0 0 0,0-1-1 0 0,0 0 1 0 0,0 1 0 0 0,-1-1-1 0 0,1 0 1 0 0,0 0 0 0 0,-1-1 0 0 0,1 1-1 0 0,0 0 1 0 0,-1-1 0 0 0,0 0 0 0 0,1 1-1 0 0,-1-1 1 0 0,0 0 0 0 0,0 0 0 0 0,0-1-1 0 0,2-1 1 0 0,16-27 69 0 0,-1 0 1 0 0,-2-1-1 0 0,-1-1 0 0 0,17-52 1 0 0,-28 73-83 0 0,3-12-144 0 0,-1 6-290 0 0,-1-1-1 0 0,2 1 0 0 0,1 0 1 0 0,0 1-1 0 0,1 0 1 0 0,19-24-1 0 0,-10 23-7099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7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2618 3225 0 0,'0'0'240'0'0,"0"1"-271"0"0,-10 16-2269 0 0,-19 7 7217 0 0,28-36-3819 0 0,2-13-199 0 0,6-35 312 0 0,-3 0 1 0 0,-8-119-1 0 0,2 140-690 0 0,-23-352 2306 0 0,-5-301-1918 0 0,33 323-541 0 0,-3 281-82 0 0,6-91 1116 0 0,-4 158-1274 0 0,2 1 0 0 0,0-1 0 0 0,1 1 1 0 0,1 0-1 0 0,1 0 0 0 0,16-30 0 0 0,-18 41-124 0 0,0 0 1 0 0,1 0-1 0 0,0 0 0 0 0,1 1 1 0 0,-1 0-1 0 0,2 0 0 0 0,-1 1 1 0 0,1 0-1 0 0,0 0 0 0 0,0 1 1 0 0,18-10-1 0 0,-13 10 2 0 0,-1 1 0 0 0,2 0-1 0 0,-1 1 1 0 0,0 0 0 0 0,1 1 0 0 0,-1 1 0 0 0,1 0-1 0 0,22 0 1 0 0,148 0-10 0 0,-72 3 19 0 0,206-25 1 0 0,-171-4-3 0 0,180-60 0 0 0,-264 70 1 0 0,1 3 0 0 0,97-10 1 0 0,133 5-26 0 0,-237 17 78 0 0,596 22-174 0 0,-202 4 46 0 0,-172-37 144 0 0,4 0 2 0 0,-245 15-85 0 0,477-2 0 0 0,-46-35 0 0 0,-362 25 0 0 0,106 9 32 0 0,-41 3 39 0 0,-89-2-145 0 0,-84 2 42 0 0,0-1-1 0 0,0 0 1 0 0,0 1-1 0 0,0-1 1 0 0,1 1-1 0 0,-1-1 1 0 0,0 1-1 0 0,0-1 1 0 0,0 1-1 0 0,1 0 1 0 0,-1-1-1 0 0,0 1 1 0 0,1 0-1 0 0,-1-1 1 0 0,1 1-1 0 0,-1 0 1 0 0,1 0-1 0 0,-1 0 1 0 0,1 0-1 0 0,-1 0 1 0 0,1 0-1 0 0,0-1 1 0 0,0 1-1 0 0,-1 0 1 0 0,1 0-1 0 0,0 0 1 0 0,0 0-1 0 0,0 0 1 0 0,0 0-1 0 0,0 1 1 0 0,0 32 746 0 0,1 12-736 0 0,-2 0 0 0 0,-1 1-1 0 0,-12 57 1 0 0,2-19-192 0 0,11-71 183 0 0,-3 18-134 0 0,1 1 0 0 0,2 38 0 0 0,3-49-96 0 0,0 1 1 0 0,2-1 0 0 0,0-1-1 0 0,1 1 1 0 0,13 33 0 0 0,-17-51 229 0 0,0 0 1 0 0,0 0 0 0 0,-1 0-1 0 0,0 0 1 0 0,0 0 0 0 0,0 0-1 0 0,0 1 1 0 0,-1-1-1 0 0,1 0 1 0 0,-1 0 0 0 0,0 0-1 0 0,0 0 1 0 0,-3 5-1 0 0,2-4 76 0 0,0-1 0 0 0,1 1-1 0 0,0 0 1 0 0,0-1-1 0 0,0 1 1 0 0,1 0-1 0 0,-1 0 1 0 0,1-1-1 0 0,1 7 1 0 0,-1-11-110 0 0,0 1 0 0 0,1 0 0 0 0,-1 0 1 0 0,1-1-1 0 0,-1 1 0 0 0,0 0 0 0 0,1-1 0 0 0,-1 1 0 0 0,1-1 1 0 0,0 1-1 0 0,-1-1 0 0 0,1 1 0 0 0,-1-1 0 0 0,1 1 0 0 0,0-1 1 0 0,-1 1-1 0 0,2-1 0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0.2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3738 20 2761 0 0,'-4'-18'3165'0'0,"4"18"-3086"0"0,0 0 0 0 0,0 0 0 0 0,-1-1 0 0 0,1 1 0 0 0,0 0 1 0 0,0 0-1 0 0,-1 0 0 0 0,1 0 0 0 0,0 0 0 0 0,0 0 0 0 0,-1 0 0 0 0,1 0 0 0 0,0-1 1 0 0,-1 1-1 0 0,1 0 0 0 0,0 0 0 0 0,0 0 0 0 0,-1 0 0 0 0,1 1 0 0 0,0-1 0 0 0,0 0 1 0 0,-1 0-1 0 0,1 0 0 0 0,0 0 0 0 0,-1 0 0 0 0,1 0 0 0 0,0 0 0 0 0,0 0 0 0 0,0 1 1 0 0,-1-1-1 0 0,1 0 0 0 0,0 0 0 0 0,0 0 0 0 0,-1 1 0 0 0,0 0 91 0 0,0 0-1 0 0,-1 1 1 0 0,1-1 0 0 0,0 1-1 0 0,0 0 1 0 0,0-1-1 0 0,0 1 1 0 0,1 0 0 0 0,-1 0-1 0 0,0-1 1 0 0,1 1-1 0 0,-1 0 1 0 0,1 0 0 0 0,0 0-1 0 0,-1 0 1 0 0,1 2-1 0 0,0 1 23 0 0,-1 93 1701 0 0,23 179 1 0 0,-12-233-1562 0 0,-9-41-281 0 0,0 0 1 0 0,0 0 0 0 0,0-1-1 0 0,1 1 1 0 0,-1 0-1 0 0,1-1 1 0 0,0 1 0 0 0,-1 0-1 0 0,1-1 1 0 0,0 0-1 0 0,0 0 1 0 0,4 3 0 0 0,-4-8-38 0 0,0-1 0 0 0,0 1 1 0 0,0-1-1 0 0,0 1 0 0 0,-1-1 1 0 0,0 0-1 0 0,1 0 1 0 0,0-5-1 0 0,0 5 45 0 0,0 0 0 0 0,1 0 0 0 0,-1 0 1 0 0,1 0-1 0 0,0 1 0 0 0,0-1 0 0 0,0 1 0 0 0,1 0 0 0 0,-1 0 1 0 0,1 0-1 0 0,0 0 0 0 0,7-4 0 0 0,-3 3-19 0 0,0 0 0 0 0,0 1 0 0 0,0 0-1 0 0,1 0 1 0 0,10-2 0 0 0,216-25 563 0 0,-153 20-646 0 0,0 4-1 0 0,1 4 1 0 0,94 10 0 0 0,-6-2 48 0 0,63-12-30 0 0,-127 1 5 0 0,141 10 1 0 0,-106 9 51 0 0,162-6 0 0 0,159-36 160 0 0,-421 25-175 0 0,199-8 30 0 0,-239 11-58 0 0,0 0 0 0 0,1 0 0 0 0,-1 0 0 0 0,0 0 0 0 0,0 1 0 0 0,0-1 0 0 0,1 1 0 0 0,-1-1 0 0 0,0 1 0 0 0,0 0 0 0 0,0-1 0 0 0,0 1 0 0 0,0 0 0 0 0,0 0 0 0 0,0 1 0 0 0,0-1 0 0 0,-1 0 0 0 0,1 1 0 0 0,0-1 0 0 0,-1 1 0 0 0,1-1 0 0 0,-1 1 0 0 0,1 0 0 0 0,-1 0 0 0 0,0 0 0 0 0,0-1 0 0 0,0 1 0 0 0,2 4 0 0 0,6 11-41 0 0,0-12 77 0 0,-8-5 2 0 0,-1 0 0 0 0,1 0 1 0 0,0 1-1 0 0,-1-1 0 0 0,1 0 0 0 0,-1 0 0 0 0,1 1 1 0 0,-1-1-1 0 0,1 0 0 0 0,0 1 0 0 0,-1-1 1 0 0,1 1-1 0 0,-1-1 0 0 0,0 1 0 0 0,1-1 0 0 0,-1 1 1 0 0,1-1-1 0 0,-1 1 0 0 0,0-1 0 0 0,1 1 1 0 0,-1-1-1 0 0,1 2 0 0 0,1 30 664 0 0,0 33 0 0 0,3 47-23 0 0,117 572-435 0 0,-20-137-83 0 0,-55-148-102 0 0,-28-208-32 0 0,27 407 251 0 0,-39-481-246 0 0,13 79 146 0 0,-9-112 29 0 0,1 144 1 0 0,-14-183-131 0 0,2 0 0 0 0,3 0 1 0 0,1 0-1 0 0,2 0 0 0 0,2 0 1 0 0,28 85-1 0 0,-19-87-67 0 0,-8-22 127 0 0,0 1 0 0 0,-2 0 1 0 0,6 27-1 0 0,-7-26-150 0 0,-5-20 38 0 0,0 0-1 0 0,0 1 1 0 0,0-1-1 0 0,-1 0 1 0 0,1 1-1 0 0,-1-1 1 0 0,0 6-1 0 0,0-7-4 0 0,-1-1-1 0 0,1 1 1 0 0,-1-1-1 0 0,0 1 1 0 0,1-1-1 0 0,-1 0 1 0 0,0 1 0 0 0,0-1-1 0 0,0 0 1 0 0,0 1-1 0 0,0-1 1 0 0,0 0-1 0 0,0 0 1 0 0,0 0 0 0 0,0 0-1 0 0,-1 0 1 0 0,1 0-1 0 0,0-1 1 0 0,-1 1-1 0 0,-2 1 1 0 0,-121 69 180 0 0,-604 219-434 0 0,410-185 258 0 0,252-88-14 0 0,0-2 1 0 0,-128 9-1 0 0,80-16-94 0 0,1 5 1 0 0,-155 37 0 0 0,136-21 51 0 0,-209 19-1 0 0,-101 15 75 0 0,35-12 52 0 0,32-7-145 0 0,-67 58 65 0 0,352-78 5 0 0,-1-4-1 0 0,-1-4 1 0 0,-1-5 0 0 0,-102 0 0 0 0,-20-23 20 0 0,151 5-48 0 0,-123 3 0 0 0,113 10 38 0 0,-140 5-11 0 0,175-12-21 0 0,-1-1 1 0 0,1-2-1 0 0,-53-12 0 0 0,-168-29 71 0 0,17 4-100 0 0,134 15 71 0 0,-67-14-46 0 0,139 34 29 0 0,0 1 0 0 0,-66 1-1 0 0,-77 19-10 0 0,100-7-32 0 0,46-5 53 0 0,-41 9 1 0 0,61-8-72 0 0,-18 2-85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1.0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70 162 3225 0 0,'-2'-1'239'0'0,"1"1"0"0"0,0 0 1 0 0,0 0-1 0 0,0 1 0 0 0,0-1 0 0 0,0 0 1 0 0,0 0-1 0 0,-1 0 0 0 0,1 1 1 0 0,0-1-1 0 0,0 1 0 0 0,0-1 0 0 0,0 1 1 0 0,0-1-1 0 0,0 1 0 0 0,0-1 1 0 0,0 1-1 0 0,1 0 0 0 0,-1 0 0 0 0,0-1 1 0 0,0 1-1 0 0,0 0 0 0 0,1 0 1 0 0,-1 0-1 0 0,1 0 0 0 0,-1 0 0 0 0,0 0 1 0 0,1 0-1 0 0,0 0 0 0 0,-1 0 1 0 0,1 0-1 0 0,0 0 0 0 0,-1 0 0 0 0,1 0 1 0 0,0 1-1 0 0,0-1 0 0 0,0 0 1 0 0,0 0-1 0 0,0 0 0 0 0,0 0 0 0 0,0 0 1 0 0,1 2-1 0 0,0 7 208 0 0,1-1 1 0 0,1 0-1 0 0,-1 0 1 0 0,6 10-1 0 0,-4-6-44 0 0,-1-4-254 0 0,75 210 1412 0 0,-63-184-1520 0 0,1-1-1 0 0,2-1 1 0 0,2 0 0 0 0,26 33 0 0 0,-11-24-38 0 0,-33-42-113 0 0,-2-6 26 0 0,-4-7-13 0 0,-8-12 62 0 0,-2 0 0 0 0,-1 1-1 0 0,-24-31 1 0 0,-20-31 605 0 0,-79-154 1589 0 0,128 224-1897 0 0,6 7 1258 0 0,11 9-1493 0 0,0-1-1 0 0,0 1 0 0 0,0-1 1 0 0,-1 0-1 0 0,1 0 1 0 0,0-1-1 0 0,-1 0 1 0 0,1 0-1 0 0,-1-1 1 0 0,0 0-1 0 0,7-4 1 0 0,7-2 46 0 0,28-7 89 0 0,74-16 1 0 0,-80 23 20 0 0,-1-2 0 0 0,71-29-1 0 0,-98 34-107 0 0,1-1 0 0 0,-1-1 0 0 0,-1 0 0 0 0,1-1 0 0 0,-1-1-1 0 0,-1 0 1 0 0,12-12 0 0 0,-8 8-1681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2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43 289 9218 0 0,'-12'-26'2276'0'0,"10"19"-1505"0"0,-1 0 0 0 0,0 0-1 0 0,-1 0 1 0 0,1 1 0 0 0,-2-1-1 0 0,-5-8 1 0 0,26 54 1088 0 0,92 117-1427 0 0,153 172 0 0 0,-253-318-343 0 0,0-1 0 0 0,1 1-1 0 0,0-1 1 0 0,1-1 0 0 0,0 1 0 0 0,0-2-1 0 0,0 0 1 0 0,1 0 0 0 0,0-1 0 0 0,16 7-1 0 0,-27-13-74 0 0,1 0 0 0 0,0 0 0 0 0,0 0-1 0 0,0 0 1 0 0,-1 0 0 0 0,1 0 0 0 0,0 0-1 0 0,0 0 1 0 0,-1 0 0 0 0,1 0-1 0 0,0-1 1 0 0,0 1 0 0 0,-1 0 0 0 0,1-1-1 0 0,0 1 1 0 0,-1 0 0 0 0,1-1 0 0 0,0 1-1 0 0,-1-1 1 0 0,1 1 0 0 0,0-1-1 0 0,-1 1 1 0 0,1-1 0 0 0,-1 1 0 0 0,1-1-1 0 0,-1 0 1 0 0,0 1 0 0 0,1-1 0 0 0,-1 0-1 0 0,1 1 1 0 0,-1-1 0 0 0,0 0-1 0 0,0 0 1 0 0,1 1 0 0 0,-1-1 0 0 0,0 0-1 0 0,0 0 1 0 0,0 1 0 0 0,0-2 0 0 0,5-38 374 0 0,-5 34-305 0 0,3-186 488 0 0,3-29-18 0 0,-2 157-659 0 0,8-65-767 0 0,-10 116 634 0 0,1-1 1 0 0,1 1-1 0 0,0-1 1 0 0,1 1-1 0 0,0 0 1 0 0,0 1-1 0 0,9-13 1 0 0,1 4-4705 0 0,3 5-1478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5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4 112 5873 0 0,'-4'18'7421'0'0,"7"-23"-6064"0"0,8-9-336 0 0,0-1 0 0 0,1 1 0 0 0,22-20 0 0 0,9 5-2138 0 0,-36 26-204 0 0,1 0 1 0 0,-1 0-1 0 0,1 1 1 0 0,14-4 0 0 0,-6 4-3447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7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85 3681 0 0,'4'-4'328'0'0,"1"2"-264"0"0,0 2-64 0 0,-1-1 0 0 0,1-1 472 0 0,0 0 72 0 0,6-3 24 0 0,6-2 0 0 0,6 0-352 0 0,-1-2-72 0 0,1 0-16 0 0,-2 2 0 0 0,-3 1-128 0 0,-1-1 0 0 0,-1 0 0 0 0,-2-2 0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9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10 6913 0 0,'-1'0'209'0'0,"0"-1"-1"0"0,0 0 1 0 0,0 0-1 0 0,0 0 0 0 0,0 1 1 0 0,0-1-1 0 0,-1 0 0 0 0,1 1 1 0 0,0-1-1 0 0,0 1 0 0 0,0-1 1 0 0,-1 1-1 0 0,1 0 0 0 0,0-1 1 0 0,0 1-1 0 0,-1 0 0 0 0,1 0 1 0 0,0 0-1 0 0,-1 0 0 0 0,1 0 1 0 0,0 0-1 0 0,0 0 0 0 0,-1 1 1 0 0,1-1-1 0 0,0 0 0 0 0,-1 1 1 0 0,1-1-1 0 0,0 1 0 0 0,0-1 1 0 0,0 1-1 0 0,0 0 0 0 0,0 0 1 0 0,0-1-1 0 0,-2 2 1 0 0,2 0 7 0 0,0 0 0 0 0,0 0 1 0 0,0 0-1 0 0,0 0 1 0 0,0 0-1 0 0,1 0 0 0 0,-1 1 1 0 0,1-1-1 0 0,-1 0 1 0 0,1 0-1 0 0,0 0 0 0 0,0 1 1 0 0,0-1-1 0 0,0 0 1 0 0,0 0-1 0 0,0 1 0 0 0,1-1 1 0 0,0 3-1 0 0,56 184 2189 0 0,-31-74-2228 0 0,-14-54-818 0 0,2 1 1 0 0,3-2 0 0 0,34 79-1 0 0,-47-129 28 0 0,1 0 0 0 0,0 0 0 0 0,1 0-1 0 0,0-1 1 0 0,1 0 0 0 0,0 0 0 0 0,0-1 0 0 0,1 0-1 0 0,9 8 1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7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96 5065 0 0,'-17'-15'37'0'0,"13"10"1171"0"0,1 1-1 0 0,-1-1 1 0 0,1 1-1 0 0,0-1 1 0 0,-3-7-1 0 0,6 10-896 0 0,-1 1 1 0 0,1 0-1 0 0,-1-1 0 0 0,1 1 0 0 0,-1 0 0 0 0,1-1 0 0 0,0 1 0 0 0,-1-1 0 0 0,1 1 1 0 0,0-1-1 0 0,0 1 0 0 0,0-1 0 0 0,0 1 0 0 0,1-1 0 0 0,-1 1 0 0 0,0-1 1 0 0,1 1-1 0 0,-1 0 0 0 0,1-1 0 0 0,-1 1 0 0 0,2-2 0 0 0,-1 2-353 0 0,0 0 0 0 0,0 0 0 0 0,0 0 0 0 0,0 0 0 0 0,0 0 0 0 0,1 0 0 0 0,-1 0-1 0 0,0 0 1 0 0,1 1 0 0 0,-1-1 0 0 0,1 1 0 0 0,-1-1 0 0 0,1 1 0 0 0,-1-1 0 0 0,3 1 0 0 0,-1 0-197 0 0,0 0 1 0 0,0 0 0 0 0,-1 0 0 0 0,1 0 0 0 0,0 0 0 0 0,0 1-1 0 0,-1 0 1 0 0,1-1 0 0 0,-1 1 0 0 0,1 0 0 0 0,4 2 0 0 0,6 7-5501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7.3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0 135 5065 0 0,'9'-1'2314'0'0,"14"-12"-792"0"0,24-18 331 0 0,54-41-4581 0 0,-80 55 2416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8.24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81 79 6913 0 0,'-13'-25'1123'0'0,"12"21"-726"0"0,-1 0 1 0 0,1 0-1 0 0,-1 0 0 0 0,0 0 0 0 0,-1 1 0 0 0,1-1 0 0 0,-1 1 0 0 0,1-1 0 0 0,-1 1 0 0 0,0 0 1 0 0,0 0-1 0 0,-8-5 0 0 0,11 7-320 0 0,0 1 1 0 0,-1 0-1 0 0,1 0 1 0 0,-1-1 0 0 0,1 1-1 0 0,-1 0 1 0 0,1 0-1 0 0,-1 0 1 0 0,1 0-1 0 0,-1 0 1 0 0,1 0-1 0 0,-1 0 1 0 0,1 0-1 0 0,-1 0 1 0 0,1 0 0 0 0,-1 0-1 0 0,1 0 1 0 0,-1 0-1 0 0,1 0 1 0 0,-1 0-1 0 0,1 0 1 0 0,-1 0-1 0 0,1 1 1 0 0,-1-1-1 0 0,1 0 1 0 0,0 0-1 0 0,-1 1 1 0 0,1-1 0 0 0,-1 0-1 0 0,1 0 1 0 0,-1 1-1 0 0,-8 18 1319 0 0,4 22 17 0 0,6-23-1125 0 0,2-1 0 0 0,0 1-1 0 0,1-1 1 0 0,1 1 0 0 0,13 28-1 0 0,45 82 606 0 0,-45-94-756 0 0,42 68 176 0 0,0 1-1145 0 0,-27-32-4141 0 0,-30-61 828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8.6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3 318 6449 0 0,'-1'-13'383'0'0,"0"0"-1"0"0,0 0 0 0 0,1 1 0 0 0,1-1 1 0 0,0 0-1 0 0,1 0 0 0 0,4-13 0 0 0,-1 3 1066 0 0,2 0 0 0 0,19-41 0 0 0,-21 54-873 0 0,1 0 0 0 0,0 1 0 0 0,0 0 0 0 0,12-13 0 0 0,-16 19-465 0 0,0 0 0 0 0,1 1 0 0 0,-1-1 0 0 0,1 1 0 0 0,0 0 0 0 0,-1 0 0 0 0,1 0 0 0 0,0 0 0 0 0,0 0 0 0 0,0 1 0 0 0,0-1 0 0 0,1 1 0 0 0,-1 0 0 0 0,0 0 0 0 0,1 0 0 0 0,-1 1 0 0 0,0-1 0 0 0,6 0 0 0 0,-8 2-90 0 0,1-1 0 0 0,0 1 0 0 0,0 0 0 0 0,-1-1 0 0 0,1 1 0 0 0,0 0 1 0 0,-1 0-1 0 0,1 0 0 0 0,-1 0 0 0 0,1 0 0 0 0,-1 1 0 0 0,1-1 0 0 0,-1 0 0 0 0,0 1 0 0 0,0-1 0 0 0,0 1 0 0 0,0-1 0 0 0,0 1 0 0 0,0-1 0 0 0,0 1 1 0 0,0 0-1 0 0,0-1 0 0 0,-1 1 0 0 0,1 0 0 0 0,-1 0 0 0 0,0 0 0 0 0,1 0 0 0 0,-1 2 0 0 0,2 8-69 0 0,-1 0-1 0 0,0 0 1 0 0,-2 13-1 0 0,1-23 51 0 0,-4 52-436 0 0,-3-1-1 0 0,-22 86 0 0 0,2-9 108 0 0,25-124 428 0 0,1 0 0 0 0,1 0 0 0 0,-1 0-1 0 0,1 0 1 0 0,1 11 0 0 0,0-16-54 0 0,-1 0-1 0 0,0 0 1 0 0,0 0 0 0 0,1 0 0 0 0,-1 1-1 0 0,0-1 1 0 0,1 0 0 0 0,-1 0 0 0 0,1 0-1 0 0,0 0 1 0 0,-1 0 0 0 0,1 0 0 0 0,0 0-1 0 0,-1-1 1 0 0,1 1 0 0 0,0 0 0 0 0,0 0-1 0 0,0 0 1 0 0,0-1 0 0 0,0 1 0 0 0,0 0-1 0 0,0-1 1 0 0,0 1 0 0 0,0-1 0 0 0,0 1-1 0 0,0-1 1 0 0,0 0 0 0 0,0 0 0 0 0,1 1-1 0 0,-1-1 1 0 0,0 0 0 0 0,0 0 0 0 0,0 0-1 0 0,0 0 1 0 0,0 0 0 0 0,2 0 0 0 0,29-6 341 0 0,-1-1 1 0 0,-1-1 0 0 0,0-2 0 0 0,0 0-1 0 0,36-20 1 0 0,30-10-106 0 0,-84 35-403 0 0,37-10 91 0 0,-47 14-127 0 0,1 1 1 0 0,-1-1 0 0 0,0 1 0 0 0,1 0 0 0 0,-1-1-1 0 0,0 1 1 0 0,1 1 0 0 0,-1-1 0 0 0,1 0-1 0 0,-1 1 1 0 0,0-1 0 0 0,0 1 0 0 0,1-1 0 0 0,-1 1-1 0 0,0 0 1 0 0,0 0 0 0 0,4 2 0 0 0,1 8-2737 0 0,-7-4 1406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0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42 10594 0 0,'-12'-25'434'0'0,"10"12"-905"0"0,2 13 529 0 0,0 0 0 0 0,0-1 0 0 0,1 1 1 0 0,-1 0-1 0 0,0 0 0 0 0,0-1 0 0 0,1 1 0 0 0,-1 0 0 0 0,0 0 1 0 0,0 0-1 0 0,1-1 0 0 0,-1 1 0 0 0,0 0 0 0 0,1 0 0 0 0,-1 0 1 0 0,0 0-1 0 0,1 0 0 0 0,-1 0 0 0 0,0 0 0 0 0,0 0 1 0 0,1 0-1 0 0,-1 0 0 0 0,0 0 0 0 0,1 0 0 0 0,-1 0 0 0 0,0 0 1 0 0,1 0-1 0 0,-1 0 0 0 0,0 0 0 0 0,1 0 0 0 0,-1 0 0 0 0,0 0 1 0 0,1 0-1 0 0,-1 1 0 0 0,0-1 0 0 0,1 0 0 0 0,0 1 113 0 0,1 0-1 0 0,-1 0 1 0 0,1 0-1 0 0,-1 0 0 0 0,1 1 1 0 0,-1-1-1 0 0,0 0 0 0 0,1 1 1 0 0,-1-1-1 0 0,0 1 1 0 0,0-1-1 0 0,0 1 0 0 0,0-1 1 0 0,1 4-1 0 0,11 29 738 0 0,-9-24-521 0 0,147 482 3101 0 0,-104-268-3379 0 0,-35-128-4357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35 197 6449 0 0,'-3'-3'154'0'0,"0"0"0"0"0,0 0 1 0 0,1 0-1 0 0,-1 0 0 0 0,1 0 0 0 0,-1-1 0 0 0,1 1 0 0 0,0-1 0 0 0,0 0 0 0 0,0 1 0 0 0,1-1 0 0 0,0 0 0 0 0,-1 0 0 0 0,1 0 0 0 0,1 0 0 0 0,-1 0 0 0 0,0 0 0 0 0,1 0 0 0 0,0-1 0 0 0,0 1 1 0 0,0 0-1 0 0,1 0 0 0 0,-1 0 0 0 0,1 0 0 0 0,0 0 0 0 0,0 0 0 0 0,0 0 0 0 0,1 0 0 0 0,0 0 0 0 0,2-3 0 0 0,-2 1 154 0 0,1 1 0 0 0,0 1 0 0 0,1-1 0 0 0,-1 0 0 0 0,1 1 0 0 0,0-1 0 0 0,0 1 1 0 0,0 0-1 0 0,1 1 0 0 0,0-1 0 0 0,-1 1 0 0 0,1 0 0 0 0,0 0 0 0 0,1 0 0 0 0,-1 1 0 0 0,0 0 0 0 0,1 0 0 0 0,-1 0 0 0 0,9-1 0 0 0,-4 1-344 0 0,0 1 0 0 0,0 0-1 0 0,1 0 1 0 0,-1 1-1 0 0,0 1 1 0 0,0-1 0 0 0,0 2-1 0 0,0 0 1 0 0,0 0 0 0 0,13 5-1 0 0,-2 1-1210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3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10 137 7370 0 0,'-3'4'-67'0'0,"-4"11"2899"0"0,15-17-1098 0 0,-1-2-994 0 0,0 0-1 0 0,-1-1 0 0 0,0 0 1 0 0,0 0-1 0 0,6-6 0 0 0,30-36-154 0 0,14-12-4571 0 0,-39 46 2492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6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16 7834 0 0,'-2'5'219'0'0,"0"4"2426"0"0,16-13 1140 0 0,13-7-2573 0 0,-20 8-2239 0 0,0 0 1 0 0,0 1-1 0 0,0 0 0 0 0,13-1 0 0 0,-18 2 742 0 0,0 1 1 0 0,0 0-1 0 0,0 0 0 0 0,0 0 1 0 0,0 0-1 0 0,-1 0 0 0 0,1 1 1 0 0,0-1-1 0 0,0 0 0 0 0,0 1 1 0 0,0 0-1 0 0,0-1 0 0 0,0 1 1 0 0,-1 0-1 0 0,1 0 0 0 0,0 0 0 0 0,-1 0 1 0 0,1 0-1 0 0,-1 0 0 0 0,3 2 1 0 0,-3-1 263 0 0,0 0 1 0 0,1 0-1 0 0,-1 0 0 0 0,0 1 1 0 0,0-1-1 0 0,0 0 1 0 0,-1 0-1 0 0,1 1 0 0 0,0-1 1 0 0,-1 0-1 0 0,0 1 0 0 0,1-1 1 0 0,-1 3-1 0 0,-2 28-43 0 0,-1-16 11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7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0 124 3225 0 0,'0'0'31'0'0,"0"0"1"0"0,1 0-1 0 0,-1 0 0 0 0,0 0 1 0 0,0 0-1 0 0,0 0 1 0 0,1 0-1 0 0,-1 0 1 0 0,0 0-1 0 0,0 0 0 0 0,0 0 1 0 0,1 0-1 0 0,-1 0 1 0 0,0 0-1 0 0,0 0 1 0 0,0 0-1 0 0,0 0 0 0 0,1 0 1 0 0,-1 0-1 0 0,0 0 1 0 0,0 0-1 0 0,0 0 1 0 0,1 0-1 0 0,-1 1 0 0 0,0-1 1 0 0,0 0-1 0 0,0 0 1 0 0,0 0-1 0 0,0 0 1 0 0,1 0-1 0 0,-1 0 1 0 0,0 1-1 0 0,0-1 0 0 0,0 0 1 0 0,0 0-1 0 0,0 0 1 0 0,0 0-1 0 0,0 1 1 0 0,0-1-1 0 0,0 0 0 0 0,0 0 1 0 0,1 0-1 0 0,-1 1 1 0 0,0-1-1 0 0,0 0 1 0 0,0 0-1 0 0,0 0 0 0 0,0 1 1 0 0,0-1-1 0 0,0 0 1 0 0,-1 0-1 0 0,1 0 1 0 0,0 1-1 0 0,0-1 0 0 0,0 0 1 0 0,0 0-1 0 0,0 0 1 0 0,0 0-1 0 0,0 1 1 0 0,0-1-1 0 0,0 0 0 0 0,0 0 1 0 0,-1 0-1 0 0,1 0 1 0 0,0 0-1 0 0,0 1 1 0 0,25-13 2091 0 0,29-24 46 0 0,37-32-1858 0 0,-74 52-299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11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44 411 5985 0 0,'-34'-111'5935'0'0,"25"84"-1481"0"0,17 37-738 0 0,13 8-2747 0 0,-1-2-649 0 0,107 129 264 0 0,-86-95-327 0 0,2-2-1 0 0,54 48 1 0 0,-90-90-233 0 0,1 0 0 0 0,-1-1 0 0 0,1 0 0 0 0,0 0 0 0 0,0-1 0 0 0,16 7 0 0 0,-22-10-18 0 0,0 0 0 0 0,0-1 0 0 0,0 1 0 0 0,0-1 0 0 0,0 0 0 0 0,1 0 0 0 0,-1 0 0 0 0,0 0 0 0 0,0 0 0 0 0,0 0 1 0 0,0 0-1 0 0,0-1 0 0 0,0 1 0 0 0,0-1 0 0 0,0 1 0 0 0,0-1 0 0 0,0 0 0 0 0,0 0 0 0 0,-1 1 0 0 0,1-2 0 0 0,0 1 0 0 0,0 0 0 0 0,-1 0 0 0 0,1 0 0 0 0,-1-1 0 0 0,1 1 0 0 0,-1-1 0 0 0,1 1 1 0 0,-1-1-1 0 0,0 0 0 0 0,0 0 0 0 0,0 1 0 0 0,0-1 0 0 0,0 0 0 0 0,0 0 0 0 0,0-3 0 0 0,4-14 97 0 0,0 0-1 0 0,-1 0 1 0 0,-2 0-1 0 0,0-1 1 0 0,-1 0-1 0 0,0 1 1 0 0,-5-30 0 0 0,3-22 68 0 0,1 32-260 0 0,3 1 0 0 0,1 0 0 0 0,2 0-1 0 0,1 0 1 0 0,2 1 0 0 0,2 0 0 0 0,1 1 0 0 0,18-36-1 0 0,-29 69-60 0 0,0 0 0 0 0,0 1 0 0 0,0-1-1 0 0,1 1 1 0 0,0-1 0 0 0,-1 1 0 0 0,1-1-1 0 0,0 1 1 0 0,0 0 0 0 0,0 0 0 0 0,0 0-1 0 0,1 0 1 0 0,-1 1 0 0 0,5-4 0 0 0,3 4-1419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4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15 210 10594 0 0,'0'0'31'0'0,"-1"0"-1"0"0,0 0 1 0 0,1 0-1 0 0,-1 0 1 0 0,0-1-1 0 0,0 1 0 0 0,1 0 1 0 0,-1-1-1 0 0,1 1 1 0 0,-1 0-1 0 0,0-1 1 0 0,1 1-1 0 0,-1-1 1 0 0,1 1-1 0 0,-1-1 1 0 0,1 1-1 0 0,-1-1 1 0 0,1 1-1 0 0,-1-1 1 0 0,1 0-1 0 0,0 1 0 0 0,-1-1 1 0 0,1 0-1 0 0,0 1 1 0 0,-1-1-1 0 0,1 0 1 0 0,0 1-1 0 0,0-1 1 0 0,0 0-1 0 0,0 0 1 0 0,-1 1-1 0 0,1-1 1 0 0,0 0-1 0 0,0 0 0 0 0,1 1 1 0 0,-1-2-1 0 0,1-1 57 0 0,0 0-1 0 0,0 1 1 0 0,1-1-1 0 0,-1 0 1 0 0,1 1-1 0 0,0-1 1 0 0,0 1-1 0 0,0-1 1 0 0,3-2-1 0 0,8-8 880 0 0,1 2 0 0 0,19-14-1 0 0,-12 13 42 0 0,-1 0-1 0 0,1 2 0 0 0,1 0 0 0 0,0 1 1 0 0,45-11-1 0 0,120-12-321 0 0,-108 26-2173 0 0,-52 6 38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7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40 0 10138 0 0,'-27'31'1428'0'0,"25"-28"-968"0"0,0 1 0 0 0,0-1 0 0 0,1 1 1 0 0,0 0-1 0 0,-1 0 0 0 0,1 0 1 0 0,1 0-1 0 0,-1 0 0 0 0,1 0 0 0 0,-1 0 1 0 0,1 0-1 0 0,0 0 0 0 0,0 0 0 0 0,1 0 1 0 0,0 0-1 0 0,-1 0 0 0 0,1 0 1 0 0,0 0-1 0 0,3 7 0 0 0,60 143 2259 0 0,-12-32-2131 0 0,-18-20-1204 0 0,26 123-1 0 0,-53-197-1032 0 0,0-12-2795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0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1 264 1376 0 0,'5'-65'1265'0'0,"-3"49"-110"0"0,1 0 0 0 0,1 0 0 0 0,0 1 0 0 0,1 0 0 0 0,1 0 0 0 0,0 0 0 0 0,15-25 0 0 0,-17 36-806 0 0,-1 0 1 0 0,1-1-1 0 0,0 2 0 0 0,0-1 0 0 0,0 0 0 0 0,1 1 1 0 0,-1-1-1 0 0,1 1 0 0 0,0 1 0 0 0,0-1 1 0 0,0 1-1 0 0,0-1 0 0 0,1 2 0 0 0,6-3 0 0 0,-10 4-305 0 0,0-1 0 0 0,0 1 0 0 0,0 0 0 0 0,0-1-1 0 0,0 1 1 0 0,0 0 0 0 0,0 0 0 0 0,0 1-1 0 0,0-1 1 0 0,0 0 0 0 0,0 1 0 0 0,-1-1-1 0 0,1 1 1 0 0,0-1 0 0 0,0 1 0 0 0,0 0-1 0 0,0 0 1 0 0,-1 0 0 0 0,1 0 0 0 0,-1 0 0 0 0,1 0-1 0 0,0 1 1 0 0,-1-1 0 0 0,0 0 0 0 0,1 1-1 0 0,-1-1 1 0 0,0 1 0 0 0,0 0 0 0 0,0-1-1 0 0,0 1 1 0 0,0 0 0 0 0,0 0 0 0 0,0-1-1 0 0,-1 1 1 0 0,1 0 0 0 0,0 0 0 0 0,-1 0 0 0 0,0 0-1 0 0,1 0 1 0 0,-1 0 0 0 0,0 0 0 0 0,0 3-1 0 0,1 33 168 0 0,-2 0 0 0 0,-1 0 0 0 0,-8 39 0 0 0,4-27 800 0 0,-1 50 0 0 0,7-99-978 0 0,0 1 0 0 0,0-1 0 0 0,0 0 0 0 0,0 1 0 0 0,0-1 0 0 0,0 0 0 0 0,0 1 0 0 0,1-1 0 0 0,-1 0-1 0 0,1 1 1 0 0,-1-1 0 0 0,1 0 0 0 0,-1 1 0 0 0,1-1 0 0 0,0 0 0 0 0,-1 0 0 0 0,1 0 0 0 0,0 0 0 0 0,0 0-1 0 0,0 0 1 0 0,0 0 0 0 0,0 0 0 0 0,0 0 0 0 0,0 0 0 0 0,0 0 0 0 0,2 1 0 0 0,0-2-11 0 0,0 1 1 0 0,-1 0 0 0 0,1-1-1 0 0,0 0 1 0 0,0 0 0 0 0,-1 1-1 0 0,1-2 1 0 0,0 1 0 0 0,0 0-1 0 0,0 0 1 0 0,-1-1 0 0 0,5-1-1 0 0,6-2-61 0 0,0-1 0 0 0,0 0 0 0 0,0-1-1 0 0,14-10 1 0 0,54-38-3083 0 0,-57 37 2034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2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17 4609 0 0,'-44'41'12958'0'0,"66"-57"-11180"0"0,-22 15-1783 0 0,8-5-88 0 0,0-1 0 0 0,0 1 0 0 0,16-8 0 0 0,-21 13-580 0 0,1-1-1 0 0,-1 1 1 0 0,0 0 0 0 0,0 0-1 0 0,1 1 1 0 0,-1-1 0 0 0,0 1-1 0 0,1-1 1 0 0,5 1 0 0 0,3 2-4609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4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1 129 3225 0 0,'0'1'41'0'0,"0"-1"1"0"0,0 0-1 0 0,0 0 1 0 0,0 0-1 0 0,-1 1 1 0 0,1-1-1 0 0,0 0 1 0 0,0 0 0 0 0,0 0-1 0 0,0 1 1 0 0,0-1-1 0 0,0 0 1 0 0,0 0-1 0 0,0 1 1 0 0,0-1-1 0 0,0 0 1 0 0,0 0-1 0 0,0 0 1 0 0,0 1 0 0 0,0-1-1 0 0,0 0 1 0 0,0 0-1 0 0,0 1 1 0 0,1-1-1 0 0,-1 0 1 0 0,0 0-1 0 0,0 0 1 0 0,0 1-1 0 0,0-1 1 0 0,0 0-1 0 0,0 0 1 0 0,1 0 0 0 0,-1 0-1 0 0,0 1 1 0 0,0-1-1 0 0,0 0 1 0 0,0 0-1 0 0,1 0 1 0 0,-1 0-1 0 0,0 0 1 0 0,0 0-1 0 0,0 0 1 0 0,1 0 0 0 0,-1 1-1 0 0,0-1 1 0 0,0 0-1 0 0,1 0 1 0 0,-1 0-1 0 0,16-4 2092 0 0,17-11 1046 0 0,10-10-1828 0 0,71-55 1 0 0,-95 66-1352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9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39 46 5985 0 0,'-38'-45'8601'0'0,"43"57"-5004"0"0,3 19-2615 0 0,-6-21-513 0 0,38 251 2311 0 0,-30-174-2647 0 0,24 102 0 0 0,12-26-2794 0 0,-33-121 1670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3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0 202 1376 0 0,'4'-59'-471'0'0,"5"-31"6250"0"0,-4 37-1157 0 0,-8 70 576 0 0,-8 64-2627 0 0,10-50-2289 0 0,2 1 1 0 0,1-1 0 0 0,10 53 0 0 0,-10-72-279 0 0,1-1-1 0 0,0 0 1 0 0,1 0 0 0 0,0 0 0 0 0,0 0 0 0 0,1 0 0 0 0,1-1 0 0 0,0 0 0 0 0,0 0 0 0 0,1-1 0 0 0,0 0 0 0 0,1 0-1 0 0,11 10 1 0 0,-17-17 18 0 0,0 0 0 0 0,1 0 0 0 0,-1-1 0 0 0,0 1 0 0 0,1-1 0 0 0,0 0 0 0 0,-1 0 0 0 0,1 0 0 0 0,-1 0 0 0 0,1 0 0 0 0,0 0 0 0 0,0-1 0 0 0,0 1 0 0 0,-1-1 0 0 0,1 0 0 0 0,0 0 0 0 0,0 0 0 0 0,0 0 0 0 0,3-1 0 0 0,-3 0 0 0 0,-1 1 1 0 0,0-1 0 0 0,0-1-1 0 0,0 1 1 0 0,1 0 0 0 0,-1 0 0 0 0,0-1-1 0 0,-1 1 1 0 0,1-1 0 0 0,0 0-1 0 0,0 0 1 0 0,-1 1 0 0 0,1-1-1 0 0,-1 0 1 0 0,1 0 0 0 0,-1-1 0 0 0,0 1-1 0 0,0 0 1 0 0,0 0 0 0 0,0 0-1 0 0,0-1 1 0 0,-1 1 0 0 0,1-3 0 0 0,4-16 42 0 0,-1 1 0 0 0,-2-1 0 0 0,0 0 0 0 0,-1 0 0 0 0,-1 0 0 0 0,-1 0 0 0 0,-4-22 0 0 0,3 30-31 0 0,0 0-1 0 0,-1 0 1 0 0,0 0 0 0 0,-1 0 0 0 0,-1 1 0 0 0,0 0 0 0 0,-1-1-1 0 0,0 2 1 0 0,-1-1 0 0 0,0 1 0 0 0,-1 0 0 0 0,-10-11 0 0 0,13 17-369 0 0,-1 0 0 0 0,0 0 0 0 0,0 1 0 0 0,-10-5 0 0 0,15 8 255 0 0,0 0 1 0 0,-1 0-1 0 0,1 0 1 0 0,0 1-1 0 0,-1-1 0 0 0,1 0 1 0 0,0 1-1 0 0,-1-1 0 0 0,1 1 1 0 0,-1 0-1 0 0,1-1 1 0 0,0 1-1 0 0,-1 0 0 0 0,1 0 1 0 0,-1 0-1 0 0,1 0 0 0 0,-1 0 1 0 0,1 0-1 0 0,-1 1 0 0 0,1-1 1 0 0,-1 0-1 0 0,1 1 1 0 0,-1-1-1 0 0,1 1 0 0 0,0-1 1 0 0,-1 1-1 0 0,1 0 0 0 0,0 0 1 0 0,-2 0-1 0 0,2 5-1363 0 0,2 0-12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3.64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0 179 4145 0 0,'21'12'12124'0'0,"54"73"-7409"0"0,-53-58-4373 0 0,1 0 0 0 0,1-1 1 0 0,49 39-1 0 0,-72-64-290 0 0,1 0-1 0 0,-1 1 1 0 0,1-1 0 0 0,0 0 0 0 0,-1 0-1 0 0,1-1 1 0 0,0 1 0 0 0,0 0 0 0 0,0 0-1 0 0,0-1 1 0 0,0 1 0 0 0,0-1 0 0 0,0 0 0 0 0,0 1-1 0 0,-1-1 1 0 0,1 0 0 0 0,0 0 0 0 0,4-1-1 0 0,-4 0-28 0 0,-1 1-1 0 0,1-1 0 0 0,0 0 0 0 0,-1 0 0 0 0,0 0 1 0 0,1 0-1 0 0,-1 0 0 0 0,1 0 0 0 0,-1-1 0 0 0,0 1 1 0 0,0 0-1 0 0,0-1 0 0 0,0 1 0 0 0,0-1 0 0 0,0 1 1 0 0,0-1-1 0 0,0-1 0 0 0,4-9 34 0 0,-2-1 0 0 0,1 1 1 0 0,-2-1-1 0 0,3-23 0 0 0,-3 17 155 0 0,4-28-103 0 0,-1 9-41 0 0,14-59 0 0 0,-17 87-246 0 0,1 1-1 0 0,0 1 0 0 0,0-1 1 0 0,1 0-1 0 0,0 1 0 0 0,1 0 1 0 0,0 0-1 0 0,0 0 0 0 0,1 1 0 0 0,-1-1 1 0 0,14-11-1 0 0,-5 8-833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4.1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89 260 3225 0 0,'-5'-1'166'0'0,"1"1"0"0"0,-1 0 0 0 0,0 0 1 0 0,1 1-1 0 0,-1-1 0 0 0,1 1 0 0 0,-1 0 1 0 0,1 0-1 0 0,0 0 0 0 0,-1 1 0 0 0,1 0 1 0 0,0 0-1 0 0,0 0 0 0 0,0 0 0 0 0,0 0 0 0 0,0 1 1 0 0,1 0-1 0 0,-1 0 0 0 0,-4 5 0 0 0,8-8-117 0 0,0 0 1 0 0,0 1-1 0 0,0-1 0 0 0,0 0 0 0 0,0 1 0 0 0,0-1 0 0 0,0 0 0 0 0,0 0 0 0 0,0 1 0 0 0,0-1 0 0 0,0 0 0 0 0,1 1 0 0 0,-1-1 0 0 0,0 0 0 0 0,0 1 0 0 0,0-1 0 0 0,0 0 0 0 0,1 0 0 0 0,-1 1 0 0 0,0-1 1 0 0,0 0-1 0 0,1 0 0 0 0,-1 1 0 0 0,0-1 0 0 0,0 0 0 0 0,1 0 0 0 0,-1 0 0 0 0,0 1 0 0 0,0-1 0 0 0,1 0 0 0 0,-1 0 0 0 0,0 0 0 0 0,1 0 0 0 0,-1 0 0 0 0,0 0 0 0 0,1 0 0 0 0,-1 0 0 0 0,0 0 1 0 0,1 0-1 0 0,-1 0 0 0 0,0 0 0 0 0,1 0 0 0 0,-1 0 0 0 0,0 0 0 0 0,1 0 0 0 0,-1 0 0 0 0,0 0 0 0 0,1 0 0 0 0,-1-1 0 0 0,20 1 1603 0 0,-19 0-1540 0 0,21-2 1512 0 0,0-1 0 0 0,28-8 0 0 0,90-37 1445 0 0,-59 19-1961 0 0,202-49 1027 0 0,-56 17-1547 0 0,-27 9-411 0 0,-166 46-1143 0 0,-1 2 0 0 0,1 1 1 0 0,0 1-1 0 0,36 3 0 0 0,-38 3-5646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4.9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27 13187 0 0,'3'-13'9'0'0,"1"0"4475"0"0,2 30-1404 0 0,29 244-831 0 0,-26-161-2364 0 0,28 116 1 0 0,-19-148-708 0 0,-4-23-4958 0 0,-4-10-1172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5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 11058 0 0,'0'-3'6435'0'0,"0"7"-5348"0"0,2 109 38 0 0,3 38 922 0 0,-2-129-1832 0 0,0 1 1 0 0,1-1-1 0 0,2 0 0 0 0,12 36 1 0 0,-5-26-342 0 0,-9-18-67 0 0,1-1-1 0 0,0 1 0 0 0,1-1 1 0 0,1 0-1 0 0,0 0 0 0 0,1-1 1 0 0,0 0-1 0 0,14 15 0 0 0,-14-21-1945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5.5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92 31 1376 0 0,'-2'-31'13056'0'0,"-5"40"-11111"0"0,-2 5-963 0 0,1 1 1 0 0,1 0 0 0 0,-7 23-1 0 0,1 5-721 0 0,-8 47-1 0 0,18-73-155 0 0,0-1 0 0 0,1 1 0 0 0,0 0-1 0 0,2 0 1 0 0,1 28 0 0 0,0-42-60 0 0,-1 1 0 0 0,1-1 0 0 0,-1 0-1 0 0,1 1 1 0 0,0-1 0 0 0,0 0 0 0 0,0 0 0 0 0,1 0 0 0 0,-1 0 0 0 0,1 0 0 0 0,0 0 0 0 0,0 0 0 0 0,0-1 0 0 0,0 1 0 0 0,0 0-1 0 0,1-1 1 0 0,-1 0 0 0 0,1 0 0 0 0,-1 1 0 0 0,1-2 0 0 0,0 1 0 0 0,0 0 0 0 0,0 0 0 0 0,0-1 0 0 0,0 0 0 0 0,0 0 0 0 0,0 1 0 0 0,1-2-1 0 0,-1 1 1 0 0,0 0 0 0 0,1-1 0 0 0,-1 1 0 0 0,0-1 0 0 0,6-1 0 0 0,9 0 27 0 0,0-2 1 0 0,-1-1-1 0 0,1 0 0 0 0,-1-1 1 0 0,0 0-1 0 0,0-2 0 0 0,-1 0 1 0 0,25-15-1 0 0,-12 8-226 0 0,38-15 0 0 0,-33 18-1569 0 0,42-8 0 0 0,-57 16-5520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6.7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31 2304 0 0,'0'2'235'0'0,"0"-1"-1"0"0,1 0 1 0 0,-1 1-1 0 0,1-1 0 0 0,-1 0 1 0 0,1 1-1 0 0,0-1 0 0 0,0 0 1 0 0,-1 0-1 0 0,1 0 1 0 0,0 0-1 0 0,0 1 0 0 0,0-1 1 0 0,0-1-1 0 0,0 1 0 0 0,0 0 1 0 0,1 0-1 0 0,-1 0 1 0 0,0 0-1 0 0,0-1 0 0 0,1 1 1 0 0,-1-1-1 0 0,0 1 0 0 0,1-1 1 0 0,-1 1-1 0 0,0-1 1 0 0,1 0-1 0 0,-1 0 0 0 0,3 1 1 0 0,1 0 645 0 0,1-1 0 0 0,0 1 1 0 0,0-1-1 0 0,-1 0 0 0 0,12-1 1 0 0,-10-1-40 0 0,0-1-1 0 0,0 0 1 0 0,0 0 0 0 0,0 0 0 0 0,-1-1 0 0 0,11-7-1 0 0,-13 8-805 0 0,1-1-1 0 0,0 1 1 0 0,0 0-1 0 0,0 0 1 0 0,1 1-1 0 0,-1-1 0 0 0,1 1 1 0 0,-1 0-1 0 0,1 1 1 0 0,0-1-1 0 0,7 0 0 0 0,-11 3-510 0 0,0-1 0 0 0,1 0-1 0 0,-1 1 1 0 0,0-1 0 0 0,0 1-1 0 0,1-1 1 0 0,-1 1 0 0 0,0 0-1 0 0,0 0 1 0 0,2 2 0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6.90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11058 0 0,'1'1'272'0'0,"0"0"0"0"0,0 0 0 0 0,0 0 0 0 0,0-1 0 0 0,1 1 0 0 0,-1 0 0 0 0,0-1 0 0 0,0 1 0 0 0,1-1-1 0 0,-1 1 1 0 0,0-1 0 0 0,1 1 0 0 0,-1-1 0 0 0,1 0 0 0 0,-1 0 0 0 0,0 0 0 0 0,1 0 0 0 0,-1 0 0 0 0,1 0 0 0 0,1 0-1 0 0,40 2 3595 0 0,-31-3-3359 0 0,19 2-3236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1.5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43 1 9218 0 0,'-41'23'7805'0'0,"41"-23"-7534"0"0,-1 1-1 0 0,1 0 1 0 0,0-1 0 0 0,0 1 0 0 0,0-1 0 0 0,0 1-1 0 0,-1 0 1 0 0,1 0 0 0 0,0-1 0 0 0,1 2 0 0 0,6 31-7534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2.3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1 147 5065 0 0,'15'-50'2817'0'0,"3"-10"-202"0"0,-22 24 9883 0 0,4 36-12387 0 0,-2 7-92 0 0,1 0 0 0 0,-1-1 0 0 0,1 1 0 0 0,0 0 0 0 0,1 0 1 0 0,-1 0-1 0 0,2 0 0 0 0,0 12 0 0 0,15 66 19 0 0,-7-37-34 0 0,11 91-41 0 0,12 65 182 0 0,-25-168-774 0 0,3 0 0 0 0,1-1 0 0 0,23 53 0 0 0,-29-79-856 0 0,0 1 0 0 0,1-1 1 0 0,11 15-1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2.7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1 157 3681 0 0,'0'-23'875'0'0,"2"0"0"0"0,5-26 0 0 0,11-12 11519 0 0,-18 61-12300 0 0,3 13 1660 0 0,0 19-1049 0 0,-17 351 559 0 0,13-328-1268 0 0,0-6-38 0 0,2 1 0 0 0,2-1 0 0 0,11 62 0 0 0,-13-107-122 0 0,0 0-1 0 0,0 1 1 0 0,1-1 0 0 0,0 0 0 0 0,0 0 0 0 0,0 0 0 0 0,0 0 0 0 0,0-1-1 0 0,1 1 1 0 0,-1 0 0 0 0,7 5 0 0 0,-9-9-21 0 0,1 1 0 0 0,0 0 0 0 0,0-1 0 0 0,0 1 0 0 0,-1-1 0 0 0,1 1 0 0 0,0-1 0 0 0,0 0 0 0 0,0 1 0 0 0,0-1 0 0 0,0 0 0 0 0,0 0 0 0 0,0 1 0 0 0,0-1-1 0 0,0 0 1 0 0,0 0 0 0 0,0 0 0 0 0,0 0 0 0 0,0 0 0 0 0,0 0 0 0 0,1-1 0 0 0,0 0-203 0 0,0 0 0 0 0,-1 0 0 0 0,1 0-1 0 0,0 0 1 0 0,-1 0 0 0 0,1 0 0 0 0,-1-1 0 0 0,0 1-1 0 0,1 0 1 0 0,-1-1 0 0 0,0 1 0 0 0,0-1-1 0 0,0 0 1 0 0,0 1 0 0 0,1-3 0 0 0,23-49-5425 0 0,-17 33 5614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3.06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52 1984 0 0,'-4'-1'254'0'0,"1"-1"0"0"0,-1 0-1 0 0,1 0 1 0 0,0 0 0 0 0,0 0-1 0 0,-1 0 1 0 0,-2-4 0 0 0,5 5-74 0 0,0 1 0 0 0,1-1 0 0 0,-1 0 0 0 0,0 1 0 0 0,0-1 0 0 0,1 0 0 0 0,-1 0 0 0 0,0 0 0 0 0,1 0 0 0 0,-1 0 0 0 0,1 1 0 0 0,-1-1 0 0 0,1 0 0 0 0,0 0 0 0 0,-1 0 1 0 0,1 0-1 0 0,0-1 0 0 0,0 1 0 0 0,-1 0 0 0 0,1 0 0 0 0,0 0 0 0 0,0 0 0 0 0,0 0 0 0 0,0 0 0 0 0,0 0 0 0 0,1 0 0 0 0,-1 0 0 0 0,0 0 0 0 0,0 0 0 0 0,2-2 0 0 0,-2 3-61 0 0,1-1 0 0 0,-1 1 0 0 0,1 0 0 0 0,-1 0 0 0 0,1 0 1 0 0,-1 0-1 0 0,1-1 0 0 0,-1 1 0 0 0,1 0 0 0 0,0 0 0 0 0,-1 0 0 0 0,1 0 0 0 0,-1 0 0 0 0,1 0 0 0 0,-1 1 0 0 0,1-1 0 0 0,0 0 0 0 0,-1 0 0 0 0,1 0 0 0 0,-1 0 0 0 0,1 1 0 0 0,-1-1 0 0 0,1 0 0 0 0,-1 0 0 0 0,1 1 0 0 0,-1-1 0 0 0,1 1 0 0 0,16 10 1035 0 0,-16-10-1017 0 0,71 53 3126 0 0,93 64-65 0 0,-109-85-2632 0 0,-22-13-93 0 0,61 46 0 0 0,-85-57-644 0 0,0-1-1 0 0,-1 2 0 0 0,0-1 0 0 0,-1 1 1 0 0,0 1-1 0 0,-1-1 0 0 0,0 1 0 0 0,0 1 1 0 0,9 22-1 0 0,12 39-5980 0 0,-24-60 703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3.2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34 186 10594 0 0,'-6'3'-93'0'0,"-17"5"2156"0"0,18-14-48 0 0,8-10 228 0 0,0 8-1746 0 0,0 0 0 0 0,0 0-1 0 0,1 1 1 0 0,1-1-1 0 0,-1 1 1 0 0,1 0 0 0 0,0 0-1 0 0,1 1 1 0 0,-1 0 0 0 0,8-6-1 0 0,3-3-705 0 0,1 1-1 0 0,32-20 1 0 0,-23 19-5018 0 0,5 2-1825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08.3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100 148 456 0 0,'-64'-135'8019'0'0,"63"134"-7820"0"0,1 0-1 0 0,0 1 1 0 0,0-1-1 0 0,0 1 0 0 0,-1-1 1 0 0,1 0-1 0 0,0 1 1 0 0,-1-1-1 0 0,1 1 1 0 0,0-1-1 0 0,-1 1 1 0 0,1-1-1 0 0,-1 1 0 0 0,1-1 1 0 0,-1 1-1 0 0,1-1 1 0 0,-1 1-1 0 0,1-1 1 0 0,-1 1-1 0 0,1 0 1 0 0,-1-1-1 0 0,1 1 1 0 0,-1 0-1 0 0,0 0 0 0 0,1 0 1 0 0,-2-1-1 0 0,2 2-83 0 0,-1-1 1 0 0,0 1-1 0 0,1-1 0 0 0,-1 1 0 0 0,1-1 0 0 0,-1 1 0 0 0,1 0 0 0 0,-1-1 0 0 0,1 1 1 0 0,0 0-1 0 0,-1-1 0 0 0,1 1 0 0 0,0 0 0 0 0,-1 0 0 0 0,1-1 0 0 0,0 1 0 0 0,0 0 0 0 0,0 0 1 0 0,-6 47 365 0 0,5-42-223 0 0,-4 43 227 0 0,2 1 0 0 0,2 0 0 0 0,3 0 0 0 0,9 68 0 0 0,-7-100-419 0 0,1 0-1 0 0,1-1 0 0 0,1 1 0 0 0,0-1 0 0 0,1-1 0 0 0,19 30 0 0 0,-20-37-26 0 0,0 1 0 0 0,0-1 0 0 0,1 0 0 0 0,0-1 0 0 0,0 0 0 0 0,1 0 0 0 0,0-1 0 0 0,1 0-1 0 0,-1 0 1 0 0,1-1 0 0 0,21 9 0 0 0,-28-14-24 0 0,1 0-1 0 0,-1 0 0 0 0,1 0 1 0 0,0-1-1 0 0,-1 1 1 0 0,1-1-1 0 0,0 0 0 0 0,0 0 1 0 0,-1 0-1 0 0,1-1 0 0 0,0 1 1 0 0,-1-1-1 0 0,1 0 0 0 0,-1 0 1 0 0,1 0-1 0 0,-1 0 1 0 0,1-1-1 0 0,-1 1 0 0 0,0-1 1 0 0,0 0-1 0 0,1 0 0 0 0,-1 0 1 0 0,-1-1-1 0 0,1 1 1 0 0,0-1-1 0 0,-1 1 0 0 0,1-1 1 0 0,-1 0-1 0 0,0 0 0 0 0,4-5 1 0 0,5-10 47 0 0,-1 0 1 0 0,-1-1-1 0 0,0 0 1 0 0,7-23-1 0 0,-11 27-18 0 0,-1 5 20 0 0,-1-1-1 0 0,0 1 1 0 0,-1-1 0 0 0,0 1 0 0 0,-1-1-1 0 0,0 0 1 0 0,0 0 0 0 0,-1 1 0 0 0,-1-1-1 0 0,0 0 1 0 0,0 0 0 0 0,-1 1 0 0 0,-1-1-1 0 0,1 1 1 0 0,-2 0 0 0 0,1-1 0 0 0,-2 1-1 0 0,1 1 1 0 0,-8-13 0 0 0,2 5 22 0 0,0 1 1 0 0,-1 0-1 0 0,0 1 1 0 0,-21-22-1 0 0,26 31-84 0 0,-1 0 0 0 0,1 0-1 0 0,-1 0 1 0 0,-1 1 0 0 0,1 0 0 0 0,-1 1-1 0 0,1-1 1 0 0,-1 1 0 0 0,-1 1-1 0 0,1 0 1 0 0,0 0 0 0 0,-10-2-1 0 0,0 4 13 0 0,18 1-96 0 0,-1 0 0 0 0,1 0 0 0 0,0 0-1 0 0,0 0 1 0 0,0 0 0 0 0,-1 0 0 0 0,1-1-1 0 0,0 1 1 0 0,0 0 0 0 0,-1 0 0 0 0,1 0-1 0 0,0 0 1 0 0,0 0 0 0 0,-1 0 0 0 0,1 0-1 0 0,0 1 1 0 0,0-1 0 0 0,-1 0 0 0 0,1 0-1 0 0,0 0 1 0 0,0 0 0 0 0,-1 0-1 0 0,1 0 1 0 0,0 0 0 0 0,0 0 0 0 0,0 1-1 0 0,-1-1 1 0 0,1 0 0 0 0,-1 1-494 0 0,1-1 494 0 0,0 1 0 0 0,0-1-1 0 0,0 0 1 0 0,0 0 0 0 0,0 1 0 0 0,-1-1-1 0 0,1 0 1 0 0,0 0 0 0 0,0 1-1 0 0,0-1 1 0 0,0 0 0 0 0,0 0 0 0 0,0 1-1 0 0,0-1 1 0 0,0 0 0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08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123 147 3225 0 0,'-7'-15'117'0'0,"0"0"1"0"0,-1 1 0 0 0,-1 0-1 0 0,-17-21 1 0 0,-15-8 15136 0 0,45 54-12689 0 0,1 7-3606 0 0,-7 5 1099 0 0,2-23-52 0 0,0 0 1 0 0,0-1 0 0 0,0 1 0 0 0,0 0-1 0 0,-1-1 1 0 0,1 1 0 0 0,0 0-1 0 0,0 0 1 0 0,0-1 0 0 0,0 1-1 0 0,-1 0 1 0 0,1 0 0 0 0,0 0 0 0 0,0-1-1 0 0,-1 1 1 0 0,1 0 0 0 0,0 0-1 0 0,0 0 1 0 0,-1-1 0 0 0,1 1-1 0 0,0 0 1 0 0,0 0 0 0 0,-1 0 0 0 0,1 0-1 0 0,0 0 1 0 0,-1 0 0 0 0,1 0-1 0 0,0 0 1 0 0,0 0 0 0 0,-1 0-1 0 0,1 0 1 0 0,0 0 0 0 0,-1 0 0 0 0,1 0-1 0 0,0 0 1 0 0,0 0 0 0 0,-1 0-1 0 0,1 0 1 0 0,0 0 0 0 0,-1 0 0 0 0,1 0-1 0 0,0 1 1 0 0,0-1 0 0 0,-1 0-1 0 0,1 0 1 0 0,0 0 0 0 0,0 0-1 0 0,-1 1 1 0 0,1-1 0 0 0,0 0 0 0 0,0 0-1 0 0,0 1 1 0 0,-1-1 0 0 0,1 0-1 0 0,0 0 1 0 0,0 1 0 0 0,0-1-1 0 0,0 0 1 0 0,0 0 0 0 0,0 1 0 0 0,0-1-1 0 0,-1 0 1 0 0,1 1 0 0 0,0-1-1 0 0,0 0 1 0 0,0 1 0 0 0,0-1-1 0 0,0 1 1 0 0,-2-6-52 0 0,-1 0-1 0 0,1-1 0 0 0,0 1 1 0 0,0 0-1 0 0,0-1 1 0 0,1 1-1 0 0,0-1 0 0 0,0 1 1 0 0,0-1-1 0 0,1-6 1 0 0,0 12-27 0 0,1 0 0 0 0,-1 0 0 0 0,0 0 0 0 0,1 0 0 0 0,-1 0 0 0 0,0 0 0 0 0,1 1 1 0 0,-1-1-1 0 0,0 0 0 0 0,1 0 0 0 0,-1 0 0 0 0,0 0 0 0 0,1 0 0 0 0,-1 1 0 0 0,0-1 0 0 0,1 0 0 0 0,-1 0 0 0 0,0 0 1 0 0,0 1-1 0 0,1-1 0 0 0,-1 0 0 0 0,0 0 0 0 0,0 1 0 0 0,1-1 0 0 0,-1 0 0 0 0,0 1 0 0 0,0-1 0 0 0,0 0 1 0 0,0 1-1 0 0,0-1 0 0 0,1 0 0 0 0,-1 1 0 0 0,0 0-102 0 0,6 8-1405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3.9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90 236 6913 0 0,'-16'-52'2248'0'0,"-56"-131"8669"0"0,70 200-9796 0 0,5 27-930 0 0,23 336 332 0 0,-7-69-215 0 0,-7-157-284 0 0,44 347 128 0 0,-49-470-1216 0 0,-2 1-1 0 0,-1-1 1 0 0,-2 1 0 0 0,0-1 0 0 0,-6 46-1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4.3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201 528 5985 0 0,'-55'-15'1349'0'0,"-69"-33"8886"0"0,102 36-5597 0 0,30 25-3697 0 0,39 66-713 0 0,-22-35-198 0 0,1-1 0 0 0,63 77 0 0 0,-80-111-30 0 0,-1 1 0 0 0,2-2 0 0 0,-1 1 0 0 0,1-1 0 0 0,0 0 0 0 0,1-1 0 0 0,0 0 0 0 0,0-1 0 0 0,0 0 0 0 0,1-1 0 0 0,0 0 0 0 0,0-1 0 0 0,0-1 0 0 0,0 1 0 0 0,1-2 0 0 0,21 2 0 0 0,-26-4 30 0 0,0-1 0 0 0,1 0-1 0 0,-1 0 1 0 0,0-1-1 0 0,0 0 1 0 0,-1 0 0 0 0,1-1-1 0 0,0 0 1 0 0,-1 0-1 0 0,1-1 1 0 0,-1 0 0 0 0,0 0-1 0 0,-1-1 1 0 0,1 0-1 0 0,-1 0 1 0 0,0-1 0 0 0,0 0-1 0 0,0 0 1 0 0,7-11-1 0 0,7-10 166 0 0,-2-1 0 0 0,0-1 0 0 0,18-43-1 0 0,61-179 451 0 0,-57 137-594 0 0,40-125-869 0 0,-74 226 243 0 0,-5 13 497 0 0,-1 0 0 0 0,0-1 0 0 0,0 1 0 0 0,0 0 0 0 0,0 0 0 0 0,1 0 0 0 0,-1-1-1 0 0,0 1 1 0 0,0 0 0 0 0,0 0 0 0 0,1 0 0 0 0,-1 0 0 0 0,0 0 0 0 0,0-1 0 0 0,0 1 0 0 0,1 0 0 0 0,-1 0 0 0 0,0 0-1 0 0,0 0 1 0 0,1 0 0 0 0,-1 0 0 0 0,0 0 0 0 0,1 0 0 0 0,-1 0 0 0 0,0 0 0 0 0,0 0 0 0 0,1 0 0 0 0,-1 0 0 0 0,0 0-1 0 0,0 0 1 0 0,1 0 0 0 0,-1 0 0 0 0,0 1 0 0 0,0-1 0 0 0,0 0 0 0 0,1 0 0 0 0,-1 0 0 0 0,0 0 0 0 0,0 0-1 0 0,1 0 1 0 0,-1 1 0 0 0,0-1 0 0 0,0 0 0 0 0,0 0 0 0 0,0 0 0 0 0,1 1 0 0 0,-1-1 0 0 0,0 0 0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4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88 270 5065 0 0,'-74'-251'12060'0'0,"65"233"-9058"0"0,4 29-888 0 0,5 39-835 0 0,0-47-1433 0 0,47 444 475 0 0,-16-212-243 0 0,-28-210-81 0 0,27 194-218 0 0,-23-180 134 0 0,2-2 1 0 0,2 1 0 0 0,25 57 0 0 0,-35-94 36 0 0,2 8-1337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1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64 3225 0 0,'-22'-26'113'0'0,"2"-11"15173"0"0,49 41-14231 0 0,3 5-774 0 0,1 2 0 0 0,-2 0 0 0 0,0 3 1 0 0,0 0-1 0 0,47 31 0 0 0,-58-31-1292 0 0,0 2 1 0 0,0 0-1 0 0,-2 1 0 0 0,32 37 1 0 0,-25-22-676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2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90 6913 0 0,'-8'5'209'0'0,"-22"-1"6700"0"0,31-5-6762 0 0,10-12 1044 0 0,-1 5-1021 0 0,0 0 0 0 0,0 1 0 0 0,0 0 0 0 0,1 0 1 0 0,15-6-1 0 0,-9 7-1859 0 0,0 0 0 0 0,0 0 0 0 0,0 2 0 0 0,1 0 0 0 0,29-2 0 0 0,-16 4 794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9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59 21 3225 0 0,'-15'-9'4186'0'0,"14"8"-3622"0"0,-1 0 0 0 0,1 0 0 0 0,-1 0 1 0 0,1 0-1 0 0,-1 0 0 0 0,1 0 0 0 0,-1 0 1 0 0,0 1-1 0 0,1-1 0 0 0,-1 0 0 0 0,0 1 1 0 0,1 0-1 0 0,-1-1 0 0 0,0 1 1 0 0,0 0-1 0 0,1 0 0 0 0,-1 0 0 0 0,0 0 1 0 0,0 0-1 0 0,-2 1 0 0 0,3 0-450 0 0,1 0 0 0 0,-1 0 0 0 0,0 1 1 0 0,1-1-1 0 0,-1 0 0 0 0,1 1 0 0 0,-1-1 0 0 0,1 0 0 0 0,0 1 0 0 0,-1-1 0 0 0,1 0 1 0 0,0 1-1 0 0,0-1 0 0 0,0 1 0 0 0,0-1 0 0 0,0 0 0 0 0,1 3 0 0 0,3 29 505 0 0,-3-29-451 0 0,5 30 153 0 0,30 156 625 0 0,-27-151-974 0 0,3 0 1 0 0,30 67-1 0 0,8 25-372 0 0,-66-166-1689 0 0,-15-46 1 0 0,13 23 2661 0 0,3-1 1 0 0,3-1 0 0 0,-6-67 0 0 0,18 119-451 0 0,0-1 0 0 0,0 1 0 0 0,0-1 0 0 0,1 1 0 0 0,1-1 0 0 0,0 1 1 0 0,0 0-1 0 0,5-15 0 0 0,-5 19-95 0 0,-1 1 1 0 0,1-1 0 0 0,-1 1 0 0 0,1 0 0 0 0,0 0 0 0 0,0 0 0 0 0,1 0-1 0 0,-1 0 1 0 0,1 0 0 0 0,-1 1 0 0 0,1-1 0 0 0,0 1 0 0 0,0-1 0 0 0,0 1-1 0 0,0 0 1 0 0,0 0 0 0 0,1 1 0 0 0,-1-1 0 0 0,0 1 0 0 0,1-1-1 0 0,0 1 1 0 0,5-1 0 0 0,-7 2-15 0 0,0 0 0 0 0,0 0 0 0 0,1 1-1 0 0,-1-1 1 0 0,0 1 0 0 0,0-1 0 0 0,0 1 0 0 0,0 0 0 0 0,1 0-1 0 0,-1 0 1 0 0,0 0 0 0 0,0 0 0 0 0,-1 0 0 0 0,1 0 0 0 0,3 3-1 0 0,27 28-16 0 0,-18-18 53 0 0,15 14 21 0 0,-3-2-15 0 0,54 42 0 0 0,-72-63-33 0 0,1 1 0 0 0,-1-1 0 0 0,1-1 0 0 0,0 1 0 0 0,0-1 0 0 0,0-1 0 0 0,0 0 0 0 0,1 0 0 0 0,-1-1 0 0 0,1 0 0 0 0,19 1 0 0 0,-28-3-16 0 0,0 0 0 0 0,0-1 0 0 0,0 1 0 0 0,0 0 0 0 0,0-1 0 0 0,-1 1-1 0 0,1 0 1 0 0,0-1 0 0 0,0 1 0 0 0,0-1 0 0 0,-1 1 0 0 0,1-1 0 0 0,0 0 0 0 0,0 1 0 0 0,-1-1 0 0 0,1 0 0 0 0,-1 1 0 0 0,1-1-1 0 0,0 0 1 0 0,-1 0 0 0 0,0 1 0 0 0,1-1 0 0 0,-1 0 0 0 0,1 0 0 0 0,-1 0 0 0 0,0 0 0 0 0,0 0 0 0 0,1 0 0 0 0,-1 0-1 0 0,0 0 1 0 0,0 1 0 0 0,0-1 0 0 0,0-2 0 0 0,-1-41-182 0 0,0 28 166 0 0,5-65-1012 0 0,4 47-5764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6.4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48 131 3225 0 0,'-5'-6'-85'0'0,"-11"-15"2983"0"0,15 20-2319 0 0,-1-1-1 0 0,1 1 0 0 0,-1 0 0 0 0,1 0 0 0 0,-1 0 1 0 0,0-1-1 0 0,1 2 0 0 0,-1-1 0 0 0,0 0 0 0 0,-3-1 1 0 0,5 2-485 0 0,0 0 1 0 0,-1 0 0 0 0,1 1 0 0 0,0-1 0 0 0,-1 0-1 0 0,1 0 1 0 0,0 0 0 0 0,0 1 0 0 0,-1-1-1 0 0,1 0 1 0 0,0 0 0 0 0,0 1 0 0 0,-1-1-1 0 0,1 0 1 0 0,0 0 0 0 0,0 1 0 0 0,0-1 0 0 0,0 0-1 0 0,-1 1 1 0 0,1-1 0 0 0,0 0 0 0 0,0 1-1 0 0,0-1 1 0 0,0 0 0 0 0,0 1 0 0 0,0-1 0 0 0,0 0-1 0 0,0 1 1 0 0,0-1 0 0 0,0 0 0 0 0,0 1-1 0 0,0-1 1 0 0,0 0 0 0 0,0 1 0 0 0,0-1-1 0 0,0 0 1 0 0,0 1 0 0 0,1-1 0 0 0,-1 0 0 0 0,0 0-1 0 0,0 1 1 0 0,0-1 0 0 0,1 1 0 0 0,5 20 742 0 0,-5-18-594 0 0,6 17 119 0 0,0 0 1 0 0,2 0-1 0 0,0-1 1 0 0,1-1-1 0 0,1 1 1 0 0,21 26-1 0 0,-27-38-295 0 0,-1-2-1 0 0,2 1 1 0 0,-1 0 0 0 0,0-1-1 0 0,1 0 1 0 0,0 0 0 0 0,0-1-1 0 0,1 1 1 0 0,-1-1 0 0 0,1-1-1 0 0,0 1 1 0 0,0-1 0 0 0,0-1-1 0 0,0 1 1 0 0,1-1 0 0 0,-1 0-1 0 0,1-1 1 0 0,-1 0 0 0 0,1 0-1 0 0,0 0 1 0 0,12-2 0 0 0,-18 1-47 0 0,0 0 0 0 0,0-1 0 0 0,0 1 0 0 0,0-1 0 0 0,0 0 0 0 0,0 1 0 0 0,0-1 0 0 0,0 0 0 0 0,-1 0 0 0 0,1 0 1 0 0,0 0-1 0 0,-1-1 0 0 0,1 1 0 0 0,0 0 0 0 0,-1-1 0 0 0,0 1 0 0 0,1-1 0 0 0,-1 1 0 0 0,0-1 0 0 0,0 0 0 0 0,0 1 0 0 0,0-1 1 0 0,0 0-1 0 0,0 0 0 0 0,0 0 0 0 0,-1 0 0 0 0,1 0 0 0 0,-1 0 0 0 0,1 0 0 0 0,-1 0 0 0 0,0 0 0 0 0,0 0 0 0 0,0 0 0 0 0,0 0 0 0 0,0 0 1 0 0,0 0-1 0 0,-1 0 0 0 0,0-3 0 0 0,-2-9 33 0 0,0-1 1 0 0,-1 1-1 0 0,0 0 1 0 0,-8-15-1 0 0,10 25-23 0 0,-11-23-13 0 0,-1 0 0 0 0,-1 2 0 0 0,-2 0-1 0 0,0 0 1 0 0,-29-29 0 0 0,26 34-35 0 0,19 19-113 0 0,1 1 0 0 0,0-1 0 0 0,-1 0 0 0 0,1 1 0 0 0,-1-1 0 0 0,1 1 0 0 0,-1-1 0 0 0,1 1 0 0 0,-1-1 0 0 0,0 1 0 0 0,1-1 0 0 0,-1 1 0 0 0,0 0 0 0 0,1-1 0 0 0,-1 1 0 0 0,0 0 0 0 0,1 0 0 0 0,-1-1 0 0 0,0 1 1 0 0,0 0-1 0 0,1 0 0 0 0,-1 0 0 0 0,0 0 0 0 0,0 0 0 0 0,1 0 0 0 0,-1 0 0 0 0,0 0 0 0 0,0 0 0 0 0,1 0 0 0 0,-2 1 0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6.7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0 161 6913 0 0,'6'-10'8020'0'0,"11"15"-7301"0"0,-1 2 0 0 0,1 0 0 0 0,-1 1 0 0 0,0 1 0 0 0,23 17 0 0 0,-33-22-544 0 0,0 1 0 0 0,0 0 0 0 0,0 0 0 0 0,-1 0-1 0 0,0 1 1 0 0,0 0 0 0 0,0 0 0 0 0,-1 0 0 0 0,0 0 0 0 0,0 1-1 0 0,0 0 1 0 0,-1 0 0 0 0,0 0 0 0 0,0 0 0 0 0,-1 0 0 0 0,2 12-1 0 0,-3-18-134 0 0,-1-1-1 0 0,0 1 1 0 0,0-1-1 0 0,1 1 0 0 0,-1 0 1 0 0,0 0-1 0 0,0-1 0 0 0,0 1 1 0 0,0 0-1 0 0,0-1 0 0 0,0 1 1 0 0,0 0-1 0 0,0-1 1 0 0,0 1-1 0 0,0 0 0 0 0,0-1 1 0 0,-1 1-1 0 0,1 0 0 0 0,0-1 1 0 0,0 1-1 0 0,-1 0 1 0 0,1-1-1 0 0,-1 2 0 0 0,-7-16 398 0 0,-8-29-181 0 0,9 18-275 0 0,1-1 0 0 0,-5-51 0 0 0,11 64-213 0 0,-1 0-1 0 0,2 0 0 0 0,0 0 0 0 0,0 0 0 0 0,1 1 0 0 0,1-1 0 0 0,0 0 1 0 0,6-12-1 0 0,4-7-1060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04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77 3681 0 0,'2'-7'8108'0'0,"10"-23"-3879"0"0,2 11-1917 0 0,-12 16-2609 0 0,0 1 0 0 0,0 0 1 0 0,0 0-1 0 0,0 1 0 0 0,0-1 0 0 0,1 0 0 0 0,-1 1 0 0 0,1 0 0 0 0,3-2 0 0 0,-6 2 114 0 0,1 1 0 0 0,0 0 0 0 0,0 0 0 0 0,0 0 0 0 0,0-1 0 0 0,-1 1-1 0 0,1 0 1 0 0,0 0 0 0 0,0 0 0 0 0,0 0 0 0 0,0 1 0 0 0,0-1 0 0 0,-1 0 0 0 0,1 0-1 0 0,0 0 1 0 0,0 1 0 0 0,0-1 0 0 0,-1 0 0 0 0,1 1 0 0 0,0-1 0 0 0,0 0-1 0 0,0 2 1 0 0,1-1 58 0 0,-1 1 0 0 0,0 0-1 0 0,1-1 1 0 0,-1 1-1 0 0,0 0 1 0 0,0 0 0 0 0,0 0-1 0 0,0-1 1 0 0,-1 1 0 0 0,1 0-1 0 0,-1 0 1 0 0,1 0-1 0 0,0 4 1 0 0,0 9 140 0 0,0 0 58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1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39 5065 0 0,'9'6'4680'0'0,"-8"-6"-4368"0"0,0 0 0 0 0,7-1 3432 0 0,-6 0-3432 0 0,30-12 3143 0 0,-9 4-4229 0 0,58-5-1648 0 0,-60 8 2349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99 0 10594 0 0,'0'5'4537'0'0,"0"22"2809"0"0,-6 64-6557 0 0,6-91-780 0 0,0 1 0 0 0,0 0 0 0 0,0-1-1 0 0,0 1 1 0 0,-1-1 0 0 0,1 1 0 0 0,0 0-1 0 0,0-1 1 0 0,-1 1 0 0 0,1-1 0 0 0,0 1 0 0 0,-1-1-1 0 0,1 1 1 0 0,0-1 0 0 0,-1 1 0 0 0,1-1-1 0 0,-1 1 1 0 0,1-1 0 0 0,-1 1 0 0 0,1-1-1 0 0,-1 0 1 0 0,1 1 0 0 0,-1-1 0 0 0,1 0-1 0 0,-1 1 1 0 0,0-1 0 0 0,1 0 0 0 0,-1 0 0 0 0,-1 0-1 0 0,-21-4 124 0 0,-24-23-449 0 0,44 24 182 0 0,-1 1-564 0 0,2-1-206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1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18 3225 0 0,'-1'-1'533'0'0,"0"-1"1"0"0,-1 1 0 0 0,1-1-1 0 0,-1 1 1 0 0,1 0 0 0 0,-1-1-1 0 0,0 1 1 0 0,1 0 0 0 0,-1 0-1 0 0,0 0 1 0 0,0 0 0 0 0,0 1-1 0 0,0-1 1 0 0,-2 0 0 0 0,3 1-352 0 0,0 1 1 0 0,-1-1 0 0 0,1 1-1 0 0,0-1 1 0 0,0 1 0 0 0,0-1 0 0 0,0 1-1 0 0,0 0 1 0 0,0 0 0 0 0,0-1-1 0 0,0 1 1 0 0,0 0 0 0 0,0 0-1 0 0,0 0 1 0 0,1 0 0 0 0,-1 0-1 0 0,0 0 1 0 0,1 0 0 0 0,-1 1-1 0 0,0-1 1 0 0,1 0 0 0 0,0 0-1 0 0,-1 0 1 0 0,1 1 0 0 0,-1 1-1 0 0,-5 18 368 0 0,0 0 0 0 0,1 1-1 0 0,1-1 1 0 0,1 1 0 0 0,1 0-1 0 0,2 34 1 0 0,1-19-484 0 0,3 0 1 0 0,1 0-1 0 0,10 38 0 0 0,-10-58-33 0 0,0 0-1 0 0,1 0 0 0 0,1 0 0 0 0,1-1 1 0 0,0 0-1 0 0,16 21 0 0 0,-20-31 27 0 0,0 0-1 0 0,0 0 1 0 0,1 0-1 0 0,0-1 0 0 0,0 0 1 0 0,1 0-1 0 0,-1-1 1 0 0,1 1-1 0 0,0-1 1 0 0,0 0-1 0 0,1-1 1 0 0,-1 1-1 0 0,1-1 0 0 0,0-1 1 0 0,0 1-1 0 0,0-1 1 0 0,0 0-1 0 0,11 1 1 0 0,-14-3-29 0 0,-1 0 0 0 0,1 0 0 0 0,0 0 0 0 0,0-1 0 0 0,-1 0 0 0 0,1 1 0 0 0,0-1 1 0 0,-1 0-1 0 0,1-1 0 0 0,-1 1 0 0 0,1-1 0 0 0,-1 0 0 0 0,1 1 0 0 0,-1-1 0 0 0,0-1 1 0 0,4-3-1 0 0,-2 1 19 0 0,0 0 0 0 0,-1 0 1 0 0,1-1-1 0 0,-1 1 1 0 0,-1-1-1 0 0,1 0 0 0 0,-1 0 1 0 0,4-12-1 0 0,-2 5 11 0 0,-1 0 0 0 0,-1 0 0 0 0,0-1 0 0 0,-1 1 0 0 0,0-1 0 0 0,-2 0 0 0 0,1 0 0 0 0,-3-24 0 0 0,-5-2 1 0 0,-2 1 1 0 0,-1 0 0 0 0,-2 0-1 0 0,-2 1 1 0 0,-34-65-1 0 0,45 97-333 0 0,0 1 0 0 0,0-1-1 0 0,-1 1 1 0 0,0 0 0 0 0,0 0 0 0 0,0 0-1 0 0,-1 0 1 0 0,0 1 0 0 0,0-1-1 0 0,-8-5 1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5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6913 0 0,'1'6'5605'0'0,"1"11"-2932"0"0,0 97 3378 0 0,5 56-4190 0 0,0 48-1795 0 0,-7-207-104 0 0,9 158 154 0 0,-7-146-429 0 0,2 1 0 0 0,0-1 0 0 0,2-1 1 0 0,0 1-1 0 0,12 24 0 0 0,-9-29-1718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8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 5185 0 0,'0'-1'55'0'0,"1"0"0"0"0,-1 0 0 0 0,0 0-1 0 0,0 0 1 0 0,0 0 0 0 0,1 0 0 0 0,-1 0 0 0 0,0 1 0 0 0,1-1 0 0 0,-1 0-1 0 0,1 0 1 0 0,-1 0 0 0 0,1 0 0 0 0,-1 1 0 0 0,1-1 0 0 0,-1 0 0 0 0,1 1-1 0 0,0-1 1 0 0,0 0 0 0 0,-1 1 0 0 0,2-1 0 0 0,-1 1 102 0 0,-1 0-1 0 0,1 0 1 0 0,0 0 0 0 0,0 0 0 0 0,-1 1-1 0 0,1-1 1 0 0,0 0 0 0 0,-1 0 0 0 0,1 1-1 0 0,0-1 1 0 0,-1 1 0 0 0,1-1 0 0 0,-1 0-1 0 0,1 1 1 0 0,0-1 0 0 0,-1 1 0 0 0,1 0-1 0 0,-1-1 1 0 0,1 1 0 0 0,-1-1 0 0 0,0 1-1 0 0,1 0 1 0 0,-1-1 0 0 0,0 1 0 0 0,1 0-1 0 0,-1-1 1 0 0,0 2 0 0 0,8 17 1047 0 0,0-1 1 0 0,-2 2-1 0 0,-1-1 1 0 0,0 0-1 0 0,3 36 0 0 0,0 100 361 0 0,-8-35-1291 0 0,-28 222 0 0 0,23-321-730 0 0,1 0-573 0 0,2-6-3007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9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47 70 2817 0 0,'-15'-16'-68'0'0,"-9"-10"3799"0"0,23 24-3094 0 0,0 1 0 0 0,0-1 1 0 0,0 1-1 0 0,0-1 1 0 0,1 0-1 0 0,-1 1 0 0 0,0-1 1 0 0,1 0-1 0 0,-1 0 1 0 0,4-8 2540 0 0,-3 10-3081 0 0,0 0 1 0 0,0 0 0 0 0,1 0 0 0 0,-1 0-1 0 0,0 0 1 0 0,0 0 0 0 0,1 0 0 0 0,-1 0-1 0 0,0 0 1 0 0,0 0 0 0 0,1 0-1 0 0,-1 0 1 0 0,0 0 0 0 0,0 0 0 0 0,1 0-1 0 0,-1 0 1 0 0,2 1 782 0 0,-2-1-783 0 0,17 12 1684 0 0,96 126-1085 0 0,32 34 585 0 0,-127-154-1183 0 0,1 0-1 0 0,1-2 0 0 0,0 0 0 0 0,2-1 1 0 0,-1-1-1 0 0,41 19 0 0 0,-57-31-237 0 0,0 0-1 0 0,1 0 1 0 0,-1 0 0 0 0,0 0 0 0 0,1-1-1 0 0,-1 0 1 0 0,1 0 0 0 0,0-1 0 0 0,-1 1-1 0 0,1-1 1 0 0,11-2 0 0 0,-17 2 80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9.3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22 128 5529 0 0,'-21'12'4189'0'0,"32"-19"-1834"0"0,11-5-1230 0 0,1 1 0 0 0,37-11 0 0 0,-41 16-1642 0 0,-1-1 0 0 0,0 0-1 0 0,0-2 1 0 0,-1 0 0 0 0,27-18 0 0 0,-19 5 487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0.3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6454 0 11979 0 0,'3'1'295'0'0,"0"1"0"0"0,-1-1 1 0 0,1 0-1 0 0,0 1 0 0 0,-1 0 1 0 0,1 0-1 0 0,-1 0 0 0 0,0 0 1 0 0,0 0-1 0 0,1 0 0 0 0,-1 0 1 0 0,-1 1-1 0 0,1-1 0 0 0,0 1 1 0 0,-1-1-1 0 0,1 1 0 0 0,-1 0 1 0 0,0 0-1 0 0,0-1 0 0 0,0 1 1 0 0,0 0-1 0 0,0 0 0 0 0,-1 0 1 0 0,1 0-1 0 0,-1 6 0 0 0,1 6-1 0 0,-1 0 0 0 0,-1 0 0 0 0,-5 28-1 0 0,6-38-165 0 0,-25 136 549 0 0,6-44-269 0 0,-7 132 0 0 0,25-85-284 0 0,7-1 0 0 0,6 0 0 0 0,6 0 0 0 0,6-2 0 0 0,79 255 0 0 0,-63-284-16 0 0,6-1 0 0 0,4-3 0 0 0,76 122 0 0 0,-124-227-99 0 0,0 1-1 0 0,0 0 1 0 0,0-1-1 0 0,0 1 1 0 0,-1 0-1 0 0,1 0 1 0 0,-1 0-1 0 0,0 0 1 0 0,0 0-1 0 0,0 1 1 0 0,-1-1-1 0 0,0 0 1 0 0,1 0 0 0 0,-2 8-1 0 0,0-10-2 0 0,0 1 0 0 0,0 0 0 0 0,-1 0-1 0 0,1-1 1 0 0,0 1 0 0 0,-1 0 0 0 0,0-1 0 0 0,0 0-1 0 0,0 1 1 0 0,0-1 0 0 0,0 0 0 0 0,0 0 0 0 0,-1 0 0 0 0,1 0-1 0 0,0 0 1 0 0,-1-1 0 0 0,0 1 0 0 0,1-1 0 0 0,-1 0-1 0 0,0 0 1 0 0,-4 2 0 0 0,-26 10-12 0 0,-138 51-157 0 0,135-53 105 0 0,-1-1-1 0 0,-70 8 1 0 0,-290 12-486 0 0,-252 31-288 0 0,-45 31 752 0 0,270-59-208 0 0,159-15-107 0 0,138-8 373 0 0,-644 61-68 0 0,379-6-1889 0 0,212-31 837 0 0,-244 15-1 0 0,266-43 1321 0 0,-437 29 340 0 0,393-9 448 0 0,-114 11 685 0 0,-226 6-1148 0 0,499-38-723 0 0,0-3 0 0 0,0-1 0 0 0,0-2 0 0 0,-44-7 0 0 0,51 0-6855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0.6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298 271 9218 0 0,'-11'-30'1137'0'0,"-1"1"0"0"0,-1 1-1 0 0,-2 0 1 0 0,-34-48 0 0 0,42 67-718 0 0,-33-37 2325 0 0,37 44-2517 0 0,1-1 0 0 0,-1 1-1 0 0,0 0 1 0 0,0 0 0 0 0,0 0-1 0 0,0 0 1 0 0,0 1-1 0 0,0-1 1 0 0,0 1 0 0 0,0 0-1 0 0,-1 0 1 0 0,1 0-1 0 0,-1 0 1 0 0,-5 0 0 0 0,7 1-162 0 0,0 0 1 0 0,0 1-1 0 0,-1 0 1 0 0,1-1 0 0 0,0 1-1 0 0,0 0 1 0 0,0 0 0 0 0,0 0-1 0 0,0 1 1 0 0,0-1 0 0 0,0 0-1 0 0,0 1 1 0 0,1-1-1 0 0,-1 1 1 0 0,0-1 0 0 0,1 1-1 0 0,-1 0 1 0 0,1 0 0 0 0,0 0-1 0 0,-1 0 1 0 0,1 0-1 0 0,-1 3 1 0 0,-3 5-36 0 0,1 1 0 0 0,0-1-1 0 0,-4 14 1 0 0,-3 27 16 0 0,1 0 1 0 0,-4 98 0 0 0,13 106-35 0 0,1-253-12 0 0,6 155-35 0 0,44 263 1 0 0,-19-290-595 0 0,-1-47-5282 0 0,-4-25-1235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1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47 1325 920 0 0,'-4'0'-598'0'0,"0"0"1039"0"0,0 0 1 0 0,-1 0-1 0 0,1 0 0 0 0,-1-1 1 0 0,1 0-1 0 0,-5-1 0 0 0,8 2-302 0 0,1 0 0 0 0,-1 0 0 0 0,1-1 0 0 0,0 1 0 0 0,-1 0 0 0 0,1 0 0 0 0,-2-2 557 0 0,2 2-557 0 0,0 0 0 0 0,-1-1 0 0 0,1 1 0 0 0,0 0 0 0 0,0-1 0 0 0,0 1 0 0 0,-1-1 0 0 0,1 1 0 0 0,0 0 0 0 0,0-1 0 0 0,0 1 0 0 0,0-1 0 0 0,0 1 0 0 0,0 0 0 0 0,0-1 0 0 0,0-1 69 0 0,0 1 1 0 0,1-1-1 0 0,-1 1 1 0 0,1 0 0 0 0,-1-1-1 0 0,1 1 1 0 0,0 0-1 0 0,0 0 1 0 0,-1-1 0 0 0,1 1-1 0 0,0 0 1 0 0,2-2-1 0 0,4-3-32 0 0,0-1-1 0 0,1 2 1 0 0,-1-1-1 0 0,1 1 1 0 0,0 0-1 0 0,1 1 1 0 0,-1 0-1 0 0,1 0 1 0 0,0 1-1 0 0,0 0 1 0 0,9-2-1 0 0,18-3-175 0 0,53-4-1 0 0,-79 11 52 0 0,209-21-49 0 0,6 0 5 0 0,225-50 0 0 0,369-86-79 0 0,-568 128 79 0 0,657-92 1026 0 0,-812 106-818 0 0,431-82 1812 0 0,-409 73-1517 0 0,449-107 1866 0 0,-78 19-1203 0 0,-108 27-801 0 0,466-77-42 0 0,-652 132 678 0 0,250-71 0 0 0,-394 87-2618 0 0,-31 8-5751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2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 71 17972 0 0,'-4'-5'82'0'0,"0"-1"0"0"0,0 0 0 0 0,1 0 0 0 0,0-1 0 0 0,0 1-1 0 0,0-1 1 0 0,1 1 0 0 0,-3-13 0 0 0,8 17 11 0 0,3 7-54 0 0,4 9 89 0 0,1 21 84 0 0,-1-1-1 0 0,-2 1 1 0 0,-2 1-1 0 0,5 70 1 0 0,-4-29-8 0 0,22 126-170 0 0,10-1 0 0 0,104 321-1 0 0,-74-301-31 0 0,-9 2-1 0 0,39 304 0 0 0,-92-469-24 0 0,-5-31-304 0 0,1-1-1 0 0,1 1 1 0 0,15 48 0 0 0,-18-74 267 0 0,-1-1-10 0 0,0 0-1 0 0,1 0 1 0 0,-1 0 0 0 0,1 0 0 0 0,-1 0 0 0 0,1 0-1 0 0,-1 0 1 0 0,1 0 0 0 0,0 0 0 0 0,-1 0-1 0 0,1 0 1 0 0,0 0 0 0 0,0 0 0 0 0,1 1 0 0 0,2-3-649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4.5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1074 9218 0 0,'5'-7'223'0'0,"1"0"0"0"0,0 0 0 0 0,1 1 0 0 0,0 0 0 0 0,0 0 0 0 0,0 0 0 0 0,0 1 0 0 0,1 0 0 0 0,16-7 1 0 0,-1-1 235 0 0,25-15 184 0 0,1 3 0 0 0,1 1 0 0 0,1 3 0 0 0,97-27 0 0 0,-71 31-298 0 0,0 3 0 0 0,143-8 0 0 0,339 14 1720 0 0,-193 6-1020 0 0,715-55 318 0 0,-513-3-964 0 0,-391 39-307 0 0,194-39 98 0 0,-113 15 104 0 0,344-59 314 0 0,338-44-97 0 0,258 29-187 0 0,-651 65-168 0 0,212-17 97 0 0,-144 34 86 0 0,-207 30-55 0 0,-329 7-242 0 0,31 5 8 0 0,134 24 1 0 0,-3-1-6 0 0,-167-24 53 0 0,118-11 0 0 0,74-25 229 0 0,-76 8-228 0 0,-121 21-202 0 0,0 2 0 0 0,95 12 0 0 0,-34-2-31 0 0,358 41-266 0 0,-397-39 373 0 0,-68-8 64 0 0,0 1 0 0 0,-1 1 0 0 0,0 1 0 0 0,0 0 0 0 0,0 2 0 0 0,37 19 1 0 0,-47-20-17 0 0,0 1 1 0 0,0 0-1 0 0,-1 1 0 0 0,0 0 1 0 0,0 1-1 0 0,-1 0 1 0 0,0 0-1 0 0,-1 1 1 0 0,0 0-1 0 0,-1 1 1 0 0,-1 0-1 0 0,8 16 1 0 0,21 54 95 0 0,30 110-1 0 0,-9-22-56 0 0,17 29 32 0 0,84 368 0 0 0,-115-199 40 0 0,-34-242 147 0 0,29 144 0 0 0,-16-187-254 0 0,6 25 192 0 0,-26-95-149 0 0,0 0-1 0 0,-1 0 1 0 0,0 0-1 0 0,-1 0 1 0 0,-1 0-1 0 0,-2 16 1 0 0,2-25-61 0 0,-1 1 1 0 0,1-1 0 0 0,-1 0 0 0 0,0-1 0 0 0,0 1 0 0 0,0 0 0 0 0,0 0-1 0 0,-1-1 1 0 0,1 0 0 0 0,-1 1 0 0 0,0-1 0 0 0,0 0 0 0 0,0 0-1 0 0,-1-1 1 0 0,1 1 0 0 0,-1 0 0 0 0,1-1 0 0 0,-1 0 0 0 0,0 0 0 0 0,0 0-1 0 0,0-1 1 0 0,-7 3 0 0 0,-10 2 41 0 0,-1-1-1 0 0,0 0 1 0 0,-26 1-1 0 0,22-3-34 0 0,-56 8-33 0 0,-537 49-477 0 0,-354-11 361 0 0,479-27 121 0 0,267-16 106 0 0,-364 6-154 0 0,-197 9-91 0 0,310-12 351 0 0,-136 11-461 0 0,47 25 199 0 0,-208 21-391 0 0,491-47 498 0 0,-25 3 11 0 0,-326 33 176 0 0,445-43 15 0 0,-194 7-598 0 0,-303 32-8 0 0,229 28 261 0 0,337-59 165 0 0,-220 5-1 0 0,81-9 249 0 0,74 0-608 0 0,-436 59 1398 0 0,581-66-1036 0 0,-63 9-443 0 0,93-17 241 0 0,0 0-1 0 0,0-1 0 0 0,0 0 0 0 0,0-1 0 0 0,0-1 1 0 0,0 1-1 0 0,-13-5 0 0 0,5-1-339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6.6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54 10594 0 0,'0'-4'613'0'0,"-1"0"-1"0"0,0 0 0 0 0,0-1 1 0 0,0 1-1 0 0,0 0 0 0 0,-1 1 1 0 0,1-1-1 0 0,-1 0 0 0 0,0 0 1 0 0,0 1-1 0 0,-1-1 0 0 0,-2-3 1 0 0,5 8-553 0 0,-1-1 1 0 0,1 0-1 0 0,-1 0 0 0 0,1 0 1 0 0,0 1-1 0 0,-1-1 1 0 0,1 0-1 0 0,-1 0 1 0 0,1 1-1 0 0,0-1 1 0 0,-1 0-1 0 0,1 1 1 0 0,0-1-1 0 0,0 0 0 0 0,-1 1 1 0 0,1-1-1 0 0,0 0 1 0 0,0 1-1 0 0,0-1 1 0 0,-1 1-1 0 0,1-1 1 0 0,0 0-1 0 0,0 1 0 0 0,0-1 1 0 0,0 1-1 0 0,0-1 1 0 0,0 1-1 0 0,0-1 1 0 0,0 1-1 0 0,0-1 1 0 0,0 0-1 0 0,0 1 1 0 0,0-1-1 0 0,0 1 0 0 0,0-1 1 0 0,1 1-1 0 0,-2 21 239 0 0,19 554 1129 0 0,-14-153-877 0 0,0-41-903 0 0,-13-319 384 0 0,6-47-5137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1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45 295 2304 0 0,'-6'-127'2127'0'0,"3"103"3"0"0,-1 1-1 0 0,-2-1 0 0 0,-10-29 0 0 0,11 20 2568 0 0,9 23-2124 0 0,-4 10-2537 0 0,1 0 0 0 0,-1 0 0 0 0,1 0 0 0 0,0 0 0 0 0,-1 0 0 0 0,1 0 0 0 0,-1 0 0 0 0,1 1 0 0 0,0-1 0 0 0,-1 0 0 0 0,1 0 1 0 0,-1 1-1 0 0,1-1 0 0 0,-1 0 0 0 0,1 1 0 0 0,-1-1 0 0 0,1 0 0 0 0,-1 1 0 0 0,1-1 0 0 0,-1 1 0 0 0,0-1 0 0 0,1 1 0 0 0,0 0 0 0 0,-1 0 148 0 0,4 3-6 0 0,19 22 25 0 0,-1 1 1 0 0,-1 2-1 0 0,32 56 1 0 0,-48-76-203 0 0,-1 0 0 0 0,0 0 0 0 0,-1 1 0 0 0,0-1 1 0 0,0 1-1 0 0,-1-1 0 0 0,0 1 0 0 0,-1 0 0 0 0,0 0 0 0 0,0 0 1 0 0,-1 0-1 0 0,-1 0 0 0 0,1 0 0 0 0,-2 0 0 0 0,1-1 0 0 0,-1 1 1 0 0,-1 0-1 0 0,0-1 0 0 0,-4 10 0 0 0,-4 5 20 0 0,-1-1 1 0 0,-1 0-1 0 0,0 0 0 0 0,-2-2 1 0 0,-1 0-1 0 0,0-1 0 0 0,-33 31 1 0 0,49-51-22 0 0,-9 8 38 0 0,9-8-36 0 0,0 0-1 0 0,0 0 1 0 0,0 0-1 0 0,0 0 1 0 0,0 0-1 0 0,1 0 0 0 0,-1 0 1 0 0,0 0-1 0 0,0 0 1 0 0,0 0-1 0 0,0 0 1 0 0,0 0-1 0 0,1 0 0 0 0,-1 0 1 0 0,0 0-1 0 0,0 0 1 0 0,0 0-1 0 0,0 0 1 0 0,0 1-1 0 0,0-1 0 0 0,1 0 1 0 0,-1 0-1 0 0,0 0 1 0 0,0 0-1 0 0,0 0 1 0 0,0 0-1 0 0,0 0 1 0 0,0 0-1 0 0,0 1 0 0 0,0-1 1 0 0,0 0-1 0 0,0 0 1 0 0,1 0-1 0 0,-1 0 1 0 0,0 0-1 0 0,0 1 0 0 0,0-1 1 0 0,0 0-1 0 0,0 0 1 0 0,0 0-1 0 0,0 0 1 0 0,0 0-1 0 0,0 1 0 0 0,0-1 1 0 0,0 0-1 0 0,0 0 1 0 0,0 0-1 0 0,0 0 1 0 0,0 0-1 0 0,-1 1 0 0 0,1-1 1 0 0,0 0-1 0 0,0 0 1 0 0,0 0-1 0 0,0 0 1 0 0,0 0-1 0 0,0 0 1 0 0,0 1-1 0 0,0-1 0 0 0,0 0 1 0 0,-1 0 264 0 0,6 0-159 0 0,77-7 86 0 0,-60 4-88 0 0,1 1 1 0 0,-1 0 0 0 0,1 2-1 0 0,23 2 1 0 0,-17 5-147 0 0,0 0 0 0 0,-1 2 0 0 0,0 1 0 0 0,39 19 0 0 0,11 5-2971 0 0,-55-25-4401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61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1 372 3225 0 0,'-1'2'363'0'0,"1"-1"0"0"0,0 0 0 0 0,0 0 0 0 0,0 1 0 0 0,0-1 0 0 0,0 0 0 0 0,1 0 0 0 0,-1 1 0 0 0,0-1 0 0 0,1 0 0 0 0,-1 0 0 0 0,0 0 0 0 0,1 1 0 0 0,0-1 0 0 0,-1 0 0 0 0,1 0 0 0 0,-1 0 0 0 0,1 0 0 0 0,0 0 0 0 0,0 0 1 0 0,0 0-1 0 0,1 1 0 0 0,-1-2-109 0 0,0 0 1 0 0,0 1 0 0 0,0-1 0 0 0,0 0 0 0 0,0 0 0 0 0,1 0 0 0 0,-1 0 0 0 0,0 0 0 0 0,0 0-1 0 0,0 0 1 0 0,0 0 0 0 0,1 0 0 0 0,-1 0 0 0 0,0 0 0 0 0,0-1 0 0 0,0 1 0 0 0,0-1 0 0 0,2 0-1 0 0,4-3 296 0 0,0 0 0 0 0,0 0 0 0 0,-1-1 0 0 0,0 0-1 0 0,7-6 1 0 0,10-10-158 0 0,-1-2 0 0 0,-1-1 0 0 0,-1-1 1 0 0,-1 0-1 0 0,-1-1 0 0 0,27-55 0 0 0,-42 73-393 0 0,-1 0 1 0 0,1 1-1 0 0,-2-1 1 0 0,1 0-1 0 0,-1-1 1 0 0,0 1-1 0 0,-1-16 1 0 0,0 22 0 0 0,0-1 0 0 0,0 1-1 0 0,0 0 1 0 0,0-1 0 0 0,-1 1 0 0 0,1-1 0 0 0,-1 1 0 0 0,1 0 0 0 0,-1-1 0 0 0,0 1-1 0 0,0 0 1 0 0,0 0 0 0 0,0-1 0 0 0,0 1 0 0 0,-1 0 0 0 0,1 0 0 0 0,-1 0-1 0 0,1 1 1 0 0,-1-1 0 0 0,0 0 0 0 0,0 0 0 0 0,0 1 0 0 0,0-1 0 0 0,0 1 0 0 0,0 0-1 0 0,0 0 1 0 0,0 0 0 0 0,0 0 0 0 0,-1 0 0 0 0,-2-1 0 0 0,1 2-10 0 0,1 0 1 0 0,-1 1 0 0 0,1-1-1 0 0,-1 1 1 0 0,1 0 0 0 0,-1 0-1 0 0,1 0 1 0 0,0 0-1 0 0,-1 1 1 0 0,1-1 0 0 0,0 1-1 0 0,0 0 1 0 0,0 0 0 0 0,0 0-1 0 0,-5 5 1 0 0,-39 39-217 0 0,42-40 140 0 0,0 1 0 0 0,0-1 1 0 0,0 1-1 0 0,1 1 0 0 0,0-1 1 0 0,1 1-1 0 0,-1-1 1 0 0,2 1-1 0 0,-1 0 0 0 0,1 0 1 0 0,0 0-1 0 0,0 0 0 0 0,0 12 1 0 0,2-8 118 0 0,0-1-1 0 0,1 0 1 0 0,0 0 0 0 0,1 1 0 0 0,0-1 0 0 0,1 0 0 0 0,0-1 0 0 0,0 1 0 0 0,8 14 0 0 0,-6-13 36 0 0,2 0 0 0 0,-1-1 0 0 0,2 0 0 0 0,-1 0 1 0 0,2 0-1 0 0,-1-1 0 0 0,1 0 0 0 0,1-1 1 0 0,0 0-1 0 0,0 0 0 0 0,1-1 0 0 0,0-1 1 0 0,0 0-1 0 0,1 0 0 0 0,0-1 0 0 0,0 0 1 0 0,18 5-1 0 0,-13-8-252 0 0,0 0 0 0 0,0-1 0 0 0,0-1 0 0 0,0 0 0 0 0,0-1 1 0 0,29-5-1 0 0,-19 1-1144 0 0,0-2 0 0 0,0 0 1 0 0,35-15-1 0 0,-31 8-336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8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 0 3225 0 0,'-18'11'15906'0'0,"16"-1"-18055"0"0,-1 11 2976 0 0,1 2-1 0 0,1-1 1 0 0,0 0-1 0 0,4 27 1 0 0,17 86-409 0 0,-12-89-204 0 0,4 34-83 0 0,-3-16-87 0 0,3 0-1 0 0,2-1 0 0 0,28 78 0 0 0,-14-84-566 0 0,-26-54 43 0 0,0 1 0 0 0,0 0 0 0 0,0-1 0 0 0,1 0 0 0 0,0 1 0 0 0,-1-1 0 0 0,1 0 0 0 0,0-1 0 0 0,1 1-1 0 0,-1 0 1 0 0,0-1 0 0 0,6 3 0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1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52 431 2288 0 0,'-7'-32'-201'0'0,"-26"-122"1987"0"0,28 121 1140 0 0,1 1 0 0 0,1-57 0 0 0,3 85-2696 0 0,1 0 1 0 0,-1 0-1 0 0,1 0 1 0 0,-1 1-1 0 0,1-1 1 0 0,0 0 0 0 0,1 0-1 0 0,-1 1 1 0 0,1-1-1 0 0,0 0 1 0 0,-1 1-1 0 0,1 0 1 0 0,1-1-1 0 0,-1 1 1 0 0,1 0-1 0 0,-1 0 1 0 0,1 0 0 0 0,0 1-1 0 0,0-1 1 0 0,0 1-1 0 0,0-1 1 0 0,0 1-1 0 0,1 0 1 0 0,-1 0-1 0 0,1 1 1 0 0,-1-1 0 0 0,1 1-1 0 0,0-1 1 0 0,-1 1-1 0 0,5-1 1 0 0,-3 2-169 0 0,-1-1 1 0 0,1 1 0 0 0,-1 0-1 0 0,0 0 1 0 0,1 0 0 0 0,-1 0-1 0 0,1 1 1 0 0,-1 0 0 0 0,1 0-1 0 0,-1 0 1 0 0,0 0 0 0 0,0 1-1 0 0,0-1 1 0 0,0 1 0 0 0,0 0-1 0 0,0 1 1 0 0,0-1 0 0 0,0 1 0 0 0,-1-1-1 0 0,0 1 1 0 0,1 0 0 0 0,-1 1-1 0 0,0-1 1 0 0,0 0 0 0 0,-1 1-1 0 0,5 5 1 0 0,1 10-45 0 0,0-1 0 0 0,0 1 1 0 0,-2 1-1 0 0,-1-1 0 0 0,0 1 0 0 0,-1 0 1 0 0,-1 0-1 0 0,-1 0 0 0 0,-1 1 0 0 0,-1-1 1 0 0,-1 0-1 0 0,0 0 0 0 0,-2 1 0 0 0,0-1 1 0 0,-1-1-1 0 0,-1 1 0 0 0,-1 0 0 0 0,-15 32 1 0 0,18-46-1 0 0,0-1 1 0 0,-1 1 0 0 0,1-1 0 0 0,-1 0-1 0 0,-1 0 1 0 0,1-1 0 0 0,0 1 0 0 0,-6 3-1 0 0,8-6-143 0 0,-1-1 0 0 0,1 1 0 0 0,0 0 0 0 0,-1-1 0 0 0,1 0 0 0 0,-1 0-1 0 0,1 1 1 0 0,-1-1 0 0 0,0-1 0 0 0,1 1 0 0 0,-1 0 0 0 0,0-1 0 0 0,0 1-1 0 0,1-1 1 0 0,-1 0 0 0 0,0 0 0 0 0,0 0 0 0 0,1 0 0 0 0,-1-1 0 0 0,-4 0-1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4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48 3225 0 0,'13'-27'3494'0'0,"-13"25"-2983"0"0,1 1 0 0 0,-1-1 0 0 0,1 1 0 0 0,6-7 3067 0 0,-6 7-3066 0 0,0 0-1 0 0,1 0 0 0 0,-1 0 0 0 0,0 0 0 0 0,1 1 0 0 0,1-2 0 0 0,1 15 3361 0 0,-6 20-2578 0 0,2-30-1081 0 0,-2 34-18 0 0,1 0-1 0 0,3 0 1 0 0,1 0 0 0 0,14 68-1 0 0,-3-50 46 0 0,3 0-1 0 0,34 76 0 0 0,-23-68-1333 0 0,15 34-4551 0 0,-32-70-1339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8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207 198 2737 0 0,'3'-12'487'0'0,"0"1"1"0"0,-2-1 0 0 0,1 0 0 0 0,-1 0 0 0 0,-1 0-1 0 0,0 0 1 0 0,-1 0 0 0 0,-1 0 0 0 0,1 1 0 0 0,-2-1-1 0 0,0 0 1 0 0,-4-11 0 0 0,6 21-274 0 0,0 0 0 0 0,1 0 0 0 0,-1 0 0 0 0,0 0-1 0 0,0 0 1 0 0,-1 0 0 0 0,1 0 0 0 0,0 1 0 0 0,-1-1 0 0 0,1 0 0 0 0,-1 1 0 0 0,1-1 0 0 0,-1 1 0 0 0,0 0-1 0 0,0 0 1 0 0,1-1 0 0 0,-1 1 0 0 0,-4-1 0 0 0,4 2-42 0 0,0-1 1 0 0,0 1-1 0 0,0 0 0 0 0,0 0 0 0 0,0 0 1 0 0,0 1-1 0 0,1-1 0 0 0,-1 0 0 0 0,0 1 1 0 0,0-1-1 0 0,0 1 0 0 0,0 0 1 0 0,1-1-1 0 0,-1 1 0 0 0,0 0 0 0 0,1 0 1 0 0,-3 2-1 0 0,-3 3 127 0 0,0 0 0 0 0,0 1 0 0 0,0 0 0 0 0,1 0 0 0 0,0 1 0 0 0,0 0 0 0 0,-5 10 0 0 0,-3 7-171 0 0,1 0 0 0 0,1 2 0 0 0,-12 38 0 0 0,20-54-156 0 0,1 0-1 0 0,1 0 1 0 0,0 0-1 0 0,0 1 0 0 0,1-1 1 0 0,0 1-1 0 0,1-1 0 0 0,0 1 1 0 0,1-1-1 0 0,1 0 1 0 0,4 18-1 0 0,-5-24-1 0 0,0-1 0 0 0,1 0 0 0 0,0 0 0 0 0,0 0 0 0 0,0 0 0 0 0,0 0 0 0 0,0-1 0 0 0,1 1 0 0 0,0-1 0 0 0,0 1 0 0 0,0-1 0 0 0,0 0 0 0 0,0 0 0 0 0,1 0 1 0 0,-1-1-1 0 0,1 1 0 0 0,0-1 0 0 0,0 0 0 0 0,-1 0 0 0 0,2 0 0 0 0,-1 0 0 0 0,0-1 0 0 0,0 0 0 0 0,7 2 0 0 0,-5-3-115 0 0,0 0 0 0 0,0 0 1 0 0,0 0-1 0 0,0-1 0 0 0,0 1 1 0 0,0-1-1 0 0,0-1 0 0 0,-1 1 0 0 0,1-1 1 0 0,0 0-1 0 0,-1-1 0 0 0,1 1 1 0 0,-1-1-1 0 0,0 0 0 0 0,0 0 0 0 0,0-1 1 0 0,7-6-1 0 0,-2 1-92 0 0,0-2-1 0 0,0 1 1 0 0,-1-1 0 0 0,-1-1 0 0 0,1 1 0 0 0,6-15-1 0 0,31-77 998 0 0,-30 66 181 0 0,-16 34-714 0 0,1 0 0 0 0,0 1-1 0 0,1-1 1 0 0,-1 1 0 0 0,0-1 0 0 0,1 1 0 0 0,0-1 0 0 0,-1 1-1 0 0,1 0 1 0 0,0 0 0 0 0,3-3 0 0 0,-4 5-164 0 0,-1 0-1 0 0,0 0 1 0 0,1 0-1 0 0,-1 0 1 0 0,0-1-1 0 0,1 1 1 0 0,-1 0 0 0 0,1 0-1 0 0,-1 0 1 0 0,0 0-1 0 0,1 0 1 0 0,-1 0 0 0 0,0 0-1 0 0,1 0 1 0 0,-1 0-1 0 0,0 1 1 0 0,1-1-1 0 0,-1 0 1 0 0,1 0 0 0 0,-1 0-1 0 0,0 0 1 0 0,1 0-1 0 0,-1 1 1 0 0,0-1-1 0 0,0 0 1 0 0,1 0 0 0 0,-1 1-1 0 0,0-1 1 0 0,1 0-1 0 0,9 20 676 0 0,5 28-229 0 0,-4-13-336 0 0,20 44 1 0 0,-26-67-523 0 0,2 0 1 0 0,-1-1-1 0 0,2 0 1 0 0,-1 0-1 0 0,1-1 1 0 0,1 0-1 0 0,14 13 1 0 0,-1-5-1791 0 0,1-1-4071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9.1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13 4609 0 0,'-2'-1'238'0'0,"0"-1"0"0"0,0 1 0 0 0,0 0 0 0 0,0 0-1 0 0,-1 0 1 0 0,1 0 0 0 0,0 0 0 0 0,0 0 0 0 0,-1 0 0 0 0,1 1 0 0 0,0-1 0 0 0,-1 1-1 0 0,1 0 1 0 0,-1-1 0 0 0,1 1 0 0 0,0 0 0 0 0,-1 1 0 0 0,1-1 0 0 0,-5 1 0 0 0,3 1 147 0 0,0-1 0 0 0,0 1 0 0 0,0 0 1 0 0,0 0-1 0 0,1 0 0 0 0,-1 1 0 0 0,1-1 1 0 0,0 1-1 0 0,-1 0 0 0 0,-3 5 0 0 0,-3 3 391 0 0,1 1-1 0 0,1 1 0 0 0,0 0 0 0 0,1 0 1 0 0,-9 20-1 0 0,11-20-608 0 0,0 1 0 0 0,0-1 0 0 0,1 1 0 0 0,1 0 0 0 0,1 0 0 0 0,0 1 0 0 0,0-1 0 0 0,1 0 0 0 0,2 22 0 0 0,0-30-116 0 0,0 0-1 0 0,0 0 0 0 0,1-1 1 0 0,-1 1-1 0 0,1 0 1 0 0,0-1-1 0 0,1 1 0 0 0,0-1 1 0 0,0 0-1 0 0,0 0 1 0 0,0 0-1 0 0,1 0 0 0 0,-1 0 1 0 0,1-1-1 0 0,1 1 1 0 0,-1-1-1 0 0,0 0 0 0 0,1-1 1 0 0,0 1-1 0 0,0-1 1 0 0,0 0-1 0 0,0 0 0 0 0,1 0 1 0 0,-1-1-1 0 0,8 2 1 0 0,-4-1-145 0 0,-1-1 1 0 0,1 0-1 0 0,0 0 1 0 0,0-1 0 0 0,0 0-1 0 0,0-1 1 0 0,1 0 0 0 0,-1-1-1 0 0,0 0 1 0 0,0 0 0 0 0,0 0-1 0 0,0-1 1 0 0,-1-1 0 0 0,1 0-1 0 0,-1 0 1 0 0,11-5 0 0 0,7-4-1057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9.4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71 331 1824 0 0,'1'2'88'0'0,"-1"-1"0"0"0,1 1 0 0 0,-1 0 0 0 0,1-1 0 0 0,0 1 0 0 0,-1 0 0 0 0,1-1-1 0 0,0 1 1 0 0,0-1 0 0 0,0 0 0 0 0,1 1 0 0 0,-1-1 0 0 0,0 0 0 0 0,0 0 0 0 0,1 1-1 0 0,-1-1 1 0 0,1 0 0 0 0,-1 0 0 0 0,1-1 0 0 0,-1 1 0 0 0,1 0 0 0 0,-1 0 0 0 0,1-1-1 0 0,0 1 1 0 0,-1-1 0 0 0,1 1 0 0 0,0-1 0 0 0,0 0 0 0 0,-1 0 0 0 0,1 0 0 0 0,0 0-1 0 0,0 0 1 0 0,0 0 0 0 0,-1 0 0 0 0,1-1 0 0 0,3 0 0 0 0,0 0 353 0 0,0 0 0 0 0,0 0 0 0 0,0 0 0 0 0,-1-1 0 0 0,1 0 0 0 0,0 0 1 0 0,-1 0-1 0 0,1-1 0 0 0,-1 1 0 0 0,0-1 0 0 0,0 0 0 0 0,6-6 0 0 0,-4 1-68 0 0,-1 0 0 0 0,0 0 0 0 0,-1 0 0 0 0,0-1 0 0 0,0 1 0 0 0,-1-1 0 0 0,0 0 0 0 0,0 0-1 0 0,-1 0 1 0 0,-1 0 0 0 0,1-1 0 0 0,-1 1 0 0 0,-1-19 0 0 0,0 17-181 0 0,-1 0 0 0 0,0-1-1 0 0,0 1 1 0 0,-1 0 0 0 0,-1 0-1 0 0,0 0 1 0 0,-1 0 0 0 0,0 0 0 0 0,0 1-1 0 0,-1-1 1 0 0,-8-11 0 0 0,11 19-138 0 0,0-1 0 0 0,-1 1 0 0 0,1 0 0 0 0,-1 0 0 0 0,0 0-1 0 0,0 1 1 0 0,0-1 0 0 0,0 1 0 0 0,0-1 0 0 0,-1 1 0 0 0,1 0 0 0 0,-1 0 0 0 0,1 1 0 0 0,-1-1 0 0 0,0 1 0 0 0,0-1 0 0 0,1 1 0 0 0,-1 1-1 0 0,0-1 1 0 0,0 0 0 0 0,0 1 0 0 0,-7 0 0 0 0,7 1-8 0 0,-1 0-1 0 0,1 0 1 0 0,0 0-1 0 0,0 0 1 0 0,0 1-1 0 0,0 0 0 0 0,1 0 1 0 0,-1 0-1 0 0,0 0 1 0 0,1 1-1 0 0,0-1 1 0 0,-1 1-1 0 0,1 0 1 0 0,0 0-1 0 0,0 0 1 0 0,1 0-1 0 0,-1 0 1 0 0,0 1-1 0 0,1 0 0 0 0,0-1 1 0 0,-2 6-1 0 0,-2 4-50 0 0,1 0-1 0 0,0 0 0 0 0,1 0 0 0 0,0 0 0 0 0,1 1 1 0 0,1 0-1 0 0,0 0 0 0 0,1-1 0 0 0,1 1 0 0 0,0 0 0 0 0,0 0 1 0 0,2 0-1 0 0,4 22 0 0 0,-3-24 0 0 0,0-1 1 0 0,0 0-1 0 0,2 0 0 0 0,-1 0 0 0 0,1-1 1 0 0,1 0-1 0 0,0 0 0 0 0,0 0 1 0 0,1 0-1 0 0,0-1 0 0 0,1 0 0 0 0,0-1 1 0 0,0 0-1 0 0,1 0 0 0 0,0-1 0 0 0,16 11 1 0 0,-8-9-50 0 0,1 0 1 0 0,0-1-1 0 0,0-1 1 0 0,0-1-1 0 0,1 0 1 0 0,37 5-1 0 0,-17-7-1152 0 0,0-2 0 0 0,57-3 1 0 0,-43-2-4840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0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90 7834 0 0,'8'-65'5969'0'0,"-5"41"-389"0"0,-2 30-3040 0 0,2 101-2130 0 0,-13 141 0 0 0,2 82-175 0 0,11-288-239 0 0,3-1 1 0 0,1-1-1 0 0,2 1 0 0 0,1-1 0 0 0,32 75 1 0 0,-24-76-1289 0 0,29 47 0 0 0,-36-68-6077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4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 6913 0 0,'0'0'529'0'0,"2"29"-728"0"0,-1-8 792 0 0,0 1 0 0 0,2-1 0 0 0,0 0 1 0 0,1 1-1 0 0,2-2 0 0 0,7 23 0 0 0,-9-33-456 0 0,0 0-1 0 0,0-1 1 0 0,1 1-1 0 0,0-1 1 0 0,1 0-1 0 0,-1 0 1 0 0,2-1-1 0 0,0 0 1 0 0,0 0-1 0 0,0 0 1 0 0,1-1-1 0 0,0 0 1 0 0,0 0-1 0 0,13 7 1 0 0,-17-12-37 0 0,0 0 1 0 0,0-1 0 0 0,0 1-1 0 0,1-1 1 0 0,-1 0-1 0 0,0 0 1 0 0,1 0-1 0 0,-1 0 1 0 0,1-1 0 0 0,-1 0-1 0 0,1 0 1 0 0,-1 0-1 0 0,1 0 1 0 0,-1-1-1 0 0,1 0 1 0 0,-1 0 0 0 0,1 0-1 0 0,-1-1 1 0 0,0 1-1 0 0,0-1 1 0 0,1 0-1 0 0,-1 0 1 0 0,-1 0 0 0 0,1-1-1 0 0,0 1 1 0 0,0-1-1 0 0,-1 0 1 0 0,0 0-1 0 0,1 0 1 0 0,4-7 0 0 0,-3 3 69 0 0,1 0 1 0 0,-2 0 0 0 0,1 0 0 0 0,-1-1 0 0 0,0 0-1 0 0,0 1 1 0 0,-1-1 0 0 0,0-1 0 0 0,-1 1 0 0 0,1 0-1 0 0,-2-1 1 0 0,1 1 0 0 0,-1-1 0 0 0,0 1 0 0 0,-1-13-1 0 0,-2 10-72 0 0,0 1 0 0 0,0 0 0 0 0,-1 0-1 0 0,0 1 1 0 0,0-1 0 0 0,-1 0-1 0 0,-1 1 1 0 0,1 0 0 0 0,-2 0 0 0 0,1 1-1 0 0,-1-1 1 0 0,-10-10 0 0 0,13 15-92 0 0,-1 0 0 0 0,0 1 1 0 0,0-1-1 0 0,0 1 0 0 0,0 0 0 0 0,0 0 1 0 0,-1 0-1 0 0,1 0 0 0 0,-1 1 1 0 0,0 0-1 0 0,0 0 0 0 0,0 0 0 0 0,0 0 1 0 0,0 1-1 0 0,0 0 0 0 0,0 0 1 0 0,-1 0-1 0 0,1 1 0 0 0,0 0 0 0 0,0 0 1 0 0,-1 0-1 0 0,1 0 0 0 0,0 1 1 0 0,0 0-1 0 0,-10 3 0 0 0,13-3-96 0 0,-1 0 0 0 0,1 0 0 0 0,-1 0 0 0 0,1 0 0 0 0,-1 1 0 0 0,1-1 0 0 0,0 1 0 0 0,0 0 1 0 0,-1-1-1 0 0,1 1 0 0 0,0 0 0 0 0,1 0 0 0 0,-1 0 0 0 0,0 1 0 0 0,1-1 0 0 0,-1 0 0 0 0,1 1 0 0 0,0-1 0 0 0,-3 6 0 0 0,4-2 70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8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246 30 3225 0 0,'-2'-2'59'0'0,"1"0"0"0"0,0 0 0 0 0,-1 0 0 0 0,1 0 0 0 0,-1 1 0 0 0,1-1 0 0 0,-1 0 0 0 0,0 0 0 0 0,0 1 0 0 0,0 0 0 0 0,0-1 0 0 0,0 1 0 0 0,0 0 0 0 0,0 0 0 0 0,-1 0 0 0 0,1 0 1 0 0,0 0-1 0 0,-1 0 0 0 0,-3 0 0 0 0,1 1 234 0 0,0 0-1 0 0,-1 0 1 0 0,1 0 0 0 0,-1 1 0 0 0,1 0 0 0 0,0 0-1 0 0,-11 3 1 0 0,7 0 136 0 0,1 0 0 0 0,-1 1-1 0 0,1-1 1 0 0,0 1 0 0 0,0 1 0 0 0,0 0-1 0 0,1 0 1 0 0,0 1 0 0 0,0-1 0 0 0,1 1-1 0 0,0 1 1 0 0,0-1 0 0 0,0 1 0 0 0,1 0-1 0 0,0 1 1 0 0,-6 16 0 0 0,6-15-288 0 0,1 0 0 0 0,0 0 1 0 0,1 1-1 0 0,0-1 0 0 0,0 1 0 0 0,1 0 1 0 0,1 0-1 0 0,0 0 0 0 0,0 0 0 0 0,1 0 1 0 0,1 0-1 0 0,0 0 0 0 0,0 0 0 0 0,5 15 0 0 0,-4-20-148 0 0,0-1 0 0 0,0 1 0 0 0,0-1 0 0 0,1 0 0 0 0,0 0-1 0 0,0 0 1 0 0,1-1 0 0 0,-1 1 0 0 0,1-1 0 0 0,0 1-1 0 0,0-1 1 0 0,0 0 0 0 0,1-1 0 0 0,-1 1 0 0 0,1-1-1 0 0,0 0 1 0 0,0 0 0 0 0,0-1 0 0 0,8 4 0 0 0,-9-5-68 0 0,0 0 1 0 0,1 0 0 0 0,-1 0 0 0 0,0-1 0 0 0,1 0-1 0 0,-1 0 1 0 0,1 0 0 0 0,-1 0 0 0 0,0 0-1 0 0,1-1 1 0 0,-1 0 0 0 0,0 0 0 0 0,1 0-1 0 0,-1-1 1 0 0,0 1 0 0 0,0-1 0 0 0,0 0 0 0 0,0 0-1 0 0,0 0 1 0 0,-1-1 0 0 0,1 1 0 0 0,-1-1-1 0 0,0 0 1 0 0,1 0 0 0 0,3-6 0 0 0,3-4 246 0 0,0-1-1 0 0,-1-1 1 0 0,-1 0 0 0 0,0 0 0 0 0,-1 0 0 0 0,-1-1 0 0 0,-1 0 0 0 0,0 0-1 0 0,4-22 1 0 0,-2 10 1251 0 0,19-51-1 0 0,-26 79-1387 0 0,0 0 0 0 0,0-1-1 0 0,0 1 1 0 0,0 0 0 0 0,0 0-1 0 0,0 0 1 0 0,0-1 0 0 0,0 1-1 0 0,1 0 1 0 0,-1 0 0 0 0,0 0-1 0 0,0-1 1 0 0,0 1-1 0 0,0 0 1 0 0,0 0 0 0 0,0 0-1 0 0,0 0 1 0 0,0-1 0 0 0,1 1-1 0 0,-1 0 1 0 0,0 0 0 0 0,0 0-1 0 0,0 0 1 0 0,0 0 0 0 0,1-1-1 0 0,-1 1 1 0 0,0 0 0 0 0,0 0-1 0 0,0 0 1 0 0,0 0 0 0 0,1 0-1 0 0,-1 0 1 0 0,0 0 0 0 0,0 0-1 0 0,0 0 1 0 0,1 0 0 0 0,-1 0-1 0 0,0 0 1 0 0,0 0 0 0 0,1 0-1 0 0,-1 0 1 0 0,0 0-1 0 0,0 0 1 0 0,0 0 0 0 0,1 0-1 0 0,-1 0 1 0 0,0 0 0 0 0,0 0-1 0 0,6 13 816 0 0,1 17-256 0 0,-4-14-593 0 0,0-1 1 0 0,1 0-1 0 0,1 0 0 0 0,0 0 0 0 0,1-1 0 0 0,1 0 0 0 0,11 19 0 0 0,-12-24-1020 0 0,0-1 0 0 0,0 0-1 0 0,1 0 1 0 0,0 0 0 0 0,1-1-1 0 0,-1 0 1 0 0,14 8 0 0 0,3-1-4877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1.3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263 450 3225 0 0,'-23'21'2645'0'0,"-30"21"1"0"0,-13 12-50 0 0,52-42-2304 0 0,1 2 1 0 0,1 0 0 0 0,0 0 0 0 0,1 1 0 0 0,0 0-1 0 0,2 1 1 0 0,0 0 0 0 0,-9 23 0 0 0,16-35-229 0 0,0 1 0 0 0,0 0 0 0 0,1-1 0 0 0,0 1 0 0 0,0 0 0 0 0,0 0 0 0 0,0 0 0 0 0,1 0 0 0 0,0 0 0 0 0,0 0 0 0 0,0 0 0 0 0,1-1 0 0 0,0 1 0 0 0,0 0 0 0 0,0 0 0 0 0,0 0 0 0 0,1-1 0 0 0,0 1 0 0 0,0 0 0 0 0,0-1 0 0 0,0 0 0 0 0,1 1 0 0 0,-1-1 0 0 0,1 0 0 0 0,0 0 0 0 0,1-1 0 0 0,-1 1 0 0 0,1-1 0 0 0,-1 1 0 0 0,1-1 0 0 0,0 0 0 0 0,0-1 0 0 0,1 1 0 0 0,-1-1 0 0 0,7 3 0 0 0,-7-3 16 0 0,0 0-1 0 0,-1 0 0 0 0,1 0 0 0 0,0-1 0 0 0,0 0 1 0 0,1 0-1 0 0,-1 0 0 0 0,0 0 0 0 0,0-1 0 0 0,0 0 1 0 0,1 0-1 0 0,-1 0 0 0 0,0 0 0 0 0,0 0 0 0 0,1-1 1 0 0,-1 0-1 0 0,0 0 0 0 0,5-2 0 0 0,-4 1-77 0 0,0-1-1 0 0,0 0 0 0 0,0 0 1 0 0,0-1-1 0 0,-1 1 1 0 0,1-1-1 0 0,-1 0 0 0 0,0 0 1 0 0,0-1-1 0 0,-1 1 1 0 0,7-10-1 0 0,-1-2-98 0 0,-1 0 0 0 0,-1 0 0 0 0,-1 0 1 0 0,0-1-1 0 0,-1 0 0 0 0,0 0 0 0 0,3-31 0 0 0,-4-14 332 0 0,-1-1 0 0 0,-8-65 0 0 0,-22-123 1475 0 0,24 223-1417 0 0,-8-43 453 0 0,10 65-589 0 0,0 1 0 0 0,0 0 1 0 0,-1 0-1 0 0,0 0 1 0 0,0 0-1 0 0,-1 0 1 0 0,1 0-1 0 0,-1 1 0 0 0,0-1 1 0 0,-4-5-1 0 0,6 10-139 0 0,1 0 0 0 0,0 0 0 0 0,0 0 0 0 0,0-1 0 0 0,0 1-1 0 0,-1 0 1 0 0,1 0 0 0 0,0 0 0 0 0,0-1 0 0 0,0 1 0 0 0,-1 0-1 0 0,1 0 1 0 0,0 0 0 0 0,0 0 0 0 0,-1 0 0 0 0,1 0 0 0 0,0 0-1 0 0,0-1 1 0 0,-1 1 0 0 0,1 0 0 0 0,0 0 0 0 0,0 0-1 0 0,-1 0 1 0 0,1 0 0 0 0,0 0 0 0 0,0 0 0 0 0,-1 0 0 0 0,1 0-1 0 0,0 1 1 0 0,0-1 0 0 0,-1 0 0 0 0,1 0 0 0 0,0 0 0 0 0,0 0-1 0 0,-1 0 1 0 0,1 0 0 0 0,0 0 0 0 0,0 1 0 0 0,-1-1 0 0 0,1 0-1 0 0,-6 14 316 0 0,2 21-118 0 0,4-33-169 0 0,-2 52-29 0 0,3 1 0 0 0,2-1 0 0 0,3 0 1 0 0,2 0-1 0 0,2-1 0 0 0,3 0 0 0 0,1-1 1 0 0,4 0-1 0 0,1-1 0 0 0,2-2 0 0 0,3 0 0 0 0,52 81 1 0 0,-27-59-3392 0 0,-33-48 166 0 0,15 25-4076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109 48 5065 0 0,'0'-1'179'0'0,"-1"-1"1"0"0,1 1-1 0 0,0 0 1 0 0,-1-1-1 0 0,1 1 1 0 0,-1 0-1 0 0,0 0 0 0 0,1 0 1 0 0,-1 0-1 0 0,0-1 1 0 0,0 1-1 0 0,0 0 0 0 0,0 0 1 0 0,1 0-1 0 0,-1 0 1 0 0,-1 1-1 0 0,1-1 1 0 0,0 0-1 0 0,0 0 0 0 0,0 1 1 0 0,0-1-1 0 0,-1 1 1 0 0,1-1-1 0 0,0 1 0 0 0,0-1 1 0 0,-1 1-1 0 0,1 0 1 0 0,0-1-1 0 0,-1 1 1 0 0,1 0-1 0 0,0 0 0 0 0,-1 0 1 0 0,1 0-1 0 0,0 0 1 0 0,-1 0-1 0 0,1 1 0 0 0,0-1 1 0 0,-1 0-1 0 0,1 1 1 0 0,0-1-1 0 0,-1 1 1 0 0,1-1-1 0 0,0 1 0 0 0,0 0 1 0 0,0 0-1 0 0,-2 1 1 0 0,-2 1 81 0 0,1 0 1 0 0,0 1-1 0 0,0 0 1 0 0,0 0-1 0 0,1 0 1 0 0,-1 0-1 0 0,1 1 1 0 0,0-1-1 0 0,0 1 1 0 0,-3 8-1 0 0,2-2-155 0 0,1 0 0 0 0,1 0 0 0 0,0 0 0 0 0,0 1 0 0 0,1-1 0 0 0,1 0 0 0 0,0 1 0 0 0,0-1 0 0 0,1 1 0 0 0,0-1 0 0 0,1 0-1 0 0,1 0 1 0 0,0 0 0 0 0,0 0 0 0 0,9 18 0 0 0,-9-22-39 0 0,0 1 0 0 0,1-1 0 0 0,0 0 1 0 0,1 0-1 0 0,0 0 0 0 0,0 0 0 0 0,0-1 0 0 0,1 0 0 0 0,-1 0 0 0 0,2 0 0 0 0,-1-1 0 0 0,1 0 0 0 0,-1 0 0 0 0,1-1 0 0 0,1 0 1 0 0,-1 0-1 0 0,0 0 0 0 0,1-1 0 0 0,0 0 0 0 0,0-1 0 0 0,0 0 0 0 0,9 1 0 0 0,-13-2-65 0 0,-1-1 0 0 0,1 1-1 0 0,0-1 1 0 0,0 0-1 0 0,-1-1 1 0 0,1 1 0 0 0,0-1-1 0 0,-1 1 1 0 0,1-1 0 0 0,-1 0-1 0 0,1-1 1 0 0,-1 1 0 0 0,1-1-1 0 0,-1 1 1 0 0,0-1 0 0 0,0 0-1 0 0,0 0 1 0 0,5-4 0 0 0,-5 2 4 0 0,1 0 0 0 0,-1 0 0 0 0,0-1 0 0 0,0 1 0 0 0,0-1 0 0 0,-1 0 0 0 0,1 0 0 0 0,-1 0 0 0 0,0 0 0 0 0,-1 0 0 0 0,2-7 0 0 0,1-11 21 0 0,-2 1 1 0 0,-1 0-1 0 0,0-1 0 0 0,-5-38 0 0 0,4 59-15 0 0,0 1 0 0 0,-1-1 0 0 0,1 0 0 0 0,0 1 0 0 0,0-1 0 0 0,1 0 0 0 0,-1 1 0 0 0,0-1 0 0 0,0 1 0 0 0,1-1 0 0 0,-1 0 0 0 0,2-1 0 0 0,-2 3-6 0 0,0-1 0 0 0,0 1 0 0 0,1 0-1 0 0,-1 0 1 0 0,0 0 0 0 0,0-1 0 0 0,1 1 0 0 0,-1 0 0 0 0,0 0 0 0 0,1 0 0 0 0,-1 0 0 0 0,0 0 0 0 0,1 0 0 0 0,-1 0 0 0 0,0 0 0 0 0,1 0 0 0 0,-1 0 0 0 0,0 0 0 0 0,1 0 0 0 0,-1 0-1 0 0,0 0 1 0 0,1 0 0 0 0,-1 0 0 0 0,0 0 0 0 0,1 0 0 0 0,-1 0 0 0 0,0 0 0 0 0,0 0 0 0 0,1 1 0 0 0,-1-1 0 0 0,0 0 0 0 0,1 0 0 0 0,-1 0 0 0 0,0 0 0 0 0,1 1 0 0 0,30 32 289 0 0,-20-19-352 0 0,5 2 218 0 0,1 0 0 0 0,1 0 0 0 0,0-2 0 0 0,1 0 0 0 0,29 15-1 0 0,-35-22-133 0 0,0-1 0 0 0,0 0 0 0 0,0-1-1 0 0,1-1 1 0 0,-1 0 0 0 0,1-1-1 0 0,0 0 1 0 0,1-1 0 0 0,-1-1 0 0 0,16 0-1 0 0,-26-1-7 0 0,0 0 1 0 0,-1-1-1 0 0,1 1 0 0 0,0-1 0 0 0,-1 0 0 0 0,1 0 0 0 0,0-1 1 0 0,-1 1-1 0 0,1-1 0 0 0,-1 1 0 0 0,0-1 0 0 0,1 0 0 0 0,-1 0 1 0 0,0-1-1 0 0,0 1 0 0 0,4-5 0 0 0,-3 2 26 0 0,0-1 0 0 0,0 1 0 0 0,-1 0 0 0 0,0-1 0 0 0,0 0 0 0 0,0 0 0 0 0,-1 0 1 0 0,0 0-1 0 0,2-8 0 0 0,-1-1 8 0 0,-1-1 0 0 0,0 0 1 0 0,-1 0-1 0 0,0 0 0 0 0,-2 0 1 0 0,0 1-1 0 0,-4-21 0 0 0,5 29-132 0 0,-1 1 0 0 0,0 0-1 0 0,-1 0 1 0 0,0 0 0 0 0,0 0-1 0 0,0 0 1 0 0,0 0 0 0 0,-1 1-1 0 0,0-1 1 0 0,-1 1 0 0 0,1 0 0 0 0,-1 0-1 0 0,0 0 1 0 0,-6-6 0 0 0,3 7-906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3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 6305 0 0,'3'-1'247'0'0,"0"0"0"0"0,1 1 0 0 0,-1-1 1 0 0,0 1-1 0 0,1-1 0 0 0,-1 1 0 0 0,0 0 0 0 0,1 1 0 0 0,-1-1 0 0 0,0 0 0 0 0,0 1 0 0 0,5 1 0 0 0,-6-1 27 0 0,0 0-1 0 0,-1 0 1 0 0,1 0 0 0 0,0 1-1 0 0,0-1 1 0 0,-1 0 0 0 0,1 1 0 0 0,-1 0-1 0 0,1-1 1 0 0,-1 1 0 0 0,0 0-1 0 0,1-1 1 0 0,-1 1 0 0 0,0 0-1 0 0,0 0 1 0 0,0 0 0 0 0,-1 0 0 0 0,1 0-1 0 0,0 0 1 0 0,0 3 0 0 0,3 19 528 0 0,0 0 1 0 0,-1 1 0 0 0,-2-1 0 0 0,-1 27 0 0 0,-1-31-1376 0 0,1 1 1 0 0,0 0 0 0 0,2-1-1 0 0,1 1 1 0 0,0-1 0 0 0,11 33 0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5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43 12443 0 0,'3'-6'246'0'0,"-3"3"-173"0"0,1 1 0 0 0,0-1 0 0 0,0 1 1 0 0,0-1-1 0 0,1 1 0 0 0,-1 0 0 0 0,0-1 0 0 0,1 1 1 0 0,-1 0-1 0 0,1 0 0 0 0,0 0 0 0 0,0 0 1 0 0,0 1-1 0 0,4-4 0 0 0,-5 5-39 0 0,-1 0 0 0 0,1 0 0 0 0,0 0 0 0 0,0 0 0 0 0,0 0 0 0 0,-1 0 0 0 0,1 0 0 0 0,0 0 0 0 0,0 0 0 0 0,0 1 0 0 0,-1-1 0 0 0,1 0 0 0 0,0 0 1 0 0,0 1-1 0 0,-1-1 0 0 0,1 1 0 0 0,0-1 0 0 0,-1 0 0 0 0,1 1 0 0 0,0-1 0 0 0,-1 1 0 0 0,1 0 0 0 0,-1-1 0 0 0,1 1 0 0 0,-1-1 0 0 0,1 1 0 0 0,-1 0 0 0 0,1 0 0 0 0,-1-1 0 0 0,0 1 0 0 0,1 0 0 0 0,-1 0 0 0 0,0-1 0 0 0,0 1 0 0 0,1 0 0 0 0,-1 0 0 0 0,0-1 0 0 0,0 1 1 0 0,0 0-1 0 0,0 2 0 0 0,2 32 194 0 0,-3-12-332 0 0,0-14-373 0 0,0 0 1 0 0,0 0-1 0 0,1 0 1 0 0,0 0-1 0 0,1 0 1 0 0,0 0-1 0 0,1 0 0 0 0,0-1 1 0 0,0 1-1 0 0,5 13 1 0 0,2-9 429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8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4 10594 0 0,'0'0'46'0'0,"0"-1"0"0"0,0 1-1 0 0,0 0 1 0 0,0 0 0 0 0,0 0-1 0 0,0 0 1 0 0,0-1 0 0 0,0 1 0 0 0,-1 0-1 0 0,1 0 1 0 0,0 0 0 0 0,0 0-1 0 0,0 0 1 0 0,0-1 0 0 0,0 1 0 0 0,0 0-1 0 0,-1 0 1 0 0,1 0 0 0 0,0 0-1 0 0,0 0 1 0 0,0 0 0 0 0,0 0-1 0 0,-1-1 1 0 0,1 1 0 0 0,0 0 0 0 0,0 0-1 0 0,0 0 1 0 0,0 0 0 0 0,-1 0-1 0 0,1 0 1 0 0,0 0 0 0 0,0 0-1 0 0,0 0 1 0 0,0 0 0 0 0,-1 0 0 0 0,1 0-1 0 0,0 0 1 0 0,0 0 0 0 0,0 0-1 0 0,-1 0 1 0 0,1 0 0 0 0,0 1-1 0 0,0-1 1 0 0,0 0 0 0 0,0 0 0 0 0,-1 0-1 0 0,1 0 1 0 0,0 0 0 0 0,0 0-1 0 0,0 0 1 0 0,0 0 0 0 0,0 1 0 0 0,0-1-1 0 0,-1 0 1 0 0,1 0 0 0 0,0 0-1 0 0,0 0 1 0 0,0 1 0 0 0,0-1-1 0 0,0 0 1 0 0,0 0 0 0 0,0 0 0 0 0,0 0-1 0 0,0 1 1 0 0,0-1 0 0 0,0 0-1 0 0,0 0 1 0 0,-3 25 2529 0 0,6 48 771 0 0,-2-57-2831 0 0,5 138 1682 0 0,-4-52-2016 0 0,4 0-1 0 0,31 159 1 0 0,-8-158-1193 0 0,-4-36-6902 0 0,-16-50 1877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3.2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90 352 6913 0 0,'-7'-2'267'0'0,"0"0"0"0"0,-1 1 0 0 0,1 0 0 0 0,-1 1 0 0 0,1 0 0 0 0,0 0 0 0 0,-1 0 0 0 0,1 1 0 0 0,-1 0 0 0 0,-7 3 0 0 0,48-3 1582 0 0,-12-6-1415 0 0,1 0 1 0 0,-1-2 0 0 0,0 0 0 0 0,21-11-1 0 0,80-44 711 0 0,-107 53-1029 0 0,33-19-17 0 0,-2-2-1 0 0,-2-2 1 0 0,0-2 0 0 0,64-66 0 0 0,-107 99-42 0 0,0-1-1 0 0,0 1 0 0 0,1 0 0 0 0,-1-1 1 0 0,1 1-1 0 0,-1 0 0 0 0,1 0 0 0 0,-1 0 1 0 0,1 0-1 0 0,-1 0 0 0 0,1 1 0 0 0,0-1 1 0 0,0 0-1 0 0,2 0 0 0 0,-3 2-10 0 0,0-1 1 0 0,-1 0-1 0 0,1 1 0 0 0,0 0 0 0 0,-1-1 0 0 0,1 1 0 0 0,0-1 0 0 0,-1 1 1 0 0,1 0-1 0 0,-1 0 0 0 0,1-1 0 0 0,-1 1 0 0 0,1 0 0 0 0,-1 0 0 0 0,1-1 1 0 0,-1 1-1 0 0,0 0 0 0 0,1 0 0 0 0,-1 0 0 0 0,0 0 0 0 0,0 0 0 0 0,0 0 1 0 0,0-1-1 0 0,0 1 0 0 0,0 0 0 0 0,0 0 0 0 0,0 0 0 0 0,0 0 0 0 0,0 0 1 0 0,0 0-1 0 0,-1 1 0 0 0,0 59 890 0 0,0-25-594 0 0,0 0 1 0 0,3 0 0 0 0,10 61-1 0 0,-10-86-355 0 0,1-1-1 0 0,1 0 1 0 0,-1 1-1 0 0,1-1 1 0 0,1-1-1 0 0,0 1 1 0 0,0 0-1 0 0,1-1 0 0 0,1 0 1 0 0,-1-1-1 0 0,1 0 1 0 0,1 0-1 0 0,-1 0 1 0 0,1-1-1 0 0,1 0 1 0 0,15 11-1 0 0,-22-17-66 0 0,1 1-1 0 0,-1-1 1 0 0,1 0 0 0 0,0 1-1 0 0,-1-1 1 0 0,1-1-1 0 0,0 1 1 0 0,-1 0 0 0 0,1-1-1 0 0,0 1 1 0 0,0-1-1 0 0,0 0 1 0 0,-1 0 0 0 0,1 0-1 0 0,0 0 1 0 0,0 0-1 0 0,0-1 1 0 0,4-1 0 0 0,-2 1 22 0 0,-1-1 1 0 0,1-1 0 0 0,-1 1 0 0 0,0-1 0 0 0,0 1-1 0 0,0-1 1 0 0,0 0 0 0 0,0-1 0 0 0,-1 1-1 0 0,4-5 1 0 0,6-9 105 0 0,0 0 0 0 0,-2-1 0 0 0,19-38 0 0 0,-26 48 1 0 0,5-12 76 0 0,-7 14 56 0 0,1-1 1 0 0,0 0-1 0 0,1 1 0 0 0,-1 0 1 0 0,1 0-1 0 0,0 0 1 0 0,9-9-1 0 0,-12 14-121 0 0,-1 1 0 0 0,1 0-1 0 0,0 0 1 0 0,0 0 0 0 0,-1 0 0 0 0,1 0-1 0 0,0 0 1 0 0,0 0 0 0 0,-1 0 0 0 0,1 0-1 0 0,0 0 1 0 0,0 1 0 0 0,-1-1 0 0 0,1 0-1 0 0,0 0 1 0 0,0 1 0 0 0,-1-1-1 0 0,1 1 1 0 0,0-1 0 0 0,-1 0 0 0 0,1 1-1 0 0,-1-1 1 0 0,1 1 0 0 0,-1-1 0 0 0,1 1-1 0 0,-1 0 1 0 0,1-1 0 0 0,-1 1 0 0 0,1-1-1 0 0,-1 1 1 0 0,0 0 0 0 0,1 0 0 0 0,-1-1-1 0 0,0 1 1 0 0,1 0 0 0 0,-1-1-1 0 0,0 2 1 0 0,13 29 405 0 0,7 37-42 0 0,-16-46-459 0 0,2 0-1 0 0,1-1 1 0 0,0 0 0 0 0,2-1 0 0 0,0 0-1 0 0,1 0 1 0 0,1-1 0 0 0,15 20-1 0 0,-6-15-1690 0 0,0-1-5762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3.8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287 50 6913 0 0,'-2'-4'468'0'0,"0"0"-1"0"0,-1 0 0 0 0,0 0 0 0 0,0 0 1 0 0,0 0-1 0 0,0 1 0 0 0,0-1 0 0 0,-1 1 0 0 0,1 0 1 0 0,-6-3-1 0 0,7 4-230 0 0,0 2 1 0 0,-1-1-1 0 0,1 0 1 0 0,-1 0-1 0 0,1 1 1 0 0,-1-1 0 0 0,1 1-1 0 0,-1 0 1 0 0,1-1-1 0 0,-1 1 1 0 0,0 1-1 0 0,1-1 1 0 0,-1 0-1 0 0,1 1 1 0 0,-1-1-1 0 0,1 1 1 0 0,-1 0-1 0 0,1-1 1 0 0,0 1-1 0 0,-1 0 1 0 0,-1 2-1 0 0,-9 4 12 0 0,1 1-1 0 0,0 0 1 0 0,1 0 0 0 0,0 1-1 0 0,0 1 1 0 0,1 0-1 0 0,0 0 1 0 0,-9 13-1 0 0,6-5-203 0 0,1-1 0 0 0,0 2 0 0 0,1 0 0 0 0,-13 32 0 0 0,21-45-45 0 0,1 0 0 0 0,1-1 0 0 0,-1 1 1 0 0,1 0-1 0 0,0 0 0 0 0,0 0 0 0 0,0 0 0 0 0,1 0 0 0 0,0 0 0 0 0,0 0 0 0 0,1 0 0 0 0,0 0 0 0 0,2 10 0 0 0,-1-12 0 0 0,-1 0-1 0 0,1-1 0 0 0,0 1 1 0 0,0-1-1 0 0,0 0 0 0 0,1 0 1 0 0,-1 0-1 0 0,1 0 0 0 0,-1 0 1 0 0,1 0-1 0 0,0 0 0 0 0,0-1 1 0 0,0 0-1 0 0,1 1 0 0 0,-1-1 1 0 0,1 0-1 0 0,-1-1 1 0 0,1 1-1 0 0,-1-1 0 0 0,1 1 1 0 0,7 0-1 0 0,-4 0-35 0 0,1-1 0 0 0,-1 0 0 0 0,0 0-1 0 0,1-1 1 0 0,-1 0 0 0 0,1 0 0 0 0,-1-1 0 0 0,0 0 0 0 0,1 0 0 0 0,-1-1 0 0 0,0 0 0 0 0,8-3-1 0 0,-4 0-58 0 0,0 0 0 0 0,-1-1 0 0 0,0 0 0 0 0,0 0 0 0 0,0-1 0 0 0,-1-1 0 0 0,11-9 0 0 0,-9 5 197 0 0,0 0 0 0 0,0 0-1 0 0,-2-1 1 0 0,1 0-1 0 0,-2-1 1 0 0,0 0-1 0 0,0-1 1 0 0,-1 1 0 0 0,-1-1-1 0 0,-1-1 1 0 0,6-21-1 0 0,-11 35-96 0 0,1-4 260 0 0,0 1-1 0 0,0 0 1 0 0,0 0-1 0 0,1 0 1 0 0,-1 0-1 0 0,6-9 1 0 0,-7 14-219 0 0,0-1-1 0 0,1 1 1 0 0,-1-1 0 0 0,1 1-1 0 0,-1-1 1 0 0,1 1 0 0 0,-1-1-1 0 0,1 1 1 0 0,-1 0 0 0 0,1-1-1 0 0,-1 1 1 0 0,1 0-1 0 0,0-1 1 0 0,-1 1 0 0 0,1 0-1 0 0,-1 0 1 0 0,1-1 0 0 0,0 1-1 0 0,-1 0 1 0 0,1 0 0 0 0,0 0-1 0 0,-1 0 1 0 0,2 0 0 0 0,0 1-25 0 0,0-1 1 0 0,-1 1 0 0 0,1-1-1 0 0,0 1 1 0 0,0 0 0 0 0,-1 0-1 0 0,1 0 1 0 0,-1 0 0 0 0,1 0-1 0 0,-1 0 1 0 0,1 0 0 0 0,1 2-1 0 0,19 20 152 0 0,-1 1 0 0 0,21 29 0 0 0,-26-30-154 0 0,2-1-1 0 0,0-1 1 0 0,34 29 0 0 0,-36-37-428 0 0,2-1 0 0 0,0-1 0 0 0,0-1 1 0 0,1-1-1 0 0,0 0 0 0 0,0-2 0 0 0,27 8 1 0 0,-5-5-6983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4.7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318 24 10594 0 0,'0'-1'50'0'0,"-1"-1"0"0"0,0 1-1 0 0,1 0 1 0 0,-1-1 0 0 0,0 1 0 0 0,0 0-1 0 0,1 0 1 0 0,-1 0 0 0 0,0-1 0 0 0,0 1-1 0 0,-1 0 1 0 0,1 0 0 0 0,0 0 0 0 0,0 1-1 0 0,0-1 1 0 0,-1 0 0 0 0,1 0-1 0 0,0 1 1 0 0,-1-1 0 0 0,1 0 0 0 0,-1 1-1 0 0,1 0 1 0 0,0-1 0 0 0,-1 1 0 0 0,1 0-1 0 0,-1 0 1 0 0,1 0 0 0 0,-1 0 0 0 0,1 0-1 0 0,-1 0 1 0 0,1 0 0 0 0,-1 0-1 0 0,1 0 1 0 0,-1 1 0 0 0,-2 0 0 0 0,-1 1 48 0 0,0-1 0 0 0,1 1 1 0 0,-1 0-1 0 0,1 0 1 0 0,-1 1-1 0 0,1-1 0 0 0,0 1 1 0 0,0 0-1 0 0,0 0 0 0 0,-4 5 1 0 0,-16 23 176 0 0,1 1 1 0 0,1 2-1 0 0,2 0 1 0 0,-19 46-1 0 0,21-45-198 0 0,2-2 6 0 0,1 1 1 0 0,-13 46 0 0 0,24-67-82 0 0,1 0 1 0 0,0 0-1 0 0,1 0 0 0 0,0 0 1 0 0,1 1-1 0 0,1-1 0 0 0,0 1 1 0 0,1-1-1 0 0,4 22 0 0 0,-4-32-49 0 0,0 1-1 0 0,1 0 0 0 0,-1 0 0 0 0,1-1 1 0 0,0 1-1 0 0,0-1 0 0 0,0 1 0 0 0,0-1 1 0 0,0 0-1 0 0,1 0 0 0 0,0 0 0 0 0,0 0 1 0 0,-1 0-1 0 0,2-1 0 0 0,-1 1 1 0 0,0-1-1 0 0,0 0 0 0 0,1 0 0 0 0,-1 0 1 0 0,1 0-1 0 0,0-1 0 0 0,-1 0 0 0 0,1 1 1 0 0,0-1-1 0 0,0 0 0 0 0,0-1 1 0 0,7 1-1 0 0,9 0-254 0 0,0 0-1 0 0,0-2 1 0 0,0 0 0 0 0,26-6 0 0 0,-23 4 253 0 0,-17 2 4 0 0,10-2 131 0 0,0 1 0 0 0,0 1 0 0 0,1 0 0 0 0,-1 1 0 0 0,25 4 0 0 0,-38-4-93 0 0,1 1 0 0 0,-1 0 0 0 0,0 0 0 0 0,0 0 0 0 0,0 0 0 0 0,0 1 1 0 0,0-1-1 0 0,0 1 0 0 0,0-1 0 0 0,-1 1 0 0 0,1 0 0 0 0,-1 0 0 0 0,1 0 0 0 0,-1 1 0 0 0,0-1 0 0 0,1 1 0 0 0,-1-1 1 0 0,-1 1-1 0 0,1 0 0 0 0,0-1 0 0 0,-1 1 0 0 0,1 0 0 0 0,-1 0 0 0 0,0 0 0 0 0,0 0 0 0 0,0 1 0 0 0,0-1 0 0 0,-1 0 0 0 0,1 0 1 0 0,-1 1-1 0 0,0-1 0 0 0,0 0 0 0 0,0 0 0 0 0,0 5 0 0 0,-3 13 166 0 0,0 0 1 0 0,-1 0-1 0 0,-1 0 0 0 0,-1-1 1 0 0,0 0-1 0 0,-2 0 0 0 0,0 0 1 0 0,-2-1-1 0 0,0 0 0 0 0,-1-1 1 0 0,0 0-1 0 0,-2-1 0 0 0,0 0 1 0 0,-16 15-1 0 0,26-29 56 0 0,1-1 1 0 0,0 0-1 0 0,-1 0 1 0 0,1 0 0 0 0,-1 0-1 0 0,1-1 1 0 0,-1 1-1 0 0,0 0 1 0 0,0-1-1 0 0,0 0 1 0 0,0 0-1 0 0,-4 1 1 0 0,7-2-220 0 0,-1 0 0 0 0,1 0 0 0 0,0-1 0 0 0,0 1-1 0 0,0 0 1 0 0,0 0 0 0 0,0-1 0 0 0,0 1 0 0 0,-1 0 0 0 0,1 0 0 0 0,0-1 0 0 0,0 1 0 0 0,0 0 0 0 0,0-1 0 0 0,0 1 0 0 0,0 0 0 0 0,0 0 0 0 0,0-1 0 0 0,0 1 0 0 0,0 0 0 0 0,0 0-1 0 0,0-1 1 0 0,1 1 0 0 0,-1 0 0 0 0,0-1 0 0 0,0 1 0 0 0,0 0 0 0 0,0 0 0 0 0,0-1 0 0 0,0 1 0 0 0,1 0 0 0 0,-1 0 0 0 0,0 0 0 0 0,0-1 0 0 0,0 1 0 0 0,1 0 0 0 0,-1 0-1 0 0,0 0 1 0 0,0 0 0 0 0,0-1 0 0 0,1 1 0 0 0,-1 0 0 0 0,0 0 0 0 0,0 0 0 0 0,1 0 0 0 0,-1 0 0 0 0,0 0 0 0 0,1 0 0 0 0,11-9-1164 0 0,0 3-2840 0 0,1 0-1303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2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7 1376 0 0,'8'-6'11177'0'0,"-8"7"-10983"0"0,5 35 2034 0 0,2 75 1 0 0,-1-2-829 0 0,18 56-339 0 0,-19-138-1018 0 0,2 0 0 0 0,2 0-1 0 0,21 50 1 0 0,-28-75-23 0 0,-1 1 1 0 0,0 0-1 0 0,1-1 0 0 0,0 1 0 0 0,-1-1 0 0 0,1 0 0 0 0,0 1 0 0 0,0-1 1 0 0,0 0-1 0 0,0 0 0 0 0,1 0 0 0 0,-1 0 0 0 0,1-1 0 0 0,-1 1 0 0 0,1-1 1 0 0,2 2-1 0 0,-4-3-2 0 0,0 0 0 0 0,0 1 0 0 0,0-1 0 0 0,0 0 1 0 0,0 0-1 0 0,0 0 0 0 0,0 0 0 0 0,0 0 0 0 0,0 0 0 0 0,0-1 0 0 0,0 1 1 0 0,0 0-1 0 0,0 0 0 0 0,-1-1 0 0 0,1 1 0 0 0,0-1 0 0 0,0 1 1 0 0,0 0-1 0 0,1-2 0 0 0,0 0-6 0 0,0 0 0 0 0,-1 1 0 0 0,1-1-1 0 0,-1 0 1 0 0,0 0 0 0 0,1 0 0 0 0,-1 0 0 0 0,0 0 0 0 0,0-1 0 0 0,0 1 0 0 0,0-3-1 0 0,13-36-50 0 0,2-11 295 0 0,3 1 0 0 0,42-85 0 0 0,-59 134-216 0 0,-1 0 0 0 0,0-1 1 0 0,1 1-1 0 0,-1 0 0 0 0,1 0 1 0 0,0 0-1 0 0,0 0 1 0 0,0 0-1 0 0,0 0 0 0 0,0 1 1 0 0,0-1-1 0 0,4-1 0 0 0,-6 3-19 0 0,1-1-1 0 0,-1 1 0 0 0,1 0 0 0 0,-1 0 0 0 0,1 0 1 0 0,0 0-1 0 0,-1 0 0 0 0,1 0 0 0 0,-1 0 0 0 0,1 0 1 0 0,-1 0-1 0 0,1 0 0 0 0,0 0 0 0 0,-1 0 0 0 0,1 1 0 0 0,-1-1 1 0 0,1 0-1 0 0,-1 0 0 0 0,1 1 0 0 0,-1-1 0 0 0,1 0 1 0 0,-1 0-1 0 0,1 1 0 0 0,0 1-4 0 0,1-1 1 0 0,-1 0-1 0 0,0 1 1 0 0,0-1-1 0 0,0 1 1 0 0,-1-1-1 0 0,1 1 1 0 0,0 0-1 0 0,-1-1 1 0 0,1 1-1 0 0,0 2 0 0 0,7 30 308 0 0,3 37-1 0 0,-6-38-303 0 0,10 41-1 0 0,-11-62-332 0 0,0-1 0 0 0,0 0 0 0 0,1 0 0 0 0,0 0 0 0 0,1-1 0 0 0,0 0 0 0 0,11 13-1 0 0,-2-5-4800 0 0,1-1-1634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6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35 103 6913 0 0,'-3'-13'10024'0'0,"-4"33"-9445"0"0,1 0 0 0 0,0 0 0 0 0,2 1 0 0 0,-4 37 0 0 0,8-52-578 0 0,0 1 1 0 0,0-1 0 0 0,1 0-1 0 0,0 1 1 0 0,0-1 0 0 0,0 0-1 0 0,1 0 1 0 0,0 0 0 0 0,0 0-1 0 0,0 0 1 0 0,1 0 0 0 0,0-1-1 0 0,0 1 1 0 0,1-1 0 0 0,-1 0-1 0 0,1 0 1 0 0,0 0 0 0 0,1 0-1 0 0,-1-1 1 0 0,1 1 0 0 0,6 3-1 0 0,-3-2 48 0 0,1-1 0 0 0,0 0 1 0 0,0 0-1 0 0,1-1 0 0 0,-1-1 0 0 0,1 1 0 0 0,0-2 0 0 0,0 1 0 0 0,0-1 0 0 0,0-1 0 0 0,0 0 1 0 0,0 0-1 0 0,1-1 0 0 0,-1 0 0 0 0,0-1 0 0 0,0 0 0 0 0,13-3 0 0 0,-17 3-14 0 0,-1-1 0 0 0,1 0 0 0 0,-1 1-1 0 0,1-2 1 0 0,-1 1 0 0 0,0-1 0 0 0,0 0 0 0 0,0 0 0 0 0,0 0-1 0 0,0 0 1 0 0,-1-1 0 0 0,0 0 0 0 0,0 0 0 0 0,0 0-1 0 0,0-1 1 0 0,0 1 0 0 0,-1-1 0 0 0,0 0 0 0 0,0 0-1 0 0,0 0 1 0 0,-1 0 0 0 0,1-1 0 0 0,-1 1 0 0 0,0-1-1 0 0,-1 1 1 0 0,0-1 0 0 0,0 0 0 0 0,0 1 0 0 0,0-1-1 0 0,-1 0 1 0 0,0-9 0 0 0,-2-1-132 0 0,0 1 1 0 0,-1 0-1 0 0,0-1 0 0 0,-1 1 1 0 0,-1 1-1 0 0,-1-1 0 0 0,0 1 1 0 0,0 0-1 0 0,-2 0 0 0 0,0 0 0 0 0,0 1 1 0 0,-1 1-1 0 0,-1-1 0 0 0,0 2 1 0 0,-13-13-1 0 0,9 14-4900 0 0,-2 5-1595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9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0 111 1376 0 0,'2'0'203'0'0,"1"0"-1"0"0,-1 0 1 0 0,0 1-1 0 0,1-1 1 0 0,-1 1-1 0 0,0 0 1 0 0,0-1 0 0 0,0 1-1 0 0,0 0 1 0 0,0 0-1 0 0,0 1 1 0 0,0-1-1 0 0,0 0 1 0 0,0 1-1 0 0,0-1 1 0 0,-1 1-1 0 0,1-1 1 0 0,0 1-1 0 0,1 3 1 0 0,3 4 1223 0 0,0 0 0 0 0,-1 0 0 0 0,5 12 0 0 0,0 0-845 0 0,9 20 1618 0 0,-13-26-934 0 0,0-1-1 0 0,2-1 1 0 0,10 17-1 0 0,-20-36-650 0 0,0 0-1 0 0,1 0 1 0 0,-1 0 0 0 0,1 0-1 0 0,1 0 1 0 0,-1 0-1 0 0,1-9 1 0 0,0-1-609 0 0,0 0 0 0 0,4-25 0 0 0,-1 28-129 0 0,0 0 1 0 0,1 0-1 0 0,0 1 1 0 0,1-1-1 0 0,0 1 0 0 0,1 1 1 0 0,0-1-1 0 0,1 1 0 0 0,0 0 1 0 0,1 0-1 0 0,0 1 0 0 0,1 0 1 0 0,14-13-1 0 0,-1 13-3346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6.2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26 4465 0 0,'15'-25'11459'0'0,"-7"40"-9268"0"0,2 13-265 0 0,11 39-1 0 0,9 83-791 0 0,-11-46-846 0 0,96 287-707 0 0,-79-280-2696 0 0,-28-85-4128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6.4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1 111 9674 0 0,'30'-9'2989'0'0,"-21"7"-2445"0"0,113-27 5430 0 0,63-18-2937 0 0,-153 38-4042 0 0,0 2-3983 0 0,-32 7 4965 0 0,30-7-6929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7.5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43 4609 0 0,'1'-2'305'0'0,"1"0"-1"0"0,-1 0 1 0 0,1 1-1 0 0,-1-1 1 0 0,1 1-1 0 0,0-1 1 0 0,-1 1-1 0 0,1-1 1 0 0,0 1-1 0 0,0 0 1 0 0,0 0-1 0 0,0 0 1 0 0,0 0-1 0 0,1 1 1 0 0,-1-1-1 0 0,0 0 1 0 0,0 1-1 0 0,0-1 1 0 0,1 1-1 0 0,3 0 1 0 0,3 0 1477 0 0,1 1 1 0 0,-1 0-1 0 0,17 4 0 0 0,-13-2 288 0 0,-6-2-1066 0 0,-5-1-569 0 0,-8-4 84 0 0,5 4-273 0 0,0-4-187 0 0,-5-14-48 0 0,3 14-11 0 0,2 4-12 0 0,1 0 1 0 0,-1 1-1 0 0,1-1 0 0 0,-1 0 1 0 0,1 1-1 0 0,-1-1 0 0 0,1 1 1 0 0,-1-1-1 0 0,1 1 1 0 0,0-1-1 0 0,-1 1 0 0 0,1-1 1 0 0,0 1-1 0 0,-1-1 0 0 0,1 1 1 0 0,0 0-1 0 0,0-1 1 0 0,-1 1-1 0 0,1-1 0 0 0,0 1 1 0 0,0 0-1 0 0,0-1 0 0 0,0 1 1 0 0,0 0-1 0 0,0-1 1 0 0,0 1-1 0 0,0-1 0 0 0,0 1 1 0 0,0 0-1 0 0,0-1 1 0 0,1 2-1 0 0,-1 0-95 0 0,0-1 20 0 0,4 2-233 0 0,-1-1 128 0 0,-2-1 96 0 0,0 0 0 0 0,0 1 0 0 0,0-1 0 0 0,0 0-1 0 0,0 0 1 0 0,0-1 0 0 0,1 1 0 0 0,-1 0 0 0 0,0 0 0 0 0,1-1 0 0 0,-1 1 0 0 0,1 0 0 0 0,-1-1 0 0 0,1 1 0 0 0,-1-1 0 0 0,1 0 0 0 0,2 1 0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3:00:03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21 302 2761 0 0,'-9'1'221'0'0,"-3"1"-306"0"0,20-1 915 0 0,-5-4-588 0 0,1-3-132 0 0,-3 5-27 0 0,0-1-1 0 0,0 1 0 0 0,1-1 1 0 0,-1 1-1 0 0,0 0 0 0 0,1-1 1 0 0,-1 1-1 0 0,1 0 0 0 0,-1 0 1 0 0,3-1-1 0 0,12-6 771 0 0,0 2-1 0 0,0 0 1 0 0,0 1-1 0 0,1 0 1 0 0,0 2-1 0 0,0 0 1 0 0,30-2-1 0 0,157-26 1584 0 0,-110 13-1730 0 0,334-46 662 0 0,-333 53-1047 0 0,0 4 0 0 0,126 7-1 0 0,-114 2 385 0 0,154-16 0 0 0,-171 1-598 0 0,0 5 1 0 0,128 3-1 0 0,161 10 560 0 0,324-48 15 0 0,-587 26-658 0 0,-89 11-24 0 0,-1 1 0 0 0,1 2-1 0 0,1 1 1 0 0,33 1-1 0 0,-46 5 133 0 0,-12 3 3 0 0,-4-5-114 0 0,0 0-1 0 0,0-1 1 0 0,0 1-1 0 0,0-1 1 0 0,-1 1-1 0 0,1-1 1 0 0,0 1-1 0 0,-1-1 1 0 0,1 0-1 0 0,-1 1 1 0 0,-2 0-1 0 0,-8 6 28 0 0,0 0 0 0 0,-21 8-1 0 0,25-14-67 0 0,-8 4-205 0 0,16-6 212 0 0,-1 0 0 0 0,1 0 0 0 0,0 1 0 0 0,0-1 0 0 0,0 0 1 0 0,-1 0-1 0 0,1 0 0 0 0,0 0 0 0 0,0 0 0 0 0,0 1 0 0 0,0-1 1 0 0,-1 0-1 0 0,1 0 0 0 0,0 0 0 0 0,0 1 0 0 0,0-1 0 0 0,0 0 0 0 0,0 0 1 0 0,0 0-1 0 0,-1 1 0 0 0,1-1 0 0 0,0 0 0 0 0,0 0 0 0 0,0 1 1 0 0,0-1-1 0 0,0 0 0 0 0,0 0 0 0 0,0 1 0 0 0,0-1 0 0 0,0 0 0 0 0,0 0 1 0 0,0 0-1 0 0,0 1 0 0 0,0-1 0 0 0,0 0 0 0 0,1 0 0 0 0,-1 1 0 0 0,0-1 1 0 0,0 0-1 0 0,0 0 0 0 0,0 0 0 0 0,0 1 0 0 0,0-1 0 0 0,1 0 1 0 0,-1 0-1 0 0,0 0 0 0 0,0 1 0 0 0,0-1 0 0 0,1 0 0 0 0,-1 0-29 0 0,-3 4-236 0 0,0-1 131 0 0,1-1 0 0 0,-1 0 0 0 0,1 0 1 0 0,-1 0-1 0 0,0-1 0 0 0,0 1 0 0 0,0 0 0 0 0,0-1 0 0 0,0 0 0 0 0,-1 0 0 0 0,1 0 0 0 0,0 0 0 0 0,0 0 0 0 0,-1-1 0 0 0,1 1 0 0 0,-1-1 0 0 0,1 0 1 0 0,0 0-1 0 0,-1-1 0 0 0,1 1 0 0 0,0 0 0 0 0,-7-3 0 0 0,4 3 575 0 0,0-1-1 0 0,0 1 1 0 0,0 0 0 0 0,0 0-1 0 0,-12 2 1 0 0,-8 1-375 0 0,24-3-48 0 0,-60 3-72 0 0,59-3 89 0 0,-1 1 0 0 0,1-1 0 0 0,-1 1-1 0 0,1 0 1 0 0,-1 0 0 0 0,1 0-1 0 0,0 1 1 0 0,-1-1 0 0 0,1 1 0 0 0,0 0-1 0 0,0 0 1 0 0,0 0 0 0 0,0 0-1 0 0,-4 5 1 0 0,5-2 103 0 0,0 1 1 0 0,0 0-1 0 0,0 0 1 0 0,1 0-1 0 0,0 1 0 0 0,0-1 1 0 0,1 0-1 0 0,0 10 0 0 0,-2 4 133 0 0,-2 45-102 0 0,2 1 1 0 0,3 0-1 0 0,3-1 1 0 0,18 101 0 0 0,44 127-80 0 0,19 124 54 0 0,-36 105-131 0 0,7-44 28 0 0,-14-164 6 0 0,-39-278 100 0 0,2 1 0 0 0,1-1 0 0 0,2 0 0 0 0,2 0 0 0 0,1-1 0 0 0,25 54 0 0 0,-19-48-150 0 0,-14-34 11 0 0,-1 1 0 0 0,1-1 0 0 0,1 0 0 0 0,-1 0 0 0 0,1 0 0 0 0,1 0 0 0 0,9 11 0 0 0,-6-9 49 0 0,-6-6-52 0 0,1 0 0 0 0,-1 0 1 0 0,1 0-1 0 0,0 0 0 0 0,0-1 1 0 0,0 0-1 0 0,0 1 0 0 0,0-1 1 0 0,0 0-1 0 0,0 0 0 0 0,1-1 1 0 0,-1 1-1 0 0,1-1 0 0 0,0 1 1 0 0,5 0-1 0 0,-8-2-9 0 0,-1-1 6 0 0,-4-2 40 0 0,-6-3 9 0 0,0 2 0 0 0,0-1 0 0 0,0 1 0 0 0,-1 1 0 0 0,0-1 0 0 0,0 2 0 0 0,1 0-1 0 0,-2 0 1 0 0,1 1 0 0 0,-15 0 0 0 0,-12 3-70 0 0,-66 10-1 0 0,-8 2 7 0 0,-29-5 54 0 0,-241 46 0 0 0,225-19-32 0 0,-226 44-400 0 0,243-49 221 0 0,88-17 88 0 0,-1-3 1 0 0,-60 5-1 0 0,90-16 10 0 0,0-1 0 0 0,-1-1 0 0 0,-38-8 0 0 0,32 4-432 0 0,-44-2-1 0 0,31 9 53 0 0,1 2 0 0 0,-74 15 0 0 0,71-10 503 0 0,-1-1 0 0 0,-47 0-1 0 0,76-9-1 0 0,0 1 0 0 0,0-2-1 0 0,0 0 1 0 0,-25-10-1 0 0,19 7-81 0 0,-35-7 0 0 0,-17 7-59 0 0,-99 5-1 0 0,90 1 122 0 0,57 2 45 0 0,0 1 0 0 0,-39 8 0 0 0,-21 3 1050 0 0,76-12-823 0 0,-1 0-1 0 0,0 0 1 0 0,0 1 0 0 0,1 1 0 0 0,-21 8 0 0 0,29-11-276 0 0,0 1-1 0 0,0-1 1 0 0,0 0-1 0 0,0 1 1 0 0,0 0-1 0 0,1-1 1 0 0,-1 1-1 0 0,1 0 1 0 0,-1 1-1 0 0,1-1 1 0 0,0 0 0 0 0,0 1-1 0 0,0-1 1 0 0,0 1-1 0 0,0-1 1 0 0,0 1-1 0 0,1 0 1 0 0,0 0-1 0 0,-1 0 1 0 0,1 0 0 0 0,0 0-1 0 0,0 0 1 0 0,1 0-1 0 0,-1 0 1 0 0,1 1-1 0 0,-1 3 1 0 0,2 2-432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3:00:04.98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4 776 6449 0 0,'-3'4'-436'0'0,"12"-1"-186"0"0,16 0 653 0 0,7-7 449 0 0,0-1-1 0 0,0-2 0 0 0,35-12 1 0 0,-7 2 43 0 0,290-83 2796 0 0,71-17-559 0 0,-82 31-2049 0 0,465-105-106 0 0,-274 97 372 0 0,-209 47-259 0 0,21-6-265 0 0,-328 50-450 0 0,43-10 18 0 0,0 2 1 0 0,0 3-1 0 0,115-2 0 0 0,-170 9-34 0 0,0 1-1 0 0,0 1 0 0 0,-1-1 0 0 0,1 0 0 0 0,0 0 1 0 0,-1 1-1 0 0,1-1 0 0 0,-1 0 0 0 0,1 1 0 0 0,0 0 1 0 0,-1-1-1 0 0,1 1 0 0 0,-1 0 0 0 0,1 0 0 0 0,1 1 0 0 0,-5 6-374 0 0,-13 2-85 0 0,-410 140-1841 0 0,-35-52 54 0 0,265-63 1228 0 0,-26 6 473 0 0,-288 59-15 0 0,9 33 498 0 0,188-12 95 0 0,114-40-65 0 0,139-59 98 0 0,0 3-1 0 0,2 3 1 0 0,1 1 0 0 0,1 4-1 0 0,2 1 1 0 0,-50 43-1 0 0,99-73 25 0 0,0 0-1 0 0,0 0 0 0 0,0 1 0 0 0,0-1 1 0 0,1 1-1 0 0,-1 0 0 0 0,-4 9 0 0 0,8-12-56 0 0,-1-1 0 0 0,1 0 0 0 0,-1 0 0 0 0,1 0 0 0 0,0 0 0 0 0,-1 1 0 0 0,1-1 0 0 0,0 0 0 0 0,0 0 0 0 0,0 0 0 0 0,0 1 0 0 0,0-1 0 0 0,0 0 0 0 0,0 0 0 0 0,0 1 0 0 0,0-1 0 0 0,1 0 0 0 0,-1 0 0 0 0,1 0 0 0 0,-1 1 0 0 0,1-1 0 0 0,-1 0 0 0 0,1 0 0 0 0,-1 0 0 0 0,1 0 0 0 0,0 0 0 0 0,0 0 0 0 0,-1 0 0 0 0,1 0 0 0 0,0 0 0 0 0,0-1 0 0 0,0 1 0 0 0,0 0 0 0 0,0 0 0 0 0,0-1 0 0 0,0 1 0 0 0,1-1 0 0 0,-1 1 0 0 0,0-1 0 0 0,0 1 0 0 0,0-1 0 0 0,3 1 0 0 0,12 3-5 0 0,0-1 1 0 0,1 0-1 0 0,0-1 0 0 0,25 0 0 0 0,72-6 406 0 0,-86 2-249 0 0,529-43 1233 0 0,663-141-1 0 0,-980 132-1242 0 0,51-10 172 0 0,-102 27 11 0 0,468-76 643 0 0,-618 108-935 0 0,267-27 251 0 0,-225 27-196 0 0,142 11-1 0 0,-205-5-74 0 0,0 2 1 0 0,0 0-1 0 0,28 9 0 0 0,-43-11-31 0 0,1 0 0 0 0,0 1-1 0 0,-1-1 1 0 0,1 0-1 0 0,-1 1 1 0 0,1 0 0 0 0,-1 0-1 0 0,0 0 1 0 0,0 0-1 0 0,0 1 1 0 0,0-1 0 0 0,0 1-1 0 0,0 0 1 0 0,-1 0-1 0 0,0 0 1 0 0,1 0 0 0 0,-1 0-1 0 0,0 0 1 0 0,0 1-1 0 0,-1-1 1 0 0,1 1 0 0 0,-1-1-1 0 0,2 7 1 0 0,-3-7-1 0 0,0-1 0 0 0,0 1 0 0 0,0 0 0 0 0,-1-1 0 0 0,0 1 0 0 0,1 0 0 0 0,-1-1 0 0 0,0 1 0 0 0,0 0 0 0 0,0-1 0 0 0,-1 1 0 0 0,1-1 0 0 0,-1 0 0 0 0,1 0 0 0 0,-1 1 0 0 0,0-1 0 0 0,0 0 0 0 0,0 0 0 0 0,0 0 0 0 0,-2 1 0 0 0,-7 6 0 0 0,-1 0 0 0 0,-19 10 0 0 0,25-16 0 0 0,-16 10 27 0 0,-1-2 0 0 0,-1-1 1 0 0,0-1-1 0 0,-47 11 1 0 0,-107 12 117 0 0,86-18-171 0 0,-457 63 286 0 0,-73-4-58 0 0,48-5-327 0 0,79 5-506 0 0,386-48 49 0 0,1 5 0 0 0,-152 62-1 0 0,135-38 507 0 0,-309 123-40 0 0,390-162 126 0 0,16-7-2 0 0,-1 2 0 0 0,2 1 1 0 0,-1 2-1 0 0,-47 29 0 0 0,75-42-28 0 0,0 0 0 0 0,0 0-1 0 0,-1 0 1 0 0,1 0 0 0 0,0 0 0 0 0,0 0 0 0 0,0 0-1 0 0,0 0 1 0 0,-1 0 0 0 0,1 0 0 0 0,-1 2-202 0 0,1-2 201 0 0,0 0 1 0 0,0 0 0 0 0,0 1 0 0 0,0-1 0 0 0,0 0-1 0 0,0 0 1 0 0,0 0 0 0 0,0 1 0 0 0,0-1 0 0 0,0 0-1 0 0,0 0 1 0 0,0 0 0 0 0,0 0 0 0 0,0 1 0 0 0,0-1-1 0 0,0 0 1 0 0,0 0 0 0 0,0 0 0 0 0,0 0 0 0 0,0 1-1 0 0,0-1 1 0 0,1 0 0 0 0,-1 0 0 0 0,0 0 0 0 0,11 4-751 0 0,20-1-197 0 0,-28-3 877 0 0,648-8 1610 0 0,-635 7-1482 0 0,765-69 1135 0 0,-310 14-538 0 0,401-26 539 0 0,-760 78-1086 0 0,90-7-48 0 0,-167 8-26 0 0,-1-3 1 0 0,0-1-1 0 0,54-19 960 0 0,-93 26-774 0 0,1 0 1 0 0,-1 1 0 0 0,1 0-1 0 0,-1 0 1 0 0,1 0 0 0 0,0 0-1 0 0,-1 1 1 0 0,1-1-1 0 0,0 1 1 0 0,0 0 0 0 0,-6 5-1 0 0,-1 3-683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7:00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75 11058 0 0,'-2'-8'1004'0'0,"0"0"-1"0"0,1 0 0 0 0,0 1 0 0 0,0-1 0 0 0,1 0 1 0 0,0 0-1 0 0,2-12 0 0 0,11 45 1611 0 0,27 134-2067 0 0,33 266 1 0 0,-37-177-288 0 0,16-38-918 0 0,-32-141 30 0 0,16 100-1 0 0,-33-116-4644 0 0,-3-39-710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7:00.7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71 78 9674 0 0,'-17'5'481'0'0,"14"-4"-367"0"0,-1-1 1 0 0,1 1-1 0 0,-1 0 0 0 0,1 0 0 0 0,-1 1 1 0 0,1-1-1 0 0,0 1 0 0 0,-1 0 1 0 0,1 0-1 0 0,0 0 0 0 0,0 0 0 0 0,0 0 1 0 0,1 1-1 0 0,-6 4 0 0 0,8-7-86 0 0,0 1-1 0 0,0-1 0 0 0,0 0 1 0 0,0 0-1 0 0,0 0 1 0 0,0 1-1 0 0,0-1 0 0 0,0 0 1 0 0,0 0-1 0 0,-1 0 1 0 0,1 1-1 0 0,0-1 0 0 0,0 0 1 0 0,0 0-1 0 0,0 0 1 0 0,0 1-1 0 0,0-1 0 0 0,1 0 1 0 0,-1 0-1 0 0,0 1 1 0 0,0-1-1 0 0,0 0 0 0 0,0 0 1 0 0,0 0-1 0 0,0 1 1 0 0,0-1-1 0 0,0 0 0 0 0,0 0 1 0 0,1 0-1 0 0,-1 0 1 0 0,0 1-1 0 0,0-1 0 0 0,0 0 1 0 0,0 0-1 0 0,0 0 1 0 0,1 0-1 0 0,-1 0 0 0 0,0 1 1 0 0,0-1-1 0 0,0 0 1 0 0,1 0-1 0 0,-1 0 0 0 0,14 2 666 0 0,16-5 300 0 0,-29 3-963 0 0,169-30 3163 0 0,200-30 307 0 0,4 31-2463 0 0,129 44-1739 0 0,-444-11 170 0 0,11 2-852 0 0,-25 2-5064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7:01.2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1 167 10594 0 0,'14'-2'1336'0'0,"1"0"-1"0"0,27-8 0 0 0,-7 1-77 0 0,133-28 2249 0 0,232-41-961 0 0,-108 51-2827 0 0,-237 26-1344 0 0,1 2-1 0 0,0 3 1 0 0,67 13 0 0 0,-106-13-492 0 0,-5 1-2813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7:01.7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1 9218 0 0,'-1'1'433'0'0,"-1"1"-1"0"0,1 0 1 0 0,0 0-1 0 0,0-1 1 0 0,1 1-1 0 0,-1 0 1 0 0,0 0-1 0 0,0 0 1 0 0,1 0 0 0 0,0 0-1 0 0,-1 0 1 0 0,1 0-1 0 0,0 1 1 0 0,0-1-1 0 0,0 3 1 0 0,-1 10 22 0 0,-11 201 3730 0 0,22 110-3136 0 0,-6-258-720 0 0,23 185 114 0 0,-14-160-283 0 0,2 161 0 0 0,-16-237 2 0 0,0 0 1 0 0,-7 27 0 0 0,-6 5-3128 0 0,7-31-4467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38.473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608 1142 2761 0 0,'7'-2'400'0'0,"0"0"1"0"0,0 0 0 0 0,0 1 0 0 0,0 0-1 0 0,0 0 1 0 0,0 1 0 0 0,0-1 0 0 0,1 2-1 0 0,-1-1 1 0 0,0 1 0 0 0,9 6 1510 0 0,-16-7-1883 0 0,-10 7 760 0 0,-12 3 24 0 0,22-10-792 0 0,-51 20 45 0 0,-215 81 81 0 0,206-82-146 0 0,-1-2 0 0 0,-92 12-1 0 0,144-28-11 0 0,5 0-13 0 0,0 0 0 0 0,-1 0 0 0 0,1 0 1 0 0,0-1-1 0 0,0 0 0 0 0,-1 0 0 0 0,1 0 0 0 0,0-1 0 0 0,0 1 0 0 0,-1-1 0 0 0,1 0 0 0 0,0 0 0 0 0,-5-2 0 0 0,9 2 16 0 0,0 1 0 0 0,-1-1 1 0 0,1 1-1 0 0,0-1 0 0 0,0 1 0 0 0,0 0 1 0 0,0-1-1 0 0,0 1 0 0 0,0-1 0 0 0,0 1 0 0 0,0-1 1 0 0,0 1-1 0 0,0-1 0 0 0,0 1 0 0 0,0-1 1 0 0,0 1-1 0 0,1-1 0 0 0,-1 1 0 0 0,0-1 0 0 0,0 1 1 0 0,0-1-1 0 0,1 1 0 0 0,-1-1 0 0 0,0 1 1 0 0,1 0-1 0 0,-1-1 0 0 0,0 1 0 0 0,1 0 1 0 0,-1-1-1 0 0,0 1 0 0 0,1 0 0 0 0,-1-1 0 0 0,1 1 1 0 0,-1 0-1 0 0,1 0 0 0 0,-1 0 0 0 0,0-1 1 0 0,1 1-1 0 0,-1 0 0 0 0,1 0 0 0 0,-1 0 0 0 0,1 0 1 0 0,23-12 173 0 0,16-1 21 0 0,1 2 0 0 0,0 1 0 0 0,52-5 0 0 0,6-1 110 0 0,-25 1 569 0 0,1 3 0 0 0,0 4 0 0 0,1 3 0 0 0,0 3 0 0 0,106 11 1 0 0,-177-8-790 0 0,29 4 52 0 0,-32-4-113 0 0,-1-1-1 0 0,1 0 1 0 0,-1 1-1 0 0,1-1 0 0 0,-1 1 1 0 0,1-1-1 0 0,-1 1 1 0 0,1 0-1 0 0,-1-1 0 0 0,0 1 1 0 0,0 0-1 0 0,1 0 1 0 0,-1 0-1 0 0,0 0 0 0 0,0 0 1 0 0,0 1-1 0 0,1 1 1 0 0,-2-3 8 0 0,0 1 1 0 0,0-1 0 0 0,0 1 0 0 0,0 0-1 0 0,0-1 1 0 0,0 1 0 0 0,-1-1 0 0 0,1 1-1 0 0,0 0 1 0 0,0-1 0 0 0,-1 1 0 0 0,1-1-1 0 0,0 1 1 0 0,-1-1 0 0 0,1 1 0 0 0,-1-1-1 0 0,1 1 1 0 0,0-1 0 0 0,-1 0 0 0 0,1 1-1 0 0,-1-1 1 0 0,1 1 0 0 0,-1-1 0 0 0,0 0-1 0 0,0 1 1 0 0,-18 9 355 0 0,16-8-286 0 0,-26 10 129 0 0,-1 0 0 0 0,0-2 0 0 0,0-1-1 0 0,-1-1 1 0 0,0-2 0 0 0,-37 3 0 0 0,9-4-422 0 0,-1-4 1 0 0,-81-7 0 0 0,116 3 162 0 0,0-1 0 0 0,0-1-1 0 0,0-1 1 0 0,-37-15 0 0 0,46 15-139 0 0,1-1 0 0 0,0 0-1 0 0,1-2 1 0 0,0 0 0 0 0,0 0 0 0 0,0-1 0 0 0,-22-23 0 0 0,35 32 170 0 0,0 0 0 0 0,0 0 0 0 0,0-1 1 0 0,0 1-1 0 0,0 0 0 0 0,0 0 0 0 0,0-1 0 0 0,1 1 0 0 0,-1 0 0 0 0,1-1 0 0 0,-1 1 0 0 0,1-1 0 0 0,-1 1 1 0 0,1-1-1 0 0,0 1 0 0 0,0-1 0 0 0,0 1 0 0 0,0-1 0 0 0,0 1 0 0 0,0-1 0 0 0,0 1 0 0 0,0-2 1 0 0,1 0-21 0 0,1 0 0 0 0,-1 0 0 0 0,0 0 0 0 0,1 1 0 0 0,-1-1 0 0 0,1 1 0 0 0,0-1 0 0 0,-1 1 0 0 0,1 0 0 0 0,4-4 1 0 0,6-4-138 0 0,1 1 1 0 0,-1 0-1 0 0,23-10 1 0 0,-25 13 70 0 0,43-21-58 0 0,2 2-1 0 0,64-19 0 0 0,-60 23-11 0 0,97-48 0 0 0,-137 55 422 0 0,-19 14-245 0 0,0 0 0 0 0,0 0 1 0 0,1-1-1 0 0,-1 1 0 0 0,0 0 0 0 0,0 0 0 0 0,0-1 1 0 0,0 1-1 0 0,0 0 0 0 0,0 0 0 0 0,1 0 0 0 0,-1-1 1 0 0,0 1-1 0 0,0 0 0 0 0,0-1 0 0 0,0 1 0 0 0,0 0 1 0 0,0 0-1 0 0,0-1 0 0 0,0 1 0 0 0,0 0 0 0 0,0 0 1 0 0,0-1-1 0 0,0 1 0 0 0,0 0 0 0 0,-1 0 0 0 0,1-1 1 0 0,0 1-1 0 0,0 0 0 0 0,0 0 0 0 0,0 0 0 0 0,0-1 1 0 0,0 1-1 0 0,-1 0 0 0 0,1 0 0 0 0,0 0 0 0 0,0-1 1 0 0,-1 1-1 0 0,-2-1 92 0 0,0-1-1 0 0,0 1 1 0 0,-1 0-1 0 0,1 1 1 0 0,0-1 0 0 0,-1 0-1 0 0,1 1 1 0 0,-1 0 0 0 0,-3 0-1 0 0,-71 1 861 0 0,-101 14 0 0 0,120-8-1126 0 0,0-2 1 0 0,-1-2-1 0 0,-100-9 0 0 0,145 4 90 0 0,12 2 43 0 0,-1 0 0 0 0,0 0 0 0 0,0-1 0 0 0,0 0 0 0 0,0 1 0 0 0,1-2 0 0 0,-1 1 0 0 0,-6-3 1 0 0,42-6-465 0 0,488-52-863 0 0,-146 26 1557 0 0,-358 34-191 0 0,0-1 0 0 0,0 0 0 0 0,0-1 0 0 0,0 0 0 0 0,-1-2 0 0 0,19-8 1 0 0,-34 14-8 0 0,1 0 0 0 0,-1-1 0 0 0,1 1 0 0 0,-1 0 0 0 0,1 0 0 0 0,-1-1 0 0 0,1 1 0 0 0,-1 0 0 0 0,1-1 0 0 0,-1 1 0 0 0,0-1 0 0 0,1 1 0 0 0,-1 0 0 0 0,1-1 1 0 0,-1 1-1 0 0,0-1 0 0 0,0 1 0 0 0,1-1 0 0 0,-1 1 0 0 0,0-1 0 0 0,0 0 0 0 0,1 1 0 0 0,-1-1 0 0 0,0 1 0 0 0,0-1 0 0 0,0 1 0 0 0,0-1 0 0 0,0 0 0 0 0,0 0 0 0 0,-13-12 400 0 0,-27-5 323 0 0,38 18-712 0 0,-52-15 420 0 0,-1 3 0 0 0,-85-8 0 0 0,-30-6-864 0 0,152 22 294 0 0,-12-2 36 0 0,0-1 1 0 0,0-2-1 0 0,-46-19 0 0 0,76 28 87 0 0,0 0 0 0 0,0 0 0 0 0,0 0 0 0 0,0 0 0 0 0,-1 0 1 0 0,1 0-1 0 0,0 0 0 0 0,0-1 0 0 0,0 1 0 0 0,0 0 0 0 0,0 0 0 0 0,0 0 0 0 0,-1 0 0 0 0,1 0 0 0 0,0 0 0 0 0,0 0 0 0 0,0-1 0 0 0,0 1 0 0 0,0 0 0 0 0,0 0 0 0 0,0 0 0 0 0,0 0 0 0 0,0-1 0 0 0,0 1 0 0 0,-1 0 0 0 0,1 0 0 0 0,0 0 0 0 0,0 0 0 0 0,0-1 0 0 0,0 1 0 0 0,0 0 0 0 0,0 0 0 0 0,0 0 0 0 0,0 0 0 0 0,1-1 0 0 0,-1 1 0 0 0,0 0 1 0 0,0 0-1 0 0,0 0 0 0 0,0 0 0 0 0,0 0 0 0 0,0-1 0 0 0,0 1 0 0 0,0 0 0 0 0,0 0 0 0 0,0 0 0 0 0,0 0 0 0 0,1 0 0 0 0,-1-1 0 0 0,0 1 0 0 0,12-8-288 0 0,15-3-195 0 0,32-4 68 0 0,2 2 0 0 0,94-7 0 0 0,-58 8 331 0 0,50-3 146 0 0,162 5 0 0 0,-263 9-85 0 0,-46 1 35 0 0,0 0 0 0 0,0 0 1 0 0,0 0-1 0 0,0 0 0 0 0,0 0 1 0 0,0 0-1 0 0,0 0 0 0 0,0 0 0 0 0,0 0 1 0 0,0-1-1 0 0,0 1 0 0 0,0 0 0 0 0,1 0 1 0 0,-1 0-1 0 0,0 0 0 0 0,0 0 1 0 0,0 0-1 0 0,0 0 0 0 0,0 0 0 0 0,0 0 1 0 0,0 0-1 0 0,0 0 0 0 0,0 0 0 0 0,0 0 1 0 0,0-1-1 0 0,0 1 0 0 0,0 0 1 0 0,0 0-1 0 0,0 0 0 0 0,0 0 0 0 0,1 0 1 0 0,-29-4 345 0 0,-65-3 24 0 0,-52-7 693 0 0,121 10-911 0 0,1-1 1 0 0,0 0-1 0 0,-44-18 1 0 0,59 20-218 0 0,0-1-1 0 0,1 0 1 0 0,-1 0-1 0 0,1-1 1 0 0,1 1 0 0 0,-1-2-1 0 0,0 1 1 0 0,1-1-1 0 0,0 0 1 0 0,1 0 0 0 0,-1 0-1 0 0,-4-9 1 0 0,10 15 55 0 0,-1-1 0 0 0,1 0 0 0 0,0 0 1 0 0,0 1-1 0 0,0-1 0 0 0,0 0 0 0 0,0 0 0 0 0,0 1 0 0 0,0-1 1 0 0,0 0-1 0 0,0 0 0 0 0,1 1 0 0 0,-1-1 0 0 0,0 0 1 0 0,0 0-1 0 0,1 1 0 0 0,-1-1 0 0 0,0 0 0 0 0,1 1 1 0 0,-1-1-1 0 0,1 0 0 0 0,-1 1 0 0 0,1-1 0 0 0,-1 1 1 0 0,1-1-1 0 0,-1 1 0 0 0,1-1 0 0 0,-1 1 0 0 0,1-1 0 0 0,0 1 1 0 0,-1-1-1 0 0,2 1 0 0 0,27-15 189 0 0,-23 13-239 0 0,23-9-14 0 0,0 1 0 0 0,1 1 0 0 0,0 2-1 0 0,1 0 1 0 0,-1 3 0 0 0,1 0 0 0 0,42 2 0 0 0,222 23 74 0 0,-194-10-68 0 0,343 30 130 0 0,-423-36-50 0 0,-21-5-1 0 0,1 0 0 0 0,-1 1 0 0 0,0-1 0 0 0,0 0 0 0 0,0 0 1 0 0,0 0-1 0 0,0 1 0 0 0,0-1 0 0 0,0 0 0 0 0,0 0 0 0 0,0 1 0 0 0,0-1 1 0 0,0 0-1 0 0,0 0 0 0 0,0 0 0 0 0,0 1 0 0 0,0-1 0 0 0,-1 0 0 0 0,1 0 1 0 0,0 0-1 0 0,0 1 0 0 0,0-1 0 0 0,0 0 0 0 0,0 0 0 0 0,0 0 0 0 0,-1 0 1 0 0,1 1-1 0 0,0-1 0 0 0,0 0 0 0 0,0 0 0 0 0,0 0 0 0 0,-1 0 0 0 0,1 0 1 0 0,0 0-1 0 0,0 1 0 0 0,0-1 0 0 0,0 0 0 0 0,-1 0 0 0 0,1 0 0 0 0,0 0 1 0 0,0 0-1 0 0,-1 0 0 0 0,1 0 0 0 0,-41 14 1485 0 0,30-11-1268 0 0,-25 9 57 0 0,1 1-1 0 0,-1 3 1 0 0,2 0-1 0 0,-47 31 0 0 0,90-54-704 0 0,-1-1 0 0 0,0 0-1 0 0,0-1 1 0 0,12-18-1 0 0,9-9 180 0 0,36-37 169 0 0,-28 28 156 0 0,3 2 0 0 0,1 1 1 0 0,64-48-1 0 0,-97 84-75 0 0,0 1 1 0 0,0 0-1 0 0,1 0 0 0 0,0 1 1 0 0,0 0-1 0 0,10-3 0 0 0,-17 7-7 0 0,0-1-1 0 0,0 0 0 0 0,0 1 1 0 0,0 0-1 0 0,0-1 1 0 0,0 1-1 0 0,0 0 1 0 0,0 0-1 0 0,0 0 0 0 0,0 0 1 0 0,0 0-1 0 0,0 1 1 0 0,1-1-1 0 0,-2 1 1 0 0,1-1-1 0 0,0 1 1 0 0,0 0-1 0 0,0 0 0 0 0,0 0 1 0 0,0 0-1 0 0,-1 0 1 0 0,1 0-1 0 0,0 0 1 0 0,-1 0-1 0 0,1 1 0 0 0,-1-1 1 0 0,1 1-1 0 0,-1-1 1 0 0,0 1-1 0 0,1 0 1 0 0,-1-1-1 0 0,0 1 0 0 0,0 0 1 0 0,-1 0-1 0 0,2 2 1 0 0,2 8 3 0 0,-1-1 0 0 0,-1 0 0 0 0,0 1 0 0 0,0 0 0 0 0,-1-1 0 0 0,-1 1 0 0 0,-1 20 0 0 0,-16 86-162 0 0,11-80 51 0 0,-4 12 31 0 0,5-28 57 0 0,1 1 0 0 0,1 0 0 0 0,0-1 1 0 0,2 1-1 0 0,2 31 0 0 0,-1-53 19 0 0,0-1 0 0 0,0 1 0 0 0,0-1 0 0 0,0 1 0 0 0,0-1 0 0 0,0 1 0 0 0,0-1 0 0 0,0 1 0 0 0,1-1 0 0 0,-1 0 0 0 0,0 1 0 0 0,0-1 0 0 0,0 1 0 0 0,1-1 0 0 0,-1 0 0 0 0,0 1 0 0 0,0-1 0 0 0,1 1 0 0 0,-1-1 0 0 0,0 0 0 0 0,1 1 0 0 0,-1-1 0 0 0,0 0 0 0 0,1 0 0 0 0,-1 1 0 0 0,0-1 0 0 0,1 0 0 0 0,-1 0 0 0 0,1 1 0 0 0,-1-1 0 0 0,1 0 0 0 0,13-7 147 0 0,8-19 60 0 0,74-120 34 0 0,-54 78-22 0 0,89-108 0 0 0,-125 169-222 0 0,1 0 0 0 0,0 0 0 0 0,0 1 0 0 0,1-1 0 0 0,0 2 0 0 0,0-1 0 0 0,0 1 0 0 0,13-6 0 0 0,-19 10 0 0 0,1 0 0 0 0,-1 1 0 0 0,1-1 0 0 0,-1 0 0 0 0,1 1 0 0 0,-1 0 0 0 0,1-1 0 0 0,-1 1 0 0 0,1 0 0 0 0,0 0 0 0 0,-1 1 0 0 0,1-1 0 0 0,-1 0 0 0 0,1 1 0 0 0,-1 0 0 0 0,1-1 0 0 0,-1 1 0 0 0,1 0 0 0 0,-1 0 0 0 0,0 1 0 0 0,0-1 0 0 0,1 0 0 0 0,-1 1 0 0 0,0-1 0 0 0,0 1 0 0 0,0 0 0 0 0,0-1 0 0 0,-1 1 0 0 0,1 0 0 0 0,0 0 0 0 0,-1 1 0 0 0,0-1 0 0 0,1 0 0 0 0,-1 0 0 0 0,2 5 0 0 0,2 5-15 0 0,0-1-1 0 0,-1 2 0 0 0,0-1 1 0 0,-1 0-1 0 0,0 1 1 0 0,1 17-1 0 0,0 82-159 0 0,-3-62 134 0 0,-3 53-242 0 0,2-102 278 0 0,0-1 0 0 0,0 0 0 0 0,0 0 0 0 0,0 0 0 0 0,0 0 0 0 0,1 0 0 0 0,-1 0 0 0 0,0 1 0 0 0,0-1 0 0 0,0 0 0 0 0,0 0 0 0 0,0 0-1 0 0,0 0 1 0 0,0 0 0 0 0,0 0 0 0 0,0 0 0 0 0,0 1 0 0 0,0-1 0 0 0,0 0 0 0 0,0 0 0 0 0,1 0 0 0 0,-1 0 0 0 0,0 0 0 0 0,0 0 0 0 0,0 0 0 0 0,0 0 0 0 0,0 0 0 0 0,0 0 0 0 0,0 0 0 0 0,1 0 0 0 0,-1 0 0 0 0,0 0 0 0 0,0 0 0 0 0,0 1 0 0 0,0-1-1 0 0,0 0 1 0 0,0 0 0 0 0,1 0 0 0 0,-1 0 0 0 0,0-1 0 0 0,0 1 0 0 0,0 0 0 0 0,0 0 0 0 0,0 0 0 0 0,0 0 0 0 0,1 0 0 0 0,-1 0 0 0 0,0 0 0 0 0,0 0 0 0 0,0 0 0 0 0,0 0 0 0 0,0 0 0 0 0,0 0 0 0 0,0 0 0 0 0,0 0 0 0 0,1 0 0 0 0,-1-1-1 0 0,0 1 1 0 0,0 0 0 0 0,0 0 0 0 0,0 0 0 0 0,13-11-171 0 0,8-13-12 0 0,129-188 144 0 0,-61 81 314 0 0,-84 124-252 0 0,28-35 157 0 0,-31 40-168 0 0,1-1 0 0 0,-1 1 0 0 0,0 0 0 0 0,1 0 0 0 0,-1 0 0 0 0,1 1 1 0 0,0-1-1 0 0,0 0 0 0 0,-1 1 0 0 0,1 0 0 0 0,0 0 0 0 0,0 0 0 0 0,0 0 0 0 0,4-1 0 0 0,-6 3-8 0 0,0-1 0 0 0,1 0 0 0 0,-1 0 0 0 0,0 1 0 0 0,0-1 0 0 0,0 0 0 0 0,1 1 0 0 0,-1 0-1 0 0,0-1 1 0 0,0 1 0 0 0,0-1 0 0 0,0 1 0 0 0,0 0 0 0 0,0 0 0 0 0,0 0 0 0 0,-1 0 0 0 0,1 0 0 0 0,0-1 0 0 0,0 2 0 0 0,0-1 0 0 0,-1 0 0 0 0,1 0 0 0 0,-1 0-1 0 0,1 0 1 0 0,-1 0 0 0 0,1 0 0 0 0,-1 0 0 0 0,0 1 0 0 0,1 1 0 0 0,6 37-31 0 0,-8-14 4 0 0,-1 0 1 0 0,-1 0-1 0 0,-1 0 0 0 0,-1-1 0 0 0,-1 1 0 0 0,-15 37 1 0 0,-13 59-70 0 0,33-119 91 0 0,1 0-1 0 0,-1 0 0 0 0,1 0 0 0 0,0 0 1 0 0,0 0-1 0 0,0-1 0 0 0,0 1 1 0 0,0 0-1 0 0,0 0 0 0 0,1 0 0 0 0,0 0 1 0 0,-1 0-1 0 0,3 3 0 0 0,-3-5-8 0 0,1-1 0 0 0,0 1 0 0 0,0 0 0 0 0,0 0 0 0 0,0 0 0 0 0,-1-1 0 0 0,1 1 0 0 0,0 0 0 0 0,0-1 0 0 0,0 1 0 0 0,1-1-1 0 0,-1 1 1 0 0,0-1 0 0 0,0 0 0 0 0,0 1 0 0 0,0-1 0 0 0,0 0 0 0 0,0 0 0 0 0,1 0 0 0 0,-1 0 0 0 0,0 0 0 0 0,0 0 0 0 0,0 0 0 0 0,0 0 0 0 0,1 0-1 0 0,-1-1 1 0 0,0 1 0 0 0,0 0 0 0 0,0-1 0 0 0,0 1 0 0 0,0-1 0 0 0,0 1 0 0 0,0-1 0 0 0,2-1 0 0 0,12-7-117 0 0,-1 0 1 0 0,1-1-1 0 0,-2-1 1 0 0,0 0-1 0 0,0-1 0 0 0,-1 0 1 0 0,11-15-1 0 0,25-23 153 0 0,-25 28 36 0 0,1 1 1 0 0,0 1 0 0 0,2 1 0 0 0,0 1-1 0 0,1 1 1 0 0,57-25 0 0 0,-81 41-55 0 0,-1 0-1 0 0,1 0 1 0 0,-1 0 0 0 0,1 0 0 0 0,-1 1 0 0 0,1-1-1 0 0,-1 1 1 0 0,1-1 0 0 0,0 1 0 0 0,-1 0 0 0 0,1 0-1 0 0,0 0 1 0 0,-1 1 0 0 0,1-1 0 0 0,-1 1 0 0 0,1-1 0 0 0,-1 1-1 0 0,1 0 1 0 0,-1 0 0 0 0,1 0 0 0 0,-1 0 0 0 0,0 0-1 0 0,1 1 1 0 0,-1-1 0 0 0,0 1 0 0 0,3 2 0 0 0,-3-1 9 0 0,0 0-1 0 0,0 0 1 0 0,0 1 0 0 0,0-1 0 0 0,-1 1 0 0 0,0 0 0 0 0,1-1 0 0 0,-1 1-1 0 0,0 0 1 0 0,-1 0 0 0 0,1-1 0 0 0,-1 1 0 0 0,0 0 0 0 0,0 0 0 0 0,0 0-1 0 0,0 0 1 0 0,-1 4 0 0 0,-3 15-62 0 0,-1-1 1 0 0,-1 1-1 0 0,-2-1 0 0 0,-10 23 0 0 0,-10 32-220 0 0,27-75 270 0 0,1-1-1 0 0,-1 1 1 0 0,1-1-1 0 0,-1 1 1 0 0,1 0 0 0 0,0-1-1 0 0,0 1 1 0 0,0 0-1 0 0,-1-1 1 0 0,2 1-1 0 0,-1 0 1 0 0,0-1-1 0 0,0 1 1 0 0,0-1-1 0 0,1 1 1 0 0,-1 0 0 0 0,1-1-1 0 0,-1 1 1 0 0,2 1-1 0 0,-1-2-10 0 0,-1-1 0 0 0,1 1 0 0 0,0 0 0 0 0,0-1-1 0 0,0 1 1 0 0,0-1 0 0 0,0 1 0 0 0,0-1 0 0 0,0 1 0 0 0,0-1 0 0 0,0 0 0 0 0,0 0-1 0 0,0 1 1 0 0,0-1 0 0 0,0 0 0 0 0,0 0 0 0 0,0 0 0 0 0,0 0 0 0 0,0 0 0 0 0,0 0-1 0 0,2-1 1 0 0,6-1-99 0 0,-1 0-1 0 0,1-1 1 0 0,-1 0-1 0 0,0 0 0 0 0,12-7 1 0 0,129-84-1247 0 0,-9 6-716 0 0,-116 75 1858 0 0,1 1-1 0 0,0 1 1 0 0,1 2 0 0 0,29-8-1 0 0,-39 13 431 0 0,1 2-1 0 0,-1-1 1 0 0,1 2-1 0 0,25 0 0 0 0,-34 2-125 0 0,1-1 0 0 0,0 2 0 0 0,0-1 0 0 0,-1 1 0 0 0,1 0 0 0 0,-1 1 0 0 0,1 0 0 0 0,-1 0-1 0 0,0 1 1 0 0,9 5 0 0 0,-46 98-375 0 0,35-83 952 0 0,2 1-501 0 0,-1 0-1 0 0,-2 0 0 0 0,0 0 1 0 0,-2 1-1 0 0,-1 0 1 0 0,0-1-1 0 0,-4 33 0 0 0,-9 12-782 0 0,5-45 551 0 0,2 1 1 0 0,1-1 0 0 0,1 1 0 0 0,3 47 0 0 0,0-47 80 0 0,0 0 1 0 0,-2 0 0 0 0,-6 36-1 0 0,4-39-15 0 0,0 0 0 0 0,2 1 0 0 0,1-1 0 0 0,4 40 0 0 0,8-2 1 0 0,-5-28 0 0 0,6 66 0 0 0,5 57 0 0 0,1 6 0 0 0,-10-45-785 0 0,28 133 0 0 0,-13-107 669 0 0,-6-50-1477 0 0,47 149-1 0 0,29 12 219 0 0,-92-248 1374 0 0,13 32-307 0 0,37 106-2481 0 0,-28-69 1158 0 0,49 95 4494 0 0,-58-136-3264 0 0,0-3 317 0 0,-10-23 147 0 0,-1-1-1 0 0,0 1 0 0 0,-1 0 0 0 0,0 0 1 0 0,0 0-1 0 0,0 0 0 0 0,-1 0 0 0 0,0 0 1 0 0,-1 1-1 0 0,0-1 0 0 0,0 1 1 0 0,-1-1-1 0 0,-1 12 0 0 0,0-16-68 0 0,0 1 0 0 0,0-1 0 0 0,-1 0 0 0 0,0 0 0 0 0,0 0 0 0 0,0 0 0 0 0,0 0 0 0 0,-1 0 0 0 0,1-1 0 0 0,-1 1 0 0 0,0-1 1 0 0,0 1-1 0 0,0-1 0 0 0,0 0 0 0 0,-1 0 0 0 0,1-1 0 0 0,-1 1 0 0 0,0-1 0 0 0,0 0 0 0 0,0 0 0 0 0,0 0 0 0 0,-6 2 0 0 0,-11 3 30 0 0,-1-1 0 0 0,0-1 0 0 0,-31 4 1 0 0,10-2-237 0 0,-73 18 2285 0 0,31-5-684 0 0,-94 8-1 0 0,-73-19-3964 0 0,65 6 798 0 0,-85 7 2260 0 0,162-16-380 0 0,-163 1 196 0 0,19-13-449 0 0,-42-3-21 0 0,144 7-181 0 0,96 3 443 0 0,-90-10 1 0 0,99 5 392 0 0,1 2-1 0 0,-70 6 1 0 0,-29 0 388 0 0,-126-3 3194 0 0,221-1-3514 0 0,41-1-415 0 0,0 0 0 0 0,0 1 0 0 0,0 0 0 0 0,-1 1 0 0 0,1 0 0 0 0,-14 3 0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5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372 374 5777 0 0,'-3'-11'121'0'0,"0"-1"0"0"0,0 1 0 0 0,-1 0 0 0 0,0 1 0 0 0,-1-1 0 0 0,-1 1 0 0 0,1 0 0 0 0,-2 0 0 0 0,1 1 0 0 0,-1 0 0 0 0,-10-10 0 0 0,14 16-64 0 0,-1-1 1 0 0,-1 1-1 0 0,1-1 0 0 0,0 1 0 0 0,-1 0 0 0 0,0 1 0 0 0,0-1 0 0 0,0 1 1 0 0,0 0-1 0 0,0 0 0 0 0,0 1 0 0 0,0 0 0 0 0,0-1 0 0 0,-1 2 1 0 0,1-1-1 0 0,-1 1 0 0 0,1-1 0 0 0,0 1 0 0 0,-1 1 0 0 0,1-1 0 0 0,0 1 1 0 0,-1 0-1 0 0,1 0 0 0 0,0 1 0 0 0,-8 2 0 0 0,0 1 390 0 0,0 0 1 0 0,0 0-1 0 0,0 1 0 0 0,0 1 1 0 0,1 0-1 0 0,0 1 0 0 0,1 0 0 0 0,0 1 1 0 0,0 0-1 0 0,0 1 0 0 0,2 0 1 0 0,-12 14-1 0 0,20-23-395 0 0,1 0 0 0 0,0 0 0 0 0,0 0 0 0 0,0 0 0 0 0,0 0 1 0 0,0 0-1 0 0,0-1 0 0 0,0 1 0 0 0,0 0 0 0 0,0 0 0 0 0,0 0 0 0 0,0 0 1 0 0,1 0-1 0 0,-1 0 0 0 0,0-1 0 0 0,1 1 0 0 0,-1 0 0 0 0,0 0 0 0 0,1 0 1 0 0,-1-1-1 0 0,1 1 0 0 0,-1 0 0 0 0,1 0 0 0 0,0-1 0 0 0,-1 1 0 0 0,1-1 1 0 0,0 1-1 0 0,-1 0 0 0 0,1-1 0 0 0,0 1 0 0 0,0-1 0 0 0,0 0 0 0 0,-1 1 1 0 0,1-1-1 0 0,0 0 0 0 0,0 1 0 0 0,1-1 0 0 0,34 14 842 0 0,-19-10-658 0 0,0-2-1 0 0,0 0 1 0 0,0 0 0 0 0,0-2-1 0 0,35-2 1 0 0,89-21 251 0 0,-90 13-269 0 0,293-56 470 0 0,123-22-144 0 0,446-28 57 0 0,-268 74-537 0 0,-212 22-4 0 0,-362 15 0 0 0,32 0 110 0 0,-90 5-127 0 0,0 0-1 0 0,0 2 0 0 0,-1-1 0 0 0,1 2 0 0 0,21 6 1 0 0,-28-6-165 0 0,1 1 1 0 0,-1-1-1 0 0,1 1 1 0 0,-1 0-1 0 0,0 1 1 0 0,-1 0-1 0 0,1 0 1 0 0,7 8-1 0 0,-9-8-271 0 0,0 0-1 0 0,1 0 0 0 0,-1-1 1 0 0,1 0-1 0 0,0 0 0 0 0,1 0 1 0 0,-1-1-1 0 0,1 0 0 0 0,-1 0 1 0 0,1 0-1 0 0,11 3 0 0 0,1-3-1358 0 0,-10-1 568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5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71 2761 0 0,'-12'-27'416'0'0,"-19"-16"14105"0"0,69 156-12455 0 0,27 135-1 0 0,-39-135-1567 0 0,79 216 1 0 0,-97-308-696 0 0,4 7 358 0 0,-2 2-1 0 0,10 40 1 0 0,-19-60-452 0 0,1 1 0 0 0,-1 0 0 0 0,-1 0-1 0 0,0 11 1 0 0,-1-14-392 0 0,0 0 0 0 0,0 0-1 0 0,-1-1 1 0 0,0 1-1 0 0,-1 0 1 0 0,-4 9 0 0 0,5-11-307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7.1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3403 1 2761 0 0,'-14'0'15892'0'0,"8"30"-15397"0"0,0 0-1 0 0,2 1 1 0 0,1 0-1 0 0,2 0 1 0 0,1 0-1 0 0,5 42 1 0 0,43 188-402 0 0,-13-86 284 0 0,42 354 27 0 0,-58-397-404 0 0,36 208 0 0 0,-21-121 110 0 0,-2-7-4 0 0,-28-188-104 0 0,0 37 1 0 0,0-4-61 0 0,-4-55 71 0 0,0 0-1 0 0,0 0 1 0 0,1 0 0 0 0,-1 0 0 0 0,1 0 0 0 0,0 0 0 0 0,0 0 0 0 0,-1 0 0 0 0,1 0-1 0 0,1 0 1 0 0,-1 0 0 0 0,0 0 0 0 0,0-1 0 0 0,0 1 0 0 0,1-1 0 0 0,-1 1 0 0 0,1-1-1 0 0,2 3 1 0 0,5 4 12 0 0,-8-6-25 0 0,-1-1 11 0 0,-8-1 506 0 0,-19 5-432 0 0,-316 61-119 0 0,-8-3-380 0 0,96-16 202 0 0,-336 43-235 0 0,-4-51-27 0 0,457-41 457 0 0,-137 4-30 0 0,162 4 158 0 0,-1-6 0 0 0,-115-14 0 0 0,110-8-136 0 0,84 14 1 0 0,1 1 1 0 0,-47-2-1 0 0,-16 9 91 0 0,47 0 97 0 0,-66-6 0 0 0,108 5-231 0 0,-1 0 0 0 0,1-1 0 0 0,0 0 1 0 0,-1 0-1 0 0,1-1 0 0 0,0 0 0 0 0,0-1 0 0 0,-8-4 0 0 0,-8-6-10495 0 0,8 15 6587 0 0,-3 0 3785 0 0,16-2-200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7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120 189 456 0 0,'-31'2'623'0'0,"-26"5"4680"0"0,26-3 1273 0 0,36-6-5252 0 0,206-49 3307 0 0,103-33-1965 0 0,-113 39-2851 0 0,-65 27-2976 0 0,-117 17 1900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8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68 3225 0 0,'3'-7'453'0'0,"0"0"0"0"0,1 0 0 0 0,-1 1-1 0 0,9-12 1 0 0,11-5 5450 0 0,-32 38-748 0 0,-7 23-3637 0 0,11-25-812 0 0,-11 27-1 0 0,3 0 1 0 0,-13 59-1 0 0,21-75-453 0 0,2 1 0 0 0,0 0 0 0 0,2 0 0 0 0,0-1 0 0 0,5 39 0 0 0,-4-58-226 0 0,1 1 0 0 0,0-1 0 0 0,0 0 0 0 0,0 1 0 0 0,1-1 0 0 0,0 0 0 0 0,0 0 0 0 0,0 0-1 0 0,1 0 1 0 0,-1 0 0 0 0,1-1 0 0 0,0 1 0 0 0,1-1 0 0 0,-1 0 0 0 0,1 0 0 0 0,0 0 0 0 0,0 0 0 0 0,0-1-1 0 0,0 1 1 0 0,0-1 0 0 0,1 0 0 0 0,0-1 0 0 0,-1 1 0 0 0,1-1 0 0 0,0 0 0 0 0,0 0 0 0 0,1 0-1 0 0,-1-1 1 0 0,0 1 0 0 0,0-1 0 0 0,1-1 0 0 0,-1 1 0 0 0,1-1 0 0 0,-1 0 0 0 0,1 0 0 0 0,-1 0-1 0 0,0-1 1 0 0,1 0 0 0 0,-1 0 0 0 0,7-3 0 0 0,19-7-1312 0 0,-1-3-3883 0 0,5-4-2139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8.6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146 264 3681 0 0,'15'-52'543'0'0,"-5"21"-5"0"0,5-32 0 0 0,-13 55-333 0 0,-1 0-1 0 0,-1-1 1 0 0,1 1-1 0 0,-1 0 1 0 0,0 0-1 0 0,-1-1 1 0 0,0 1-1 0 0,0 0 1 0 0,-4-9 0 0 0,5 16-57 0 0,0-1 1 0 0,0 1 0 0 0,-1 0 0 0 0,1-1 0 0 0,-1 1 0 0 0,1 0 0 0 0,-1 0 0 0 0,0-1 0 0 0,1 1 0 0 0,-1 0 0 0 0,0 0 0 0 0,0 0-1 0 0,0 0 1 0 0,0 0 0 0 0,0 0 0 0 0,0 0 0 0 0,0 0 0 0 0,0 0 0 0 0,0 1 0 0 0,0-1 0 0 0,0 0 0 0 0,-1 1 0 0 0,1-1 0 0 0,0 0-1 0 0,-3 0 1 0 0,2 2 45 0 0,0-1 0 0 0,0 0 0 0 0,0 1 0 0 0,0-1 0 0 0,0 1 0 0 0,0-1-1 0 0,0 1 1 0 0,0 0 0 0 0,1 0 0 0 0,-1 0 0 0 0,0 0 0 0 0,1 0 0 0 0,-1 0-1 0 0,0 1 1 0 0,-1 1 0 0 0,-6 6 342 0 0,1 0 0 0 0,-1 1 0 0 0,2 0-1 0 0,-9 14 1 0 0,11-15-365 0 0,0 0 0 0 0,1 0 0 0 0,0 1 0 0 0,0-1-1 0 0,1 1 1 0 0,0 0 0 0 0,0-1 0 0 0,1 1 0 0 0,1 0-1 0 0,0 1 1 0 0,0 14 0 0 0,2-19-126 0 0,-1 0 0 0 0,1 0 1 0 0,1-1-1 0 0,-1 1 0 0 0,1 0 0 0 0,0-1 0 0 0,0 1 0 0 0,0-1 0 0 0,1 1 1 0 0,0-1-1 0 0,0 0 0 0 0,1 0 0 0 0,-1 0 0 0 0,1-1 0 0 0,0 1 1 0 0,0-1-1 0 0,0 0 0 0 0,1 0 0 0 0,0 0 0 0 0,9 5 0 0 0,29 13 138 0 0,18 10 94 0 0,-57-30-228 0 0,-1 1-1 0 0,1 0 0 0 0,-1-1 1 0 0,0 1-1 0 0,0 0 0 0 0,0 1 1 0 0,0-1-1 0 0,0 0 0 0 0,-1 1 1 0 0,1 0-1 0 0,-1-1 0 0 0,3 7 1 0 0,-5-7-16 0 0,1 0 1 0 0,-1 0 0 0 0,0-1 0 0 0,0 1 0 0 0,0 0 0 0 0,-1 0 0 0 0,1 0 0 0 0,0-1 0 0 0,-1 1 0 0 0,0 0 0 0 0,0-1 0 0 0,0 1 0 0 0,0-1 0 0 0,0 1 0 0 0,0-1 0 0 0,-1 1 0 0 0,1-1 0 0 0,-1 0 0 0 0,1 1 0 0 0,-1-1 0 0 0,0 0 0 0 0,0 0 0 0 0,-4 3 0 0 0,-6 6 77 0 0,-1-1 0 0 0,-22 15 0 0 0,33-24-99 0 0,-97 58-20 0 0,83-51-1171 0 0,-1 0 0 0 0,-20 5 0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9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 4609 0 0,'1'-2'489'0'0,"0"0"1"0"0,0 0 0 0 0,1 1-1 0 0,-1-1 1 0 0,1 1-1 0 0,0-1 1 0 0,-1 1-1 0 0,1-1 1 0 0,0 1-1 0 0,0 0 1 0 0,3-2-1 0 0,-5 3-313 0 0,1 0 0 0 0,-1 0 0 0 0,0 0 0 0 0,1 0 0 0 0,-1 0 0 0 0,1 0 0 0 0,0 0-1 0 0,-1 0 1 0 0,1 0 0 0 0,-1 0 0 0 0,0 0 0 0 0,1 0 0 0 0,5 4 2463 0 0,-6-3-2463 0 0,1 0-1 0 0,1 5 581 0 0,1-1-1 0 0,-2 1 0 0 0,1-1 1 0 0,0 1-1 0 0,-1 0 0 0 0,0 7 1 0 0,1-2-1102 0 0,18 124 2143 0 0,16 87-947 0 0,-32-204-898 0 0,0-1 0 0 0,1 0 0 0 0,1 0 0 0 0,0-1 0 0 0,2 0 0 0 0,9 17 0 0 0,-17-36-80 0 0,-1 1 0 0 0,0-1 1 0 0,1 0-1 0 0,0 0 0 0 0,0 0 1 0 0,0 0-1 0 0,0 0 0 0 0,0 0 0 0 0,0 0 1 0 0,2-6-1 0 0,8-35 158 0 0,-10 41-63 0 0,7-22 152 0 0,1 0 1 0 0,0 1 0 0 0,2-1-1 0 0,13-22 1 0 0,-19 39-51 0 0,0 1-1 0 0,0 0 1 0 0,1 0 0 0 0,0 0 0 0 0,0 1 0 0 0,0 0 0 0 0,1 0-1 0 0,0 0 1 0 0,0 1 0 0 0,1 0 0 0 0,0 0 0 0 0,0 0 0 0 0,0 1-1 0 0,0 0 1 0 0,0 0 0 0 0,16-4 0 0 0,-21 7-46 0 0,0 1 0 0 0,0 0 0 0 0,0 0 0 0 0,1 0 0 0 0,-1 0 1 0 0,0 0-1 0 0,0 1 0 0 0,0-1 0 0 0,0 0 0 0 0,1 1 0 0 0,-1 0 0 0 0,0-1 0 0 0,0 1 0 0 0,0 0 0 0 0,0 0 1 0 0,0 0-1 0 0,-1 1 0 0 0,1-1 0 0 0,0 0 0 0 0,0 1 0 0 0,-1-1 0 0 0,1 1 0 0 0,-1-1 0 0 0,1 1 0 0 0,-1 0 1 0 0,0 0-1 0 0,0 0 0 0 0,1-1 0 0 0,0 5 0 0 0,4 7 12 0 0,-1-1-1 0 0,0 1 1 0 0,5 24 0 0 0,-5-19 35 0 0,2 9-96 0 0,-2 0 1 0 0,3 37 0 0 0,2 16-1504 0 0,-7-66 816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9.4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45 105 7370 0 0,'-7'-8'8027'0'0,"4"12"-6692"0"0,-1 1-1028 0 0,0 0 1 0 0,1 0 0 0 0,-1 0 0 0 0,1 1 0 0 0,0-1 0 0 0,1 1 0 0 0,0 0 0 0 0,-1 0 0 0 0,2 0 0 0 0,-1 0 0 0 0,-1 8 0 0 0,3-12-259 0 0,0 1 1 0 0,0-1 0 0 0,0 1 0 0 0,0-1 0 0 0,0 1 0 0 0,0-1 0 0 0,1 1 0 0 0,-1-1 0 0 0,1 1 0 0 0,0-1 0 0 0,0 0-1 0 0,0 1 1 0 0,0-1 0 0 0,0 0 0 0 0,0 0 0 0 0,0 1 0 0 0,1-1 0 0 0,-1 0 0 0 0,1 0 0 0 0,0-1 0 0 0,-1 1 0 0 0,1 0-1 0 0,0-1 1 0 0,0 1 0 0 0,0-1 0 0 0,0 1 0 0 0,0-1 0 0 0,1 0 0 0 0,-1 0 0 0 0,0 0 0 0 0,1 0 0 0 0,-1 0-1 0 0,4 0 1 0 0,1 0-10 0 0,0 0-1 0 0,0-1 0 0 0,-1 0 0 0 0,1 0 1 0 0,0 0-1 0 0,-1-1 0 0 0,1 0 0 0 0,0 0 0 0 0,-1-1 1 0 0,1 0-1 0 0,-1 0 0 0 0,0-1 0 0 0,0 1 1 0 0,7-5-1 0 0,-4 2 47 0 0,0 0 0 0 0,-1 0 0 0 0,1-1 0 0 0,-1 0 0 0 0,-1-1 1 0 0,1 1-1 0 0,-1-1 0 0 0,-1-1 0 0 0,7-8 0 0 0,-11 14-103 0 0,-1-1 0 0 0,1 0 0 0 0,-1 1 0 0 0,0-1 0 0 0,0 0 0 0 0,0 0 0 0 0,0 0 0 0 0,0 0 0 0 0,-1 0 0 0 0,0 0 0 0 0,1 0 0 0 0,-1 0 0 0 0,0 0 0 0 0,0 0 0 0 0,-1 0 0 0 0,1 0 0 0 0,-1 0 0 0 0,1 0 0 0 0,-2-4 1 0 0,0 2 42 0 0,-1 0 0 0 0,1 0 0 0 0,-1 0 0 0 0,0 1 0 0 0,0-1 0 0 0,0 1 0 0 0,0-1 1 0 0,-1 1-1 0 0,0 0 0 0 0,-6-5 0 0 0,5 5-80 0 0,0 0 1 0 0,-1 0-1 0 0,1 1 0 0 0,-1 0 1 0 0,0 0-1 0 0,1 0 0 0 0,-1 1 1 0 0,0 0-1 0 0,-7-1 1 0 0,9 2-113 0 0,1 0 1 0 0,-1 1-1 0 0,1-1 1 0 0,0 1 0 0 0,-1 0-1 0 0,1 0 1 0 0,-1 1 0 0 0,1-1-1 0 0,-1 1 1 0 0,1-1 0 0 0,0 1-1 0 0,-1 0 1 0 0,1 1 0 0 0,0-1-1 0 0,0 0 1 0 0,-5 4 0 0 0,-2 3-1365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29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0 229 5065 0 0,'7'1'2104'0'0,"1"0"0"0"0,-1 1 1 0 0,0 0-1 0 0,11 4 0 0 0,-11-1-1620 0 0,0 0 1 0 0,0 1-1 0 0,0-1 1 0 0,0 1-1 0 0,-1 1 1 0 0,0-1-1 0 0,-1 1 1 0 0,0 0-1 0 0,0 0 1 0 0,0 1-1 0 0,-1 0 1 0 0,4 8-1 0 0,2 6-338 0 0,-1 1-1 0 0,-1 1 0 0 0,5 24 0 0 0,-9-21-261 0 0,-8-25 178 0 0,-5-14 116 0 0,0-2-76 0 0,1 0 0 0 0,1 0 0 0 0,0-1-1 0 0,1 0 1 0 0,1 0 0 0 0,-6-26 0 0 0,9 30-135 0 0,1-1 1 0 0,0 1-1 0 0,1-1 0 0 0,1 0 0 0 0,-1 1 0 0 0,2-1 0 0 0,-1 1 0 0 0,2-1 1 0 0,-1 1-1 0 0,6-11 0 0 0,-3 4-275 0 0,2 1 1 0 0,1 1-1 0 0,0-1 1 0 0,0 1-1 0 0,2 0 0 0 0,0 1 1 0 0,1 0-1 0 0,0 1 1 0 0,2 0-1 0 0,13-12 1 0 0,-3 8-999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30.1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32 6449 0 0,'-40'-31'11754'0'0,"40"43"-7745"0"0,2 18-3499 0 0,3 17-204 0 0,3-1 0 0 0,1 0 0 0 0,23 66-1 0 0,-18-77-1089 0 0,0-1 0 0 0,33 53 0 0 0,-39-72-1405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3:30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61 259 8754 0 0,'-12'-12'139'0'0,"-16"-20"1759"0"0,25 28-1010 0 0,0 0 0 0 0,0 0 1 0 0,0-1-1 0 0,1 1 0 0 0,-4-9 1 0 0,6 12-747 0 0,0 0 1 0 0,0 0 0 0 0,0 0-1 0 0,0 0 1 0 0,0 0-1 0 0,0 0 1 0 0,0 0-1 0 0,0 0 1 0 0,0 0 0 0 0,1 0-1 0 0,-1 0 1 0 0,0 1-1 0 0,1-1 1 0 0,-1 0-1 0 0,0 0 1 0 0,1 0 0 0 0,-1 0-1 0 0,1 1 1 0 0,0-1-1 0 0,-1 0 1 0 0,1 0-1 0 0,0 1 1 0 0,-1-1 0 0 0,1 0-1 0 0,0 1 1 0 0,0-1-1 0 0,0 1 1 0 0,-1-1-1 0 0,1 1 1 0 0,0 0 0 0 0,0-1-1 0 0,0 1 1 0 0,1-1-1 0 0,39-11 639 0 0,-32 10-535 0 0,188-50-771 0 0,-5-4-7210 0 0,-91 23 2786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4.3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7 185 920 0 0,'2'-51'1559'0'0,"0"35"52"0"0,-1 1 0 0 0,-1-1 0 0 0,-1 0 0 0 0,0 1-1 0 0,-1-1 1 0 0,-6-23 0 0 0,42 162 5157 0 0,2 73-6479 0 0,-15-79 208 0 0,-2-10-384 0 0,60 263 526 0 0,-75-354-714 0 0,54 216 633 0 0,-45-131-2772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5.2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21 3681 0 0,'-6'3'241'0'0,"-19"11"4"0"0,24-14-176 0 0,0 1 0 0 0,1-1-1 0 0,-1 1 1 0 0,1-1 0 0 0,-1 1-1 0 0,0-1 1 0 0,1 1-1 0 0,-1-1 1 0 0,1 1 0 0 0,-1 0-1 0 0,1-1 1 0 0,0 1 0 0 0,-1 0-1 0 0,1-1 1 0 0,0 1 0 0 0,-1 0-1 0 0,1-1 1 0 0,0 1 0 0 0,0 0-1 0 0,0 0 1 0 0,-1-1-1 0 0,1 1 1 0 0,0 0 0 0 0,0 0-1 0 0,0 0 1 0 0,0-1 0 0 0,0 1-1 0 0,1 0 1 0 0,-1 1 0 0 0,1-1 58 0 0,0 0-1 0 0,-1-1 1 0 0,1 1 0 0 0,0-1 0 0 0,0 1 0 0 0,0 0 0 0 0,0-1 0 0 0,0 0 0 0 0,0 1 0 0 0,0-1 0 0 0,0 1 0 0 0,0-1-1 0 0,0 0 1 0 0,0 0 0 0 0,0 0 0 0 0,0 0 0 0 0,0 0 0 0 0,0 1 0 0 0,0-2 0 0 0,0 1 0 0 0,0 0 0 0 0,1 0-1 0 0,26-4 1660 0 0,-27 4-1661 0 0,71-14 3181 0 0,213-33 1176 0 0,-254 47-8703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5.6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3 5985 0 0,'0'-1'86'0'0,"-1"1"0"0"0,0 0 0 0 0,1 0 0 0 0,-1-1 0 0 0,1 1 0 0 0,-1 0 0 0 0,0 0 0 0 0,1 0 0 0 0,-1 0 0 0 0,0 0 1 0 0,1 0-1 0 0,-1 0 0 0 0,0 0 0 0 0,1 0 0 0 0,-1 0 0 0 0,0 0 0 0 0,1 0 0 0 0,-1 1 0 0 0,1-1 0 0 0,-1 0 0 0 0,0 0 0 0 0,1 1 0 0 0,-1-1 0 0 0,1 0 0 0 0,-1 1 0 0 0,1-1 0 0 0,-1 0 0 0 0,1 1 0 0 0,-1-1 0 0 0,1 1 0 0 0,-1-1 0 0 0,1 1 0 0 0,-1-1 0 0 0,1 1 0 0 0,0-1 0 0 0,-1 2 0 0 0,6 22 5942 0 0,-1-9-5366 0 0,5 54 2223 0 0,-8-51-3071 0 0,2 0 0 0 0,-1 0 0 0 0,2 0 0 0 0,6 17 0 0 0,1-23-2963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5.8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2304 0 0,'11'0'10921'0'0,"-11"4"-9703"0"0,10 79 3012 0 0,-9-57-4622 0 0,2 0 0 0 0,1 0-1 0 0,0 0 1 0 0,10 24 0 0 0,-9-38-1315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6.4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260 4 4145 0 0,'-29'-2'1626'0'0,"1"1"1"0"0,-41 3-1 0 0,-5 1 936 0 0,73-3-2516 0 0,1 1 0 0 0,-1-1 0 0 0,1 0 0 0 0,-1 0 0 0 0,1 0 0 0 0,-1 0 0 0 0,1 0-1 0 0,-1 0 1 0 0,1 1 0 0 0,-1-1 0 0 0,1 0 0 0 0,-1 0 0 0 0,1 1 0 0 0,-1-1 0 0 0,1 0-1 0 0,-1 1 1 0 0,1-1 0 0 0,0 1 0 0 0,-1-1 0 0 0,1 1 0 0 0,0-1 0 0 0,-1 0-1 0 0,1 1 1 0 0,0-1 0 0 0,-1 1 0 0 0,1-1 0 0 0,0 1 0 0 0,0-1 0 0 0,0 1 0 0 0,0 0-1 0 0,-1-1 1 0 0,1 1 0 0 0,0-1 0 0 0,0 1 0 0 0,0-1 0 0 0,0 2 0 0 0,-3 8 225 0 0,2-10-282 0 0,1 0-42 0 0,-20 10-265 0 0,7-2 198 0 0,4-2 328 0 0,10-2 795 0 0,18 4 1353 0 0,-3-3-2252 0 0,-2-1 16 0 0,1 0 0 0 0,-1-1 0 0 0,0 0 0 0 0,1-2 0 0 0,0 1 0 0 0,-1-2 0 0 0,1 0 0 0 0,25-4 0 0 0,17 2-74 0 0,95 2 823 0 0,182-25 0 0 0,-80 6-1149 0 0,-245 19-229 0 0,-1-1 1 0 0,0 0-1 0 0,0-1 0 0 0,0 1 0 0 0,9-5 0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7.2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1144 0 3681 0 0,'-3'2'404'0'0,"1"0"0"0"0,-1 0 0 0 0,1 0 0 0 0,-1 0 0 0 0,1 0 0 0 0,0 1 0 0 0,0-1 0 0 0,0 1 0 0 0,0-1 0 0 0,1 1 0 0 0,-1 0 1 0 0,1 0-1 0 0,-1 0 0 0 0,0 4 0 0 0,-13 47 4147 0 0,13-43-3966 0 0,-3 17 265 0 0,2 0 1 0 0,0 0-1 0 0,3 53 1 0 0,16 87-346 0 0,-5-69-329 0 0,66 653 579 0 0,-71-658-317 0 0,-5-57-114 0 0,2 0 1 0 0,1-1 0 0 0,16 64 0 0 0,2-6 159 0 0,-8-26-160 0 0,-11-48-206 0 0,0 1 0 0 0,-1-1 0 0 0,-1 27 0 0 0,-2-46-104 0 0,1 1 0 0 0,-1-1 0 0 0,0 0 1 0 0,0 0-1 0 0,0 1 0 0 0,0-1 0 0 0,-1 0 0 0 0,1 0 1 0 0,0 0-1 0 0,0 0 0 0 0,-1-1 0 0 0,1 1 0 0 0,0 0 1 0 0,-1-1-1 0 0,1 1 0 0 0,-1 0 0 0 0,1-1 1 0 0,-1 0-1 0 0,-2 1 0 0 0,-32 8 310 0 0,-218 27-278 0 0,133-21-159 0 0,63-10 50 0 0,-87-4 0 0 0,19-2-195 0 0,30 7-137 0 0,44-2 68 0 0,-1-2 0 0 0,1-2 0 0 0,-57-8 0 0 0,99 7 39 0 0,1-1 0 0 0,-1-1 0 0 0,1 1 0 0 0,-1-2 0 0 0,1 1 0 0 0,0-1 0 0 0,1-1 0 0 0,-1 1 0 0 0,1-2 0 0 0,-1 1 0 0 0,2-1-1 0 0,-11-9 1 0 0,4-1-6088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7.9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24 2304 0 0,'0'-1'236'0'0,"0"0"-1"0"0,-1 1 0 0 0,1-1 0 0 0,0 0 1 0 0,0 0-1 0 0,0 0 0 0 0,0 0 0 0 0,0 1 0 0 0,0-1 1 0 0,0 0-1 0 0,0 0 0 0 0,0 0 0 0 0,1 0 0 0 0,-1 1 1 0 0,0-1-1 0 0,0 0 0 0 0,1 0 0 0 0,-1 0 0 0 0,1 1 1 0 0,-1-1-1 0 0,0 0 0 0 0,1 1 0 0 0,-1-1 1 0 0,1 0-1 0 0,0 1 0 0 0,-1-1 0 0 0,1 1 0 0 0,0-1 1 0 0,-1 0-1 0 0,1 1 0 0 0,0 0 0 0 0,10 5 4667 0 0,-11-4-4656 0 0,0 0 0 0 0,1-1 1 0 0,-1 2-1 0 0,4 14 291 0 0,-1 42 1392 0 0,-1-12-1481 0 0,2-1 0 0 0,17 77 0 0 0,5-14-493 0 0,-5 1-1 0 0,9 132 1 0 0,-16-72 71 0 0,11 167 8 0 0,-19-249 125 0 0,6 216 1132 0 0,-12-290-1264 0 0,-1 2-581 0 0,2-1 0 0 0,3 29 0 0 0,-1-34-293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8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10594 0 0,'0'0'819'0'0,"-1"30"3317"0"0,3 12-2546 0 0,11 64 1 0 0,2 12-1398 0 0,-15 38 117 0 0,3 23-1761 0 0,-2-162-4921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9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87 118 1376 0 0,'-35'-14'-158'0'0,"30"12"279"0"0,0 1 0 0 0,0-1-1 0 0,0 0 1 0 0,0 0 0 0 0,1 0-1 0 0,-1-1 1 0 0,1 0 0 0 0,-5-3-1 0 0,8 5-33 0 0,1 0 0 0 0,-1 0 0 0 0,1 0 0 0 0,-1 1 0 0 0,1-1 0 0 0,0 0 0 0 0,-1 0 0 0 0,1 0 0 0 0,0 0 0 0 0,0 0 0 0 0,0 0 0 0 0,0 0-1 0 0,0 0 1 0 0,0 0 0 0 0,0 0 0 0 0,0 0 0 0 0,0 0 0 0 0,0 0 0 0 0,1 0 0 0 0,-1 0 0 0 0,0 0 0 0 0,1 1 0 0 0,-1-1 0 0 0,1 0-1 0 0,-1 0 1 0 0,1 0 0 0 0,-1 0 0 0 0,1 1 0 0 0,-1-1 0 0 0,1 0 0 0 0,0 0 0 0 0,-1 1 0 0 0,2-2 0 0 0,0 0 171 0 0,1 0 1 0 0,-1-1-1 0 0,1 1 0 0 0,-1 0 1 0 0,1 0-1 0 0,0 0 1 0 0,0 0-1 0 0,5-2 1 0 0,19-2 474 0 0,0 1 1 0 0,1 1 0 0 0,32 0-1 0 0,3 0-427 0 0,-11 0-18 0 0,0 2 0 0 0,83 9-1 0 0,104 27-374 0 0,-54-6 258 0 0,-59-14 1033 0 0,205-4-1 0 0,-122-18 1096 0 0,525-7 1813 0 0,-727 15-4110 0 0,31 1 15 0 0,73 10 0 0 0,-100-10-16 0 0,-1 2 1 0 0,1-1-1 0 0,-1 2 0 0 0,0-1 1 0 0,0 1-1 0 0,0 1 1 0 0,-1 0-1 0 0,1 0 1 0 0,-1 1-1 0 0,-1 0 1 0 0,15 13-1 0 0,-5-1-2860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39.9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51 3225 0 0,'0'-51'11231'0'0,"1"51"-11049"0"0,0 1-1 0 0,-1-1 0 0 0,1 1 0 0 0,-1-1 0 0 0,1 1 0 0 0,-1-1 1 0 0,1 1-1 0 0,-1-1 0 0 0,1 1 0 0 0,-1-1 0 0 0,1 1 0 0 0,-1-1 0 0 0,1 1 1 0 0,-1 0-1 0 0,0-1 0 0 0,0 1 0 0 0,1 0 0 0 0,-1-1 0 0 0,0 1 1 0 0,0 0-1 0 0,0-1 0 0 0,1 1 0 0 0,-1 0 0 0 0,0 0 0 0 0,0-1 0 0 0,0 1 1 0 0,-1 1-1 0 0,2 26 94 0 0,-1-23-11 0 0,14 231 523 0 0,-7-144-642 0 0,5 3 42 0 0,34 135 0 0 0,-5-32-412 0 0,22 154 1065 0 0,-58-318-862 0 0,-2 1 0 0 0,-1 0 1 0 0,-4 41-1 0 0,2-66-120 0 0,0 0-1 0 0,0 0 1 0 0,1 1-1 0 0,2 11 1 0 0,7 2-6219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0.5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98 920 0 0,'-47'1'713'0'0,"10"0"3638"0"0,-62-6 1 0 0,119 4 947 0 0,36-6-3398 0 0,20-2-1088 0 0,143-2 958 0 0,54-6-1220 0 0,-85-12-622 0 0,-68 8-4020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0.9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45 3433 0 0,'-25'-7'514'0'0,"-43"-13"5884"0"0,94 23-2492 0 0,23-6-2625 0 0,-22 0-425 0 0,65-3 1337 0 0,-39 1-1462 0 0,1 2 1 0 0,-1 2-1 0 0,84 11 0 0 0,-124-8-932 0 0,83 15-273 0 0,-35-1-4234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2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2402 1 5065 0 0,'7'10'8305'0'0,"13"126"-3585"0"0,-4 4-3732 0 0,23 147-1318 0 0,10 169 643 0 0,-26-208-55 0 0,-11 16-259 0 0,3 24-17 0 0,-4-227 561 0 0,28 92 0 0 0,-8-40-125 0 0,-26-92-385 0 0,3 15 239 0 0,17 45 0 0 0,-25-81-261 0 0,0 0 0 0 0,0 0-1 0 0,0 0 1 0 0,0 1 0 0 0,0-1 0 0 0,0 0 0 0 0,0 0 0 0 0,0 0 0 0 0,0 1 0 0 0,0-1 0 0 0,0 0 0 0 0,0 0 0 0 0,0 0 0 0 0,0 1 0 0 0,1-1 0 0 0,-1 0 0 0 0,0 0 0 0 0,0 0 0 0 0,0 0 0 0 0,0 1 0 0 0,0-1 0 0 0,0 0 0 0 0,0 0 0 0 0,1 0 0 0 0,-1 0 0 0 0,0 0 0 0 0,0 1 0 0 0,0-1 0 0 0,0 0 0 0 0,1 0 0 0 0,-1 0 0 0 0,0 0 0 0 0,0 0 0 0 0,0 0-1 0 0,1 0 1 0 0,-1 0 0 0 0,0 0 0 0 0,0 0 0 0 0,0 0 0 0 0,1 0 0 0 0,-1 0 0 0 0,0 0 0 0 0,0 0 0 0 0,0 0 0 0 0,1 0 0 0 0,-1 0 0 0 0,0 0 0 0 0,0 0 0 0 0,0 0 0 0 0,1 0 0 0 0,-1 0 0 0 0,0 0 0 0 0,0 0 0 0 0,0-1 0 0 0,0 1 0 0 0,1 0 0 0 0,-1 0 0 0 0,0 0 0 0 0,0 0 0 0 0,0-1 18 0 0,1 0 0 0 0,-1 1 0 0 0,0-1 0 0 0,0 0 0 0 0,0 1 0 0 0,0-1 0 0 0,0 0 0 0 0,0 1 0 0 0,0-1 0 0 0,0 0 0 0 0,0 1 0 0 0,0-1 0 0 0,0 0 0 0 0,0 1 0 0 0,0-1 0 0 0,-1 0 0 0 0,1 1 0 0 0,0-1 0 0 0,0 1 0 0 0,-1-1 0 0 0,0-1 0 0 0,-1 0-24 0 0,1 0 1 0 0,-2-1 0 0 0,1 1-1 0 0,0 0 1 0 0,0 0 0 0 0,-1 0-1 0 0,1 1 1 0 0,-1-1-1 0 0,1 0 1 0 0,-1 1 0 0 0,0 0-1 0 0,1 0 1 0 0,-1 0-1 0 0,0 0 1 0 0,0 0 0 0 0,-5-1-1 0 0,-58-3 139 0 0,2 1-71 0 0,12-5-31 0 0,-1 2 0 0 0,-53 1 1 0 0,-62-8 46 0 0,-443-42-2201 0 0,464 46 697 0 0,99 4 370 0 0,-1 3 1 0 0,1 2-1 0 0,-87 9 0 0 0,86-4 1232 0 0,0-1-1 0 0,0-3 0 0 0,0-2 0 0 0,-52-8 1 0 0,24 2-158 0 0,52 8 267 0 0,0 1 1 0 0,0 1 0 0 0,0 1-1 0 0,1 0 1 0 0,-30 10 0 0 0,22-5-125 0 0,0-2 0 0 0,-40 2 0 0 0,19-4 373 0 0,0 2 0 0 0,1 2-1 0 0,0 3 1 0 0,0 2 0 0 0,-91 35 0 0 0,124-42-733 0 0,18-8-292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3.3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89 2761 0 0,'-25'-1'6974'0'0,"35"4"-6043"0"0,51 1-567 0 0,0-3 0 0 0,107-11 0 0 0,-48 1-262 0 0,285-19 2252 0 0,10-1-782 0 0,2 27-1115 0 0,-245 8-180 0 0,113 7 239 0 0,-258-8-598 0 0,-26-5 76 0 0,0 0 1 0 0,0 0-1 0 0,0 0 1 0 0,-1 0-1 0 0,1 0 1 0 0,0 1-1 0 0,0-1 1 0 0,0 0-1 0 0,0 1 1 0 0,-1-1 0 0 0,1 1-1 0 0,0-1 1 0 0,0 1-1 0 0,-1-1 1 0 0,1 1-1 0 0,0-1 1 0 0,-1 1-1 0 0,1 0 1 0 0,0-1-1 0 0,-1 1 1 0 0,1 0-1 0 0,-1 0 1 0 0,1-1 0 0 0,-1 1-1 0 0,1 1 1 0 0,-4 0-189 0 0,1 0 0 0 0,-1 0 0 0 0,1-1 0 0 0,-1 1 1 0 0,0-1-1 0 0,1 0 0 0 0,-1 1 0 0 0,0-1 0 0 0,0 0 0 0 0,0-1 1 0 0,-6 2-1 0 0,0 0-373 0 0,-5 4 82 0 0,-29 7 397 0 0,41-13 294 0 0,0 0 0 0 0,1 0 1 0 0,-1 0-1 0 0,0 0 0 0 0,0 0 1 0 0,0 0-1 0 0,0-1 0 0 0,0 1 1 0 0,0-1-1 0 0,0 1 0 0 0,0-1 0 0 0,1 1 1 0 0,-1-1-1 0 0,0 0 0 0 0,0 0 1 0 0,1 0-1 0 0,-1 0 0 0 0,1 0 0 0 0,-4-3 810 0 0,6 5-959 0 0,0 1-1 0 0,-1-1 1 0 0,1 0-1 0 0,0 1 1 0 0,0-1-1 0 0,0 0 1 0 0,0 0-1 0 0,0 1 1 0 0,0-1-1 0 0,0 0 1 0 0,3 2-1 0 0,-3-2 13 0 0,3 4-60 0 0,1 0 1 0 0,0-1-1 0 0,0 1 0 0 0,0-1 1 0 0,0 0-1 0 0,1-1 0 0 0,-1 1 1 0 0,1-1-1 0 0,0 0 1 0 0,0 0-1 0 0,0-1 0 0 0,8 2 1 0 0,-12-3 14 0 0,0 0 1 0 0,1-1 0 0 0,-1 0 0 0 0,0 1 0 0 0,1-1 0 0 0,-1 0 0 0 0,1 0 0 0 0,-1 0-1 0 0,0-1 1 0 0,1 1 0 0 0,-1 0 0 0 0,0-1 0 0 0,1 0 0 0 0,-1 1 0 0 0,0-1 0 0 0,0 0-1 0 0,1 0 1 0 0,-1 0 0 0 0,0-1 0 0 0,0 1 0 0 0,0 0 0 0 0,0-1 0 0 0,-1 0 0 0 0,1 1-1 0 0,0-1 1 0 0,-1 0 0 0 0,1 0 0 0 0,-1 0 0 0 0,1 0 0 0 0,-1 0 0 0 0,0 0 0 0 0,0 0-1 0 0,0 0 1 0 0,1-3 0 0 0,-1 3 15 0 0,15-52 881 0 0,-16 52-867 0 0,1 0 0 0 0,-1-1-1 0 0,1 1 1 0 0,-1 0 0 0 0,0 0 0 0 0,0-1-1 0 0,0 1 1 0 0,0 0 0 0 0,-1 0-1 0 0,1-1 1 0 0,0 1 0 0 0,-1 0 0 0 0,0 0-1 0 0,1 0 1 0 0,-1 0 0 0 0,0-1 0 0 0,0 1-1 0 0,0 0 1 0 0,-1 1 0 0 0,1-1 0 0 0,-3-3-1 0 0,3 4-46 0 0,0 1 0 0 0,0-1 0 0 0,-1 1 0 0 0,1-1 0 0 0,0 1 0 0 0,0 0-1 0 0,-1-1 1 0 0,1 1 0 0 0,0 0 0 0 0,0 0 0 0 0,-1 0 0 0 0,1 0 0 0 0,0 0 0 0 0,-1 0-1 0 0,1 0 1 0 0,0 0 0 0 0,0 1 0 0 0,-1-1 0 0 0,1 0 0 0 0,0 1 0 0 0,0-1 0 0 0,0 1-1 0 0,0 0 1 0 0,-1-1 0 0 0,1 1 0 0 0,0 0 0 0 0,0 0 0 0 0,0-1 0 0 0,0 1-1 0 0,1 0 1 0 0,-1 0 0 0 0,0 0 0 0 0,0 0 0 0 0,-1 2 0 0 0,-3 3-602 0 0,0 0 1 0 0,1 1-1 0 0,0-1 0 0 0,-5 10 1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4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29 338 5985 0 0,'-2'1'106'0'0,"-1"1"0"0"0,1-1 0 0 0,0 1 0 0 0,0 0 0 0 0,0 0 0 0 0,1 0 0 0 0,-1 0 0 0 0,0 0 0 0 0,1 0 0 0 0,-1 1 0 0 0,1-1 0 0 0,0 0 0 0 0,0 1 0 0 0,0-1 0 0 0,0 1 0 0 0,0-1 0 0 0,0 6 1 0 0,0-6-54 0 0,1-1 1 0 0,1 0 0 0 0,-1 1 0 0 0,0-1-1 0 0,0 1 1 0 0,1-1 0 0 0,-1 0 0 0 0,0 1-1 0 0,1-1 1 0 0,-1 0 0 0 0,1 1 0 0 0,0-1 0 0 0,-1 0-1 0 0,1 0 1 0 0,0 1 0 0 0,0-1 0 0 0,0 0-1 0 0,0 0 1 0 0,0 0 0 0 0,0 0 0 0 0,0 0-1 0 0,0 0 1 0 0,0-1 0 0 0,1 1 0 0 0,-1 0 0 0 0,0 0-1 0 0,1-1 1 0 0,-1 1 0 0 0,0-1 0 0 0,1 1-1 0 0,-1-1 1 0 0,0 0 0 0 0,1 0 0 0 0,1 1-1 0 0,19 2 364 0 0,1 0 0 0 0,0-1 0 0 0,-1-1 0 0 0,35-4 0 0 0,94-17 901 0 0,-63 6-686 0 0,842-125 4786 0 0,-501 80-5507 0 0,-360 51 74 0 0,313-9-169 0 0,-220 15 348 0 0,189-1 384 0 0,-356 3-515 0 0,0 0 0 0 0,1-1 0 0 0,-1 0 1 0 0,1 0-1 0 0,-1 0 0 0 0,1-1 0 0 0,-1 1 0 0 0,1-1 0 0 0,0 0 0 0 0,-5-3 0 0 0,-41-31 551 0 0,20 13-444 0 0,-31-29 27 0 0,79 57 257 0 0,2 10-393 0 0,-11-7-9 0 0,1-1 0 0 0,21 12 0 0 0,-29-18-20 0 0,1 0-1 0 0,-1 0 1 0 0,1 0 0 0 0,0 0 0 0 0,-1 0-1 0 0,1 0 1 0 0,0-1 0 0 0,0 1-1 0 0,0-1 1 0 0,-1 0 0 0 0,1 1 0 0 0,0-2-1 0 0,0 1 1 0 0,0 0 0 0 0,0 0-1 0 0,0-1 1 0 0,-1 0 0 0 0,4 0 0 0 0,-5 0 4 0 0,-1 1 1 0 0,1 0 0 0 0,0 0-1 0 0,-1-1 1 0 0,1 1-1 0 0,0-1 1 0 0,-1 1 0 0 0,1 0-1 0 0,0-1 1 0 0,-1 1 0 0 0,1-1-1 0 0,-1 1 1 0 0,1-1 0 0 0,-1 0-1 0 0,0 1 1 0 0,1-1 0 0 0,-1 1-1 0 0,1-1 1 0 0,-1 0-1 0 0,0 1 1 0 0,0-1 0 0 0,1 0-1 0 0,-1 1 1 0 0,0-1 0 0 0,0 0-1 0 0,0 0 1 0 0,0 1 0 0 0,0-1-1 0 0,0-1 1 0 0,0 0 33 0 0,0 0 1 0 0,-1 1-1 0 0,0-1 1 0 0,1 0-1 0 0,-1 0 1 0 0,0 0-1 0 0,0 0 0 0 0,0 1 1 0 0,0-1-1 0 0,-2-2 1 0 0,-3-3 136 0 0,0 0 0 0 0,0 1 0 0 0,-13-9 0 0 0,16 12-299 0 0,0 1 0 0 0,-1 1 0 0 0,1-1 0 0 0,0 0-1 0 0,-1 1 1 0 0,0-1 0 0 0,1 1 0 0 0,-1 0 0 0 0,0 0 0 0 0,-7 0 0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5.1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188 124 4609 0 0,'-1'-6'184'0'0,"1"-1"0"0"0,0 0 0 0 0,0 1 1 0 0,1-1-1 0 0,0 1 0 0 0,3-11 0 0 0,-3 11 486 0 0,0 0-1 0 0,0 0 1 0 0,0 0 0 0 0,0 0 0 0 0,-1-1-1 0 0,0 1 1 0 0,-1-8 0 0 0,1 13-519 0 0,-1 1 0 0 0,1-1 1 0 0,-1 0-1 0 0,1 0 0 0 0,-1 1 0 0 0,0-1 1 0 0,1 1-1 0 0,-1-1 0 0 0,1 0 1 0 0,-1 1-1 0 0,0-1 0 0 0,0 1 0 0 0,1 0 1 0 0,-1-1-1 0 0,0 1 0 0 0,0-1 1 0 0,1 1-1 0 0,-1 0 0 0 0,0 0 1 0 0,0-1-1 0 0,0 1 0 0 0,0 0 0 0 0,0 0 1 0 0,1 0-1 0 0,-1 0 0 0 0,0 0 1 0 0,0 0-1 0 0,0 0 0 0 0,0 0 0 0 0,0 1 1 0 0,1-1-1 0 0,-1 0 0 0 0,0 0 1 0 0,0 1-1 0 0,0-1 0 0 0,-1 1 0 0 0,-31 13 996 0 0,24-9-1068 0 0,-1 1 1 0 0,1 0-1 0 0,1 1 1 0 0,-1 0-1 0 0,1 0 1 0 0,0 1-1 0 0,0 0 1 0 0,1 1-1 0 0,1-1 1 0 0,-1 1-1 0 0,1 0 1 0 0,0 1-1 0 0,1 0 1 0 0,1 0-1 0 0,-1 0 1 0 0,1 0-1 0 0,1 1 1 0 0,-3 11-1 0 0,4-10-78 0 0,0 0-1 0 0,1-1 1 0 0,0 1 0 0 0,1 0 0 0 0,0 0-1 0 0,1 0 1 0 0,0 0 0 0 0,1 0-1 0 0,0 0 1 0 0,1-1 0 0 0,0 1-1 0 0,1-1 1 0 0,0 1 0 0 0,1-2-1 0 0,0 1 1 0 0,11 16 0 0 0,-11-20 37 0 0,0-1 0 0 0,0-1 0 0 0,0 1 0 0 0,1-1 0 0 0,0 0 0 0 0,0 0 0 0 0,0 0 1 0 0,1-1-1 0 0,-1 0 0 0 0,1-1 0 0 0,0 1 0 0 0,0-1 0 0 0,0 0 0 0 0,1-1 0 0 0,-1 0 1 0 0,1 0-1 0 0,-1-1 0 0 0,1 0 0 0 0,0 0 0 0 0,-1 0 0 0 0,1-1 0 0 0,0 0 0 0 0,0-1 1 0 0,10-2-1 0 0,-4 1-176 0 0,0-1 1 0 0,0-1-1 0 0,-1 0 1 0 0,0 0-1 0 0,19-11 0 0 0,-19 9-810 0 0,-1-1 0 0 0,-1 0-1 0 0,1-1 1 0 0,-1-1-1 0 0,12-11 1 0 0,-1-3-5065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5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171 9 5673 0 0,'-4'-2'290'0'0,"0"1"-1"0"0,0 0 0 0 0,0-1 1 0 0,0 2-1 0 0,0-1 1 0 0,-1 0-1 0 0,1 1 1 0 0,0 0-1 0 0,0 0 0 0 0,0 0 1 0 0,-1 1-1 0 0,1-1 1 0 0,0 1-1 0 0,0 0 1 0 0,0 0-1 0 0,0 1 0 0 0,0-1 1 0 0,0 1-1 0 0,0 0 1 0 0,0 0-1 0 0,1 0 1 0 0,-1 0-1 0 0,1 1 0 0 0,-1-1 1 0 0,1 1-1 0 0,0 0 1 0 0,0 0-1 0 0,-3 4 0 0 0,0 0 309 0 0,0 1 0 0 0,0 0-1 0 0,1 0 1 0 0,0 0-1 0 0,1 0 1 0 0,-5 14 0 0 0,-4 26-740 0 0,12-42 180 0 0,1 0 1 0 0,0 0 0 0 0,0 0-1 0 0,0 0 1 0 0,0 0 0 0 0,1 0-1 0 0,3 10 1 0 0,-4-14-39 0 0,1-1 0 0 0,-1 0 0 0 0,1 0-1 0 0,-1 0 1 0 0,1 0 0 0 0,-1 0 0 0 0,1 0 0 0 0,-1 0 0 0 0,1 0 0 0 0,0 0 0 0 0,0-1 0 0 0,0 1 0 0 0,-1 0 0 0 0,1 0 0 0 0,0-1 0 0 0,0 1 0 0 0,0 0-1 0 0,0-1 1 0 0,0 1 0 0 0,0-1 0 0 0,0 1 0 0 0,0-1 0 0 0,0 0 0 0 0,1 1 0 0 0,-1-1 0 0 0,0 0 0 0 0,0 0 0 0 0,0 0 0 0 0,0 0 0 0 0,0 0 0 0 0,1 0-1 0 0,-1 0 1 0 0,0 0 0 0 0,0 0 0 0 0,0-1 0 0 0,0 1 0 0 0,0 0 0 0 0,0-1 0 0 0,0 1 0 0 0,0-1 0 0 0,0 1 0 0 0,0-1 0 0 0,0 1 0 0 0,0-1 0 0 0,0 0-1 0 0,0 1 1 0 0,1-2 0 0 0,8-5-86 0 0,0 0 0 0 0,0-1 1 0 0,-1 0-1 0 0,0 0 0 0 0,0-1 0 0 0,-1 0 0 0 0,0-1 0 0 0,-1 0 0 0 0,0 0 0 0 0,6-12 0 0 0,-4 4 760 0 0,-1 0 0 0 0,-1-1 0 0 0,6-19 0 0 0,2 72 1916 0 0,-3-7-2560 0 0,-8-18 6 0 0,1-1 0 0 0,0 0 0 0 0,0 0 0 0 0,0 0 0 0 0,1-1 0 0 0,0 0-1 0 0,1 0 1 0 0,0 0 0 0 0,0-1 0 0 0,9 6 0 0 0,-12-9-210 0 0,0-1-1 0 0,1 0 0 0 0,-1 0 0 0 0,1 0 0 0 0,-1-1 0 0 0,1 0 0 0 0,-1 0 0 0 0,1 0 0 0 0,5 0 0 0 0,-4 0-617 0 0,0-2-1 0 0,0 1 1 0 0,0-1-1 0 0,0 1 1 0 0,0-2-1 0 0,0 1 1 0 0,0-1-1 0 0,6-2 1 0 0,6-4-5384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5.8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0,'0'-1'418'0'0,"0"0"-1"0"0,0-1 0 0 0,0 1 1 0 0,0 0-1 0 0,0-1 0 0 0,0 1 1 0 0,0 0-1 0 0,0-1 0 0 0,1 1 0 0 0,-1 0 1 0 0,0-1-1 0 0,1 1 0 0 0,-1 0 1 0 0,1 0-1 0 0,-1-1 0 0 0,1 1 1 0 0,0 0-1 0 0,1-1 0 0 0,-2 2-197 0 0,1-1-1 0 0,0 1 0 0 0,-1 0 1 0 0,1 1-1 0 0,-1-1 1 0 0,1 0-1 0 0,0 0 1 0 0,-1 0-1 0 0,1 0 1 0 0,0 0-1 0 0,5 5 2634 0 0,-6-4-2633 0 0,1 0-1 0 0,31 48 4107 0 0,-30-45-4493 0 0,139 226 2674 0 0,-28-48-3041 0 0,-105-164-2240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6.1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4 179 6449 0 0,'-1'-2'131'0'0,"0"1"0"0"0,1 0 0 0 0,0-1 0 0 0,-1 1 0 0 0,1-1 0 0 0,0 1 0 0 0,-1-1 0 0 0,1 1 0 0 0,0-1 0 0 0,0 1 0 0 0,0 0 0 0 0,0-1 0 0 0,1 1 0 0 0,-1-1 0 0 0,0 1 0 0 0,1-1 0 0 0,-1 1 0 0 0,1-1 0 0 0,-1 1 0 0 0,1 0 0 0 0,0-1 0 0 0,-1 1 0 0 0,1 0 0 0 0,0 0 0 0 0,0 0-1 0 0,0-1 1 0 0,2 0 0 0 0,29-36 2159 0 0,-32 38-2285 0 0,12-13 710 0 0,1 1 0 0 0,0 1 1 0 0,1 0-1 0 0,0 1 0 0 0,1 1 1 0 0,29-14-1 0 0,-40 21-516 0 0,1 0 1 0 0,0 0-1 0 0,1 1 0 0 0,-1 0 0 0 0,0 0 1 0 0,0 0-1 0 0,1 0 0 0 0,-1 1 0 0 0,0 0 1 0 0,0 0-1 0 0,10 2 0 0 0,-12-2-123 0 0,1 2-1 0 0,-1-1 1 0 0,1 0 0 0 0,-1 1-1 0 0,0 0 1 0 0,0-1 0 0 0,0 1-1 0 0,0 0 1 0 0,0 1-1 0 0,0-1 1 0 0,-1 1 0 0 0,1-1-1 0 0,-1 1 1 0 0,1 0 0 0 0,-1 0-1 0 0,0 0 1 0 0,0 0 0 0 0,0 0-1 0 0,1 4 1 0 0,-1-2-68 0 0,0 1 0 0 0,0 0 0 0 0,0 0 0 0 0,-1 0 0 0 0,0 0 0 0 0,0 0 0 0 0,0 0 0 0 0,-1 0 1 0 0,0 0-1 0 0,0 0 0 0 0,-1 0 0 0 0,1 0 0 0 0,-1 0 0 0 0,-3 10 0 0 0,1-7-253 0 0,0 0 1 0 0,-1-1 0 0 0,0 1-1 0 0,0-1 1 0 0,0 0-1 0 0,-1 0 1 0 0,0 0-1 0 0,-13 13 1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7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21 11058 0 0,'-18'-20'9129'0'0,"28"31"-8258"0"0,21 32-342 0 0,-3 2 0 0 0,-1 0 1 0 0,34 83-1 0 0,14 24-1827 0 0,-66-139 48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7.4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24 326 1376 0 0,'-4'-6'257'0'0,"1"-1"-1"0"0,0 1 0 0 0,0-1 1 0 0,1 0-1 0 0,0 1 0 0 0,0-1 1 0 0,0 0-1 0 0,1 0 0 0 0,0 0 1 0 0,1-1-1 0 0,-1 1 0 0 0,1 0 0 0 0,1 0 1 0 0,-1 0-1 0 0,1 0 0 0 0,1 0 1 0 0,-1 0-1 0 0,1 0 0 0 0,5-12 1 0 0,-2 8 341 0 0,1 1 1 0 0,0-1-1 0 0,1 1 1 0 0,0 0-1 0 0,0 1 1 0 0,1 0-1 0 0,1 0 1 0 0,-1 0-1 0 0,2 1 1 0 0,-1 1-1 0 0,1 0 1 0 0,10-7 0 0 0,-7 7-39 0 0,0 0 0 0 0,0 0 0 0 0,1 1 0 0 0,-1 1 0 0 0,1 0 0 0 0,0 1 0 0 0,1 1 0 0 0,-1 0 0 0 0,23-1 0 0 0,-34 4-527 0 0,0-1 0 0 0,0 1-1 0 0,1 1 1 0 0,-1-1-1 0 0,0 0 1 0 0,0 1 0 0 0,0 0-1 0 0,0-1 1 0 0,0 1 0 0 0,0 0-1 0 0,0 1 1 0 0,-1-1 0 0 0,1 0-1 0 0,0 1 1 0 0,-1-1-1 0 0,1 1 1 0 0,-1 0 0 0 0,1 0-1 0 0,3 4 1 0 0,-3-2-86 0 0,-1 0 0 0 0,1 0 1 0 0,-1 1-1 0 0,0-1 0 0 0,0 0 0 0 0,0 1 0 0 0,-1-1 0 0 0,0 1 1 0 0,1 0-1 0 0,-2-1 0 0 0,2 9 0 0 0,-2 8-384 0 0,0 0-1 0 0,-2-1 1 0 0,0 1-1 0 0,-8 34 1 0 0,-3-6-339 0 0,8-34 536 0 0,1 1 0 0 0,0 0 0 0 0,1 0-1 0 0,-1 21 1 0 0,4-36 241 0 0,0-1 0 0 0,0 1-1 0 0,0 0 1 0 0,0-1 0 0 0,0 1-1 0 0,0-1 1 0 0,0 1 0 0 0,0 0-1 0 0,0-1 1 0 0,0 1 0 0 0,1-1-1 0 0,-1 1 1 0 0,0-1 0 0 0,0 1-1 0 0,1 0 1 0 0,-1-1 0 0 0,0 1-1 0 0,1-1 1 0 0,-1 1 0 0 0,0-1-1 0 0,1 1 1 0 0,-1-1 0 0 0,0 0-1 0 0,1 1 1 0 0,-1-1 0 0 0,1 1-1 0 0,-1-1 1 0 0,1 0 0 0 0,-1 0-1 0 0,1 1 1 0 0,0-1 0 0 0,-1 0-1 0 0,1 0 1 0 0,-1 1 0 0 0,1-1-1 0 0,-1 0 1 0 0,1 0 0 0 0,0 0-1 0 0,-1 0 1 0 0,1 0 0 0 0,-1 0-1 0 0,1 0 1 0 0,0 0 0 0 0,-1 0-1 0 0,1 0 1 0 0,-1 0 0 0 0,1-1-1 0 0,0 1 1 0 0,-1 0 0 0 0,1 0-1 0 0,-1 0 1 0 0,1-1 0 0 0,-1 1-1 0 0,1 0 1 0 0,-1-1 0 0 0,1 1-1 0 0,0-1 1 0 0,40-27 201 0 0,-29 19-121 0 0,5-2-25 0 0,2 0 1 0 0,0 2-1 0 0,0 0 1 0 0,0 1-1 0 0,23-6 1 0 0,-35 12 44 0 0,0 1 1 0 0,0 0-1 0 0,0 0 0 0 0,0 0 1 0 0,1 1-1 0 0,-1 0 0 0 0,0 1 1 0 0,9 1-1 0 0,-12-2 16 0 0,0 1 0 0 0,0 1 0 0 0,-1-1 0 0 0,1 0 0 0 0,-1 1 0 0 0,0 0 0 0 0,1 0 0 0 0,-1 0 0 0 0,0 0 0 0 0,0 0 0 0 0,0 1-1 0 0,0 0 1 0 0,0-1 0 0 0,-1 1 0 0 0,1 0 0 0 0,2 5 0 0 0,-2-3-16 0 0,-1 0-1 0 0,0 0 1 0 0,0 0 0 0 0,0 0-1 0 0,0 0 1 0 0,-1 0 0 0 0,0 1-1 0 0,0-1 1 0 0,0 0 0 0 0,-1 1-1 0 0,0-1 1 0 0,0 1-1 0 0,0-1 1 0 0,-1 0 0 0 0,0 1-1 0 0,0-1 1 0 0,0 0 0 0 0,-1 1-1 0 0,1-1 1 0 0,-5 7 0 0 0,-4 11-90 0 0,-2-1 1 0 0,0-1 0 0 0,-19 25 0 0 0,11-17-470 0 0,6-6-2027 0 0,7-12-1115 0 0,-2 4-2820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7.8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37 5985 0 0,'35'-36'14868'0'0,"-37"59"-14283"0"0,2-14-276 0 0,-1 3-284 0 0,0 1 0 0 0,2-1-1 0 0,-1 1 1 0 0,2-1 0 0 0,-1 0 0 0 0,2 0-1 0 0,0 1 1 0 0,0-2 0 0 0,1 1 0 0 0,0 0-1 0 0,1-1 1 0 0,7 13 0 0 0,-11-23-81 0 0,0 1 1 0 0,0-1 0 0 0,0 0 0 0 0,0 1-1 0 0,0-1 1 0 0,0 0 0 0 0,0 0-1 0 0,0 1 1 0 0,0-1 0 0 0,1 0 0 0 0,-1 0-1 0 0,0-1 1 0 0,1 1 0 0 0,-1 0-1 0 0,0 0 1 0 0,1-1 0 0 0,-1 1-1 0 0,1 0 1 0 0,0-1 0 0 0,-1 0 0 0 0,1 1-1 0 0,-1-1 1 0 0,1 0 0 0 0,-1 0-1 0 0,1 0 1 0 0,0 0 0 0 0,-1 0 0 0 0,1 0-1 0 0,0 0 1 0 0,-1-1 0 0 0,1 1-1 0 0,-1 0 1 0 0,1-1 0 0 0,-1 0 0 0 0,1 1-1 0 0,-1-1 1 0 0,1 0 0 0 0,-1 0-1 0 0,0 0 1 0 0,1 1 0 0 0,-1-1-1 0 0,0-1 1 0 0,0 1 0 0 0,0 0 0 0 0,0 0-1 0 0,1 0 1 0 0,0-3 0 0 0,2-1-83 0 0,0 0 0 0 0,0-1 1 0 0,0 1-1 0 0,-1-1 0 0 0,0 0 0 0 0,0 0 1 0 0,-1 0-1 0 0,1 0 0 0 0,-1 0 1 0 0,1-11-1 0 0,-1 3 500 0 0,0-1-1 0 0,0 1 1 0 0,2 0 0 0 0,5-16 0 0 0,-8 27-241 0 0,0 1 0 0 0,0-1 0 0 0,0 1 0 0 0,0 0 1 0 0,1 0-1 0 0,-1 0 0 0 0,1 0 0 0 0,-1 0 0 0 0,1 0 0 0 0,0 0 0 0 0,0 0 1 0 0,0 1-1 0 0,4-4 0 0 0,-5 5-70 0 0,1-1 0 0 0,0 1 0 0 0,0-1 0 0 0,-1 1 0 0 0,1 0 0 0 0,0 0 0 0 0,0 0 0 0 0,-1-1 0 0 0,1 2 0 0 0,0-1 0 0 0,0 0 0 0 0,-1 0 0 0 0,1 1 0 0 0,0-1 0 0 0,-1 1 0 0 0,1-1 0 0 0,0 1 0 0 0,-1 0 0 0 0,1-1 0 0 0,-1 1 0 0 0,1 0 0 0 0,-1 0 0 0 0,2 1 0 0 0,4 4 20 0 0,1 1 1 0 0,-2-1 0 0 0,1 1-1 0 0,-1 1 1 0 0,0-1-1 0 0,-1 1 1 0 0,1 0 0 0 0,-2 0-1 0 0,7 13 1 0 0,-7-12-317 0 0,0-1-1 0 0,0 0 1 0 0,1 0 0 0 0,0 0 0 0 0,1 0-1 0 0,0-1 1 0 0,0 0 0 0 0,1 0 0 0 0,0-1-1 0 0,11 9 1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8.1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10138 0 0,'-4'3'3967'0'0,"4"-3"-3888"0"0,7 20 2223 0 0,13 26 111 0 0,71 111 1168 0 0,23 45-2648 0 0,-75-121-713 0 0,26 49-2954 0 0,-57-115 1863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8.5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0 592 10594 0 0,'106'-56'8198'0'0,"-21"1"-5563"0"0,-60 37-2274 0 0,147-117-314 0 0,-140 107-2535 0 0,38-45-1 0 0,-51 50 35 0 0,0-1 0 0 0,15-29 0 0 0,-26 40 1346 0 0,-1-1 0 0 0,0-1 0 0 0,-1 1 1 0 0,-1-1-1 0 0,7-26 0 0 0,-12 40 1166 0 0,0 1 0 0 0,1-1 1 0 0,-1 1-1 0 0,0 0 1 0 0,0-1-1 0 0,0 1 0 0 0,0-1 1 0 0,1 1-1 0 0,-1-1 1 0 0,0 1-1 0 0,0-1 0 0 0,0 0 1 0 0,0 1-1 0 0,0-1 1 0 0,0 1-1 0 0,-1-1 0 0 0,1 1 1 0 0,0-1-1 0 0,0 1 0 0 0,0-1 1 0 0,0 1-1 0 0,0-1 1 0 0,-1 1-1 0 0,1 0 0 0 0,0-1 1 0 0,0 1-1 0 0,-1-1 1 0 0,-9 10 3591 0 0,-9 23 2170 0 0,16-21-5514 0 0,0 0 1 0 0,1 1 0 0 0,0 0-1 0 0,1-1 1 0 0,1 1 0 0 0,0 0 0 0 0,0-1-1 0 0,1 1 1 0 0,1 0 0 0 0,0-1-1 0 0,5 19 1 0 0,7 14 1869 0 0,31 68 1 0 0,-27-70-1823 0 0,-9-20-2464 0 0,2-1-1 0 0,16 26 1 0 0,-14-29-4770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8.7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45 146 3225 0 0,'-11'5'345'0'0,"6"-3"798"0"0,-23 4 9874 0 0,43-18-9373 0 0,-6 6-607 0 0,78-61 2596 0 0,-49 37-4600 0 0,0 1-4488 0 0,-16 14-1261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4:48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 13827 0 0,'-5'15'608'0'0,"1"-4"128"0"0,1-2-584 0 0,2-2-152 0 0,1-3 0 0 0,-2-1 0 0 0,2 0 240 0 0,0 2 16 0 0,-1 5 8 0 0,5 1-3080 0 0,0-3-609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1.9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0 194 3225 0 0,'10'-35'273'0'0,"-5"16"1308"0"0,1 0 1 0 0,-2 0-1 0 0,-1 0 0 0 0,0-1 0 0 0,-1-27 0 0 0,-7 31 1474 0 0,-2 21 18 0 0,-5 25-775 0 0,8 19-2008 0 0,2-1 0 0 0,2 1 0 0 0,3-1 0 0 0,10 61 0 0 0,-6-48-162 0 0,-5-45-107 0 0,40 285 360 0 0,-31-248-223 0 0,2 0-1 0 0,3 0 0 0 0,34 77 0 0 0,-44-116-173 0 0,5 6-244 0 0,-2 1 0 0 0,0 0 0 0 0,-1 1 0 0 0,-2-1 1 0 0,8 40-1 0 0,-14-45-524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2.6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287 35 3225 0 0,'-6'-4'221'0'0,"0"2"-1"0"0,0-1 1 0 0,-1 1 0 0 0,1 0 0 0 0,-1 0 0 0 0,0 0 0 0 0,1 1 0 0 0,-1 0 0 0 0,0 1 0 0 0,0-1 0 0 0,-8 2-1 0 0,-12 1 1438 0 0,-39 7-1 0 0,47-5-1006 0 0,-16 1 904 0 0,-6 1 515 0 0,30-3 2136 0 0,85-6-2690 0 0,74-14 0 0 0,20 0-263 0 0,143 15-442 0 0,38-2-1009 0 0,-312 2-2893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2.9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0 7834 0 0,'0'0'73'0'0,"-1"0"1"0"0,1 0 0 0 0,0 1-1 0 0,-1-1 1 0 0,1 0-1 0 0,0 0 1 0 0,0 0 0 0 0,-1 0-1 0 0,1 0 1 0 0,0 0-1 0 0,0 1 1 0 0,-1-1 0 0 0,1 0-1 0 0,0 0 1 0 0,0 0 0 0 0,0 1-1 0 0,-1-1 1 0 0,1 0-1 0 0,0 0 1 0 0,0 1 0 0 0,0-1-1 0 0,0 0 1 0 0,-1 0-1 0 0,1 1 1 0 0,0-1 0 0 0,0 0-1 0 0,0 1 1 0 0,0-1 0 0 0,0 0-1 0 0,0 0 1 0 0,0 1-1 0 0,0-1 1 0 0,0 0 0 0 0,0 1-1 0 0,0-1 1 0 0,0 0-1 0 0,0 0 1 0 0,0 1 0 0 0,0-1-1 0 0,0 0 1 0 0,0 1 0 0 0,0-1-1 0 0,1 0 1 0 0,-1 0-1 0 0,0 1 1 0 0,0-1 0 0 0,0 0-1 0 0,0 0 1 0 0,1 1-1 0 0,-1-1 1 0 0,0 0 0 0 0,0 0-1 0 0,0 1 1 0 0,1-1 0 0 0,-1 0-1 0 0,0 0 1 0 0,0 0-1 0 0,1 0 1 0 0,2 1 1520 0 0,2 1-813 0 0,6 2-80 0 0,1 0 0 0 0,0-1 0 0 0,-1-1 0 0 0,1 0 0 0 0,0-1-1 0 0,22 1 1 0 0,83-9 1309 0 0,-54 2-1987 0 0,10 2-998 0 0,-24 2-2692 0 0,-29 1-2596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3.2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0 11979 0 0,'-2'4'688'0'0,"0"0"1"0"0,0 0 0 0 0,1 0-1 0 0,0 0 1 0 0,-1 1-1 0 0,1-1 1 0 0,1 0 0 0 0,-1 0-1 0 0,0 7 1 0 0,2 46 2385 0 0,0-29-2532 0 0,63 721 1363 0 0,-8-236-1074 0 0,-54-495-1006 0 0,0 47 858 0 0,-2-61-900 0 0,0-1 0 0 0,-1 0 0 0 0,1 0 0 0 0,-1 1 0 0 0,1-1 0 0 0,-1 0 0 0 0,0 0 0 0 0,0 0 0 0 0,-1 0 0 0 0,1 0 0 0 0,-1 0 0 0 0,1 0 0 0 0,-1 0 0 0 0,0-1 0 0 0,-5 6 0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37 189 7834 0 0,'-8'7'-167'0'0,"-18"22"4817"0"0,26-29-4550 0 0,-1 1 0 0 0,1-1-1 0 0,0 0 1 0 0,0 1-1 0 0,0-1 1 0 0,0 1-1 0 0,-1-1 1 0 0,1 0-1 0 0,0 1 1 0 0,0-1-1 0 0,0 1 1 0 0,0-1 0 0 0,0 0-1 0 0,0 1 1 0 0,0-1-1 0 0,0 1 1 0 0,0-1-1 0 0,0 1 1 0 0,0-1-1 0 0,0 0 1 0 0,0 1-1 0 0,1-1 1 0 0,-1 1 0 0 0,0-1-1 0 0,0 0 1 0 0,0 1-1 0 0,1 0 1 0 0,0-1-19 0 0,0 1 1 0 0,0-1 0 0 0,0 1-1 0 0,0-1 1 0 0,0 1 0 0 0,0-1-1 0 0,0 1 1 0 0,1-1 0 0 0,-1 0-1 0 0,0 0 1 0 0,0 0 0 0 0,0 1-1 0 0,1-1 1 0 0,-1 0 0 0 0,1-1 0 0 0,369-29 2152 0 0,-83 2-2028 0 0,-67 15-177 0 0,177-6 334 0 0,267-25 1808 0 0,-343 5-1618 0 0,135-13-488 0 0,-410 48-233 0 0,178-7-1349 0 0,-219 11 237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0,'14'12'12395'0'0,"-13"-9"-11775"0"0,12 33 3253 0 0,6 43-4268 0 0,-18-73 959 0 0,34 225-293 0 0,-5-20-282 0 0,-20-161-92 0 0,2 1 1 0 0,21 52-1 0 0,-18-72-1885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4.4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14 4833 0 0,'-52'22'1408'0'0,"20"-2"7275"0"0,32-20-8624 0 0,12 1 1395 0 0,15-1-441 0 0,182-19 2861 0 0,107 4-2832 0 0,-57 5-995 0 0,-185 5-113 0 0,196-2-1108 0 0,-270 7 1135 0 0,16 2-531 0 0,-15-2 460 0 0,-1 0 0 0 0,0 0-1 0 0,1 0 1 0 0,-1 0 0 0 0,1 0-1 0 0,-1 0 1 0 0,0 0-1 0 0,1 0 1 0 0,-1 0 0 0 0,1 1-1 0 0,-1-1 1 0 0,0 0 0 0 0,1 0-1 0 0,-1 1 1 0 0,0-1 0 0 0,1 0-1 0 0,-1 0 1 0 0,0 1-1 0 0,1-1 1 0 0,-1 0 0 0 0,0 1-1 0 0,0-1 1 0 0,1 1 0 0 0,-1-1-1 0 0,0 0 1 0 0,0 1-1 0 0,0-1 1 0 0,0 1 0 0 0,0-1-1 0 0,1 0 1 0 0,-1 1 0 0 0,0 0-1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4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67 4033 0 0,'-1'0'44'0'0,"0"0"1"0"0,1 0-1 0 0,-1 1 0 0 0,0-1 1 0 0,1 0-1 0 0,-1 0 0 0 0,0 0 1 0 0,1 0-1 0 0,-1 0 0 0 0,0 0 1 0 0,0 0-1 0 0,1 0 0 0 0,-1-1 1 0 0,0 1-1 0 0,1 0 0 0 0,-1 0 1 0 0,0 0-1 0 0,1-1 0 0 0,-1 1 1 0 0,1 0-1 0 0,-1-1 0 0 0,0 1 1 0 0,1-1-1 0 0,-1 1 0 0 0,1-1 1 0 0,-1 1-1 0 0,1-1 0 0 0,-1 1 1 0 0,1-1-1 0 0,0 1 0 0 0,-1-1 1 0 0,1 1-1 0 0,0-1 0 0 0,-1 0 1 0 0,1 1-1 0 0,0-1 0 0 0,0 0 1 0 0,-1 1-1 0 0,1-2 0 0 0,0 1 154 0 0,0 0 0 0 0,0 0-1 0 0,0 0 1 0 0,1 0-1 0 0,-1 0 1 0 0,0 0 0 0 0,0-1-1 0 0,1 1 1 0 0,-1 0 0 0 0,1 0-1 0 0,-1 0 1 0 0,1 0 0 0 0,-1 0-1 0 0,1 0 1 0 0,0 1 0 0 0,-1-1-1 0 0,1 0 1 0 0,0 0-1 0 0,0 0 1 0 0,0 1 0 0 0,0-1-1 0 0,0 0 1 0 0,0 1 0 0 0,-1-1-1 0 0,3 0 1 0 0,8-4 846 0 0,0 1 0 0 0,0 0 0 0 0,0 1 0 0 0,1 0 0 0 0,23-2 0 0 0,65 1 2324 0 0,-43 2-2320 0 0,263 6 1178 0 0,-107 1-3920 0 0,-184-3-1211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5.8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206 77 2761 0 0,'-7'-2'530'0'0,"-1"1"0"0"0,1 0 0 0 0,-1 0 0 0 0,0 0 0 0 0,0 1 0 0 0,1 0 0 0 0,-13 2 0 0 0,10-1-69 0 0,1 1 169 0 0,0 0 0 0 0,1 1 0 0 0,-1 0 0 0 0,1 0 0 0 0,-1 1 0 0 0,1 0 1 0 0,0 0-1 0 0,0 1 0 0 0,1 0 0 0 0,0 1 0 0 0,0-1 0 0 0,0 1 0 0 0,-9 11 0 0 0,16-17-592 0 0,0 0-1 0 0,0 0 0 0 0,0 0 0 0 0,-1 0 1 0 0,1 0-1 0 0,0 0 0 0 0,0 0 0 0 0,0 0 1 0 0,0 0-1 0 0,0 1 0 0 0,0-1 0 0 0,-1 0 1 0 0,1 0-1 0 0,0 0 0 0 0,0 0 0 0 0,0 0 1 0 0,0 1-1 0 0,0-1 0 0 0,0 0 0 0 0,0 0 1 0 0,0 0-1 0 0,0 0 0 0 0,0 1 0 0 0,0-1 1 0 0,0 0-1 0 0,0 0 0 0 0,0 0 0 0 0,0 0 1 0 0,0 1-1 0 0,0-1 0 0 0,0 0 0 0 0,0 0 1 0 0,0 0-1 0 0,0 0 0 0 0,0 1 0 0 0,0-1 1 0 0,0 0-1 0 0,0 0 0 0 0,0 0 0 0 0,0 0 1 0 0,0 1-1 0 0,0-1 0 0 0,1 0 0 0 0,-1 0 1 0 0,0 0-1 0 0,0 0 0 0 0,0 0 0 0 0,0 0 1 0 0,0 0-1 0 0,0 1 0 0 0,1-1 0 0 0,-1 0 1 0 0,14 2 834 0 0,16-5-358 0 0,33-12 19 0 0,75-16 57 0 0,-84 21-483 0 0,1-1 1 0 0,-2-4-1 0 0,84-32 1 0 0,-128 43-8 0 0,0 1 1 0 0,0 0 0 0 0,1 0-1 0 0,0 1 1 0 0,-1 0 0 0 0,1 1 0 0 0,0 0-1 0 0,0 1 1 0 0,0 0 0 0 0,-1 0 0 0 0,1 1-1 0 0,0 1 1 0 0,0-1 0 0 0,-1 1-1 0 0,1 1 1 0 0,13 5 0 0 0,-6-3-63 0 0,0-1 1 0 0,1 0 0 0 0,-1-1-1 0 0,1-1 1 0 0,0-1-1 0 0,31-2 1 0 0,20 2 80 0 0,50 2 967 0 0,-94 9-3241 0 0,-21-12 1603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6.8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5065 0 0,'-1'4'639'0'0,"0"1"0"0"0,0-1 0 0 0,0 1 0 0 0,1-1 0 0 0,-1 1 0 0 0,1 0 0 0 0,0-1 0 0 0,1 1 0 0 0,-1-1 0 0 0,1 1 1 0 0,1 5-1 0 0,-1 1 573 0 0,28 173 5190 0 0,-6-42-5940 0 0,70 470 1029 0 0,-89-580-1416 0 0,-2-1 0 0 0,-1 1 0 0 0,-1 0 0 0 0,-1-1 0 0 0,-2 1 0 0 0,-2 0 0 0 0,-8 31 0 0 0,4-6-486 0 0,8-32-5924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7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55 6449 0 0,'-7'-3'2916'0'0,"7"3"-2828"0"0,0 0 0 0 0,0 0 1 0 0,0-1-1 0 0,0 1 1 0 0,4-9 1852 0 0,13-6-33 0 0,-3 10-1249 0 0,1 0 0 0 0,0 1 0 0 0,1 1 0 0 0,-1 0 0 0 0,19-1-1 0 0,83 1 668 0 0,-91 3-1130 0 0,367 29-57 0 0,-158-7-117 0 0,37-2 273 0 0,294 17 728 0 0,-435-31-512 0 0,486 36 663 0 0,-601-40-1134 0 0,43 7-30 0 0,-55-8-5 0 0,0-1 1 0 0,-1 2 0 0 0,1-1-1 0 0,0 0 1 0 0,-1 1 0 0 0,1-1-1 0 0,-1 1 1 0 0,1 0 0 0 0,-1 0-1 0 0,0 1 1 0 0,6 4 0 0 0,-9-6-20 0 0,1 0 0 0 0,-1-1-1 0 0,1 1 1 0 0,0 0 0 0 0,-1 0 0 0 0,1-1 0 0 0,-1 1 0 0 0,0 0 0 0 0,1 0-1 0 0,-1 0 1 0 0,0-1 0 0 0,1 1 0 0 0,-1 0 0 0 0,0 0 0 0 0,0 0 0 0 0,0 0-1 0 0,0 0 1 0 0,0 0 0 0 0,0 0 0 0 0,0 0 0 0 0,0 0 0 0 0,0-1 0 0 0,0 1-1 0 0,0 0 1 0 0,-1 0 0 0 0,1 0 0 0 0,0 0 0 0 0,-1 0 0 0 0,1-1 0 0 0,-1 1-1 0 0,1 0 1 0 0,-1 0 0 0 0,1 0 0 0 0,-2 0 0 0 0,-7 9-3363 0 0,3 13 8065 0 0,13 13-3200 0 0,15 35-1698 0 0,3-13 242 0 0,-3 0 1 0 0,-2 2-1 0 0,-3 0 1 0 0,14 93-1 0 0,-21-84-32 0 0,-7-34 0 0 0,2 0 0 0 0,1 0 0 0 0,2-1 0 0 0,1 0 0 0 0,22 50 0 0 0,-15-63-947 0 0,-10-18-372 0 0,-11-15-684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8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78 160 5497 0 0,'-9'3'188'0'0,"-28"8"270"0"0,35-11-249 0 0,0 1 1 0 0,0-1-1 0 0,0 0 1 0 0,0 1-1 0 0,0-1 0 0 0,0 0 1 0 0,0 0-1 0 0,0 0 0 0 0,0-1 1 0 0,0 1-1 0 0,0 0 0 0 0,0-1 1 0 0,-3-1-1 0 0,5 2-101 0 0,0-1 1 0 0,1 1-1 0 0,-1-1 1 0 0,0 0-1 0 0,1 1 1 0 0,-1-1-1 0 0,0 1 1 0 0,1-1-1 0 0,-1 1 1 0 0,1-1-1 0 0,-1 1 1 0 0,1-1-1 0 0,-1 1 1 0 0,1-1-1 0 0,-1 1 0 0 0,1 0 1 0 0,-1-1-1 0 0,1 1 1 0 0,-1 0-1 0 0,1-1 1 0 0,0 1-1 0 0,-1 0 1 0 0,1 0-1 0 0,0-1 1 0 0,18-8 777 0 0,28-9 251 0 0,2 2 0 0 0,-1 2 0 0 0,2 2 1 0 0,51-5-1 0 0,204-10 209 0 0,-261 25-1046 0 0,510-38 2405 0 0,-529 38-2617 0 0,-11 0-85 0 0,1 1-1 0 0,0 1 1 0 0,0 0 0 0 0,0 1-1 0 0,0 0 1 0 0,22 6 0 0 0,-36-7-85 0 0,0 0 1 0 0,0 1-1 0 0,-1-1 0 0 0,1 1 1 0 0,0-1-1 0 0,0 1 1 0 0,-1-1-1 0 0,1 1 1 0 0,0-1-1 0 0,-1 1 1 0 0,1 0-1 0 0,-1-1 1 0 0,1 1-1 0 0,-1 0 1 0 0,1-1-1 0 0,-1 1 1 0 0,1 0-1 0 0,-1 0 1 0 0,0-1-1 0 0,1 1 1 0 0,-1 0-1 0 0,0 0 1 0 0,0 0-1 0 0,0-1 1 0 0,1 1-1 0 0,-1 0 1 0 0,0 0-1 0 0,0 0 0 0 0,0 0 1 0 0,0 0-1 0 0,-1-1 1 0 0,1 1-1 0 0,0 1 1 0 0,-1 1-93 0 0,1 0 0 0 0,-1 0 0 0 0,0 0 0 0 0,0-1 0 0 0,-1 1 0 0 0,1 0 0 0 0,0-1 1 0 0,-3 5-1 0 0,-3 0 163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8.8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64 920 0 0,'-5'20'5445'0'0,"17"-18"-985"0"0,3-3-4796 0 0,238-32 9761 0 0,-41 5-6328 0 0,0 8-3338 0 0,22 17 177 0 0,-147 3-405 0 0,-97 6-2160 0 0,3-4 1217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49.3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7370 0 0,'-5'10'9556'0'0,"6"-9"-9238"0"0,0 19 3118 0 0,0-13-3524 0 0,41 404 3109 0 0,-37-356-3021 0 0,2-1 0 0 0,3 0 0 0 0,2 0 0 0 0,3-1 0 0 0,1-1 0 0 0,37 78 0 0 0,-11-39 113 0 0,40 125 1 0 0,-77-190 222 0 0,-5-13-4764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0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5577 2 456 0 0,'-5'-1'1474'0'0,"-1"1"1"0"0,1 0-1 0 0,0-1 0 0 0,0 2 1 0 0,-1-1-1 0 0,1 1 0 0 0,0 0 0 0 0,-9 2 1 0 0,-42 18 3362 0 0,12-4-3776 0 0,-17 0-507 0 0,-108 15 0 0 0,-66-9-405 0 0,-114 20-1401 0 0,-313 77-1204 0 0,271-86 1700 0 0,293-27 575 0 0,-196-1-3389 0 0,64-4 154 0 0,-65 1 4258 0 0,36-1 1412 0 0,21 1-802 0 0,-129 6 112 0 0,210-1-307 0 0,-1-6 0 0 0,-227-26 0 0 0,245 10-953 0 0,74 10 59 0 0,0-4 0 0 0,-105-26-1 0 0,122 22-177 0 0,-65-8 0 0 0,25 6-75 0 0,56 7 113 0 0,1 2 0 0 0,-1 2 0 0 0,0 1-1 0 0,-48 2 1 0 0,42 2 41 0 0,26-2-334 0 0,-1 1 0 0 0,0 0 0 0 0,1 0 0 0 0,-1 2 0 0 0,1 0 0 0 0,-1 0 0 0 0,-14 6 0 0 0,25-7-1069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1.6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37 149 5529 0 0,'-16'11'2299'0'0,"-5"5"2644"0"0,64-26-338 0 0,415-70 540 0 0,-309 58-4790 0 0,61-9 183 0 0,2 10 0 0 0,0 10 1 0 0,233 16-1 0 0,-438-4-415 0 0,1 0 0 0 0,-1 0-1 0 0,1 0 1 0 0,-1 1 0 0 0,10 3 0 0 0,-18-2-19 0 0,-10 0-214 0 0,-12 1-655 0 0,10-5-1269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2.3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1 115 9674 0 0,'7'14'1657'0'0,"-5"-8"-1264"0"0,1 1 1 0 0,0-1-1 0 0,0 0 1 0 0,0 0-1 0 0,1 0 1 0 0,0 0-1 0 0,0-1 1 0 0,1 0-1 0 0,0 1 0 0 0,0-1 1 0 0,0-1-1 0 0,0 1 1 0 0,1-1-1 0 0,-1 0 1 0 0,8 3-1 0 0,-8-4-259 0 0,1-1 0 0 0,-1-1-1 0 0,1 1 1 0 0,0-1-1 0 0,0 0 1 0 0,-1 0 0 0 0,1-1-1 0 0,0 1 1 0 0,0-1-1 0 0,0-1 1 0 0,0 1-1 0 0,0-1 1 0 0,-1 0 0 0 0,1 0-1 0 0,0-1 1 0 0,-1 0-1 0 0,1 0 1 0 0,-1 0-1 0 0,0 0 1 0 0,1-1 0 0 0,-1 0-1 0 0,7-6 1 0 0,-8 7-96 0 0,-1-1 0 0 0,0 0 0 0 0,1 0 1 0 0,-1-1-1 0 0,0 1 0 0 0,-1-1 0 0 0,1 1 0 0 0,-1-1 1 0 0,1 0-1 0 0,-1 0 0 0 0,0 0 0 0 0,-1 0 0 0 0,1 0 1 0 0,-1 0-1 0 0,1-1 0 0 0,-1 1 0 0 0,-1-1 0 0 0,1 1 1 0 0,0 0-1 0 0,-1-1 0 0 0,0 1 0 0 0,0-1 0 0 0,-1 1 1 0 0,1-1-1 0 0,-1 1 0 0 0,0-1 0 0 0,0 1 0 0 0,0 0 0 0 0,-4-8 1 0 0,2 7-11 0 0,1 0 0 0 0,-1 0 1 0 0,-1 1-1 0 0,1-1 1 0 0,-1 1-1 0 0,1 0 0 0 0,-1 0 1 0 0,0 0-1 0 0,-1 0 0 0 0,1 1 1 0 0,-1 0-1 0 0,0 0 1 0 0,1 0-1 0 0,-1 0 0 0 0,0 1 1 0 0,-1 0-1 0 0,1 0 1 0 0,0 0-1 0 0,-1 0 0 0 0,1 1 1 0 0,-1 0-1 0 0,1 0 0 0 0,-10 1 1 0 0,11-1-22 0 0,0 1 0 0 0,0 1 0 0 0,0-1 0 0 0,0 0 0 0 0,0 1 0 0 0,0 0 0 0 0,0 0 0 0 0,1 0 0 0 0,-1 0 0 0 0,0 1 0 0 0,1 0 0 0 0,-1-1 0 0 0,1 1 0 0 0,-1 0 0 0 0,1 1 0 0 0,0-1 0 0 0,0 1 0 0 0,0-1 0 0 0,0 1-1 0 0,1 0 1 0 0,-1 0 0 0 0,1 0 0 0 0,-1 0 0 0 0,1 1 0 0 0,0-1 0 0 0,1 0 0 0 0,-1 1 0 0 0,0 0 0 0 0,1-1 0 0 0,0 1 0 0 0,0 0 0 0 0,0 0 0 0 0,0 0 0 0 0,0 4 0 0 0,1-4 5 0 0,0 0 0 0 0,1 0-1 0 0,-1 0 1 0 0,1 0-1 0 0,0 0 1 0 0,0 0 0 0 0,0 0-1 0 0,0 0 1 0 0,4 6 0 0 0,-5-9-18 0 0,1 0 0 0 0,-1 0 0 0 0,1 0 0 0 0,-1 1 1 0 0,1-1-1 0 0,0 0 0 0 0,-1 0 0 0 0,1 0 0 0 0,0 0 1 0 0,0 0-1 0 0,0 0 0 0 0,0 0 0 0 0,0-1 0 0 0,0 1 1 0 0,0 0-1 0 0,0 0 0 0 0,0-1 0 0 0,0 1 0 0 0,0-1 1 0 0,0 1-1 0 0,1-1 0 0 0,-1 1 0 0 0,0-1 0 0 0,0 0 1 0 0,1 1-1 0 0,-1-1 0 0 0,0 0 0 0 0,1 0 0 0 0,-1 0 1 0 0,0 0-1 0 0,0 0 0 0 0,1 0 0 0 0,-1-1 0 0 0,2 1 1 0 0,0-2-366 0 0,0-2-105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0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99 206 4609 0 0,'-11'0'1488'0'0,"1"1"1"0"0,-1 1-1 0 0,1 0 0 0 0,0 0 1 0 0,0 1-1 0 0,0 0 0 0 0,-17 8 1022 0 0,58-9 909 0 0,21-9-3151 0 0,-31 4-11 0 0,574-71-140 0 0,4 43-78 0 0,-482 30 362 0 0,1-4 1 0 0,143-26 0 0 0,-247 28-354 0 0,68-9 177 0 0,-75 12-200 0 0,1-1 0 0 0,0 1-1 0 0,0 1 1 0 0,0-1-1 0 0,-1 1 1 0 0,1 1 0 0 0,-1-1-1 0 0,11 5 1 0 0,-18-6-24 0 0,1 0 0 0 0,-1 0 0 0 0,1 0 0 0 0,0 0 1 0 0,-1 1-1 0 0,1-1 0 0 0,-1 0 0 0 0,1 0 0 0 0,-1 1 0 0 0,1-1 0 0 0,-1 0 0 0 0,1 1 0 0 0,-1-1 1 0 0,1 1-1 0 0,-1-1 0 0 0,0 1 0 0 0,1-1 0 0 0,-1 1 0 0 0,0-1 0 0 0,1 1 0 0 0,-1-1 1 0 0,0 1-1 0 0,0-1 0 0 0,1 1 0 0 0,-1-1 0 0 0,0 1 0 0 0,0-1 0 0 0,0 1 0 0 0,0 0 0 0 0,0-1 1 0 0,0 1-1 0 0,0-1 0 0 0,0 1 0 0 0,0 0 0 0 0,0-1 0 0 0,0 2 0 0 0,-1 0-28 0 0,0 0-1 0 0,0-1 0 0 0,-1 1 1 0 0,1 0-1 0 0,0 0 1 0 0,-1-1-1 0 0,1 1 0 0 0,-1 0 1 0 0,0-1-1 0 0,-2 2 1 0 0,-5 4-93 0 0,0-1 1 0 0,0-1-1 0 0,-13 6 1 0 0,13-8 135 0 0,0-1 1 0 0,0 0-1 0 0,0-1 1 0 0,0 1-1 0 0,0-2 1 0 0,0 1-1 0 0,0-1 1 0 0,-13-2 0 0 0,12 1 7 0 0,-1 0 1 0 0,1 1-1 0 0,-1 1 1 0 0,1 0-1 0 0,-16 3 1 0 0,25-4-25 0 0,0 0 1 0 0,0 0-1 0 0,0 0 1 0 0,0 1-1 0 0,0-1 1 0 0,0 0-1 0 0,0 1 1 0 0,0-1 0 0 0,0 1-1 0 0,0-1 1 0 0,0 1-1 0 0,0-1 1 0 0,1 1-1 0 0,-1-1 1 0 0,0 1-1 0 0,0 0 1 0 0,1-1-1 0 0,-1 1 1 0 0,0 0-1 0 0,1 0 1 0 0,-1 0-1 0 0,1 0 1 0 0,-1-1-1 0 0,1 1 1 0 0,-1 0-1 0 0,1 0 1 0 0,-1 0-1 0 0,1 0 1 0 0,0 2-1 0 0,0-1 3 0 0,0 0-1 0 0,1 0 1 0 0,0 0-1 0 0,-1 0 1 0 0,1 0-1 0 0,0 0 1 0 0,0 0-1 0 0,0 0 1 0 0,0-1-1 0 0,0 1 1 0 0,0 0 0 0 0,1-1-1 0 0,2 3 1 0 0,5 5 13 0 0,0-1 1 0 0,1 0 0 0 0,20 13-1 0 0,-21-16-8 0 0,1-1-1 0 0,0 1 0 0 0,0-1 1 0 0,1-1-1 0 0,-1 0 0 0 0,1-1 1 0 0,0 0-1 0 0,0 0 1 0 0,0-1-1 0 0,-1-1 0 0 0,19 0 1 0 0,-25 0 2 0 0,0-1 1 0 0,-1 1-1 0 0,1-1 0 0 0,0 0 1 0 0,-1 0-1 0 0,1 0 1 0 0,0 0-1 0 0,-1 0 1 0 0,0-1-1 0 0,1 0 1 0 0,-1 1-1 0 0,0-1 0 0 0,0-1 1 0 0,0 1-1 0 0,0 0 1 0 0,0-1-1 0 0,0 1 1 0 0,-1-1-1 0 0,1 0 1 0 0,-1 0-1 0 0,0 0 0 0 0,0 0 1 0 0,0 0-1 0 0,0-1 1 0 0,0 1-1 0 0,-1-1 1 0 0,0 1-1 0 0,1-1 1 0 0,-1 1-1 0 0,-1-1 0 0 0,1 0 1 0 0,0 1-1 0 0,-1-1 1 0 0,0 0-1 0 0,0 0 1 0 0,0-5-1 0 0,-1-1 93 0 0,-1 0 0 0 0,0 0-1 0 0,0 0 1 0 0,0 0 0 0 0,-2 0 0 0 0,1 1 0 0 0,-1-1-1 0 0,0 1 1 0 0,-9-14 0 0 0,10 18-105 0 0,-1 0 0 0 0,1-1 0 0 0,-1 1 0 0 0,0 1 0 0 0,-1-1-1 0 0,1 1 1 0 0,-1-1 0 0 0,0 1 0 0 0,0 0 0 0 0,0 1 0 0 0,0-1 0 0 0,-1 1 0 0 0,1 0 0 0 0,-1 1-1 0 0,0-1 1 0 0,-10-2 0 0 0,-2 4-1781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3.0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205 126 6913 0 0,'1'-8'308'0'0,"1"1"-1"0"0,-1 0 0 0 0,0 0 0 0 0,0-1 0 0 0,-1 1 0 0 0,0-8 0 0 0,0 10 372 0 0,-1 1 0 0 0,1 0 0 0 0,-1 0 0 0 0,0 0 0 0 0,0-1 0 0 0,0 1 0 0 0,0 0 0 0 0,-1 1 0 0 0,1-1-1 0 0,-1 0 1 0 0,-5-7 0 0 0,7 10-531 0 0,-1 1 1 0 0,0-1-1 0 0,0 0 0 0 0,0 0 0 0 0,1 0 0 0 0,-1 1 0 0 0,0-1 0 0 0,0 0 0 0 0,0 1 1 0 0,0-1-1 0 0,0 1 0 0 0,0-1 0 0 0,0 1 0 0 0,-1 0 0 0 0,1-1 0 0 0,0 1 0 0 0,0 0 1 0 0,0 0-1 0 0,0 0 0 0 0,0 0 0 0 0,-1 0 0 0 0,1 0 0 0 0,-1 0 0 0 0,-1 1-29 0 0,1 0-1 0 0,0-1 1 0 0,-1 1-1 0 0,1 1 1 0 0,0-1-1 0 0,0 0 1 0 0,0 0-1 0 0,0 1 1 0 0,0-1 0 0 0,-3 3-1 0 0,-2 4-7 0 0,0 0 1 0 0,0 0-1 0 0,-10 17 0 0 0,-1 4-39 0 0,2 0 1 0 0,1 2-1 0 0,-15 42 0 0 0,25-57-54 0 0,0 0-1 0 0,1 0 1 0 0,1 0-1 0 0,0 1 1 0 0,1-1-1 0 0,1 1 1 0 0,1-1-1 0 0,2 32 1 0 0,0-40-2 0 0,0-1 1 0 0,0 1 0 0 0,1-1-1 0 0,0 0 1 0 0,0 0-1 0 0,1 0 1 0 0,-1-1-1 0 0,2 1 1 0 0,-1-1-1 0 0,1 0 1 0 0,0 0-1 0 0,0 0 1 0 0,0-1-1 0 0,1 0 1 0 0,0 0-1 0 0,0 0 1 0 0,9 5 0 0 0,-10-7 4 0 0,1 1 0 0 0,-1-2 0 0 0,1 1 0 0 0,-1-1 1 0 0,1 0-1 0 0,0 0 0 0 0,0 0 0 0 0,-1-1 0 0 0,1 0 1 0 0,0 0-1 0 0,1-1 0 0 0,-1 1 0 0 0,0-1 1 0 0,0-1-1 0 0,0 1 0 0 0,0-1 0 0 0,0 0 0 0 0,0 0 1 0 0,0-1-1 0 0,-1 0 0 0 0,1 0 0 0 0,7-4 0 0 0,1-2-89 0 0,-1-1-1 0 0,0-1 0 0 0,-1 0 1 0 0,0 0-1 0 0,0-1 0 0 0,15-20 0 0 0,9-16-6778 0 0,-24 30-217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5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8 268 10138 0 0,'-1'2'285'0'0,"0"0"-1"0"0,0 1 1 0 0,0-1-1 0 0,0 0 0 0 0,0 1 1 0 0,1-1-1 0 0,0 1 1 0 0,-1-1-1 0 0,1 1 1 0 0,0-1-1 0 0,0 1 1 0 0,0-1-1 0 0,0 1 1 0 0,1-1-1 0 0,-1 1 0 0 0,1-1 1 0 0,-1 1-1 0 0,1-1 1 0 0,0 0-1 0 0,1 3 1 0 0,-1-4-169 0 0,-1 1 0 0 0,0-1 1 0 0,1 0-1 0 0,0 0 0 0 0,-1 0 1 0 0,1 0-1 0 0,0 0 0 0 0,-1 0 1 0 0,1 0-1 0 0,0 0 0 0 0,0 0 0 0 0,0 0 1 0 0,0 0-1 0 0,0 0 0 0 0,0 0 1 0 0,0-1-1 0 0,0 1 0 0 0,0 0 1 0 0,1-1-1 0 0,-1 1 0 0 0,0-1 1 0 0,0 1-1 0 0,1-1 0 0 0,-1 0 0 0 0,0 0 1 0 0,0 1-1 0 0,1-1 0 0 0,-1 0 1 0 0,0 0-1 0 0,1 0 0 0 0,-1 0 1 0 0,0 0-1 0 0,1-1 0 0 0,-1 1 1 0 0,0 0-1 0 0,0-1 0 0 0,1 1 1 0 0,-1-1-1 0 0,0 1 0 0 0,2-2 0 0 0,9-5 69 0 0,-1-1 1 0 0,0-1-1 0 0,0 0 0 0 0,-1 0 0 0 0,0-1 0 0 0,-1-1 0 0 0,15-20 0 0 0,-8 8-244 0 0,-2-1 0 0 0,-1 0 1 0 0,11-26-1 0 0,-6-7-48 0 0,-17 53 83 0 0,-1 1 0 0 0,1-1 0 0 0,0 0 0 0 0,-1 0-1 0 0,0 0 1 0 0,0 0 0 0 0,0 0 0 0 0,-1 1 0 0 0,1-1-1 0 0,-1 0 1 0 0,0 0 0 0 0,0 1 0 0 0,-1-5 0 0 0,1 7 13 0 0,1 1 0 0 0,0-1 0 0 0,0 1 0 0 0,-1-1 1 0 0,1 1-1 0 0,-1-1 0 0 0,1 1 0 0 0,0 0 1 0 0,-1-1-1 0 0,1 1 0 0 0,-1-1 0 0 0,1 1 0 0 0,-1 0 1 0 0,1 0-1 0 0,-1-1 0 0 0,1 1 0 0 0,-1 0 1 0 0,1 0-1 0 0,-1-1 0 0 0,1 1 0 0 0,-1 0 0 0 0,0 0 1 0 0,1 0-1 0 0,-1 0 0 0 0,1 0 0 0 0,-1 0 0 0 0,1 0 1 0 0,-1 0-1 0 0,0 0 0 0 0,0 0 0 0 0,-19 12-211 0 0,-9 23 58 0 0,25-28 213 0 0,1 1 0 0 0,0 0-1 0 0,0-1 1 0 0,1 1 0 0 0,0 0-1 0 0,0 1 1 0 0,1-1 0 0 0,0 0-1 0 0,0 0 1 0 0,1 0 0 0 0,1 1-1 0 0,-1-1 1 0 0,1 0 0 0 0,0 0 0 0 0,1 0-1 0 0,0 0 1 0 0,5 13 0 0 0,-2-6-57 0 0,1-1 0 0 0,1 0 1 0 0,0 0-1 0 0,1-1 1 0 0,1 0-1 0 0,0 0 1 0 0,0-1-1 0 0,19 18 1 0 0,-13-17-1736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5.7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151 1 10594 0 0,'-8'3'348'0'0,"1"0"-1"0"0,-1 1 0 0 0,1-1 1 0 0,-1 2-1 0 0,1-1 1 0 0,1 1-1 0 0,-1 0 1 0 0,1 1-1 0 0,0-1 0 0 0,0 1 1 0 0,0 0-1 0 0,1 1 1 0 0,0 0-1 0 0,0-1 0 0 0,1 1 1 0 0,0 1-1 0 0,0-1 1 0 0,0 1-1 0 0,-4 15 0 0 0,1-1-347 0 0,1 1-1 0 0,1 0 0 0 0,0 0 1 0 0,2 0-1 0 0,0 44 0 0 0,3-61-153 0 0,0-1-1 0 0,1 0 0 0 0,0 0 0 0 0,0 0 1 0 0,0 1-1 0 0,3 5 0 0 0,-4-10 99 0 0,0 0 1 0 0,1-1-1 0 0,-1 1 0 0 0,0 0 0 0 0,1-1 1 0 0,-1 1-1 0 0,0-1 0 0 0,1 1 0 0 0,-1-1 0 0 0,1 1 1 0 0,-1-1-1 0 0,1 1 0 0 0,-1-1 0 0 0,1 0 1 0 0,-1 1-1 0 0,1-1 0 0 0,-1 1 0 0 0,1-1 1 0 0,-1 0-1 0 0,1 0 0 0 0,0 1 0 0 0,0-1 0 0 0,0 0-20 0 0,0 0-1 0 0,0-1 0 0 0,0 1 0 0 0,0 0 1 0 0,0-1-1 0 0,0 1 0 0 0,0-1 0 0 0,0 0 1 0 0,0 1-1 0 0,0-1 0 0 0,0 1 0 0 0,-1-1 0 0 0,1 0 1 0 0,0 0-1 0 0,-1 1 0 0 0,1-1 0 0 0,0 0 1 0 0,-1 0-1 0 0,1 0 0 0 0,0-1 0 0 0,5-10 192 0 0,0 0-1 0 0,0 0 1 0 0,-1 0 0 0 0,-1-1-1 0 0,5-25 1 0 0,-6 26 649 0 0,0 0 1 0 0,0 0 0 0 0,1 0-1 0 0,1 1 1 0 0,-1 0-1 0 0,2-1 1 0 0,8-11-1 0 0,-14 22-690 0 0,1-1 0 0 0,0 1-1 0 0,0 0 1 0 0,0 0 0 0 0,0-1-1 0 0,0 1 1 0 0,0 0 0 0 0,1 0 0 0 0,-1 0-1 0 0,0 0 1 0 0,0 1 0 0 0,1-1-1 0 0,-1 0 1 0 0,1 0 0 0 0,-1 1-1 0 0,1-1 1 0 0,-1 1 0 0 0,1-1-1 0 0,-1 1 1 0 0,1 0 0 0 0,-1 0-1 0 0,1-1 1 0 0,-1 1 0 0 0,3 0-1 0 0,-1 1-28 0 0,-1 0-1 0 0,1 0 0 0 0,-1 0 0 0 0,1 0 1 0 0,-1 1-1 0 0,0-1 0 0 0,0 0 0 0 0,0 1 1 0 0,0 0-1 0 0,0-1 0 0 0,0 1 0 0 0,0 0 1 0 0,2 3-1 0 0,6 9-2 0 0,-1 0 0 0 0,0 0 0 0 0,10 26 0 0 0,-16-33 66 0 0,2 2-119 0 0,16 39 4 0 0,3-1-1 0 0,49 72 1 0 0,-75-123-19 0 0,0-1 0 0 0,0 1 0 0 0,0-1 0 0 0,1 0 0 0 0,0 0 0 0 0,0 0 0 0 0,0 0 1 0 0,0 0-1 0 0,1 0 0 0 0,0 0 0 0 0,0-5 0 0 0,6-60-415 0 0,0 40-678 0 0,1 0 1 0 0,2 0 0 0 0,1 1-1 0 0,20-42 1 0 0,-10 30-5149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6.0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51 12443 0 0,'-1'2'214'0'0,"1"0"0"0"0,-1 0 0 0 0,1 0 0 0 0,0-1 0 0 0,-1 1 0 0 0,1 0 0 0 0,0 0 0 0 0,0 0 0 0 0,0 0 0 0 0,1 0 0 0 0,-1 0 0 0 0,0-1 0 0 0,1 1 0 0 0,-1 0 0 0 0,1 0 0 0 0,0 1 0 0 0,0-2-69 0 0,0-1 1 0 0,0 1 0 0 0,0-1 0 0 0,0 0-1 0 0,0 1 1 0 0,-1-1 0 0 0,1 0 0 0 0,0 1-1 0 0,0-1 1 0 0,0 0 0 0 0,0 0 0 0 0,0 0-1 0 0,0 0 1 0 0,0 0 0 0 0,0 0 0 0 0,0 0 0 0 0,0-1-1 0 0,0 1 1 0 0,0 0 0 0 0,0 0 0 0 0,-1-1-1 0 0,1 1 1 0 0,0 0 0 0 0,0-1 0 0 0,0 1-1 0 0,0-1 1 0 0,-1 1 0 0 0,1-1 0 0 0,0 0-1 0 0,0 1 1 0 0,-1-1 0 0 0,1 0 0 0 0,0 0-1 0 0,28-29-841 0 0,-24 23 197 0 0,1 0-1 0 0,0 0 1 0 0,0 1-1 0 0,10-7 1 0 0,-15 12 447 0 0,0 0 1 0 0,1 0-1 0 0,-1 0 0 0 0,1 0 1 0 0,-1 1-1 0 0,0-1 1 0 0,1 1-1 0 0,0-1 1 0 0,-1 1-1 0 0,1-1 1 0 0,-1 1-1 0 0,1 0 0 0 0,-1 0 1 0 0,1 0-1 0 0,0 0 1 0 0,-1 0-1 0 0,1 0 1 0 0,-1 0-1 0 0,1 0 1 0 0,0 1-1 0 0,-1-1 0 0 0,1 1 1 0 0,-1-1-1 0 0,1 1 1 0 0,-1-1-1 0 0,1 1 1 0 0,-1 0-1 0 0,2 1 1 0 0,4 5 24 0 0,-4 1-107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6.1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0 109 8754 0 0,'3'1'776'0'0,"-2"-1"-616"0"0,2 0-160 0 0,0-1 0 0 0,1-1 720 0 0,1-1 112 0 0,5-2 33 0 0,6-6-1 0 0,9-3-288 0 0,2-5-64 0 0,2 1 0 0 0,-2-1-8 0 0,1 2-440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7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176 1 10594 0 0,'-4'0'379'0'0,"0"1"0"0"0,1 0 0 0 0,-1 0-1 0 0,1 1 1 0 0,0-1 0 0 0,-1 1 0 0 0,1-1 0 0 0,0 1-1 0 0,0 0 1 0 0,0 0 0 0 0,0 1 0 0 0,-5 4 0 0 0,-30 34 2342 0 0,27-27-2431 0 0,1 0 0 0 0,1 1-1 0 0,0 0 1 0 0,1 0 0 0 0,0 1 0 0 0,2 0 0 0 0,0 1 0 0 0,0-1-1 0 0,2 1 1 0 0,0 0 0 0 0,1 1 0 0 0,0-1 0 0 0,1 27 0 0 0,2-30-208 0 0,1 0 1 0 0,0-1-1 0 0,1 1 1 0 0,1-1-1 0 0,0 1 1 0 0,1-1 0 0 0,0 0-1 0 0,1 0 1 0 0,1-1-1 0 0,0 1 1 0 0,0-1-1 0 0,1 0 1 0 0,1-1-1 0 0,0 0 1 0 0,1 0 0 0 0,0-1-1 0 0,17 16 1 0 0,-19-20-42 0 0,0 0 0 0 0,1 0 0 0 0,0-1 0 0 0,0 0-1 0 0,1 0 1 0 0,-1-1 0 0 0,1 0 0 0 0,0 0 0 0 0,0-1 0 0 0,0-1 0 0 0,0 1 0 0 0,15 1 0 0 0,-11-4-41 0 0,-1 0 0 0 0,0 0 0 0 0,1-1 1 0 0,-1-1-1 0 0,0 0 0 0 0,0 0 0 0 0,0-1 0 0 0,0-1 0 0 0,15-7 0 0 0,21-10-213 0 0,-20 8-593 0 0,33-11-1 0 0,-34 17 225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7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8290 0 0,'5'48'9437'0'0,"13"23"-4731"0"0,0 9-3430 0 0,-10-22-968 0 0,11 58-219 0 0,-15-101-1251 0 0,0 0 0 0 0,2 0 1 0 0,6 14-1 0 0,-3-12-405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7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99 14283 0 0,'0'0'40'0'0,"0"0"0"0"0,0 1 0 0 0,0-1 0 0 0,0 0 0 0 0,0 1 0 0 0,0-1 0 0 0,0 0 0 0 0,0 0 0 0 0,0 1-1 0 0,0-1 1 0 0,0 0 0 0 0,0 1 0 0 0,0-1 0 0 0,0 0 0 0 0,0 1 0 0 0,0-1 0 0 0,0 0 0 0 0,0 0 0 0 0,0 1 0 0 0,0-1 0 0 0,1 0 0 0 0,-1 0 0 0 0,0 1 0 0 0,0-1 0 0 0,0 0 0 0 0,0 0-1 0 0,1 1 1 0 0,-1-1 0 0 0,0 0 0 0 0,0 0 0 0 0,1 0 0 0 0,-1 1 0 0 0,0-1 0 0 0,0 0 0 0 0,1 0 0 0 0,-1 0 0 0 0,0 0 0 0 0,0 0 0 0 0,1 0 0 0 0,-1 1 0 0 0,22 3 1309 0 0,27-3 340 0 0,-44-1-1563 0 0,49-3 1202 0 0,0-2 0 0 0,59-14 0 0 0,-46 4-1775 0 0,82-30 0 0 0,-104 27-1301 0 0,-25 9 845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7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9674 0 0,'-1'0'288'0'0,"0"1"0"0"0,1 0 0 0 0,-1 0 0 0 0,0 0 0 0 0,0 1 0 0 0,1-1 0 0 0,-1 0 0 0 0,1 0 1 0 0,-1 0-1 0 0,1 0 0 0 0,-1 0 0 0 0,1 1 0 0 0,0-1 0 0 0,-1 0 0 0 0,1 0 0 0 0,0 1 0 0 0,0-1 0 0 0,0 0 0 0 0,0 0 0 0 0,0 1 0 0 0,0-1 0 0 0,1 0 0 0 0,-1 0 0 0 0,0 1 0 0 0,2 1 0 0 0,7 35 2481 0 0,10 6-1262 0 0,27 50-1 0 0,4 6-86 0 0,-41-79-4899 0 0,-5-13 226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8.2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225 1 9674 0 0,'-6'0'726'0'0,"0"1"1"0"0,1 0-1 0 0,-1 0 0 0 0,0 0 1 0 0,1 0-1 0 0,-1 1 0 0 0,1 0 1 0 0,-9 4-1 0 0,4 0-139 0 0,1-1-1 0 0,0 1 1 0 0,0 1 0 0 0,-9 8 0 0 0,5-3-347 0 0,1 1 0 0 0,0 0 0 0 0,1 1 0 0 0,1 0 1 0 0,-13 22-1 0 0,18-27-177 0 0,1 0 0 0 0,0 0 0 0 0,0 0 1 0 0,1 1-1 0 0,1-1 0 0 0,-1 1 0 0 0,2 0 0 0 0,-1-1 1 0 0,1 1-1 0 0,1 0 0 0 0,0 0 0 0 0,0 0 0 0 0,1 0 1 0 0,0 0-1 0 0,1 0 0 0 0,0-1 0 0 0,0 1 0 0 0,1-1 1 0 0,0 1-1 0 0,1-1 0 0 0,0 0 0 0 0,1 0 0 0 0,-1-1 1 0 0,2 1-1 0 0,-1-1 0 0 0,1 0 0 0 0,1 0 0 0 0,-1-1 1 0 0,1 0-1 0 0,0 0 0 0 0,1-1 0 0 0,0 1 0 0 0,0-2 0 0 0,0 1 1 0 0,13 5-1 0 0,-10-5-117 0 0,0-1 0 0 0,1-1 1 0 0,-1 0-1 0 0,1-1 0 0 0,0 0 1 0 0,0-1-1 0 0,0 0 0 0 0,0 0 0 0 0,0-2 1 0 0,0 1-1 0 0,0-2 0 0 0,0 0 0 0 0,0 0 1 0 0,1-1-1 0 0,-2 0 0 0 0,1-1 1 0 0,0 0-1 0 0,-1-1 0 0 0,1-1 0 0 0,-1 0 1 0 0,0 0-1 0 0,0-1 0 0 0,-1 0 0 0 0,0-1 1 0 0,0 0-1 0 0,-1-1 0 0 0,17-17 1 0 0,-13 11-1052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9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0,'16'4'8519'0'0,"28"0"-4603"0"0,-35-4-3607 0 0,1 1-1 0 0,0 0 0 0 0,-1 1 1 0 0,0 0-1 0 0,1 0 0 0 0,-1 1 1 0 0,0 0-1 0 0,0 1 0 0 0,9 4 1 0 0,-14-5-281 0 0,0 0 0 0 0,0 0 0 0 0,0 1 0 0 0,0 0-1 0 0,0-1 1 0 0,-1 1 0 0 0,1 0 0 0 0,-1 1 0 0 0,0-1 0 0 0,-1 1 0 0 0,1-1 0 0 0,-1 1 0 0 0,0 0 0 0 0,0 0 0 0 0,0 0-1 0 0,-1 0 1 0 0,1 0 0 0 0,0 6 0 0 0,-1 5-28 0 0,1 1 0 0 0,-2-1 0 0 0,0 1-1 0 0,-4 23 1 0 0,2-24 31 0 0,1 1 1 0 0,0-1-1 0 0,1 1 0 0 0,4 24 0 0 0,-4-39-19 0 0,0-1 0 0 0,1 1 0 0 0,-1 0 0 0 0,0-1 0 0 0,1 1 0 0 0,-1-1 0 0 0,1 1 0 0 0,-1-1 0 0 0,1 1 0 0 0,0-1 0 0 0,0 1 0 0 0,0-1 0 0 0,-1 0 0 0 0,1 1 0 0 0,1-1 0 0 0,-1 0 0 0 0,0 0 0 0 0,0 0 0 0 0,0 0 0 0 0,1 0 0 0 0,-1 0 0 0 0,3 2 0 0 0,-2-3 19 0 0,0 0-1 0 0,0 1 0 0 0,0-1 1 0 0,0 0-1 0 0,0 0 1 0 0,0-1-1 0 0,0 1 0 0 0,0 0 1 0 0,0-1-1 0 0,0 1 0 0 0,-1-1 1 0 0,1 1-1 0 0,0-1 1 0 0,0 0-1 0 0,0 0 0 0 0,1-1 1 0 0,9-5 35 0 0,-1-1 1 0 0,-1 0-1 0 0,1-1 1 0 0,10-12-1 0 0,-20 19-111 0 0,125-131-4865 0 0,-103 113-2150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6:59.9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53 9674 0 0,'-3'3'3187'0'0,"10"-2"-759"0"0,23-2 667 0 0,40-4-352 0 0,28-3-1350 0 0,80-9-598 0 0,-60-4-5303 0 0,-97 16-2408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0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6 10594 0 0,'-2'-1'-69'0'0,"0"0"0"0"0,0 0 0 0 0,0 1 0 0 0,0-1 0 0 0,0 1 0 0 0,0-1 0 0 0,0 1 0 0 0,0 0 0 0 0,0 0 0 0 0,-2 0 0 0 0,4 0 81 0 0,-1 0-1 0 0,1 0 1 0 0,-1 0-1 0 0,1 1 1 0 0,0-1 0 0 0,-1 0-1 0 0,1 0 1 0 0,-1 0-1 0 0,1 0 1 0 0,0 1-1 0 0,-1-1 1 0 0,1 0-1 0 0,0 0 1 0 0,-1 1-1 0 0,1-1 1 0 0,0 0-1 0 0,0 1 1 0 0,-1-1 0 0 0,1 0-1 0 0,0 1 1 0 0,0-1-1 0 0,-1 0 1 0 0,1 1-1 0 0,0-1 1 0 0,0 0-1 0 0,0 1 1 0 0,0-1-1 0 0,0 1 1 0 0,0-1-1 0 0,0 0 1 0 0,0 1-1 0 0,-1-1 1 0 0,1 1 0 0 0,1-1-1 0 0,-1 0 1 0 0,0 1-1 0 0,0-1 1 0 0,0 1-1 0 0,0-1 1 0 0,0 1-1 0 0,0-1 1 0 0,0 0-1 0 0,0 1 1 0 0,1-1-1 0 0,-1 0 1 0 0,0 1 0 0 0,0-1-1 0 0,1 0 1 0 0,-1 1-1 0 0,0-1 1 0 0,0 0-1 0 0,1 1 1 0 0,-1-1-1 0 0,0 0 1 0 0,1 0-1 0 0,0 1 1 0 0,5 9 2353 0 0,-1-1 1 0 0,1 1-1 0 0,6 20 1 0 0,4 36 1764 0 0,-11-21-4238 0 0,-1 48 1 0 0,2 20 254 0 0,-3-92-495 0 0,3-1-4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0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123 1 11522 0 0,'-4'3'520'0'0,"-1"0"0"0"0,1 0 0 0 0,0 1 0 0 0,0-1 0 0 0,0 1 0 0 0,0 0 0 0 0,1 0 0 0 0,-7 9 0 0 0,-22 43 2421 0 0,25-43-2172 0 0,0-1-537 0 0,1 1-1 0 0,0 0 1 0 0,1 0 0 0 0,1 0-1 0 0,0 1 1 0 0,1-1-1 0 0,0 1 1 0 0,1 0-1 0 0,1 0 1 0 0,0 20 0 0 0,1-26-174 0 0,1-1 1 0 0,0 0 0 0 0,0 1 0 0 0,1-1 0 0 0,0 0 0 0 0,0 0 0 0 0,1 0-1 0 0,-1 0 1 0 0,2-1 0 0 0,-1 1 0 0 0,1-1 0 0 0,0 0 0 0 0,0 0 0 0 0,0 0-1 0 0,1 0 1 0 0,0-1 0 0 0,0 0 0 0 0,1 0 0 0 0,-1 0 0 0 0,1 0 0 0 0,10 5-1 0 0,-10-7-25 0 0,1 0-1 0 0,-1-1 0 0 0,0 1 0 0 0,1-1 1 0 0,0-1-1 0 0,-1 1 0 0 0,1-1 0 0 0,0 0 0 0 0,0-1 1 0 0,-1 1-1 0 0,1-1 0 0 0,0-1 0 0 0,0 1 1 0 0,0-1-1 0 0,10-3 0 0 0,32-12-6784 0 0,-22 3-772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1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50 6449 0 0,'0'-2'236'0'0,"1"1"-1"0"0,0 0 1 0 0,0 0-1 0 0,0-1 1 0 0,0 1-1 0 0,0 0 1 0 0,0 0-1 0 0,0 0 1 0 0,0 0-1 0 0,0 0 1 0 0,1 0-1 0 0,-1 0 1 0 0,0 0-1 0 0,1 1 1 0 0,-1-1-1 0 0,3 0 1 0 0,25-12 2317 0 0,-29 13-2408 0 0,12-4 895 0 0,-1 0-1 0 0,1 1 1 0 0,-1 0 0 0 0,1 1 0 0 0,0 1 0 0 0,14-1 0 0 0,-17 2-772 0 0,-1 0 0 0 0,0 1 1 0 0,0 0-1 0 0,0 0 0 0 0,0 1 0 0 0,0 0 1 0 0,-1 1-1 0 0,1-1 0 0 0,0 1 1 0 0,7 5-1 0 0,-13-7-246 0 0,0 0 0 0 0,-1 0 1 0 0,1 0-1 0 0,-1 1 0 0 0,1-1 0 0 0,-1 1 0 0 0,1-1 1 0 0,-1 1-1 0 0,0-1 0 0 0,1 1 0 0 0,-1 0 0 0 0,0 0 1 0 0,0 0-1 0 0,-1-1 0 0 0,1 1 0 0 0,0 0 0 0 0,0 0 1 0 0,0 3-1 0 0,-1-1-9 0 0,1 1 0 0 0,-1-1 0 0 0,0 1 0 0 0,0-1 1 0 0,-1 1-1 0 0,1-1 0 0 0,-1 0 0 0 0,-2 6 0 0 0,-2 7-65 0 0,-2 0-1 0 0,0 0 0 0 0,-12 19 1 0 0,14-28 18 0 0,-8 16-67 0 0,4-11 32 0 0,2 1 1 0 0,0 0 0 0 0,0 0 0 0 0,-7 26 0 0 0,13-37 57 0 0,0 0 0 0 0,1 0 1 0 0,-1 0-1 0 0,1 0 1 0 0,-1 1-1 0 0,1-1 0 0 0,0 0 1 0 0,1 0-1 0 0,-1 0 1 0 0,0 0-1 0 0,1 0 1 0 0,0 0-1 0 0,0 0 0 0 0,0 0 1 0 0,0 0-1 0 0,0 0 1 0 0,0 0-1 0 0,1-1 0 0 0,-1 1 1 0 0,1 0-1 0 0,0-1 1 0 0,0 1-1 0 0,0-1 0 0 0,0 0 1 0 0,0 0-1 0 0,1 1 1 0 0,-1-2-1 0 0,1 1 1 0 0,3 2-1 0 0,8 5-39 0 0,-3-3 59 0 0,0 1 0 0 0,-1 0 1 0 0,0 0-1 0 0,17 16 0 0 0,-24-19 11 0 0,0 0 0 0 0,-1 0 1 0 0,1 0-1 0 0,-1 0 0 0 0,1 0 0 0 0,-1 0 0 0 0,-1 1 0 0 0,1-1 0 0 0,0 1 0 0 0,-1 0 0 0 0,0-1 0 0 0,0 1 0 0 0,-1 0 0 0 0,1 0 0 0 0,-1-1 0 0 0,0 7 0 0 0,-1-3 14 0 0,0 0 0 0 0,0-1 0 0 0,0 1 0 0 0,-1 0-1 0 0,0-1 1 0 0,-1 0 0 0 0,1 1 0 0 0,-2-1 0 0 0,1 0-1 0 0,-1 0 1 0 0,0-1 0 0 0,0 1 0 0 0,0-1 0 0 0,-1 0-1 0 0,0 0 1 0 0,-1 0 0 0 0,1-1 0 0 0,-1 0 0 0 0,-9 6-1 0 0,-4 1-150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2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18 11058 0 0,'-1'-2'520'0'0,"0"1"0"0"0,-1 0 0 0 0,1-1-1 0 0,0 1 1 0 0,-1 0 0 0 0,1 0 0 0 0,-1 0 0 0 0,1 0-1 0 0,-1 0 1 0 0,1 0 0 0 0,-1 0 0 0 0,1 0-1 0 0,-1 1 1 0 0,0-1 0 0 0,0 1 0 0 0,1-1 0 0 0,-5 0-1 0 0,5 2-395 0 0,-1 0-1 0 0,0 0 0 0 0,0 0 1 0 0,1-1-1 0 0,-1 2 0 0 0,1-1 1 0 0,-1 0-1 0 0,1 0 0 0 0,-1 0 1 0 0,1 1-1 0 0,0-1 0 0 0,0 0 1 0 0,-1 1-1 0 0,1 0 0 0 0,0-1 1 0 0,1 1-1 0 0,-3 2 0 0 0,-5 12-61 0 0,1 0-1 0 0,0 0 0 0 0,0 1 1 0 0,2 0-1 0 0,0 0 1 0 0,1 0-1 0 0,-2 24 1 0 0,1 14 137 0 0,1 56 1 0 0,4-91-169 0 0,1 1 0 0 0,1-1 0 0 0,1 0-1 0 0,0 0 1 0 0,2 0 0 0 0,7 22 0 0 0,-10-36-19 0 0,1-1-1 0 0,-1 0 1 0 0,1 0 0 0 0,0 0-1 0 0,0 0 1 0 0,0 0-1 0 0,1-1 1 0 0,0 1 0 0 0,0-1-1 0 0,0 0 1 0 0,7 5 0 0 0,-7-7-10 0 0,-1 0 1 0 0,1 0-1 0 0,0 0 1 0 0,0-1-1 0 0,0 1 0 0 0,0-1 1 0 0,0 0-1 0 0,0 0 1 0 0,0-1-1 0 0,0 1 1 0 0,0-1-1 0 0,0 0 1 0 0,1 0-1 0 0,-1 0 1 0 0,0-1-1 0 0,0 1 1 0 0,8-3-1 0 0,1-2-392 0 0,0 0-1 0 0,0-1 1 0 0,0 0 0 0 0,0-1-1 0 0,-1 0 1 0 0,22-19 0 0 0,-31 24 129 0 0,32-23-7324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2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1 456 0 0,'-2'4'591'0'0,"2"0"1"0"0,-1 0-1 0 0,0 1 0 0 0,1-1 0 0 0,0 0 0 0 0,0 0 1 0 0,0 1-1 0 0,0-1 0 0 0,1 0 0 0 0,-1 1 1 0 0,3 4-1 0 0,18 48 6954 0 0,-8-28-6838 0 0,45 120 4527 0 0,-30-82-3971 0 0,48 82 1 0 0,-65-132-2783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3.3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261 19 9674 0 0,'-7'-3'555'0'0,"1"0"1"0"0,0 0-1 0 0,-1 1 0 0 0,0 0 1 0 0,1 0-1 0 0,-1 1 0 0 0,0 0 1 0 0,0 0-1 0 0,0 1 0 0 0,0-1 1 0 0,0 2-1 0 0,0-1 0 0 0,-8 2 0 0 0,8 0-264 0 0,0 0-1 0 0,-1 0 1 0 0,1 1-1 0 0,0-1 1 0 0,0 2-1 0 0,1-1 0 0 0,-1 1 1 0 0,1 0-1 0 0,-1 1 1 0 0,-9 9-1 0 0,8-7-195 0 0,2 0 0 0 0,-1 1-1 0 0,1 0 1 0 0,0 0 0 0 0,1 1 0 0 0,0-1 0 0 0,0 1 0 0 0,1 0-1 0 0,0 0 1 0 0,0 1 0 0 0,1-1 0 0 0,1 1 0 0 0,-1 0 0 0 0,1 0-1 0 0,1 0 1 0 0,0 0 0 0 0,1 0 0 0 0,0 16 0 0 0,3-3-35 0 0,1 0-1 0 0,1 0 1 0 0,1 0 0 0 0,1 0-1 0 0,1-1 1 0 0,1 0 0 0 0,14 26 0 0 0,-18-39-65 0 0,1 0 0 0 0,1 0 0 0 0,-1-1 0 0 0,1 1 0 0 0,1-1 0 0 0,-1-1 0 0 0,18 14 0 0 0,-20-17-26 0 0,1-1-1 0 0,0 0 1 0 0,0 0 0 0 0,1 0-1 0 0,-1 0 1 0 0,0-1 0 0 0,1 0 0 0 0,-1-1-1 0 0,1 1 1 0 0,0-1 0 0 0,0-1-1 0 0,-1 1 1 0 0,12-1 0 0 0,4-4-1254 0 0,-1-3-3830 0 0,1-5-1792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04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11 1376 0 0,'6'-1'16895'0'0,"-18"-2"-13453"0"0,-15-1-5495 0 0,18 3 3675 0 0,4 0-1609 0 0,1 1-1 0 0,-1 0 1 0 0,1 0 0 0 0,0 1-1 0 0,-1-1 1 0 0,1 1 0 0 0,0 0-1 0 0,-1 0 1 0 0,1 0 0 0 0,0 1-1 0 0,0 0 1 0 0,0 0 0 0 0,0 0 0 0 0,0 0-1 0 0,1 0 1 0 0,-6 5 0 0 0,3-2 46 0 0,1 0-1 0 0,0 1 1 0 0,0-1 0 0 0,0 1 0 0 0,1 0 0 0 0,0 1 0 0 0,0-1 0 0 0,1 1 0 0 0,-4 9 0 0 0,3-7-9 0 0,1 0 0 0 0,0 0 0 0 0,1 1 0 0 0,0-1 0 0 0,0 0 0 0 0,1 1 0 0 0,0-1 0 0 0,1 1 0 0 0,0-1 0 0 0,0 1 0 0 0,1-1 0 0 0,1 1 0 0 0,-1-1 0 0 0,2 0 1 0 0,4 16-1 0 0,-4-20-31 0 0,0 0 0 0 0,0-1 0 0 0,0 1 1 0 0,0-1-1 0 0,1 1 0 0 0,-1-1 1 0 0,1 0-1 0 0,0-1 0 0 0,0 1 1 0 0,1-1-1 0 0,-1 1 0 0 0,1-1 0 0 0,0-1 1 0 0,0 1-1 0 0,0-1 0 0 0,0 0 1 0 0,0 0-1 0 0,0 0 0 0 0,8 1 0 0 0,-2-1-360 0 0,0-1 0 0 0,0 0-1 0 0,1-1 1 0 0,-1 0-1 0 0,0-1 1 0 0,1 0-1 0 0,-1-1 1 0 0,16-4-1 0 0,-4 0-6983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11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188 104 6913 0 0,'-6'-3'854'0'0,"0"0"-1"0"0,-1 1 0 0 0,1 0 1 0 0,0 0-1 0 0,-1 0 0 0 0,-7 0 1 0 0,0 1 216 0 0,0 1 1 0 0,0 1 0 0 0,-19 2-1 0 0,-5 1 572 0 0,37-4-1565 0 0,0 1 1 0 0,0-1 0 0 0,0 0-1 0 0,1 0 1 0 0,-1 0 0 0 0,0 0-1 0 0,0 0 1 0 0,0 0 0 0 0,0 0-1 0 0,0 0 1 0 0,1 0 0 0 0,-1 0-1 0 0,0 0 1 0 0,0-1 0 0 0,0 1-1 0 0,0 0 1 0 0,1 0 0 0 0,-1-1-1 0 0,0 1 1 0 0,0-1 0 0 0,1 1-1 0 0,-1-1 1 0 0,0 1 0 0 0,0-1-1 0 0,1 1 1 0 0,-2-2 0 0 0,2 1-17 0 0,1 0 1 0 0,-1 0 0 0 0,0 0-1 0 0,0 0 1 0 0,0 0-1 0 0,0 0 1 0 0,1 0 0 0 0,-1 0-1 0 0,0 1 1 0 0,1-1-1 0 0,-1 0 1 0 0,1 0 0 0 0,-1 0-1 0 0,1 0 1 0 0,0 0-1 0 0,-1 1 1 0 0,1-1 0 0 0,1-1-1 0 0,37-31 466 0 0,-30 27-486 0 0,0 1 1 0 0,0 1-1 0 0,1 0 1 0 0,-1 0-1 0 0,1 0 1 0 0,0 1-1 0 0,0 1 1 0 0,1 0-1 0 0,-1 0 0 0 0,0 1 1 0 0,0 0-1 0 0,17 2 1 0 0,-23-1-53 0 0,1 0 1 0 0,-1 1 0 0 0,1 0-1 0 0,-1 0 1 0 0,0 0 0 0 0,0 0-1 0 0,0 1 1 0 0,1 0 0 0 0,-1 0-1 0 0,-1 0 1 0 0,1 0 0 0 0,0 0-1 0 0,0 1 1 0 0,-1 0 0 0 0,0 0-1 0 0,1 0 1 0 0,-1 0 0 0 0,0 0-1 0 0,-1 1 1 0 0,1-1 0 0 0,0 1-1 0 0,-1-1 1 0 0,0 1 0 0 0,0 0-1 0 0,0 0 1 0 0,0 0 0 0 0,-1 1-1 0 0,0-1 1 0 0,0 0 0 0 0,0 0-1 0 0,1 7 1 0 0,-1 5-72 0 0,0 0 0 0 0,-1-1 0 0 0,-1 1 0 0 0,0 0 0 0 0,-1-1 0 0 0,-5 19 0 0 0,-31 91-122 0 0,22-81 486 0 0,16-43-262 0 0,0-1 0 0 0,-1 1 0 0 0,1-1 0 0 0,0 0 0 0 0,0 1 0 0 0,0-1 0 0 0,-1 1 0 0 0,1-1 0 0 0,0 1 0 0 0,0-1 0 0 0,0 0 0 0 0,0 1 0 0 0,0-1 0 0 0,0 1 0 0 0,0-1 0 0 0,0 1 0 0 0,0-1 0 0 0,0 1 0 0 0,0-1 0 0 0,0 1 0 0 0,0-1 0 0 0,0 1 0 0 0,0-1 0 0 0,0 1 0 0 0,1-1 0 0 0,-1 0 1 0 0,0 1-1 0 0,0-1 0 0 0,0 1 0 0 0,1-1 0 0 0,-1 1 0 0 0,0-1 0 0 0,1 0 0 0 0,-1 1 0 0 0,0-1 0 0 0,1 0 0 0 0,-1 0 0 0 0,0 1 0 0 0,1-1 0 0 0,21-5 315 0 0,22-23-23 0 0,-4-5-121 0 0,2-1-1404 0 0,-13 11-4772 0 0,-6 6-1219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12.4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42 1840 0 0,'-4'2'-156'0'0,"-20"4"2322"0"0,20-5-1318 0 0,1 0 1 0 0,0-1 0 0 0,-1 1-1 0 0,1-1 1 0 0,0 0-1 0 0,-1 0 1 0 0,1 0 0 0 0,0 0-1 0 0,-4-1 1 0 0,7 0-715 0 0,0 1 0 0 0,-1-1 0 0 0,1 1 1 0 0,0-1-1 0 0,0 1 0 0 0,0-1 0 0 0,0 1 0 0 0,0-1 0 0 0,0 1 1 0 0,0-1-1 0 0,0 1 0 0 0,1-1 0 0 0,-1 1 0 0 0,0-1 0 0 0,0 1 1 0 0,0-1-1 0 0,0 1 0 0 0,1-1 0 0 0,-1 1 0 0 0,0 0 0 0 0,0-1 1 0 0,1 1-1 0 0,-1-1 0 0 0,0 1 0 0 0,1 0 0 0 0,-1-1 0 0 0,1 1 0 0 0,-1 0 1 0 0,0-1-1 0 0,1 1 0 0 0,-1 0 0 0 0,1 0 0 0 0,-1-1 0 0 0,1 1 1 0 0,0 0-1 0 0,16-14 2080 0 0,-7 10-1794 0 0,0 0 0 0 0,0 1 0 0 0,0 0-1 0 0,1 0 1 0 0,-1 1 0 0 0,1 1 0 0 0,-1 0-1 0 0,12 0 1 0 0,-18 1-413 0 0,0 1 0 0 0,0-1 0 0 0,0 1-1 0 0,0 0 1 0 0,0 0 0 0 0,0 1 0 0 0,-1-1-1 0 0,1 1 1 0 0,0 0 0 0 0,-1 0 0 0 0,1 0 0 0 0,-1 1-1 0 0,0-1 1 0 0,0 1 0 0 0,0-1 0 0 0,0 1-1 0 0,0 0 1 0 0,0 0 0 0 0,-1 1 0 0 0,0-1 0 0 0,1 1-1 0 0,-1-1 1 0 0,-1 1 0 0 0,3 3 0 0 0,1 4-62 0 0,-1 0 0 0 0,0 0 0 0 0,-1 0 0 0 0,0 1 0 0 0,-1-1 0 0 0,0 1 0 0 0,-1-1 0 0 0,0 1 0 0 0,0 0 0 0 0,-2 0 0 0 0,1-1 0 0 0,-1 1 0 0 0,-1 0 0 0 0,0-1 0 0 0,-1 1 0 0 0,0-1 0 0 0,-1 0 0 0 0,0 0 0 0 0,-1 0 0 0 0,-11 18 0 0 0,16-28 52 0 0,-12 25-344 0 0,17-24 161 0 0,10-9 106 0 0,-10 4 88 0 0,10-5 253 0 0,0 0-1 0 0,1 1 1 0 0,21-6-1 0 0,-32 11-190 0 0,-1 1 0 0 0,0 1 0 0 0,1-1 0 0 0,-1 1 0 0 0,0-1 0 0 0,1 1 0 0 0,-1 0 0 0 0,6 1 0 0 0,-8 0-57 0 0,0-1 0 0 0,0 1 0 0 0,0 0-1 0 0,-1-1 1 0 0,1 1 0 0 0,0 0 0 0 0,0 0 0 0 0,0 0 0 0 0,-1 0-1 0 0,1 1 1 0 0,0-1 0 0 0,-1 0 0 0 0,1 1 0 0 0,-1-1 0 0 0,0 1-1 0 0,1-1 1 0 0,-1 1 0 0 0,1 2 0 0 0,0-1-26 0 0,-1 0 0 0 0,-1 0 1 0 0,1 0-1 0 0,0 0 0 0 0,-1 0 0 0 0,1 0 0 0 0,-1 1 1 0 0,0-1-1 0 0,0 0 0 0 0,0 0 0 0 0,-1 0 0 0 0,1 1 1 0 0,-1-1-1 0 0,1 0 0 0 0,-1 0 0 0 0,0 0 0 0 0,-1 0 1 0 0,1 0-1 0 0,0 0 0 0 0,-1 0 0 0 0,1-1 0 0 0,-1 1 0 0 0,-3 3 1 0 0,-5 8 51 0 0,0-1 1 0 0,-1-1 0 0 0,-14 12 0 0 0,17-16-312 0 0,-2 0-1 0 0,1 0 1 0 0,-1-1 0 0 0,-1-1 0 0 0,1 0-1 0 0,-18 8 1 0 0,23-12-535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7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39 138 5065 0 0,'-9'5'285'0'0,"7"-4"-125"0"0,0 0 0 0 0,-1 0 0 0 0,1 0 0 0 0,0 0 0 0 0,-1 1 0 0 0,1-1 1 0 0,0 1-1 0 0,0-1 0 0 0,0 1 0 0 0,0 0 0 0 0,1 0 0 0 0,-4 4 0 0 0,6-6-23 0 0,-1 0 0 0 0,0 1 0 0 0,1-1-1 0 0,-1 1 1 0 0,1-1 0 0 0,-1 0 0 0 0,0 0 0 0 0,1 1 0 0 0,-1-1 0 0 0,1 0 0 0 0,-1 0-1 0 0,1 1 1 0 0,-1-1 0 0 0,1 0 0 0 0,-1 0 0 0 0,1 0 0 0 0,-1 0 0 0 0,1 0 0 0 0,0 0-1 0 0,-1 0 1 0 0,1 0 0 0 0,-1 0 0 0 0,1 0 0 0 0,-1 0 0 0 0,1 0 0 0 0,-1 0 0 0 0,1 0-1 0 0,-1-1 1 0 0,1 1 0 0 0,0 0 0 0 0,19-5 1399 0 0,-19 5-1407 0 0,205-55 8005 0 0,109-8-6666 0 0,-268 57-2008 0 0,67-12 958 0 0,-41-4-9370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7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6937 0 0,'0'2'305'0'0,"0"0"71"0"0,0-1-304 0 0,0-2-72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7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 6913 0 0,'0'-2'2814'0'0,"7"74"8486"0"0,18 36-8349 0 0,-14-68-2974 0 0,8 57 0 0 0,-10 7 77 0 0,-5-1-1 0 0,-11 131 1 0 0,6-222-680 0 0,-1 0 1 0 0,0 0-1 0 0,-8 21 0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8.2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190 185 3889 0 0,'-69'8'1165'0'0,"59"-8"-330"0"0,-1 0-1 0 0,1 1 1 0 0,0 0 0 0 0,0 0 0 0 0,0 2-1 0 0,0-1 1 0 0,0 1 0 0 0,0 0 0 0 0,-19 11 811 0 0,29-14-1609 0 0,0 0 0 0 0,0 0 0 0 0,0 0 0 0 0,0 0 0 0 0,0 0-1 0 0,0 0 1 0 0,0 0 0 0 0,0 0 0 0 0,0 0 0 0 0,0 1 0 0 0,1 1 885 0 0,-1-2-885 0 0,0 0 0 0 0,0 0 0 0 0,11 2 926 0 0,18 0-538 0 0,-24-2-137 0 0,33 0 570 0 0,0-1 1 0 0,0-2-1 0 0,70-16 1 0 0,114-41 418 0 0,-17 3-867 0 0,-164 48-401 0 0,385-66 170 0 0,-405 72-724 0 0,-36 6-2262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8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1 102 8754 0 0,'13'-4'1810'0'0,"0"0"-1"0"0,1 0 1 0 0,-1 2 0 0 0,16-2 0 0 0,84-10 1805 0 0,136-11-2123 0 0,159-17-2437 0 0,-383 41 93 0 0,-5 0-5894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8.9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 7370 0 0,'-2'3'998'0'0,"0"0"0"0"0,1 0 0 0 0,-1 0 0 0 0,0 0 1 0 0,1 1-1 0 0,0-1 0 0 0,0 0 0 0 0,-1 5 1 0 0,-3 33 3301 0 0,12 44-2578 0 0,-4-66-1369 0 0,16 393 1158 0 0,-7-61-998 0 0,-8-197 154 0 0,-4-118-554 0 0,0-36-180 0 0,0 0 0 0 0,0-1 0 0 0,-1 1 0 0 0,1 0 0 0 0,0 0 0 0 0,0 0 0 0 0,0 0 0 0 0,0 0 0 0 0,-1-1 0 0 0,1 1-1 0 0,0 0 1 0 0,0 0 0 0 0,0 0 0 0 0,0 0 0 0 0,-1 0 0 0 0,1 0 0 0 0,0 0 0 0 0,0 0 0 0 0,0 0 0 0 0,-1 0 0 0 0,1 0-1 0 0,0 0 1 0 0,0 0 0 0 0,-1 0 0 0 0,1 0 0 0 0,0 0 0 0 0,0 0 0 0 0,0 0 0 0 0,-1 0 0 0 0,1 0 0 0 0,0 0 0 0 0,0 0-1 0 0,0 0 1 0 0,-1 0 0 0 0,1 0 0 0 0,0 0 0 0 0,0 1 0 0 0,0-1 0 0 0,0 0 0 0 0,-1 0 0 0 0,1 0 0 0 0,0 0 0 0 0,0 1-1 0 0,0-1 1 0 0,0 0 0 0 0,0 0 0 0 0,0 0 0 0 0,-1 0 0 0 0,1 1 0 0 0,0-1 0 0 0,0 0 0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9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32 170 1376 0 0,'-2'0'425'0'0,"1"0"1"0"0,-1 0-1 0 0,1 0 0 0 0,-1 0 0 0 0,1 0 0 0 0,-1 0 0 0 0,1 0 0 0 0,-1 1 0 0 0,1-1 1 0 0,-1 0-1 0 0,1 1 0 0 0,-1 0 0 0 0,1-1 0 0 0,-1 1 0 0 0,1 0 0 0 0,0 0 0 0 0,-3 1 1 0 0,4-1-223 0 0,0 0 0 0 0,-1-1 0 0 0,1 1 1 0 0,0 0-1 0 0,0 0 0 0 0,-1-1 1 0 0,1 1-1 0 0,0 0 0 0 0,0 0 1 0 0,0 0-1 0 0,0 0 0 0 0,0-1 0 0 0,0 1 1 0 0,0 0-1 0 0,0 0 0 0 0,0 0 1 0 0,1-1-1 0 0,-1 1 0 0 0,0 0 0 0 0,0 0 1 0 0,1 0-1 0 0,-1-1 0 0 0,1 2 1 0 0,4 7 621 0 0,1-1 0 0 0,0 0 1 0 0,0 0-1 0 0,11 9 1 0 0,-5-3-361 0 0,0 0-66 0 0,0-1 0 0 0,0-1 1 0 0,1 0-1 0 0,1 0 0 0 0,22 14 0 0 0,-32-24-375 0 0,0 0-1 0 0,-1 0 0 0 0,1 0 0 0 0,0-1 0 0 0,0 1 1 0 0,0-1-1 0 0,0 0 0 0 0,0 0 0 0 0,0-1 1 0 0,0 1-1 0 0,0-1 0 0 0,8 0 0 0 0,-9-1-5 0 0,0 0-1 0 0,0 0 1 0 0,0 0-1 0 0,0 0 1 0 0,0 0 0 0 0,0-1-1 0 0,-1 1 1 0 0,1-1-1 0 0,0 0 1 0 0,-1 1-1 0 0,1-1 1 0 0,-1 0 0 0 0,0-1-1 0 0,0 1 1 0 0,0 0-1 0 0,0-1 1 0 0,0 1-1 0 0,0-1 1 0 0,1-3 0 0 0,1-2 13 0 0,0-1 1 0 0,-1 1-1 0 0,0-1 1 0 0,0 1 0 0 0,-1-1-1 0 0,0 0 1 0 0,-1 0-1 0 0,0 0 1 0 0,0 0 0 0 0,-1 0-1 0 0,0 0 1 0 0,0 0-1 0 0,-1 0 1 0 0,-1 0 0 0 0,1 0-1 0 0,-2 0 1 0 0,1 0-1 0 0,-6-12 1 0 0,4 11 13 0 0,0 0-1 0 0,-1 0 1 0 0,0 0-1 0 0,0 1 1 0 0,-1 0-1 0 0,-1 0 0 0 0,1 0 1 0 0,-2 1-1 0 0,1 0 1 0 0,-1 0-1 0 0,0 1 1 0 0,0 0-1 0 0,-1 0 1 0 0,0 1-1 0 0,-10-5 1 0 0,16 10-32 0 0,1 0 0 0 0,0-1 0 0 0,-1 2 0 0 0,1-1 0 0 0,-1 0 0 0 0,1 0 0 0 0,-1 1 0 0 0,0-1 0 0 0,1 1 0 0 0,-1 0 0 0 0,1 0 0 0 0,-1 0-1 0 0,0 0 1 0 0,1 0 0 0 0,-1 1 0 0 0,1-1 0 0 0,-1 1 0 0 0,1 0 0 0 0,-1 0 0 0 0,1 0 0 0 0,-1 0 0 0 0,1 0 0 0 0,0 0 0 0 0,0 0 0 0 0,-1 1 0 0 0,1-1 0 0 0,0 1 0 0 0,-2 2 0 0 0,2-2-14 0 0,0 1 0 0 0,0-1 0 0 0,1 1 0 0 0,-1 0 0 0 0,1 0 0 0 0,-1-1 0 0 0,1 1 0 0 0,0 0 0 0 0,0 0 0 0 0,0 0 0 0 0,1 1 0 0 0,-1-1 0 0 0,1 0 0 0 0,0 0 0 0 0,0 0 0 0 0,0 0 0 0 0,0 0 0 0 0,0 1 0 0 0,0-1 0 0 0,1 0 0 0 0,0 0 0 0 0,0 0 0 0 0,1 3 0 0 0,2 4-1459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9.4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1 0 20580 0 0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6.3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38 12443 0 0,'-1'-3'696'0'0,"0"-1"1"0"0,-1 1-1 0 0,0 0 1 0 0,1 0-1 0 0,-1 0 1 0 0,-1 0-1 0 0,1 0 1 0 0,0 0-1 0 0,-1 1 1 0 0,-5-6-1 0 0,8 12-388 0 0,0 0 0 0 0,0 0 0 0 0,0-1 1 0 0,1 1-1 0 0,-1 0 0 0 0,2 5 0 0 0,46 163 392 0 0,24 110-225 0 0,-15 150 104 0 0,-40-281-561 0 0,-11-107-798 0 0,-5-38 140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46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292 1 3225 0 0,'-148'34'8384'0'0,"108"-22"-6211"0"0,-62 26 0 0 0,102-38-2144 0 0,0 0-1 0 0,1 0 0 0 0,-1 1 1 0 0,0-1-1 0 0,0 0 0 0 0,0 0 1 0 0,0 0-1 0 0,0 0 0 0 0,0 0 1 0 0,0 0-1 0 0,1 0 0 0 0,-1 0 1 0 0,0 0-1 0 0,0 1 0 0 0,0-1 1 0 0,0 0-1 0 0,0 0 0 0 0,0 0 1 0 0,0 0-1 0 0,0 0 0 0 0,0 0 1 0 0,0 1-1 0 0,0-1 0 0 0,0 0 1 0 0,0 0-1 0 0,0 0 0 0 0,0 0 1 0 0,0 0-1 0 0,0 1 0 0 0,0-1 1 0 0,0 0-1 0 0,0 0 0 0 0,0 0 1 0 0,0 0-1 0 0,0 0 0 0 0,0 1 1 0 0,0-1-1 0 0,0 0 0 0 0,0 0 1 0 0,0 0-1 0 0,0 0 0 0 0,0 0 1 0 0,0 0-1 0 0,0 1 0 0 0,-1-1 1 0 0,1 0-1 0 0,0 0 0 0 0,0 0 1 0 0,0 0-1 0 0,0 0 1 0 0,0 0-1 0 0,0 0 0 0 0,0 0 1 0 0,-1 0-1 0 0,1 0 0 0 0,0 0 1 0 0,0 1-1 0 0,0-1 0 0 0,0 0 1 0 0,0 0-1 0 0,-1 0 0 0 0,1 0 1 0 0,0 0-1 0 0,21 3 870 0 0,28 0 34 0 0,385-31 2076 0 0,-153 4-2474 0 0,206 9-470 0 0,-484 15-557 0 0,18 1 920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0.0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56 6913 0 0,'-6'14'1059'0'0,"1"-1"0"0"0,1 1 0 0 0,0 0 0 0 0,1 0 0 0 0,1 1 0 0 0,-2 22 0 0 0,4-34-955 0 0,0 0 0 0 0,0 0 1 0 0,0 0-1 0 0,1 0 0 0 0,-1 1 0 0 0,1-1 0 0 0,-1 0 1 0 0,1 0-1 0 0,0 0 0 0 0,0 0 0 0 0,1 0 0 0 0,-1-1 0 0 0,1 1 1 0 0,-1 0-1 0 0,1 0 0 0 0,0-1 0 0 0,0 1 0 0 0,0-1 1 0 0,0 0-1 0 0,0 0 0 0 0,1 0 0 0 0,-1 0 0 0 0,1 0 1 0 0,-1 0-1 0 0,1 0 0 0 0,0-1 0 0 0,0 1 0 0 0,0-1 1 0 0,-1 0-1 0 0,1 0 0 0 0,0 0 0 0 0,1 0 0 0 0,-1-1 1 0 0,0 1-1 0 0,0-1 0 0 0,4 0 0 0 0,1 1 74 0 0,0-1 0 0 0,1-1 0 0 0,-1 0 1 0 0,0 0-1 0 0,0-1 0 0 0,0 1 0 0 0,-1-2 0 0 0,1 1 0 0 0,0-1 0 0 0,-1 0 0 0 0,0-1 0 0 0,1 0 0 0 0,-1 0 0 0 0,-1-1 1 0 0,1 1-1 0 0,-1-1 0 0 0,7-7 0 0 0,-8 8-110 0 0,-1-1 1 0 0,1 0-1 0 0,-1 0 1 0 0,0 0-1 0 0,-1 0 0 0 0,1-1 1 0 0,-1 0-1 0 0,0 1 1 0 0,0-1-1 0 0,-1 0 1 0 0,0 0-1 0 0,0-1 1 0 0,0 1-1 0 0,-1 0 0 0 0,0-1 1 0 0,0 1-1 0 0,0-1 1 0 0,-1 1-1 0 0,0-1 1 0 0,0 1-1 0 0,-1-1 0 0 0,-1-6 1 0 0,1 10-48 0 0,0 0 1 0 0,0 0-1 0 0,0 0 0 0 0,0 0 0 0 0,0 0 1 0 0,-1 0-1 0 0,1 0 0 0 0,-1 1 1 0 0,0-1-1 0 0,0 0 0 0 0,0 1 1 0 0,0 0-1 0 0,0-1 0 0 0,0 1 1 0 0,-1 0-1 0 0,1 0 0 0 0,-1 0 0 0 0,0 0 1 0 0,1 1-1 0 0,-1-1 0 0 0,0 1 1 0 0,0-1-1 0 0,0 1 0 0 0,-4-1 1 0 0,4 2-10 0 0,1 0 0 0 0,-1 0 1 0 0,1 0-1 0 0,-1 0 0 0 0,0 0 0 0 0,1 0 1 0 0,-1 1-1 0 0,1-1 0 0 0,-1 1 0 0 0,1 0 1 0 0,-1-1-1 0 0,1 1 0 0 0,0 1 1 0 0,-1-1-1 0 0,1 0 0 0 0,0 0 0 0 0,0 1 1 0 0,0-1-1 0 0,0 1 0 0 0,0 0 1 0 0,0 0-1 0 0,0 0 0 0 0,1-1 0 0 0,-1 2 1 0 0,1-1-1 0 0,-1 0 0 0 0,1 0 1 0 0,0 0-1 0 0,0 1 0 0 0,-2 2 0 0 0,-1 5-10 0 0,1 0 0 0 0,-1 0-1 0 0,2 0 1 0 0,-3 13 0 0 0,4-19-28 0 0,1 1 0 0 0,-1 0 0 0 0,1-1 0 0 0,0 1 1 0 0,0 0-1 0 0,1-1 0 0 0,0 1 0 0 0,0 0 0 0 0,0-1 1 0 0,0 1-1 0 0,3 7 0 0 0,0-7-1019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1.0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 10594 0 0,'0'-1'145'0'0,"0"1"0"0"0,0-1-1 0 0,0 0 1 0 0,0 1 0 0 0,0-1-1 0 0,0 1 1 0 0,0-1 0 0 0,0 1-1 0 0,0-1 1 0 0,0 0 0 0 0,0 1-1 0 0,0-1 1 0 0,1 1 0 0 0,-1-1-1 0 0,0 1 1 0 0,0-1 0 0 0,1 0 0 0 0,-1 1-1 0 0,0-1 1 0 0,1 1 0 0 0,-1 0-1 0 0,0-1 1 0 0,1 1 0 0 0,-1-1-1 0 0,1 1 1 0 0,-1 0 0 0 0,1-1-1 0 0,-1 1 1 0 0,1 0 0 0 0,-1-1-1 0 0,1 1 1 0 0,-1 0 0 0 0,1 0-1 0 0,-1-1 1 0 0,1 1 0 0 0,-1 0-1 0 0,1 0 1 0 0,0 0 0 0 0,-1 0 0 0 0,1 0-1 0 0,-1 0 1 0 0,1 0 0 0 0,0 0-1 0 0,-1 0 1 0 0,1 0 0 0 0,-1 0-1 0 0,1 0 1 0 0,-1 0 0 0 0,1 1-1 0 0,0-1 1 0 0,-1 0 0 0 0,1 0-1 0 0,-1 1 1 0 0,1-1 0 0 0,2 1 182 0 0,0 1 1 0 0,-1-1 0 0 0,1 1-1 0 0,-1-1 1 0 0,1 1-1 0 0,-1 0 1 0 0,0 0 0 0 0,0 0-1 0 0,0 0 1 0 0,3 3-1 0 0,23 46 339 0 0,-2 0 0 0 0,37 107-1 0 0,-47-115-572 0 0,68 244-1573 0 0,-71-238 1168 0 0,-5-16-736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1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27 294 24421 0 0,'-5'4'1751'0'0,"-15"14"-3231"0"0,19-12-1223 0 0,14-4-197 0 0,11-7 3521 0 0,0-1-1 0 0,0-1 1 0 0,37-16-1 0 0,-1 1-129 0 0,441-106-47 0 0,10 48-121 0 0,-208 34-3193 0 0,-252 39-4366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1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97 2304 0 0,'1'-14'9701'0'0,"0"13"-9425"0"0,65-70 600 0 0,-59 61-886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2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325 31 10138 0 0,'-3'-3'474'0'0,"0"0"1"0"0,0 0-1 0 0,0 1 0 0 0,0 0 1 0 0,-1-1-1 0 0,1 1 0 0 0,0 0 1 0 0,-1 1-1 0 0,0-1 0 0 0,1 0 1 0 0,-1 1-1 0 0,0 0 0 0 0,0 0 1 0 0,0 0-1 0 0,0 1 0 0 0,0-1 1 0 0,0 1-1 0 0,-6 0 0 0 0,4 1-256 0 0,-1 0 0 0 0,1 1 0 0 0,0-1-1 0 0,-1 1 1 0 0,1 1 0 0 0,0-1 0 0 0,1 1-1 0 0,-1 0 1 0 0,0 1 0 0 0,1-1 0 0 0,-6 5-1 0 0,-4 5-97 0 0,0 1-1 0 0,0 0 1 0 0,1 1-1 0 0,1 1 1 0 0,1 0 0 0 0,0 0-1 0 0,1 1 1 0 0,1 1-1 0 0,-15 33 1 0 0,19-37-101 0 0,0 1 0 0 0,2 0 1 0 0,-1 0-1 0 0,2 0 0 0 0,0 0 1 0 0,1 1-1 0 0,0-1 0 0 0,2 1 0 0 0,-1-1 1 0 0,2 1-1 0 0,0-1 0 0 0,1 1 1 0 0,5 20-1 0 0,-5-30 2 0 0,0 1 0 0 0,0-1 1 0 0,1-1-1 0 0,0 1 0 0 0,0 0 0 0 0,0-1 0 0 0,1 1 1 0 0,-1-1-1 0 0,1 0 0 0 0,1 0 0 0 0,-1 0 1 0 0,1-1-1 0 0,0 0 0 0 0,0 0 0 0 0,6 4 0 0 0,-4-4 12 0 0,1 0-1 0 0,-1-1 1 0 0,1 1-1 0 0,0-2 1 0 0,1 1-1 0 0,-1-1 1 0 0,0-1-1 0 0,1 1 1 0 0,-1-1-1 0 0,12-1 0 0 0,-1 0 0 0 0,0-2 0 0 0,1 0 0 0 0,-1-1 0 0 0,-1-2 0 0 0,1 1 0 0 0,-1-2 0 0 0,1-1 0 0 0,-2 0 0 0 0,26-14 0 0 0,-3-4-287 0 0,-1-1-1 0 0,39-35 1 0 0,-17 7-6472 0 0,-30 26-479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2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43 193 1840 0 0,'7'-10'10465'0'0,"4"-12"-5550"0"0,-4 7-4216 0 0,-2 0 0 0 0,1-1 0 0 0,3-19 0 0 0,-8 26-556 0 0,0 0 0 0 0,-1-1 0 0 0,0 1 0 0 0,-2-11-1 0 0,2 19-131 0 0,0-1-1 0 0,-1 1 1 0 0,1 0 0 0 0,0 0-1 0 0,-1-1 1 0 0,1 1-1 0 0,-1 0 1 0 0,1 0-1 0 0,-1 0 1 0 0,1-1-1 0 0,-1 1 1 0 0,0 0-1 0 0,0 0 1 0 0,0 0-1 0 0,1 0 1 0 0,-3-1-1 0 0,2 2-15 0 0,0-1-1 0 0,0 1 0 0 0,0 0 0 0 0,0 0 0 0 0,0 0 0 0 0,0 0 0 0 0,0 0 0 0 0,0 0 0 0 0,0 0 1 0 0,0 0-1 0 0,0 0 0 0 0,0 0 0 0 0,0 1 0 0 0,0-1 0 0 0,0 0 0 0 0,0 1 0 0 0,0-1 1 0 0,0 1-1 0 0,0-1 0 0 0,0 1 0 0 0,0-1 0 0 0,1 1 0 0 0,-1 0 0 0 0,0 0 0 0 0,-1 1 0 0 0,-3 3-20 0 0,0 0 0 0 0,1 0 0 0 0,0 1 0 0 0,0 0 0 0 0,0-1 0 0 0,0 2 0 0 0,1-1-1 0 0,0 0 1 0 0,0 1 0 0 0,1-1 0 0 0,0 1 0 0 0,0 0 0 0 0,0 0 0 0 0,1 0 0 0 0,0 0-1 0 0,0 10 1 0 0,0-9 2 0 0,1-1-1 0 0,0 1 0 0 0,1-1 0 0 0,0 1 1 0 0,0-1-1 0 0,0 1 0 0 0,1-1 0 0 0,0 0 1 0 0,1 1-1 0 0,-1-1 0 0 0,1 0 0 0 0,1-1 1 0 0,-1 1-1 0 0,1-1 0 0 0,6 9 0 0 0,-5-11-14 0 0,-1 0-1 0 0,1 0 0 0 0,0-1 0 0 0,1 1 1 0 0,-1-1-1 0 0,1 0 0 0 0,-1-1 1 0 0,1 1-1 0 0,0-1 0 0 0,0 0 1 0 0,0-1-1 0 0,0 1 0 0 0,0-1 1 0 0,0 0-1 0 0,0-1 0 0 0,0 1 0 0 0,1-1 1 0 0,-1-1-1 0 0,10 0 0 0 0,-3-1-264 0 0,0-1-1 0 0,0 1 0 0 0,0-2 0 0 0,0 0 0 0 0,-1 0 0 0 0,1-2 0 0 0,-1 1 0 0 0,14-10 0 0 0,-5 1-5695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3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4 8290 0 0,'-2'-1'290'0'0,"0"0"1"0"0,1 1-1 0 0,-1-1 1 0 0,0 1-1 0 0,0 0 1 0 0,0 0-1 0 0,0-1 1 0 0,0 1-1 0 0,0 1 1 0 0,0-1-1 0 0,0 0 1 0 0,0 0-1 0 0,0 1 1 0 0,0-1-1 0 0,0 1 1 0 0,0 0 0 0 0,0-1-1 0 0,0 1 1 0 0,0 0-1 0 0,-1 1 1 0 0,0 1 13 0 0,0-1-1 0 0,0 1 1 0 0,1-1 0 0 0,-1 1 0 0 0,1 0 0 0 0,0 0 0 0 0,0 0 0 0 0,0 0 0 0 0,0 1 0 0 0,-2 3 0 0 0,0 5 12 0 0,0 0-1 0 0,0 0 0 0 0,1 1 1 0 0,0-1-1 0 0,0 18 1 0 0,3-28-287 0 0,-1 51 409 0 0,1-51-437 0 0,-1 0-1 0 0,1-1 0 0 0,1 1 0 0 0,-1-1 1 0 0,0 1-1 0 0,0 0 0 0 0,0-1 1 0 0,1 1-1 0 0,-1-1 0 0 0,1 1 0 0 0,-1-1 1 0 0,1 1-1 0 0,0-1 0 0 0,0 1 0 0 0,0-1 1 0 0,-1 0-1 0 0,1 1 0 0 0,0-1 0 0 0,1 0 1 0 0,-1 0-1 0 0,0 0 0 0 0,0 0 0 0 0,0 0 1 0 0,1 0-1 0 0,-1 0 0 0 0,0 0 0 0 0,3 1 1 0 0,-3-2-61 0 0,0-1-1 0 0,0 1 1 0 0,0 0 0 0 0,0 0 0 0 0,0-1 0 0 0,0 1 0 0 0,0-1 0 0 0,0 1 0 0 0,0-1 0 0 0,-1 1 0 0 0,1-1 0 0 0,0 1 0 0 0,0-1 0 0 0,0 0 0 0 0,-1 1-1 0 0,1-1 1 0 0,-1 0 0 0 0,1 0 0 0 0,0 0 0 0 0,-1 0 0 0 0,1 1 0 0 0,0-3 0 0 0,12-24-692 0 0,-10 21 500 0 0,11-35-446 0 0,-12 34 887 0 0,0 1 0 0 0,0-1 0 0 0,0 0 0 0 0,1 0 0 0 0,0 1 0 0 0,1 0 0 0 0,-1 0 0 0 0,1 0 0 0 0,9-10 0 0 0,-12 15-60 0 0,0 0 1 0 0,0 0-1 0 0,0 0 1 0 0,0 0-1 0 0,0 1 1 0 0,0-1-1 0 0,1 0 0 0 0,-1 1 1 0 0,0-1-1 0 0,1 1 1 0 0,-1 0-1 0 0,0-1 1 0 0,1 1-1 0 0,-1 0 0 0 0,0 0 1 0 0,1-1-1 0 0,-1 1 1 0 0,0 0-1 0 0,1 1 1 0 0,-1-1-1 0 0,3 0 0 0 0,-1 1-26 0 0,0 1 0 0 0,-1-1-1 0 0,1 0 1 0 0,0 1-1 0 0,-1-1 1 0 0,1 1 0 0 0,-1 0-1 0 0,0-1 1 0 0,4 5-1 0 0,2 3-4 0 0,-1-1-1 0 0,0 2 1 0 0,0-1-1 0 0,6 13 1 0 0,-1 3 139 0 0,14 42 1 0 0,-19-47-109 0 0,1 1 0 0 0,1-1 1 0 0,20 34-1 0 0,-28-53-127 0 0,-1 0 0 0 0,1 0 0 0 0,0 1 1 0 0,0-1-1 0 0,-1 0 0 0 0,1 0 0 0 0,0 0 0 0 0,0 0 0 0 0,0 0 0 0 0,0 0 0 0 0,1 0 0 0 0,-1 0 0 0 0,0 0 0 0 0,0-1 0 0 0,0 1 1 0 0,1 0-1 0 0,-1-1 0 0 0,0 1 0 0 0,1-1 0 0 0,1 1 0 0 0,-2-1 2 0 0,0-1 0 0 0,0 1 0 0 0,-1 0 0 0 0,1-1 0 0 0,0 1 0 0 0,0-1 0 0 0,-1 1 0 0 0,1-1 0 0 0,0 0 0 0 0,-1 1 0 0 0,1-1 0 0 0,0 0 0 0 0,-1 1 0 0 0,1-1 0 0 0,-1 0 0 0 0,1 0 0 0 0,-1 1 0 0 0,1-1 0 0 0,-1 0 0 0 0,0 0 0 0 0,0 0 0 0 0,1 0 0 0 0,-1 0 0 0 0,3-9 24 0 0,-1-1 0 0 0,-1 1 0 0 0,1 0 0 0 0,-1-12 0 0 0,-4-113-1947 0 0,3 92-6188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3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25 9218 0 0,'-10'11'607'0'0,"8"17"10770"0"0,3-27-11152 0 0,19 0 829 0 0,-12-3-1025 0 0,-1 0 1 0 0,1-1-1 0 0,-1 0 1 0 0,0 0-1 0 0,0-1 0 0 0,0 0 1 0 0,0 0-1 0 0,6-6 1 0 0,8-4-2713 0 0,1 2-3746 0 0,-9 8 1517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3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80 8290 0 0,'4'5'736'0'0,"1"-3"-584"0"0,0-2-152 0 0,0-2 0 0 0,0 1 824 0 0,-3-2 136 0 0,4 1 25 0 0,2-4 7 0 0,4-3-992 0 0,6-7-176 0 0,4-5-48 0 0,0-5 0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3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18892 0 0,'-1'1'133'0'0,"0"0"0"0"0,1 0 0 0 0,-1 0 0 0 0,0 0 0 0 0,0 0 0 0 0,1 0 0 0 0,-1 0 0 0 0,0 0 0 0 0,1 0 0 0 0,-1 0 0 0 0,1 0 1 0 0,-1 0-1 0 0,1 1 0 0 0,0-1 0 0 0,-1 0 0 0 0,1 0 0 0 0,0 0 0 0 0,0 1 0 0 0,0-1 0 0 0,0 0 0 0 0,0 0 0 0 0,0 1 0 0 0,0-1 0 0 0,1 0 0 0 0,-1 0 0 0 0,1 2 0 0 0,11 47 491 0 0,-6-29-247 0 0,22 119 518 0 0,-4-16-729 0 0,57 172 0 0 0,-40-177-1538 0 0,-24-67-4838 0 0,-3-11-1166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4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2 423 13827 0 0,'0'-1'71'0'0,"0"0"1"0"0,0 0-1 0 0,-1 1 1 0 0,1-1-1 0 0,0 0 1 0 0,0 0-1 0 0,0 0 1 0 0,0 0-1 0 0,0 0 1 0 0,0 0-1 0 0,0 0 1 0 0,0 1-1 0 0,1-1 1 0 0,-1 0-1 0 0,0 0 1 0 0,0 0-1 0 0,1 0 1 0 0,-1 0-1 0 0,0 1 1 0 0,1-1-1 0 0,-1 0 1 0 0,1 0-1 0 0,-1 1 0 0 0,1-1 1 0 0,0 0-1 0 0,-1 1 1 0 0,1-1-1 0 0,1-1 1 0 0,25-21 1458 0 0,-18 17-827 0 0,30-24 265 0 0,2 1 0 0 0,0 3 0 0 0,2 1-1 0 0,76-31 1 0 0,196-56-413 0 0,-268 97-433 0 0,13-5-938 0 0,1 3-1 0 0,0 3 1 0 0,68-7-1 0 0,-78 18-6587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4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193 1 6449 0 0,'-5'0'478'0'0,"-1"0"0"0"0,1 0-1 0 0,0 1 1 0 0,-1-1-1 0 0,1 1 1 0 0,0 1 0 0 0,0-1-1 0 0,0 1 1 0 0,0-1-1 0 0,0 1 1 0 0,0 1 0 0 0,0-1-1 0 0,1 1 1 0 0,-1 0-1 0 0,-3 3 1 0 0,-3 2 455 0 0,1 0 0 0 0,0 1 0 0 0,1 0-1 0 0,0 1 1 0 0,-9 11 0 0 0,13-14-756 0 0,0 0 0 0 0,0 0 0 0 0,1 1-1 0 0,1-1 1 0 0,-1 1 0 0 0,1 0 0 0 0,0 0 0 0 0,1 0-1 0 0,0 0 1 0 0,0 0 0 0 0,1 1 0 0 0,0-1 0 0 0,0 1-1 0 0,1-1 1 0 0,0 1 0 0 0,0-1 0 0 0,1 1 0 0 0,1-1-1 0 0,1 10 1 0 0,1-8-102 0 0,0 1-1 0 0,0-1 1 0 0,1 0 0 0 0,0 0-1 0 0,1 0 1 0 0,0-1 0 0 0,0 1-1 0 0,1-2 1 0 0,1 1 0 0 0,-1-1-1 0 0,1 0 1 0 0,1-1 0 0 0,17 14-1 0 0,-14-14-41 0 0,0 1 1 0 0,0-1-1 0 0,0-1 0 0 0,1 0 0 0 0,0-1 0 0 0,0-1 1 0 0,1 0-1 0 0,-1 0 0 0 0,1-1 0 0 0,27 1 0 0 0,-29-3-348 0 0,0-2-1 0 0,-1 0 0 0 0,1 0 0 0 0,0-1 1 0 0,-1 0-1 0 0,1-1 0 0 0,-1 0 0 0 0,14-7 1 0 0,7-5-7547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4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9218 0 0,'20'11'8838'0'0,"20"19"-4401"0"0,-31-21-4104 0 0,0 0 1 0 0,-1 1-1 0 0,0 0 0 0 0,-1 0 1 0 0,0 1-1 0 0,0-1 0 0 0,-1 2 1 0 0,5 13-1 0 0,3 14-301 0 0,11 47 0 0 0,-11-34-488 0 0,-6-26-152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5.0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98 17972 0 0,'-1'0'76'0'0,"0"1"1"0"0,1 0-1 0 0,-1 0 0 0 0,1 0 1 0 0,-1-1-1 0 0,1 1 1 0 0,-1 0-1 0 0,1 0 1 0 0,0 0-1 0 0,-1 0 0 0 0,1 0 1 0 0,0 0-1 0 0,0 0 1 0 0,0 0-1 0 0,-1 0 0 0 0,1 0 1 0 0,0 0-1 0 0,0 0 1 0 0,1 0-1 0 0,-1 0 0 0 0,0-1 1 0 0,0 1-1 0 0,0 0 1 0 0,1 0-1 0 0,-1 0 1 0 0,0 0-1 0 0,1 0 0 0 0,-1 0 1 0 0,1 0-1 0 0,-1 0 1 0 0,1-1-1 0 0,-1 1 0 0 0,2 1 1 0 0,1 0 107 0 0,0 0 1 0 0,0-1 0 0 0,1 1-1 0 0,-1-1 1 0 0,0 0 0 0 0,1 0-1 0 0,-1 0 1 0 0,7 0-1 0 0,0 0-89 0 0,1 0 0 0 0,0-1 0 0 0,0 0 0 0 0,0-1 1 0 0,0 0-1 0 0,-1 0 0 0 0,1-2 0 0 0,-1 1 0 0 0,1-1 0 0 0,-1-1 0 0 0,13-5 0 0 0,14-10-1406 0 0,57-37 1 0 0,-46 27-521 0 0,-25 15 1715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5.1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0 9674 0 0,'-1'1'289'0'0,"0"0"1"0"0,-1 1-1 0 0,1-1 0 0 0,0 0 1 0 0,-1 0-1 0 0,1 1 0 0 0,0-1 1 0 0,0 1-1 0 0,0-1 0 0 0,0 1 1 0 0,0 0-1 0 0,1-1 0 0 0,-1 1 1 0 0,0 0-1 0 0,1-1 0 0 0,-1 1 1 0 0,1 0-1 0 0,0 0 0 0 0,0-1 1 0 0,-1 1-1 0 0,1 0 0 0 0,0 0 1 0 0,0 0-1 0 0,1-1 0 0 0,-1 1 1 0 0,1 2-1 0 0,13 58 4252 0 0,-8-39-3973 0 0,26 157-1249 0 0,-25-151-7174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5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 17052 0 0,'-1'1'157'0'0,"0"0"0"0"0,0 0 0 0 0,0 0-1 0 0,0 0 1 0 0,0 0 0 0 0,0 1 0 0 0,1-1 0 0 0,-1 0 0 0 0,0 1 0 0 0,1-1 0 0 0,-1 1 0 0 0,1-1 0 0 0,-1 0 0 0 0,1 1 0 0 0,0-1 0 0 0,-1 1 0 0 0,1-1 0 0 0,0 1 0 0 0,0-1 0 0 0,0 1 0 0 0,0-1 0 0 0,0 1 0 0 0,1-1 0 0 0,-1 1 0 0 0,0-1 0 0 0,1 3-1 0 0,14 49 1600 0 0,-10-38-1680 0 0,9 31 367 0 0,133 399 1839 0 0,-133-411-2282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5.6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13827 0 0,'21'-6'5048'0'0,"34"-12"-2723"0"0,-37 12-1536 0 0,240-87 709 0 0,-223 79-1876 0 0,-12 6-278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6.0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187 8 1376 0 0,'-1'-1'486'0'0,"-1"0"-1"0"0,0 0 0 0 0,1 0 0 0 0,-1 1 1 0 0,0-1-1 0 0,0 0 0 0 0,1 1 0 0 0,-1 0 0 0 0,0-1 1 0 0,0 1-1 0 0,0 0 0 0 0,1 0 0 0 0,-1 0 1 0 0,0 0-1 0 0,0 0 0 0 0,0 1 0 0 0,0-1 1 0 0,-2 1-1 0 0,0 1 186 0 0,-1-1 1 0 0,1 1 0 0 0,-1 0-1 0 0,1 1 1 0 0,0-1-1 0 0,-8 7 1 0 0,2-1 116 0 0,1 1 0 0 0,-1 1 0 0 0,2-1 0 0 0,-13 18 0 0 0,13-13-536 0 0,0 0-1 0 0,2 0 1 0 0,-1 0-1 0 0,2 1 1 0 0,0 0-1 0 0,1 0 1 0 0,0 0-1 0 0,1 0 0 0 0,1 1 1 0 0,0-1-1 0 0,1 25 1 0 0,1-28-196 0 0,1 0 0 0 0,0 0 0 0 0,0 0 0 0 0,1 0 0 0 0,1 0 1 0 0,0 0-1 0 0,1 0 0 0 0,0-1 0 0 0,0 1 0 0 0,1-1 0 0 0,1-1 0 0 0,0 1 1 0 0,1-1-1 0 0,-1 0 0 0 0,13 13 0 0 0,-15-19-53 0 0,0 0 0 0 0,1-1 0 0 0,-1 1-1 0 0,1-1 1 0 0,0 0 0 0 0,7 3 0 0 0,10 3-3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7:56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 5065 0 0,'51'-17'9860'0'0,"-48"17"-9405"0"0,-1 0 0 0 0,1 0 1 0 0,0 0-1 0 0,-1 0 1 0 0,1 1-1 0 0,-1-1 0 0 0,1 1 1 0 0,0 0-1 0 0,-1 0 1 0 0,0 0-1 0 0,1 0 0 0 0,-1 0 1 0 0,4 3-1 0 0,-1 0-107 0 0,0 0 1 0 0,0 0-1 0 0,0 0 0 0 0,-1 1 0 0 0,5 6 0 0 0,3 5 15 0 0,-2 0 0 0 0,15 29-1 0 0,-21-36-242 0 0,0 0 0 0 0,0 0-1 0 0,-1 1 1 0 0,-1-1 0 0 0,0 1 0 0 0,0 0-1 0 0,0 0 1 0 0,-1 12 0 0 0,-1 4 185 0 0,-8 46-1 0 0,2-24 126 0 0,6-47-415 0 0,-1 0 0 0 0,1 0 0 0 0,0 0 0 0 0,0 0 0 0 0,0 0 0 0 0,0 0 0 0 0,0 0 0 0 0,0 0 0 0 0,0 0 0 0 0,1 0 0 0 0,-1 0 0 0 0,0 0 0 0 0,1 0 0 0 0,-1 0 0 0 0,0 0 1 0 0,1 0-1 0 0,-1 0 0 0 0,1 0 0 0 0,-1 0 0 0 0,1 0 0 0 0,0-1 0 0 0,-1 1 0 0 0,1 0 0 0 0,0 0 0 0 0,0-1 0 0 0,-1 1 0 0 0,1 0 0 0 0,0-1 0 0 0,0 1 0 0 0,0-1 0 0 0,0 1 0 0 0,0-1 0 0 0,0 0 1 0 0,0 1-1 0 0,0-1 0 0 0,0 0 0 0 0,0 0 0 0 0,0 1 0 0 0,0-1 0 0 0,0 0 0 0 0,0 0 0 0 0,0 0 0 0 0,0 0 0 0 0,0 0 0 0 0,0-1 0 0 0,0 1 0 0 0,0 0 0 0 0,0 0 0 0 0,0-1 0 0 0,1 0 0 0 0,9-2-15 0 0,0 0 0 0 0,-1-1-1 0 0,17-8 1 0 0,-24 11 2 0 0,21-12-202 0 0,30-19 0 0 0,-3-3-76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7.8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 8754 0 0,'1'-1'135'0'0,"-1"1"1"0"0,0-1-1 0 0,0 1 0 0 0,0 0 0 0 0,2-2 677 0 0,-2 2-676 0 0,1-1-1 0 0,-1 1 0 0 0,0 0 1 0 0,1 0-1 0 0,-1-1 0 0 0,1 1 1 0 0,-1 0-1 0 0,0 0 0 0 0,1 0 1 0 0,-1 0-1 0 0,0 0 0 0 0,1 0 1 0 0,-1 0-1 0 0,1 0 0 0 0,-1-1 1 0 0,1 1-1 0 0,-1 1 0 0 0,0-1 1 0 0,1 0-1 0 0,-1 0 0 0 0,1 0 0 0 0,-1 0 1 0 0,0 0-1 0 0,1 0 0 0 0,-1 0 1 0 0,1 0-1 0 0,-1 1 0 0 0,0-1 1 0 0,1 0-1 0 0,1 2 677 0 0,-2-2-677 0 0,0 0 1 0 0,0 1-1 0 0,1-1 0 0 0,-1 0 1 0 0,0 1-1 0 0,14 18 2438 0 0,-14-17-3045 0 0,8 11 778 0 0,-2 0 1 0 0,1 1-1 0 0,-2 0 1 0 0,0 0-1 0 0,-1 0 1 0 0,3 17-1 0 0,9 89 222 0 0,-14-99-449 0 0,3 30-419 0 0,15 126 1158 0 0,4-61-7793 0 0,-17-92 823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8.2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2 164 1840 0 0,'-1'-4'148'0'0,"1"-1"-1"0"0,0 1 0 0 0,0 0 1 0 0,0-1-1 0 0,1 1 0 0 0,-1 0 1 0 0,1-1-1 0 0,0 1 0 0 0,1 0 1 0 0,-1 0-1 0 0,1 0 0 0 0,-1 0 1 0 0,1 0-1 0 0,1 0 0 0 0,-1 0 1 0 0,0 0-1 0 0,1 1 0 0 0,0 0 1 0 0,0-1-1 0 0,0 1 0 0 0,0 0 1 0 0,0 0-1 0 0,1 1 0 0 0,-1-1 1 0 0,5-2-1 0 0,3-2 384 0 0,2 0 0 0 0,-1 0 0 0 0,1 1 0 0 0,0 1-1 0 0,0 0 1 0 0,22-4 0 0 0,-7 3 480 0 0,39-4-1 0 0,-59 9-894 0 0,-1 1-1 0 0,1-1 1 0 0,-1 2 0 0 0,1-1 0 0 0,-1 1 0 0 0,0 0-1 0 0,1 0 1 0 0,-1 1 0 0 0,0 0 0 0 0,13 6-1 0 0,-17-7-100 0 0,-1 1-1 0 0,1 0 1 0 0,0 0-1 0 0,-1 0 1 0 0,1 0 0 0 0,-1 0-1 0 0,0 1 1 0 0,0-1-1 0 0,0 1 1 0 0,0-1-1 0 0,0 1 1 0 0,-1 0-1 0 0,1 0 1 0 0,-1-1-1 0 0,0 1 1 0 0,2 4-1 0 0,-2-1 12 0 0,0 0 0 0 0,0 1 0 0 0,0-1 0 0 0,-1 0 0 0 0,0 0 0 0 0,0 1 1 0 0,-2 11-1 0 0,-1-2 16 0 0,-1 0 0 0 0,-1 0 0 0 0,0 0 0 0 0,-1-1 0 0 0,-12 22 1 0 0,3-11 135 0 0,-2-1 1 0 0,-30 35-1 0 0,25-34 129 0 0,-29 46 0 0 0,50-71-231 0 0,0 1-1 0 0,0 0 1 0 0,0 0-1 0 0,0 0 0 0 0,0 0 1 0 0,1 0-1 0 0,-1 0 1 0 0,1 0-1 0 0,-1 0 1 0 0,1 0-1 0 0,0 0 1 0 0,-1 4-1 0 0,2-5-26 0 0,-1-1 0 0 0,0 1 0 0 0,0 0 0 0 0,0 0 0 0 0,1 0 0 0 0,-1 0 0 0 0,0-1 0 0 0,1 1 0 0 0,-1 0 0 0 0,1 0 0 0 0,-1-1 0 0 0,1 1 0 0 0,-1 0 0 0 0,1-1 0 0 0,0 1 0 0 0,-1-1 0 0 0,1 1 0 0 0,0 0 0 0 0,-1-1 0 0 0,1 1 0 0 0,1-1 0 0 0,1 2 40 0 0,0-2 0 0 0,0 1 0 0 0,1 0 0 0 0,-1-1 0 0 0,0 1 0 0 0,1-1 0 0 0,-1 0 0 0 0,0 0 0 0 0,1 0 0 0 0,-1 0 0 0 0,0-1 0 0 0,1 0 0 0 0,5-1 0 0 0,32-12 560 0 0,52-25 0 0 0,-68 26-770 0 0,1 2-1 0 0,0 0 1 0 0,0 2-1 0 0,1 1 1 0 0,1 1-1 0 0,31-3 1 0 0,-23 8-359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8.8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1 5529 0 0,'-8'10'8998'0'0,"15"57"-7203"0"0,3 0 0 0 0,20 67 1 0 0,-11-47-1331 0 0,-18-84-483 0 0,4 26-279 0 0,2 1 0 0 0,1-1 0 0 0,1 0 0 0 0,1-1 0 0 0,1 0 0 0 0,18 30 0 0 0,-10-33-6294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9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3 225 6913 0 0,'0'0'15'0'0,"0"0"0"0"0,0 0 0 0 0,0 0 0 0 0,0 0 0 0 0,0 0 0 0 0,0-1 0 0 0,0 1 0 0 0,0 0-1 0 0,0 0 1 0 0,0 0 0 0 0,0 0 0 0 0,0 0 0 0 0,0 0 0 0 0,0 0 0 0 0,0 0 0 0 0,0 0-1 0 0,0 0 1 0 0,0-1 0 0 0,0 1 0 0 0,-1 0 0 0 0,1 0 0 0 0,0 0 0 0 0,0 0 0 0 0,0 0-1 0 0,0 0 1 0 0,0 0 0 0 0,0 0 0 0 0,0 0 0 0 0,0 0 0 0 0,0 0 0 0 0,0 0 0 0 0,0 0 0 0 0,0 0-1 0 0,0 0 1 0 0,0 0 0 0 0,-1-1 0 0 0,1 1 0 0 0,0 0 0 0 0,0 0 0 0 0,0 0 0 0 0,0 0-1 0 0,0 0 1 0 0,0 0 0 0 0,0 0 0 0 0,-1 0 0 0 0,15-10 46 0 0,21-13 240 0 0,17-8-62 0 0,1 2-1 0 0,1 3 0 0 0,2 2 1 0 0,0 3-1 0 0,1 2 0 0 0,90-17 1 0 0,-145 35-226 0 0,0 0 0 0 0,0 1 1 0 0,0 0-1 0 0,1-1 0 0 0,-1 1 0 0 0,0 0 1 0 0,0 0-1 0 0,0 0 0 0 0,1 1 1 0 0,-1-1-1 0 0,0 0 0 0 0,0 1 1 0 0,4 1-1 0 0,-5-1 15 0 0,0 0-1 0 0,-1 0 1 0 0,1 0 0 0 0,0 1-1 0 0,-1-1 1 0 0,1 0 0 0 0,-1 0-1 0 0,0 1 1 0 0,1-1 0 0 0,-1 0 0 0 0,0 1-1 0 0,0-1 1 0 0,0 0 0 0 0,1 1-1 0 0,-2-1 1 0 0,1 0 0 0 0,0 1-1 0 0,0-1 1 0 0,0 0 0 0 0,0 1-1 0 0,-1-1 1 0 0,1 0 0 0 0,-1 2 0 0 0,-5 22 746 0 0,1 1 0 0 0,1 0 1 0 0,2-1-1 0 0,1 37 1 0 0,1-55-698 0 0,1 0 1 0 0,-1 0 0 0 0,2 0 0 0 0,-1 0 0 0 0,1 0 0 0 0,0 0 0 0 0,0-1 0 0 0,1 1-1 0 0,0-1 1 0 0,0 0 0 0 0,0 0 0 0 0,1 0 0 0 0,0 0 0 0 0,0 0 0 0 0,1-1 0 0 0,0 0-1 0 0,-1 0 1 0 0,2 0 0 0 0,-1 0 0 0 0,0-1 0 0 0,9 5 0 0 0,-10-7-46 0 0,1 1 1 0 0,0-1-1 0 0,-1 0 1 0 0,1 0-1 0 0,0-1 1 0 0,0 0-1 0 0,1 1 0 0 0,-1-2 1 0 0,0 1-1 0 0,0-1 1 0 0,0 1-1 0 0,1-1 1 0 0,-1-1-1 0 0,0 1 1 0 0,0-1-1 0 0,0 0 1 0 0,0 0-1 0 0,10-4 0 0 0,-12 4 11 0 0,0-1-1 0 0,1 1 0 0 0,-1-1 0 0 0,0 0 0 0 0,0-1 0 0 0,0 1 0 0 0,0 0 0 0 0,0-1 0 0 0,-1 0 0 0 0,1 0 0 0 0,-1 0 0 0 0,0 0 1 0 0,0 0-1 0 0,0 0 0 0 0,0 0 0 0 0,0 0 0 0 0,-1-1 0 0 0,1 1 0 0 0,-1-1 0 0 0,0 0 0 0 0,0 1 0 0 0,-1-1 0 0 0,1 0 0 0 0,-1 1 1 0 0,1-1-1 0 0,-1 0 0 0 0,0-3 0 0 0,-1-1 15 0 0,1 0-1 0 0,-1 1 1 0 0,0-1 0 0 0,-1 1 0 0 0,0 0 0 0 0,0-1 0 0 0,0 1-1 0 0,-1 0 1 0 0,0 0 0 0 0,-1 0 0 0 0,1 1 0 0 0,-1-1 0 0 0,-1 1-1 0 0,1 0 1 0 0,-1 0 0 0 0,-7-7 0 0 0,2 5-326 0 0,0 0 0 0 0,-1 0-1 0 0,0 1 1 0 0,0 1 0 0 0,0-1 0 0 0,-1 2 0 0 0,0 0 0 0 0,-21-6 0 0 0,18 5-5669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9.4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10138 0 0,'6'21'7141'0'0,"1"33"-4977"0"0,1 2-1632 0 0,-3-28-592 0 0,1 0 0 0 0,1 0 0 0 0,2-1 0 0 0,1 0 0 0 0,1 0 0 0 0,1-1 0 0 0,29 45 0 0 0,-28-52-903 0 0,-3-1-285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9.6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0 142 10594 0 0,'0'-1'40'0'0,"0"0"-1"0"0,0 0 1 0 0,0 1-1 0 0,0-1 0 0 0,1 0 1 0 0,-1 1-1 0 0,0-1 1 0 0,0 0-1 0 0,0 1 0 0 0,0-1 1 0 0,1 0-1 0 0,-1 1 1 0 0,0-1-1 0 0,1 0 1 0 0,-1 1-1 0 0,0-1 0 0 0,1 1 1 0 0,-1-1-1 0 0,1 1 1 0 0,-1-1-1 0 0,1 1 1 0 0,-1-1-1 0 0,1 1 0 0 0,-1-1 1 0 0,1 1-1 0 0,0 0 1 0 0,-1-1-1 0 0,1 1 1 0 0,0 0-1 0 0,-1 0 0 0 0,2-1 1 0 0,27-12-250 0 0,-20 9 297 0 0,43-19-1087 0 0,1 3 0 0 0,1 1 0 0 0,97-18-1 0 0,-113 30 695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9.8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5065 0 0,'0'4'496'0'0,"1"-3"-496"0"0,2-1 0 0 0,0 0 0 0 0,-2-1 0 0 0,1 0 0 0 0,2-1 0 0 0,2 1 0 0 0,3-2 0 0 0,2-1-184 0 0,-2 1-64 0 0,1-1-8 0 0,-1 1-8 0 0,1-1 200 0 0,-3 2 64 0 0,-2-1 0 0 0,1-1 0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9.9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1 113 5065 0 0,'4'5'224'0'0,"0"-5"48"0"0,1 1-272 0 0,1-1 0 0 0,-2 0 0 0 0,0-1 0 0 0,3-1 768 0 0,4-2 97 0 0,8 0 15 0 0,5-4 8 0 0,6-3-248 0 0,2-1-40 0 0,-1-2-16 0 0,-1-1 0 0 0,3 1-480 0 0,0-2-104 0 0,-2-2 0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0.2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 7 10594 0 0,'-2'-1'232'0'0,"0"0"0"0"0,1 0 1 0 0,-1 1-1 0 0,0-1 0 0 0,0 0 0 0 0,0 1 0 0 0,0-1 0 0 0,1 1 0 0 0,-1 0 0 0 0,0 0 0 0 0,0 0 0 0 0,0 0 0 0 0,0 0 1 0 0,0 0-1 0 0,0 0 0 0 0,0 0 0 0 0,1 1 0 0 0,-1-1 0 0 0,0 1 0 0 0,0-1 0 0 0,0 1 0 0 0,-2 1 0 0 0,3 0 32 0 0,-1 0-1 0 0,1 0 0 0 0,-1 0 1 0 0,1 0-1 0 0,0 1 0 0 0,0-1 0 0 0,0 0 1 0 0,0 1-1 0 0,0-1 0 0 0,1 0 1 0 0,-1 1-1 0 0,1-1 0 0 0,-1 1 0 0 0,1-1 1 0 0,0 1-1 0 0,0 4 0 0 0,0 65 254 0 0,2 0 1 0 0,4 0-1 0 0,28 130 0 0 0,-29-183-521 0 0,0-1 0 0 0,11 26 0 0 0,-14-39-350 0 0,1 0 0 0 0,-1 0 1 0 0,1 0-1 0 0,0-1 0 0 0,0 1 0 0 0,0-1 0 0 0,1 0 1 0 0,-1 1-1 0 0,1-2 0 0 0,0 1 0 0 0,0 0 0 0 0,0-1 1 0 0,6 3-1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0.5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32 332 2304 0 0,'-8'-23'656'0'0,"2"-1"0"0"0,0 0 0 0 0,2 0-1 0 0,0 0 1 0 0,0-47 0 0 0,4 65-402 0 0,1 0 1 0 0,-1 0 0 0 0,1 0 0 0 0,0 1-1 0 0,0-1 1 0 0,0 0 0 0 0,1 1-1 0 0,0-1 1 0 0,0 1 0 0 0,1-1 0 0 0,-1 1-1 0 0,1 0 1 0 0,0 0 0 0 0,1 0 0 0 0,-1 1-1 0 0,1-1 1 0 0,0 1 0 0 0,0 0-1 0 0,0 0 1 0 0,1 0 0 0 0,-1 0 0 0 0,1 1-1 0 0,0 0 1 0 0,0 0 0 0 0,0 0-1 0 0,0 1 1 0 0,1-1 0 0 0,-1 1 0 0 0,1 0-1 0 0,8-1 1 0 0,-6 1-31 0 0,0 1-1 0 0,1 0 1 0 0,-1 0 0 0 0,1 1-1 0 0,-1 0 1 0 0,0 0 0 0 0,1 1 0 0 0,-1 0-1 0 0,0 1 1 0 0,1 0 0 0 0,-1 0-1 0 0,0 1 1 0 0,0 0 0 0 0,14 7-1 0 0,-17-7-157 0 0,-1 0-1 0 0,0 0 1 0 0,0 0-1 0 0,0 0 1 0 0,-1 0 0 0 0,1 1-1 0 0,-1 0 1 0 0,0 0-1 0 0,0 0 1 0 0,0 0-1 0 0,0 0 1 0 0,-1 0-1 0 0,0 1 1 0 0,0-1 0 0 0,0 1-1 0 0,0 0 1 0 0,-1 0-1 0 0,0-1 1 0 0,0 1-1 0 0,0 0 1 0 0,0 0-1 0 0,-1 0 1 0 0,0 0-1 0 0,0 0 1 0 0,0 0 0 0 0,-1 6-1 0 0,-3 10 232 0 0,-1-1-1 0 0,-12 32 0 0 0,10-32-136 0 0,1 1 1 0 0,-6 27-1 0 0,12-46-141 0 0,0-1 0 0 0,0 0 1 0 0,0 1-1 0 0,0-1 0 0 0,0 0 1 0 0,0 1-1 0 0,0-1 1 0 0,1 0-1 0 0,-1 1 0 0 0,0-1 1 0 0,1 0-1 0 0,-1 0 0 0 0,1 1 1 0 0,-1-1-1 0 0,1 0 0 0 0,-1 0 1 0 0,1 0-1 0 0,0 0 0 0 0,0 0 1 0 0,0 0-1 0 0,0 0 0 0 0,1 2 1 0 0,1-1 3 0 0,0-1 0 0 0,0 1 1 0 0,0 0-1 0 0,0-1 0 0 0,0 0 0 0 0,0 0 1 0 0,0 0-1 0 0,0 0 0 0 0,4 1 1 0 0,4-1-11 0 0,0 0 0 0 0,-1 0 0 0 0,1-1 0 0 0,19-3 0 0 0,74-17-3618 0 0,-85 16-2905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0.8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2304 0 0,'0'2'733'0'0,"1"1"0"0"0,-1 0-1 0 0,1-1 1 0 0,0 1 0 0 0,0 0-1 0 0,0-1 1 0 0,0 1-1 0 0,1-1 1 0 0,-1 0 0 0 0,1 1-1 0 0,-1-1 1 0 0,3 2 0 0 0,3 7 1386 0 0,-4-4-1001 0 0,0 1 1 0 0,0-1-1 0 0,0 1 0 0 0,2 13 0 0 0,2 32 1144 0 0,-6-40-2244 0 0,0-1-1 0 0,1 0 1 0 0,0 0 0 0 0,1-1 0 0 0,0 1 0 0 0,1 0 0 0 0,6 13-1 0 0,1-6-782 0 0,2 0-225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1.3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40 5065 0 0,'236'-14'10484'0'0,"-79"-7"-10514"0"0,-131 17-5543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1.5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 10594 0 0,'-1'0'60'0'0,"0"0"-1"0"0,1 1 0 0 0,-1-1 1 0 0,0 1-1 0 0,1-1 0 0 0,-1 1 1 0 0,0-1-1 0 0,1 1 0 0 0,-1-1 1 0 0,1 1-1 0 0,-1 0 0 0 0,1-1 0 0 0,0 1 1 0 0,-1 0-1 0 0,1-1 0 0 0,-1 1 1 0 0,1 0-1 0 0,0 0 0 0 0,0-1 1 0 0,0 1-1 0 0,-1 0 0 0 0,1 0 1 0 0,0-1-1 0 0,0 1 0 0 0,0 0 1 0 0,0 0-1 0 0,0 0 0 0 0,0-1 1 0 0,0 1-1 0 0,0 0 0 0 0,1 0 1 0 0,-1-1-1 0 0,0 1 0 0 0,0 0 1 0 0,1 0-1 0 0,0 1 0 0 0,13 38 4032 0 0,-8-26-2646 0 0,3 9-766 0 0,1 0-1 0 0,0-2 1 0 0,2 1-1 0 0,19 26 1 0 0,67 71-3609 0 0,-77-96-3871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1.8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6017 0 0,'2'0'7423'0'0,"10"20"-5102"0"0,15 34-414 0 0,-4 28 319 0 0,-17-56-2049 0 0,1 0 0 0 0,1 0-1 0 0,1 0 1 0 0,23 40 0 0 0,-15-38-787 0 0,-8-17-34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2.1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68 1376 0 0,'0'-2'114'0'0,"0"0"0"0"0,0 1-1 0 0,0-1 1 0 0,0 1 0 0 0,0-1-1 0 0,0 1 1 0 0,0-1 0 0 0,1 0 0 0 0,-1 1-1 0 0,0-1 1 0 0,1 1 0 0 0,0-1-1 0 0,-1 1 1 0 0,1 0 0 0 0,0-1-1 0 0,0 1 1 0 0,-1 0 0 0 0,1-1-1 0 0,0 1 1 0 0,0 0 0 0 0,0 0 0 0 0,1 0-1 0 0,-1 0 1 0 0,0 0 0 0 0,2-2-1 0 0,2 0 447 0 0,-1-1 0 0 0,1 1 0 0 0,-1-1 0 0 0,1 1-1 0 0,0 0 1 0 0,6-2 0 0 0,-4 4 118 0 0,0 0-1 0 0,0 0 1 0 0,0 0-1 0 0,0 1 1 0 0,0 0-1 0 0,1 0 1 0 0,-1 1-1 0 0,0-1 1 0 0,13 5 0 0 0,0 0 263 0 0,0 1 1 0 0,20 10 0 0 0,-36-15-898 0 0,-1 0-1 0 0,1 1 1 0 0,-1 0 0 0 0,0 0 0 0 0,0 0 0 0 0,0 0 0 0 0,0 0-1 0 0,0 1 1 0 0,0-1 0 0 0,0 1 0 0 0,-1 0 0 0 0,1 0-1 0 0,-1 0 1 0 0,0 0 0 0 0,0 0 0 0 0,0 1 0 0 0,0-1-1 0 0,-1 0 1 0 0,3 6 0 0 0,-3-3 28 0 0,0 0 1 0 0,-1-1-1 0 0,0 1 1 0 0,1 0-1 0 0,-2 0 0 0 0,1-1 1 0 0,-1 1-1 0 0,0 0 1 0 0,0 0-1 0 0,0-1 0 0 0,-4 9 1 0 0,-5 9 261 0 0,0-1-1 0 0,-2-1 1 0 0,0 0 0 0 0,-29 36 0 0 0,37-52-300 0 0,-16 23 145 0 0,19-27-173 0 0,0 1 1 0 0,0-1-1 0 0,0 0 1 0 0,0 1-1 0 0,1-1 1 0 0,-1 1-1 0 0,1-1 1 0 0,-1 1-1 0 0,1-1 0 0 0,-1 1 1 0 0,1-1-1 0 0,0 1 1 0 0,0 0-1 0 0,0-1 1 0 0,0 1-1 0 0,0 2 1 0 0,1-3-5 0 0,-1-1 1 0 0,1 1-1 0 0,-1 0 1 0 0,1-1-1 0 0,-1 1 1 0 0,1-1-1 0 0,0 1 1 0 0,0-1-1 0 0,-1 1 1 0 0,1-1-1 0 0,0 1 1 0 0,0-1-1 0 0,-1 0 1 0 0,1 1 0 0 0,0-1-1 0 0,0 0 1 0 0,0 0-1 0 0,0 0 1 0 0,-1 0-1 0 0,1 0 1 0 0,0 1-1 0 0,0-1 1 0 0,0-1-1 0 0,0 1 1 0 0,0 0-1 0 0,-1 0 1 0 0,2-1-1 0 0,28-5 106 0 0,-25 4-92 0 0,89-29 534 0 0,5-1-1134 0 0,-31 19-2929 0 0,-42 11-3193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2.5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36 3681 0 0,'9'-14'8925'0'0,"-7"13"-8637"0"0,18-11 3934 0 0,-18 10-4096 0 0,0 1 1 0 0,1 0-1 0 0,-1 0 1 0 0,0 1-1 0 0,0-1 1 0 0,1 0-1 0 0,-1 1 1 0 0,0-1-1 0 0,1 1 1 0 0,-1 0-1 0 0,1 0 1 0 0,-1 0 0 0 0,0 0-1 0 0,1 0 1 0 0,-1 0-1 0 0,1 1 1 0 0,-1-1-1 0 0,0 1 1 0 0,1-1-1 0 0,-1 1 1 0 0,0 0-1 0 0,0 0 1 0 0,4 2-1 0 0,-4 0 10 0 0,1-1-1 0 0,-1 1 0 0 0,0-1 1 0 0,0 1-1 0 0,0-1 0 0 0,-1 1 1 0 0,1 0-1 0 0,0 0 0 0 0,-1 0 1 0 0,0 0-1 0 0,0 0 0 0 0,0 0 1 0 0,0 1-1 0 0,0-1 0 0 0,-1 0 0 0 0,1 6 1 0 0,0 46-89 0 0,-2-42-22 0 0,1 1-1 0 0,1-1 1 0 0,0 1-1 0 0,0-1 1 0 0,7 23-1 0 0,-7-34-21 0 0,-1 0-1 0 0,1-1 1 0 0,0 1-1 0 0,0-1 1 0 0,0 1-1 0 0,0-1 0 0 0,0 1 1 0 0,0-1-1 0 0,1 0 1 0 0,-1 0-1 0 0,0 1 0 0 0,1-1 1 0 0,-1 0-1 0 0,1 0 1 0 0,-1 0-1 0 0,1 0 0 0 0,-1-1 1 0 0,1 1-1 0 0,0 0 1 0 0,-1-1-1 0 0,1 1 0 0 0,0-1 1 0 0,0 0-1 0 0,-1 1 1 0 0,1-1-1 0 0,0 0 0 0 0,0 0 1 0 0,-1 0-1 0 0,1 0 1 0 0,0 0-1 0 0,0-1 0 0 0,0 1 1 0 0,-1 0-1 0 0,1-1 1 0 0,2-1-1 0 0,9-2-32 0 0,0 0 0 0 0,0-2 0 0 0,20-11 0 0 0,-15 8-61 0 0,16-7-1193 0 0,0 1-3741 0 0,3 0-1947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2.8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0 106 14283 0 0,'39'-12'5150'0'0,"55"-17"-2980"0"0,-7 10-1537 0 0,-7 1-2708 0 0,-3-5-7117 0 0,-66 19 4896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3.0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1 6449 0 0,'-2'0'118'0'0,"0"1"1"0"0,1-1-1 0 0,-1 0 0 0 0,0 1 0 0 0,0 0 0 0 0,0-1 0 0 0,1 1 0 0 0,-1 0 0 0 0,0 0 0 0 0,1 0 0 0 0,-1 0 0 0 0,1 0 1 0 0,-1 1-1 0 0,1-1 0 0 0,-1 0 0 0 0,1 1 0 0 0,0-1 0 0 0,0 1 0 0 0,-2 2 0 0 0,2-1 346 0 0,0 0 0 0 0,0 0 0 0 0,1 0 0 0 0,-1-1 0 0 0,1 1 0 0 0,0 0 0 0 0,0 0 0 0 0,0 0 0 0 0,0 0 0 0 0,1 0 0 0 0,-1 0 0 0 0,2 6 0 0 0,18 74 5283 0 0,4-1-3983 0 0,-17-63-1914 0 0,1 0 0 0 0,1 0 0 0 0,0-1 0 0 0,1 0 0 0 0,1 0 0 0 0,17 20 1 0 0,-13-22-632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3.2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4609 0 0,'-2'2'1038'0'0,"2"-1"-778"0"0,-1-1-1 0 0,1 1 1 0 0,0 0-1 0 0,0-1 1 0 0,-1 1 0 0 0,1 0-1 0 0,0-1 1 0 0,0 1-1 0 0,0 0 1 0 0,0-1-1 0 0,-1 1 1 0 0,1 0-1 0 0,0-1 1 0 0,0 1 0 0 0,1 0-1 0 0,-1 0 1 0 0,0-1-1 0 0,0 1 1 0 0,0 0-1 0 0,0-1 1 0 0,1 1-1 0 0,-1 0 1 0 0,0 0 0 0 0,10 29 2953 0 0,-6-19-2010 0 0,21 85 2639 0 0,13 43-2817 0 0,-30-117-1482 0 0,1 0 1 0 0,0 0-1 0 0,2-1 1 0 0,13 20-1 0 0,-15-27-1296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3.6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79 4145 0 0,'0'-1'151'0'0,"0"1"-1"0"0,-1-1 1 0 0,1 0-1 0 0,0 0 1 0 0,-1 0 0 0 0,1 0-1 0 0,0 0 1 0 0,0 0 0 0 0,0 1-1 0 0,0-1 1 0 0,0 0-1 0 0,0 0 1 0 0,0 0 0 0 0,0 0-1 0 0,0 0 1 0 0,0 0 0 0 0,0 0-1 0 0,0 0 1 0 0,1 1-1 0 0,-1-1 1 0 0,0 0 0 0 0,1 0-1 0 0,-1 0 1 0 0,1 1 0 0 0,-1-1-1 0 0,1 0 1 0 0,-1 0-1 0 0,1 1 1 0 0,0-1 0 0 0,-1 0-1 0 0,1 1 1 0 0,0-1 0 0 0,-1 1-1 0 0,1-1 1 0 0,0 1-1 0 0,0-1 1 0 0,1 0 0 0 0,30-19 3041 0 0,-19 14-2593 0 0,1 1 0 0 0,-1 1 0 0 0,1 1 0 0 0,0 0-1 0 0,0 0 1 0 0,17 0 0 0 0,-27 2-435 0 0,1 1 1 0 0,0 0-1 0 0,0 0 0 0 0,0 0 1 0 0,0 0-1 0 0,0 1 0 0 0,0 0 1 0 0,0 0-1 0 0,0 0 0 0 0,-1 1 1 0 0,1 0-1 0 0,0 0 0 0 0,-1 0 1 0 0,1 0-1 0 0,-1 0 0 0 0,0 1 1 0 0,0 0-1 0 0,0 0 0 0 0,0 0 1 0 0,-1 1-1 0 0,5 3 0 0 0,-6-3-155 0 0,0 1-1 0 0,0-1 0 0 0,0 1 1 0 0,0 0-1 0 0,-1 0 0 0 0,1 0 1 0 0,-1-1-1 0 0,-1 1 0 0 0,1 0 1 0 0,-1 0-1 0 0,1 0 0 0 0,-1 0 1 0 0,-1 0-1 0 0,-1 9 0 0 0,-2 9 97 0 0,-14 43-1 0 0,6-26-45 0 0,11-36-3 0 0,0-1 0 0 0,0 1 0 0 0,1 0 0 0 0,-1 0 0 0 0,1-1 0 0 0,0 1 0 0 0,0 0 0 0 0,0 0 0 0 0,0 0 0 0 0,1 4 0 0 0,0-7-38 0 0,0 0 0 0 0,-1 1 0 0 0,1-1 1 0 0,0 0-1 0 0,0 0 0 0 0,0 0 0 0 0,0 0 1 0 0,0 0-1 0 0,0 0 0 0 0,0-1 0 0 0,0 1 1 0 0,0 0-1 0 0,0 0 0 0 0,1-1 0 0 0,-1 1 1 0 0,0-1-1 0 0,0 1 0 0 0,1-1 0 0 0,-1 1 1 0 0,0-1-1 0 0,1 0 0 0 0,-1 0 1 0 0,0 0-1 0 0,1 0 0 0 0,-1 0 0 0 0,0 0 1 0 0,1 0-1 0 0,-1 0 0 0 0,0 0 0 0 0,1 0 1 0 0,1-2-1 0 0,139-23-3766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4.2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3 456 0 0,'39'0'10324'0'0,"35"0"-5597"0"0,-29-1-2381 0 0,-24-1-1851 0 0,1 2 0 0 0,28 3 0 0 0,-43-2-435 0 0,-1 0-1 0 0,1 1 1 0 0,-1-1 0 0 0,0 1-1 0 0,1 1 1 0 0,-1-1 0 0 0,0 1-1 0 0,0 0 1 0 0,-1 0-1 0 0,1 1 1 0 0,10 8 0 0 0,-15-10-45 0 0,1-1 1 0 0,0 1-1 0 0,-1 0 1 0 0,1 0-1 0 0,-1 0 1 0 0,0 0-1 0 0,0 1 1 0 0,0-1-1 0 0,0 0 1 0 0,0 0-1 0 0,0 1 1 0 0,-1-1-1 0 0,1 0 1 0 0,-1 1-1 0 0,1-1 1 0 0,-1 1-1 0 0,0-1 1 0 0,0 1-1 0 0,0-1 1 0 0,0 1-1 0 0,0-1 1 0 0,-1 0-1 0 0,1 1 1 0 0,-1-1-1 0 0,0 1 1 0 0,1-1-1 0 0,-1 0 1 0 0,0 0-1 0 0,-1 0 1 0 0,-1 4-1 0 0,-5 7 123 0 0,-1 0 0 0 0,0 0 0 0 0,-20 20 1 0 0,10-12-69 0 0,19-20-71 0 0,0-1 0 0 0,0 0 1 0 0,0 0-1 0 0,0 0 1 0 0,0 0-1 0 0,0 0 1 0 0,0 0-1 0 0,0 0 1 0 0,0 0-1 0 0,0 0 0 0 0,0 1 1 0 0,0-1-1 0 0,0 0 1 0 0,0 0-1 0 0,0 0 1 0 0,0 0-1 0 0,0 0 1 0 0,0 0-1 0 0,0 0 0 0 0,0 1 1 0 0,0-1-1 0 0,0 0 1 0 0,0 0-1 0 0,0 0 1 0 0,0 0-1 0 0,0 0 1 0 0,0 0-1 0 0,0 0 0 0 0,0 1 1 0 0,0-1-1 0 0,0 0 1 0 0,0 0-1 0 0,0 0 1 0 0,0 0-1 0 0,0 0 1 0 0,0 0-1 0 0,0 0 0 0 0,1 0 1 0 0,-1 0-1 0 0,0 0 1 0 0,0 0-1 0 0,0 1 1 0 0,0-1-1 0 0,0 0 1 0 0,0 0-1 0 0,0 0 0 0 0,0 0 1 0 0,1 0-1 0 0,-1 0 1 0 0,0 0-1 0 0,0 0 1 0 0,0 0-1 0 0,0 0 1 0 0,0 0-1 0 0,0 0 0 0 0,0 0 1 0 0,1 0-1 0 0,12 0-75 0 0,18-3-90 0 0,-28 3 144 0 0,9-1-63 0 0,0 1 0 0 0,0 0-1 0 0,0 1 1 0 0,-1 0 0 0 0,1 1-1 0 0,-1 0 1 0 0,1 1 0 0 0,-1 0-1 0 0,16 7 1 0 0,-23-9 77 0 0,-1 1 1 0 0,1-1-1 0 0,0 1 1 0 0,-1 0-1 0 0,1 0 1 0 0,-1 1-1 0 0,0-1 1 0 0,1 0 0 0 0,-1 1-1 0 0,0 0 1 0 0,-1 0-1 0 0,1 0 1 0 0,0 0-1 0 0,-1 0 1 0 0,0 1-1 0 0,0-1 1 0 0,0 1-1 0 0,0-1 1 0 0,0 1-1 0 0,-1 0 1 0 0,0 0-1 0 0,0 0 1 0 0,0 0-1 0 0,0-1 1 0 0,0 1-1 0 0,-1 1 1 0 0,1-1-1 0 0,-1 0 1 0 0,-1 0-1 0 0,0 6 1 0 0,-1 0-25 0 0,-1-1 0 0 0,-1 0 1 0 0,0 0-1 0 0,0 0 0 0 0,0-1 1 0 0,-1 1-1 0 0,-6 7 0 0 0,1 0-1085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1.6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74 3185 0 0,'0'-2'6'0'0,"1"-1"0"0"0,-1 1 0 0 0,1 0 1 0 0,-1-1-1 0 0,0 1 0 0 0,0-1 1 0 0,0 1-1 0 0,0 0 0 0 0,0-1 0 0 0,0 1 1 0 0,-1-1-1 0 0,1 1 0 0 0,-1 0 0 0 0,0-1 1 0 0,1 1-1 0 0,-1 0 0 0 0,0 0 0 0 0,-1 0 1 0 0,1-1-1 0 0,0 1 0 0 0,0 0 0 0 0,-1 0 1 0 0,0 1-1 0 0,1-1 0 0 0,-1 0 1 0 0,0 1-1 0 0,0-1 0 0 0,0 1 0 0 0,1-1 1 0 0,-2 1-1 0 0,1 0 0 0 0,0 0 0 0 0,0 0 1 0 0,0 0-1 0 0,-1 0 0 0 0,1 0 0 0 0,0 0 1 0 0,-1 1-1 0 0,1 0 0 0 0,0-1 0 0 0,-1 1 1 0 0,1 0-1 0 0,-1 0 0 0 0,1 0 0 0 0,-3 1 1 0 0,-2 0-7 0 0,-1-1 0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2.9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140 132 5985 0 0,'-139'33'716'0'0,"152"-35"259"0"0,0 1-1 0 0,0 0 0 0 0,0 1 0 0 0,0 1 1 0 0,21 3-1 0 0,83 16 913 0 0,298 55 963 0 0,-279-47-2362 0 0,21 4-388 0 0,-130-28-87 0 0,1-2-1 0 0,0 0 0 0 0,46-4 0 0 0,-73 2-13 0 0,0 0 0 0 0,-1 0 0 0 0,1 0 0 0 0,0 0 1 0 0,-1 0-1 0 0,1-1 0 0 0,0 1 0 0 0,-1 0 0 0 0,1 0 0 0 0,-1 0 0 0 0,1-1 0 0 0,0 1 0 0 0,-1 0 0 0 0,1 0 0 0 0,-1-1 0 0 0,1 1 0 0 0,-1-1 0 0 0,1 1 0 0 0,-1 0 1 0 0,1-1-1 0 0,-1 1 0 0 0,1-1 0 0 0,-1 1 0 0 0,1-1 0 0 0,-1 0 0 0 0,0 1 0 0 0,1-1 0 0 0,-1 1 0 0 0,0-1 0 0 0,0 0 0 0 0,1 1 0 0 0,-1-1 0 0 0,0 1 1 0 0,0-1-1 0 0,0 0 0 0 0,0-1 0 0 0,2-5 22 0 0,3-12 36 0 0,-1-1 0 0 0,-1 1 0 0 0,-1-1 0 0 0,0-27 0 0 0,-2 26 154 0 0,1 0 0 0 0,2 1-1 0 0,4-22 1 0 0,-6 38-176 0 0,0 1-1 0 0,0-1 1 0 0,1 1 0 0 0,-1-1-1 0 0,1 1 1 0 0,0 0-1 0 0,0-1 1 0 0,0 1 0 0 0,0 0-1 0 0,1 0 1 0 0,-1 1 0 0 0,6-5-1 0 0,-7 6-24 0 0,0 0-1 0 0,0 1 1 0 0,0-1-1 0 0,0 0 1 0 0,0 1-1 0 0,0-1 1 0 0,0 1-1 0 0,0 0 0 0 0,1-1 1 0 0,-1 1-1 0 0,0 0 1 0 0,0 0-1 0 0,0 0 1 0 0,1 0-1 0 0,-1 0 1 0 0,0 0-1 0 0,0 0 1 0 0,0 0-1 0 0,1 0 1 0 0,-1 0-1 0 0,0 1 1 0 0,0-1-1 0 0,0 1 1 0 0,0-1-1 0 0,0 1 1 0 0,0-1-1 0 0,1 1 1 0 0,-1-1-1 0 0,0 1 1 0 0,-1 0-1 0 0,1 0 0 0 0,0-1 1 0 0,0 1-1 0 0,0 0 1 0 0,0 0-1 0 0,-1 0 1 0 0,1 0-1 0 0,0 0 1 0 0,-1 0-1 0 0,1 0 1 0 0,0 3-1 0 0,38 66 95 0 0,14 23 176 0 0,-46-83-257 0 0,0 1 0 0 0,1-2 0 0 0,1 1-1 0 0,0-1 1 0 0,0 0 0 0 0,13 9 0 0 0,-21-17-23 0 0,1 1 0 0 0,-1-1 0 0 0,1 0 0 0 0,-1 0 0 0 0,1 0 0 0 0,0 0 0 0 0,-1 0 0 0 0,1 0 0 0 0,0 0 0 0 0,0-1 0 0 0,0 1 0 0 0,0-1 0 0 0,0 1 0 0 0,-1-1 0 0 0,1 0 0 0 0,0 1 0 0 0,0-1 0 0 0,0 0 0 0 0,0-1 0 0 0,0 1 0 0 0,0 0 0 0 0,0 0 0 0 0,0-1 0 0 0,0 1 0 0 0,0-1 0 0 0,-1 0 0 0 0,1 1 0 0 0,0-1 0 0 0,0 0 0 0 0,3-2 0 0 0,-2 0 0 0 0,0-1 0 0 0,0 0 0 0 0,-1 1 0 0 0,1-1 0 0 0,-1 0 0 0 0,0 0 0 0 0,0 0 0 0 0,0-1 0 0 0,0 1 0 0 0,-1 0 0 0 0,3-10 0 0 0,1-8 20 0 0,23-82-64 0 0,-24 95 75 0 0,-1 0-1 0 0,1 1 0 0 0,1-1 0 0 0,-1 1 1 0 0,1-1-1 0 0,1 2 0 0 0,0-1 0 0 0,12-13 0 0 0,-16 20-8 0 0,-1-1 0 0 0,1 1 0 0 0,0-1 0 0 0,0 1 0 0 0,0 0 0 0 0,0 0 0 0 0,0 0 0 0 0,0 0 0 0 0,0 0 0 0 0,0 0 0 0 0,1 1 0 0 0,-1-1 0 0 0,0 1 0 0 0,0-1 0 0 0,1 1 0 0 0,-1 0 0 0 0,0 0 0 0 0,0 0 0 0 0,1 0 0 0 0,3 1 0 0 0,-1 1-2 0 0,-1-1 1 0 0,0 1-1 0 0,1 0 0 0 0,-1 0 1 0 0,0 0-1 0 0,0 1 0 0 0,0-1 0 0 0,-1 1 1 0 0,7 6-1 0 0,1 2 17 0 0,0 1 1 0 0,-1 0-1 0 0,-1 1 0 0 0,0 0 0 0 0,7 14 1 0 0,20 54 14 0 0,-32-66-42 0 0,2 0 0 0 0,0 0 1 0 0,1-1-1 0 0,0 0 0 0 0,1 0 0 0 0,0-1 0 0 0,2 0 0 0 0,20 24 1 0 0,-30-37-14 0 0,1 1 0 0 0,-1-1 0 0 0,1 1 0 0 0,-1-1 0 0 0,1 1 0 0 0,0-1 0 0 0,-1 0 0 0 0,1 1 0 0 0,-1-1 0 0 0,1 0 0 0 0,0 1 0 0 0,-1-1 0 0 0,1 0 0 0 0,0 0 0 0 0,-1 0 0 0 0,1 1 0 0 0,0-1 0 0 0,-1 0 0 0 0,1 0 0 0 0,0 0 0 0 0,-1 0 0 0 0,1 0 0 0 0,0 0 0 0 0,0-1 0 0 0,-1 1 0 0 0,1 0 0 0 0,0 0 0 0 0,-1 0 0 0 0,1-1 0 0 0,-1 1 0 0 0,1 0 0 0 0,0 0 0 0 0,-1-1 0 0 0,1 1 0 0 0,-1-1 0 0 0,1 1 0 0 0,-1-1 0 0 0,1 1 0 0 0,-1-1 0 0 0,1 1 0 0 0,-1-1 0 0 0,1 1 0 0 0,-1-1 0 0 0,0 1 0 0 0,1-1 0 0 0,-1 0 0 0 0,0 1 0 0 0,1-1 0 0 0,-1 0 0 0 0,0 1 0 0 0,0-1 0 0 0,0 0 0 0 0,0 1 0 0 0,0-1 0 0 0,1-1 0 0 0,7-45-293 0 0,-8 39 234 0 0,1 2-173 0 0,0-1 0 0 0,1 1-1 0 0,-1-1 1 0 0,1 1 0 0 0,1 0 0 0 0,-1-1-1 0 0,1 1 1 0 0,4-7 0 0 0,-6 12 209 0 0,0 0 1 0 0,-1 0-1 0 0,1 0 1 0 0,0 0 0 0 0,0 0-1 0 0,0 0 1 0 0,0 1-1 0 0,0-1 1 0 0,0 0-1 0 0,0 1 1 0 0,0-1-1 0 0,0 0 1 0 0,0 1 0 0 0,0-1-1 0 0,0 1 1 0 0,0 0-1 0 0,1-1 1 0 0,-1 1-1 0 0,2 0 1 0 0,-1 0 2 0 0,0 0-1 0 0,0 1 1 0 0,0-1-1 0 0,0 1 1 0 0,0 0 0 0 0,0-1-1 0 0,-1 1 1 0 0,1 0 0 0 0,0 0-1 0 0,-1 0 1 0 0,1 0 0 0 0,-1 1-1 0 0,1-1 1 0 0,-1 0 0 0 0,1 1-1 0 0,1 2 1 0 0,4 4-1404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3.3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48 3681 0 0,'-1'0'63'0'0,"1"0"-1"0"0,0 0 1 0 0,0 0 0 0 0,-1 0 0 0 0,1 0 0 0 0,0 0-1 0 0,0 0 1 0 0,0 0 0 0 0,-1 0 0 0 0,1 0 0 0 0,0 0-1 0 0,0 0 1 0 0,0 0 0 0 0,-1 0 0 0 0,1 0 0 0 0,0-1-1 0 0,0 1 1 0 0,0 0 0 0 0,-1 0 0 0 0,1 0 0 0 0,0 0-1 0 0,0 0 1 0 0,0 0 0 0 0,0-1 0 0 0,-1 1 0 0 0,1 0-1 0 0,0 0 1 0 0,0 0 0 0 0,0-1 0 0 0,0 1 0 0 0,0 0-1 0 0,0 0 1 0 0,0 0 0 0 0,0-1 0 0 0,-1 1 0 0 0,1 0 0 0 0,0 0-1 0 0,0-1 1 0 0,0 1 0 0 0,0 0 0 0 0,0 0 0 0 0,0 0-1 0 0,0-1 1 0 0,0 1 0 0 0,0 0 0 0 0,1-1 0 0 0,11-5 2515 0 0,23-4-191 0 0,-34 10-2433 0 0,45-9 1416 0 0,1 2 0 0 0,74-1 0 0 0,97 12 1228 0 0,-73 1-1782 0 0,244 15-448 0 0,-82-2-192 0 0,-263-17-389 0 0,51 3-1588 0 0,-84-3 1280 0 0,-1 1 0 0 0,1 0 1 0 0,-1 0-1 0 0,0 1 1 0 0,0 1-1 0 0,16 7 1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3.9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0 457 3225 0 0,'0'0'11'0'0,"0"1"0"0"0,0-1 1 0 0,1 0-1 0 0,-1 1 0 0 0,0-1 1 0 0,0 0-1 0 0,0 1 1 0 0,1-1-1 0 0,-1 0 0 0 0,0 1 1 0 0,0-1-1 0 0,1 0 0 0 0,-1 1 1 0 0,0-1-1 0 0,0 0 0 0 0,1 0 1 0 0,-1 1-1 0 0,0-1 0 0 0,1 0 1 0 0,-1 0-1 0 0,1 0 1 0 0,-1 0-1 0 0,0 0 0 0 0,1 1 1 0 0,-1-1-1 0 0,0 0 0 0 0,1 0 1 0 0,-1 0-1 0 0,1 0 0 0 0,-1 0 1 0 0,0 0-1 0 0,1 0 1 0 0,-1 0-1 0 0,1 0 0 0 0,-1 0 1 0 0,0-1-1 0 0,1 1 0 0 0,-1 0 1 0 0,0 0-1 0 0,1 0 0 0 0,-1 0 1 0 0,0 0-1 0 0,1-1 0 0 0,-1 1 1 0 0,0 0-1 0 0,1 0 1 0 0,-1-1-1 0 0,1 1 0 0 0,16-10 3220 0 0,-10 5-2527 0 0,0-1 1 0 0,-1-1-1 0 0,0 1 0 0 0,0-1 0 0 0,-1-1 1 0 0,0 1-1 0 0,0 0 0 0 0,-1-1 1 0 0,0 0-1 0 0,0 0 0 0 0,4-15 0 0 0,3-11-1 0 0,8-56 0 0 0,-14 63-167 0 0,1-2-131 0 0,-3 7 95 0 0,1 0 1 0 0,1 0-1 0 0,1 1 1 0 0,1 0-1 0 0,18-39 0 0 0,-25 60-486 0 0,0 0-1 0 0,0 0 0 0 0,1 0 0 0 0,-1-1 0 0 0,0 1 0 0 0,0 0 0 0 0,0 0 0 0 0,0 0 0 0 0,0 0 1 0 0,1-1-1 0 0,-1 1 0 0 0,0 0 0 0 0,0 0 0 0 0,0 0 0 0 0,0 0 0 0 0,1 0 0 0 0,-1 0 1 0 0,0-1-1 0 0,0 1 0 0 0,1 0 0 0 0,-1 0 0 0 0,0 0 0 0 0,0 0 0 0 0,0 0 0 0 0,1 0 0 0 0,-1 0 1 0 0,0 0-1 0 0,0 0 0 0 0,1 0 0 0 0,-1 0 0 0 0,0 0 0 0 0,0 0 0 0 0,1 0 0 0 0,-1 0 0 0 0,0 0 1 0 0,0 0-1 0 0,0 0 0 0 0,1 1 0 0 0,-1-1 0 0 0,0 0 0 0 0,0 0 0 0 0,0 0 0 0 0,1 0 1 0 0,-1 1-1 0 0,10 12 160 0 0,6 22-161 0 0,-15-31 55 0 0,0-2-60 0 0,61 138 135 0 0,-54-126-124 0 0,0 0 1 0 0,1 0-1 0 0,1 0 1 0 0,0-1-1 0 0,1-1 0 0 0,0 1 1 0 0,16 12-1 0 0,-25-24-21 0 0,0 1 0 0 0,1-1 0 0 0,-1 1 0 0 0,0-1 0 0 0,1 0 0 0 0,-1 0 0 0 0,1 0 0 0 0,-1 0 0 0 0,1-1 0 0 0,0 1 0 0 0,-1-1 0 0 0,1 1 0 0 0,0-1 0 0 0,-1 0 0 0 0,1 0-1 0 0,0 0 1 0 0,-1-1 0 0 0,1 1 0 0 0,0 0 0 0 0,-1-1 0 0 0,1 0 0 0 0,-1 1 0 0 0,1-1 0 0 0,-1 0 0 0 0,1-1 0 0 0,-1 1 0 0 0,1 0 0 0 0,-1-1 0 0 0,0 1 0 0 0,0-1 0 0 0,3-2 0 0 0,8-8-32 0 0,-1 0 0 0 0,0 0 1 0 0,-1-2-1 0 0,10-13 1 0 0,2-3 6 0 0,-18 24 28 0 0,39-40 0 0 0,-41 43 0 0 0,0 0 0 0 0,0 1 0 0 0,0 0 0 0 0,1 0 0 0 0,-1 0 0 0 0,0 0 0 0 0,1 0 0 0 0,-1 0 0 0 0,1 1 0 0 0,0 0 0 0 0,0 0 0 0 0,-1 0 0 0 0,7-1 0 0 0,-7 3 1 0 0,-1-1 0 0 0,0 1 0 0 0,0-1 0 0 0,0 1 0 0 0,1 0 0 0 0,-1 0 0 0 0,0 0 0 0 0,0 0 0 0 0,0 0 0 0 0,0 0 0 0 0,-1 1 0 0 0,1-1 0 0 0,0 0 0 0 0,0 1 0 0 0,-1 0 0 0 0,1-1 0 0 0,-1 1 0 0 0,0 0 0 0 0,1 0 0 0 0,-1 0 0 0 0,1 2 1 0 0,24 51 32 0 0,-17-33-27 0 0,-5-14-13 0 0,0 0 0 0 0,1 1 0 0 0,1-2 0 0 0,-1 1 0 0 0,1 0 0 0 0,0-1 0 0 0,1-1 0 0 0,-1 1 0 0 0,16 11 0 0 0,-19-17 3 0 0,-1 1 0 0 0,0-1 1 0 0,1 1-1 0 0,-1-1 0 0 0,1 0 0 0 0,0 0 1 0 0,-1 0-1 0 0,1 0 0 0 0,0-1 1 0 0,-1 1-1 0 0,1-1 0 0 0,0 1 0 0 0,0-1 1 0 0,0 0-1 0 0,-1 0 0 0 0,1 0 1 0 0,0-1-1 0 0,0 1 0 0 0,0-1 1 0 0,-1 0-1 0 0,1 1 0 0 0,0-1 0 0 0,-1 0 1 0 0,1 0-1 0 0,-1-1 0 0 0,1 1 1 0 0,-1-1-1 0 0,1 1 0 0 0,-1-1 1 0 0,0 0-1 0 0,0 1 0 0 0,0-1 0 0 0,0 0 1 0 0,0-1-1 0 0,0 1 0 0 0,2-5 1 0 0,6-8-506 0 0,15-17-1568 0 0,-20 28 140 0 0,-4 2 1290 0 0,1 1 1 0 0,0 0-1 0 0,-1 0 1 0 0,1 0-1 0 0,0 1 1 0 0,0-1 0 0 0,3-1-1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4.4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23 3889 0 0,'-15'-2'3612'0'0,"27"-4"161"0"0,26-2-1233 0 0,325 2 2251 0 0,49 7-2593 0 0,-59 2-1911 0 0,-299-5-242 0 0,78 0-14 0 0,-112 3-46 0 0,0 0-1 0 0,0 2 1 0 0,0 0 0 0 0,27 9 0 0 0,-29-9-173 0 0,-8-7-4000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5.0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0 331 3225 0 0,'1'-4'515'0'0,"-1"1"0"0"0,1-1 1 0 0,0 0-1 0 0,0 1 0 0 0,0-1 1 0 0,1 1-1 0 0,-1-1 0 0 0,3-4 1 0 0,1-2 1088 0 0,2-16 111 0 0,0-1 1 0 0,-2-1-1 0 0,3-43 0 0 0,3-15 640 0 0,-10 80-2113 0 0,-1 2-78 0 0,1-1 0 0 0,0 1-1 0 0,0 0 1 0 0,0 0 0 0 0,0 0 0 0 0,0 0-1 0 0,4-6 1 0 0,13 48 605 0 0,-10-16-761 0 0,1 0 0 0 0,1 0 0 0 0,14 21 1 0 0,-19-36-9 0 0,-1 0 0 0 0,1-1 0 0 0,0 0 0 0 0,1 0 0 0 0,0 0 0 0 0,0-1 0 0 0,0 0 0 0 0,0 0 0 0 0,1-1 0 0 0,0 1 0 0 0,-1-1 0 0 0,2-1 0 0 0,7 4-1 0 0,-12-6 1 0 0,0-1-1 0 0,0 1 0 0 0,0-1 0 0 0,0 0 0 0 0,0 1 0 0 0,0-2 0 0 0,0 1 0 0 0,0 0 0 0 0,0-1 0 0 0,0 1 0 0 0,0-1 0 0 0,0 0 0 0 0,-1 0 1 0 0,1 0-1 0 0,0 0 0 0 0,0 0 0 0 0,-1-1 0 0 0,1 1 0 0 0,-1-1 0 0 0,1 0 0 0 0,-1 1 0 0 0,0-1 0 0 0,0 0 0 0 0,0-1 0 0 0,3-3 0 0 0,7-8-7 0 0,-1 0-1 0 0,0-1 0 0 0,9-18 0 0 0,-5 7 4 0 0,-12 22 8 0 0,-1 0 10 0 0,1 0 1 0 0,-1 1-1 0 0,1-1 1 0 0,0 1-1 0 0,-1 0 1 0 0,8-6-1 0 0,-10 9-11 0 0,1 0 0 0 0,-1 0 1 0 0,0-1-1 0 0,1 1 0 0 0,-1 0 0 0 0,1 0 0 0 0,-1 0 0 0 0,1-1 0 0 0,-1 1 0 0 0,1 0 0 0 0,-1 0 1 0 0,1 0-1 0 0,-1 0 0 0 0,1 0 0 0 0,-1 0 0 0 0,1 0 0 0 0,-1 0 0 0 0,1 0 0 0 0,-1 1 1 0 0,1-1-1 0 0,-1 0 0 0 0,1 0 0 0 0,-1 0 0 0 0,0 0 0 0 0,1 1 0 0 0,1 0 0 0 0,-1 0 0 0 0,0 0 0 0 0,0 1 0 0 0,0-1 0 0 0,0 0 0 0 0,0 1 0 0 0,0-1 0 0 0,0 1 0 0 0,-1-1 0 0 0,1 1 0 0 0,0 2 1 0 0,11 30 177 0 0,-11-27-151 0 0,1 0 0 0 0,0 0 1 0 0,0-1-1 0 0,1 1 0 0 0,0 0 0 0 0,0-1 1 0 0,0 0-1 0 0,1 0 0 0 0,0 0 0 0 0,0 0 1 0 0,1 0-1 0 0,-1-1 0 0 0,1 0 0 0 0,1 0 1 0 0,-1 0-1 0 0,9 6 0 0 0,-6-7-5 0 0,-1 1-1 0 0,1-1 1 0 0,-1-1 0 0 0,1 0 0 0 0,0 0-1 0 0,1 0 1 0 0,14 2 0 0 0,-21-5-129 0 0,0 1 1 0 0,0-1 0 0 0,1 0 0 0 0,-1 0 0 0 0,0-1-1 0 0,0 1 1 0 0,0 0 0 0 0,0-1 0 0 0,1 1-1 0 0,-1-1 1 0 0,0 0 0 0 0,0 1 0 0 0,0-1 0 0 0,0 0-1 0 0,0 0 1 0 0,0-1 0 0 0,-1 1 0 0 0,1 0-1 0 0,0-1 1 0 0,-1 1 0 0 0,1-1 0 0 0,-1 1 0 0 0,1-1-1 0 0,-1 0 1 0 0,1 1 0 0 0,-1-1 0 0 0,0 0-1 0 0,0 0 1 0 0,0 0 0 0 0,0 0 0 0 0,-1 0 0 0 0,1 0-1 0 0,0 0 1 0 0,0-5 0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5.4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43 3225 0 0,'-7'3'-2'0'0,"-39"14"6589"0"0,74-36-3866 0 0,-12 11-2171 0 0,1 1 1 0 0,-1 1-1 0 0,2 1 1 0 0,-1 0-1 0 0,1 1 1 0 0,-1 1-1 0 0,24-2 0 0 0,-8 4-136 0 0,1 2-1 0 0,-1 1 1 0 0,35 7-1 0 0,378 60 649 0 0,-341-54-818 0 0,123 1 0 0 0,107-16 1252 0 0,-141-2-1133 0 0,42 8-2106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6.3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2 6913 0 0,'-1'0'61'0'0,"1"-1"0"0"0,-1 1 0 0 0,1 0 0 0 0,-1 0 0 0 0,1 0 0 0 0,0 0 0 0 0,-1-1 0 0 0,1 1 0 0 0,-1 0 0 0 0,1 0 0 0 0,-1 0 0 0 0,1 0 0 0 0,-1 0 0 0 0,1 0 0 0 0,-1 0 0 0 0,1 0 0 0 0,-1 0 0 0 0,1 1 0 0 0,-1-1 0 0 0,1 0 0 0 0,-1 0 0 0 0,1 0 0 0 0,0 0 0 0 0,-1 1 0 0 0,1-1-1 0 0,-1 0 1 0 0,0 1 0 0 0,-2 13 1558 0 0,2-7-1552 0 0,1-1 65 0 0,0 0-1 0 0,1 0 0 0 0,-1 0 0 0 0,1 0 1 0 0,1 0-1 0 0,-1-1 0 0 0,1 1 1 0 0,0 0-1 0 0,0 0 0 0 0,1-1 1 0 0,0 0-1 0 0,0 1 0 0 0,0-1 1 0 0,0 0-1 0 0,1 0 0 0 0,0-1 1 0 0,0 1-1 0 0,0-1 0 0 0,1 0 0 0 0,5 4 1 0 0,-6-4-105 0 0,0-1-1 0 0,0 0 1 0 0,1 0 0 0 0,-1-1 0 0 0,1 1 0 0 0,0-1-1 0 0,0 0 1 0 0,0 0 0 0 0,0-1 0 0 0,9 2 0 0 0,-11-3 70 0 0,0 1 1 0 0,0-1 0 0 0,0 0-1 0 0,0 0 1 0 0,0-1 0 0 0,0 1 0 0 0,1-1-1 0 0,-1 0 1 0 0,0 1 0 0 0,0-1-1 0 0,0-1 1 0 0,0 1 0 0 0,-1 0 0 0 0,1-1-1 0 0,0 1 1 0 0,-1-1 0 0 0,1 0 0 0 0,3-3-1 0 0,-4 3-6 0 0,0-1-1 0 0,-1 1 1 0 0,1-1-1 0 0,-1 1 1 0 0,1-1-1 0 0,-1 0 1 0 0,0 0-1 0 0,0 0 1 0 0,0 1-1 0 0,-1-1 1 0 0,1 0-1 0 0,-1 0 1 0 0,1 0-1 0 0,-1 0 1 0 0,0 0-1 0 0,0 0 1 0 0,-1 0-1 0 0,1 0 1 0 0,0 0-1 0 0,-1 0 1 0 0,0 0-1 0 0,0 0 1 0 0,0 0-1 0 0,0 0 1 0 0,0 1-1 0 0,0-1 1 0 0,-1 0-1 0 0,1 1 1 0 0,-1-1-1 0 0,-2-2 1 0 0,3 3-72 0 0,0 0 0 0 0,-1 0 0 0 0,1 0 0 0 0,0 0 0 0 0,-1 0 0 0 0,0 0 1 0 0,1 0-1 0 0,-1 1 0 0 0,0-1 0 0 0,0 1 0 0 0,0-1 0 0 0,0 1 0 0 0,0 0 0 0 0,-1-1 0 0 0,1 1 0 0 0,0 0 1 0 0,0 1-1 0 0,-1-1 0 0 0,1 0 0 0 0,-1 1 0 0 0,1-1 0 0 0,0 1 0 0 0,-1 0 0 0 0,1-1 0 0 0,-1 1 0 0 0,1 1 1 0 0,-1-1-1 0 0,1 0 0 0 0,-1 1 0 0 0,1-1 0 0 0,-1 1 0 0 0,1-1 0 0 0,0 1 0 0 0,-1 0 0 0 0,1 0 0 0 0,0 0 1 0 0,-2 2-1 0 0,-26 24-1582 0 0,13-7-4611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17.0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62 90 3225 0 0,'-12'0'717'0'0,"7"-1"-106"0"0,1 1 0 0 0,-1 0-1 0 0,1 0 1 0 0,-1 0 0 0 0,1 0 0 0 0,-6 2 0 0 0,10-2-492 0 0,-1 1-1 0 0,0-1 1 0 0,0 0-1 0 0,1 1 1 0 0,-1-1-1 0 0,1 0 1 0 0,-1 1 0 0 0,0-1-1 0 0,1 1 1 0 0,-1-1-1 0 0,1 1 1 0 0,-1-1-1 0 0,1 1 1 0 0,-1 0-1 0 0,1-1 1 0 0,-1 1-1 0 0,1 0 1 0 0,0-1-1 0 0,-1 1 1 0 0,1 0-1 0 0,0 0 1 0 0,0-1-1 0 0,-1 1 1 0 0,1 0-1 0 0,0 0 1 0 0,0-1-1 0 0,0 1 1 0 0,0 0 0 0 0,0 0-1 0 0,0-1 1 0 0,0 1-1 0 0,0 0 1 0 0,0 0-1 0 0,1-1 1 0 0,-1 1-1 0 0,0 0 1 0 0,0 0-1 0 0,1-1 1 0 0,-1 1-1 0 0,0 0 1 0 0,1-1-1 0 0,0 2 1 0 0,2 5 570 0 0,0 1 0 0 0,1-1-1 0 0,0 0 1 0 0,6 9 0 0 0,-9-16-644 0 0,-1 1 1 0 0,1 0-1 0 0,0 0 1 0 0,-1-1-1 0 0,1 1 1 0 0,0 0-1 0 0,-1-1 1 0 0,1 1-1 0 0,0-1 1 0 0,0 1-1 0 0,0-1 1 0 0,-1 1-1 0 0,1-1 1 0 0,0 0-1 0 0,0 1 1 0 0,0-1-1 0 0,0 0 1 0 0,0 0-1 0 0,1 1 1 0 0,-1-2-32 0 0,0 1-1 0 0,0-1 1 0 0,0 1-1 0 0,0-1 1 0 0,0 1-1 0 0,0-1 1 0 0,0 0-1 0 0,-1 1 1 0 0,1-1-1 0 0,0 0 1 0 0,0 0-1 0 0,-1 1 1 0 0,1-1-1 0 0,0 0 1 0 0,-1 0-1 0 0,1 0 1 0 0,-1 0-1 0 0,1 0 1 0 0,-1 0-1 0 0,0 0 1 0 0,1 0-1 0 0,-1-2 1 0 0,2-4 220 0 0,0-1 0 0 0,-1 1-1 0 0,0-1 1 0 0,0 0 0 0 0,-1 0 0 0 0,0 1 0 0 0,-1-1 0 0 0,1 0 0 0 0,-1 0-1 0 0,-1 1 1 0 0,0-1 0 0 0,0 1 0 0 0,0-1 0 0 0,-1 1 0 0 0,0 0 0 0 0,-7-12-1 0 0,9 18-233 0 0,0 0-1 0 0,1 0 0 0 0,-1 0 0 0 0,0 0 0 0 0,0 0 1 0 0,0 0-1 0 0,0 0 0 0 0,0 1 0 0 0,-1-1 0 0 0,1 0 1 0 0,0 1-1 0 0,0-1 0 0 0,0 1 0 0 0,-1-1 1 0 0,1 1-1 0 0,0 0 0 0 0,-1-1 0 0 0,1 1 0 0 0,0 0 1 0 0,-1 0-1 0 0,-1 0 0 0 0,-10 2-252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5.0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145 7 1840 0 0,'-1'-1'240'0'0,"-1"0"0"0"0,0 0 0 0 0,0 0 0 0 0,1 1 0 0 0,-1-1 0 0 0,0 0 0 0 0,0 1 0 0 0,0 0 0 0 0,0-1 0 0 0,0 1 0 0 0,0 0 0 0 0,0 0 0 0 0,0 0 0 0 0,1 0 0 0 0,-1 1 0 0 0,0-1 0 0 0,0 0 0 0 0,0 1-1 0 0,0-1 1 0 0,0 1 0 0 0,0 0 0 0 0,1 0 0 0 0,-1-1 0 0 0,0 1 0 0 0,1 0 0 0 0,-1 0 0 0 0,0 1 0 0 0,1-1 0 0 0,0 0 0 0 0,-1 0 0 0 0,1 1 0 0 0,0-1 0 0 0,-1 1 0 0 0,1-1 0 0 0,0 1 0 0 0,0 0 0 0 0,0-1 0 0 0,0 1 0 0 0,1 0-1 0 0,-2 3 1 0 0,0-1 69 0 0,1 1 0 0 0,-1-1 0 0 0,1 1-1 0 0,0 0 1 0 0,1-1 0 0 0,-1 1 0 0 0,1 0-1 0 0,0-1 1 0 0,0 1 0 0 0,0 0 0 0 0,0 0-1 0 0,1-1 1 0 0,0 1 0 0 0,0 0-1 0 0,3 8 1 0 0,-35-31 2617 0 0,29 17-3056 0 0,0 0-1 0 0,0 0 1 0 0,0 0 0 0 0,0 0-1 0 0,0 0 1 0 0,0 1-1 0 0,0-1 1 0 0,0 1 0 0 0,0 0-1 0 0,-1-1 1 0 0,1 1-1 0 0,0 0 1 0 0,0 0-1 0 0,0 0 1 0 0,0 1 0 0 0,0-1-1 0 0,0 0 1 0 0,-4 2-1 0 0,2 2-724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5.5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11 6913 0 0,'0'-1'13'0'0,"0"1"0"0"0,-1 0 0 0 0,1 0 0 0 0,0 0 0 0 0,0-1-1 0 0,0 1 1 0 0,0 0 0 0 0,0 0 0 0 0,-1 0 0 0 0,1-1 0 0 0,0 1 0 0 0,0 0-1 0 0,0 0 1 0 0,0 0 0 0 0,0-1 0 0 0,0 1 0 0 0,0 0 0 0 0,0 0-1 0 0,0-1 1 0 0,0 1 0 0 0,0 0 0 0 0,0 0 0 0 0,0-1 0 0 0,0 1-1 0 0,0 0 1 0 0,0 0 0 0 0,0-1 0 0 0,0 1 0 0 0,0 0 0 0 0,0 0-1 0 0,0 0 1 0 0,0-1 0 0 0,1 1 0 0 0,-1 0 0 0 0,0 0 0 0 0,0 0-1 0 0,0-1 1 0 0,0 1 0 0 0,0 0 0 0 0,1 0 0 0 0,-1 0 0 0 0,0 0-1 0 0,0-1 1 0 0,0 1 0 0 0,1 0 0 0 0,-1 0 0 0 0,12 7 2377 0 0,12 18 1194 0 0,-16-11-2682 0 0,0 0 0 0 0,-1 1 0 0 0,0-1 0 0 0,7 29 0 0 0,12 68 92 0 0,-13-52-960 0 0,-12-56 2 0 0,6 27-2088 0 0,4 39 0 0 0,-11-54 630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5.8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1 111 3225 0 0,'1'-4'94'0'0,"0"1"0"0"0,1 0 0 0 0,0-1 1 0 0,0 1-1 0 0,0 0 0 0 0,0 0 0 0 0,0 0 1 0 0,0 1-1 0 0,1-1 0 0 0,0 0 0 0 0,-1 1 1 0 0,1 0-1 0 0,6-4 0 0 0,44-26 1027 0 0,-48 29-982 0 0,5-2 180 0 0,0 0 1 0 0,0 1-1 0 0,1 0 0 0 0,0 0 0 0 0,-1 2 1 0 0,1-1-1 0 0,0 1 0 0 0,1 0 1 0 0,-1 1-1 0 0,18 1 0 0 0,-25 0-215 0 0,0 1-1 0 0,0-1 1 0 0,0 1-1 0 0,0 0 1 0 0,0 0-1 0 0,0 0 1 0 0,0 0-1 0 0,-1 1 1 0 0,1 0-1 0 0,0 0 1 0 0,-1 0-1 0 0,1 0 1 0 0,-1 0-1 0 0,0 1 1 0 0,0-1-1 0 0,0 1 1 0 0,0 0-1 0 0,0 0 1 0 0,-1 0-1 0 0,1 0 1 0 0,-1 1-1 0 0,0-1 1 0 0,1 1-1 0 0,-2-1 1 0 0,1 1-1 0 0,0 0 1 0 0,-1 0-1 0 0,0-1 1 0 0,0 1-1 0 0,0 0 1 0 0,1 7-1 0 0,-1 3 331 0 0,-1 1-1 0 0,0-1 1 0 0,-4 27 0 0 0,3-28 410 0 0,-1 0 0 0 0,2 0 0 0 0,0 0 0 0 0,2 22 0 0 0,-1-33-758 0 0,-1 1 1 0 0,1-1 0 0 0,0 0 0 0 0,0 0 0 0 0,0 0 0 0 0,0 0 0 0 0,0 0-1 0 0,1 0 1 0 0,-1 0 0 0 0,1 0 0 0 0,-1 0 0 0 0,1-1 0 0 0,0 1-1 0 0,-1 0 1 0 0,1-1 0 0 0,0 0 0 0 0,0 1 0 0 0,0-1 0 0 0,0 0 0 0 0,0 0-1 0 0,0 0 1 0 0,1 0 0 0 0,-1-1 0 0 0,0 1 0 0 0,0 0 0 0 0,4-1-1 0 0,29 4-987 0 0,-2-7-4654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6.0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6913 0 0,'1'4'485'0'0,"0"0"-1"0"0,-1 0 0 0 0,1 0 0 0 0,-1 0 0 0 0,0 0 1 0 0,0 0-1 0 0,0 0 0 0 0,-2 5 0 0 0,1 16 2481 0 0,2-16-2220 0 0,1 1 1 0 0,0-1-1 0 0,1 1 0 0 0,-1-1 0 0 0,2 0 0 0 0,6 14 0 0 0,4 1-1819 0 0,3-1-3316 0 0,-5-8-1612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6.4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10658 0 0,'7'8'605'0'0,"-1"2"-1"0"0,0-1 1 0 0,-1 1 0 0 0,0 0-1 0 0,-1 0 1 0 0,0 1 0 0 0,-1-1-1 0 0,4 18 1 0 0,-2-10-133 0 0,25 120 1424 0 0,-21-88-2769 0 0,19 60 0 0 0,-21-88 218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6.7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64 2304 0 0,'2'-4'250'0'0,"-1"0"-1"0"0,1 1 0 0 0,-1-1 1 0 0,1 1-1 0 0,0-1 0 0 0,1 1 1 0 0,-1 0-1 0 0,0 0 0 0 0,1 0 1 0 0,0 0-1 0 0,0 0 0 0 0,0 1 1 0 0,0-1-1 0 0,0 1 0 0 0,0 0 1 0 0,1 0-1 0 0,-1 0 0 0 0,1 0 0 0 0,-1 1 1 0 0,1-1-1 0 0,0 1 0 0 0,-1 0 1 0 0,1 0-1 0 0,4 0 0 0 0,-5 0-65 0 0,-1 1 0 0 0,1 0 0 0 0,-1 0 0 0 0,1 0 0 0 0,-1 0-1 0 0,1 0 1 0 0,0 0 0 0 0,-1 1 0 0 0,1-1 0 0 0,-1 1 0 0 0,1 0-1 0 0,-1-1 1 0 0,0 1 0 0 0,1 0 0 0 0,-1 1 0 0 0,0-1 0 0 0,1 0-1 0 0,-1 1 1 0 0,0-1 0 0 0,0 1 0 0 0,0 0 0 0 0,-1-1 0 0 0,1 1 0 0 0,0 0-1 0 0,0 0 1 0 0,-1 0 0 0 0,0 0 0 0 0,1 1 0 0 0,-1-1 0 0 0,0 0-1 0 0,0 1 1 0 0,0-1 0 0 0,0 1 0 0 0,0-1 0 0 0,-1 1 0 0 0,1-1-1 0 0,-1 5 1 0 0,1 4 89 0 0,-1 0 0 0 0,-1 0-1 0 0,0 0 1 0 0,0-1 0 0 0,-1 1-1 0 0,0 0 1 0 0,-1-1 0 0 0,-1 1-1 0 0,-8 18 1 0 0,6-13 236 0 0,0-1-1 0 0,1 1 1 0 0,-3 18-1 0 0,8-32-446 0 0,-1 0-1 0 0,1-1 1 0 0,0 1-1 0 0,0 0 0 0 0,0-1 1 0 0,-1 1-1 0 0,2 0 1 0 0,-1 0-1 0 0,0-1 0 0 0,0 1 1 0 0,0 0-1 0 0,1-1 1 0 0,-1 1-1 0 0,1-1 0 0 0,-1 1 1 0 0,1 0-1 0 0,0-1 1 0 0,0 1-1 0 0,0-1 0 0 0,0 0 1 0 0,0 1-1 0 0,0-1 1 0 0,2 3-1 0 0,-1-3-24 0 0,0 0 1 0 0,0 0-1 0 0,1 0 1 0 0,-1-1 0 0 0,0 1-1 0 0,0 0 1 0 0,1-1-1 0 0,-1 0 1 0 0,0 1-1 0 0,1-1 1 0 0,-1 0-1 0 0,1 0 1 0 0,-1 0-1 0 0,5-1 1 0 0,8-3-20 0 0,1 0 1 0 0,-1-1 0 0 0,28-12-1 0 0,-39 15 0 0 0,27-11-714 0 0,59-18 0 0 0,-74 27-617 0 0,1 1 0 0 0,-1 0 0 0 0,20 0 0 0 0,-12 3-629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7.0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32 456 0 0,'0'0'39'0'0,"0"0"0"0"0,-1 1 0 0 0,1-1 0 0 0,0 0 0 0 0,0 0 1 0 0,0 0-1 0 0,-1 0 0 0 0,1 1 0 0 0,0-1 0 0 0,0 0 0 0 0,0 0 0 0 0,-1 0 0 0 0,1 0 0 0 0,0 0 0 0 0,0 0 0 0 0,-1 0 0 0 0,1 0 0 0 0,0 0 0 0 0,0 1 1 0 0,0-1-1 0 0,-1 0 0 0 0,1 0 0 0 0,0 0 0 0 0,0 0 0 0 0,-1-1 0 0 0,1 1 0 0 0,0 0 0 0 0,0 0 0 0 0,-1 0 0 0 0,1 0 0 0 0,0 0 0 0 0,0 0 0 0 0,-1 0 1 0 0,1 0-1 0 0,0 0 0 0 0,0 0 0 0 0,0-1 0 0 0,-1 1 0 0 0,1 0 0 0 0,0 0 0 0 0,0 0 0 0 0,0-1 0 0 0,0 1 0 0 0,-1 0 0 0 0,1 0 0 0 0,0 0 1 0 0,0-1-1 0 0,0 1 0 0 0,0 0 0 0 0,7-11 4379 0 0,-3 9-3816 0 0,-1-1-350 0 0,1 1 1 0 0,0 0-1 0 0,0 0 1 0 0,0 0-1 0 0,0 1 1 0 0,0 0-1 0 0,1 0 1 0 0,-1 0 0 0 0,0 0-1 0 0,1 0 1 0 0,-1 1-1 0 0,1 0 1 0 0,7 0-1 0 0,-10 1-87 0 0,1-1-1 0 0,-1 1 1 0 0,1 0-1 0 0,-1 0 1 0 0,0 0-1 0 0,1 1 1 0 0,-1-1-1 0 0,0 0 1 0 0,0 1-1 0 0,0-1 1 0 0,0 1 0 0 0,0 0-1 0 0,0 0 1 0 0,-1 0-1 0 0,1 0 1 0 0,0 0-1 0 0,-1 0 1 0 0,0 0-1 0 0,1 0 1 0 0,-1 1-1 0 0,0-1 1 0 0,0 0-1 0 0,0 1 1 0 0,-1-1-1 0 0,1 1 1 0 0,0 4-1 0 0,5 40 2014 0 0,-6-37-1659 0 0,0 0 1 0 0,2 0-1 0 0,-1 0 1 0 0,1 0-1 0 0,5 15 1 0 0,-6-23-493 0 0,0 0-1 0 0,0 0 1 0 0,1 1-1 0 0,-1-1 1 0 0,0 0 0 0 0,1 0-1 0 0,0 0 1 0 0,-1-1 0 0 0,1 1-1 0 0,0 0 1 0 0,0-1-1 0 0,0 1 1 0 0,0-1 0 0 0,0 1-1 0 0,0-1 1 0 0,0 0-1 0 0,1 0 1 0 0,-1 0 0 0 0,0 0-1 0 0,1 0 1 0 0,-1-1 0 0 0,0 1-1 0 0,1-1 1 0 0,-1 0-1 0 0,1 1 1 0 0,-1-1 0 0 0,4 0-1 0 0,12-2-156 0 0,0-1 0 0 0,0 0 0 0 0,-1-1-1 0 0,0-1 1 0 0,27-11 0 0 0,6-1 82 0 0,-11 4 34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7.5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6913 0 0,'-5'7'8519'0'0,"10"0"-9208"0"0,5 15 1066 0 0,-2 0 1 0 0,-1 1-1 0 0,-1-1 0 0 0,-1 1 1 0 0,-1 1-1 0 0,3 36 0 0 0,-1-5-143 0 0,30 126-1711 0 0,-28-149-4334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8.1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50 168 0 0,'-6'-4'16067'0'0,"9"0"-15842"0"0,3 0-19 0 0,0-1 0 0 0,0 1 0 0 0,1 0 0 0 0,-1 1 0 0 0,1 0 0 0 0,0 0 0 0 0,0 0 0 0 0,0 1 1 0 0,0 0-1 0 0,1 0 0 0 0,-1 0 0 0 0,9 1 0 0 0,-7-1-116 0 0,0 1-1 0 0,0 1 1 0 0,-1-1-1 0 0,1 2 1 0 0,0-1-1 0 0,0 1 1 0 0,0 0 0 0 0,0 1-1 0 0,-1 0 1 0 0,14 5-1 0 0,-19-5-86 0 0,0-1-1 0 0,0 1 1 0 0,0 0-1 0 0,0-1 1 0 0,0 2-1 0 0,-1-1 1 0 0,1 0-1 0 0,0 0 1 0 0,-1 1-1 0 0,0-1 0 0 0,0 1 1 0 0,0 0-1 0 0,0-1 1 0 0,0 1-1 0 0,0 0 1 0 0,-1 0-1 0 0,1 1 1 0 0,0 3-1 0 0,-1-3-10 0 0,0 0-1 0 0,-1 1 0 0 0,0-1 1 0 0,0 0-1 0 0,0 1 1 0 0,0-1-1 0 0,-1 0 1 0 0,0 1-1 0 0,0-1 0 0 0,0 0 1 0 0,0 0-1 0 0,-3 6 1 0 0,-5 9 81 0 0,-2-1 0 0 0,0 0-1 0 0,0-1 1 0 0,-25 28 0 0 0,27-35 101 0 0,7-8-109 0 0,0 0 1 0 0,0 1-1 0 0,0-1 1 0 0,1 1 0 0 0,-1-1-1 0 0,1 1 1 0 0,-1 0-1 0 0,1 0 1 0 0,0-1 0 0 0,0 1-1 0 0,0 0 1 0 0,-1 6-1 0 0,2-9-42 0 0,1 1 0 0 0,-1 0 0 0 0,0-1 0 0 0,0 1 0 0 0,0 0 0 0 0,0 0 0 0 0,1-1 0 0 0,-1 1 0 0 0,0 0 0 0 0,0-1 0 0 0,1 1 0 0 0,-1-1 0 0 0,1 1 0 0 0,-1 0 0 0 0,0-1 0 0 0,1 1 0 0 0,-1-1 0 0 0,1 1 0 0 0,0-1 0 0 0,-1 1 0 0 0,2 0 0 0 0,0 0 0 0 0,0 0-1 0 0,0-1 1 0 0,0 1-1 0 0,0 0 0 0 0,1-1 1 0 0,-1 1-1 0 0,0-1 1 0 0,0 1-1 0 0,5-1 1 0 0,23-1-62 0 0,-1-1 0 0 0,1-1 0 0 0,41-11 0 0 0,-31 7-1260 0 0,-3 0-6120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8.5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51 6913 0 0,'0'-1'32'0'0,"0"1"-1"0"0,0 0 0 0 0,0-1 0 0 0,0 1 0 0 0,-1 0 0 0 0,1-1 0 0 0,0 1 0 0 0,0-1 0 0 0,0 1 0 0 0,0 0 0 0 0,0-1 0 0 0,0 1 0 0 0,0-1 0 0 0,0 1 0 0 0,0 0 0 0 0,0-1 1 0 0,0 1-1 0 0,0-1 0 0 0,1 1 0 0 0,-1 0 0 0 0,0-1 0 0 0,0 1 0 0 0,0 0 0 0 0,0-1 0 0 0,1 1 0 0 0,-1-1 0 0 0,0 1 0 0 0,0 0 0 0 0,1 0 0 0 0,-1-1 0 0 0,0 1 0 0 0,1 0 0 0 0,-1-1 1 0 0,0 1-1 0 0,1 0 0 0 0,-1 0 0 0 0,0 0 0 0 0,1-1 0 0 0,-1 1 0 0 0,0 0 0 0 0,1 0 0 0 0,-1 0 0 0 0,1 0 0 0 0,-1 0 0 0 0,0 0 0 0 0,1 0 0 0 0,-1 0 0 0 0,1 0 0 0 0,26-9 1448 0 0,-22 8-1223 0 0,16-5 1312 0 0,0 0 0 0 0,0 1 0 0 0,1 1 0 0 0,0 2 0 0 0,32-2 0 0 0,-52 4-1532 0 0,0 0 0 0 0,0 0 0 0 0,0 1 0 0 0,0-1 0 0 0,0 0 1 0 0,0 1-1 0 0,-1-1 0 0 0,1 1 0 0 0,0-1 0 0 0,0 1 1 0 0,-1 0-1 0 0,1 0 0 0 0,0 0 0 0 0,-1 0 0 0 0,1 0 0 0 0,-1 0 1 0 0,1 0-1 0 0,-1 0 0 0 0,0 1 0 0 0,1-1 0 0 0,-1 0 1 0 0,0 1-1 0 0,0-1 0 0 0,0 1 0 0 0,0 0 0 0 0,0-1 1 0 0,0 1-1 0 0,0 0 0 0 0,-1-1 0 0 0,1 1 0 0 0,-1 0 0 0 0,1 0 1 0 0,-1 0-1 0 0,0 2 0 0 0,1 7-55 0 0,-2-1-1 0 0,1 1 1 0 0,-1 0-1 0 0,-1-1 1 0 0,-3 14-1 0 0,-3 23 73 0 0,8-43-48 0 0,0-1 0 0 0,0 0-1 0 0,0 0 1 0 0,1 0-1 0 0,0 1 1 0 0,-1-1-1 0 0,1 0 1 0 0,0 0-1 0 0,0 0 1 0 0,1 0-1 0 0,-1 0 1 0 0,1-1 0 0 0,-1 1-1 0 0,1 0 1 0 0,0-1-1 0 0,0 1 1 0 0,0-1-1 0 0,1 1 1 0 0,2 2-1 0 0,3 0-35 0 0,1 1 0 0 0,-1-1 0 0 0,1-1 0 0 0,17 7 0 0 0,-16-7 32 0 0,0 0 1 0 0,-1 1 0 0 0,0 0 0 0 0,10 6-1 0 0,-19-10 0 0 0,1-1 0 0 0,0 1 0 0 0,-1 0-1 0 0,1 0 1 0 0,0-1 0 0 0,-1 1 0 0 0,1 0 0 0 0,-1 0-1 0 0,1 0 1 0 0,-1 0 0 0 0,1 0 0 0 0,-1 0-1 0 0,0-1 1 0 0,0 1 0 0 0,1 0 0 0 0,-1 0-1 0 0,0 0 1 0 0,0 0 0 0 0,0 0 0 0 0,0 0-1 0 0,0 0 1 0 0,0 0 0 0 0,0 0 0 0 0,0 0 0 0 0,-1 0-1 0 0,1 0 1 0 0,0 0 0 0 0,-1 0 0 0 0,1 0-1 0 0,0 0 1 0 0,-1 0 0 0 0,1 0 0 0 0,-1-1-1 0 0,1 1 1 0 0,-1 0 0 0 0,0 0 0 0 0,1 0-1 0 0,-1-1 1 0 0,0 1 0 0 0,-1 1 0 0 0,-36 29-284 0 0,32-27 9 0 0,-5 4-241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8:29.1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48 5065 0 0,'3'2'501'0'0,"-1"-1"0"0"0,1 1 1 0 0,0-1-1 0 0,-1 0 0 0 0,1 0 0 0 0,0 0 0 0 0,0 0 0 0 0,-1-1 1 0 0,1 1-1 0 0,0-1 0 0 0,0 1 0 0 0,4-1 0 0 0,35-2 3601 0 0,-39 1-3837 0 0,0 0-1 0 0,0 0 1 0 0,0 0-1 0 0,0 0 1 0 0,-1-1-1 0 0,1 1 1 0 0,0-1-1 0 0,-1 1 1 0 0,1-1-1 0 0,4-4 1 0 0,-6 5-225 0 0,-1 0 1 0 0,1 1-1 0 0,0-1 0 0 0,0 0 1 0 0,0 0-1 0 0,-1 0 0 0 0,1 0 0 0 0,0 0 1 0 0,-1 0-1 0 0,1 0 0 0 0,-1-1 1 0 0,0 1-1 0 0,1 0 0 0 0,-1 0 1 0 0,0 0-1 0 0,1 0 0 0 0,-1-1 1 0 0,0 1-1 0 0,0 0 0 0 0,0 0 1 0 0,0 0-1 0 0,0-1 0 0 0,0 1 0 0 0,-1 0 1 0 0,1 0-1 0 0,0 0 0 0 0,-1-1 1 0 0,1 1-1 0 0,-1 0 0 0 0,0-1 1 0 0,1 1-38 0 0,-1 1 0 0 0,1-1 0 0 0,-1 1 0 0 0,1 0 0 0 0,-1 0 0 0 0,1-1 0 0 0,-1 1 0 0 0,1 0 0 0 0,-1 0 0 0 0,1 0 0 0 0,-1-1 0 0 0,1 1 0 0 0,-1 0 0 0 0,0 0 0 0 0,1 0 0 0 0,-1 0 0 0 0,1 0 0 0 0,-1 0 0 0 0,1 0 0 0 0,-1 0 0 0 0,1 0 0 0 0,-1 0 0 0 0,0 1 0 0 0,1-1 0 0 0,-1 0 0 0 0,1 0 0 0 0,-1 0 0 0 0,1 1 0 0 0,-1-1 0 0 0,1 0 0 0 0,-1 1 0 0 0,1-1 0 0 0,0 0 0 0 0,-1 1 0 0 0,1-1 0 0 0,-1 1 0 0 0,1-1 0 0 0,0 1 0 0 0,-1-1 0 0 0,1 0 0 0 0,0 1 0 0 0,-1 0 0 0 0,-17 21 214 0 0,18-21-214 0 0,-7 8 7 0 0,4-7 8 0 0,1 1 0 0 0,-1 0 0 0 0,1 0 0 0 0,0 0 0 0 0,0 0 0 0 0,0 1 0 0 0,0-1 0 0 0,1 0 0 0 0,-1 1 0 0 0,1 0 0 0 0,0-1 0 0 0,0 1 0 0 0,0 0 0 0 0,0 3 0 0 0,1-6-11 0 0,0-1 0 0 0,1 1 0 0 0,-1-1 0 0 0,0 0 0 0 0,0 1 0 0 0,1-1 0 0 0,-1 1 0 0 0,0-1 0 0 0,1 0 0 0 0,-1 1 0 0 0,0-1-1 0 0,1 0 1 0 0,-1 1 0 0 0,1-1 0 0 0,-1 0 0 0 0,0 0 0 0 0,1 1 0 0 0,-1-1 0 0 0,1 0 0 0 0,-1 0 0 0 0,1 0 0 0 0,-1 0 0 0 0,0 0 0 0 0,1 1 0 0 0,-1-1 0 0 0,1 0 0 0 0,-1 0 0 0 0,1 0 0 0 0,-1 0 0 0 0,1 0 0 0 0,-1-1 0 0 0,1 1-1 0 0,16-4 34 0 0,-10 0-200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8.5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275 52 920 0 0,'-8'-6'1398'0'0,"1"0"0"0"0,-1 0 0 0 0,0 1 0 0 0,0 0 0 0 0,-1 0 0 0 0,1 1 0 0 0,-1 0-1 0 0,-14-4 1 0 0,19 7-1164 0 0,0 1-1 0 0,0-1 0 0 0,0 1 0 0 0,0-1 1 0 0,0 1-1 0 0,0 0 0 0 0,0 0 0 0 0,1 1 0 0 0,-1-1 1 0 0,0 1-1 0 0,0 0 0 0 0,0 0 0 0 0,0 0 1 0 0,1 0-1 0 0,-1 1 0 0 0,0 0 0 0 0,1 0 0 0 0,0 0 1 0 0,-1 0-1 0 0,1 0 0 0 0,0 0 0 0 0,0 1 1 0 0,-4 3-1 0 0,-3 7-51 0 0,0-1 0 0 0,1 1 1 0 0,0 1-1 0 0,1 0 1 0 0,1 0-1 0 0,0 1 0 0 0,0-1 1 0 0,2 2-1 0 0,0-1 0 0 0,1 0 1 0 0,0 1-1 0 0,-1 17 1 0 0,3-14-111 0 0,0 0 1 0 0,1 1-1 0 0,1-1 1 0 0,1 0-1 0 0,1 0 1 0 0,1 0 0 0 0,0 0-1 0 0,1 0 1 0 0,12 32-1 0 0,-11-42-50 0 0,-1 0-1 0 0,1 0 0 0 0,1-1 0 0 0,0 1 1 0 0,0-1-1 0 0,1 0 0 0 0,0-1 1 0 0,0 0-1 0 0,0 0 0 0 0,1 0 0 0 0,0-1 1 0 0,1 0-1 0 0,-1-1 0 0 0,1 0 0 0 0,0 0 1 0 0,1-1-1 0 0,-1 0 0 0 0,1 0 1 0 0,-1-1-1 0 0,1 0 0 0 0,0-1 0 0 0,19 2 1 0 0,-21-4-41 0 0,0 1 1 0 0,0-1-1 0 0,0 0 1 0 0,0-1-1 0 0,0 0 1 0 0,0 0 0 0 0,-1-1-1 0 0,1 1 1 0 0,0-2-1 0 0,-1 1 1 0 0,1-1-1 0 0,-1-1 1 0 0,0 1-1 0 0,0-1 1 0 0,0 0 0 0 0,-1-1-1 0 0,1 1 1 0 0,-1-1-1 0 0,0-1 1 0 0,0 1-1 0 0,-1-1 1 0 0,0 0-1 0 0,0 0 1 0 0,0-1 0 0 0,-1 1-1 0 0,0-1 1 0 0,0 0-1 0 0,0 0 1 0 0,3-12-1 0 0,-1 0-1152 0 0,-1 0 0 0 0,-1-1 0 0 0,-1 1 0 0 0,1-21-1 0 0,-2 24-428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8.8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0 2304 0 0,'-11'10'22024'0'0,"16"-2"-20235"0"0,0 2-5535 0 0,38 93 4491 0 0,-31-68-1072 0 0,2-1-1 0 0,34 60 1 0 0,-35-75-5046 0 0,-1 1-1826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1.6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24 385 6449 0 0,'-24'4'11189'0'0,"36"-11"-9975"0"0,35-11-480 0 0,1 2 0 0 0,88-18 0 0 0,-38 11-639 0 0,-67 15-79 0 0,116-30 303 0 0,159-20 0 0 0,308 10 341 0 0,532-13-142 0 0,-838 14-736 0 0,-178 21-7352 0 0,-109 22 1019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1.9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10 7370 0 0,'8'-10'13213'0'0,"-5"14"-12515"0"0,2 6-479 0 0,0 0 0 0 0,-1 1 1 0 0,0-1-1 0 0,-1 1 1 0 0,0 0-1 0 0,-1 0 0 0 0,2 13 1 0 0,4 87-113 0 0,-6-69 139 0 0,6 147 144 0 0,-4-39-390 0 0,40 241-1 0 0,-29-301-1157 0 0,-12-31-3262 0 0,-4-38-2346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2.2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74 33 7834 0 0,'-10'2'462'0'0,"-29"4"-259"0"0,14-10 2874 0 0,67-8 1370 0 0,88-4-1689 0 0,0 7-1 0 0,231 12 1 0 0,-49 24-3654 0 0,-3 11-4730 0 0,-235-29 3453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2.5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0 115 3225 0 0,'92'-32'6739'0'0,"-45"14"-4402"0"0,0 2-1 0 0,2 2 1 0 0,93-15 0 0 0,155 25 805 0 0,-46 3-6544 0 0,-240 0 2243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2.8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2761 0 0,'0'5'597'0'0,"-1"0"0"0"0,2 0 0 0 0,-1 1 0 0 0,1-1-1 0 0,-1 0 1 0 0,1 0 0 0 0,1 0 0 0 0,-1 0 0 0 0,3 5 0 0 0,2 10 610 0 0,32 133 5669 0 0,30 172-1172 0 0,-46-86-4701 0 0,4 35-1601 0 0,-24-261 97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3.3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158 208 2304 0 0,'-26'5'510'0'0,"10"-3"694"0"0,0 1-1 0 0,1 1 0 0 0,0 0 0 0 0,0 1 1 0 0,0 0-1 0 0,-23 12 0 0 0,38-17-1174 0 0,0 0-1 0 0,0 1 1 0 0,0-1 0 0 0,0 0 0 0 0,0 0-1 0 0,0 0 1 0 0,-1 0 0 0 0,1 0-1 0 0,0 0 1 0 0,0 0 0 0 0,0 0-1 0 0,0 0 1 0 0,0 0 0 0 0,0 0 0 0 0,0 0-1 0 0,0 0 1 0 0,0 0 0 0 0,0 0-1 0 0,0 1 1 0 0,0-1 0 0 0,-1 0 0 0 0,1 0-1 0 0,0 0 1 0 0,0 0 0 0 0,0 0-1 0 0,0 0 1 0 0,0 0 0 0 0,0 0-1 0 0,0 1 1 0 0,0-1 0 0 0,0 0 0 0 0,0 0-1 0 0,0 0 1 0 0,0 0 0 0 0,0 0-1 0 0,0 0 1 0 0,0 0 0 0 0,0 0-1 0 0,0 1 1 0 0,0-1 0 0 0,0 0 0 0 0,0 0-1 0 0,1 0 1 0 0,-1 0 0 0 0,0 0-1 0 0,0 0 1 0 0,0 0 0 0 0,0 0-1 0 0,0 0 1 0 0,0 0 0 0 0,0 1 0 0 0,0-1-1 0 0,0 0 1 0 0,0 0 0 0 0,0 0-1 0 0,0 0 1 0 0,1 0 0 0 0,8 3 723 0 0,13-1-148 0 0,46-8 1317 0 0,128-29 1 0 0,-52 7-483 0 0,71-3 127 0 0,408-4 0 0 0,-551 36-1593 0 0,553-8 197 0 0,-466-2-483 0 0,300-58 1 0 0,-317 28-3434 0 0,-123 33 2498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3.6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1 6913 0 0,'-1'1'170'0'0,"-1"-1"-1"0"0,1 1 1 0 0,0 0-1 0 0,0 0 1 0 0,0 0-1 0 0,0 0 0 0 0,1 0 1 0 0,-1 0-1 0 0,0 0 1 0 0,0 1-1 0 0,1-1 1 0 0,-1 0-1 0 0,0 0 1 0 0,1 1-1 0 0,0-1 0 0 0,-1 0 1 0 0,1 0-1 0 0,0 1 1 0 0,-1-1-1 0 0,1 1 1 0 0,0-1-1 0 0,0 0 0 0 0,0 1 1 0 0,0-1-1 0 0,0 0 1 0 0,0 1-1 0 0,1-1 1 0 0,-1 0-1 0 0,0 1 0 0 0,1-1 1 0 0,-1 0-1 0 0,1 1 1 0 0,0 0-1 0 0,1 8 884 0 0,25 146 7005 0 0,-8 81-6365 0 0,-16-74-1499 0 0,46 305 0 0 0,-42-434-525 0 0,2 46 0 0 0,-9-31-4257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3.9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88 101 3225 0 0,'-5'0'277'0'0,"-1"0"1"0"0,0 0-1 0 0,1-1 1 0 0,-1 1-1 0 0,0-1 1 0 0,1 0-1 0 0,-1-1 1 0 0,1 1-1 0 0,0-1 1 0 0,-1 0-1 0 0,1-1 1 0 0,0 1-1 0 0,-8-6 1 0 0,13 7-200 0 0,-1 1 1 0 0,1 0-1 0 0,0 0 1 0 0,0 0-1 0 0,0 0 1 0 0,-1-1-1 0 0,1 1 1 0 0,0 0-1 0 0,0 0 1 0 0,0-1-1 0 0,-1 1 1 0 0,1 0-1 0 0,0 0 1 0 0,0-1-1 0 0,0 1 1 0 0,0 0-1 0 0,0-1 1 0 0,0 1-1 0 0,0 0 1 0 0,0 0-1 0 0,0-1 1 0 0,-1 1-1 0 0,1 0 1 0 0,0-1-1 0 0,0 1 1 0 0,1 0-1 0 0,-1 0 1 0 0,0-1-1 0 0,0 1 1 0 0,0 0-1 0 0,0-1 1 0 0,0 1-1 0 0,0 0 1 0 0,0 0-1 0 0,0-1 1 0 0,1 1-1 0 0,-1 0 1 0 0,0 0-1 0 0,0-1 1 0 0,0 1-1 0 0,0 0 1 0 0,1 0-1 0 0,-1-1 1 0 0,0 1-1 0 0,0 0 1 0 0,1 0-1 0 0,-1 0 1 0 0,0 0-1 0 0,0 0 1 0 0,1-1-1 0 0,-1 1 1 0 0,0 0-1 0 0,0 0 1 0 0,1 0-1 0 0,-1 0 1 0 0,0 0-1 0 0,1 0 1 0 0,-1 0-1 0 0,0 0 1 0 0,1 0-1 0 0,23-9 2187 0 0,-20 8-1860 0 0,32-9 2103 0 0,57-8 1 0 0,108 0-4 0 0,-152 14-2128 0 0,57 0 53 0 0,108 8-1 0 0,105 26-389 0 0,-242-24-240 0 0,-44-4-470 0 0,-1 1 0 0 0,1 1 0 0 0,44 12 0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4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46 8290 0 0,'-8'1'1389'0'0,"14"-6"910"0"0,15-7-58 0 0,15 3-600 0 0,0 2 1 0 0,63-3-1 0 0,76 7 1029 0 0,-136 3-2117 0 0,363 17 1005 0 0,-201-5-2821 0 0,0-7-5827 0 0,-179-5 385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4.8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9674 0 0,'11'17'8975'0'0,"13"27"-5977"0"0,-12-8-2447 0 0,-1 0-1 0 0,-2 0 0 0 0,5 41 1 0 0,4 115-21 0 0,-12-124-280 0 0,-2-20-130 0 0,67 700 414 0 0,-66-687-600 0 0,-4-35-302 0 0,2 0 1 0 0,8 40-1 0 0,-10-65 268 0 0,-1-1 78 0 0,0 0 1 0 0,0 0-1 0 0,0 0 1 0 0,0 0 0 0 0,0 0-1 0 0,0 0 1 0 0,0 0-1 0 0,1 0 1 0 0,-1 0-1 0 0,0 0 1 0 0,0 0-1 0 0,0 0 1 0 0,0 0-1 0 0,0 0 1 0 0,0 0-1 0 0,0 0 1 0 0,1 0 0 0 0,-1 0-1 0 0,0 0 1 0 0,0 0-1 0 0,0 0 1 0 0,0 0-1 0 0,0 0 1 0 0,0 0-1 0 0,1 0 1 0 0,-1 0-1 0 0,0 0 1 0 0,0 0-1 0 0,0 0 1 0 0,0 0-1 0 0,0 0 1 0 0,0 0 0 0 0,0 0-1 0 0,1 0 1 0 0,-1 0-1 0 0,0 0 1 0 0,0 0-1 0 0,0 1 1 0 0,0-1-1 0 0,0 0 1 0 0,0 0-1 0 0,0 0 1 0 0,0 0-1 0 0,0 0 1 0 0,0 0 0 0 0,0 0-1 0 0,0 1 1 0 0,0-1-1 0 0,1 0 1 0 0,-1 0-1 0 0,0 0 1 0 0,0 0-1 0 0,0 0 1 0 0,0 0-1 0 0,0 1 1 0 0,0-1-1 0 0,0 0 1 0 0,0 0-1 0 0,0 0 1 0 0,-1 0 0 0 0,1 0-1 0 0,0 0 1 0 0,0 0-1 0 0,0 1 1 0 0,0-1-1 0 0,0 0 1 0 0,0 0-1 0 0,0 0 1 0 0,2-5-547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05.7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0 7458 0 0,'-5'9'5885'0'0,"2"29"-4555"0"0,3 0 1 0 0,0 0-1 0 0,10 55 0 0 0,-1-2-86 0 0,3 270 1171 0 0,-11-324-2365 0 0,-1-32-62 0 0,0 13-906 0 0,0 0 0 0 0,1 0 0 0 0,1-1 0 0 0,0 1 0 0 0,2-1 1 0 0,0 0-1 0 0,7 17 0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3.4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5 9674 0 0,'-12'-5'10492'0'0,"12"11"-8460"0"0,0 3-2919 0 0,21 313 2061 0 0,-5-106-938 0 0,18 209-1108 0 0,-33-405-496 0 0,-2 0-3708 0 0,0-2-1559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3.8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118 33 5529 0 0,'-42'14'2344'0'0,"-34"8"6343"0"0,190-37-4679 0 0,63 10-3057 0 0,-25 1-401 0 0,74-6 11 0 0,142-10-498 0 0,-329 16-103 0 0,3-2-461 0 0,1 3 1 0 0,-1 1 0 0 0,63 6 0 0 0,-102-4 101 0 0,14 4-771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4.1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54 220 11058 0 0,'-53'18'3145'0'0,"215"-80"2686"0"0,-100 35-4954 0 0,2 4 0 0 0,101-25 0 0 0,196-10-1235 0 0,-291 48-872 0 0,-11 3-3041 0 0,-43 4-1965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4.5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0 14283 0 0,'-4'3'147'0'0,"1"0"-1"0"0,0 0 1 0 0,0 0-1 0 0,1 1 1 0 0,-1-1-1 0 0,1 1 1 0 0,-1 0 0 0 0,1-1-1 0 0,0 1 1 0 0,0 0-1 0 0,1 0 1 0 0,-1 0-1 0 0,1 1 1 0 0,0-1 0 0 0,0 0-1 0 0,1 0 1 0 0,-1 1-1 0 0,1-1 1 0 0,0 8-1 0 0,2 22 611 0 0,2 1 0 0 0,2-1-1 0 0,1 0 1 0 0,12 36 0 0 0,5 25-36 0 0,62 443 627 0 0,-24-120-1243 0 0,-19-113 46 0 0,-29-173-5484 0 0,-10-101 2820 0 0,0 8-4154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5.0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1 371 10594 0 0,'2'-1'378'0'0,"1"1"-1"0"0,0-1 0 0 0,0 1 1 0 0,0-1-1 0 0,-1 1 0 0 0,1 0 1 0 0,0 0-1 0 0,0 0 0 0 0,0 1 1 0 0,0-1-1 0 0,-1 1 0 0 0,4 0 1 0 0,48 15 795 0 0,-5-1-422 0 0,6-7-58 0 0,1-2 0 0 0,77-2 0 0 0,45 4-458 0 0,391 44-142 0 0,-391-45 146 0 0,214-19 1 0 0,650-117 1093 0 0,-639 55-1124 0 0,38-5-96 0 0,155-16 55 0 0,-405 64-76 0 0,192-22 97 0 0,-357 52-195 0 0,246-11 146 0 0,-226 13-28 0 0,0 1 1 0 0,0 3 0 0 0,83 20-1 0 0,-125-24-140 0 0,43 16 666 0 0,-46-17-705 0 0,0 0 0 0 0,0 1-1 0 0,0-1 1 0 0,0 1 0 0 0,0-1 0 0 0,0 1 0 0 0,0-1 0 0 0,-1 1 0 0 0,1 0 0 0 0,0-1-1 0 0,0 1 1 0 0,0 0 0 0 0,-1 0 0 0 0,1 0 0 0 0,0-1 0 0 0,-1 1 0 0 0,1 0-1 0 0,0 0 1 0 0,-1 0 0 0 0,1 0 0 0 0,-1 0 0 0 0,0 0 0 0 0,1 0 0 0 0,-1 0 0 0 0,0 1-1 0 0,0-1 1 0 0,0 0 0 0 0,1 0 0 0 0,-1 0 0 0 0,0 0 0 0 0,-1 0 0 0 0,1 0 0 0 0,0 0-1 0 0,0 0 1 0 0,0 1 0 0 0,-1-1 0 0 0,1 0 0 0 0,-1 1 0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6.0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141 1090 5065 0 0,'-8'4'9843'0'0,"-4"-11"-6248"0"0,-2-13-3418 0 0,8 4 155 0 0,1 0-1 0 0,1-1 1 0 0,1 1 0 0 0,0-1-1 0 0,1 0 1 0 0,1-33 0 0 0,0 29-257 0 0,-1-341-192 0 0,4 181 49 0 0,-2 132 182 0 0,-2-1 1 0 0,-2 1-1 0 0,-17-81 0 0 0,21 130-121 0 0,-1 0 0 0 0,1 0 1 0 0,0 0-1 0 0,-1 0 0 0 0,1 0 1 0 0,0 0-1 0 0,-1 0 0 0 0,1 0 1 0 0,0 1-1 0 0,-1-1 0 0 0,1 0 1 0 0,0 0-1 0 0,-1 1 0 0 0,1-1 1 0 0,0 0-1 0 0,0 0 0 0 0,-1 1 1 0 0,1-1-1 0 0,0 0 0 0 0,0 1 1 0 0,0-1-1 0 0,-1 0 0 0 0,1 0 1 0 0,0 1-1 0 0,0-1 0 0 0,0 1 1 0 0,0-1-1 0 0,0 0 0 0 0,0 1 1 0 0,0-1-1 0 0,0 0 0 0 0,-1 1 1 0 0,1-1-1 0 0,1 0 0 0 0,-1 1 1 0 0,0 0-1 0 0,-7 20-279 0 0,7-15 138 0 0,0 1-1 0 0,1 0 0 0 0,0 0 1 0 0,0-1-1 0 0,0 1 0 0 0,1 0 1 0 0,0-1-1 0 0,0 0 0 0 0,1 1 0 0 0,-1-1 1 0 0,1 0-1 0 0,1 0 0 0 0,-1 0 1 0 0,1-1-1 0 0,0 1 0 0 0,0-1 1 0 0,1 0-1 0 0,0 0 0 0 0,7 6 0 0 0,-12-11 89 0 0,1 0 0 0 0,0 1-1 0 0,-1-1 1 0 0,1 1-1 0 0,-1-1 1 0 0,1 0-1 0 0,0 0 1 0 0,-1 1 0 0 0,1-1-1 0 0,0 0 1 0 0,-1 0-1 0 0,1 0 1 0 0,0 0-1 0 0,-1 0 1 0 0,1 0 0 0 0,0 0-1 0 0,-1 0 1 0 0,1 0-1 0 0,0 0 1 0 0,0 0-1 0 0,-1 0 1 0 0,1 0-1 0 0,0 0 1 0 0,-1-1 0 0 0,1 1-1 0 0,-1 0 1 0 0,1-1-1 0 0,1 0 1 0 0,-1 0-4 0 0,1 0-1 0 0,-1-1 1 0 0,0 1 0 0 0,0-1 0 0 0,0 0 0 0 0,1 1-1 0 0,-2-1 1 0 0,1 0 0 0 0,0 0 0 0 0,1-2-1 0 0,0-4 14 0 0,1-1-1 0 0,-1 1 0 0 0,1-16 1 0 0,-3 14 109 0 0,0 0 1 0 0,0 0 0 0 0,-1 0 0 0 0,-1 0 0 0 0,0 0 0 0 0,0 1 0 0 0,-7-19-1 0 0,8 24-47 0 0,-1 0 0 0 0,0 0-1 0 0,0-1 1 0 0,0 2-1 0 0,0-1 1 0 0,0 0-1 0 0,-1 0 1 0 0,0 1-1 0 0,0-1 1 0 0,0 1-1 0 0,0 0 1 0 0,0 0-1 0 0,-1 0 1 0 0,1 0-1 0 0,-1 1 1 0 0,0 0-1 0 0,0-1 1 0 0,0 1 0 0 0,-7-2-1 0 0,9 3 14 0 0,0 2 0 0 0,0-1 0 0 0,0 0 0 0 0,1 0 0 0 0,-1 0 0 0 0,0 1 0 0 0,0-1 0 0 0,1 1-1 0 0,-1-1 1 0 0,0 1 0 0 0,0 0 0 0 0,1 0 0 0 0,-1 0 0 0 0,1 0 0 0 0,-1 0 0 0 0,1 0 0 0 0,-1 0 0 0 0,1 0 0 0 0,0 1 0 0 0,-1-1 0 0 0,1 0 0 0 0,0 1-1 0 0,0-1 1 0 0,0 1 0 0 0,0-1 0 0 0,0 1 0 0 0,0 0 0 0 0,1-1 0 0 0,-1 1 0 0 0,0 2 0 0 0,-3 5 52 0 0,1 0 0 0 0,0 0 0 0 0,1 0 0 0 0,-2 15 0 0 0,3-20-60 0 0,1 0 1 0 0,0 0 0 0 0,1 1 0 0 0,-1-1 0 0 0,1 0 0 0 0,0 0 0 0 0,0 1 0 0 0,0-1-1 0 0,0 0 1 0 0,1 0 0 0 0,-1 0 0 0 0,1 0 0 0 0,0-1 0 0 0,0 1 0 0 0,1 0-1 0 0,-1-1 1 0 0,1 0 0 0 0,0 1 0 0 0,3 2 0 0 0,-4-4 35 0 0,0-1 0 0 0,0 1-1 0 0,0 0 1 0 0,0-1 0 0 0,1 0 0 0 0,-1 1 0 0 0,0-1-1 0 0,1 0 1 0 0,-1 0 0 0 0,0-1 0 0 0,1 1 0 0 0,0 0-1 0 0,-1-1 1 0 0,1 1 0 0 0,-1-1 0 0 0,1 0 0 0 0,0 0 0 0 0,-1 0-1 0 0,1 0 1 0 0,-1-1 0 0 0,1 1 0 0 0,-1 0 0 0 0,1-1-1 0 0,-1 0 1 0 0,1 0 0 0 0,-1 0 0 0 0,1 0 0 0 0,-1 0-1 0 0,0 0 1 0 0,1-1 0 0 0,-1 1 0 0 0,3-3 0 0 0,-4 3-41 0 0,0 0 0 0 0,0 0-1 0 0,0 1 1 0 0,0-1 0 0 0,0 0 0 0 0,0 0 0 0 0,0-1 0 0 0,0 1 0 0 0,-1 0 0 0 0,1 0 0 0 0,0 0 0 0 0,-1 0-1 0 0,1-1 1 0 0,-1 1 0 0 0,1 0 0 0 0,-1-1 0 0 0,1 1 0 0 0,-1 0 0 0 0,0-1 0 0 0,0 1 0 0 0,0 0 0 0 0,0-1-1 0 0,0 1 1 0 0,0-1 0 0 0,0-1 0 0 0,-1 0 35 0 0,0 0 0 0 0,-1 0 0 0 0,1 0 0 0 0,0 0 0 0 0,-1 0 0 0 0,0 1 0 0 0,0-1 0 0 0,0 0 0 0 0,0 1 1 0 0,-4-4-1 0 0,-2-2 70 0 0,0 1 1 0 0,0 1-1 0 0,-1-1 1 0 0,0 2 0 0 0,-16-9-1 0 0,23 13-201 0 0,0 0-1 0 0,-1 0 0 0 0,1 1 1 0 0,0-1-1 0 0,0 1 0 0 0,-1-1 1 0 0,1 1-1 0 0,0 0 0 0 0,-1 0 1 0 0,1 0-1 0 0,0 0 0 0 0,-1 0 0 0 0,1 0 1 0 0,0 1-1 0 0,-4 0 0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7.0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90 24 6449 0 0,'-2'0'238'0'0,"-1"0"0"0"0,1-1 0 0 0,-1 0 0 0 0,1 1-1 0 0,-1-1 1 0 0,1 0 0 0 0,0 0 0 0 0,0-1-1 0 0,0 1 1 0 0,-1 0 0 0 0,-2-3 0 0 0,4 3 299 0 0,-1-1 1 0 0,1 1-1 0 0,-1 0 0 0 0,1 0 1 0 0,-1 0-1 0 0,0 1 0 0 0,1-1 1 0 0,-1 0-1 0 0,0 1 0 0 0,0-1 1 0 0,-2 0-1 0 0,3 1-361 0 0,0 1 0 0 0,0-1 0 0 0,0 1-1 0 0,0-1 1 0 0,0 1 0 0 0,0-1 0 0 0,0 1 0 0 0,0-1-1 0 0,0 1 1 0 0,0 0 0 0 0,0 0 0 0 0,1-1 0 0 0,-1 1-1 0 0,0 0 1 0 0,1 0 0 0 0,-1 0 0 0 0,0 0 0 0 0,1 0-1 0 0,-1 0 1 0 0,1 0 0 0 0,-1 0 0 0 0,1 0-1 0 0,0 0 1 0 0,-1 0 0 0 0,1 0 0 0 0,0 1 0 0 0,-5 14 165 0 0,1 0 0 0 0,1 0 0 0 0,1 0 0 0 0,0 0 0 0 0,1 0 1 0 0,1 25-1 0 0,15 100-425 0 0,-13-127 146 0 0,9 65-40 0 0,3 1 0 0 0,4-2 1 0 0,3 0-1 0 0,39 93 1 0 0,-60-169-55 0 0,1-1 0 0 0,0 0 0 0 0,-1 1 0 0 0,1-1 0 0 0,-1 1 0 0 0,1-1 0 0 0,-1 1 0 0 0,0-1 0 0 0,0 1 0 0 0,1-1 0 0 0,-1 1 0 0 0,0 0 0 0 0,-1 1 0 0 0,-3-4-573 0 0,-3-12 345 0 0,7 11 31 0 0,-1 1 0 0 0,1-1-1 0 0,-1 0 1 0 0,1 1-1 0 0,0-1 1 0 0,0 0 0 0 0,0 1-1 0 0,0-1 1 0 0,0 0-1 0 0,0 1 1 0 0,0-1 0 0 0,1 0-1 0 0,-1 1 1 0 0,1-1 0 0 0,-1 0-1 0 0,1 1 1 0 0,-1-1-1 0 0,1 1 1 0 0,0-1 0 0 0,0 1-1 0 0,0-1 1 0 0,0 1 0 0 0,0 0-1 0 0,0-1 1 0 0,0 1-1 0 0,0 0 1 0 0,1 0 0 0 0,1-2-1 0 0,7 38-9113 0 0,-7-35 9724 0 0,-2-2-317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7.3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14 169 1840 0 0,'-1'0'269'0'0,"0"1"0"0"0,0-1 0 0 0,0 1 0 0 0,1-1-1 0 0,-1 1 1 0 0,0-1 0 0 0,1 1 0 0 0,-1-1 0 0 0,0 1-1 0 0,1 0 1 0 0,-1 0 0 0 0,1-1 0 0 0,-1 1-1 0 0,1 0 1 0 0,-1 0 0 0 0,1 0 0 0 0,-1-1 0 0 0,1 1-1 0 0,0 0 1 0 0,0 0 0 0 0,-1 0 0 0 0,1 0 0 0 0,0 0-1 0 0,0 0 1 0 0,0 0 0 0 0,0 0 0 0 0,0-1 0 0 0,0 1-1 0 0,0 0 1 0 0,0 0 0 0 0,1 0 0 0 0,-1 0-1 0 0,5 6 2525 0 0,-5-7-2598 0 0,1 1-1 0 0,-1-1 0 0 0,1 0 0 0 0,-1 0 0 0 0,1 1 0 0 0,-1-1 1 0 0,1 0-1 0 0,-1 0 0 0 0,1 0 0 0 0,-1 0 0 0 0,1 0 0 0 0,-1 0 1 0 0,1 0-1 0 0,-1 0 0 0 0,1 0 0 0 0,0 0 0 0 0,14-9 588 0 0,-8 3-471 0 0,-1 0-1 0 0,-1-1 0 0 0,1 0 1 0 0,-1 0-1 0 0,0 0 0 0 0,-1-1 1 0 0,0 0-1 0 0,0 0 0 0 0,3-10 1 0 0,-5 14-329 0 0,-1-1 0 0 0,1 0 0 0 0,-1 0 0 0 0,0 0 0 0 0,-1 0 0 0 0,1 0 0 0 0,-1 0 0 0 0,0 0 0 0 0,0 0 0 0 0,0 0 0 0 0,-1 0 1 0 0,0 0-1 0 0,0 0 0 0 0,0 0 0 0 0,0 0 0 0 0,-1 1 0 0 0,-3-7 0 0 0,5 10-36 0 0,0 0 0 0 0,-1 0 0 0 0,1 0 0 0 0,-1 0 1 0 0,1 0-1 0 0,-1 0 0 0 0,1 0 0 0 0,-1 0 0 0 0,1 1 0 0 0,-1-1 0 0 0,0 0 0 0 0,0 0 1 0 0,1 1-1 0 0,-1-1 0 0 0,0 1 0 0 0,0-1 0 0 0,0 0 0 0 0,0 1 0 0 0,0 0 0 0 0,0-1 0 0 0,0 1 1 0 0,1 0-1 0 0,-1-1 0 0 0,0 1 0 0 0,0 0 0 0 0,0 0 0 0 0,-1 0 0 0 0,1 0 0 0 0,0 0 1 0 0,0 0-1 0 0,0 0 0 0 0,0 0 0 0 0,0 0 0 0 0,0 0 0 0 0,0 0 0 0 0,0 1 0 0 0,0-1 0 0 0,1 0 1 0 0,-1 1-1 0 0,0-1 0 0 0,0 1 0 0 0,0-1 0 0 0,0 1 0 0 0,0 0 0 0 0,0-1 0 0 0,1 1 1 0 0,-1 0-1 0 0,0-1 0 0 0,1 1 0 0 0,-2 1 0 0 0,-1 2-135 0 0,0 0 0 0 0,0 0 0 0 0,0 1-1 0 0,0-1 1 0 0,1 1 0 0 0,0-1 0 0 0,0 1 0 0 0,-3 7 0 0 0,3-3 260 0 0,1 0 0 0 0,0 0 0 0 0,0 0 0 0 0,0 0 0 0 0,1 1 0 0 0,1-1 0 0 0,-1 0 0 0 0,2 0 0 0 0,-1 0 0 0 0,1 0 0 0 0,0 0 0 0 0,1-1 1 0 0,5 12-1 0 0,-7-19-165 0 0,-1 0 1 0 0,1 0-1 0 0,0 0 1 0 0,0 0-1 0 0,-1 0 1 0 0,1-1 0 0 0,0 1-1 0 0,0 0 1 0 0,0-1-1 0 0,0 1 1 0 0,0-1-1 0 0,0 1 1 0 0,0-1 0 0 0,0 1-1 0 0,2 0 1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19.8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213 0 10594 0 0,'-5'1'436'0'0,"-1"-1"-1"0"0,1 1 1 0 0,-1 0-1 0 0,1 0 1 0 0,0 0-1 0 0,-1 1 1 0 0,1 0 0 0 0,0 0-1 0 0,0 0 1 0 0,0 0-1 0 0,0 1 1 0 0,1 0-1 0 0,-6 4 1 0 0,2-1-59 0 0,0 2 0 0 0,1-1-1 0 0,0 1 1 0 0,0 0 0 0 0,0 0 0 0 0,-7 14 0 0 0,1 1-50 0 0,1 1 0 0 0,1 0 0 0 0,2 1 0 0 0,-13 45-1 0 0,19-51-217 0 0,0-1-1 0 0,0 1 0 0 0,2-1 1 0 0,1 1-1 0 0,0-1 0 0 0,1 1 0 0 0,1-1 1 0 0,0 1-1 0 0,2-1 0 0 0,6 19 0 0 0,-7-25-77 0 0,1 0-1 0 0,1 0 0 0 0,0 0 0 0 0,0-1 1 0 0,1 0-1 0 0,1 0 0 0 0,0-1 0 0 0,0 1 1 0 0,1-1-1 0 0,0-1 0 0 0,1 0 0 0 0,0 0 1 0 0,1-1-1 0 0,-1 0 0 0 0,20 12 1 0 0,-25-18-112 0 0,1 0 1 0 0,-1 0 0 0 0,1-1 0 0 0,0 1 0 0 0,0-1-1 0 0,0 0 1 0 0,0 0 0 0 0,0 0 0 0 0,0-1 0 0 0,9 0 0 0 0,29-8-3246 0 0,-23 1-3448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0.1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 5529 0 0,'0'1'65'0'0,"0"1"0"0"0,0-1 1 0 0,0 0-1 0 0,0 1 0 0 0,0-1 0 0 0,0 1 0 0 0,1-1 0 0 0,-1 1 0 0 0,0-1 0 0 0,1 1 0 0 0,-1-1 0 0 0,1 0 1 0 0,-1 1-1 0 0,1-1 0 0 0,0 0 0 0 0,0 1 0 0 0,-1-1 0 0 0,1 0 0 0 0,0 0 0 0 0,0 0 0 0 0,0 0 1 0 0,0 0-1 0 0,2 1 0 0 0,-2-1 108 0 0,1-1-1 0 0,0 0 1 0 0,-1 1 0 0 0,1-1 0 0 0,-1 0 0 0 0,1 0-1 0 0,-1 0 1 0 0,1 0 0 0 0,-1 0 0 0 0,1-1 0 0 0,-1 1-1 0 0,1 0 1 0 0,0-1 0 0 0,-1 1 0 0 0,0-1 0 0 0,1 0 0 0 0,-1 1-1 0 0,1-1 1 0 0,-1 0 0 0 0,0 0 0 0 0,1 0 0 0 0,0-1-1 0 0,15-10 2494 0 0,-12 8-1841 0 0,0 0 0 0 0,0 0 0 0 0,0 1 0 0 0,1-1 0 0 0,0 1 0 0 0,11-4-1 0 0,-15 7-731 0 0,0 0 0 0 0,0-1 0 0 0,0 1 0 0 0,0 0 0 0 0,0 0 0 0 0,0 0 0 0 0,0 1 0 0 0,0-1 0 0 0,0 0 0 0 0,0 1 0 0 0,0-1 0 0 0,-1 1-1 0 0,1 0 1 0 0,0 0 0 0 0,0-1 0 0 0,0 1 0 0 0,0 0 0 0 0,-1 1 0 0 0,1-1 0 0 0,-1 0 0 0 0,1 0 0 0 0,-1 1 0 0 0,1-1 0 0 0,-1 1 0 0 0,0-1-1 0 0,2 4 1 0 0,1 0-30 0 0,-1 0-1 0 0,1 0 1 0 0,-2 1-1 0 0,1-1 0 0 0,0 1 1 0 0,-1-1-1 0 0,0 1 1 0 0,-1 0-1 0 0,1 0 0 0 0,0 7 1 0 0,0 6 164 0 0,-2 37 0 0 0,0-40-66 0 0,0 0 0 0 0,0-1 0 0 0,5 23 0 0 0,-5-38-143 0 0,0 1 0 0 0,0 0 0 0 0,0-1 0 0 0,0 1 0 0 0,0 0 0 0 0,0-1 0 0 0,0 1-1 0 0,0 0 1 0 0,0-1 0 0 0,1 1 0 0 0,-1-1 0 0 0,0 1 0 0 0,1-1 0 0 0,-1 1 0 0 0,0 0 0 0 0,1-1 0 0 0,-1 1 0 0 0,1-1 0 0 0,-1 1 0 0 0,0-1 0 0 0,1 0 0 0 0,-1 1 0 0 0,1-1 0 0 0,-1 1 0 0 0,1-1 0 0 0,0 0 0 0 0,-1 1 0 0 0,1-1 0 0 0,-1 0 0 0 0,1 0 0 0 0,0 0 0 0 0,-1 1 0 0 0,2-1 0 0 0,0-1-9 0 0,-1 1 0 0 0,1-1 1 0 0,-1 0-1 0 0,1 1 0 0 0,-1-1 1 0 0,1 0-1 0 0,-1 0 0 0 0,1 0 1 0 0,-1 0-1 0 0,0 0 0 0 0,0 0 1 0 0,2-3-1 0 0,31-43-346 0 0,-33 45 321 0 0,22-36-259 0 0,1-2-1831 0 0,31-40 0 0 0,-30 47 666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0.6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 0 11979 0 0,'-4'5'396'0'0,"0"1"0"0"0,1-1 0 0 0,-1 1 0 0 0,1 0 0 0 0,0 0 1 0 0,0 0-1 0 0,1 0 0 0 0,-3 10 0 0 0,-13 58 1356 0 0,15-55-1444 0 0,0-3 27 0 0,1 0 0 0 0,0 0-1 0 0,2 1 1 0 0,0-1 0 0 0,0 1 0 0 0,2-1 0 0 0,0 0 0 0 0,1 0 0 0 0,0 0 0 0 0,2 0-1 0 0,7 19 1 0 0,-10-28-283 0 0,1 0 0 0 0,1 0 0 0 0,-1 0 0 0 0,1-1 0 0 0,0 1 0 0 0,0-1 0 0 0,1 0 0 0 0,0 0-1 0 0,0-1 1 0 0,1 1 0 0 0,-1-1 0 0 0,1 0 0 0 0,0 0 0 0 0,0-1 0 0 0,1 0 0 0 0,-1 0 0 0 0,1-1 0 0 0,0 0-1 0 0,0 0 1 0 0,0 0 0 0 0,1-1 0 0 0,-1 0 0 0 0,0 0 0 0 0,1-1 0 0 0,-1 0 0 0 0,11 0 0 0 0,-11-1-401 0 0,0-1 1 0 0,1 1 0 0 0,-1-1-1 0 0,12-4 1 0 0,8-4-7275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1.9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117 155 5905 0 0,'-1'0'16'0'0,"1"0"1"0"0,-1 1-1 0 0,0-1 0 0 0,0 0 0 0 0,1 0 0 0 0,-1 0 1 0 0,0 1-1 0 0,0-1 0 0 0,1 0 0 0 0,-1 0 0 0 0,0 0 1 0 0,0 0-1 0 0,1 0 0 0 0,-1-1 0 0 0,0 1 0 0 0,0 0 1 0 0,1 0-1 0 0,-1 0 0 0 0,0-1 0 0 0,1 1 0 0 0,-1 0 1 0 0,0-1-1 0 0,0 1 0 0 0,1-1 0 0 0,-1 1 0 0 0,1-1 1 0 0,-1 1-1 0 0,1-1 0 0 0,-1 1 0 0 0,1-1 0 0 0,-1 1 1 0 0,1-1-1 0 0,-1 0 0 0 0,1 1 0 0 0,-1-1 0 0 0,1 0 1 0 0,-1 0-1 0 0,-9-9-1152 0 0,9 10 1078 0 0,0 0 0 0 0,0-1 0 0 0,1 1-1 0 0,-1-1 1 0 0,0 1 0 0 0,0-1 0 0 0,0 1 0 0 0,0-1-1 0 0,0 1 1 0 0,1-1 0 0 0,-1 0 0 0 0,0 1 0 0 0,1-1-1 0 0,-1 0 1 0 0,0 0 0 0 0,1 0 0 0 0,-1 1 0 0 0,1-1-1 0 0,-1 0 1 0 0,1 0 0 0 0,0 0 0 0 0,-1 0 0 0 0,1 0-1 0 0,0 0 1 0 0,0 0 0 0 0,0 0 0 0 0,-1 0 0 0 0,1 0 0 0 0,0 0-1 0 0,0 0 1 0 0,0 0 0 0 0,1 0 0 0 0,-1 0 0 0 0,0 0-1 0 0,0 0 1 0 0,0 0 0 0 0,1 0 0 0 0,-1 0 0 0 0,1 0-1 0 0,-1 0 1 0 0,0 1 0 0 0,1-1 0 0 0,0-1 0 0 0,-25-32-543 0 0,24 33 675 0 0,-1 0-1 0 0,1 1 1 0 0,0-1-1 0 0,-1 1 0 0 0,1-1 1 0 0,0 0-1 0 0,-1 1 0 0 0,1-1 1 0 0,-1 1-1 0 0,1-1 0 0 0,-1 1 1 0 0,0 0-1 0 0,1-1 0 0 0,-1 1 1 0 0,1-1-1 0 0,-1 1 0 0 0,0 0 1 0 0,1 0-1 0 0,-1-1 0 0 0,0 1 1 0 0,1 0-1 0 0,-1 0 0 0 0,0 0 1 0 0,1 0-1 0 0,-1 0 0 0 0,0 0 1 0 0,0 0-1 0 0,1 0 1 0 0,-1 0-1 0 0,0 0 0 0 0,1 0 1 0 0,-1 0-1 0 0,0 0 0 0 0,1 1 1 0 0,-1-1-1 0 0,0 0 0 0 0,1 0 1 0 0,-1 1-1 0 0,0-1 0 0 0,0 1 61 0 0,-1 0-1 0 0,1-1 1 0 0,0 0-1 0 0,0 1 1 0 0,-1-1-1 0 0,1 0 1 0 0,0 1-1 0 0,0-1 1 0 0,-1 0-1 0 0,1 0 0 0 0,0 0 1 0 0,-1 0-1 0 0,-1-1 1 0 0,3 1 48 0 0,0-1 0 0 0,-1 1 0 0 0,1-1 0 0 0,0 1 0 0 0,0-1-1 0 0,0 1 1 0 0,0-1 0 0 0,-1 0 0 0 0,1 1 0 0 0,0-1 0 0 0,0 1 0 0 0,0-1 0 0 0,0 1 0 0 0,0-1 0 0 0,0 0 0 0 0,0 1 0 0 0,1-1 0 0 0,-1 1 0 0 0,0-1 0 0 0,0 0 0 0 0,0 1 0 0 0,0-1-1 0 0,1 1 1 0 0,-1-1 0 0 0,0 1 0 0 0,1-1 0 0 0,-1 1 0 0 0,0-1 0 0 0,1 1 0 0 0,-1 0 0 0 0,1-1 0 0 0,-1 1 0 0 0,0-1 0 0 0,2 1 0 0 0,9-16 1123 0 0,-10 14-1144 0 0,1 1-1 0 0,-1-1 0 0 0,0 0 0 0 0,1 0 1 0 0,-1 1-1 0 0,1-1 0 0 0,-1 1 0 0 0,1-1 0 0 0,0 1 1 0 0,0 0-1 0 0,0 0 0 0 0,-1-1 0 0 0,1 1 1 0 0,0 1-1 0 0,0-1 0 0 0,1 0 0 0 0,-1 0 0 0 0,0 1 1 0 0,0-1-1 0 0,0 1 0 0 0,0 0 0 0 0,1-1 0 0 0,-1 1 1 0 0,0 0-1 0 0,0 0 0 0 0,0 1 0 0 0,1-1 1 0 0,-1 0-1 0 0,0 1 0 0 0,0-1 0 0 0,0 1 0 0 0,4 2 1 0 0,-3-2-95 0 0,-1 1 0 0 0,1 0-1 0 0,-1 1 1 0 0,1-1 0 0 0,-1 0 0 0 0,0 1 0 0 0,0-1 0 0 0,0 1 0 0 0,0 0 0 0 0,0 0 0 0 0,-1 0 0 0 0,1 0 0 0 0,-1 0 0 0 0,0 0 0 0 0,0 0 0 0 0,0 0 0 0 0,0 0 0 0 0,0 1 0 0 0,-1-1 0 0 0,1 4 0 0 0,-4 27 57 0 0,2-29-102 0 0,0 0 0 0 0,1 0 0 0 0,-1 0 1 0 0,1 0-1 0 0,0 0 0 0 0,0 1 1 0 0,1-1-1 0 0,-1 0 0 0 0,4 10 1 0 0,-2-14-26 0 0,-1 1 1 0 0,1 0-1 0 0,0-1 1 0 0,0 1-1 0 0,0-1 1 0 0,0 1-1 0 0,0-1 1 0 0,0 0 0 0 0,0 0-1 0 0,0 0 1 0 0,1 0-1 0 0,-1 0 1 0 0,0-1-1 0 0,1 1 1 0 0,-1-1-1 0 0,0 1 1 0 0,1-1-1 0 0,2 0 1 0 0,-1 1-4 0 0,0-1-1 0 0,-1 1 1 0 0,1 0 0 0 0,0 0 0 0 0,0 0-1 0 0,-1 1 1 0 0,6 2 0 0 0,-6-1-3 0 0,0-1 0 0 0,-1 1 0 0 0,0 0 1 0 0,0 0-1 0 0,0 0 0 0 0,0 0 1 0 0,0 0-1 0 0,-1 0 0 0 0,1 0 1 0 0,-1 1-1 0 0,0-1 0 0 0,0 1 0 0 0,0-1 1 0 0,0 1-1 0 0,-1-1 0 0 0,1 1 1 0 0,-1-1-1 0 0,0 1 0 0 0,0 0 1 0 0,-1-1-1 0 0,1 1 0 0 0,-2 4 0 0 0,0 7-18 0 0,-1 0 1 0 0,-1-1-1 0 0,-11 28 0 0 0,10-29 115 0 0,0-1 1 0 0,-1 1-1 0 0,-1-2 1 0 0,0 1-1 0 0,-1-1 1 0 0,-13 17-1 0 0,11-20-368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3.7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16 603 10594 0 0,'-1'0'32'0'0,"1"1"0"0"0,-1-1-1 0 0,1 0 1 0 0,-1 0-1 0 0,1 0 1 0 0,-1 0 0 0 0,1 0-1 0 0,-1 0 1 0 0,1 0-1 0 0,-1 0 1 0 0,1 0 0 0 0,-1 0-1 0 0,1 0 1 0 0,-1 0 0 0 0,1 0-1 0 0,-1 0 1 0 0,1 0-1 0 0,-1-1 1 0 0,1 1 0 0 0,-1 0-1 0 0,1 0 1 0 0,-1-1 0 0 0,1 1-1 0 0,-1 0 1 0 0,1 0-1 0 0,0-1 1 0 0,-1 1 0 0 0,1-1-1 0 0,-1 0 1 0 0,5-10 3179 0 0,4 3-2865 0 0,0 0 0 0 0,1 0 0 0 0,0 1 1 0 0,0 0-1 0 0,1 0 0 0 0,0 1 0 0 0,0 0 1 0 0,0 1-1 0 0,0 0 0 0 0,1 1 0 0 0,17-5 0 0 0,20-4 553 0 0,65-8 0 0 0,-103 19-831 0 0,332-40 1051 0 0,-153 21-938 0 0,239-33-43 0 0,659-71 383 0 0,-455 55 95 0 0,-125-16-760 0 0,-432 71-849 0 0,78-28 0 0 0,-109 28-6623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5.5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6 179 9674 0 0,'0'0'1646'0'0,"-5"18"4271"0"0,5 2-5059 0 0,1-1 1 0 0,6 36-1 0 0,-7-51-781 0 0,1 0 0 0 0,0 0 0 0 0,0 0 0 0 0,0 0 0 0 0,0 0 0 0 0,1 0 0 0 0,0 0 0 0 0,-1-1 0 0 0,1 1 0 0 0,1 0 0 0 0,-1-1 0 0 0,0 0 0 0 0,1 1 0 0 0,0-1 0 0 0,0 0 0 0 0,0-1 0 0 0,0 1 0 0 0,0 0 0 0 0,0-1 0 0 0,1 1 0 0 0,4 1 0 0 0,-6-3-77 0 0,0-1 1 0 0,-1 1-1 0 0,1-1 1 0 0,0 0-1 0 0,0 0 1 0 0,0 0 0 0 0,0 0-1 0 0,-1 0 1 0 0,1 0-1 0 0,0 0 1 0 0,0-1-1 0 0,0 1 1 0 0,-1 0-1 0 0,1-1 1 0 0,0 0-1 0 0,0 1 1 0 0,-1-1-1 0 0,1 0 1 0 0,2-1-1 0 0,-1-1-28 0 0,1 0-1 0 0,0 0 1 0 0,-1-1 0 0 0,1 1-1 0 0,-1-1 1 0 0,0 1 0 0 0,3-7-1 0 0,2-3-74 0 0,-1-1 0 0 0,0 0 0 0 0,8-26-1 0 0,-9 21 95 0 0,-1 0-1 0 0,0-1 0 0 0,-1 0 1 0 0,-1 0-1 0 0,-1-1 0 0 0,-1 1 0 0 0,-1 0 1 0 0,-1 0-1 0 0,-5-33 0 0 0,6 52-6 0 0,0 0 1 0 0,0 1-1 0 0,0-1 0 0 0,0 1 1 0 0,0-1-1 0 0,0 0 1 0 0,0 1-1 0 0,0-1 0 0 0,-1 0 1 0 0,1 1-1 0 0,0-1 0 0 0,0 1 1 0 0,-1-1-1 0 0,1 1 0 0 0,0-1 1 0 0,-1 1-1 0 0,1-1 0 0 0,-1 1 1 0 0,1-1-1 0 0,-1 1 0 0 0,1-1 1 0 0,0 1-1 0 0,-1-1 0 0 0,0 1 1 0 0,1 0-1 0 0,-1-1 0 0 0,1 1 1 0 0,-1 0-1 0 0,1 0 0 0 0,-2-1 1 0 0,1 2-16 0 0,0-1 1 0 0,0 1 0 0 0,0-1-1 0 0,1 1 1 0 0,-1 0-1 0 0,0-1 1 0 0,0 1-1 0 0,0 0 1 0 0,1 0 0 0 0,-1-1-1 0 0,0 1 1 0 0,1 0-1 0 0,-1 0 1 0 0,1 0-1 0 0,-2 2 1 0 0,-15 41-572 0 0,15-32 740 0 0,1 0-1 0 0,0 1 0 0 0,0-1 0 0 0,2 1 0 0 0,2 21 0 0 0,-3-30-209 0 0,1 1 0 0 0,-1-1-1 0 0,1 1 1 0 0,1-1 0 0 0,-1 0 0 0 0,1 0 0 0 0,-1 0-1 0 0,1 0 1 0 0,0 0 0 0 0,0 0 0 0 0,1 0 0 0 0,-1 0-1 0 0,1-1 1 0 0,0 1 0 0 0,0-1 0 0 0,0 0 0 0 0,1 0-1 0 0,-1 0 1 0 0,6 3 0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2.9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9 290 3225 0 0,'-8'0'395'0'0,"14"4"-153"0"0,5-3-253 0 0,0-1 1 0 0,1 1-1 0 0,-1-2 0 0 0,0 0 1 0 0,0 0-1 0 0,16-4 0 0 0,2 0 340 0 0,78-9 648 0 0,522-61 1361 0 0,0 32-522 0 0,978-58-236 0 0,-1271 73-1205 0 0,46 8-1088 0 0,-301 18-70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4.7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12 213 1840 0 0,'-1'1'362'0'0,"0"0"-1"0"0,0 0 0 0 0,0 0 1 0 0,0 1-1 0 0,0-1 0 0 0,0 0 0 0 0,0 0 1 0 0,1 1-1 0 0,-1-1 0 0 0,1 0 0 0 0,-1 1 1 0 0,1-1-1 0 0,-1 0 0 0 0,1 1 1 0 0,0-1-1 0 0,-1 1 0 0 0,1-1 0 0 0,0 1 1 0 0,0-1-1 0 0,0 1 0 0 0,0-1 1 0 0,1 1-1 0 0,-1-1 0 0 0,1 3 0 0 0,0-1 41 0 0,0 0 0 0 0,1 0-1 0 0,-1 0 1 0 0,1-1 0 0 0,0 1-1 0 0,0 0 1 0 0,0-1-1 0 0,0 1 1 0 0,1-1 0 0 0,-1 0-1 0 0,4 3 1 0 0,-1-2-104 0 0,0 1 0 0 0,0-1 1 0 0,0 1-1 0 0,0-2 0 0 0,1 1 0 0 0,0 0 0 0 0,-1-1 1 0 0,1 0-1 0 0,0-1 0 0 0,0 1 0 0 0,0-1 0 0 0,0 0 1 0 0,7 0-1 0 0,-9-1-225 0 0,1-1-1 0 0,-1 0 1 0 0,1 1 0 0 0,-1-1 0 0 0,0 0-1 0 0,0-1 1 0 0,0 1 0 0 0,1-1-1 0 0,-1 0 1 0 0,0 0 0 0 0,-1 0 0 0 0,1-1-1 0 0,0 1 1 0 0,-1-1 0 0 0,1 0-1 0 0,-1 0 1 0 0,4-4 0 0 0,-4 2-59 0 0,0 0 0 0 0,0 1 0 0 0,-1-1 0 0 0,1 0 0 0 0,-1 0-1 0 0,0-1 1 0 0,-1 1 0 0 0,1 0 0 0 0,-1-1 0 0 0,0 1 0 0 0,-1-1 0 0 0,1-6 0 0 0,-1-1-85 0 0,-1-1 1 0 0,0 1-1 0 0,-1 0 1 0 0,0 0-1 0 0,-1 0 0 0 0,0 1 1 0 0,-2-1-1 0 0,1 1 1 0 0,-1-1-1 0 0,-12-19 0 0 0,15 28 29 0 0,-1 1 0 0 0,1-1-1 0 0,-1 1 1 0 0,0-1-1 0 0,0 1 1 0 0,0 0-1 0 0,0 0 1 0 0,0 0 0 0 0,-1 1-1 0 0,1-1 1 0 0,-7-2-1 0 0,8 4 6 0 0,0 0 0 0 0,0 1-1 0 0,0-1 1 0 0,0 1 0 0 0,0 0-1 0 0,0 0 1 0 0,0 0 0 0 0,0 0 0 0 0,0 0-1 0 0,0 0 1 0 0,0 0 0 0 0,0 1-1 0 0,1-1 1 0 0,-1 1 0 0 0,0-1-1 0 0,0 1 1 0 0,0 0 0 0 0,0 0-1 0 0,0-1 1 0 0,1 1 0 0 0,-1 1 0 0 0,0-1-1 0 0,1 0 1 0 0,-1 0 0 0 0,1 1-1 0 0,-1-1 1 0 0,0 2 0 0 0,-5 5-162 0 0,1-1 1 0 0,0 1-1 0 0,1 1 1 0 0,-1-1-1 0 0,2 1 1 0 0,-1 0 0 0 0,1 0-1 0 0,1 0 1 0 0,-6 19-1 0 0,9-25 201 0 0,-1 0 0 0 0,1 0-1 0 0,-1 0 1 0 0,1 1 0 0 0,0-1 0 0 0,0 0-1 0 0,0 0 1 0 0,1 1 0 0 0,-1-1 0 0 0,1 0 0 0 0,0 0-1 0 0,0 0 1 0 0,0 0 0 0 0,2 5 0 0 0,-1-6 83 0 0,-1 0 1 0 0,1 0 0 0 0,0 0-1 0 0,0 0 1 0 0,0-1 0 0 0,0 1-1 0 0,0-1 1 0 0,0 1 0 0 0,0-1-1 0 0,0 1 1 0 0,1-1 0 0 0,-1 0 0 0 0,0 0-1 0 0,1 0 1 0 0,-1-1 0 0 0,1 1-1 0 0,-1-1 1 0 0,1 1 0 0 0,0-1-1 0 0,4 0 1 0 0,-4 0 28 0 0,0 0 0 0 0,0 0-1 0 0,0-1 1 0 0,0 1 0 0 0,-1-1 0 0 0,1 0 0 0 0,0 0 0 0 0,0 0-1 0 0,-1 0 1 0 0,1 0 0 0 0,0 0 0 0 0,-1-1 0 0 0,1 0-1 0 0,-1 1 1 0 0,0-1 0 0 0,0 0 0 0 0,1 0 0 0 0,-1 0 0 0 0,0 0-1 0 0,-1 0 1 0 0,1-1 0 0 0,0 1 0 0 0,-1-1 0 0 0,1 1-1 0 0,-1-1 1 0 0,0 1 0 0 0,0-1 0 0 0,0 0 0 0 0,1-5 0 0 0,0 3-137 0 0,-1 0 0 0 0,0 0 0 0 0,0 0 0 0 0,0 0-1 0 0,0 0 1 0 0,-1-1 0 0 0,0 1 0 0 0,0 0 0 0 0,-1 0 0 0 0,1 0 0 0 0,-1-1 0 0 0,0 1 0 0 0,-1 0 0 0 0,1 0 0 0 0,-1 0 0 0 0,-2-4 0 0 0,-3 36-4611 0 0,6-3 4251 0 0,-4 6 281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6.2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203 0 6913 0 0,'-7'2'435'0'0,"0"0"-1"0"0,1 1 1 0 0,-1 0 0 0 0,1 0-1 0 0,0 0 1 0 0,0 1-1 0 0,0 0 1 0 0,0 0-1 0 0,1 0 1 0 0,0 1-1 0 0,0 0 1 0 0,-7 7-1 0 0,-2 4 511 0 0,1 1 1 0 0,-20 33-1 0 0,24-34-485 0 0,0 0 0 0 0,2 1 0 0 0,0 0 0 0 0,1 0 0 0 0,1 1 0 0 0,0-1 0 0 0,1 1 0 0 0,2 0 0 0 0,-3 35 0 0 0,5-40-308 0 0,1 0 1 0 0,0 0-1 0 0,0 0 1 0 0,2-1-1 0 0,-1 1 1 0 0,1-1-1 0 0,1 1 1 0 0,1-1-1 0 0,-1 0 1 0 0,2-1-1 0 0,0 1 0 0 0,0-1 1 0 0,1 0-1 0 0,14 18 1 0 0,-16-24-153 0 0,0 1 0 0 0,0-1 1 0 0,0-1-1 0 0,1 1 0 0 0,-1 0 0 0 0,1-1 1 0 0,0 0-1 0 0,1-1 0 0 0,-1 0 0 0 0,11 5 1 0 0,-12-7-208 0 0,-1 0 0 0 0,1 0 1 0 0,-1-1-1 0 0,1 1 0 0 0,0-1 0 0 0,-1 0 1 0 0,1 0-1 0 0,-1-1 0 0 0,1 1 0 0 0,0-1 1 0 0,-1 0-1 0 0,1 0 0 0 0,-1-1 1 0 0,0 1-1 0 0,1-1 0 0 0,-1 0 0 0 0,6-4 1 0 0,8-6-1677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6.4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0 3225 0 0,'-26'0'15185'0'0,"26"1"-14948"0"0,3 14-393 0 0,15 36 1719 0 0,3 0 1 0 0,27 49 0 0 0,9 21-1454 0 0,-21-46-3919 0 0,-29-62 2530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6.8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0 224 3225 0 0,'16'-7'343'0'0,"0"0"-1"0"0,-1-1 1 0 0,0-1 0 0 0,16-13 0 0 0,3 0 131 0 0,34-26 544 0 0,-51 34-338 0 0,2 1 1 0 0,0 0-1 0 0,0 1 1 0 0,1 1-1 0 0,0 1 1 0 0,42-14-1 0 0,-61 23-595 0 0,1 1 0 0 0,0-1 0 0 0,0 1 0 0 0,0-1-1 0 0,0 1 1 0 0,0 0 0 0 0,-1 0 0 0 0,1 0 0 0 0,0 0-1 0 0,0 0 1 0 0,0 0 0 0 0,0 0 0 0 0,0 1 0 0 0,0-1-1 0 0,-1 1 1 0 0,1-1 0 0 0,0 1 0 0 0,0 0 0 0 0,-1-1-1 0 0,1 1 1 0 0,0 0 0 0 0,-1 0 0 0 0,1 0 0 0 0,-1 1-1 0 0,1-1 1 0 0,-1 0 0 0 0,1 0 0 0 0,-1 1 0 0 0,0-1-1 0 0,0 1 1 0 0,0-1 0 0 0,2 4 0 0 0,-1 1 8 0 0,0 1 1 0 0,0 0 0 0 0,-1 0-1 0 0,0 0 1 0 0,0 0 0 0 0,-1 0-1 0 0,0 12 1 0 0,0 13 321 0 0,-1-7-255 0 0,1 1 0 0 0,6 44 0 0 0,-5-64-150 0 0,0 0 0 0 0,0-1 1 0 0,1 1-1 0 0,-1-1 0 0 0,1 0 0 0 0,1 0 0 0 0,-1 1 0 0 0,1-1 0 0 0,-1-1 0 0 0,1 1 0 0 0,1 0 0 0 0,-1-1 0 0 0,1 1 0 0 0,-1-1 0 0 0,1 0 0 0 0,1 0 1 0 0,-1-1-1 0 0,6 5 0 0 0,-8-7 75 0 0,-1 0 0 0 0,1 0 0 0 0,0 0 0 0 0,-1-1-1 0 0,1 1 1 0 0,0 0 0 0 0,-1-1 0 0 0,1 1 0 0 0,0-1 0 0 0,0 0 0 0 0,0 1 0 0 0,0-1 0 0 0,-1 0 0 0 0,1 0 0 0 0,0 0 0 0 0,0 0 0 0 0,0-1 0 0 0,0 1 0 0 0,0 0 0 0 0,-1-1 0 0 0,1 1 0 0 0,0-1 0 0 0,3-1 0 0 0,-3 0 30 0 0,1 0 0 0 0,-1 0 0 0 0,0-1 1 0 0,1 1-1 0 0,-1-1 0 0 0,0 1 0 0 0,0-1 1 0 0,-1 1-1 0 0,1-1 0 0 0,-1 0 0 0 0,1 0 1 0 0,1-5-1 0 0,0-3 108 0 0,1-1 0 0 0,-2 0 1 0 0,0 1-1 0 0,0-1 0 0 0,-1 0 0 0 0,0-17 0 0 0,-2 22-176 0 0,1 0 0 0 0,-1 0 0 0 0,-1 1 0 0 0,1-1 0 0 0,-1 0 0 0 0,0 0 0 0 0,-1 1 0 0 0,1-1 0 0 0,-1 1-1 0 0,-1 0 1 0 0,1 0 0 0 0,-1 0 0 0 0,0 0 0 0 0,-8-9 0 0 0,7 11-932 0 0,0 0-1 0 0,1 0 1 0 0,-1 0-1 0 0,-1 1 1 0 0,1 0-1 0 0,-7-4 1 0 0,-5 0-5747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7.0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0 17972 0 0,'-1'1'164'0'0,"0"0"1"0"0,0 0 0 0 0,0 0-1 0 0,0 0 1 0 0,0 1-1 0 0,0-1 1 0 0,0 0-1 0 0,0 0 1 0 0,1 1 0 0 0,-1-1-1 0 0,0 0 1 0 0,1 1-1 0 0,-1-1 1 0 0,1 1-1 0 0,-1-1 1 0 0,1 1 0 0 0,0-1-1 0 0,0 1 1 0 0,-1-1-1 0 0,1 1 1 0 0,0-1-1 0 0,1 4 1 0 0,1 40 266 0 0,-1-39-206 0 0,3 38-10 0 0,2-1 0 0 0,3 0 0 0 0,16 53 0 0 0,-15-70-3456 0 0,19 39 1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7.2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2 191 8754 0 0,'-2'-2'776'0'0,"2"-1"-616"0"0,2 0-160 0 0,-1 0 0 0 0,2 1 1176 0 0,0-2 201 0 0,2-5 47 0 0,5-4 8 0 0,3-5-696 0 0,5-1-127 0 0,1 0-33 0 0,2 0-8 0 0,1 3-1320 0 0,-1 0-265 0 0,3 2-47 0 0,-1 3-16 0 0,0 1 912 0 0,-4 0 168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8.0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29 183 10594 0 0,'-2'0'150'0'0,"1"1"1"0"0,-1-1-1 0 0,1 0 0 0 0,-1 1 0 0 0,1-1 0 0 0,-1 0 0 0 0,1 0 1 0 0,-1 0-1 0 0,0 0 0 0 0,1 0 0 0 0,-1-1 0 0 0,-2 0 0 0 0,4 1-1 0 0,-1 0 0 0 0,-1-2 894 0 0,2 1-895 0 0,-1 1 1 0 0,1 0 0 0 0,0-1 0 0 0,0 1 0 0 0,-1 0 0 0 0,1-1 0 0 0,0 1 0 0 0,0-1 0 0 0,0 1-1 0 0,0-1 1 0 0,0 1 0 0 0,0 0 0 0 0,-1-1 0 0 0,1 1 0 0 0,0-1 0 0 0,0 1 0 0 0,0-1 0 0 0,0 1 0 0 0,1-1-1 0 0,7-22 3869 0 0,3 7-4482 0 0,0 1 534 0 0,1 1 0 0 0,0 0 0 0 0,1 1 0 0 0,28-21 1 0 0,-32 27-1358 0 0,1 0 1 0 0,0 1 0 0 0,1 1 0 0 0,-1 0 0 0 0,13-4 0 0 0,-16 6 611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8.1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44 12899 0 0,'-8'12'576'0'0,"4"-5"112"0"0,1-1-552 0 0,1-2-136 0 0,2-3 0 0 0,2-1 0 0 0,-1-1 0 0 0,2 1-64 0 0,1-3 64 0 0,3-1-784 0 0,4-3-112 0 0,-2-2-17 0 0,4-2-7 0 0,0 0 728 0 0,2 0 192 0 0,-1 3-64 0 0,0-1 64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8.6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33 3681 0 0,'0'0'255'0'0,"1"-1"0"0"0,0 0 1 0 0,-1 0-1 0 0,1 0 0 0 0,-1 1 0 0 0,1-1 1 0 0,-1 0-1 0 0,0 0 0 0 0,1 0 0 0 0,-1 0 1 0 0,0 0-1 0 0,1 0 0 0 0,-1 0 0 0 0,0 0 1 0 0,0 0-1 0 0,0 1 0 0 0,0-1 0 0 0,0 0 1 0 0,0 0-1 0 0,0 0 0 0 0,0 0 0 0 0,-1 0 1 0 0,1 0-1 0 0,0 0 0 0 0,0 0 0 0 0,-1 0 1 0 0,1 0-1 0 0,-1 0 0 0 0,1 1 0 0 0,-1-1 1 0 0,1 0-1 0 0,-1 0 0 0 0,1 1 0 0 0,-2-3 1 0 0,1 3 14 0 0,0 0 0 0 0,0 0 0 0 0,1 0 0 0 0,-1 0 0 0 0,0 0 0 0 0,0 0 0 0 0,1 0 0 0 0,-1 0 0 0 0,0 0 0 0 0,0 0 0 0 0,1 0 0 0 0,-1 1 0 0 0,0-1 0 0 0,0 0 0 0 0,1 0 0 0 0,-1 1 0 0 0,0-1 0 0 0,1 0 0 0 0,-1 1 270 0 0,-1 1-270 0 0,-10 12 514 0 0,6-3-452 0 0,1 0-1 0 0,0 0 1 0 0,1 1 0 0 0,0 0 0 0 0,1 0-1 0 0,0 0 1 0 0,1 0 0 0 0,-1 18-1 0 0,2-2-192 0 0,0 0-1 0 0,6 45 1 0 0,-3-61-89 0 0,1 0 1 0 0,0 0 0 0 0,0 0 0 0 0,1-1-1 0 0,0 0 1 0 0,1 1 0 0 0,1-1 0 0 0,0-1-1 0 0,0 1 1 0 0,1-1 0 0 0,12 14 0 0 0,-15-19-169 0 0,1 0 1 0 0,0-1-1 0 0,1 1 1 0 0,-1-1-1 0 0,1 0 1 0 0,0 0-1 0 0,0-1 1 0 0,0 0-1 0 0,10 4 1 0 0,-11-5-257 0 0,0-1 0 0 0,0 0 0 0 0,0 0 0 0 0,1 0 0 0 0,-1-1 0 0 0,0 0 0 0 0,1 0 0 0 0,-1 0 0 0 0,1-1 0 0 0,-1 1 0 0 0,0-1 0 0 0,0 0 0 0 0,8-3 0 0 0,7-5-1753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8.8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0 9218 0 0,'-2'6'717'0'0,"0"-1"0"0"0,1 1 0 0 0,-1 0-1 0 0,1-1 1 0 0,0 1 0 0 0,1 0 0 0 0,-1 0 0 0 0,1 0 0 0 0,1 8-1 0 0,8 59 4009 0 0,-4-46-4142 0 0,2 17-738 0 0,20 63 1 0 0,-22-90-939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9.1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77 13827 0 0,'1'0'73'0'0,"-1"1"0"0"0,1-1 1 0 0,0 1-1 0 0,-1-1 0 0 0,1 1 0 0 0,-1-1 0 0 0,1 0 1 0 0,0 1-1 0 0,-1-1 0 0 0,1 0 0 0 0,0 0 1 0 0,-1 1-1 0 0,1-1 0 0 0,0 0 0 0 0,-1 0 0 0 0,1 0 1 0 0,0 0-1 0 0,-1 0 0 0 0,1 0 0 0 0,0 0 1 0 0,0 0-1 0 0,-1 0 0 0 0,1 0 0 0 0,0 0 0 0 0,-1-1 1 0 0,1 1-1 0 0,0 0 0 0 0,0-1 0 0 0,29-5 1089 0 0,-26 5-821 0 0,121-36 1078 0 0,-46 13-8410 0 0,-70 23 5960 0 0,-8 1 987 0 0,-1 0 1 0 0,1 0 0 0 0,0 0-1 0 0,-1 0 1 0 0,1 0-1 0 0,0 0 1 0 0,-1-1-1 0 0,1 1 1 0 0,0 0 0 0 0,-1 0-1 0 0,1 0 1 0 0,-1-1-1 0 0,1 1 1 0 0,0 0 0 0 0,-1-1-1 0 0,1 1 1 0 0,-1 0-1 0 0,1-1 1 0 0,-1 1 0 0 0,1-1-1 0 0,2-5 44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9.3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0 10138 0 0,'-7'42'6267'0'0,"7"29"-2764"0"0,1-52-2475 0 0,1 30 232 0 0,15 95-1 0 0,-11-118-1890 0 0,0-1 0 0 0,20 48 0 0 0,-14-49-7104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29.6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165 43 10594 0 0,'-3'-5'540'0'0,"0"1"-1"0"0,-1-1 1 0 0,1 1 0 0 0,-1 0-1 0 0,0 0 1 0 0,0 0 0 0 0,-5-3-1 0 0,8 6-459 0 0,0 0 0 0 0,0 1-1 0 0,0-1 1 0 0,-1 1 0 0 0,1-1-1 0 0,0 1 1 0 0,0 0 0 0 0,-1-1-1 0 0,1 1 1 0 0,0 0 0 0 0,0 0-1 0 0,-1 0 1 0 0,1 0 0 0 0,0 0 0 0 0,-1 0-1 0 0,1 0 1 0 0,0 0 0 0 0,-1 1-1 0 0,1-1 1 0 0,0 1 0 0 0,0-1-1 0 0,0 1 1 0 0,-1-1 0 0 0,1 1-1 0 0,0-1 1 0 0,0 1 0 0 0,0 0 0 0 0,0 0-1 0 0,0 0 1 0 0,0-1 0 0 0,0 1-1 0 0,0 0 1 0 0,0 0 0 0 0,1 0-1 0 0,-1 1 1 0 0,-1 1 0 0 0,-10 14 181 0 0,1 2 0 0 0,1-1 1 0 0,1 1-1 0 0,0 0 0 0 0,2 1 1 0 0,0 0-1 0 0,1 1 0 0 0,1-1 0 0 0,1 1 1 0 0,1 0-1 0 0,0 0 0 0 0,2 0 1 0 0,1 29-1 0 0,1-41-174 0 0,1-1-1 0 0,-1 1 1 0 0,1-1-1 0 0,1 1 1 0 0,0-1 0 0 0,0 0-1 0 0,0 0 1 0 0,1-1 0 0 0,0 1-1 0 0,1-1 1 0 0,0 0-1 0 0,0 0 1 0 0,7 7 0 0 0,-10-11-179 0 0,1 0 1 0 0,0-1 0 0 0,0 1 0 0 0,1-1-1 0 0,-1 1 1 0 0,0-1 0 0 0,1 0 0 0 0,-1-1-1 0 0,1 1 1 0 0,0 0 0 0 0,-1-1 0 0 0,1 0-1 0 0,0 0 1 0 0,0 0 0 0 0,0-1-1 0 0,0 1 1 0 0,0-1 0 0 0,0 0 0 0 0,0 0-1 0 0,0 0 1 0 0,0 0 0 0 0,0-1 0 0 0,-1 0-1 0 0,1 0 1 0 0,0 0 0 0 0,0 0 0 0 0,0 0-1 0 0,-1-1 1 0 0,1 0 0 0 0,3-2 0 0 0,11-6-7128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30.0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70 13363 0 0,'0'1'32'0'0,"0"-1"0"0"0,0 0-1 0 0,0 0 1 0 0,-1 0 0 0 0,1 0 0 0 0,0 0 0 0 0,0 0-1 0 0,0 0 1 0 0,0 0 0 0 0,-1 0 0 0 0,1 0 0 0 0,0 0 0 0 0,0 0-1 0 0,0-1 1 0 0,0 1 0 0 0,-1 0 0 0 0,1 0 0 0 0,0 0 0 0 0,0 0-1 0 0,0 0 1 0 0,0 0 0 0 0,0 0 0 0 0,-1 0 0 0 0,1 0-1 0 0,0 0 1 0 0,0-1 0 0 0,0 1 0 0 0,0 0 0 0 0,0 0 0 0 0,0 0-1 0 0,0 0 1 0 0,-1 0 0 0 0,1-1 0 0 0,0 1 0 0 0,0 0 0 0 0,0 0-1 0 0,0 0 1 0 0,0 0 0 0 0,0-1 0 0 0,0 1 0 0 0,0 0 0 0 0,0 0-1 0 0,0 0 1 0 0,0 0 0 0 0,0-1 0 0 0,0 1 0 0 0,0 0-1 0 0,0 0 1 0 0,0 0 0 0 0,0 0 0 0 0,0-1 0 0 0,0 1 0 0 0,0 0-1 0 0,1 0 1 0 0,-1 0 0 0 0,0 0 0 0 0,0 0 0 0 0,0-1 0 0 0,0 1-1 0 0,12-14 1127 0 0,18-12 473 0 0,-25 23-1429 0 0,0 0 0 0 0,0 0-1 0 0,1 1 1 0 0,-1-1 0 0 0,1 1-1 0 0,0 0 1 0 0,0 1 0 0 0,-1-1 0 0 0,1 1-1 0 0,0 1 1 0 0,0-1 0 0 0,1 1-1 0 0,-1 0 1 0 0,0 0 0 0 0,0 0-1 0 0,11 3 1 0 0,-13-1-154 0 0,-1-1 0 0 0,1 0 0 0 0,-1 1 1 0 0,1-1-1 0 0,-1 1 0 0 0,0 0 0 0 0,0 0 0 0 0,1 0 0 0 0,-2 1 0 0 0,1-1 0 0 0,0 1 0 0 0,0 0 0 0 0,-1-1 1 0 0,1 1-1 0 0,-1 0 0 0 0,0 1 0 0 0,0-1 0 0 0,0 0 0 0 0,-1 1 0 0 0,1-1 0 0 0,-1 1 0 0 0,1-1 0 0 0,-1 1 0 0 0,-1-1 1 0 0,1 1-1 0 0,0 0 0 0 0,0 6 0 0 0,-1 1-27 0 0,-1 0-1 0 0,0-1 1 0 0,0 1-1 0 0,-1-1 1 0 0,-4 14 0 0 0,3-14 53 0 0,1 0 0 0 0,0 0 1 0 0,0 0-1 0 0,1 0 0 0 0,0 19 0 0 0,1-29-66 0 0,0 0-1 0 0,0 1 0 0 0,0-1 0 0 0,0 0 0 0 0,0 1 1 0 0,0-1-1 0 0,0 0 0 0 0,1 1 0 0 0,-1-1 1 0 0,0 0-1 0 0,0 1 0 0 0,0-1 0 0 0,0 0 1 0 0,0 0-1 0 0,0 1 0 0 0,1-1 0 0 0,-1 0 1 0 0,0 1-1 0 0,0-1 0 0 0,0 0 0 0 0,1 0 0 0 0,-1 0 1 0 0,0 1-1 0 0,0-1 0 0 0,1 0 0 0 0,-1 0 1 0 0,0 0-1 0 0,1 1 0 0 0,-1-1 0 0 0,0 0 1 0 0,0 0-1 0 0,1 0 0 0 0,-1 0 0 0 0,0 0 0 0 0,1 0 1 0 0,-1 0-1 0 0,0 0 0 0 0,1 0 0 0 0,-1 0 1 0 0,0 0-1 0 0,1 0 0 0 0,17-9 133 0 0,16-22-1335 0 0,-32 29 822 0 0,13-14-5065 0 0,3-1-1804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30.3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1 112 16588 0 0,'4'-1'283'0'0,"-1"0"1"0"0,0 0 0 0 0,1-1-1 0 0,-1 0 1 0 0,0 1 0 0 0,0-1 0 0 0,4-3-1 0 0,5-2 547 0 0,31-16 483 0 0,-19 8-901 0 0,1 2 0 0 0,1 1 0 0 0,34-11 0 0 0,-57 22-731 0 0,1 0 0 0 0,0 1 0 0 0,0-1 1 0 0,0 1-1 0 0,0-1 0 0 0,0 1 0 0 0,0 1 1 0 0,6 0-1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30.7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87 8290 0 0,'9'0'4318'0'0,"18"-5"-2020"0"0,-21 4-1794 0 0,166-42 5514 0 0,-58 11-8573 0 0,-95 27-4299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31.0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0 17972 0 0,'0'2'152'0'0,"-1"0"-1"0"0,0-1 1 0 0,1 1 0 0 0,-1 0 0 0 0,1 0-1 0 0,-1 0 1 0 0,1-1 0 0 0,0 1 0 0 0,0 0-1 0 0,0 0 1 0 0,0 0 0 0 0,0 0 0 0 0,0-1-1 0 0,0 1 1 0 0,1 0 0 0 0,-1 0-1 0 0,1 2 1 0 0,15 39 561 0 0,-8-23-10 0 0,38 161 1253 0 0,-1-5-2902 0 0,-33-141 406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31.3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133 22 456 0 0,'-2'-2'367'0'0,"1"0"1"0"0,-1 0-1 0 0,0 1 0 0 0,0-1 1 0 0,0 0-1 0 0,0 1 0 0 0,0 0 1 0 0,0-1-1 0 0,0 1 0 0 0,-1 0 1 0 0,1 0-1 0 0,0 0 0 0 0,-1 0 0 0 0,1 1 1 0 0,-1-1-1 0 0,1 1 0 0 0,0-1 1 0 0,-1 1-1 0 0,1 0 0 0 0,-1 0 1 0 0,0 0-1 0 0,1 0 0 0 0,-1 1 1 0 0,1-1-1 0 0,0 1 0 0 0,-1-1 0 0 0,-4 3 1 0 0,3-1 51 0 0,1 0-1 0 0,-1 1 1 0 0,0 0 0 0 0,1 0 0 0 0,0 0 0 0 0,-1 0 0 0 0,1 0 0 0 0,0 1-1 0 0,1 0 1 0 0,-1-1 0 0 0,1 1 0 0 0,0 0 0 0 0,-1 0 0 0 0,2 0 0 0 0,-3 6-1 0 0,1-1-77 0 0,-1 1-1 0 0,2 0 0 0 0,-1 0 0 0 0,2 1 0 0 0,-1-1 1 0 0,1 0-1 0 0,1 1 0 0 0,0-1 0 0 0,0 0 0 0 0,1 1 0 0 0,1-1 1 0 0,-1 0-1 0 0,5 12 0 0 0,-4-17-303 0 0,0 0-1 0 0,0 0 1 0 0,0 0 0 0 0,1 0 0 0 0,-1 0-1 0 0,1-1 1 0 0,1 1 0 0 0,-1-1 0 0 0,0 0-1 0 0,1 0 1 0 0,0 0 0 0 0,0 0 0 0 0,0-1-1 0 0,1 1 1 0 0,-1-1 0 0 0,1 0 0 0 0,0-1-1 0 0,-1 1 1 0 0,1-1 0 0 0,0 0 0 0 0,1 0-1 0 0,-1-1 1 0 0,0 1 0 0 0,1-1-1 0 0,-1 0 1 0 0,10 0 0 0 0,-6-1-141 0 0,0 0 0 0 0,0 0 1 0 0,1-1-1 0 0,-1-1 0 0 0,0 1 0 0 0,9-4 0 0 0,13-6-5989 0 0,-10 1-946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39:31.8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67 5529 0 0,'-5'0'1554'0'0,"11"-9"849"0"0,14-10 1100 0 0,-11 13-2991 0 0,0 1-1 0 0,0 0 1 0 0,1 1-1 0 0,0 0 1 0 0,-1 1-1 0 0,1 0 1 0 0,0 1-1 0 0,1 0 0 0 0,-1 0 1 0 0,20 0-1 0 0,-27 2-374 0 0,1 0-1 0 0,-1 0 0 0 0,0 0 1 0 0,1 1-1 0 0,-1-1 1 0 0,1 1-1 0 0,-1 0 0 0 0,0 0 1 0 0,1 0-1 0 0,-1 0 0 0 0,0 1 1 0 0,0-1-1 0 0,0 1 1 0 0,0 0-1 0 0,0 0 0 0 0,-1 0 1 0 0,1 0-1 0 0,0 1 1 0 0,-1-1-1 0 0,0 1 0 0 0,0-1 1 0 0,1 1-1 0 0,-1 0 0 0 0,-1 0 1 0 0,1 0-1 0 0,0 0 1 0 0,-1 0-1 0 0,0 0 0 0 0,1 1 1 0 0,-1-1-1 0 0,0 0 0 0 0,-1 1 1 0 0,1-1-1 0 0,-1 0 1 0 0,1 6-1 0 0,-1 5-156 0 0,-1 0-1 0 0,-3 22 1 0 0,2-25-10 0 0,1 1-1 0 0,0-1 1 0 0,0 0 0 0 0,2 0 0 0 0,1 23-1 0 0,-1-31 27 0 0,0 0-1 0 0,0-1 1 0 0,0 1-1 0 0,0 0 1 0 0,1 0-1 0 0,-1-1 1 0 0,1 1-1 0 0,-1-1 1 0 0,1 1-1 0 0,0-1 1 0 0,0 0-1 0 0,0 0 1 0 0,0 0-1 0 0,1 0 0 0 0,-1 0 1 0 0,0 0-1 0 0,1 0 1 0 0,-1-1-1 0 0,1 1 1 0 0,0-1-1 0 0,0 0 1 0 0,-1 0-1 0 0,1 0 1 0 0,0 0-1 0 0,0 0 1 0 0,0-1-1 0 0,3 1 1 0 0,18 3 159 0 0,-16-4-150 0 0,1 2-1 0 0,-1-1 1 0 0,1 1 0 0 0,-1 0-1 0 0,0 1 1 0 0,12 5-1 0 0,-18-7-13 0 0,0 0 0 0 0,-1 1 0 0 0,1-1 0 0 0,0 0 0 0 0,-1 1 0 0 0,1-1 0 0 0,-1 1 0 0 0,0 0 0 0 0,0-1 0 0 0,1 1 0 0 0,-1 0 0 0 0,0 0 0 0 0,0 0 0 0 0,-1 0 0 0 0,1 0 0 0 0,0 0 0 0 0,-1 0 0 0 0,1 0 0 0 0,-1 0 0 0 0,0 0-1 0 0,1 0 1 0 0,-1 0 0 0 0,0 0 0 0 0,0 0 0 0 0,-1 0 0 0 0,1 0 0 0 0,0 1 0 0 0,-1-1 0 0 0,1 0 0 0 0,-1 0 0 0 0,0 0 0 0 0,0 2 0 0 0,-5 8-170 0 0,1 0 0 0 0,-2-1 0 0 0,1 0 0 0 0,-2 0 0 0 0,1 0 1 0 0,-1-1-1 0 0,-1 0 0 0 0,0-1 0 0 0,-18 15 0 0 0,16-13-653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2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12899 0 0,'1'-3'443'0'0,"-1"1"1"0"0,0 0 0 0 0,1 0-1 0 0,-1-1 1 0 0,1 1 0 0 0,0 0-1 0 0,-1 0 1 0 0,1 0 0 0 0,0 0-1 0 0,0 0 1 0 0,1 0 0 0 0,-1 0-1 0 0,0 0 1 0 0,3-2 0 0 0,-4 4-356 0 0,0-1 0 0 0,1 1 0 0 0,-1 0 1 0 0,0 0-1 0 0,1-1 0 0 0,-1 1 0 0 0,0 0 1 0 0,1 0-1 0 0,-1-1 0 0 0,0 1 1 0 0,1 0-1 0 0,-1 0 0 0 0,0 0 0 0 0,1 0 1 0 0,-1 0-1 0 0,1 0 0 0 0,-1 0 0 0 0,0-1 1 0 0,1 1-1 0 0,-1 0 0 0 0,1 0 1 0 0,-1 1-1 0 0,0-1 0 0 0,1 0 0 0 0,-1 0 1 0 0,0 0-1 0 0,1 0 0 0 0,-1 0 0 0 0,1 0 1 0 0,0 1-31 0 0,0 0 0 0 0,0 0 1 0 0,-1 0-1 0 0,1 0 0 0 0,0 0 0 0 0,-1 0 1 0 0,1 0-1 0 0,-1 0 0 0 0,1 1 1 0 0,-1-1-1 0 0,0 0 0 0 0,1 0 0 0 0,-1 0 1 0 0,0 0-1 0 0,0 3 0 0 0,7 62 146 0 0,-2 70 0 0 0,0-1-53 0 0,-1-78-145 0 0,1 17 58 0 0,23 122 1 0 0,-27-190-37 0 0,1 0 1 0 0,-1 0 0 0 0,1 0-1 0 0,1 0 1 0 0,-1 0 0 0 0,1-1-1 0 0,0 1 1 0 0,0-1-1 0 0,1 1 1 0 0,5 5 0 0 0,-7-9 17 0 0,-1-1 0 0 0,1 1 1 0 0,0-1-1 0 0,0 0 1 0 0,0 1-1 0 0,0-1 0 0 0,1 0 1 0 0,-1 0-1 0 0,0-1 1 0 0,0 1-1 0 0,1 0 1 0 0,-1-1-1 0 0,0 1 0 0 0,1-1 1 0 0,-1 0-1 0 0,1 0 1 0 0,-1 0-1 0 0,0 0 0 0 0,1 0 1 0 0,-1 0-1 0 0,0-1 1 0 0,1 1-1 0 0,-1-1 0 0 0,0 0 1 0 0,1 1-1 0 0,-1-1 1 0 0,0 0-1 0 0,0-1 0 0 0,4-1 1 0 0,87-53 490 0 0,-69 39-597 0 0,1 1 0 0 0,1 2 0 0 0,1 0 0 0 0,37-12 0 0 0,-46 20-441 0 0,0 0-1 0 0,1 2 1 0 0,-1 0-1 0 0,1 1 1 0 0,31 0 0 0 0,-28 4-146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2.6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29 383 3681 0 0,'40'-53'9757'0'0,"6"5"-5986"0"0,-26 29-3132 0 0,-1-1 0 0 0,19-27-1 0 0,-23 25 32 0 0,17-33-1 0 0,-28 48-530 0 0,-1 0 0 0 0,0 0-1 0 0,-1-1 1 0 0,1 1 0 0 0,-1-1 0 0 0,-1 1-1 0 0,1-1 1 0 0,-1 0 0 0 0,-1-10-1 0 0,1 17-125 0 0,-1-1 0 0 0,0 1 0 0 0,-1 0-1 0 0,1-1 1 0 0,0 1 0 0 0,0 0 0 0 0,0-1-1 0 0,-1 1 1 0 0,1 0 0 0 0,-1 0 0 0 0,1-1-1 0 0,-1 1 1 0 0,1 0 0 0 0,-1 0 0 0 0,0 0-1 0 0,0 0 1 0 0,1 0 0 0 0,-1 0 0 0 0,0 0-1 0 0,0 0 1 0 0,0 0 0 0 0,0 0 0 0 0,0 0-1 0 0,0 1 1 0 0,0-1 0 0 0,-1 0 0 0 0,1 1-1 0 0,0-1 1 0 0,0 1 0 0 0,0-1 0 0 0,-1 1 0 0 0,1-1-1 0 0,0 1 1 0 0,-1 0 0 0 0,1 0 0 0 0,0 0-1 0 0,-1 0 1 0 0,1 0 0 0 0,0 0 0 0 0,-1 0-1 0 0,1 0 1 0 0,0 0 0 0 0,0 1 0 0 0,-1-1-1 0 0,-1 1 1 0 0,-3 1-16 0 0,0 0 0 0 0,-1 0 0 0 0,1 1-1 0 0,0 0 1 0 0,1 0 0 0 0,-1 0 0 0 0,-10 9 0 0 0,-1 4-77 0 0,1 1 0 0 0,1 1 0 0 0,0 0 0 0 0,1 1 0 0 0,1 0 0 0 0,1 1 0 0 0,1 1 0 0 0,0 0 0 0 0,2 0 0 0 0,-11 35 0 0 0,19-50 56 0 0,-1 0-1 0 0,1 0 1 0 0,0 1 0 0 0,0-1 0 0 0,1 0 0 0 0,0 1 0 0 0,0-1 0 0 0,1 0 0 0 0,-1 0 0 0 0,1 1 0 0 0,1-1-1 0 0,-1 0 1 0 0,1 0 0 0 0,4 10 0 0 0,-3-11-17 0 0,0 0-1 0 0,0-1 0 0 0,0 0 1 0 0,1 0-1 0 0,0 0 0 0 0,-1 0 1 0 0,1 0-1 0 0,1-1 0 0 0,-1 0 1 0 0,0 0-1 0 0,1 0 1 0 0,0 0-1 0 0,-1-1 0 0 0,1 0 1 0 0,0 0-1 0 0,0 0 0 0 0,10 2 1 0 0,-3-1-371 0 0,0-1 1 0 0,1-1-1 0 0,-1 0 1 0 0,1-1 0 0 0,12-1-1 0 0,10-2-6091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3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113 102 2304 0 0,'11'-6'436'0'0,"41"-30"-725"0"0,-49 33 1165 0 0,1 0 0 0 0,-1 0 0 0 0,0 0 0 0 0,0-1-1 0 0,-1 1 1 0 0,7-10 714 0 0,-9 13-1471 0 0,0 0 0 0 0,0-1 0 0 0,1 1 0 0 0,-1 0 0 0 0,0-1 0 0 0,0 1 0 0 0,0 0 0 0 0,0-1 0 0 0,0 1 0 0 0,0 0 0 0 0,0-1 0 0 0,0 1 0 0 0,0 0 0 0 0,0-1 0 0 0,0 1 1 0 0,0 0-1 0 0,0-1 0 0 0,0 1 0 0 0,0 0 0 0 0,0-1 0 0 0,0 1 0 0 0,0 0 0 0 0,0 0 0 0 0,-2-3 833 0 0,2 3-833 0 0,-14 2 2808 0 0,-16 13-447 0 0,14-5-2175 0 0,0 1 0 0 0,1 1 0 0 0,1 0 0 0 0,0 1 0 0 0,0 0 0 0 0,-18 25 0 0 0,27-32-232 0 0,1-1 1 0 0,0 1-1 0 0,1 0 0 0 0,-1 0 1 0 0,1 1-1 0 0,1-1 1 0 0,-1 0-1 0 0,1 1 0 0 0,0 0 1 0 0,1 0-1 0 0,-1-1 1 0 0,1 1-1 0 0,1 0 1 0 0,-1 0-1 0 0,1 0 0 0 0,0 0 1 0 0,1 0-1 0 0,0 0 1 0 0,0 0-1 0 0,0 0 0 0 0,3 8 1 0 0,-3-13-74 0 0,0 1 0 0 0,0-1 0 0 0,0 0-1 0 0,0 1 1 0 0,0-1 0 0 0,1 0 0 0 0,-1 0 0 0 0,1 0 0 0 0,-1 0 0 0 0,1 0 0 0 0,0-1 0 0 0,0 1 0 0 0,-1 0 0 0 0,5 2 0 0 0,-4-4-1 0 0,-1 1 1 0 0,1 0 0 0 0,-1-1 0 0 0,1 0 0 0 0,-1 1 0 0 0,1-1-1 0 0,0 0 1 0 0,-1 0 0 0 0,1 0 0 0 0,-1 0 0 0 0,1 0 0 0 0,0 0 0 0 0,-1 0-1 0 0,1 0 1 0 0,-1-1 0 0 0,1 1 0 0 0,2-1 0 0 0,0-2-1 0 0,1 1 1 0 0,-1 0 0 0 0,0-1 0 0 0,0 0-1 0 0,0 0 1 0 0,0 0 0 0 0,0-1-1 0 0,-1 1 1 0 0,0-1 0 0 0,1 0-1 0 0,-1 0 1 0 0,4-8 0 0 0,18-42 243 0 0,7-14 355 0 0,-30 64-565 0 0,1-1 0 0 0,0 1 0 0 0,0 0 0 0 0,0 0 0 0 0,1 0 0 0 0,0 1 0 0 0,-1-1 0 0 0,1 1 0 0 0,0 0 0 0 0,1 0 0 0 0,6-4 0 0 0,-10 6-7 0 0,1 1-1 0 0,0-1 1 0 0,-1 0-1 0 0,1 1 1 0 0,0 0-1 0 0,0-1 1 0 0,-1 1-1 0 0,1 0 1 0 0,0 0-1 0 0,0 0 1 0 0,0 0-1 0 0,-1 0 1 0 0,1 0-1 0 0,0 0 1 0 0,0 1-1 0 0,0-1 1 0 0,-1 1-1 0 0,1-1 1 0 0,0 1-1 0 0,2 1 1 0 0,-1 0-1 0 0,0 0 1 0 0,1 1 0 0 0,-1-1 0 0 0,-1 1-1 0 0,1 0 1 0 0,0 0 0 0 0,-1 0-1 0 0,1 0 1 0 0,1 4 0 0 0,4 5 28 0 0,-2 1 1 0 0,1 1-1 0 0,-2-1 0 0 0,5 16 1 0 0,-5-13-53 0 0,0-1 0 0 0,10 19 1 0 0,-13-30 0 0 0,-1-1 0 0 0,1 0 0 0 0,0 0 0 0 0,0 0 0 0 0,0 0 1 0 0,0-1-1 0 0,0 1 0 0 0,0 0 0 0 0,1-1 0 0 0,0 1 0 0 0,-1-1 1 0 0,1 0-1 0 0,0 0 0 0 0,0 0 0 0 0,0 0 0 0 0,0-1 0 0 0,5 2 1 0 0,-7-3-3 0 0,-1 0 0 0 0,1-1 0 0 0,-1 1 0 0 0,1 0 1 0 0,-1-1-1 0 0,1 1 0 0 0,-1-1 0 0 0,1 1 1 0 0,-1-1-1 0 0,0 1 0 0 0,1-1 0 0 0,-1 1 0 0 0,0-1 1 0 0,0 1-1 0 0,1-1 0 0 0,-1 0 0 0 0,0 1 0 0 0,0-1 1 0 0,0 1-1 0 0,1-1 0 0 0,-1 0 0 0 0,0 1 1 0 0,0-1-1 0 0,0 1 0 0 0,0-2 0 0 0,2-22 44 0 0,-2 21-47 0 0,3-26-151 0 0,0 1 0 0 0,2 0 0 0 0,16-51 0 0 0,-14 61-715 0 0,0 0-1 0 0,1 0 1 0 0,19-29-1 0 0,-8 19-6671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3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11058 0 0,'1'1'216'0'0,"0"0"-1"0"0,-1 0 1 0 0,1-1-1 0 0,0 1 1 0 0,0-1-1 0 0,-1 1 1 0 0,1 0-1 0 0,0-1 1 0 0,0 1-1 0 0,0-1 1 0 0,0 0-1 0 0,0 1 1 0 0,0-1-1 0 0,0 0 1 0 0,0 0-1 0 0,0 1 1 0 0,0-1 0 0 0,0 0-1 0 0,0 0 1 0 0,0 0-1 0 0,0 0 1 0 0,0 0-1 0 0,0 0 1 0 0,0-1-1 0 0,1 1 1 0 0,2-1 335 0 0,-1 0 0 0 0,1-1 0 0 0,0 1 0 0 0,0-1 0 0 0,-1 0 1 0 0,7-4-1 0 0,-4 2-483 0 0,0-1 0 0 0,0 1 0 0 0,-1-1-1 0 0,0 0 1 0 0,0-1 0 0 0,0 1 0 0 0,6-11 0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3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43 456 0 0,'0'15'0'0'0,"8"0"5249"0"0,-2-13-3360 0 0,3 0 175 0 0,6-2 41 0 0,2 0 7 0 0,2-5 0 0 0,1-3-1255 0 0,1-2-249 0 0,-1-2-56 0 0,10-7-5281 0 0,-6-3-1056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3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26 8290 0 0,'-9'-25'10040'0'0,"17"40"-6817"0"0,1 4-3025 0 0,-1 1 1 0 0,-1 0-1 0 0,-1 0 1 0 0,0 1-1 0 0,-2 0 1 0 0,0 0 0 0 0,0 27-1 0 0,-2 15-143 0 0,-9 70 0 0 0,1 49 100 0 0,6-179-130 0 0,0 0 0 0 0,0-1 0 0 0,0 1-1 0 0,0-1 1 0 0,1 1 0 0 0,-1-1 0 0 0,1 1 0 0 0,0-1-1 0 0,-1 0 1 0 0,1 1 0 0 0,0-1 0 0 0,1 0-1 0 0,-1 1 1 0 0,0-1 0 0 0,1 0 0 0 0,1 3-1 0 0,-1-5 5 0 0,-1 1 0 0 0,1 0 0 0 0,-1-1 0 0 0,1 1 0 0 0,-1-1 0 0 0,1 1 0 0 0,0-1 0 0 0,-1 0 0 0 0,1 0 0 0 0,0 1 0 0 0,-1-1 0 0 0,1 0 0 0 0,0 0 0 0 0,-1-1 0 0 0,1 1 0 0 0,-1 0 0 0 0,1-1 0 0 0,0 1 0 0 0,-1-1 0 0 0,1 1 0 0 0,-1-1 0 0 0,1 0 0 0 0,-1 1 0 0 0,1-1 0 0 0,1-2 0 0 0,38-22 401 0 0,61-48-1 0 0,20-14-418 0 0,-56 48-1491 0 0,-38 22-4853 0 0,-7 6-1255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4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0 4609 0 0,'-1'0'307'0'0,"0"0"0"0"0,0 0 0 0 0,0 0-1 0 0,0 0 1 0 0,-1 0 0 0 0,1 1 0 0 0,0-1 0 0 0,0 0 0 0 0,0 1 0 0 0,0-1 0 0 0,1 0-1 0 0,-1 1 1 0 0,0-1 0 0 0,0 1 0 0 0,0 0 0 0 0,0-1 0 0 0,0 1 0 0 0,1 0 0 0 0,-1-1-1 0 0,0 1 1 0 0,0 0 0 0 0,1 0 0 0 0,-1-1 0 0 0,1 1 0 0 0,-1 0 0 0 0,1 0-1 0 0,-1 0 1 0 0,1 0 0 0 0,-1 0 0 0 0,1 0 0 0 0,0 0 0 0 0,-1 0 0 0 0,1 0 0 0 0,0 0-1 0 0,0 0 1 0 0,0 0 0 0 0,0 0 0 0 0,0 0 0 0 0,0 0 0 0 0,0 0 0 0 0,0 0 0 0 0,1 0-1 0 0,-1 1 1 0 0,1 0 0 0 0,0 5 462 0 0,1 0-1 0 0,0 1 1 0 0,0-1-1 0 0,5 9 1 0 0,8 19-247 0 0,-3 0 0 0 0,-1 1-1 0 0,-1 0 1 0 0,-2 1 0 0 0,6 69 0 0 0,-6-70-3621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4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 9218 0 0,'0'1'100'0'0,"0"0"0"0"0,0 0 1 0 0,1 0-1 0 0,-1 0 0 0 0,0-1 0 0 0,0 1 1 0 0,1 0-1 0 0,-1 0 0 0 0,1 0 0 0 0,-1 0 1 0 0,1 0-1 0 0,-1-1 0 0 0,1 1 0 0 0,-1 0 1 0 0,1 0-1 0 0,0-1 0 0 0,-1 1 0 0 0,1 0 1 0 0,0-1-1 0 0,0 1 0 0 0,-1-1 0 0 0,1 1 1 0 0,0-1-1 0 0,0 1 0 0 0,0-1 0 0 0,0 0 1 0 0,0 1-1 0 0,-1-1 0 0 0,1 0 0 0 0,0 0 1 0 0,0 0-1 0 0,0 0 0 0 0,1 1 0 0 0,42 6 4073 0 0,-35-6-3879 0 0,34 3 1189 0 0,0-1 1 0 0,1-2-1 0 0,48-5 0 0 0,-60 1-1585 0 0,0-2-1 0 0,-1-1 1 0 0,0-1 0 0 0,59-23-1 0 0,-65 18-830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4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9674 0 0,'15'16'2925'0'0,"0"0"-1"0"0,-1 1 1 0 0,16 27 0 0 0,-19-24-2068 0 0,-1-1 0 0 0,0 1 1 0 0,7 24-1 0 0,-8-14-782 0 0,-2 1-1 0 0,-1-1 1 0 0,-1 1-1 0 0,-1 0 1 0 0,-1 46-1 0 0,3 8-390 0 0,6-31-2818 0 0,-6-34-4782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5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10594 0 0,'-5'6'10438'0'0,"20"39"-9665"0"0,-2 1-1 0 0,-1 0 0 0 0,7 71 0 0 0,-11-58-715 0 0,28 99 0 0 0,-33-150-37 0 0,0 0 1 0 0,0 0 0 0 0,0-1 0 0 0,1 1 0 0 0,0-1 0 0 0,1 1 0 0 0,-1-1 0 0 0,1-1 0 0 0,6 7 0 0 0,-8-10 3 0 0,-1-1 0 0 0,1 0 0 0 0,-1-1-1 0 0,1 1 1 0 0,-1 0 0 0 0,1-1 0 0 0,0 1-1 0 0,0-1 1 0 0,0 0 0 0 0,0 0 0 0 0,0 0-1 0 0,0 0 1 0 0,0-1 0 0 0,0 1 0 0 0,0-1-1 0 0,1 0 1 0 0,-1 0 0 0 0,0 0 0 0 0,0 0-1 0 0,0-1 1 0 0,0 1 0 0 0,0-1 0 0 0,0 1-1 0 0,0-1 1 0 0,0 0 0 0 0,0-1 0 0 0,4-1-1 0 0,11-7-13 0 0,-1 0-1 0 0,0-2 1 0 0,0 0-1 0 0,-1-1 1 0 0,-1-1-1 0 0,16-18 1 0 0,29-24-2752 0 0,-40 40-5361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5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5 100 4145 0 0,'-1'-1'261'0'0,"0"0"1"0"0,1-1-1 0 0,-1 1 0 0 0,1 0 1 0 0,-1-1-1 0 0,1 1 0 0 0,0 0 1 0 0,-1-1-1 0 0,1 1 0 0 0,0-1 1 0 0,0 1-1 0 0,0 0 0 0 0,0-1 1 0 0,0 1-1 0 0,0-1 0 0 0,1 1 1 0 0,-1 0-1 0 0,0-1 0 0 0,1 1 1 0 0,0-2-1 0 0,1-1 366 0 0,-1 1-1 0 0,1 0 1 0 0,0 0-1 0 0,0 0 1 0 0,1 1-1 0 0,-1-1 1 0 0,1 0-1 0 0,2-2 1 0 0,1 0 172 0 0,1 1 1 0 0,-1-1-1 0 0,1 1 1 0 0,-1 0-1 0 0,1 1 0 0 0,0-1 1 0 0,10-2-1 0 0,-13 5-720 0 0,0 0-1 0 0,0 0 1 0 0,0 0-1 0 0,0 1 1 0 0,0-1-1 0 0,0 1 0 0 0,0 0 1 0 0,0 0-1 0 0,0 0 1 0 0,-1 1-1 0 0,1-1 1 0 0,0 1-1 0 0,0 0 1 0 0,0 0-1 0 0,0 0 0 0 0,-1 1 1 0 0,1-1-1 0 0,0 1 1 0 0,-1 0-1 0 0,1 0 1 0 0,-1 0-1 0 0,0 1 1 0 0,0-1-1 0 0,0 1 1 0 0,0 0-1 0 0,0 0 0 0 0,-1 0 1 0 0,1 0-1 0 0,-1 0 1 0 0,0 0-1 0 0,1 1 1 0 0,-2-1-1 0 0,1 1 1 0 0,0-1-1 0 0,1 8 0 0 0,3 7-75 0 0,-1 0-1 0 0,-2 0 0 0 0,1 1 0 0 0,-2-1 0 0 0,-1 1 0 0 0,0 22 1 0 0,-1-39 12 0 0,-1 0 0 0 0,1 0 1 0 0,0 0-1 0 0,0 0 1 0 0,0 0-1 0 0,0 0 0 0 0,1 0 1 0 0,-1-1-1 0 0,1 1 1 0 0,-1 0-1 0 0,1 0 0 0 0,-1 0 1 0 0,1 0-1 0 0,0 0 1 0 0,0-1-1 0 0,0 1 0 0 0,0 0 1 0 0,0-1-1 0 0,0 1 1 0 0,1-1-1 0 0,-1 1 0 0 0,0-1 1 0 0,1 0-1 0 0,-1 1 1 0 0,4 1-1 0 0,-2-3 23 0 0,0 1 0 0 0,1 0 0 0 0,-1-1 1 0 0,0 0-1 0 0,0 0 0 0 0,1 0 0 0 0,-1 0 0 0 0,0 0 0 0 0,0-1 1 0 0,1 0-1 0 0,-1 1 0 0 0,0-1 0 0 0,0 0 0 0 0,0-1 0 0 0,4-1 0 0 0,26-13-203 0 0,0-2 0 0 0,0-1 0 0 0,29-24 0 0 0,-19 13-2055 0 0,-16 12-5974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8:57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193 86 10594 0 0,'-8'-6'390'0'0,"1"1"0"0"0,-1 0 1 0 0,0 0-1 0 0,-1 1 0 0 0,1 0 0 0 0,-1 0 0 0 0,0 1 0 0 0,0 0 0 0 0,0 1 0 0 0,0 0 0 0 0,-1 0 0 0 0,1 1 0 0 0,-1 0 0 0 0,1 1 1 0 0,0 0-1 0 0,-1 0 0 0 0,1 1 0 0 0,-1 0 0 0 0,-13 4 0 0 0,39-1 1197 0 0,17-2-1178 0 0,76-2 412 0 0,320-9 257 0 0,-24-26-228 0 0,-387 33-1121 0 0,-6 0 43 0 0,1 0 1 0 0,0 1-1 0 0,0 1 1 0 0,0 0-1 0 0,0 0 1 0 0,0 2-1 0 0,19 3 1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8:58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23 298 9674 0 0,'1'-1'379'0'0,"-1"-1"-1"0"0,1 0 1 0 0,-1 0 0 0 0,0 1-1 0 0,1-1 1 0 0,-1 0-1 0 0,0 0 1 0 0,0 1 0 0 0,0-1-1 0 0,-1 0 1 0 0,1 0-1 0 0,0 0 1 0 0,-1 1 0 0 0,1-1-1 0 0,-1 0 1 0 0,1 1-1 0 0,-1-1 1 0 0,0 0 0 0 0,0 1-1 0 0,0-1 1 0 0,0 1-1 0 0,0-1 1 0 0,-2-1 0 0 0,2 0-96 0 0,-1 1 0 0 0,0-1 1 0 0,1 1-1 0 0,0-1 1 0 0,-1 0-1 0 0,1 1 0 0 0,0-1 1 0 0,1 0-1 0 0,-1 0 1 0 0,0 0-1 0 0,1 0 0 0 0,-1-5 1 0 0,4-7-219 0 0,0 1 0 0 0,1 0 1 0 0,0 1-1 0 0,1-1 0 0 0,0 1 0 0 0,2 0 1 0 0,-1 0-1 0 0,2 0 0 0 0,-1 1 0 0 0,2 1 0 0 0,-1-1 1 0 0,13-11-1 0 0,-19 20-63 0 0,1 0 0 0 0,0 0 0 0 0,-1 1 0 0 0,1-1 0 0 0,0 1 0 0 0,1 0 1 0 0,-1-1-1 0 0,0 1 0 0 0,1 1 0 0 0,-1-1 0 0 0,1 0 0 0 0,-1 1 0 0 0,1 0 0 0 0,0 0 0 0 0,-1 0 0 0 0,1 0 0 0 0,0 1 0 0 0,0-1 0 0 0,0 1 1 0 0,0 0-1 0 0,0 0 0 0 0,-1 0 0 0 0,1 1 0 0 0,7 1 0 0 0,-4 0 0 0 0,-1 1 0 0 0,0 0 0 0 0,0 0 0 0 0,-1 1 0 0 0,1 0 0 0 0,-1 0 0 0 0,1 0 0 0 0,-1 0 0 0 0,0 1 0 0 0,-1 0 0 0 0,1 0 0 0 0,-1 0 0 0 0,5 9 0 0 0,13 24 9 0 0,-2 0-1 0 0,-1 2 1 0 0,23 72 0 0 0,-26-67-6 0 0,-13-43-5 0 0,0-13 0 0 0,1-28 0 0 0,-1 8 0 0 0,1 8 70 0 0,1 0 1 0 0,1 1-1 0 0,13-33 1 0 0,-16 48-49 0 0,0-1 1 0 0,1 1-1 0 0,-1 0 0 0 0,1 1 1 0 0,1-1-1 0 0,-1 1 0 0 0,1-1 1 0 0,0 1-1 0 0,1 1 1 0 0,-1-1-1 0 0,1 1 0 0 0,0 0 1 0 0,0 0-1 0 0,8-3 0 0 0,-11 6 11 0 0,-1 1 0 0 0,1 0-1 0 0,0 0 1 0 0,1 0 0 0 0,-1 1-1 0 0,0-1 1 0 0,0 1 0 0 0,0-1-1 0 0,0 1 1 0 0,0 0 0 0 0,1 0-1 0 0,-1 0 1 0 0,0 1 0 0 0,0-1-1 0 0,0 1 1 0 0,0 0 0 0 0,0 0-1 0 0,0 0 1 0 0,0 0 0 0 0,0 1-1 0 0,0-1 1 0 0,0 1 0 0 0,-1-1-1 0 0,1 1 1 0 0,-1 0 0 0 0,1 0-1 0 0,-1 0 1 0 0,0 0 0 0 0,1 1-1 0 0,1 3 1 0 0,7 8-36 0 0,-1 0-1 0 0,-1 1 1 0 0,0 0 0 0 0,9 23 0 0 0,-5-10-179 0 0,0-2 178 0 0,-8-15-8 0 0,0 0 1 0 0,1 0-1 0 0,0-1 0 0 0,1 0 0 0 0,9 11 1 0 0,-18-25 6 0 0,2-1 0 0 0,-1 1 0 0 0,0-1 0 0 0,1 0 0 0 0,0 0 0 0 0,0 1 0 0 0,1-1 0 0 0,-1 0 0 0 0,2-5 0 0 0,-1 7 1 0 0,1-10 15 0 0,1-1 0 0 0,1 2 0 0 0,0-1-1 0 0,0 0 1 0 0,1 1 0 0 0,1 0 0 0 0,0 0 0 0 0,1 1-1 0 0,0-1 1 0 0,1 1 0 0 0,0 1 0 0 0,11-12-1 0 0,-14 18 6 0 0,0-1-1 0 0,0 1 0 0 0,0 0 0 0 0,1 0 0 0 0,-1 1 0 0 0,1 0 0 0 0,0 0 0 0 0,0 0 0 0 0,0 0 0 0 0,0 1 0 0 0,10-3 0 0 0,-10 5-1 0 0,-1-1 1 0 0,0 1-1 0 0,0 0 0 0 0,0 0 1 0 0,1 1-1 0 0,-1-1 0 0 0,0 1 1 0 0,0 0-1 0 0,0 1 0 0 0,0-1 1 0 0,0 1-1 0 0,0 0 0 0 0,-1 0 0 0 0,1 0 1 0 0,0 1-1 0 0,5 4 0 0 0,-4-2-4 0 0,-1 0 0 0 0,0 0 0 0 0,0 0-1 0 0,0 1 1 0 0,-1 0 0 0 0,1 0-1 0 0,-1 0 1 0 0,-1 0 0 0 0,1 1-1 0 0,-1 0 1 0 0,0-1 0 0 0,-1 1 0 0 0,0 0-1 0 0,0 0 1 0 0,0 1 0 0 0,1 12-1 0 0,0 12-96 0 0,-1 0 0 0 0,-4 47-1 0 0,1-64 28 0 0,-4 42-2642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8:58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27 109 2761 0 0,'-27'13'11659'0'0,"41"-16"-9354"0"0,69-19-1134 0 0,99-13 0 0 0,89 4 2065 0 0,-115 14-2486 0 0,-44 7-653 0 0,165 6 0 0 0,112 37 20 0 0,-380-32-277 0 0,3 0-622 0 0,0 1 1 0 0,0 0 0 0 0,20 7 0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8:59.1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55 6849 0 0,'-2'2'11825'0'0,"6"10"-9500"0"0,14 16-1926 0 0,17 3 319 0 0,-33-30-692 0 0,0 1 0 0 0,0 0-1 0 0,1-1 1 0 0,-1 0 0 0 0,1 0 0 0 0,-1 1 0 0 0,1-2 0 0 0,-1 1 0 0 0,1 0 0 0 0,0 0 0 0 0,-1-1 0 0 0,1 1-1 0 0,0-1 1 0 0,0 0 0 0 0,2 0 0 0 0,-4 0-22 0 0,0-1-1 0 0,-1 1 1 0 0,1-1-1 0 0,0 1 1 0 0,-1-1-1 0 0,1 1 1 0 0,0-1-1 0 0,-1 0 1 0 0,1 1-1 0 0,-1-1 1 0 0,1 0-1 0 0,-1 1 1 0 0,1-1-1 0 0,-1 0 0 0 0,0 1 1 0 0,1-1-1 0 0,-1 0 1 0 0,0 0-1 0 0,0 0 1 0 0,1 1-1 0 0,-1-1 1 0 0,0 0-1 0 0,0 0 1 0 0,0 0-1 0 0,0 1 1 0 0,0-1-1 0 0,0 0 1 0 0,0 0-1 0 0,0 0 1 0 0,-1 0-1 0 0,1 1 1 0 0,0-1-1 0 0,-1-1 1 0 0,-8-35 27 0 0,7 30-26 0 0,-2-10 108 0 0,3 12-80 0 0,0 0 1 0 0,0 0 0 0 0,0 1 0 0 0,-1-1-1 0 0,1 0 1 0 0,-1 1 0 0 0,-1-1 0 0 0,1 1-1 0 0,0-1 1 0 0,-5-4 0 0 0,7 9-21 0 0,-1 0 0 0 0,1 0 1 0 0,-1 0-1 0 0,0 0 0 0 0,1 0 1 0 0,-1 1-1 0 0,0-1 0 0 0,1 0 0 0 0,-1 0 1 0 0,1 0-1 0 0,-1 1 0 0 0,0-1 0 0 0,1 0 1 0 0,-1 1-1 0 0,1-1 0 0 0,-1 0 1 0 0,1 1-1 0 0,-1-1 0 0 0,1 0 0 0 0,0 1 1 0 0,-1-1-1 0 0,1 1 0 0 0,-1-1 0 0 0,1 1 1 0 0,0-1-1 0 0,-1 1 0 0 0,1 0 1 0 0,0-1-1 0 0,0 1 0 0 0,-1-1 0 0 0,1 2 1 0 0,-14 23-120 0 0,13-22 154 0 0,-3 5-814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0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1 479 5065 0 0,'8'-2'613'0'0,"0"-1"-1"0"0,0 1 0 0 0,0 0 1 0 0,0 1-1 0 0,1 0 1 0 0,8 0-1 0 0,14-2 1026 0 0,156-24 4592 0 0,97-6-2007 0 0,-190 30-4033 0 0,151 12 0 0 0,-79 0-111 0 0,-161-8-67 0 0,5-1 108 0 0,0 0 1 0 0,1 1 0 0 0,14 4-1 0 0,-23-5-106 0 0,-1 0-1 0 0,1 1 0 0 0,-1-1 1 0 0,1 1-1 0 0,-1-1 1 0 0,1 1-1 0 0,-1-1 0 0 0,1 1 1 0 0,-1 0-1 0 0,0 0 0 0 0,1 0 1 0 0,-1 0-1 0 0,0 0 0 0 0,0 0 1 0 0,0 0-1 0 0,1 0 0 0 0,-1 0 1 0 0,0 1-1 0 0,-1-1 0 0 0,1 0 1 0 0,0 1-1 0 0,0-1 0 0 0,0 1 1 0 0,-1-1-1 0 0,1 1 0 0 0,-1-1 1 0 0,1 1-1 0 0,-1-1 1 0 0,0 4-1 0 0,0-1 0 0 0,-2-13 20 0 0,-3-22 40 0 0,3 18-56 0 0,-1-11 14 0 0,0-1 1 0 0,2 1-1 0 0,1-1 1 0 0,1 1-1 0 0,1 0 1 0 0,6-31-1 0 0,-5 41-10 0 0,0 0 0 0 0,1 0 0 0 0,1 0 0 0 0,0 0 0 0 0,1 1 0 0 0,0 0 0 0 0,1 0 0 0 0,1 0 0 0 0,0 1 0 0 0,0 0 0 0 0,18-18 0 0 0,-22 27-2 0 0,0-1 0 0 0,0 1 1 0 0,0 0-1 0 0,1 0 0 0 0,-1 1 0 0 0,1-1 1 0 0,-1 1-1 0 0,1 0 0 0 0,0 0 0 0 0,0 1 0 0 0,0-1 1 0 0,0 1-1 0 0,0 0 0 0 0,9 0 0 0 0,-11 1 9 0 0,1 0-1 0 0,-1 0 0 0 0,1 1 1 0 0,-1-1-1 0 0,0 1 1 0 0,1 0-1 0 0,-1 0 0 0 0,0 0 1 0 0,0 0-1 0 0,1 0 0 0 0,-1 1 1 0 0,0 0-1 0 0,0 0 0 0 0,-1-1 1 0 0,1 1-1 0 0,0 1 0 0 0,-1-1 1 0 0,1 0-1 0 0,-1 1 0 0 0,1-1 1 0 0,-1 1-1 0 0,3 5 1 0 0,8 16-108 0 0,-1 1 0 0 0,16 47 1 0 0,-20-48 85 0 0,0-2 1 0 0,2 1 0 0 0,0-1-1 0 0,16 23 1 0 0,-17-30-8 0 0,-7-11 0 0 0,0 0-1 0 0,1 0 1 0 0,-1-1-1 0 0,1 1 1 0 0,-1-1-1 0 0,1 1 1 0 0,0-1-1 0 0,0 0 1 0 0,6 4-1 0 0,-1-54-78 0 0,-1 23 113 0 0,1 1 0 0 0,0 0 0 0 0,2 0 0 0 0,1 1 0 0 0,0 1 0 0 0,2-1-1 0 0,1 2 1 0 0,26-32 0 0 0,-37 47-4 0 0,1 1-1 0 0,-1 0 0 0 0,1 1 1 0 0,0-1-1 0 0,0 1 0 0 0,1-1 1 0 0,-1 1-1 0 0,1 0 0 0 0,-1 1 1 0 0,1-1-1 0 0,0 1 1 0 0,0 0-1 0 0,0 0 0 0 0,0 0 1 0 0,10-1-1 0 0,-11 3-15 0 0,0 0 0 0 0,0 0 1 0 0,1 1-1 0 0,-1-1 0 0 0,0 1 0 0 0,0 0 0 0 0,0 0 1 0 0,0 0-1 0 0,0 1 0 0 0,0-1 0 0 0,0 1 0 0 0,0 0 0 0 0,0 0 1 0 0,-1 0-1 0 0,1 1 0 0 0,-1 0 0 0 0,0-1 0 0 0,1 1 1 0 0,-1 0-1 0 0,3 5 0 0 0,20 24-11 0 0,-3 2 0 0 0,37 66 0 0 0,-49-80-3 0 0,-5-10-115 0 0,-1 1 1 0 0,0-1-1 0 0,-1 1 0 0 0,6 23 0 0 0,-9-31 87 0 0,0 1 1 0 0,-1-1-1 0 0,1 1 1 0 0,-1 0-1 0 0,0-1 1 0 0,0 1-1 0 0,0-1 1 0 0,0 1-1 0 0,0-1 0 0 0,-1 1 1 0 0,0-1-1 0 0,0 1 1 0 0,0-1-1 0 0,0 1 1 0 0,0-1-1 0 0,-1 0 1 0 0,1 1-1 0 0,-1-1 1 0 0,0 0-1 0 0,-4 4 0 0 0,6-7 29 0 0,0 1 0 0 0,0-1-1 0 0,0 0 1 0 0,0 0-1 0 0,0 1 1 0 0,0-1-1 0 0,-1 0 1 0 0,1 0 0 0 0,0 0-1 0 0,0 0 1 0 0,0 1-1 0 0,-1-1 1 0 0,1 0-1 0 0,0 0 1 0 0,0 0 0 0 0,0 0-1 0 0,-1 0 1 0 0,1 0-1 0 0,0 1 1 0 0,0-1-1 0 0,-1 0 1 0 0,1 0 0 0 0,0 0-1 0 0,0 0 1 0 0,-1 0-1 0 0,1 0 1 0 0,0 0 0 0 0,-1 0-1 0 0,1 0 1 0 0,0 0-1 0 0,0 0 1 0 0,-1 0-1 0 0,1 0 1 0 0,0-1 0 0 0,0 1-1 0 0,-1 0 1 0 0,1 0-1 0 0,0 0 1 0 0,-1 0-1 0 0,-2-12-37 0 0,5-14-24 0 0,1 9 100 0 0,1 0-1 0 0,1 1 0 0 0,1-1 1 0 0,0 1-1 0 0,2 0 1 0 0,-1 1-1 0 0,2 0 1 0 0,0 0-1 0 0,1 1 1 0 0,0 0-1 0 0,1 0 0 0 0,23-21 1 0 0,-31 33-25 0 0,-1 0 1 0 0,1 1-1 0 0,0-1 1 0 0,-1 0-1 0 0,1 1 1 0 0,0 0-1 0 0,0 0 0 0 0,0 0 1 0 0,0 0-1 0 0,0 0 1 0 0,0 1-1 0 0,1-1 1 0 0,-1 1-1 0 0,0 0 1 0 0,0 0-1 0 0,0 0 1 0 0,1 0-1 0 0,-1 0 0 0 0,0 1 1 0 0,0-1-1 0 0,0 1 1 0 0,0 0-1 0 0,0 0 1 0 0,0 0-1 0 0,0 1 1 0 0,0-1-1 0 0,0 1 1 0 0,-1-1-1 0 0,1 1 0 0 0,-1 0 1 0 0,6 4-1 0 0,6 7 85 0 0,-1 1-1 0 0,0-1 1 0 0,-1 2-1 0 0,13 19 0 0 0,-11-15-69 0 0,-3-5-21 0 0,0 0-1 0 0,-1 1 1 0 0,-1 0-1 0 0,-1 0 0 0 0,0 1 1 0 0,0 1-1 0 0,-2-1 1 0 0,0 1-1 0 0,4 24 0 0 0,-9-40-63 0 0,-1-1-1 0 0,0 0 0 0 0,0 0 0 0 0,0 0 0 0 0,0 1 1 0 0,0-1-1 0 0,1 0 0 0 0,-1 1 0 0 0,0-1 0 0 0,0 0 1 0 0,0 0-1 0 0,0 1 0 0 0,0-1 0 0 0,0 0 0 0 0,0 0 1 0 0,0 1-1 0 0,0-1 0 0 0,0 0 0 0 0,0 1 0 0 0,0-1 0 0 0,0 0 1 0 0,0 0-1 0 0,-1 1 0 0 0,1-1 0 0 0,0 0 0 0 0,0 0 1 0 0,0 1-1 0 0,0-1 0 0 0,0 0 0 0 0,-1 0 0 0 0,1 0 1 0 0,0 1-1 0 0,0-1 0 0 0,0 0 0 0 0,-1 0 0 0 0,1 0 1 0 0,0 1-1 0 0,0-1 0 0 0,0 0 0 0 0,-1 0 0 0 0,1 0 1 0 0,0 0-1 0 0,0 0 0 0 0,-1 0 0 0 0,1 0 0 0 0,0 0 1 0 0,-1 0-1 0 0,1 1 0 0 0,0-1 0 0 0,0 0 0 0 0,-1 0 1 0 0,1 0-1 0 0,0 0 0 0 0,0-1 0 0 0,-1 1 0 0 0,1 0-42 0 0,-1 0 0 0 0,1-1 0 0 0,0 1 0 0 0,0 0 0 0 0,-1-1 0 0 0,1 1 0 0 0,0 0 0 0 0,0-1 0 0 0,0 1 0 0 0,0 0 0 0 0,-1-1-1 0 0,1 1 1 0 0,0-1 0 0 0,0 1 0 0 0,0 0 0 0 0,0-1 0 0 0,0 1 0 0 0,0-1 0 0 0,0 1 0 0 0,0 0 0 0 0,0-1 0 0 0,0 1 0 0 0,0-1 0 0 0,0 1-1 0 0,1 0 1 0 0,-1-1 0 0 0,0 1 0 0 0,0 0 0 0 0,0-1 0 0 0,0 1 0 0 0,1 0 0 0 0,-1-1 0 0 0,0 1 0 0 0,0 0 0 0 0,1-1 0 0 0,-1 1 0 0 0,0 0-1 0 0,0-1 1 0 0,1 1 0 0 0,-1 0 0 0 0,1 0 0 0 0,14-15-1848 0 0,-5 7-18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1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81 210 920 0 0,'-2'1'-137'0'0,"-41"5"6039"0"0,42-6-5509 0 0,-1 0 1 0 0,0 0-1 0 0,1 0 1 0 0,-1 0 0 0 0,0 0-1 0 0,0 0 1 0 0,1 0-1 0 0,-1 0 1 0 0,0-1 0 0 0,1 1-1 0 0,-1-1 1 0 0,0 1-1 0 0,1-1 1 0 0,-1 1-1 0 0,1-1 1 0 0,-1 0 0 0 0,1 0-1 0 0,-1 0 1 0 0,1 0-1 0 0,-2-2 1 0 0,3 2-260 0 0,0 1 1 0 0,0-1-1 0 0,0 0 1 0 0,0 0-1 0 0,0 1 1 0 0,0-1-1 0 0,0 0 1 0 0,1 0-1 0 0,-1 1 1 0 0,0-1-1 0 0,0 0 1 0 0,1 1 0 0 0,-1-1-1 0 0,1 0 1 0 0,-1 1-1 0 0,0-1 1 0 0,1 0-1 0 0,-1 1 1 0 0,1-1-1 0 0,0 1 1 0 0,-1-1-1 0 0,1 1 1 0 0,-1-1-1 0 0,1 1 1 0 0,0 0-1 0 0,-1-1 1 0 0,1 1-1 0 0,0 0 1 0 0,1-1-1 0 0,26-13 1289 0 0,-24 12-1136 0 0,18-8 271 0 0,0 2-1 0 0,1 0 1 0 0,1 2-1 0 0,42-7 1 0 0,102-1-204 0 0,-38 4-46 0 0,-16-5-276 0 0,-33 3 14 0 0,154-2 0 0 0,76 34-46 0 0,-287-14 0 0 0,-21-5 0 0 0,1 1 0 0 0,-1-1 0 0 0,0 0 0 0 0,0-1 0 0 0,0 1 0 0 0,1 0 0 0 0,-1-1 0 0 0,0 0 0 0 0,5 0 0 0 0,-7-1-7 0 0,1-1 0 0 0,-1 0 0 0 0,1 1 0 0 0,-1-1 0 0 0,0 0-1 0 0,1 0 1 0 0,-1 1 0 0 0,0-1 0 0 0,0 0 0 0 0,0 0 0 0 0,-1 0 0 0 0,2-3-1 0 0,7-12-43 0 0,-8 16 33 0 0,5 6 250 0 0,4 11-210 0 0,-6-8-7 0 0,0-1 0 0 0,1 0 0 0 0,0 0 0 0 0,0 0 0 0 0,1-1 0 0 0,9 9 0 0 0,-13-14-13 0 0,0 1 1 0 0,0-1-1 0 0,1 0 0 0 0,-1 1 0 0 0,1-1 1 0 0,-1 0-1 0 0,1 0 0 0 0,-1-1 1 0 0,1 1-1 0 0,0-1 0 0 0,0 1 0 0 0,-1-1 1 0 0,1 0-1 0 0,0 0 0 0 0,-1 0 0 0 0,1 0 1 0 0,0 0-1 0 0,0-1 0 0 0,-1 1 1 0 0,1-1-1 0 0,0 0 0 0 0,-1 1 0 0 0,1-1 1 0 0,-1-1-1 0 0,5-1 0 0 0,-5 1-2 0 0,0 1 0 0 0,0-1 0 0 0,0 0 0 0 0,0 0 0 0 0,0 1 0 0 0,0-1 0 0 0,0 0 0 0 0,-1-1 0 0 0,1 1 0 0 0,-1 0 0 0 0,0 0 0 0 0,1-1 0 0 0,-1 1 0 0 0,0-1 0 0 0,-1 1 0 0 0,1-1 0 0 0,0 1 0 0 0,-1-1 0 0 0,1 0 0 0 0,-1 1 0 0 0,0-1 0 0 0,0 0 0 0 0,0-4 0 0 0,0 3 0 0 0,0-1 0 0 0,-1 1 0 0 0,1-1 0 0 0,-1 1 0 0 0,0-1 0 0 0,-1 1 0 0 0,1-1 0 0 0,-1 1 0 0 0,1 0 0 0 0,-1-1 0 0 0,-1 1 0 0 0,1 0 0 0 0,-4-4 0 0 0,6 8-34 0 0,-1-1 0 0 0,1 0 0 0 0,-1 1-1 0 0,0-1 1 0 0,1 1 0 0 0,-1-1 0 0 0,0 1 0 0 0,0-1-1 0 0,1 1 1 0 0,-1-1 0 0 0,0 1 0 0 0,0 0 0 0 0,0 0-1 0 0,1-1 1 0 0,-1 1 0 0 0,0 0 0 0 0,0 0 0 0 0,0 0-1 0 0,0 0 1 0 0,0 0 0 0 0,1 0 0 0 0,-1 0 0 0 0,0 0-1 0 0,0 0 1 0 0,0 0 0 0 0,0 0 0 0 0,0 1 0 0 0,1-1-1 0 0,-1 0 1 0 0,0 1 0 0 0,0-1 0 0 0,0 1 0 0 0,-1 0-1 0 0,-24 23-3649 0 0,19-16 1684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6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46 10138 0 0,'-19'-46'10386'0'0,"27"68"-9100"0"0,136 286-331 0 0,-138-298-897 0 0,-1 1 0 0 0,2-1 0 0 0,-1-1 0 0 0,1 1 0 0 0,1-1 0 0 0,0 0 0 0 0,16 13 0 0 0,-21-19-39 0 0,0-1 0 0 0,0 1 1 0 0,1-1-1 0 0,-1 0 0 0 0,1-1 1 0 0,-1 1-1 0 0,1 0 0 0 0,0-1 0 0 0,0 0 1 0 0,0 0-1 0 0,-1 0 0 0 0,1 0 0 0 0,0-1 1 0 0,0 0-1 0 0,0 0 0 0 0,0 0 0 0 0,0 0 1 0 0,0 0-1 0 0,0-1 0 0 0,0 0 0 0 0,0 1 1 0 0,0-2-1 0 0,0 1 0 0 0,-1 0 1 0 0,1-1-1 0 0,4-2 0 0 0,12-8 110 0 0,0-2 0 0 0,-1 0 0 0 0,27-27 0 0 0,-26 23-436 0 0,1 0-1 0 0,26-17 1 0 0,-37 30-406 0 0,-1-1 0 0 0,2 1 0 0 0,-1 1 0 0 0,21-7 0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6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0,'2'35'6876'0'0,"24"122"-1626"0"0,10-1-6687 0 0,-31-138-6179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7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31 5529 0 0,'-2'0'524'0'0,"-1"-1"0"0"0,0 1 0 0 0,1-1-1 0 0,-1 0 1 0 0,1 0 0 0 0,-1 0 0 0 0,1-1 0 0 0,-1 1-1 0 0,1 0 1 0 0,0-1 0 0 0,0 0 0 0 0,0 1 0 0 0,-3-4-1 0 0,-10-7 5814 0 0,16 13-6049 0 0,1 1 1 0 0,-1-1-1 0 0,0 0 1 0 0,1 0 0 0 0,-1 1-1 0 0,0-1 1 0 0,0 1-1 0 0,0-1 1 0 0,0 1-1 0 0,0-1 1 0 0,0 3 0 0 0,15 38-76 0 0,-14-36 93 0 0,7 27-185 0 0,-2 0-1 0 0,6 58 1 0 0,6 36-277 0 0,-16-114 192 0 0,1 0-1 0 0,1 0 0 0 0,-1-1 0 0 0,2 1 0 0 0,0-1 1 0 0,0 0-1 0 0,10 13 0 0 0,-14-22 7 0 0,0-1-1 0 0,0 1 0 0 0,0-1 1 0 0,0 1-1 0 0,0-1 1 0 0,0 0-1 0 0,1 0 1 0 0,-1 0-1 0 0,1 0 1 0 0,0 0-1 0 0,-1-1 1 0 0,1 1-1 0 0,0-1 0 0 0,0 0 1 0 0,6 2-1 0 0,-7-3 0 0 0,0 0-1 0 0,1 0 1 0 0,-1 0-1 0 0,0-1 0 0 0,1 1 1 0 0,-1-1-1 0 0,0 1 0 0 0,0-1 1 0 0,0 0-1 0 0,1 0 1 0 0,-1 0-1 0 0,0 0 0 0 0,0 0 1 0 0,0 0-1 0 0,0-1 1 0 0,-1 1-1 0 0,1-1 0 0 0,0 1 1 0 0,-1-1-1 0 0,1 0 1 0 0,-1 0-1 0 0,2-2 0 0 0,44-63 631 0 0,-36 49-840 0 0,1 1 0 0 0,26-29-1 0 0,-33 40-56 0 0,1 1 0 0 0,0 0-1 0 0,0 1 1 0 0,0-1 0 0 0,1 1-1 0 0,-1 0 1 0 0,1 1 0 0 0,0 0 0 0 0,0 0-1 0 0,0 0 1 0 0,13-2 0 0 0,-1 2-838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8.1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92 8754 0 0,'-1'-2'352'0'0,"0"-1"-1"0"0,1 0 1 0 0,-1 0 0 0 0,0 0 0 0 0,1 0 0 0 0,0 0-1 0 0,0 1 1 0 0,0-1 0 0 0,0 0 0 0 0,0 0 0 0 0,0 0-1 0 0,1 0 1 0 0,-1 0 0 0 0,1 0 0 0 0,0 0 0 0 0,1-2-1 0 0,-1 3-126 0 0,0-1 0 0 0,0 1 0 0 0,0 0 0 0 0,0 0 0 0 0,0 0-1 0 0,0 0 1 0 0,0 0 0 0 0,1 0 0 0 0,-1 1 0 0 0,1-1 0 0 0,0 0 0 0 0,-1 1-1 0 0,1-1 1 0 0,0 1 0 0 0,0 0 0 0 0,0-1 0 0 0,0 1 0 0 0,0 0-1 0 0,0 0 1 0 0,4-1 0 0 0,1 1-54 0 0,0-1 0 0 0,0 1-1 0 0,0 1 1 0 0,1-1 0 0 0,-1 1-1 0 0,0 1 1 0 0,0-1 0 0 0,0 1-1 0 0,1 1 1 0 0,-1-1 0 0 0,0 1-1 0 0,0 0 1 0 0,0 1 0 0 0,6 3-1 0 0,-8-3-135 0 0,0 0 0 0 0,0 1 0 0 0,0-1 0 0 0,-1 1-1 0 0,0 1 1 0 0,1-1 0 0 0,-1 0 0 0 0,-1 1-1 0 0,1 0 1 0 0,-1 0 0 0 0,0 0 0 0 0,0 0-1 0 0,0 1 1 0 0,-1-1 0 0 0,0 1 0 0 0,0-1-1 0 0,2 10 1 0 0,-1 2 81 0 0,-1-1-1 0 0,-1 1 1 0 0,0-1-1 0 0,-1 1 1 0 0,-5 31 0 0 0,1 23 137 0 0,4-71-251 0 0,0 0 0 0 0,0 0 1 0 0,0 0-1 0 0,0 1 0 0 0,0-1 0 0 0,0 0 0 0 0,0 0 0 0 0,0 0 1 0 0,0 0-1 0 0,0 0 0 0 0,0 0 0 0 0,0 1 0 0 0,0-1 0 0 0,0 0 1 0 0,0 0-1 0 0,0 0 0 0 0,0 0 0 0 0,0 0 0 0 0,0 0 1 0 0,0 0-1 0 0,0 1 0 0 0,0-1 0 0 0,1 0 0 0 0,-1 0 0 0 0,0 0 1 0 0,0 0-1 0 0,0 0 0 0 0,0 0 0 0 0,0 0 0 0 0,0 0 0 0 0,0 0 1 0 0,1 0-1 0 0,-1 0 0 0 0,0 0 0 0 0,0 0 0 0 0,0 0 0 0 0,0 0 1 0 0,0 0-1 0 0,0 0 0 0 0,1 0 0 0 0,-1 0 0 0 0,0 0 1 0 0,0 0-1 0 0,0 0 0 0 0,0 0 0 0 0,0 0 0 0 0,0 0 0 0 0,1 0 1 0 0,-1 0-1 0 0,0 0 0 0 0,0 0 0 0 0,0 0 0 0 0,10-6 263 0 0,9-10 231 0 0,-19 16-489 0 0,16-15 130 0 0,1 1 0 0 0,0 0 0 0 0,1 2 0 0 0,1 0 0 0 0,0 1 0 0 0,24-11 0 0 0,-27 16-1188 0 0,0 1 0 0 0,27-6 0 0 0,-15 6-7040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9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81 14283 0 0,'0'1'-5'0'0,"-1"-1"0"0"0,1 0 0 0 0,0 0 0 0 0,-1 0-1 0 0,1 0 1 0 0,0 0 0 0 0,-1 1 0 0 0,1-1 0 0 0,0 0 0 0 0,-1 0 0 0 0,1 1 0 0 0,0-1-1 0 0,0 0 1 0 0,-1 0 0 0 0,1 1 0 0 0,0-1 0 0 0,0 0 0 0 0,0 1 0 0 0,-1-1 0 0 0,1 0-1 0 0,0 1 1 0 0,0-1 0 0 0,0 0 0 0 0,0 1 0 0 0,0-1 0 0 0,-1 0 0 0 0,1 1 0 0 0,0-1-1 0 0,0 1 1 0 0,0-1 0 0 0,0 0 0 0 0,0 1 0 0 0,0-1 0 0 0,0 0 0 0 0,1 1 0 0 0,-1-1-1 0 0,0 1 1 0 0,0-1 0 0 0,0 0 0 0 0,0 1 0 0 0,17 8 644 0 0,27-3 939 0 0,193-30 2235 0 0,-44 3-2015 0 0,-34 15-1135 0 0,51-3-4353 0 0,-173 6 370 0 0,-1-3 0 0 0,0-1 0 0 0,57-18 1 0 0,-73 18 3117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09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1 275 5985 0 0,'1'-7'861'0'0,"0"-1"0"0"0,1 0 0 0 0,0 0 0 0 0,1 1 0 0 0,0-1 0 0 0,5-9 0 0 0,2-6 958 0 0,-8 17-1273 0 0,31-69 4927 0 0,-31 70-5238 0 0,1 0 1 0 0,0 0-1 0 0,0 0 0 0 0,1 1 1 0 0,-1-1-1 0 0,1 1 0 0 0,0 0 0 0 0,0 0 1 0 0,0 0-1 0 0,1 1 0 0 0,-1 0 1 0 0,6-4-1 0 0,-8 7-227 0 0,0-1 1 0 0,-1 0-1 0 0,1 1 0 0 0,0-1 1 0 0,0 1-1 0 0,-1 0 0 0 0,1-1 1 0 0,0 1-1 0 0,0 0 0 0 0,0 0 1 0 0,0 0-1 0 0,-1 1 0 0 0,1-1 1 0 0,0 0-1 0 0,0 1 0 0 0,0-1 1 0 0,-1 1-1 0 0,1-1 0 0 0,0 1 1 0 0,-1 0-1 0 0,1 0 0 0 0,0 0 1 0 0,-1 0-1 0 0,1 0 0 0 0,-1 0 1 0 0,1 0-1 0 0,-1 0 1 0 0,0 0-1 0 0,0 1 0 0 0,1-1 1 0 0,-1 1-1 0 0,0-1 0 0 0,0 1 1 0 0,0-1-1 0 0,-1 1 0 0 0,3 3 1 0 0,2 7 16 0 0,0 1 1 0 0,0 0 0 0 0,5 26-1 0 0,-6-22-28 0 0,1-1-10 0 0,0 0 0 0 0,1-1 1 0 0,0 0-1 0 0,16 26 0 0 0,-18-35 8 0 0,0 1 0 0 0,1-1 0 0 0,0 0 0 0 0,0 0 0 0 0,1 0 0 0 0,-1-1 1 0 0,1 0-1 0 0,0 0 0 0 0,1 0 0 0 0,-1-1 0 0 0,1 0 0 0 0,8 4 0 0 0,-12-7 2 0 0,-1-1 1 0 0,1 1-1 0 0,-1 0 0 0 0,0-1 0 0 0,1 0 1 0 0,-1 0-1 0 0,1 0 0 0 0,-1 0 1 0 0,1 0-1 0 0,-1 0 0 0 0,1 0 1 0 0,-1-1-1 0 0,1 0 0 0 0,-1 1 1 0 0,0-1-1 0 0,1 0 0 0 0,-1 0 0 0 0,0 0 1 0 0,0 0-1 0 0,0 0 0 0 0,1-1 1 0 0,-1 1-1 0 0,-1-1 0 0 0,1 0 1 0 0,0 1-1 0 0,0-1 0 0 0,0 0 1 0 0,1-3-1 0 0,7-7-22 0 0,-2-1 1 0 0,0 0-1 0 0,11-23 1 0 0,-8 14 23 0 0,27-60 305 0 0,-28 58-115 0 0,1 0 1 0 0,19-32 0 0 0,-29 54-184 0 0,0 1 0 0 0,0-1-1 0 0,1 0 1 0 0,-1 1 0 0 0,0 0-1 0 0,0-1 1 0 0,1 1 0 0 0,-1 0 0 0 0,1-1-1 0 0,-1 1 1 0 0,1 0 0 0 0,-1 0-1 0 0,1 0 1 0 0,0 1 0 0 0,-1-1 0 0 0,1 0-1 0 0,3 0 1 0 0,-4 1 4 0 0,1 0-1 0 0,-1 0 1 0 0,1 0-1 0 0,-1 0 1 0 0,1 0-1 0 0,-1 1 1 0 0,1-1-1 0 0,-1 0 1 0 0,0 1-1 0 0,1 0 1 0 0,-1-1-1 0 0,1 1 1 0 0,-1 0-1 0 0,0-1 1 0 0,0 1 0 0 0,1 0-1 0 0,0 2 1 0 0,6 4 43 0 0,-1 2 1 0 0,0-1 0 0 0,-1 1 0 0 0,0 0 0 0 0,5 11 0 0 0,3 2-12 0 0,-3-6-60 0 0,1 3-105 0 0,27 31 0 0 0,-36-47 110 0 0,0 1 1 0 0,0-1 0 0 0,1 0 0 0 0,-1 0 0 0 0,1 0-1 0 0,0 0 1 0 0,0 0 0 0 0,0-1 0 0 0,0 0-1 0 0,1 0 1 0 0,-1 0 0 0 0,0 0 0 0 0,1-1-1 0 0,8 2 1 0 0,-11-3 15 0 0,1 0 0 0 0,0 0 1 0 0,0-1-1 0 0,0 1 0 0 0,0-1 0 0 0,0 0 0 0 0,-1 0 0 0 0,1 0 0 0 0,0 0 0 0 0,-1 0 1 0 0,1-1-1 0 0,0 1 0 0 0,-1-1 0 0 0,0 1 0 0 0,1-1 0 0 0,-1 0 0 0 0,0 0 0 0 0,0 0 1 0 0,0 0-1 0 0,0-1 0 0 0,3-3 0 0 0,3-8 34 0 0,1 0 0 0 0,11-29 0 0 0,-2 7-9 0 0,-13 26-17 0 0,2-1 0 0 0,-1 2-1 0 0,1-1 1 0 0,1 1 0 0 0,0 0-1 0 0,16-14 1 0 0,-21 21-7 0 0,-1 0 1 0 0,1 1-1 0 0,-1-1 0 0 0,1 0 1 0 0,0 1-1 0 0,0 0 0 0 0,-1 0 1 0 0,1 0-1 0 0,0 0 0 0 0,0 0 0 0 0,0 0 1 0 0,0 1-1 0 0,0-1 0 0 0,0 1 1 0 0,1 0-1 0 0,-1 0 0 0 0,0 0 0 0 0,0 1 1 0 0,0-1-1 0 0,0 1 0 0 0,0-1 1 0 0,0 1-1 0 0,0 0 0 0 0,0 0 0 0 0,0 0 1 0 0,-1 1-1 0 0,1-1 0 0 0,0 1 1 0 0,-1-1-1 0 0,5 4 0 0 0,3 5 103 0 0,0-1-1 0 0,-1 1 1 0 0,-1 1 0 0 0,1 0-1 0 0,-2 0 1 0 0,1 0 0 0 0,-1 1-1 0 0,6 17 1 0 0,14 19-1889 0 0,5-3-4931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0.7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36 289 6913 0 0,'-35'22'8949'0'0,"62"-25"-5880"0"0,223-28 686 0 0,127 9-3044 0 0,-193 14-607 0 0,-84 2 24 0 0,133 9 0 0 0,252 40 48 0 0,-462-41-144 0 0,-18-2-29 0 0,-1-1 0 0 0,0 2-1 0 0,0-1 1 0 0,1 0 0 0 0,-1 1 0 0 0,0 0 0 0 0,0 0 0 0 0,0 0-1 0 0,0 0 1 0 0,0 1 0 0 0,0-1 0 0 0,0 1 0 0 0,0 0 0 0 0,-1 0-1 0 0,1 1 1 0 0,3 2 0 0 0,-6-4-6 0 0,0-1 0 0 0,1 1-1 0 0,-1 0 1 0 0,0-1 0 0 0,1 1-1 0 0,-1-1 1 0 0,0 1 0 0 0,1-1-1 0 0,-1 0 1 0 0,1 1 0 0 0,-1-1-1 0 0,1 0 1 0 0,-1 0 0 0 0,1 0 0 0 0,-1 0-1 0 0,1 0 1 0 0,-1-1 0 0 0,0 1-1 0 0,1 0 1 0 0,-1-1 0 0 0,1 1-1 0 0,-1-1 1 0 0,0 1 0 0 0,1-1 0 0 0,-1 0-1 0 0,0 1 1 0 0,0-1 0 0 0,1 0-1 0 0,-1 0 1 0 0,0 0 0 0 0,0 0-1 0 0,2-2 1 0 0,3-3-22 0 0,1 0-1 0 0,-1 0 1 0 0,0-1-1 0 0,5-8 1 0 0,-3 1 12 0 0,0-1 0 0 0,0 0 0 0 0,-1 0 0 0 0,6-24 0 0 0,9-18-6 0 0,-22 56 22 0 0,1-1-1 0 0,-1 1 1 0 0,1 0-1 0 0,-1-1 1 0 0,1 1-1 0 0,0 0 1 0 0,0 0-1 0 0,0-1 1 0 0,0 1-1 0 0,0 0 1 0 0,0 0-1 0 0,0 0 1 0 0,0 0-1 0 0,0 0 1 0 0,0 0-1 0 0,0 1 1 0 0,1-1-1 0 0,-1 0 1 0 0,2 0-1 0 0,-2 1 4 0 0,0 0-1 0 0,0 0 1 0 0,1 0-1 0 0,-1 0 1 0 0,0 0-1 0 0,0 0 1 0 0,0 0-1 0 0,0 1 1 0 0,0-1-1 0 0,0 0 1 0 0,0 1-1 0 0,0-1 1 0 0,0 1-1 0 0,0-1 1 0 0,0 1-1 0 0,0-1 1 0 0,0 1-1 0 0,0 0 1 0 0,1 1-1 0 0,3 3 22 0 0,0 1-1 0 0,0 0 1 0 0,-1 0 0 0 0,0 1-1 0 0,6 10 1 0 0,-3-4-35 0 0,0 0 0 0 0,1 0 0 0 0,17 19 0 0 0,-23-29 7 0 0,1 0-1 0 0,-1 0 0 0 0,1-1 1 0 0,0 1-1 0 0,0-1 1 0 0,0 1-1 0 0,0-1 0 0 0,1 0 1 0 0,-1 0-1 0 0,1 0 1 0 0,-1-1-1 0 0,1 1 0 0 0,-1-1 1 0 0,1 0-1 0 0,0 0 1 0 0,0 0-1 0 0,0-1 0 0 0,0 1 1 0 0,6-1-1 0 0,-7-1 4 0 0,-1 1-1 0 0,0-1 0 0 0,1 0 1 0 0,-1 0-1 0 0,0 0 1 0 0,1-1-1 0 0,-1 1 1 0 0,0 0-1 0 0,0-1 1 0 0,0 0-1 0 0,0 1 1 0 0,0-1-1 0 0,0 0 0 0 0,-1 0 1 0 0,1 0-1 0 0,-1 0 1 0 0,2-3-1 0 0,24-42 34 0 0,-22 36-32 0 0,6-14 57 0 0,19-35 280 0 0,-28 57-320 0 0,1-1-1 0 0,-1 1 1 0 0,1-1 0 0 0,-1 1-1 0 0,1 0 1 0 0,0 0 0 0 0,0 0 0 0 0,0 1-1 0 0,1-1 1 0 0,-1 1 0 0 0,1-1 0 0 0,4-1-1 0 0,-7 3-9 0 0,1 1 0 0 0,-1 0-1 0 0,0 0 1 0 0,1-1 0 0 0,-1 1-1 0 0,0 0 1 0 0,1 0 0 0 0,-1 0 0 0 0,1 1-1 0 0,-1-1 1 0 0,0 0 0 0 0,1 0-1 0 0,-1 1 1 0 0,0-1 0 0 0,0 1-1 0 0,1-1 1 0 0,-1 1 0 0 0,0-1 0 0 0,0 1-1 0 0,0 0 1 0 0,0 0 0 0 0,0-1-1 0 0,0 1 1 0 0,0 0 0 0 0,0 0-1 0 0,0 0 1 0 0,0 0 0 0 0,0 0-1 0 0,0 0 1 0 0,-1 1 0 0 0,1-1 0 0 0,0 0-1 0 0,-1 0 1 0 0,2 3 0 0 0,2 6 17 0 0,0 1 0 0 0,0 0 0 0 0,3 14 0 0 0,-2-6 40 0 0,-2-10-60 0 0,1 0 0 0 0,0 0 0 0 0,1-1 0 0 0,0 0 1 0 0,1 0-1 0 0,-1 0 0 0 0,9 8 0 0 0,-11-13-22 0 0,-1 0 0 0 0,1 0 0 0 0,-1-1 0 0 0,1 1 0 0 0,0-1 0 0 0,0 0 0 0 0,0 0 0 0 0,0 0 0 0 0,0 0 0 0 0,0-1 0 0 0,1 1 0 0 0,-1-1 1 0 0,1 1-1 0 0,-1-1 0 0 0,1-1 0 0 0,-1 1 0 0 0,1 0 0 0 0,0-1 0 0 0,-1 0 0 0 0,1 1 0 0 0,7-2 0 0 0,-9 0 8 0 0,0 0-1 0 0,0 0 1 0 0,0 0 0 0 0,0 0 0 0 0,0 0-1 0 0,0-1 1 0 0,0 1 0 0 0,-1-1-1 0 0,1 1 1 0 0,0-1 0 0 0,-1 0 0 0 0,1 1-1 0 0,-1-1 1 0 0,2-3 0 0 0,18-35-150 0 0,-9 17 108 0 0,11-19 129 0 0,-17 29-26 0 0,1 0 0 0 0,0 0 1 0 0,1 1-1 0 0,0 0 0 0 0,1 0 0 0 0,1 1 0 0 0,10-11 1 0 0,-19 21-37 0 0,0 1 0 0 0,-1 0 0 0 0,1-1 1 0 0,0 1-1 0 0,0 0 0 0 0,0-1 0 0 0,-1 1 0 0 0,1 0 1 0 0,0 0-1 0 0,0 0 0 0 0,0 0 0 0 0,0 0 0 0 0,0 0 1 0 0,-1 0-1 0 0,1 0 0 0 0,0 0 0 0 0,0 0 1 0 0,0 0-1 0 0,0 1 0 0 0,-1-1 0 0 0,1 0 0 0 0,0 0 1 0 0,0 1-1 0 0,-1-1 0 0 0,1 1 0 0 0,0-1 0 0 0,0 1 1 0 0,-1-1-1 0 0,1 1 0 0 0,-1-1 0 0 0,1 1 1 0 0,0-1-1 0 0,-1 1 0 0 0,1 0 0 0 0,-1-1 0 0 0,1 1 1 0 0,-1 0-1 0 0,0 0 0 0 0,1-1 0 0 0,-1 1 0 0 0,1 1 1 0 0,18 42 33 0 0,-14-31 28 0 0,16 31-86 0 0,33 48 0 0 0,-32-56-147 0 0,-22-36 126 0 0,1 0 1 0 0,0 0-1 0 0,0 0 0 0 0,0 0 1 0 0,0-1-1 0 0,0 1 0 0 0,0 0 1 0 0,-1 0-1 0 0,1-1 0 0 0,0 1 1 0 0,0-1-1 0 0,0 1 0 0 0,-1-1 1 0 0,1 1-1 0 0,0-1 0 0 0,-1 1 1 0 0,1-1-1 0 0,0 1 0 0 0,-1-1 1 0 0,2-1-1 0 0,22-20-291 0 0,-17 16 134 0 0,75-60-311 0 0,-43 42-6679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1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33 3225 0 0,'-2'-9'10746'0'0,"29"-1"-7441"0"0,-3 5-2551 0 0,1 1 1 0 0,0 1-1 0 0,0 2 1 0 0,30 1-1 0 0,102 16-744 0 0,-11-2 77 0 0,163-2 327 0 0,227 13 1000 0 0,-174-8-835 0 0,-67-5-134 0 0,97-3-253 0 0,-377-8-195 0 0,20 2-87 0 0,-37-4-195 0 0,0 0-1 0 0,0 0 1 0 0,-1-1 0 0 0,1 1 0 0 0,0-1-1 0 0,0 1 1 0 0,0-1 0 0 0,1 0 0 0 0,-1 0 0 0 0,0 0-1 0 0,1 0 1 0 0,-3-3 0 0 0,-11-13-2818 0 0,14 18 3228 0 0,1-1-1 0 0,-1 1 1 0 0,0-1-1 0 0,0 1 1 0 0,0 0-1 0 0,1 0 1 0 0,-1-1-1 0 0,0 1 0 0 0,0 0 1 0 0,0 0-1 0 0,0 0 1 0 0,1 0-1 0 0,-1 0 1 0 0,0 0-1 0 0,0 0 1 0 0,0 0-1 0 0,0 0 1 0 0,0 0-1 0 0,1 1 1 0 0,-1-1-1 0 0,0 0 1 0 0,0 0-1 0 0,0 1 1 0 0,1-1-1 0 0,-1 1 1 0 0,0-1-1 0 0,0 1 1 0 0,0 0-1 0 0,-1 0-83 0 0,0 1-1 0 0,0-1 1 0 0,0 0-1 0 0,1 1 1 0 0,-1 0-1 0 0,0-1 1 0 0,1 1-1 0 0,0 0 1 0 0,-1 0-1 0 0,0 2 1 0 0,0 1-2 0 0,1-1 1 0 0,0 1-1 0 0,1-1 1 0 0,-1 1-1 0 0,1-1 1 0 0,0 1 0 0 0,0 0-1 0 0,0-1 1 0 0,1 1-1 0 0,-1-1 1 0 0,1 1 0 0 0,1-1-1 0 0,1 7 1 0 0,-3-9-29 0 0,1-1 1 0 0,-1 1-1 0 0,1-1 0 0 0,-1 0 1 0 0,1 1-1 0 0,0-1 1 0 0,0 0-1 0 0,-1 1 0 0 0,1-1 1 0 0,0 0-1 0 0,0 0 1 0 0,0 0-1 0 0,0 0 0 0 0,0 0 1 0 0,1 0-1 0 0,-1 0 1 0 0,0 0-1 0 0,0 0 1 0 0,1-1-1 0 0,-1 1 0 0 0,0 0 1 0 0,1-1-1 0 0,-1 1 1 0 0,1-1-1 0 0,-1 1 0 0 0,0-1 1 0 0,1 0-1 0 0,-1 0 1 0 0,1 1-1 0 0,-1-1 0 0 0,1 0 1 0 0,-1-1-1 0 0,1 1 1 0 0,-1 0-1 0 0,1 0 1 0 0,-1-1-1 0 0,1 1 0 0 0,-1 0 1 0 0,1-1-1 0 0,-1 0 1 0 0,0 1-1 0 0,1-1 0 0 0,0-1 1 0 0,1 1-10 0 0,-1-1 1 0 0,0 1-1 0 0,-1-1 1 0 0,1 0-1 0 0,0 0 1 0 0,0 0-1 0 0,-1 0 1 0 0,1 0-1 0 0,-1-1 1 0 0,0 1 0 0 0,0 0-1 0 0,0-1 1 0 0,0 1-1 0 0,0 0 1 0 0,0-1-1 0 0,0 0 1 0 0,-1 1-1 0 0,1-1 1 0 0,-1 1-1 0 0,0-1 1 0 0,0 1-1 0 0,0-1 1 0 0,0 0-1 0 0,0 1 1 0 0,-1-1-1 0 0,0-2 1 0 0,0-3 7 0 0,-1 1 0 0 0,0 0 0 0 0,0 0 1 0 0,0 0-1 0 0,-1 0 0 0 0,0 1 0 0 0,0-1 1 0 0,-5-6-1 0 0,6 10 28 0 0,1 1 1 0 0,-1-1 0 0 0,0 1-1 0 0,0 0 1 0 0,0 0 0 0 0,0-1-1 0 0,0 1 1 0 0,0 1 0 0 0,-1-1-1 0 0,1 0 1 0 0,-1 1-1 0 0,1-1 1 0 0,-6-2 0 0 0,6 4-14 0 0,1 1 0 0 0,-1-1 1 0 0,1 0-1 0 0,-1 0 1 0 0,1 0-1 0 0,-1 1 1 0 0,1-1-1 0 0,-1 1 0 0 0,1-1 1 0 0,0 1-1 0 0,-1 0 1 0 0,1-1-1 0 0,0 1 0 0 0,-1 0 1 0 0,1 0-1 0 0,0 0 1 0 0,0 0-1 0 0,0 0 0 0 0,0 0 1 0 0,0 0-1 0 0,0 0 1 0 0,0 1-1 0 0,0-1 0 0 0,0 0 1 0 0,1 1-1 0 0,-1-1 1 0 0,0 0-1 0 0,0 2 0 0 0,-1 1 8 0 0,0 0-1 0 0,0 0 0 0 0,1 0 0 0 0,-1 0 1 0 0,1 1-1 0 0,0-1 0 0 0,-1 6 0 0 0,2-8-31 0 0,0-1-1 0 0,0 0 0 0 0,0 0 1 0 0,0 0-1 0 0,0 0 0 0 0,0 0 1 0 0,0 0-1 0 0,0 0 0 0 0,0 1 1 0 0,1-1-1 0 0,-1 0 0 0 0,0 0 1 0 0,1 0-1 0 0,-1 0 0 0 0,1 0 1 0 0,-1 0-1 0 0,1 0 0 0 0,0 0 1 0 0,-1 0-1 0 0,1-1 0 0 0,0 1 1 0 0,-1 0-1 0 0,1 0 0 0 0,0 0 1 0 0,0-1-1 0 0,0 1 0 0 0,0 0 1 0 0,0-1-1 0 0,0 1 0 0 0,0-1 0 0 0,0 1 1 0 0,0-1-1 0 0,0 0 0 0 0,1 1 1 0 0,5 0-228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2.1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0,'3'2'566'0'0,"0"0"-1"0"0,-1 0 1 0 0,1 1 0 0 0,0-1 0 0 0,-1 0 0 0 0,1 1-1 0 0,2 4 1 0 0,0-2 201 0 0,10 13-272 0 0,-1 1-1 0 0,0 1 1 0 0,-1 0 0 0 0,-1 0 0 0 0,-1 1-1 0 0,-1 1 1 0 0,14 43 0 0 0,31 165-45 0 0,-55-228-437 0 0,18 146 230 0 0,-14-101-422 0 0,1-1 0 0 0,14 51 1 0 0,-17-93-1035 0 0,-3-9 583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2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4 381 5065 0 0,'-3'-47'955'0'0,"5"-73"0"0"0,-1 102-321 0 0,1 0 1 0 0,2 0-1 0 0,-1 0 1 0 0,2 0-1 0 0,0 1 1 0 0,1 0-1 0 0,9-18 1 0 0,-12 31-354 0 0,0 0-1 0 0,0 0 1 0 0,0 0 0 0 0,0 1 0 0 0,0-1 0 0 0,1 1 0 0 0,-1 0 0 0 0,1 0 0 0 0,0 0 0 0 0,0 1 0 0 0,0-1 0 0 0,0 1 0 0 0,1 0 0 0 0,-1 0 0 0 0,1 0 0 0 0,-1 1 0 0 0,1-1 0 0 0,-1 1 0 0 0,1 0 0 0 0,0 1 0 0 0,0-1 0 0 0,-1 1 0 0 0,11 0 0 0 0,-9 0-103 0 0,0 1 0 0 0,0 0 1 0 0,0 0-1 0 0,-1 0 0 0 0,1 0 1 0 0,0 1-1 0 0,0 0 0 0 0,-1 0 1 0 0,1 1-1 0 0,-1 0 1 0 0,0 0-1 0 0,0 0 0 0 0,0 0 1 0 0,0 1-1 0 0,0 0 0 0 0,-1 0 1 0 0,0 0-1 0 0,1 0 0 0 0,3 6 1 0 0,-7-6-171 0 0,1 0-1 0 0,0 0 1 0 0,-1 0 0 0 0,0 0 0 0 0,0 0-1 0 0,0 0 1 0 0,0 0 0 0 0,-1 0 0 0 0,1 0-1 0 0,-1 0 1 0 0,0 1 0 0 0,0-1 0 0 0,-1 0-1 0 0,1 0 1 0 0,-1 0 0 0 0,0 0 0 0 0,0 0-1 0 0,-1 0 1 0 0,1 0 0 0 0,-4 6 0 0 0,-4 9-59 0 0,0-1-1 0 0,-22 31 1 0 0,25-41 22 0 0,-32 45-102 0 0,21-31 275 0 0,1 0 1 0 0,1 2 0 0 0,-23 48 0 0 0,38-72-122 0 0,-1 1 0 0 0,1-1 0 0 0,0 0 1 0 0,0 1-1 0 0,0-1 0 0 0,-1 1 0 0 0,1-1 0 0 0,0 0 1 0 0,0 1-1 0 0,0-1 0 0 0,0 1 0 0 0,0-1 0 0 0,0 1 1 0 0,0-1-1 0 0,0 0 0 0 0,0 1 0 0 0,0-1 0 0 0,0 1 1 0 0,0-1-1 0 0,0 1 0 0 0,0-1 0 0 0,0 1 0 0 0,0-1 1 0 0,1 0-1 0 0,-1 1 0 0 0,0-1 0 0 0,0 1 0 0 0,1-1 1 0 0,-1 0-1 0 0,0 1 0 0 0,0-1 0 0 0,1 0 0 0 0,-1 1 0 0 0,0-1 1 0 0,1 0-1 0 0,-1 0 0 0 0,0 1 0 0 0,1-1 0 0 0,0 1 1 0 0,22-2 515 0 0,23-15-58 0 0,23-19-213 0 0,-54 26-663 0 0,0 0 0 0 0,1 2 0 0 0,-1-1-1 0 0,2 2 1 0 0,-1 0 0 0 0,1 2 0 0 0,27-6-1 0 0,-15 8-7516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3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15 263 2304 0 0,'-14'7'3832'0'0,"27"-13"1632"0"0,30-15 713 0 0,-26 12-5247 0 0,-1-1-1 0 0,0 0 1 0 0,-1-2-1 0 0,0 0 1 0 0,23-24-1 0 0,-33 32-896 0 0,-2 0 0 0 0,1-1-1 0 0,0 1 1 0 0,-1-1 0 0 0,0 0 0 0 0,0 0 0 0 0,0 0-1 0 0,-1 0 1 0 0,0-1 0 0 0,0 1 0 0 0,0-1 0 0 0,0 1-1 0 0,-1-1 1 0 0,0 1 0 0 0,0-1 0 0 0,-1 0 0 0 0,1 0-1 0 0,-1 1 1 0 0,-1-1 0 0 0,1 0 0 0 0,-1 0 0 0 0,0 1-1 0 0,-2-8 1 0 0,3 12-21 0 0,-1 0 1 0 0,1 0-1 0 0,0 0 0 0 0,0 0 1 0 0,-1 0-1 0 0,1 0 0 0 0,-1 0 1 0 0,1 0-1 0 0,-1 0 0 0 0,1 1 0 0 0,-1-1 1 0 0,0 0-1 0 0,1 0 0 0 0,-1 1 1 0 0,0-1-1 0 0,0 0 0 0 0,0 1 1 0 0,1-1-1 0 0,-1 1 0 0 0,0-1 0 0 0,0 1 1 0 0,0-1-1 0 0,0 1 0 0 0,0 0 1 0 0,0-1-1 0 0,0 1 0 0 0,-2 0 0 0 0,2 0 12 0 0,-1 0-1 0 0,0 1 0 0 0,0-1 1 0 0,0 1-1 0 0,0-1 0 0 0,0 1 0 0 0,0 0 1 0 0,0 0-1 0 0,1 0 0 0 0,-1 0 0 0 0,0 0 1 0 0,1 0-1 0 0,-2 2 0 0 0,-5 4 18 0 0,1 0-1 0 0,0 0 1 0 0,1 1-1 0 0,-9 13 0 0 0,11-16-51 0 0,1 1-1 0 0,0 0 0 0 0,0-1 0 0 0,0 2 0 0 0,1-1 0 0 0,0 0 0 0 0,0 0 1 0 0,0 1-1 0 0,1-1 0 0 0,0 1 0 0 0,0-1 0 0 0,0 1 0 0 0,2 12 1 0 0,0-14-18 0 0,0 1 1 0 0,1-1 0 0 0,-1 0 0 0 0,1 1 0 0 0,1-1 0 0 0,-1 0 0 0 0,1 0-1 0 0,0 0 1 0 0,0-1 0 0 0,0 1 0 0 0,1-1 0 0 0,-1 1 0 0 0,1-1 0 0 0,0 0-1 0 0,0-1 1 0 0,9 7 0 0 0,0-2-221 0 0,0 0 0 0 0,0-1 0 0 0,1-1 0 0 0,0 0 0 0 0,0 0 0 0 0,0-2 0 0 0,1 0 0 0 0,0 0 0 0 0,-1-1 0 0 0,21 1 1 0 0,0-2-1896 0 0,1-1 1 0 0,0-2 0 0 0,43-7-1 0 0,-31 0-2003 0 0,48-14 0 0 0,-2-5 4623 0 0,-40 7 11228 0 0,-69 15-9120 0 0,-17-3-829 0 0,25 7-1669 0 0,1 0 1 0 0,-1 1-1 0 0,1 0 1 0 0,-1-1-1 0 0,1 2 0 0 0,-1-1 1 0 0,1 1-1 0 0,-1 0 1 0 0,1 1-1 0 0,0-1 0 0 0,0 1 1 0 0,0 0-1 0 0,0 1 1 0 0,0 0-1 0 0,0 0 0 0 0,0 0 1 0 0,1 0-1 0 0,-1 1 1 0 0,1 0-1 0 0,0 0 0 0 0,1 0 1 0 0,-1 1-1 0 0,1 0 1 0 0,-1 0-1 0 0,1 0 1 0 0,1 0-1 0 0,-1 1 0 0 0,-4 9 1 0 0,3-6-47 0 0,0 0 0 0 0,1 1-1 0 0,0 0 1 0 0,-3 15 0 0 0,6-23-44 0 0,0 0-1 0 0,1 0 0 0 0,-1 0 0 0 0,1 0 1 0 0,-1 0-1 0 0,1 0 0 0 0,0 0 1 0 0,0 1-1 0 0,0-1 0 0 0,0 0 0 0 0,1 0 1 0 0,-1 0-1 0 0,1 0 0 0 0,-1 0 1 0 0,1 1-1 0 0,-1-1 0 0 0,1 0 0 0 0,0 0 1 0 0,0-1-1 0 0,0 1 0 0 0,0 0 0 0 0,1 0 1 0 0,-1 0-1 0 0,0-1 0 0 0,1 1 1 0 0,-1-1-1 0 0,1 1 0 0 0,2 1 0 0 0,-3-3-5 0 0,0 1 0 0 0,0-1 0 0 0,0 0 0 0 0,0 0 0 0 0,0 1 0 0 0,0-1 0 0 0,0 0 0 0 0,0 0 0 0 0,0 0 0 0 0,0 0-1 0 0,1-1 1 0 0,-1 1 0 0 0,0 0 0 0 0,0 0 0 0 0,0-1 0 0 0,0 1 0 0 0,0 0 0 0 0,0-1 0 0 0,0 1 0 0 0,0-1 0 0 0,0 1-1 0 0,0-1 1 0 0,-1 0 0 0 0,1 1 0 0 0,0-1 0 0 0,1-1 0 0 0,24-27 99 0 0,-19 19-10 0 0,8-7-147 0 0,-6 5 216 0 0,1 1 1 0 0,1-1-1 0 0,0 2 0 0 0,0 0 0 0 0,14-9 1 0 0,-23 17-116 0 0,1 0 1 0 0,0 1 0 0 0,0-1 0 0 0,0 1-1 0 0,0-1 1 0 0,0 1 0 0 0,0 0 0 0 0,0 1 0 0 0,1-1-1 0 0,-1 0 1 0 0,0 1 0 0 0,0 0 0 0 0,1 0-1 0 0,-1 0 1 0 0,0 0 0 0 0,1 0 0 0 0,-1 1-1 0 0,0-1 1 0 0,0 1 0 0 0,1 0 0 0 0,-1 0-1 0 0,0 0 1 0 0,0 0 0 0 0,0 1 0 0 0,0-1 0 0 0,0 1-1 0 0,-1 0 1 0 0,6 4 0 0 0,1 2 30 0 0,-1 1-1 0 0,0-1 1 0 0,11 18 0 0 0,23 24 48 0 0,-40-48-111 0 0,1 1 0 0 0,0-1 1 0 0,1 1-1 0 0,-1-1 1 0 0,0 0-1 0 0,1 0 1 0 0,-1 0-1 0 0,1-1 0 0 0,-1 1 1 0 0,1-1-1 0 0,0 0 1 0 0,0 0-1 0 0,5 1 1 0 0,-8-2 1 0 0,0 0 0 0 0,1-1 0 0 0,-1 1 0 0 0,0 0 0 0 0,1 0 0 0 0,-1-1 0 0 0,0 1 0 0 0,0-1 0 0 0,0 1 0 0 0,0-1 0 0 0,1 1 0 0 0,-1-1 0 0 0,0 0 0 0 0,0 0 0 0 0,0 1 0 0 0,0-1 0 0 0,0 0 0 0 0,-1 0 0 0 0,1 0 0 0 0,0 0 0 0 0,0 0 0 0 0,0 0 0 0 0,-1 0 0 0 0,1 0 0 0 0,-1-1 0 0 0,1 1 0 0 0,-1 0 0 0 0,1 0 0 0 0,-1 0 0 0 0,0-1 0 0 0,1-1 0 0 0,6-46-19 0 0,-6 38 24 0 0,0-8-435 0 0,2 0 1 0 0,0 0-1 0 0,2 0 1 0 0,0 0-1 0 0,0 1 0 0 0,2 0 1 0 0,0 0-1 0 0,2 0 1 0 0,-1 1-1 0 0,18-25 1 0 0,-8 19-7317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3.3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9218 0 0,'1'2'395'0'0,"0"-1"1"0"0,0 1-1 0 0,0-1 0 0 0,0 1 1 0 0,0-1-1 0 0,0 1 0 0 0,0-1 1 0 0,1 0-1 0 0,-1 1 1 0 0,1-1-1 0 0,-1 0 0 0 0,1 0 1 0 0,-1 0-1 0 0,1 0 0 0 0,-1-1 1 0 0,1 1-1 0 0,0 0 0 0 0,0-1 1 0 0,-1 1-1 0 0,1-1 0 0 0,0 1 1 0 0,0-1-1 0 0,2 0 1 0 0,-2 0-181 0 0,0-1 0 0 0,0 1 1 0 0,0-1-1 0 0,0 0 0 0 0,0 0 1 0 0,0 0-1 0 0,-1 0 0 0 0,1 0 1 0 0,0 0-1 0 0,0 0 0 0 0,-1-1 1 0 0,1 1-1 0 0,0 0 0 0 0,-1-1 1 0 0,0 0-1 0 0,3-2 0 0 0,-1-1-349 0 0,1 0-1 0 0,-1-1 1 0 0,0 1-1 0 0,-1 0 0 0 0,1-1 1 0 0,-1 1-1 0 0,0-1 1 0 0,-1 0-1 0 0,1 0 0 0 0,-1 0 1 0 0,0 1-1 0 0,-1-1 1 0 0,0-9-1 0 0,-2 6 112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3.4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 10594 0 0,'1'3'944'0'0,"0"-1"-751"0"0,3 0-193 0 0,-1-1 0 0 0,0-1 64 0 0,1 1-64 0 0,4 2 64 0 0,4 0-64 0 0,6 1 976 0 0,3-4 160 0 0,-1-3 32 0 0,-1-4 8 0 0,2 1-2008 0 0,1-5-408 0 0,2 0-72 0 0,1-3-25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3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17052 0 0,'-1'0'80'0'0,"0"0"1"0"0,0 0 0 0 0,0 0-1 0 0,0 1 1 0 0,0-1 0 0 0,0 0-1 0 0,0 1 1 0 0,0-1 0 0 0,0 1-1 0 0,0-1 1 0 0,0 1 0 0 0,0 0-1 0 0,0-1 1 0 0,0 1 0 0 0,0 0-1 0 0,1 0 1 0 0,-1-1 0 0 0,0 1 0 0 0,1 0-1 0 0,-1 0 1 0 0,0 0 0 0 0,1 0-1 0 0,-1 0 1 0 0,1 0 0 0 0,0 0-1 0 0,-1 0 1 0 0,1 1 0 0 0,-1 2-9 0 0,2 0 0 0 0,-1-1 0 0 0,0 1 0 0 0,1 0 0 0 0,-1-1 1 0 0,1 1-1 0 0,2 3 0 0 0,-1 3 298 0 0,14 47 1169 0 0,-1 0-590 0 0,14 91 1 0 0,-25-110-893 0 0,9 68 210 0 0,-11-96-351 0 0,1 0 0 0 0,0 0 0 0 0,0 0 0 0 0,1 0 1 0 0,0 0-1 0 0,1-1 0 0 0,9 15 0 0 0,-1-10-59 0 0,-5-7-1396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4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31 266 3225 0 0,'-8'-33'-464'0'0,"0"4"1734"0"0,-5-43 0 0 0,12 64-566 0 0,0 1 0 0 0,1-1 0 0 0,0 0 0 0 0,0 1 0 0 0,1-1-1 0 0,0 1 1 0 0,1-1 0 0 0,-1 1 0 0 0,1-1 0 0 0,6-12 0 0 0,-6 17-449 0 0,0 0-1 0 0,0 1 1 0 0,0-1-1 0 0,0 1 1 0 0,1-1-1 0 0,-1 1 1 0 0,1 0-1 0 0,0 0 1 0 0,0 0-1 0 0,0 1 1 0 0,0-1-1 0 0,0 1 1 0 0,0-1-1 0 0,0 1 1 0 0,0 0-1 0 0,0 0 1 0 0,1 0-1 0 0,-1 1 1 0 0,0-1-1 0 0,1 1 1 0 0,-1 0-1 0 0,0 0 1 0 0,1 0-1 0 0,5 1 1 0 0,9 0 280 0 0,-1 2 1 0 0,0 0-1 0 0,23 7 1 0 0,-32-8-417 0 0,1 1 1 0 0,-1 0 0 0 0,0 0 0 0 0,-1 1-1 0 0,1 0 1 0 0,0 1 0 0 0,-1-1 0 0 0,0 1 0 0 0,0 1-1 0 0,-1-1 1 0 0,10 11 0 0 0,-13-13-87 0 0,-1 1 1 0 0,0-1-1 0 0,0 0 1 0 0,0 1 0 0 0,0-1-1 0 0,0 1 1 0 0,-1 0-1 0 0,0-1 1 0 0,0 1-1 0 0,0 0 1 0 0,0 0-1 0 0,0 0 1 0 0,-1 0-1 0 0,0 0 1 0 0,1 0 0 0 0,-2-1-1 0 0,1 1 1 0 0,0 0-1 0 0,-1 0 1 0 0,0 0-1 0 0,1 0 1 0 0,-2 0-1 0 0,1-1 1 0 0,0 1-1 0 0,-1 0 1 0 0,0-1 0 0 0,-2 5-1 0 0,-33 45 280 0 0,24-35-187 0 0,-20 34-1 0 0,30-47-108 0 0,1 0-1 0 0,-1 0 1 0 0,1 0 0 0 0,1 0-1 0 0,-1 0 1 0 0,1 1-1 0 0,0-1 1 0 0,0 1-1 0 0,0-1 1 0 0,1 1-1 0 0,0 10 1 0 0,0-14-8 0 0,1 1 0 0 0,-1-1 0 0 0,1 0-1 0 0,-1 0 1 0 0,1 0 0 0 0,0 0 0 0 0,0 0 0 0 0,0 0 0 0 0,0 0 0 0 0,0 0-1 0 0,0-1 1 0 0,0 1 0 0 0,1 0 0 0 0,-1-1 0 0 0,1 1 0 0 0,-1 0 0 0 0,1-1 0 0 0,0 0-1 0 0,3 3 1 0 0,-1-2 32 0 0,0 0-1 0 0,1 0 1 0 0,-1-1-1 0 0,1 1 1 0 0,0-1 0 0 0,-1 0-1 0 0,1 0 1 0 0,8 0-1 0 0,5-1-8 0 0,0-1-1 0 0,-1 0 1 0 0,32-8-1 0 0,67-24-538 0 0,-67 16-3014 0 0,-23 8-719 0 0,4-2-3118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4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0 3209 0 0,'-7'17'12588'0'0,"1"16"-7454"0"0,1 34-3101 0 0,5-48-1867 0 0,0-1 1 0 0,1 1 0 0 0,1 0-1 0 0,1-1 1 0 0,7 25 0 0 0,-7-32-342 0 0,1 1 0 0 0,0-1 1 0 0,1 0-1 0 0,1-1 0 0 0,0 1 1 0 0,0-1-1 0 0,1 0 0 0 0,0-1 0 0 0,12 14 1 0 0,-13-18-664 0 0,-1-3-9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4.5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0,'8'5'1519'0'0,"0"-1"1"0"0,1 0-1 0 0,17 6 0 0 0,-8-5-940 0 0,1-2 0 0 0,0 0 0 0 0,1-1 0 0 0,-1 0 0 0 0,0-2 0 0 0,38-3-1 0 0,-44 1-1067 0 0,0-1 0 0 0,0 0-1 0 0,-1-1 1 0 0,1 0 0 0 0,-1 0-1 0 0,20-11 1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4.7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0 11058 0 0,'-2'2'154'0'0,"1"0"0"0"0,-1 0 0 0 0,1 0 0 0 0,-1-1 0 0 0,1 2 0 0 0,0-1 0 0 0,0 0 0 0 0,0 0 0 0 0,0 0 0 0 0,0 0 0 0 0,0 1 0 0 0,1-1 0 0 0,-1 0-1 0 0,1 1 1 0 0,0-1 0 0 0,-1 1 0 0 0,1-1 0 0 0,0 0 0 0 0,0 1 0 0 0,1 3 0 0 0,1 7 1280 0 0,1 0 0 0 0,6 21 0 0 0,-3-12-678 0 0,-4-15-343 0 0,28 109 2913 0 0,20 56-2474 0 0,-47-164-968 0 0,-1-1 1 0 0,1 0-1 0 0,1 0 1 0 0,-1 0-1 0 0,1-1 1 0 0,0 1 0 0 0,1-1-1 0 0,-1 0 1 0 0,1 0-1 0 0,1 0 1 0 0,9 7-1 0 0,-2-4 103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5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8290 0 0,'14'19'3430'0'0,"12"61"2647"0"0,1 49-2534 0 0,-6-24-2344 0 0,-8-55-937 0 0,-7-31-481 0 0,-1 1-1 0 0,0 0 1 0 0,-2-1-1 0 0,0 1 1 0 0,0 33 0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5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13 303 4609 0 0,'-5'-22'105'0'0,"2"0"0"0"0,0 0 0 0 0,1-26 0 0 0,8-3 3130 0 0,-5 45-2980 0 0,2-8 912 0 0,0 0 1 0 0,1 0-1 0 0,0 0 0 0 0,13-25 1 0 0,-16 36-984 0 0,0 1 0 0 0,1 0 0 0 0,-1 0 0 0 0,1-1 0 0 0,-1 1-1 0 0,1 0 1 0 0,0 0 0 0 0,0 0 0 0 0,0 0 0 0 0,0 1 0 0 0,0-1 0 0 0,0 1 0 0 0,0-1 0 0 0,1 1 0 0 0,-1 0 0 0 0,0-1 0 0 0,1 1 0 0 0,-1 0 0 0 0,1 1 0 0 0,0-1 0 0 0,-1 0 0 0 0,1 1-1 0 0,-1 0 1 0 0,1-1 0 0 0,0 1 0 0 0,0 0 0 0 0,-1 0 0 0 0,1 1 0 0 0,0-1 0 0 0,-1 0 0 0 0,1 1 0 0 0,-1 0 0 0 0,1-1 0 0 0,2 3 0 0 0,6 0 34 0 0,-1 1 0 0 0,0 1 0 0 0,-1 0 0 0 0,1 0 1 0 0,-1 1-1 0 0,0 0 0 0 0,0 1 0 0 0,13 12 0 0 0,-20-17-203 0 0,1 1-1 0 0,-1 0 1 0 0,0 0-1 0 0,0 0 0 0 0,0 1 1 0 0,0-1-1 0 0,0 0 1 0 0,0 1-1 0 0,-1-1 1 0 0,0 1-1 0 0,0 0 1 0 0,0-1-1 0 0,0 1 1 0 0,-1 0-1 0 0,1-1 1 0 0,-1 1-1 0 0,0 0 1 0 0,0 0-1 0 0,0 0 1 0 0,0-1-1 0 0,-1 1 0 0 0,0 0 1 0 0,0 0-1 0 0,0-1 1 0 0,0 1-1 0 0,0-1 1 0 0,-4 7-1 0 0,-5 7 0 0 0,-1-1-1 0 0,0 0 1 0 0,-1-1-1 0 0,-1-1 1 0 0,-21 20-1 0 0,19-20-13 0 0,1 1 1 0 0,0-1-1 0 0,2 2 1 0 0,-21 32-1 0 0,32-47 2 0 0,0-1 0 0 0,1 1 1 0 0,-1 0-1 0 0,1 0 0 0 0,0 0 0 0 0,-1 0 1 0 0,1-1-1 0 0,0 1 0 0 0,-1 0 0 0 0,1 0 1 0 0,0 0-1 0 0,0 0 0 0 0,0 0 0 0 0,0 0 1 0 0,0 0-1 0 0,0 0 0 0 0,0 0 0 0 0,0 0 1 0 0,0 0-1 0 0,0 0 0 0 0,0 0 0 0 0,1 0 1 0 0,-1-1-1 0 0,0 1 0 0 0,1 0 0 0 0,0 2 1 0 0,0-2 13 0 0,1 0 1 0 0,-1-1 0 0 0,0 1 0 0 0,1 0 0 0 0,-1 0 0 0 0,0-1 0 0 0,1 1 0 0 0,-1-1 0 0 0,1 1 0 0 0,-1-1 0 0 0,1 1 0 0 0,-1-1 0 0 0,1 0 0 0 0,-1 0 0 0 0,3 0 0 0 0,8 0 109 0 0,1-1-1 0 0,0 0 1 0 0,15-4-1 0 0,-22 4-119 0 0,79-20 105 0 0,-55 12-1683 0 0,51-7 0 0 0,-59 14-6053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5.9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53 143 8290 0 0,'-29'8'1351'0'0,"27"-7"-763"0"0,-1 0 0 0 0,1 0 0 0 0,0 0 0 0 0,0 1 0 0 0,0-1 0 0 0,0 0 0 0 0,0 1 0 0 0,0 0 0 0 0,-2 8 3680 0 0,4-10-4192 0 0,11 2 1403 0 0,10-2-480 0 0,-12-1-842 0 0,0-1-1 0 0,-1 0 1 0 0,1 0-1 0 0,-1 0 1 0 0,1-1-1 0 0,-1 0 1 0 0,0-1-1 0 0,0 0 0 0 0,-1 0 1 0 0,1 0-1 0 0,12-12 1 0 0,-17 14-149 0 0,0-1 0 0 0,-1 1-1 0 0,0-1 1 0 0,0 0 0 0 0,1 0 0 0 0,-2 0 0 0 0,1 0 0 0 0,0 0 0 0 0,-1 0 0 0 0,1-1 0 0 0,-1 1-1 0 0,0 0 1 0 0,0-1 0 0 0,0 1 0 0 0,0-1 0 0 0,-1 1 0 0 0,0-1 0 0 0,1 1 0 0 0,-1-1-1 0 0,-1 0 1 0 0,1 1 0 0 0,0-1 0 0 0,-1 1 0 0 0,0-1 0 0 0,0 1 0 0 0,0-1 0 0 0,0 1 0 0 0,0 0-1 0 0,-1-1 1 0 0,1 1 0 0 0,-4-4 0 0 0,4 5 16 0 0,0 1 1 0 0,0-1-1 0 0,0 1 1 0 0,0-1-1 0 0,0 1 0 0 0,0-1 1 0 0,-1 1-1 0 0,1 0 0 0 0,0 0 1 0 0,-1-1-1 0 0,1 1 0 0 0,-4-1 1 0 0,-3 4-8 0 0,5 14-47 0 0,3-15 40 0 0,0-1-1 0 0,1 1 1 0 0,-1 0 0 0 0,0 0-1 0 0,1 0 1 0 0,-1 0-1 0 0,1-1 1 0 0,-1 1 0 0 0,1 0-1 0 0,0-1 1 0 0,-1 1 0 0 0,1 0-1 0 0,-1-1 1 0 0,1 1-1 0 0,0-1 1 0 0,0 1 0 0 0,-1-1-1 0 0,1 1 1 0 0,0-1 0 0 0,0 1-1 0 0,0-1 1 0 0,0 0-1 0 0,-1 0 1 0 0,1 1 0 0 0,0-1-1 0 0,0 0 1 0 0,0 0-1 0 0,0 0 1 0 0,0 0 0 0 0,1 0-1 0 0,0 0-3 0 0,0 1 0 0 0,-1-1 0 0 0,1 0 0 0 0,0 0 0 0 0,0 0 0 0 0,0-1 0 0 0,0 1 0 0 0,-1 0 0 0 0,1-1 0 0 0,0 1 0 0 0,0-1 0 0 0,-1 1 0 0 0,1-1 0 0 0,2-1 0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6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70 1376 0 0,'-29'16'10245'0'0,"27"-21"-9695"0"0,0 1-1 0 0,1 0 1 0 0,-1-1-1 0 0,1 1 0 0 0,0-1 1 0 0,1 0-1 0 0,-1 1 1 0 0,1-1-1 0 0,0 1 1 0 0,0-7-1 0 0,0 10-411 0 0,0 0 0 0 0,0 0-1 0 0,0-1 1 0 0,0 1 0 0 0,1 0-1 0 0,-1 0 1 0 0,0-1 0 0 0,1 1-1 0 0,-1 0 1 0 0,1 0 0 0 0,-1 0-1 0 0,1 0 1 0 0,0-1 0 0 0,-1 1 0 0 0,1 0-1 0 0,0 0 1 0 0,0 1 0 0 0,0-1-1 0 0,0 0 1 0 0,0 0 0 0 0,0 0-1 0 0,0 0 1 0 0,0 1 0 0 0,0-1 0 0 0,0 0-1 0 0,0 1 1 0 0,0-1 0 0 0,1 1-1 0 0,-1 0 1 0 0,0-1 0 0 0,0 1-1 0 0,0 0 1 0 0,1 0 0 0 0,-1-1 0 0 0,0 1-1 0 0,1 0 1 0 0,-1 0 0 0 0,0 1-1 0 0,3-1 1 0 0,-4 0-177 0 0,1 0-1 0 0,0 0 1 0 0,0 0-1 0 0,-1 0 1 0 0,1 0-1 0 0,0 1 1 0 0,0-1-1 0 0,-1 0 1 0 0,1 0 0 0 0,0 1-1 0 0,0-1 1 0 0,-1 0-1 0 0,1 1 1 0 0,0-1-1 0 0,-1 1 1 0 0,1-1 0 0 0,-1 1-1 0 0,1-1 1 0 0,-1 1-1 0 0,1-1 1 0 0,-1 1-1 0 0,1-1 1 0 0,-1 1 0 0 0,1 0-1 0 0,-1-1 1 0 0,1 1-1 0 0,-1 0 1 0 0,0-1-1 0 0,0 1 1 0 0,1 0-1 0 0,-1 0 1 0 0,0 1 0 0 0,0 0-205 0 0,0 0 1 0 0,-1 0 0 0 0,1 1 0 0 0,-1-1-1 0 0,1 0 1 0 0,-1 0 0 0 0,0 0-1 0 0,0 1 1 0 0,0-1 0 0 0,0 0 0 0 0,-2 2-1 0 0,-4 6-951 0 0,0 0-1 0 0,-1-1 0 0 0,-13 13 1 0 0,-35 23-3993 0 0,1-2 2824 0 0,23-10 15356 0 0,39-45-10673 0 0,-4 8-1995 0 0,6-9-183 0 0,0 1 1 0 0,1-1-1 0 0,0 1 1 0 0,1 1-1 0 0,0 0 1 0 0,1 1-1 0 0,1 0 1 0 0,-1 1-1 0 0,1 0 1 0 0,28-13-1 0 0,-17 12 46 0 0,-1 2 0 0 0,1 1-1 0 0,37-7 1 0 0,-56 13-154 0 0,1 0 1 0 0,0 1-1 0 0,0-1 0 0 0,-1 1 0 0 0,1 0 0 0 0,0 0 0 0 0,0 1 0 0 0,0 0 1 0 0,-1 0-1 0 0,1 0 0 0 0,0 1 0 0 0,-1 0 0 0 0,1 0 0 0 0,-1 0 0 0 0,0 1 1 0 0,0-1-1 0 0,0 1 0 0 0,0 1 0 0 0,0-1 0 0 0,0 1 0 0 0,4 4 0 0 0,-6-4-34 0 0,0 0-1 0 0,-1 0 0 0 0,1 1 0 0 0,-1-1 1 0 0,0 1-1 0 0,0 0 0 0 0,-1 0 0 0 0,1-1 1 0 0,-1 1-1 0 0,0 0 0 0 0,0 0 1 0 0,-1 0-1 0 0,0 0 0 0 0,0 0 0 0 0,0 1 1 0 0,-1 7-1 0 0,-3 10-16 0 0,0 0 0 0 0,-11 31 0 0 0,5-18 0 0 0,4-10-24 0 0,0 0 1 0 0,-1 27-1 0 0,6-45 42 0 0,1 0 0 0 0,0-1-1 0 0,0 1 1 0 0,1-1 0 0 0,-1 1 0 0 0,2-1-1 0 0,-1 1 1 0 0,1-1 0 0 0,0 1 0 0 0,1-1-1 0 0,6 13 1 0 0,-7-17 44 0 0,0-1 0 0 0,0 0 1 0 0,0 0-1 0 0,0-1 0 0 0,0 1 0 0 0,0 0 0 0 0,0-1 1 0 0,1 1-1 0 0,-1-1 0 0 0,1 0 0 0 0,-1 1 0 0 0,1-1 1 0 0,-1-1-1 0 0,1 1 0 0 0,0 0 0 0 0,-1-1 0 0 0,1 1 1 0 0,0-1-1 0 0,0 0 0 0 0,-1 0 0 0 0,1 0 1 0 0,0 0-1 0 0,0 0 0 0 0,-1 0 0 0 0,1-1 0 0 0,3-1 1 0 0,10-1 68 0 0,0-2 1 0 0,-1 0-1 0 0,18-8 1 0 0,-25 10-148 0 0,172-79-1719 0 0,-145 66 1145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8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10 12443 0 0,'-1'0'30'0'0,"1"0"1"0"0,0 0 0 0 0,-1 0-1 0 0,1 0 1 0 0,0 0 0 0 0,0 0-1 0 0,-1 0 1 0 0,1 0 0 0 0,0 0-1 0 0,-1 0 1 0 0,1 0 0 0 0,0 0 0 0 0,-1 0-1 0 0,1 0 1 0 0,0 0 0 0 0,0 0-1 0 0,-1 0 1 0 0,1 1 0 0 0,0-1-1 0 0,-1 0 1 0 0,1 0 0 0 0,0 0-1 0 0,0 1 1 0 0,0-1 0 0 0,-1 0-1 0 0,1 0 1 0 0,0 1 0 0 0,0-1-1 0 0,0 0 1 0 0,-1 0 0 0 0,1 1-1 0 0,0-1 1 0 0,0 0 0 0 0,0 0-1 0 0,0 1 1 0 0,0-1 0 0 0,0 0 0 0 0,0 1-1 0 0,11 7-1 0 0,21 4 537 0 0,-4-5 281 0 0,0-2-1 0 0,0 0 1 0 0,0-2 0 0 0,48-1 0 0 0,116-14 1115 0 0,-183 11-1886 0 0,141-19-107 0 0,-51 2-3007 0 0,-93 17 2685 0 0,26-5-5937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19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7834 0 0,'-3'3'327'0'0,"0"1"1"0"0,0-1 0 0 0,1 1-1 0 0,-1 0 1 0 0,1 0 0 0 0,0 0-1 0 0,0 1 1 0 0,0-1-1 0 0,0 0 1 0 0,1 1 0 0 0,-1-1-1 0 0,1 1 1 0 0,1 0 0 0 0,-1-1-1 0 0,0 1 1 0 0,1 0 0 0 0,0-1-1 0 0,1 10 1 0 0,0 6 1380 0 0,1 1 1 0 0,1-1-1 0 0,7 22 0 0 0,6 18-133 0 0,-5-24-1343 0 0,-2-1 1 0 0,-1 2-1 0 0,2 37 1 0 0,-2 142-164 0 0,4 44-74 0 0,79 316 73 0 0,-36-282 216 0 0,79 372 1200 0 0,-55-297-495 0 0,-24-146-482 0 0,-47-199-433 0 0,0-1-1 0 0,2-1 1 0 0,1 0-1 0 0,0 0 1 0 0,2-1 0 0 0,0 0-1 0 0,21 24 1 0 0,-32-43-52 0 0,1 1-1 0 0,0 0 1 0 0,1-1 0 0 0,-1 1 0 0 0,0-1 0 0 0,1 0-1 0 0,-1 0 1 0 0,1 0 0 0 0,0 0 0 0 0,-1-1-1 0 0,1 0 1 0 0,0 1 0 0 0,0-1 0 0 0,0-1 0 0 0,0 1-1 0 0,0-1 1 0 0,0 1 0 0 0,0-1 0 0 0,0 0 0 0 0,0-1-1 0 0,0 1 1 0 0,0-1 0 0 0,0 1 0 0 0,7-3-1 0 0,7-3-521 0 0,-1-1-1 0 0,0-1 1 0 0,0 0-1 0 0,17-12 1 0 0,-23 14-297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0.9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 1 4609 0 0,'-23'33'9788'0'0,"-20"46"-7595"0"0,18-31-907 0 0,18-36-1077 0 0,0 1 0 0 0,1-1 0 0 0,1 1 0 0 0,0 0 0 0 0,1 1 0 0 0,-4 20 0 0 0,7-31-185 0 0,1 1 0 0 0,0 0 1 0 0,0 0-1 0 0,0 0 0 0 0,0-1 1 0 0,0 1-1 0 0,1 0 0 0 0,0 0 1 0 0,-1-1-1 0 0,2 1 0 0 0,-1 0 1 0 0,0-1-1 0 0,1 1 0 0 0,-1-1 1 0 0,1 1-1 0 0,0-1 0 0 0,0 0 1 0 0,0 0-1 0 0,1 0 0 0 0,-1 0 1 0 0,1 0-1 0 0,0-1 0 0 0,0 1 1 0 0,0-1-1 0 0,0 1 0 0 0,0-1 1 0 0,0 0-1 0 0,5 2 0 0 0,9 3 27 0 0,0-1-1 0 0,0 0 0 0 0,0-2 0 0 0,1 0 0 0 0,0-1 1 0 0,27 2-1 0 0,-23-3-2 0 0,1 1 0 0 0,-1 1 0 0 0,30 10 0 0 0,-49-14-45 0 0,-1 1 0 0 0,0 0 0 0 0,0 0 0 0 0,0 0 0 0 0,1 0 0 0 0,-1 0 0 0 0,0 0 0 0 0,0 0 0 0 0,0 1 0 0 0,-1-1 0 0 0,1 1 0 0 0,0 0 0 0 0,0-1 0 0 0,-1 1 0 0 0,1 0 0 0 0,-1 0 0 0 0,0 0 0 0 0,1 0 0 0 0,-1 0 0 0 0,1 2 0 0 0,-2-1 11 0 0,1-1 1 0 0,-1 0-1 0 0,0 1 1 0 0,0-1-1 0 0,0 0 1 0 0,0 1-1 0 0,-1-1 1 0 0,1 0-1 0 0,-1 1 1 0 0,1-1 0 0 0,-1 0-1 0 0,0 0 1 0 0,0 0-1 0 0,0 0 1 0 0,0 1-1 0 0,-2 2 1 0 0,-3 4 76 0 0,-1-1 0 0 0,0 1 1 0 0,-1-1-1 0 0,0-1 1 0 0,0 1-1 0 0,0-2 0 0 0,-13 9 1 0 0,-6 0-188 0 0,0-1 0 0 0,-1-2 0 0 0,-1-1 0 0 0,-50 13 0 0 0,19-7-6819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1.3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1 363 10594 0 0,'0'0'43'0'0,"1"1"0"0"0,-1-1 0 0 0,1 0-1 0 0,0 0 1 0 0,-1 1 0 0 0,1-1 0 0 0,0 0 0 0 0,0 0-1 0 0,-1 0 1 0 0,1 1 0 0 0,0-1 0 0 0,-1 0-1 0 0,1 0 1 0 0,0 0 0 0 0,0 0 0 0 0,-1 0 0 0 0,1-1-1 0 0,0 1 1 0 0,-1 0 0 0 0,1 0 0 0 0,0 0-1 0 0,-1-1 1 0 0,1 1 0 0 0,0 0 0 0 0,-1-1 0 0 0,1 1-1 0 0,0 0 1 0 0,-1-1 0 0 0,2 0 0 0 0,24-11 1505 0 0,-9 1-690 0 0,1-1 1 0 0,-1-1-1 0 0,-1 0 1 0 0,-1-1 0 0 0,23-25-1 0 0,-33 33-750 0 0,0-1-1 0 0,0 1 1 0 0,0-1-1 0 0,-1 0 1 0 0,0 0-1 0 0,0 0 1 0 0,-1-1-1 0 0,0 1 1 0 0,0-1-1 0 0,-1 0 1 0 0,0 1-1 0 0,0-1 1 0 0,0 0-1 0 0,-1 0 1 0 0,-1-1-1 0 0,0 1 1 0 0,0-11-1 0 0,-2 14-77 0 0,1-1-1 0 0,-1 1 0 0 0,0-1 1 0 0,-1 1-1 0 0,0 0 0 0 0,1 0 1 0 0,-1 0-1 0 0,-1 0 0 0 0,1 0 1 0 0,-1 1-1 0 0,0 0 0 0 0,-8-8 1 0 0,9 9-10 0 0,-1 0 0 0 0,1 0 1 0 0,0 1-1 0 0,-1-1 0 0 0,0 1 0 0 0,1 0 1 0 0,-1 0-1 0 0,0 1 0 0 0,0-1 1 0 0,0 1-1 0 0,0-1 0 0 0,0 1 0 0 0,0 0 1 0 0,0 1-1 0 0,-1-1 0 0 0,1 1 1 0 0,0 0-1 0 0,-6 0 0 0 0,7 1-19 0 0,1 0-1 0 0,-1 1 1 0 0,0-1-1 0 0,1 0 1 0 0,-1 1-1 0 0,1 0 1 0 0,0-1-1 0 0,-1 1 1 0 0,1 0-1 0 0,0 0 1 0 0,0 0-1 0 0,0 1 1 0 0,1-1-1 0 0,-1 0 1 0 0,0 1-1 0 0,1-1 1 0 0,0 1-1 0 0,-1-1 1 0 0,1 1-1 0 0,0 0 1 0 0,0 0-1 0 0,0-1 1 0 0,1 1-1 0 0,-1 0 1 0 0,1 4-1 0 0,-2 2 3 0 0,1 1-1 0 0,0 0 0 0 0,1 0 0 0 0,0 0 0 0 0,0 0 0 0 0,3 11 0 0 0,-2-12 10 0 0,1-1 1 0 0,1 0-1 0 0,-1 0 0 0 0,1 0 1 0 0,1 0-1 0 0,-1-1 0 0 0,1 1 0 0 0,1-1 1 0 0,-1 0-1 0 0,1 0 0 0 0,1-1 1 0 0,-1 1-1 0 0,1-1 0 0 0,0 0 0 0 0,0-1 1 0 0,1 0-1 0 0,0 0 0 0 0,0 0 1 0 0,0 0-1 0 0,0-1 0 0 0,12 5 0 0 0,-5-4-284 0 0,0 0 0 0 0,1-1 0 0 0,-1 0 0 0 0,25 2-1 0 0,-17-4-1296 0 0,1-1-1 0 0,32-2 0 0 0,-29-2-30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1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11 171 7834 0 0,'-1'0'46'0'0,"1"0"-1"0"0,-1 0 1 0 0,1 0 0 0 0,-1 0 0 0 0,1-1 0 0 0,-1 1 0 0 0,1 0 0 0 0,-1 0 0 0 0,1-1 0 0 0,-1 1-1 0 0,1 0 1 0 0,0-1 0 0 0,-1 1 0 0 0,1 0 0 0 0,0-1 0 0 0,-1 1 0 0 0,1-1 0 0 0,0 1 0 0 0,-1-1 0 0 0,1 1-1 0 0,0 0 1 0 0,0-1 0 0 0,-1 1 0 0 0,1-1 0 0 0,0 1 0 0 0,0-2 0 0 0,9-4 3424 0 0,18 1 425 0 0,-25 5-3823 0 0,-1 0 0 0 0,0 1 0 0 0,1-1 0 0 0,-1 0 0 0 0,1 0 0 0 0,-1 1 0 0 0,0-1 0 0 0,1 1-1 0 0,-1-1 1 0 0,0 1 0 0 0,0-1 0 0 0,1 1 0 0 0,-1 0 0 0 0,0 0 0 0 0,0 0 0 0 0,0-1 0 0 0,0 1 0 0 0,0 0 0 0 0,0 0 0 0 0,0 1-1 0 0,0-1 1 0 0,0 0 0 0 0,-1 0 0 0 0,1 0 0 0 0,0 0 0 0 0,0 2 0 0 0,12 38 313 0 0,-10-29-301 0 0,3 10-210 0 0,-2-7 1227 0 0,-2-34 677 0 0,-1 3-1744 0 0,0 0-1 0 0,1 1 1 0 0,1-1 0 0 0,1 1 0 0 0,0 0 0 0 0,13-30-1 0 0,-7 23-2447 0 0,24-39-1 0 0,-20 40-3920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1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8754 0 0,'4'24'2122'0'0,"2"0"1"0"0,13 38-1 0 0,-11-39-820 0 0,-1 1-1 0 0,8 43 0 0 0,-14-47-990 0 0,-2 40-1 0 0,-1-16-3363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1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 12899 0 0,'-2'-4'1152'0'0,"5"-3"344"0"0,-1 5-816 0 0,-1-1 9 0 0,0 0 47 0 0,2 2 16 0 0,0 2 0 0 0,1 2 0 0 0,-3 1-944 0 0,3 3-192 0 0,-1 1-40 0 0,5 4-3001 0 0,2 3-608 0 0,1-1-111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2.2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1 270 4609 0 0,'3'1'256'0'0,"0"-2"0"0"0,0 1-1 0 0,1 0 1 0 0,-1-1 0 0 0,0 1 0 0 0,0-1 0 0 0,0 0 0 0 0,0 0 0 0 0,0-1-1 0 0,0 1 1 0 0,0 0 0 0 0,0-1 0 0 0,0 0 0 0 0,0 0 0 0 0,-1 0-1 0 0,1 0 1 0 0,2-3 0 0 0,44-45 3939 0 0,-42 43-3873 0 0,6-8 527 0 0,-1 0 0 0 0,20-33 0 0 0,-29 44-699 0 0,0-1 1 0 0,-1 0 0 0 0,0 0 0 0 0,1-1 0 0 0,-2 1 0 0 0,1 0 0 0 0,-1-1 0 0 0,0 1 0 0 0,0-1 0 0 0,0 1-1 0 0,-1-1 1 0 0,1 1 0 0 0,-2-1 0 0 0,1 1 0 0 0,-1-7 0 0 0,1 11-121 0 0,0 0-1 0 0,-1 0 1 0 0,1 0-1 0 0,0 0 1 0 0,0 0-1 0 0,-1 1 1 0 0,1-1-1 0 0,0 0 1 0 0,-1 0-1 0 0,1 0 1 0 0,-1 0 0 0 0,1 1-1 0 0,-1-1 1 0 0,1 0-1 0 0,-1 0 1 0 0,1 1-1 0 0,-1-1 1 0 0,0 1-1 0 0,0-1 1 0 0,1 0-1 0 0,-1 1 1 0 0,0-1 0 0 0,0 1-1 0 0,1 0 1 0 0,-1-1-1 0 0,0 1 1 0 0,0 0-1 0 0,0-1 1 0 0,-1 1-1 0 0,0 0 17 0 0,0 0 0 0 0,0 1-1 0 0,0-1 1 0 0,0 1 0 0 0,0-1 0 0 0,0 1-1 0 0,1 0 1 0 0,-1 0 0 0 0,0 0-1 0 0,1 0 1 0 0,-1 0 0 0 0,0 0-1 0 0,-1 2 1 0 0,-4 3 62 0 0,0 1 1 0 0,0 0-1 0 0,1 0 0 0 0,-9 14 0 0 0,11-15-106 0 0,0 0-1 0 0,1 0 1 0 0,0 1 0 0 0,1-1-1 0 0,-1 1 1 0 0,1 0 0 0 0,0 0-1 0 0,1 0 1 0 0,0 0 0 0 0,0 0-1 0 0,0 0 1 0 0,1 0 0 0 0,0 0-1 0 0,1 0 1 0 0,-1 0 0 0 0,1 0-1 0 0,1 0 1 0 0,-1 0 0 0 0,1 0-1 0 0,0 0 1 0 0,1 0 0 0 0,0-1-1 0 0,0 1 1 0 0,0-1 0 0 0,1 0-1 0 0,0 0 1 0 0,0 0-1 0 0,7 8 1 0 0,-5-9-581 0 0,0 0 1 0 0,0 1-1 0 0,0-2 0 0 0,0 1 1 0 0,1-1-1 0 0,0 0 0 0 0,0 0 1 0 0,0-1-1 0 0,0 0 0 0 0,11 3 1 0 0,3 0-5630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2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2 167 6449 0 0,'0'0'188'0'0,"-1"1"-1"0"0,1 0 0 0 0,0 0 0 0 0,0-1 0 0 0,0 1 0 0 0,0 0 0 0 0,0-1 0 0 0,0 1 0 0 0,0 0 1 0 0,0 0-1 0 0,0-1 0 0 0,0 1 0 0 0,0 0 0 0 0,0-1 0 0 0,0 1 0 0 0,1 0 0 0 0,-1 0 1 0 0,0-1-1 0 0,1 1 0 0 0,-1-1 0 0 0,0 1 0 0 0,1 0 0 0 0,0 0 0 0 0,13 19 1943 0 0,-12-16-1798 0 0,13 15 933 0 0,27 26 0 0 0,-28-31-833 0 0,0 1 1 0 0,21 31-1 0 0,-32-64 4290 0 0,14-68-3220 0 0,-11 64-1339 0 0,2 1 1 0 0,0 0-1 0 0,1 1 0 0 0,18-29 0 0 0,-19 37-819 0 0,0 0-1 0 0,21-21 1 0 0,-22 26-1023 0 0,1 0 1 0 0,0 0-1 0 0,0 1 1 0 0,17-9-1 0 0,-3 4-3338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3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0,'0'2'250'0'0,"0"0"0"0"0,1 0-1 0 0,-1 0 1 0 0,1 0 0 0 0,0 0-1 0 0,-1 0 1 0 0,1 0 0 0 0,0 0-1 0 0,0-1 1 0 0,0 1-1 0 0,3 3 1 0 0,-1 0 182 0 0,66 126 6150 0 0,-42-74-5881 0 0,29 90 0 0 0,-49-125-2241 0 0,-5-16-50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3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5065 0 0,'0'-4'140'0'0,"1"0"0"0"0,-1 1 0 0 0,1-1 0 0 0,0 0 0 0 0,0 1 0 0 0,0-1 0 0 0,0 1 0 0 0,1-1 0 0 0,0 1-1 0 0,-1 0 1 0 0,1 0 0 0 0,0-1 0 0 0,1 1 0 0 0,-1 1 0 0 0,5-6 0 0 0,1 2 511 0 0,0 0 0 0 0,0 1 0 0 0,0 0-1 0 0,18-7 1 0 0,-2 1 587 0 0,1 1-1 0 0,0 2 0 0 0,32-7 0 0 0,-46 12-716 0 0,1 1 0 0 0,-1 0 0 0 0,1 1 0 0 0,0 1 0 0 0,0 0 0 0 0,-1 0 0 0 0,1 1 0 0 0,0 1 0 0 0,19 5-1 0 0,-30-7-507 0 0,0 0-1 0 0,0 0 0 0 0,0 1 0 0 0,0-1 0 0 0,1 1 0 0 0,-1-1 0 0 0,0 1 0 0 0,0-1 0 0 0,0 1 0 0 0,0 0 0 0 0,0-1 0 0 0,0 1 1 0 0,0 0-1 0 0,-1 0 0 0 0,1 0 0 0 0,0 0 0 0 0,0 0 0 0 0,0 0 0 0 0,-1 0 0 0 0,1 0 0 0 0,-1 0 0 0 0,1 0 0 0 0,-1 0 1 0 0,1 0-1 0 0,0 2 0 0 0,-2-1 10 0 0,1 0 1 0 0,0 0-1 0 0,0 0 1 0 0,-1 0-1 0 0,1-1 1 0 0,-1 1-1 0 0,1 0 1 0 0,-1 0-1 0 0,0 0 1 0 0,0-1-1 0 0,0 1 1 0 0,0 0 0 0 0,0-1-1 0 0,-2 3 1 0 0,-5 5 72 0 0,0 0 0 0 0,-1-1 0 0 0,-18 14 0 0 0,4-6-627 0 0,-1 0 0 0 0,0-2 0 0 0,-1-1 0 0 0,-1-1 0 0 0,-27 9 0 0 0,40-16-741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4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 7418 0 0,'6'-3'0'0'0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4.4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248 33 1376 0 0,'0'-1'272'0'0,"0"-1"0"0"0,0 1-1 0 0,0-1 1 0 0,0 1 0 0 0,0-1-1 0 0,0 1 1 0 0,0-1 0 0 0,0 1-1 0 0,0-1 1 0 0,-1 1 0 0 0,1-1-1 0 0,-1 1 1 0 0,1 0-1 0 0,-1-1 1 0 0,0 1 0 0 0,0 0-1 0 0,1-1 1 0 0,-1 1 0 0 0,0 0-1 0 0,-2-2 1 0 0,2 3-121 0 0,0-1 0 0 0,0 1 0 0 0,0 0 0 0 0,0 0 0 0 0,0 0 0 0 0,0 0 0 0 0,0 0 0 0 0,0 0 0 0 0,0 0 0 0 0,0 0 0 0 0,0 0 0 0 0,0 1 0 0 0,0-1 0 0 0,0 0 1 0 0,0 1-1 0 0,0-1 0 0 0,0 0 0 0 0,1 1 0 0 0,-1-1 0 0 0,0 1 0 0 0,0 0 0 0 0,-1 0 0 0 0,-7 7 483 0 0,-1 1 0 0 0,1-1 0 0 0,-12 17 0 0 0,17-20-540 0 0,-9 10 131 0 0,0 2-1 0 0,2-1 0 0 0,0 1 0 0 0,1 1 0 0 0,0 0 1 0 0,2 1-1 0 0,0-1 0 0 0,1 1 0 0 0,-7 32 0 0 0,14-50-225 0 0,0 0-1 0 0,0 0 1 0 0,0 0-1 0 0,0 0 1 0 0,0 0 0 0 0,0 0-1 0 0,0 0 1 0 0,0 0-1 0 0,0 0 1 0 0,1 0-1 0 0,-1 0 1 0 0,0 0-1 0 0,1 0 1 0 0,-1 0-1 0 0,1 0 1 0 0,-1 0 0 0 0,1 0-1 0 0,0 0 1 0 0,-1-1-1 0 0,1 1 1 0 0,0 0-1 0 0,-1 0 1 0 0,1-1-1 0 0,0 1 1 0 0,0 0-1 0 0,0-1 1 0 0,0 1-1 0 0,0-1 1 0 0,-1 1 0 0 0,1-1-1 0 0,0 1 1 0 0,0-1-1 0 0,0 0 1 0 0,0 1-1 0 0,1-1 1 0 0,-1 0-1 0 0,0 0 1 0 0,0 0-1 0 0,0 0 1 0 0,0 0 0 0 0,0 0-1 0 0,0 0 1 0 0,0 0-1 0 0,0 0 1 0 0,1-1-1 0 0,9 0-15 0 0,-1 0 1 0 0,0-1-1 0 0,15-5 0 0 0,-20 6 45 0 0,21-7 69 0 0,48-10 373 0 0,-68 17-429 0 0,-1 0 0 0 0,1 1 0 0 0,-1-1 0 0 0,1 1 0 0 0,0 0 0 0 0,-1 1 0 0 0,1-1 0 0 0,-1 1 0 0 0,1 1 0 0 0,7 1 0 0 0,-10-2-31 0 0,-1 1-1 0 0,0-1 1 0 0,0 0-1 0 0,-1 1 1 0 0,1-1-1 0 0,0 1 1 0 0,0-1-1 0 0,-1 1 1 0 0,1 0-1 0 0,-1 0 1 0 0,1-1-1 0 0,-1 1 1 0 0,0 0-1 0 0,0 0 1 0 0,1 1-1 0 0,-2-1 1 0 0,1 0-1 0 0,0 0 1 0 0,0 0-1 0 0,-1 1 0 0 0,1-1 1 0 0,-1 0-1 0 0,0 1 1 0 0,1-1-1 0 0,-1 0 1 0 0,0 1-1 0 0,-1-1 1 0 0,1 0-1 0 0,0 1 1 0 0,-1-1-1 0 0,0 3 1 0 0,-1 2 86 0 0,1 0 0 0 0,-2 0 0 0 0,1 0 0 0 0,-1-1 0 0 0,0 1 0 0 0,0-1 1 0 0,-1 0-1 0 0,-8 12 0 0 0,1-6 144 0 0,-1 0 1 0 0,0-1 0 0 0,-1-1-1 0 0,-1 0 1 0 0,1 0-1 0 0,-1-2 1 0 0,-1 0-1 0 0,-15 7 1 0 0,10-6-602 0 0,0-2-1 0 0,0 0 1 0 0,-1-1 0 0 0,0-1-1 0 0,-38 4 1 0 0,41-9-5990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5.1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141 6 5985 0 0,'-1'0'234'0'0,"0"-1"0"0"0,1 1-1 0 0,-1-1 1 0 0,0 1 0 0 0,0-1 0 0 0,1 1-1 0 0,-1-1 1 0 0,0 1 0 0 0,0 0 0 0 0,0-1-1 0 0,0 1 1 0 0,0 0 0 0 0,1 0-1 0 0,-1-1 1 0 0,0 1 0 0 0,0 0 0 0 0,0 0-1 0 0,0 0 1 0 0,0 0 0 0 0,0 0 0 0 0,0 1-1 0 0,0-1 1 0 0,1 0 0 0 0,-1 0 0 0 0,0 0-1 0 0,0 1 1 0 0,0-1 0 0 0,-1 1-1 0 0,-1 1 175 0 0,-1 1-1 0 0,1-1 1 0 0,-1 0 0 0 0,1 1-1 0 0,0 0 1 0 0,-5 6-1 0 0,-3 4 386 0 0,1 1 1 0 0,-12 20-1 0 0,14-20-359 0 0,0 1 1 0 0,1 0-1 0 0,-8 26 1 0 0,14-37-455 0 0,0-1-1 0 0,0 0 1 0 0,0 1 0 0 0,0-1-1 0 0,1 0 1 0 0,-1 1 0 0 0,1-1-1 0 0,0 1 1 0 0,0-1 0 0 0,0 1-1 0 0,1-1 1 0 0,-1 0 0 0 0,1 1-1 0 0,0-1 1 0 0,0 0-1 0 0,0 1 1 0 0,0-1 0 0 0,1 0-1 0 0,-1 0 1 0 0,1 0 0 0 0,0 0-1 0 0,0 0 1 0 0,0 0 0 0 0,3 3-1 0 0,-3-5-102 0 0,-1-1 0 0 0,1 1-1 0 0,0-1 1 0 0,0 1 0 0 0,-1-1-1 0 0,1 1 1 0 0,0-1-1 0 0,0 0 1 0 0,0 0 0 0 0,-1 0-1 0 0,1 0 1 0 0,0 0 0 0 0,0 0-1 0 0,0-1 1 0 0,-1 1 0 0 0,1-1-1 0 0,0 1 1 0 0,0-1-1 0 0,-1 0 1 0 0,1 1 0 0 0,0-1-1 0 0,-1 0 1 0 0,1 0 0 0 0,-1 0-1 0 0,1 0 1 0 0,-1 0-1 0 0,0-1 1 0 0,2-1 0 0 0,40-38-611 0 0,-16 4 919 0 0,-22 28 270 0 0,1 1 0 0 0,0 0 1 0 0,0 0-1 0 0,1 1 0 0 0,0-1 0 0 0,10-6 0 0 0,-17 13-387 0 0,1 1-1 0 0,0-1 0 0 0,0 1 1 0 0,0 0-1 0 0,-1 0 1 0 0,1-1-1 0 0,0 1 0 0 0,0 0 1 0 0,0 0-1 0 0,0 0 1 0 0,0 0-1 0 0,0 0 0 0 0,0 0 1 0 0,-1 0-1 0 0,1 0 1 0 0,0 0-1 0 0,0 0 0 0 0,0 1 1 0 0,0-1-1 0 0,0 0 1 0 0,-1 1-1 0 0,1-1 0 0 0,0 0 1 0 0,0 1-1 0 0,0-1 1 0 0,-1 1-1 0 0,1 0 0 0 0,0-1 1 0 0,-1 1-1 0 0,1-1 1 0 0,0 1-1 0 0,-1 0 0 0 0,1-1 1 0 0,-1 1-1 0 0,1 0 1 0 0,-1 0-1 0 0,0 0 0 0 0,1-1 1 0 0,-1 1-1 0 0,1 1 1 0 0,16 41 538 0 0,-14-33-456 0 0,15 53 368 0 0,-13-43-1092 0 0,1-1 0 0 0,0 0 1 0 0,11 22-1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5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3681 0 0,'0'-1'195'0'0,"0"-1"0"0"0,0 1 0 0 0,0 0 0 0 0,0-1 0 0 0,0 1 0 0 0,1 0 0 0 0,-1-1 0 0 0,0 1 0 0 0,1 0-1 0 0,-1 0 1 0 0,1-1 0 0 0,-1 1 0 0 0,1 0 0 0 0,0 0 0 0 0,-1 0 0 0 0,1 0 0 0 0,0 0 0 0 0,0 0 0 0 0,0 0 0 0 0,0 0 0 0 0,-1 0 0 0 0,2 0 0 0 0,-1 0 0 0 0,0 0 0 0 0,0 1 0 0 0,0-1 0 0 0,0 0 0 0 0,0 1 0 0 0,1-1 0 0 0,-1 1 0 0 0,0 0 0 0 0,0-1 0 0 0,1 1 0 0 0,-1 0 0 0 0,2-1 0 0 0,1 0 403 0 0,1 0 1 0 0,0 0 0 0 0,0 0-1 0 0,0 1 1 0 0,-1 0 0 0 0,1 0-1 0 0,0 0 1 0 0,9 1-1 0 0,-5 2-190 0 0,0 1-1 0 0,0 0 0 0 0,0 0 1 0 0,0 0-1 0 0,-1 1 0 0 0,0 1 1 0 0,0-1-1 0 0,14 14 0 0 0,-17-14-290 0 0,0 0-1 0 0,0 0 1 0 0,0 1 0 0 0,-1-1-1 0 0,1 1 1 0 0,-2 0 0 0 0,1 0-1 0 0,-1 1 1 0 0,1-1 0 0 0,-2 1 0 0 0,1-1-1 0 0,2 15 1 0 0,-6-14 658 0 0,-4-15-275 0 0,-6-16-203 0 0,10 13-291 0 0,0 0 0 0 0,1 0 1 0 0,0-1-1 0 0,1 1 0 0 0,0 0 0 0 0,0 0 0 0 0,1 1 0 0 0,1-1 0 0 0,5-13 1 0 0,-4 12-665 0 0,1 0 0 0 0,1 0 0 0 0,0 1 0 0 0,10-15 0 0 0,0 5-6497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5.9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19 7834 0 0,'-1'-2'166'0'0,"0"1"1"0"0,0-1 0 0 0,-1 1-1 0 0,1 0 1 0 0,-1-1-1 0 0,1 1 1 0 0,0 0 0 0 0,-1 0-1 0 0,0 0 1 0 0,1 0-1 0 0,-1 1 1 0 0,0-1 0 0 0,1 0-1 0 0,-1 1 1 0 0,0-1 0 0 0,0 1-1 0 0,0-1 1 0 0,1 1-1 0 0,-1 0 1 0 0,0 0 0 0 0,0 0-1 0 0,0 0 1 0 0,0 0-1 0 0,0 0 1 0 0,1 0 0 0 0,-1 1-1 0 0,0-1 1 0 0,0 1 0 0 0,0-1-1 0 0,1 1 1 0 0,-1 0-1 0 0,0 0 1 0 0,1-1 0 0 0,-1 1-1 0 0,0 0 1 0 0,1 1-1 0 0,0-1 1 0 0,-3 2 0 0 0,-1 1 213 0 0,-1 1 1 0 0,1 0-1 0 0,0 0 1 0 0,0 1-1 0 0,1-1 1 0 0,0 1 0 0 0,0 0-1 0 0,0 0 1 0 0,-3 7-1 0 0,1 3-76 0 0,1-1 0 0 0,0 1 0 0 0,1 0 0 0 0,1 1 0 0 0,-2 16 1 0 0,4-28-424 0 0,1 0 0 0 0,-1 0 0 0 0,1 0 0 0 0,0 0 0 0 0,1 0 0 0 0,-1 0 0 0 0,1-1 0 0 0,0 1 0 0 0,0 0 0 0 0,0 0 0 0 0,1-1 0 0 0,-1 1 0 0 0,1-1 0 0 0,0 1 0 0 0,1-1 0 0 0,-1 0 0 0 0,1 1 0 0 0,0-1 0 0 0,0-1 0 0 0,0 1 0 0 0,5 5 0 0 0,-4-7-278 0 0,-1 0 0 0 0,0-1 0 0 0,1 1 1 0 0,0-1-1 0 0,-1 1 0 0 0,1-1 0 0 0,0 0 0 0 0,0-1 1 0 0,-1 1-1 0 0,1-1 0 0 0,0 1 0 0 0,0-1 1 0 0,0 0-1 0 0,0-1 0 0 0,-1 1 0 0 0,1-1 0 0 0,0 1 1 0 0,0-1-1 0 0,-1 0 0 0 0,1-1 0 0 0,0 1 1 0 0,-1-1-1 0 0,1 1 0 0 0,-1-1 0 0 0,0 0 0 0 0,1 0 1 0 0,-1-1-1 0 0,4-3 0 0 0,2-1 47 0 0,-1-1 0 0 0,0 1 0 0 0,-1-1 0 0 0,1-1-1 0 0,-2 1 1 0 0,1-1 0 0 0,-1 0 0 0 0,9-20 0 0 0,-6 9 818 0 0,12-11 4465 0 0,-20 30-4659 0 0,0 0-1 0 0,0 0 1 0 0,0 0 0 0 0,0 0 0 0 0,-1 1-1 0 0,1-1 1 0 0,0 0 0 0 0,1 1 0 0 0,-1-1-1 0 0,0 1 1 0 0,0-1 0 0 0,0 1-1 0 0,0-1 1 0 0,0 1 0 0 0,0 0 0 0 0,1-1-1 0 0,-1 1 1 0 0,2 0 0 0 0,-2 1-100 0 0,1-1 1 0 0,-1 0-1 0 0,0 1 0 0 0,1 0 1 0 0,-1-1-1 0 0,0 1 0 0 0,1 0 1 0 0,-1 0-1 0 0,0 0 1 0 0,0 0-1 0 0,0 0 0 0 0,0 0 1 0 0,0 0-1 0 0,0 0 1 0 0,0 0-1 0 0,0 0 0 0 0,0 0 1 0 0,0 1-1 0 0,0 1 1 0 0,3 5 223 0 0,-1 0 0 0 0,1 0 0 0 0,-2 1 0 0 0,1-1 0 0 0,-1 1 0 0 0,1 8 0 0 0,3 16-1062 0 0,6-2-4374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6.2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0 11979 0 0,'-1'1'111'0'0,"0"-1"0"0"0,0 1 0 0 0,0 0 1 0 0,1-1-1 0 0,-1 1 0 0 0,0 0 0 0 0,0 0 1 0 0,1 0-1 0 0,-1-1 0 0 0,0 1 0 0 0,1 0 1 0 0,-1 0-1 0 0,1 0 0 0 0,-1 0 1 0 0,1 0-1 0 0,0 0 0 0 0,-1 0 0 0 0,1 0 1 0 0,0 0-1 0 0,0 0 0 0 0,0 1 0 0 0,0-1 1 0 0,0 0-1 0 0,0 0 0 0 0,0 0 0 0 0,0 0 1 0 0,0 0-1 0 0,1 2 0 0 0,5 40 2223 0 0,-4-34-2075 0 0,57 213 3533 0 0,-24-104-3441 0 0,-6-26-2913 0 0,-18-64-4454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6.4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12899 0 0,'2'88'6747'0'0,"5"6"-3686"0"0,36 192-4954 0 0,-37-262-5590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6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0 291 6449 0 0,'14'-7'592'0'0,"0"-1"-1"0"0,0-1 0 0 0,-1 0 1 0 0,-1 0-1 0 0,1-1 1 0 0,-2-1-1 0 0,1 0 0 0 0,-1-1 1 0 0,-1 0-1 0 0,0-1 0 0 0,-1 0 1 0 0,-1 0-1 0 0,8-16 0 0 0,-13 23-351 0 0,-1 0-1 0 0,1 0 0 0 0,-2 0 0 0 0,1 0 1 0 0,-1 0-1 0 0,0 0 0 0 0,0 0 0 0 0,0-1 1 0 0,-1 1-1 0 0,-1-13 0 0 0,1 17-182 0 0,-1 0 1 0 0,1 0-1 0 0,-1 0 1 0 0,1 0-1 0 0,-1 0 0 0 0,0 0 1 0 0,1 0-1 0 0,-1 0 0 0 0,0 0 1 0 0,0 0-1 0 0,-1 1 1 0 0,1-1-1 0 0,0 0 0 0 0,-1 1 1 0 0,1-1-1 0 0,0 1 0 0 0,-1-1 1 0 0,0 1-1 0 0,1 0 1 0 0,-1 0-1 0 0,0 0 0 0 0,0-1 1 0 0,0 2-1 0 0,0-1 0 0 0,0 0 1 0 0,0 0-1 0 0,0 1 0 0 0,0-1 1 0 0,0 1-1 0 0,0-1 1 0 0,0 1-1 0 0,0 0 0 0 0,0 0 1 0 0,0 0-1 0 0,0 0 0 0 0,-3 1 1 0 0,2-1-32 0 0,0 1 0 0 0,-1-1 0 0 0,1 1 0 0 0,0 0-1 0 0,0 0 1 0 0,0 0 0 0 0,0 1 0 0 0,0-1 0 0 0,0 1 0 0 0,0-1 0 0 0,1 1 0 0 0,-1 0 0 0 0,0 0 0 0 0,1 1 0 0 0,0-1 0 0 0,-1 0 0 0 0,1 1-1 0 0,0-1 1 0 0,0 1 0 0 0,0 0 0 0 0,1 0 0 0 0,-1-1 0 0 0,1 1 0 0 0,0 0 0 0 0,-1 1 0 0 0,1-1 0 0 0,0 0 0 0 0,0 5 0 0 0,-1 1 40 0 0,0 0 1 0 0,1 0-1 0 0,1 0 1 0 0,-1 0 0 0 0,1 0-1 0 0,1 0 1 0 0,0 1-1 0 0,0-1 1 0 0,3 10-1 0 0,-1-8-197 0 0,1 0 0 0 0,0 0 0 0 0,1 0-1 0 0,0-1 1 0 0,1 0 0 0 0,0 0-1 0 0,0 0 1 0 0,1 0 0 0 0,0-1-1 0 0,1-1 1 0 0,0 1 0 0 0,1-1 0 0 0,-1 0-1 0 0,1-1 1 0 0,1 0 0 0 0,0-1-1 0 0,0 1 1 0 0,0-2 0 0 0,0 0-1 0 0,1 0 1 0 0,17 5 0 0 0,-3-4-6423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7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4609 0 0,'-2'20'11085'0'0,"3"-18"-10703"0"0,13 41 3202 0 0,-7-24-2297 0 0,34 156 1441 0 0,13 44-4224 0 0,-43-188-6440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8.0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71 5065 0 0,'0'0'26'0'0,"0"0"0"0"0,0 1-1 0 0,0-1 1 0 0,0 0 0 0 0,0 0 0 0 0,0 0-1 0 0,-1 0 1 0 0,1 0 0 0 0,0 0 0 0 0,0 1-1 0 0,0-1 1 0 0,0 0 0 0 0,0 0 0 0 0,0 0-1 0 0,0 0 1 0 0,0 1 0 0 0,0-1 0 0 0,0 0-1 0 0,0 0 1 0 0,0 0 0 0 0,0 0 0 0 0,-1 1-1 0 0,1-1 1 0 0,1 0 0 0 0,-1 0 0 0 0,0 0-1 0 0,0 0 1 0 0,0 1 0 0 0,0-1 0 0 0,0 0-1 0 0,0 0 1 0 0,0 0 0 0 0,0 0 0 0 0,0 1 0 0 0,0-1-1 0 0,0 0 1 0 0,0 0 0 0 0,0 0 0 0 0,0 0-1 0 0,1 0 1 0 0,-1 1 0 0 0,0-1 0 0 0,0 0-1 0 0,0 0 1 0 0,0 0 0 0 0,0 0 0 0 0,1 0-1 0 0,-1 0 1 0 0,0 0 0 0 0,0 0 0 0 0,0 0-1 0 0,0 1 1 0 0,1-1 0 0 0,-1 0 0 0 0,0 0-1 0 0,0 0 1 0 0,0 0 0 0 0,1 0 0 0 0,19 7 1439 0 0,24 1 865 0 0,7-3-478 0 0,0-3 1 0 0,96-9-1 0 0,101-28-1795 0 0,-225 31-74 0 0,-11 3-733 0 0,0-1 0 0 0,0 0 0 0 0,-1 0 0 0 0,1-1-1 0 0,-1-1 1 0 0,0 0 0 0 0,0-1 0 0 0,0 0-1 0 0,18-11 1 0 0,-19 5 613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8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13 5985 0 0,'-5'-2'-172'0'0,"-21"-7"5135"0"0,25 9-4839 0 0,1 0-1 0 0,0 0 1 0 0,-1-1 0 0 0,1 1-1 0 0,-1 0 1 0 0,1 0 0 0 0,-1 0 0 0 0,1 0-1 0 0,-1 0 1 0 0,1-1 0 0 0,-1 1-1 0 0,1 0 1 0 0,-1 0 0 0 0,1 0-1 0 0,-1 0 1 0 0,1 1 0 0 0,0-1 0 0 0,-1 0-1 0 0,1 0 1 0 0,-1 0 0 0 0,1 0-1 0 0,-1 0 1 0 0,1 0 0 0 0,-1 1-1 0 0,1-1 1 0 0,0 0 0 0 0,-1 0 0 0 0,1 1-1 0 0,-1-1 1 0 0,1 0 0 0 0,0 1-1 0 0,-1-1 1 0 0,1 0 0 0 0,0 1 0 0 0,0-1-1 0 0,-1 1 1 0 0,1-1 0 0 0,0 0-1 0 0,0 1 1 0 0,-1-1 0 0 0,1 1-1 0 0,0 0-67 0 0,1 0-1 0 0,-1 0 0 0 0,1 0 1 0 0,-1 0-1 0 0,0 0 0 0 0,1-1 1 0 0,0 1-1 0 0,-1 0 0 0 0,1 0 1 0 0,-1 0-1 0 0,1-1 0 0 0,0 1 1 0 0,0-1-1 0 0,-1 1 0 0 0,1 0 1 0 0,0-1-1 0 0,0 1 0 0 0,0-1 1 0 0,0 0-1 0 0,1 1 0 0 0,24 10 565 0 0,-18-8-413 0 0,10 6-129 0 0,0 0 0 0 0,0 1 0 0 0,-2 1-1 0 0,1 1 1 0 0,-1 0 0 0 0,-1 1 0 0 0,0 1 0 0 0,16 20 0 0 0,-22-24-35 0 0,-1 1 0 0 0,0 0-1 0 0,-1 1 1 0 0,0 0 0 0 0,0 0 0 0 0,-1 1 0 0 0,-1-1-1 0 0,0 1 1 0 0,-1 1 0 0 0,-1-1 0 0 0,0 0 0 0 0,0 1-1 0 0,0 14 1 0 0,-3-22-81 0 0,-1 0 0 0 0,0 0 0 0 0,0 0 1 0 0,0-1-1 0 0,-1 1 0 0 0,0 0 0 0 0,0 0 0 0 0,0-1 0 0 0,0 1 0 0 0,-1-1 0 0 0,0 0 0 0 0,-1 1 1 0 0,1-2-1 0 0,-1 1 0 0 0,0 0 0 0 0,0-1 0 0 0,0 1 0 0 0,-1-1 0 0 0,1 0 0 0 0,-1-1 0 0 0,-6 4 1 0 0,0 1-962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8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1 3681 0 0,'5'5'4347'0'0,"-5"-4"-4241"0"0,-5 13 2486 0 0,-9 12 273 0 0,14-26-2766 0 0,-38 52 1341 0 0,-12 18 1355 0 0,47-64-2644 0 0,-1 0-1 0 0,1 0 0 0 0,1 0 0 0 0,-1 0 1 0 0,1 1-1 0 0,0-1 0 0 0,1 0 1 0 0,-1 1-1 0 0,0 13 0 0 0,3-17-167 0 0,-1-1 0 0 0,1 1 0 0 0,-1 0 0 0 0,1 0 1 0 0,0 0-1 0 0,0-1 0 0 0,0 1 0 0 0,1-1 0 0 0,-1 1 0 0 0,1-1 0 0 0,-1 1 0 0 0,1-1 0 0 0,0 0 0 0 0,0 1 0 0 0,0-1 0 0 0,0 0 0 0 0,0 0 1 0 0,3 1-1 0 0,51 33-528 0 0,-31-22 380 0 0,-17-9 52 0 0,-1 0-1 0 0,1 1 1 0 0,-1-1-1 0 0,0 1 1 0 0,-1 1-1 0 0,11 12 1 0 0,-16-18 105 0 0,0 1 0 0 0,0 0 0 0 0,0 0 0 0 0,0 0 0 0 0,0-1 0 0 0,-1 1 1 0 0,1 0-1 0 0,0 0 0 0 0,-1 0 0 0 0,1 0 0 0 0,-1 0 0 0 0,0 0 0 0 0,0 0 0 0 0,0 0 1 0 0,0 0-1 0 0,0 0 0 0 0,0 0 0 0 0,-1 0 0 0 0,1 0 0 0 0,0 0 0 0 0,-1 0 1 0 0,0 0-1 0 0,1 0 0 0 0,-1 0 0 0 0,0 0 0 0 0,0-1 0 0 0,0 1 0 0 0,0 0 1 0 0,-1 0-1 0 0,1-1 0 0 0,0 1 0 0 0,-1-1 0 0 0,1 0 0 0 0,-1 1 0 0 0,1-1 1 0 0,-3 2-1 0 0,-21 14-949 0 0,16-14 13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9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0,'9'5'655'0'0,"0"-1"-1"0"0,0 2 0 0 0,0-1 0 0 0,-1 1 1 0 0,1 0-1 0 0,-1 1 0 0 0,-1 0 0 0 0,1 0 1 0 0,8 12-1 0 0,-11-14-142 0 0,2 3 116 0 0,0 1-1 0 0,0-1 1 0 0,-1 1 0 0 0,0 1-1 0 0,-1-1 1 0 0,1 1-1 0 0,-2 0 1 0 0,5 15 0 0 0,-6-14-594 0 0,0-1 1 0 0,-1 1 0 0 0,0 0 0 0 0,-1 0-1 0 0,-1 0 1 0 0,0 0 0 0 0,0 0 0 0 0,-3 15-1 0 0,1-13-943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9.2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11522 0 0,'0'-23'4916'0'0,"7"35"-4714"0"0,8 14-3428 0 0,-8-19 3199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29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 5529 0 0,'2'0'151'0'0,"-1"0"-1"0"0,1 0 0 0 0,0 0 1 0 0,-1 0-1 0 0,1 1 1 0 0,-1-1-1 0 0,1 0 1 0 0,-1 1-1 0 0,1-1 0 0 0,-1 1 1 0 0,1-1-1 0 0,-1 1 1 0 0,1 0-1 0 0,-1 0 0 0 0,1 0 1 0 0,-1 0-1 0 0,0 0 1 0 0,0 0-1 0 0,1 0 1 0 0,0 1-1 0 0,26 31 2298 0 0,-16-19-1954 0 0,15 11-324 0 0,-26-25-174 0 0,-1 0 0 0 0,1 0 0 0 0,-1 1-1 0 0,0-1 1 0 0,1 0 0 0 0,-1 0 0 0 0,1 0-1 0 0,-1 1 1 0 0,1-1 0 0 0,-1 0 0 0 0,1 0-1 0 0,-1 0 1 0 0,0 0 0 0 0,1 0 0 0 0,-1 0-1 0 0,1 0 1 0 0,-1 0 0 0 0,1 0 0 0 0,-1 0-1 0 0,1-1 1 0 0,-1 1 0 0 0,1 0 0 0 0,-1 0-1 0 0,0 0 1 0 0,1-1 0 0 0,0 1-11 0 0,0-1 0 0 0,-1 0 0 0 0,1 0 0 0 0,-1 0 0 0 0,1 0 0 0 0,-1 0 0 0 0,0 0 0 0 0,1 0 0 0 0,-1 0 0 0 0,0 0 0 0 0,0 0 0 0 0,0 0 0 0 0,0 0 0 0 0,0 0 0 0 0,0 0-1 0 0,0-2 1 0 0,0-1 9 0 0,0 0-1 0 0,1 0 0 0 0,-1 0 0 0 0,1 0 1 0 0,0 0-1 0 0,0 0 0 0 0,1 0 0 0 0,-1 0 1 0 0,1 0-1 0 0,-1 1 0 0 0,1-1 0 0 0,0 1 1 0 0,1-1-1 0 0,-1 1 0 0 0,0 0 0 0 0,1-1 0 0 0,0 1 1 0 0,0 1-1 0 0,6-6 0 0 0,-6 6 158 0 0,0 0 1 0 0,0 0-1 0 0,0 0 0 0 0,1 1 1 0 0,-1-1-1 0 0,0 1 0 0 0,1 0 1 0 0,-1 0-1 0 0,1 0 0 0 0,0 0 1 0 0,-1 1-1 0 0,1-1 0 0 0,0 1 0 0 0,-1 0 1 0 0,1 0-1 0 0,0 0 0 0 0,-1 1 1 0 0,1-1-1 0 0,0 1 0 0 0,-1 0 1 0 0,1 0-1 0 0,-1 0 0 0 0,1 1 0 0 0,-1-1 1 0 0,0 1-1 0 0,1 0 0 0 0,-1 0 1 0 0,0 0-1 0 0,0 0 0 0 0,0 0 1 0 0,-1 1-1 0 0,1-1 0 0 0,3 5 1 0 0,112 138 2568 0 0,-115-148-2742 0 0,0-1-1 0 0,-1 0 1 0 0,0 0 0 0 0,0 0-1 0 0,0 0 1 0 0,0-1 0 0 0,-1 1 0 0 0,2-6-1 0 0,7-15-61 0 0,-4 12 80 0 0,0 0 1 0 0,1 1 0 0 0,17-22-1 0 0,-23 31 4 0 0,1 2 1 0 0,0-1-1 0 0,0 0 0 0 0,0 0 0 0 0,0 0 0 0 0,0 1 0 0 0,0-1 0 0 0,0 1 0 0 0,1 0 0 0 0,-1-1 0 0 0,0 1 1 0 0,6-1-1 0 0,-7 2 0 0 0,1 0 0 0 0,-1 0 0 0 0,1 0 0 0 0,0 0 0 0 0,-1 0 0 0 0,1 0 0 0 0,-1 1 0 0 0,1-1 0 0 0,-1 1 0 0 0,0-1 0 0 0,1 1 0 0 0,-1-1 0 0 0,1 1 0 0 0,-1 0 0 0 0,0 0 1 0 0,1-1-1 0 0,-1 1 0 0 0,0 0 0 0 0,0 0 0 0 0,0 1 0 0 0,0-1 0 0 0,0 0 0 0 0,0 0 0 0 0,1 2 0 0 0,0 0-125 0 0,0 1 0 0 0,0-1 0 0 0,-1 1-1 0 0,1-1 1 0 0,-1 1 0 0 0,0-1 0 0 0,0 1 0 0 0,1 6-1 0 0,-1-6-462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0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7834 0 0,'16'15'1898'0'0,"-4"-3"808"0"0,0 1 0 0 0,18 23 0 0 0,-27-31-2605 0 0,0-1 0 0 0,0 2 1 0 0,0-1-1 0 0,-1 0 1 0 0,0 1-1 0 0,0-1 1 0 0,0 1-1 0 0,-1-1 0 0 0,0 1 1 0 0,0 0-1 0 0,0 0 1 0 0,0 6-1 0 0,-1-6-1233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0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10 11058 0 0,'-8'-4'488'0'0,"4"1"105"0"0,0 2-473 0 0,1 0-120 0 0,2 1 0 0 0,-1 0 0 0 0,1 1 336 0 0,-1 0 48 0 0,1 1 0 0 0,0-1 8 0 0,-1 2-392 0 0,1-1-160 0 0,1 1 0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0.4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5985 0 0,'0'0'464'0'0,"11"23"6228"0"0,19 63-507 0 0,-23-58-5561 0 0,22 47 1 0 0,2-15-2276 0 0,-21-43-5142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0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221 41 4609 0 0,'0'-11'230'0'0,"0"-10"3681"0"0,-1 20-3798 0 0,1 1 1 0 0,-1-1 0 0 0,1 1-1 0 0,-1-1 1 0 0,1 1-1 0 0,-1-1 1 0 0,1 1 0 0 0,-1-1-1 0 0,0 1 1 0 0,1-1 0 0 0,-1 1-1 0 0,0 0 1 0 0,1-1-1 0 0,-1 1 1 0 0,0 0 0 0 0,0-1-1 0 0,1 1 1 0 0,-1 0 0 0 0,0 0-1 0 0,0 0 1 0 0,1 0 0 0 0,-1 0-1 0 0,0 0 1 0 0,0 0-1 0 0,1 0 1 0 0,-1 0 0 0 0,0 0-1 0 0,0 0 1 0 0,0 1 0 0 0,-9 1 318 0 0,0 1 0 0 0,1 0 1 0 0,-1 0-1 0 0,1 1 1 0 0,0 0-1 0 0,0 0 1 0 0,0 1-1 0 0,-14 11 1 0 0,9-5-304 0 0,-1 0 1 0 0,1 2-1 0 0,-22 25 1 0 0,33-35-160 0 0,1-1 0 0 0,0 1 0 0 0,0 0 0 0 0,0 0 0 0 0,0 0 0 0 0,1 0 0 0 0,-1 1 0 0 0,1-1 0 0 0,0 0 0 0 0,0 1 0 0 0,0-1 0 0 0,0 1 0 0 0,0-1 0 0 0,1 1 0 0 0,0-1 0 0 0,0 5 0 0 0,0-6-42 0 0,1 0 1 0 0,-1 0 0 0 0,1 0-1 0 0,0 0 1 0 0,0 0 0 0 0,0 0 0 0 0,0-1-1 0 0,0 1 1 0 0,0 0 0 0 0,0 0-1 0 0,1-1 1 0 0,-1 1 0 0 0,1-1-1 0 0,-1 1 1 0 0,1-1 0 0 0,0 0 0 0 0,-1 0-1 0 0,1 0 1 0 0,0 0 0 0 0,0 0-1 0 0,0 0 1 0 0,0 0 0 0 0,0 0-1 0 0,0-1 1 0 0,0 1 0 0 0,0-1 0 0 0,0 1-1 0 0,3-1 1 0 0,0 1 37 0 0,1 0 0 0 0,0-1 0 0 0,-1 0-1 0 0,1 0 1 0 0,0 0 0 0 0,-1-1 0 0 0,1 1 0 0 0,-1-1 0 0 0,1-1 0 0 0,-1 1-1 0 0,1-1 1 0 0,-1 0 0 0 0,0 0 0 0 0,1-1 0 0 0,-1 1 0 0 0,-1-1 0 0 0,1 0-1 0 0,6-6 1 0 0,5-5 603 0 0,0-1 0 0 0,-2 0-1 0 0,21-28 1 0 0,-8 15 3847 0 0,-27 28-4376 0 0,-1 12 1031 0 0,-3 19-465 0 0,3-29-438 0 0,0 4-132 0 0,1 1 1 0 0,0-1-1 0 0,0 1 0 0 0,0 0 0 0 0,0-1 1 0 0,1 1-1 0 0,0-1 0 0 0,1 1 0 0 0,0-1 1 0 0,0 1-1 0 0,0-1 0 0 0,5 9 1 0 0,-4-8-666 0 0,1 0 1 0 0,0-1 0 0 0,1 1 0 0 0,0-1-1 0 0,0 0 1 0 0,6 6 0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1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1 154 6337 0 0,'58'-3'4995'0'0,"-52"3"-4653"0"0,0 0 0 0 0,0 1 1 0 0,0 0-1 0 0,0 0 0 0 0,0 0 0 0 0,0 1 1 0 0,-1 0-1 0 0,1 0 0 0 0,-1 0 1 0 0,10 6-1 0 0,-12-6-166 0 0,0 1-1 0 0,0 0 1 0 0,0 0 0 0 0,0 0-1 0 0,-1 0 1 0 0,1 0 0 0 0,-1 0 0 0 0,0 1-1 0 0,1 0 1 0 0,-2-1 0 0 0,1 1-1 0 0,0 0 1 0 0,-1 0 0 0 0,0 0-1 0 0,0 0 1 0 0,1 5 0 0 0,-2-8-176 0 0,6 20 19 0 0,-6-20-14 0 0,0-1-1 0 0,0 1 0 0 0,0 0 1 0 0,1 0-1 0 0,-1-1 0 0 0,0 1 1 0 0,1 0-1 0 0,-1-1 1 0 0,0 1-1 0 0,1 0 0 0 0,-1-1 1 0 0,1 1-1 0 0,-1-1 0 0 0,1 1 1 0 0,-1-1-1 0 0,1 1 0 0 0,0-1 1 0 0,-1 1-1 0 0,1-1 0 0 0,-1 0 1 0 0,1 1-1 0 0,0-1 1 0 0,1 1-1 0 0,-1-46 3113 0 0,-1 26-2849 0 0,1 0 1 0 0,1-1 0 0 0,1 1-1 0 0,0 0 1 0 0,10-29-1 0 0,13-9-6727 0 0,-13 34-616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1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9218 0 0,'5'2'598'0'0,"1"0"0"0"0,-1 1-1 0 0,0 0 1 0 0,0 0 0 0 0,0 0 0 0 0,0 0-1 0 0,0 1 1 0 0,0 0 0 0 0,5 6 0 0 0,-5-6 123 0 0,3 4-270 0 0,0 0 0 0 0,0 0 0 0 0,-1 1 0 0 0,0 0 0 0 0,-1 0 1 0 0,0 1-1 0 0,0-1 0 0 0,-1 1 0 0 0,0 1 0 0 0,-1-1 0 0 0,5 16 0 0 0,-1 8-635 0 0,-2 0-1 0 0,4 48 0 0 0,-5-33-1586 0 0,-4-32-5127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2.1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69 4145 0 0,'69'-4'3379'0'0,"-45"2"-2677"0"0,27-5 1183 0 0,70-17 0 0 0,31-5-4443 0 0,-150 29 2288 0 0,3-1-92 0 0,0 1-1 0 0,0-1 0 0 0,1 1 0 0 0,-1 0 0 0 0,0 0 0 0 0,8 2 0 0 0,-12-2 462 0 0,0 1 0 0 0,-1-1 0 0 0,1 0 0 0 0,0 0 0 0 0,-1 1 0 0 0,1-1 0 0 0,-1 0 0 0 0,1 1 0 0 0,0-1 0 0 0,-1 1 0 0 0,1-1-1 0 0,-1 1 1 0 0,1-1 0 0 0,-1 1 0 0 0,0-1 0 0 0,1 1 0 0 0,-1 0 0 0 0,1-1 0 0 0,-1 1 0 0 0,0-1 0 0 0,1 2 0 0 0,-1 0 202 0 0,0-1 0 0 0,0 1 1 0 0,0-1-1 0 0,0 1 1 0 0,0 0-1 0 0,0-1 0 0 0,0 1 1 0 0,-1 0-1 0 0,1-1 1 0 0,0 1-1 0 0,-1-1 0 0 0,0 1 1 0 0,0 1-1 0 0,-1 4-23 0 0,0 1-1 0 0,0 0 0 0 0,1-1 1 0 0,0 1-1 0 0,0 0 1 0 0,1 0-1 0 0,0 0 0 0 0,0 0 1 0 0,1 0-1 0 0,0-1 1 0 0,0 1-1 0 0,1 0 0 0 0,0-1 1 0 0,1 1-1 0 0,-1-1 1 0 0,2 0-1 0 0,4 10 0 0 0,-7-14-220 0 0,1 0 0 0 0,0 1-1 0 0,0-1 1 0 0,0 0-1 0 0,0 0 1 0 0,1 0-1 0 0,-1 0 1 0 0,1-1-1 0 0,-1 1 1 0 0,1-1-1 0 0,0 0 1 0 0,0 1-1 0 0,0-1 1 0 0,1-1-1 0 0,-1 1 1 0 0,0 0-1 0 0,1-1 1 0 0,-1 1 0 0 0,1-1-1 0 0,-1 0 1 0 0,1 0-1 0 0,0-1 1 0 0,-1 1-1 0 0,1-1 1 0 0,0 0-1 0 0,-1 0 1 0 0,1 0-1 0 0,0 0 1 0 0,0-1-1 0 0,-1 1 1 0 0,1-1-1 0 0,0 0 1 0 0,-1 0-1 0 0,1 0 1 0 0,-1-1 0 0 0,0 1-1 0 0,7-4 1 0 0,-7 3 5 0 0,0 0 1 0 0,1 0-1 0 0,-1 0 1 0 0,0-1 0 0 0,0 1-1 0 0,0-1 1 0 0,0 0-1 0 0,-1 0 1 0 0,1 0 0 0 0,-1 0-1 0 0,1 0 1 0 0,-1 0-1 0 0,0-1 1 0 0,0 1 0 0 0,-1-1-1 0 0,1 1 1 0 0,-1-1-1 0 0,0 0 1 0 0,0 1 0 0 0,0-1-1 0 0,0 0 1 0 0,-1 0-1 0 0,1 0 1 0 0,-1 0 0 0 0,0 0-1 0 0,0 0 1 0 0,-2-6-1 0 0,1 3-39 0 0,-1 1-1 0 0,0-1 0 0 0,0 1 0 0 0,-1-1 1 0 0,1 1-1 0 0,-1 0 0 0 0,-1 0 0 0 0,1 0 1 0 0,-1 1-1 0 0,0-1 0 0 0,-1 1 0 0 0,1 0 0 0 0,-1 0 1 0 0,0 1-1 0 0,-8-7 0 0 0,-2 2-670 0 0,0 1-262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2.9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9218 0 0,'36'-7'6097'0'0,"-28"9"-5763"0"0,0 0-1 0 0,0 0 1 0 0,0 0-1 0 0,0 1 1 0 0,0 1-1 0 0,-1-1 1 0 0,0 1-1 0 0,1 0 1 0 0,-2 1-1 0 0,1-1 1 0 0,0 1-1 0 0,-1 1 1 0 0,0-1-1 0 0,0 1 1 0 0,-1 1-1 0 0,9 10 1 0 0,-10-12-328 0 0,-1 0-1 0 0,1 0 1 0 0,-1 1 0 0 0,-1-1 0 0 0,1 1-1 0 0,-1 0 1 0 0,0-1 0 0 0,0 1-1 0 0,0 0 1 0 0,-1 0 0 0 0,0 0 0 0 0,0 0-1 0 0,0 0 1 0 0,-1 1 0 0 0,0-1-1 0 0,-1 0 1 0 0,1 0 0 0 0,-1 0 0 0 0,0 0-1 0 0,0 0 1 0 0,-1 0 0 0 0,-4 11 0 0 0,9-63 1042 0 0,3 8-1056 0 0,14-50 1 0 0,-14 69-1458 0 0,1 0 1 0 0,11-23 0 0 0,-4 17-5131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3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0 263 6449 0 0,'1'2'114'0'0,"0"0"-1"0"0,0 0 1 0 0,0 0-1 0 0,0 0 1 0 0,0 0-1 0 0,1 0 1 0 0,-1 0 0 0 0,0 0-1 0 0,1 0 1 0 0,0-1-1 0 0,-1 1 1 0 0,1-1-1 0 0,0 1 1 0 0,0-1-1 0 0,0 0 1 0 0,0 0-1 0 0,0 1 1 0 0,0-1-1 0 0,0-1 1 0 0,0 1-1 0 0,0 0 1 0 0,1 0-1 0 0,-1-1 1 0 0,0 1-1 0 0,0-1 1 0 0,1 0-1 0 0,-1 0 1 0 0,0 0-1 0 0,1 0 1 0 0,-1 0-1 0 0,0 0 1 0 0,0-1 0 0 0,1 1-1 0 0,-1-1 1 0 0,0 1-1 0 0,0-1 1 0 0,1 0-1 0 0,-1 0 1 0 0,0 0-1 0 0,3-2 1 0 0,1-1 156 0 0,0 0 1 0 0,-1 0-1 0 0,1 0 1 0 0,-1-1-1 0 0,0 0 1 0 0,0 0-1 0 0,0 0 1 0 0,-1 0-1 0 0,1-1 0 0 0,-2 0 1 0 0,1 0-1 0 0,0 0 1 0 0,-1 0-1 0 0,0 0 1 0 0,-1-1-1 0 0,3-7 1 0 0,0-4-88 0 0,0-1 0 0 0,0 1 0 0 0,-2-1 0 0 0,2-33 0 0 0,-8 15-86 0 0,3 35-76 0 0,0 1-1 0 0,0 0 1 0 0,0 0 0 0 0,0 0-1 0 0,-1-1 1 0 0,1 1 0 0 0,0 0-1 0 0,-1 0 1 0 0,1 0 0 0 0,0 0-1 0 0,-1-1 1 0 0,0 1 0 0 0,1 0-1 0 0,-1 0 1 0 0,0 0 0 0 0,1 0 0 0 0,-1 0-1 0 0,0 1 1 0 0,0-1 0 0 0,0 0-1 0 0,0 0 1 0 0,0 0 0 0 0,0 1-1 0 0,0-1 1 0 0,0 1 0 0 0,0-1-1 0 0,-1 0 1 0 0,0 2 7 0 0,1-1 0 0 0,0 1-1 0 0,-1 0 1 0 0,1-1 0 0 0,0 1 0 0 0,0 0 0 0 0,0 0 0 0 0,0 0-1 0 0,0 0 1 0 0,0 0 0 0 0,0 1 0 0 0,0-1 0 0 0,0 0-1 0 0,1 0 1 0 0,-1 0 0 0 0,0 1 0 0 0,1-1 0 0 0,-1 0-1 0 0,1 1 1 0 0,-1-1 0 0 0,1 2 0 0 0,-10 32 20 0 0,8-25-3 0 0,0 0 1 0 0,1 0-1 0 0,0 1 0 0 0,1-1 0 0 0,0 0 1 0 0,0 0-1 0 0,1 1 0 0 0,1-1 0 0 0,3 13 1 0 0,-4-18-225 0 0,1 0 0 0 0,1 1 0 0 0,-1-1 1 0 0,1 0-1 0 0,-1-1 0 0 0,1 1 1 0 0,7 8-1 0 0,-6-9-410 0 0,0-1 1 0 0,0 1 0 0 0,0-1-1 0 0,0 1 1 0 0,1-1-1 0 0,-1-1 1 0 0,1 1 0 0 0,0-1-1 0 0,6 3 1 0 0,8 1-4207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3.5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238 96 5065 0 0,'2'-3'178'0'0,"0"0"0"0"0,-1 0 1 0 0,1 0-1 0 0,-1 0 0 0 0,1 0 0 0 0,-1 0 0 0 0,0-1 0 0 0,-1 1 1 0 0,1 0-1 0 0,0-1 0 0 0,-1 1 0 0 0,0 0 0 0 0,0-1 0 0 0,0 1 1 0 0,0-1-1 0 0,-1-3 0 0 0,0 5 107 0 0,0 0-1 0 0,0 0 1 0 0,0 0-1 0 0,0 0 1 0 0,-1 0-1 0 0,1 0 1 0 0,-1 0-1 0 0,1 0 1 0 0,-1 0-1 0 0,0 1 1 0 0,0-1 0 0 0,0 1-1 0 0,0-1 1 0 0,0 1-1 0 0,0 0 1 0 0,0 0-1 0 0,0 0 1 0 0,0 0-1 0 0,-1 0 1 0 0,1 0 0 0 0,0 0-1 0 0,-1 1 1 0 0,-3-1-1 0 0,-1 0 59 0 0,-1 1 0 0 0,1-1 0 0 0,0 1-1 0 0,0 1 1 0 0,-1 0 0 0 0,1 0 0 0 0,0 0 0 0 0,0 1-1 0 0,0 0 1 0 0,0 0 0 0 0,1 1 0 0 0,-1 0-1 0 0,0 0 1 0 0,-9 7 0 0 0,7-5-327 0 0,1 0 0 0 0,1 1 0 0 0,-1-1-1 0 0,1 2 1 0 0,0-1 0 0 0,1 1 0 0 0,-1 0 0 0 0,1 1-1 0 0,1-1 1 0 0,-9 16 0 0 0,13-22-67 0 0,0 0-1 0 0,1 1 1 0 0,-1-1-1 0 0,1 0 1 0 0,-1 1-1 0 0,1-1 1 0 0,0 1-1 0 0,-1-1 1 0 0,1 0 0 0 0,0 1-1 0 0,0-1 1 0 0,0 1-1 0 0,0-1 1 0 0,0 1-1 0 0,1-1 1 0 0,-1 1 0 0 0,0-1-1 0 0,0 0 1 0 0,1 1-1 0 0,-1-1 1 0 0,1 0-1 0 0,0 1 1 0 0,-1-1-1 0 0,2 2 1 0 0,0-1-87 0 0,0 0 0 0 0,0 0 1 0 0,0 0-1 0 0,1 0 0 0 0,-1 0 0 0 0,1-1 1 0 0,-1 1-1 0 0,1-1 0 0 0,-1 0 0 0 0,1 0 0 0 0,4 2 1 0 0,8 1-421 0 0,0-1 0 0 0,1 0 0 0 0,23 1 0 0 0,-34-4 541 0 0,80 3-534 0 0,-57-4 303 0 0,-1 2 0 0 0,0 1-1 0 0,49 9 1 0 0,-74-10 256 0 0,-1-1 1 0 0,0 0-1 0 0,0 0 0 0 0,0 0 1 0 0,0 1-1 0 0,0-1 1 0 0,0 0-1 0 0,0 1 0 0 0,0-1 1 0 0,0 1-1 0 0,0-1 1 0 0,0 1-1 0 0,0 0 0 0 0,0-1 1 0 0,-1 1-1 0 0,1 0 1 0 0,0-1-1 0 0,0 1 0 0 0,-1 0 1 0 0,1 0-1 0 0,0 0 1 0 0,-1 0-1 0 0,1 0 0 0 0,-1 0 1 0 0,1 0-1 0 0,0 1 1 0 0,-2 0 22 0 0,1-1 1 0 0,0 1-1 0 0,-1-1 1 0 0,1 1 0 0 0,-1-1-1 0 0,1 1 1 0 0,-1-1-1 0 0,0 0 1 0 0,1 1 0 0 0,-1-1-1 0 0,0 0 1 0 0,0 0-1 0 0,0 1 1 0 0,0-1 0 0 0,0 0-1 0 0,-2 1 1 0 0,-8 8 254 0 0,0-2 0 0 0,-1 0 0 0 0,-14 8 0 0 0,21-13-200 0 0,-24 13-221 0 0,-48 20 0 0 0,63-31-5350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3.7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8754 0 0,'2'6'691'0'0,"0"1"0"0"0,0-1 1 0 0,0 1-1 0 0,-1 0 0 0 0,0 0 0 0 0,-1 0 1 0 0,0 0-1 0 0,0 0 0 0 0,0 0 1 0 0,-1 0-1 0 0,-1 7 0 0 0,0 10 568 0 0,-1 19 412 0 0,0 9-1144 0 0,4-19-6357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3.9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20 11058 0 0,'-4'-9'488'0'0,"2"5"105"0"0,1 0-473 0 0,1 1-120 0 0,1 3 0 0 0,2 0 1184 0 0,1 3-536 0 0,3-1 8 0 0,0 3-424 0 0,1 0-80 0 0,-1 2-24 0 0,0 0 0 0 0,-1 0-1184 0 0,-2 0-232 0 0,-1 1-57 0 0,0-1 1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4.2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206 1 6449 0 0,'-35'2'6190'0'0,"14"-1"-4641"0"0,1 0 1 0 0,-24 4-1 0 0,36-4-1261 0 0,1 1-1 0 0,-1 0 1 0 0,0 0-1 0 0,1 1 1 0 0,0 0-1 0 0,-1 0 1 0 0,1 1-1 0 0,-11 7 1 0 0,17-10-287 0 0,1-1 1 0 0,-1 0-1 0 0,1 1 1 0 0,0-1 0 0 0,-1 0-1 0 0,1 1 1 0 0,-1-1-1 0 0,1 0 1 0 0,0 1-1 0 0,-1-1 1 0 0,1 1-1 0 0,0-1 1 0 0,-1 1-1 0 0,1-1 1 0 0,0 0-1 0 0,0 1 1 0 0,-1 0-1 0 0,1-1 1 0 0,0 1-1 0 0,0-1 1 0 0,0 1-1 0 0,0-1 1 0 0,0 1-1 0 0,0-1 1 0 0,0 1 0 0 0,0-1-1 0 0,0 1 1 0 0,0-1-1 0 0,0 1 1 0 0,0 0-1 0 0,0-1 1 0 0,0 1-1 0 0,17 12 53 0 0,28 2 11 0 0,-43-15-65 0 0,6 2-6 0 0,5 1-61 0 0,0 0 0 0 0,-1 1 0 0 0,1 0-1 0 0,18 9 1 0 0,-30-12 55 0 0,1 0-1 0 0,-1-1 1 0 0,1 1-1 0 0,-1 0 0 0 0,0 0 1 0 0,1 0-1 0 0,-1 0 1 0 0,0 0-1 0 0,0 0 0 0 0,0 0 1 0 0,1 1-1 0 0,-1-1 1 0 0,0 0-1 0 0,-1 0 0 0 0,1 1 1 0 0,0-1-1 0 0,0 1 0 0 0,-1-1 1 0 0,1 1-1 0 0,0-1 1 0 0,-1 1-1 0 0,0 0 0 0 0,1-1 1 0 0,-1 1-1 0 0,0-1 1 0 0,0 1-1 0 0,0 0 0 0 0,0-1 1 0 0,0 1-1 0 0,0 0 1 0 0,0-1-1 0 0,0 1 0 0 0,-1-1 1 0 0,1 1-1 0 0,-1-1 1 0 0,1 1-1 0 0,-1-1 0 0 0,0 1 1 0 0,0-1-1 0 0,1 1 1 0 0,-1-1-1 0 0,0 0 0 0 0,0 1 1 0 0,0-1-1 0 0,0 0 1 0 0,-1 0-1 0 0,0 2 0 0 0,-4 2-696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4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 11979 0 0,'2'-3'50'0'0,"12"-14"1466"0"0,-13 17-1433 0 0,0 0-1 0 0,-1 1 0 0 0,1-1 0 0 0,0 0 1 0 0,-1 0-1 0 0,1 1 0 0 0,0-1 1 0 0,-1 0-1 0 0,1 1 0 0 0,-1-1 0 0 0,1 0 1 0 0,-1 1-1 0 0,1-1 0 0 0,-1 1 1 0 0,1-1-1 0 0,-1 1 0 0 0,1-1 0 0 0,-1 1 1 0 0,0-1-1 0 0,1 1 0 0 0,-1 0 1 0 0,0-1-1 0 0,1 1 0 0 0,-1-1 1 0 0,0 1-1 0 0,0 0 0 0 0,0-1 0 0 0,1 1 1 0 0,-1 0-1 0 0,0-1 0 0 0,0 1 1 0 0,0 1-1 0 0,6 20 1374 0 0,0 0 0 0 0,3 27 0 0 0,2 98 669 0 0,-8-87-1902 0 0,4 90-1610 0 0,-6-137 201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4.8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73 5065 0 0,'2'-1'107'0'0,"0"-1"0"0"0,1 1 0 0 0,-1 0 0 0 0,0 0 0 0 0,0 0-1 0 0,0 1 1 0 0,1-1 0 0 0,-1 0 0 0 0,5 0 0 0 0,0-1 67 0 0,174-44 2895 0 0,-151 40-4304 0 0,1 2 0 0 0,-1 1 0 0 0,1 2 0 0 0,32 2 0 0 0,-62-1 1238 0 0,-1 0 1 0 0,1-1-1 0 0,-1 1 1 0 0,1 0-1 0 0,-1 0 1 0 0,1 0-1 0 0,-1 0 1 0 0,1 0-1 0 0,-1 0 1 0 0,0 0-1 0 0,1 0 1 0 0,-1 0-1 0 0,1 1 0 0 0,-1-1 1 0 0,1 0-1 0 0,-1 0 1 0 0,0 0-1 0 0,1 0 1 0 0,-1 1-1 0 0,1-1 1 0 0,-1 0-1 0 0,0 0 1 0 0,1 1-1 0 0,-1-1 0 0 0,0 0 1 0 0,1 1-1 0 0,-1-1 1 0 0,0 0-1 0 0,1 1 1 0 0,-1-1-1 0 0,0 0 1 0 0,0 1-1 0 0,1-1 1 0 0,-1 1-1 0 0,0-1 0 0 0,0 1 1 0 0,0-1-1 0 0,0 0 1 0 0,0 1-1 0 0,0-1 1 0 0,0 1-1 0 0,0-1 1 0 0,0 1-1 0 0,0-1 1 0 0,0 1-1 0 0,0-1 1 0 0,0 0-1 0 0,0 1 0 0 0,0-1 1 0 0,0 1-1 0 0,0-1 1 0 0,0 1-1 0 0,-1-1 1 0 0,1 1-1 0 0,-21 27 4060 0 0,7-11-2892 0 0,9-8-1007 0 0,1 0 1 0 0,0-1 0 0 0,0 1-1 0 0,1 1 1 0 0,0-1 0 0 0,1 0-1 0 0,0 1 1 0 0,-1 12-1 0 0,2-19-101 0 0,1 0 0 0 0,0 0 0 0 0,0 0 0 0 0,0 1 0 0 0,0-1 0 0 0,0 0 0 0 0,1 0 0 0 0,-1 0 0 0 0,1 0 0 0 0,0 0 0 0 0,0 0 0 0 0,0 0 0 0 0,1 0 0 0 0,-1 0 0 0 0,0 0 0 0 0,1 0 0 0 0,0-1 0 0 0,0 1 0 0 0,0-1 0 0 0,0 1 0 0 0,0-1 0 0 0,0 0-1 0 0,1 0 1 0 0,-1 0 0 0 0,1 0 0 0 0,-1 0 0 0 0,1 0 0 0 0,5 2 0 0 0,-6-3 132 0 0,0-1 1 0 0,0 1-1 0 0,0 0 0 0 0,0-1 1 0 0,0 0-1 0 0,0 1 0 0 0,0-1 0 0 0,0 0 1 0 0,0 0-1 0 0,0 0 0 0 0,0 0 0 0 0,0 0 1 0 0,0-1-1 0 0,0 1 0 0 0,0 0 0 0 0,0-1 1 0 0,0 0-1 0 0,0 1 0 0 0,0-1 0 0 0,0 0 1 0 0,2-2-1 0 0,-1 1 50 0 0,0 0-1 0 0,-1-1 1 0 0,1 1 0 0 0,-1-1-1 0 0,0 0 1 0 0,0 0 0 0 0,0 0-1 0 0,0 0 1 0 0,0 0-1 0 0,-1 0 1 0 0,3-6 0 0 0,-2 2-22 0 0,0 1 0 0 0,-1-1 1 0 0,1 1-1 0 0,-1-1 0 0 0,0 0 0 0 0,-1 0 1 0 0,0 1-1 0 0,0-1 0 0 0,0 0 1 0 0,-1 0-1 0 0,0 1 0 0 0,-3-13 0 0 0,1 15-162 0 0,1-1 0 0 0,-1 1-1 0 0,1-1 1 0 0,-1 1 0 0 0,0 0-1 0 0,-1 0 1 0 0,1 1 0 0 0,-1-1-1 0 0,0 1 1 0 0,0-1-1 0 0,-8-4 1 0 0,-11-10-789 0 0,23 18 647 0 0,0 0-1 0 0,-1 0 1 0 0,1 0-1 0 0,0-1 1 0 0,-1 1-1 0 0,1 0 1 0 0,0 0-1 0 0,-1-1 1 0 0,1 1-1 0 0,0 0 0 0 0,0-1 1 0 0,0 1-1 0 0,-1 0 1 0 0,1-1-1 0 0,0 1 1 0 0,0 0-1 0 0,0-1 1 0 0,0 1-1 0 0,-1 0 1 0 0,1-1-1 0 0,0 1 0 0 0,0 0 1 0 0,0-1-1 0 0,0 1 1 0 0,0 0-1 0 0,0-1 1 0 0,0 1-1 0 0,0-1 1 0 0,0 1-1 0 0,0 0 1 0 0,0-1-1 0 0,1 1 1 0 0,-1 0-1 0 0,0-1 0 0 0,0 1 1 0 0,0 0-1 0 0,0-1 1 0 0,0 1-1 0 0,1 0 1 0 0,-1-1-1 0 0,0 1 1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5.2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33 5065 0 0,'6'0'306'0'0,"-1"0"1"0"0,1 0-1 0 0,-1 1 0 0 0,0-1 0 0 0,1 1 0 0 0,-1 0 1 0 0,0 1-1 0 0,0-1 0 0 0,0 1 0 0 0,0 0 1 0 0,0 0-1 0 0,0 1 0 0 0,0-1 0 0 0,-1 1 0 0 0,1 0 1 0 0,-1 0-1 0 0,5 5 0 0 0,10 9 1390 0 0,-1 0 0 0 0,21 27-1 0 0,-31-34-1100 0 0,1 0 95 0 0,-5-6-330 0 0,1 1-1 0 0,-1-1 0 0 0,-1 1 0 0 0,1 0 0 0 0,-1 0 1 0 0,0 0-1 0 0,4 9 0 0 0,-7-14-328 0 0,0 0 0 0 0,-1 1 0 0 0,1-1 0 0 0,0 0 0 0 0,0 0 0 0 0,-1 0 0 0 0,1 0 0 0 0,0 1 0 0 0,-1-1 0 0 0,1 0 0 0 0,0 0 0 0 0,-1 0 0 0 0,1 0 0 0 0,0 0 0 0 0,0 0 0 0 0,-1 0 0 0 0,1 0 0 0 0,0 0 0 0 0,-1 0 0 0 0,1 0 0 0 0,0 0 0 0 0,-1 0 0 0 0,1 0 0 0 0,0 0 0 0 0,-1 0 0 0 0,1 0 0 0 0,0 0 0 0 0,-1-1 0 0 0,1 1 0 0 0,0 0 0 0 0,0 0 0 0 0,-1 0 0 0 0,1 0 0 0 0,0-1 0 0 0,0 1 0 0 0,-1 0 0 0 0,1 0 0 0 0,0-1 0 0 0,0 1 0 0 0,0 0 0 0 0,-1-1 0 0 0,-14-7 361 0 0,7 0-304 0 0,0 0 1 0 0,0-1-1 0 0,1 1 1 0 0,0-1 0 0 0,0-1-1 0 0,1 1 1 0 0,0-1 0 0 0,1 0-1 0 0,-5-12 1 0 0,7 12-599 0 0,-1 0 0 0 0,1 0 0 0 0,1-1 0 0 0,0 1 0 0 0,-2-20 0 0 0,4 13-6510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5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 1376 0 0,'-8'4'9367'0'0,"-31"19"-6444"0"0,35-20-2638 0 0,0 0 1 0 0,-1 1 0 0 0,1-1 0 0 0,1 1 0 0 0,-1 0-1 0 0,0 0 1 0 0,1 1 0 0 0,0-1 0 0 0,0 1 0 0 0,0-1-1 0 0,-4 11 1 0 0,7-12-210 0 0,-1 0-1 0 0,0 0 0 0 0,1 0 1 0 0,0 0-1 0 0,0 1 0 0 0,0-1 1 0 0,0 0-1 0 0,0 0 1 0 0,1 0-1 0 0,-1 0 0 0 0,1 0 1 0 0,0 0-1 0 0,0 0 0 0 0,0 0 1 0 0,0 0-1 0 0,1 0 1 0 0,-1 0-1 0 0,1 0 0 0 0,-1-1 1 0 0,1 1-1 0 0,4 3 0 0 0,87 97 2657 0 0,-92-103-2728 0 0,-1 0 0 0 0,0 1 1 0 0,1-1-1 0 0,-1 0 1 0 0,0 1-1 0 0,1-1 1 0 0,-1 1-1 0 0,0-1 1 0 0,1 1-1 0 0,-1-1 0 0 0,0 0 1 0 0,0 1-1 0 0,1-1 1 0 0,-1 1-1 0 0,0-1 1 0 0,0 1-1 0 0,0 0 0 0 0,0-1 1 0 0,0 1-1 0 0,0-1 1 0 0,0 1-1 0 0,0-1 1 0 0,0 1-1 0 0,0-1 0 0 0,0 2 1 0 0,-14-2-851 0 0,4-1 384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39:36.9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85 7370 0 0,'11'-5'100'0'0,"1"1"-1"0"0,-1 0 1 0 0,1 1 0 0 0,0 0 0 0 0,0 1 0 0 0,0 1 0 0 0,14-1 0 0 0,11-2 462 0 0,86-16 1877 0 0,135-15 3785 0 0,-245 34-5828 0 0,0 1 0 0 0,0 0 0 0 0,0 1 0 0 0,0 0 0 0 0,25 7 0 0 0,-35-7-364 0 0,0 0 0 0 0,1 0 0 0 0,-1 1 0 0 0,0-1 0 0 0,1 1 0 0 0,-1-1 0 0 0,0 1 0 0 0,0 0 0 0 0,0 1 0 0 0,-1-1-1 0 0,1 0 1 0 0,-1 1 0 0 0,1-1 0 0 0,-1 1 0 0 0,0 0 0 0 0,0 0 0 0 0,0 0 0 0 0,0 0 0 0 0,0 0 0 0 0,-1 0 0 0 0,1 1 0 0 0,-1-1 0 0 0,0 1 0 0 0,0-1 0 0 0,0 0-1 0 0,0 5 1 0 0,5 136 79 0 0,0 4-18 0 0,57 183-128 0 0,-5-39 6 0 0,-38-154 29 0 0,44 361 0 0 0,-52 87 0 0 0,-13-180 0 0 0,75 454 136 0 0,-62-792-46 0 0,-7-50-33 0 0,-2 1 0 0 0,0 0 0 0 0,0 0 0 0 0,-2 0-1 0 0,-1 0 1 0 0,0 0 0 0 0,-4 22 0 0 0,4-39-9 0 0,-1 0 1 0 0,0-1 0 0 0,1 1-1 0 0,-1-1 1 0 0,0 1 0 0 0,0-1 0 0 0,0 1-1 0 0,0-1 1 0 0,0 1 0 0 0,0-1 0 0 0,-1 0-1 0 0,1 0 1 0 0,0 0 0 0 0,-1 0-1 0 0,1 0 1 0 0,-1 0 0 0 0,1 0 0 0 0,-1 0-1 0 0,1 0 1 0 0,-1-1 0 0 0,0 1-1 0 0,1-1 1 0 0,-1 1 0 0 0,0-1 0 0 0,1 1-1 0 0,-1-1 1 0 0,-3 0 0 0 0,-6 1 142 0 0,-1-1 0 0 0,1 0 0 0 0,-15-3 0 0 0,6 1-92 0 0,-272-21-1 0 0,253 22-311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4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68 198 3681 0 0,'-6'-9'878'0'0,"1"-1"0"0"0,0 0 0 0 0,0 0 1 0 0,1 0-1 0 0,1 0 0 0 0,-1 0 0 0 0,2-1 0 0 0,-1 0 0 0 0,1 0 1 0 0,1 1-1 0 0,0-21 0 0 0,1 26-263 0 0,1 0-1 0 0,0 1 1 0 0,0-1-1 0 0,0 0 1 0 0,0 0-1 0 0,1 1 1 0 0,0-1-1 0 0,0 1 1 0 0,6-8 910 0 0,-10 33-357 0 0,-19 180-745 0 0,9-102-357 0 0,1 154-1 0 0,12-218 227 0 0,1 23-317 0 0,9 59 0 0 0,-8-101-6 0 0,0-1 0 0 0,1 1 0 0 0,0 0 0 0 0,1-1 0 0 0,1 0 0 0 0,1 0 0 0 0,0-1 0 0 0,14 22 0 0 0,-18-32 51 0 0,-1 0 1 0 0,1-1 0 0 0,1 0 0 0 0,-1 1-1 0 0,0-1 1 0 0,1 0 0 0 0,0-1 0 0 0,-1 1-1 0 0,1-1 1 0 0,0 1 0 0 0,1-1 0 0 0,-1 0-1 0 0,0-1 1 0 0,0 1 0 0 0,1-1 0 0 0,-1 0-1 0 0,1 0 1 0 0,-1 0 0 0 0,1 0 0 0 0,0-1 0 0 0,-1 0-1 0 0,1 0 1 0 0,0 0 0 0 0,-1-1 0 0 0,1 1-1 0 0,-1-1 1 0 0,1 0 0 0 0,5-2 0 0 0,12-5 40 0 0,-1-1-1 0 0,0-1 1 0 0,0 0 0 0 0,28-21 0 0 0,-6 6-31 0 0,20-14 29 0 0,-41 25-801 0 0,0 0 1 0 0,48-20 0 0 0,-51 28-7059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4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32 544 6913 0 0,'-31'24'1403'0'0,"32"-23"-985"0"0,1 0-1 0 0,0 0 0 0 0,0-1 0 0 0,0 1 0 0 0,0-1 1 0 0,0 1-1 0 0,0-1 0 0 0,0 0 0 0 0,0 0 0 0 0,0 0 1 0 0,3 0-1 0 0,0-1-65 0 0,0-1 0 0 0,0 0 0 0 0,0 0 1 0 0,0-1-1 0 0,0 1 0 0 0,0-1 0 0 0,0 0 1 0 0,-1-1-1 0 0,1 1 0 0 0,-1-1 0 0 0,4-4 0 0 0,43-50 1252 0 0,-46 52-1481 0 0,9-13 60 0 0,1-1 0 0 0,-2-1 0 0 0,-1 0 0 0 0,-1-1 0 0 0,0 0 0 0 0,11-38 0 0 0,-18 45-164 0 0,0 0 0 0 0,0-1 1 0 0,-2 0-1 0 0,0 0 0 0 0,0 0 1 0 0,-2 0-1 0 0,0 0 0 0 0,-1 1 1 0 0,0-1-1 0 0,-2 0 0 0 0,-4-19 0 0 0,5 30-17 0 0,0 0-1 0 0,0 0 1 0 0,-1 1-1 0 0,0-1 1 0 0,0 0-1 0 0,0 1 1 0 0,0 0-1 0 0,-1-1 1 0 0,1 1-1 0 0,-1 1 1 0 0,0-1-1 0 0,0 0 0 0 0,-1 1 1 0 0,1 0-1 0 0,-9-5 1 0 0,10 7-25 0 0,1 0 0 0 0,0 0 1 0 0,0 0-1 0 0,-1 0 0 0 0,1 1 0 0 0,0-1 1 0 0,-1 1-1 0 0,1-1 0 0 0,0 1 0 0 0,-1 0 1 0 0,1 0-1 0 0,-1 0 0 0 0,1 0 0 0 0,-1 0 0 0 0,1 0 1 0 0,0 1-1 0 0,-1-1 0 0 0,1 1 0 0 0,-1 0 1 0 0,1-1-1 0 0,0 1 0 0 0,0 0 0 0 0,0 1 1 0 0,-1-1-1 0 0,1 0 0 0 0,0 1 0 0 0,0-1 1 0 0,1 1-1 0 0,-1-1 0 0 0,0 1 0 0 0,0 0 0 0 0,1 0 1 0 0,-1 0-1 0 0,1 0 0 0 0,0 0 0 0 0,0 0 1 0 0,-2 2-1 0 0,2 1 3 0 0,-1-1 1 0 0,1 0-1 0 0,0 1 1 0 0,0 0-1 0 0,0-1 0 0 0,1 1 1 0 0,0-1-1 0 0,-1 1 1 0 0,2 0-1 0 0,-1-1 0 0 0,0 1 1 0 0,1-1-1 0 0,0 1 1 0 0,0-1-1 0 0,0 1 0 0 0,1-1 1 0 0,0 0-1 0 0,-1 1 1 0 0,4 3-1 0 0,4 10 215 0 0,2 0 0 0 0,22 30 0 0 0,-27-40-142 0 0,0 0-1 0 0,1-1 0 0 0,0 0 1 0 0,0 0-1 0 0,0-1 0 0 0,1 0 0 0 0,0 0 1 0 0,0 0-1 0 0,1-1 0 0 0,0-1 1 0 0,0 1-1 0 0,0-2 0 0 0,0 1 1 0 0,0-1-1 0 0,1 0 0 0 0,15 1 1 0 0,-17-3-565 0 0,1 0 0 0 0,-1-1 0 0 0,1 0 0 0 0,16-3 1 0 0,-16 1-770 0 0,0-1-1 0 0,0 1 1 0 0,-1-1 0 0 0,17-8 0 0 0,-8 1-926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0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1 5529 0 0,'0'0'498'0'0,"-4"18"1522"0"0,-60 156 5329 0 0,0 2-5423 0 0,59-159-1841 0 0,-12 53 147 0 0,16-65-223 0 0,0 0 1 0 0,1 1-1 0 0,-1-1 0 0 0,1 0 1 0 0,1 1-1 0 0,-1-1 1 0 0,1 1-1 0 0,-1-1 1 0 0,2 0-1 0 0,1 7 0 0 0,-3-12-11 0 0,0 1-1 0 0,0-1 1 0 0,0 0 0 0 0,1 1-1 0 0,-1-1 1 0 0,0 0-1 0 0,0 1 1 0 0,1-1-1 0 0,-1 0 1 0 0,0 1-1 0 0,0-1 1 0 0,1 0-1 0 0,-1 1 1 0 0,0-1-1 0 0,1 0 1 0 0,-1 0-1 0 0,0 0 1 0 0,1 1-1 0 0,-1-1 1 0 0,0 0-1 0 0,1 0 1 0 0,-1 0-1 0 0,1 0 1 0 0,-1 0-1 0 0,0 0 1 0 0,1 1-1 0 0,-1-1 1 0 0,1 0-1 0 0,-1 0 1 0 0,0 0-1 0 0,1 0 1 0 0,-1-1-1 0 0,1 1 1 0 0,-1 0 0 0 0,0 0-1 0 0,1 0 1 0 0,-1 0-1 0 0,1 0 1 0 0,-1 0-1 0 0,0-1 1 0 0,1 1-1 0 0,-1 0 1 0 0,0 0-1 0 0,1 0 1 0 0,-1-1-1 0 0,0 1 1 0 0,0 0-1 0 0,1-1 1 0 0,-1 1-1 0 0,0 0 1 0 0,1-1-1 0 0,-1 1 1 0 0,0 0-1 0 0,0-1 1 0 0,0 1-1 0 0,0 0 1 0 0,1-1-1 0 0,15-25-157 0 0,-14 22 86 0 0,41-81-143 0 0,4-8 466 0 0,-41 82-61 0 0,1 0 0 0 0,0 1 0 0 0,1 0 0 0 0,1 0 0 0 0,18-16 0 0 0,-27 25-152 0 0,1 0 1 0 0,0 1-1 0 0,0-1 0 0 0,0 0 1 0 0,0 1-1 0 0,0-1 0 0 0,0 0 1 0 0,0 1-1 0 0,0 0 0 0 0,0-1 1 0 0,0 1-1 0 0,0-1 0 0 0,0 1 1 0 0,0 0-1 0 0,0 0 0 0 0,1 0 1 0 0,-1 0-1 0 0,0-1 0 0 0,0 2 1 0 0,0-1-1 0 0,0 0 0 0 0,0 0 1 0 0,0 0-1 0 0,1 0 1 0 0,0 1-1 0 0,0 0 21 0 0,-1 0-1 0 0,1 1 1 0 0,-1-1-1 0 0,1 0 1 0 0,-1 1 0 0 0,1-1-1 0 0,-1 1 1 0 0,0-1 0 0 0,0 1-1 0 0,0-1 1 0 0,0 1 0 0 0,0 0-1 0 0,1 2 1 0 0,3 9 193 0 0,-1 0 0 0 0,0 0 1 0 0,2 20-1 0 0,-4-22-151 0 0,3 10 89 0 0,3 21 120 0 0,22 66 0 0 0,-26-97-276 0 0,0-1 0 0 0,1 1 0 0 0,0-1 1 0 0,1 0-1 0 0,0 0 0 0 0,0-1 0 0 0,1 1 0 0 0,1-1 0 0 0,-1-1 0 0 0,1 0 0 0 0,10 8 0 0 0,-17-15-29 0 0,-1-1 0 0 0,1 1 0 0 0,-1-1-1 0 0,1 1 1 0 0,-1-1 0 0 0,1 1-1 0 0,0-1 1 0 0,-1 0 0 0 0,1 1 0 0 0,0-1-1 0 0,0 0 1 0 0,-1 1 0 0 0,1-1-1 0 0,0 0 1 0 0,0 0 0 0 0,-1 0 0 0 0,1 0-1 0 0,0 0 1 0 0,0 0 0 0 0,0 0-1 0 0,-1 0 1 0 0,1 0 0 0 0,0 0 0 0 0,0 0-1 0 0,-1 0 1 0 0,1 0 0 0 0,0-1-1 0 0,0 1 1 0 0,-1 0 0 0 0,1-1 0 0 0,0 1-1 0 0,-1 0 1 0 0,1-1 0 0 0,0 1-1 0 0,-1-1 1 0 0,1 1 0 0 0,-1-1-1 0 0,1 1 1 0 0,-1-1 0 0 0,1 0 0 0 0,-1 1-1 0 0,1-1 1 0 0,-1 0 0 0 0,1 1-1 0 0,-1-1 1 0 0,0 0 0 0 0,1 1 0 0 0,-1-1-1 0 0,0 0 1 0 0,0 0 0 0 0,0 0-1 0 0,3-8-29 0 0,-1 0 0 0 0,0 0 0 0 0,1-16-1 0 0,-2 9-46 0 0,8-33-1523 0 0,2 0 0 0 0,3 0 1 0 0,35-86-1 0 0,-32 100 142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5985 0 0,'1'2'201'0'0,"1"1"-1"0"0,-1-1 1 0 0,1 0-1 0 0,0 0 1 0 0,0 0-1 0 0,0 0 0 0 0,0 0 1 0 0,0 0-1 0 0,0 0 1 0 0,0-1-1 0 0,0 1 1 0 0,1-1-1 0 0,-1 0 1 0 0,1 0-1 0 0,-1 0 1 0 0,1 0-1 0 0,0 0 0 0 0,-1 0 1 0 0,1 0-1 0 0,0-1 1 0 0,-1 0-1 0 0,1 1 1 0 0,5-1-1 0 0,-4-1-18 0 0,0 1 0 0 0,0-1-1 0 0,0 0 1 0 0,0 0-1 0 0,0 0 1 0 0,0 0 0 0 0,8-4-1 0 0,11-11-4119 0 0,-8 6 1967 0 0,-11 7 1832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10594 0 0,'2'9'472'0'0,"-1"-6"96"0"0,1 1-455 0 0,2-2-113 0 0,-1-1 0 0 0,-1-1 0 0 0,3 2 296 0 0,2-2 40 0 0,5 0 8 0 0,4 0 0 0 0,3-3 232 0 0,-1-4 56 0 0,1-2 8 0 0,-2-3 0 0 0,3-1-1488 0 0,-3-2-296 0 0,4-3-56 0 0,0-1-17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13 2304 0 0,'-21'-13'14296'0'0,"23"25"-12629"0"0,5 31-1118 0 0,-2 0 1 0 0,-2 1 0 0 0,-2 44-1 0 0,0-10-306 0 0,-1-59-183 0 0,2 43 67 0 0,18 122 0 0 0,-17-167-38 0 0,1 0 0 0 0,1-1 0 0 0,0 1 0 0 0,1-1 0 0 0,1 0 0 0 0,1 0 0 0 0,0-1 0 0 0,1 0-1 0 0,0 0 1 0 0,1-1 0 0 0,1-1 0 0 0,13 15 0 0 0,-21-26-55 0 0,0 1 0 0 0,1-1-1 0 0,-1 1 1 0 0,0-1 0 0 0,1 0 0 0 0,0 0-1 0 0,-1 0 1 0 0,1-1 0 0 0,0 1 0 0 0,0-1 0 0 0,0 0-1 0 0,0 0 1 0 0,0 0 0 0 0,0-1 0 0 0,0 0-1 0 0,0 1 1 0 0,0-1 0 0 0,0-1 0 0 0,0 1-1 0 0,0 0 1 0 0,0-1 0 0 0,0 0 0 0 0,0 0-1 0 0,0 0 1 0 0,0-1 0 0 0,4-1 0 0 0,10-6-7 0 0,0-1 1 0 0,-1 0-1 0 0,-1-2 1 0 0,20-16-1 0 0,0 1-193 0 0,-19 15-327 0 0,0 0-1 0 0,1 2 1 0 0,0 0 0 0 0,0 1 0 0 0,1 0-1 0 0,24-6 1 0 0,-18 10-6640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0,'1'0'177'0'0,"0"0"0"0"0,-1 1 0 0 0,1-1 0 0 0,0 1 0 0 0,0-1 0 0 0,0 1 0 0 0,-1-1 0 0 0,1 1 0 0 0,0-1 0 0 0,-1 1 0 0 0,1 0 0 0 0,0-1 0 0 0,-1 1 0 0 0,1 0 0 0 0,-1 0 0 0 0,1-1 0 0 0,-1 1 0 0 0,0 0 0 0 0,1 0 0 0 0,-1 0 0 0 0,0-1 0 0 0,1 1 0 0 0,-1 0 0 0 0,0 2 0 0 0,5 20 2314 0 0,-2 74 2426 0 0,-4-66-5468 0 0,7 49 0 0 0,-2-57-6115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1 150 4145 0 0,'1'1'193'0'0,"0"-1"0"0"0,1 1 0 0 0,-1-1 0 0 0,1 1 0 0 0,-1-1 0 0 0,1 0 0 0 0,-1 0 0 0 0,1 0 0 0 0,-1 0 0 0 0,1 0 0 0 0,-1 0 0 0 0,1 0 0 0 0,-1 0 0 0 0,1 0 0 0 0,2-2 0 0 0,30-7 2010 0 0,-23 6-1369 0 0,37-12 1815 0 0,-1-2 0 0 0,75-39-1 0 0,-30 12-3340 0 0,-78 37-645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4145 0 0,'-1'15'8724'0'0,"6"29"-5021"0"0,0 4-2223 0 0,-3 1-1 0 0,-1 0 1 0 0,-8 60 0 0 0,1 56-1438 0 0,7-138-1240 0 0,2 0-1 0 0,1 1 1 0 0,11 38 0 0 0,-5-32-5396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1 456 0 0,'-9'29'4741'0'0,"1"-8"-2965"0"0,3 4-346 0 0,1 1 0 0 0,2 0 0 0 0,0-1 0 0 0,2 1 0 0 0,1 0 0 0 0,7 47-1 0 0,-5-56-1051 0 0,1-1 0 0 0,0 0 0 0 0,1 0-1 0 0,0-1 1 0 0,2 1 0 0 0,0-1 0 0 0,0 0-1 0 0,2-1 1 0 0,0 0 0 0 0,0 0 0 0 0,20 21-1 0 0,-25-31-322 0 0,1 0 0 0 0,-1 0 0 0 0,1 0-1 0 0,-1 0 1 0 0,1-1 0 0 0,0 0 0 0 0,0 0-1 0 0,1-1 1 0 0,-1 1 0 0 0,0-1 0 0 0,1 0-1 0 0,0 0 1 0 0,-1-1 0 0 0,1 0 0 0 0,0 0-1 0 0,0 0 1 0 0,0-1 0 0 0,0 1 0 0 0,0-2-1 0 0,-1 1 1 0 0,1 0 0 0 0,0-1 0 0 0,7-2-1 0 0,-1-1-124 0 0,1-1 0 0 0,-1 0-1 0 0,0-1 1 0 0,0 0-1 0 0,-1-1 1 0 0,0-1-1 0 0,0 1 1 0 0,-1-2-1 0 0,12-10 1 0 0,2-4-2543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7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72 4609 0 0,'-7'-20'2882'0'0,"7"18"-2640"0"0,1 0 0 0 0,-1-1 0 0 0,1 1 0 0 0,-1 0 1 0 0,1 0-1 0 0,0-1 0 0 0,0 1 0 0 0,0 0 0 0 0,0 0 0 0 0,1 0 0 0 0,-1 0 0 0 0,1 0 1 0 0,-1 0-1 0 0,1 0 0 0 0,-1 1 0 0 0,1-1 0 0 0,0 1 0 0 0,0-1 0 0 0,0 1 0 0 0,0-1 1 0 0,0 1-1 0 0,0 0 0 0 0,0 0 0 0 0,0 0 0 0 0,1 0 0 0 0,-1 1 0 0 0,0-1 0 0 0,1 0 0 0 0,4 1 1 0 0,-3-1-27 0 0,-1 0 1 0 0,1 0-1 0 0,0 1 1 0 0,0 0-1 0 0,0-1 1 0 0,0 2-1 0 0,0-1 1 0 0,0 0-1 0 0,0 1 1 0 0,0 0-1 0 0,0 0 1 0 0,0 0-1 0 0,-1 0 1 0 0,1 0-1 0 0,0 1 1 0 0,-1 0-1 0 0,6 3 1 0 0,-6-2-131 0 0,-1-1-1 0 0,1 1 1 0 0,-1 0-1 0 0,0 0 1 0 0,0 0 0 0 0,0 0-1 0 0,0 1 1 0 0,0-1 0 0 0,-1 0-1 0 0,0 1 1 0 0,1-1-1 0 0,-1 1 1 0 0,-1 0 0 0 0,1-1-1 0 0,0 1 1 0 0,-1 0-1 0 0,0-1 1 0 0,0 1 0 0 0,0 4-1 0 0,-2 8 201 0 0,0-1 0 0 0,-1 1 0 0 0,-8 21 0 0 0,7-25-73 0 0,1 0 1 0 0,0 0 0 0 0,1 1 0 0 0,-1 13 0 0 0,2-25-195 0 0,1 1 0 0 0,0 0 0 0 0,0-1 0 0 0,0 1 0 0 0,0 0 0 0 0,0-1 0 0 0,0 1 0 0 0,1 0 0 0 0,-1-1 0 0 0,1 1 0 0 0,-1-1 0 0 0,1 1 0 0 0,-1-1 0 0 0,1 1 0 0 0,0-1 0 0 0,0 1 0 0 0,-1-1 0 0 0,1 0 0 0 0,0 1 0 0 0,0-1 0 0 0,1 0 0 0 0,-1 0 0 0 0,0 1 0 0 0,0-1 0 0 0,1 0 0 0 0,-1 0 0 0 0,0-1 0 0 0,3 3 0 0 0,1-3-42 0 0,-1 1 0 0 0,0-1 0 0 0,1 1-1 0 0,-1-1 1 0 0,1 0 0 0 0,-1-1 0 0 0,0 1 0 0 0,1-1 0 0 0,-1 0 0 0 0,4-1 0 0 0,7-3-595 0 0,-1-1 1 0 0,0 0-1 0 0,-1-1 0 0 0,1-1 0 0 0,-1 0 0 0 0,13-11 1 0 0,-8 6-977 0 0,3-1-39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 4145 0 0,'13'6'1667'0'0,"-1"0"-1"0"0,1-1 1 0 0,0-1 0 0 0,0 0 0 0 0,0 0-1 0 0,0-2 1 0 0,23 3 0 0 0,-23-5-1198 0 0,0-1 0 0 0,-1 1 0 0 0,1-2 0 0 0,-1 0 0 0 0,1-1 0 0 0,-1 0 0 0 0,0 0 1 0 0,17-8-1 0 0,-21 7-791 0 0,29-12 914 0 0,-14 2-6956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8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0,'1'4'307'0'0,"0"0"-1"0"0,0 0 1 0 0,0 0 0 0 0,1 0-1 0 0,-1 0 1 0 0,1 0-1 0 0,0 0 1 0 0,4 5 0 0 0,5 13 853 0 0,-7-8-463 0 0,-1-1-1 0 0,0 1 1 0 0,-1 0 0 0 0,-1 0 0 0 0,0 26 0 0 0,-11 72-53 0 0,0 4-470 0 0,10-90-697 0 0,6 47 0 0 0,4-32-5334 0 0,1-11-1152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8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0,'0'0'667'0'0,"8"21"5766"0"0,2 23-2484 0 0,8 61 0 0 0,-3 122-1989 0 0,-13-196-1756 0 0,-1-2-157 0 0,2-1 0 0 0,0 1 0 0 0,9 29 0 0 0,-10-49-16 0 0,1 0 0 0 0,0 0 0 0 0,0 0 0 0 0,1 0-1 0 0,0 0 1 0 0,1-1 0 0 0,0 0 0 0 0,0 0-1 0 0,1 0 1 0 0,0 0 0 0 0,0-1 0 0 0,1 0-1 0 0,7 6 1 0 0,-10-10-3 0 0,-1-1 0 0 0,0 0 0 0 0,1 0-1 0 0,0 0 1 0 0,-1 0 0 0 0,1-1 0 0 0,0 0 0 0 0,0 1-1 0 0,0-1 1 0 0,0-1 0 0 0,0 1 0 0 0,0 0-1 0 0,0-1 1 0 0,0 0 0 0 0,5-1 0 0 0,-2 0-6 0 0,0 0 0 0 0,0 0 1 0 0,0-1-1 0 0,0-1 0 0 0,0 1 0 0 0,-1-1 1 0 0,1 0-1 0 0,5-4 0 0 0,10-7-39 0 0,-2-1 0 0 0,0-1 1 0 0,30-32-1 0 0,-49 47 13 0 0,22-23-177 0 0,42-38-1275 0 0,-46 48 229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9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1 131 5841 0 0,'6'-12'1099'0'0,"1"0"0"0"0,0 1 0 0 0,0 0-1 0 0,1 1 1 0 0,1-1 0 0 0,0 1 0 0 0,0 1 0 0 0,13-10-1 0 0,-19 16-930 0 0,0 1 0 0 0,1-1 0 0 0,-1 1 0 0 0,1 0-1 0 0,0 0 1 0 0,0 0 0 0 0,0 0 0 0 0,0 0 0 0 0,0 1-1 0 0,0 0 1 0 0,1 0 0 0 0,-1 0 0 0 0,0 1 0 0 0,1-1-1 0 0,-1 1 1 0 0,0 0 0 0 0,1 0 0 0 0,-1 0 0 0 0,0 1-1 0 0,1 0 1 0 0,-1-1 0 0 0,0 2 0 0 0,0-1-1 0 0,0 0 1 0 0,0 1 0 0 0,0 0 0 0 0,0 0 0 0 0,7 4-1 0 0,-8-3-108 0 0,0-1 0 0 0,0 1-1 0 0,0 0 1 0 0,0 1 0 0 0,0-1 0 0 0,0 0-1 0 0,-1 1 1 0 0,1-1 0 0 0,-1 1-1 0 0,0 0 1 0 0,-1 0 0 0 0,1 0-1 0 0,0 0 1 0 0,-1 0 0 0 0,0 0-1 0 0,0 0 1 0 0,0 1 0 0 0,-1-1-1 0 0,1 0 1 0 0,-1 9 0 0 0,-2 7 59 0 0,0 0 1 0 0,0-1 0 0 0,-9 28-1 0 0,-1 14-339 0 0,11-59 222 0 0,1 0-1 0 0,0 1 1 0 0,-1-1-1 0 0,1 0 1 0 0,0 1 0 0 0,1-1-1 0 0,-1 0 1 0 0,0 0-1 0 0,0 1 1 0 0,1-1 0 0 0,0 0-1 0 0,-1 0 1 0 0,1 1-1 0 0,0-1 1 0 0,0 0 0 0 0,0 0-1 0 0,0 0 1 0 0,0 0 0 0 0,1 0-1 0 0,-1 0 1 0 0,1-1-1 0 0,-1 1 1 0 0,1 0 0 0 0,0-1-1 0 0,-1 1 1 0 0,1-1-1 0 0,0 1 1 0 0,4 1 0 0 0,2 0 5 0 0,1-1 1 0 0,-1 1 0 0 0,1-1 0 0 0,-1-1-1 0 0,1 0 1 0 0,12 0 0 0 0,30 7 81 0 0,-50-8-78 0 0,1 1-1 0 0,-1 0 1 0 0,1 0 0 0 0,-1 0-1 0 0,0 0 1 0 0,0 1-1 0 0,1-1 1 0 0,-1 0-1 0 0,0 0 1 0 0,0 1-1 0 0,0-1 1 0 0,0 1-1 0 0,-1-1 1 0 0,1 1-1 0 0,0-1 1 0 0,0 1 0 0 0,-1-1-1 0 0,1 1 1 0 0,-1 0-1 0 0,0-1 1 0 0,1 1-1 0 0,-1 0 1 0 0,0-1-1 0 0,0 1 1 0 0,0 0-1 0 0,0-1 1 0 0,0 1-1 0 0,-1 0 1 0 0,0 3 0 0 0,-12 50 293 0 0,12-54-286 0 0,-6 19 385 0 0,-16 34-1 0 0,20-47-599 0 0,-1-1 0 0 0,1 0 0 0 0,-2 0 0 0 0,1 0 0 0 0,-1-1 0 0 0,1 1 0 0 0,-2-1 0 0 0,1 0 0 0 0,-6 4 0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9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0,'18'27'7671'0'0,"-4"10"-4423"0"0,3 46-2759 0 0,-10-47 307 0 0,9 52-494 0 0,4 106-1 0 0,-10 89 85 0 0,14 150-192 0 0,-17-390-349 0 0,2-1 0 0 0,22 65 1 0 0,14 16-3393 0 0,-42-113 2069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0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13 174 3225 0 0,'-13'1'2506'0'0,"32"-11"2167"0"0,28-6-1989 0 0,1 2 1 0 0,92-14-1 0 0,111 2 846 0 0,-96 11-2728 0 0,303-12 6 0 0,-62 6-437 0 0,-333 13-565 0 0,-43 4-1 0 0,0 1 0 0 0,0 1 0 0 0,1 1 1 0 0,-1 1-1 0 0,29 3 0 0 0,-48-3 43 0 0,0 0 1 0 0,0 0-1 0 0,0 1 1 0 0,0-1-1 0 0,0 0 1 0 0,0 0-1 0 0,0 1 1 0 0,0-1-1 0 0,0 0 1 0 0,0 1-1 0 0,0-1 1 0 0,0 1-1 0 0,0-1 0 0 0,-1 1 1 0 0,1-1-1 0 0,0 1 1 0 0,0 0-1 0 0,-1-1 1 0 0,1 1-1 0 0,0 0 1 0 0,-1 0-1 0 0,1 0 1 0 0,-1-1-1 0 0,1 1 1 0 0,-1 0-1 0 0,1 0 1 0 0,-1 0-1 0 0,1 2 1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0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54 3681 0 0,'-1'-3'655'0'0,"1"1"0"0"0,-1-1 0 0 0,0 0 0 0 0,1 1 0 0 0,-1-1 0 0 0,1 0 0 0 0,0 0 0 0 0,0 1 0 0 0,0-1 0 0 0,0 0 0 0 0,1-3 0 0 0,6-10 4212 0 0,-6 16-4729 0 0,-1 0-1 0 0,1-1 1 0 0,0 1-1 0 0,-1 0 1 0 0,1 0-1 0 0,-1 0 1 0 0,1 0-1 0 0,-1 0 1 0 0,1 0-1 0 0,-1 0 1 0 0,1 0-1 0 0,-1 0 1 0 0,1 0-1 0 0,-1 0 1 0 0,1 1-1 0 0,-1-1 1 0 0,1 0-1 0 0,-1 0 1 0 0,1 0-1 0 0,-1 1 1 0 0,1-1-1 0 0,-1 0 1 0 0,1 0-1 0 0,-1 1 1 0 0,1-1-1 0 0,-1 1 1 0 0,0-1-1 0 0,1 0 1 0 0,-1 1-1 0 0,0-1 1 0 0,1 1-1 0 0,7 8 106 0 0,-1 0 0 0 0,0 0 0 0 0,-1 1 0 0 0,0 0 0 0 0,0 0 0 0 0,-1 1 0 0 0,-1-1 0 0 0,0 1 0 0 0,5 17 0 0 0,1 17-162 0 0,6 48 0 0 0,-10-53-12 0 0,0 0-69 0 0,66 335 0 0 0,-71-372 0 0 0,-1-1 0 0 0,1 0 1 0 0,0 0-1 0 0,-1 1 0 0 0,1-1 0 0 0,0 0 0 0 0,0 0 1 0 0,1 0-1 0 0,-1 0 0 0 0,0 0 0 0 0,1 0 0 0 0,-1 0 1 0 0,1-1-1 0 0,-1 1 0 0 0,1-1 0 0 0,0 1 0 0 0,0-1 1 0 0,0 1-1 0 0,0-1 0 0 0,0 0 0 0 0,0 0 0 0 0,0 0 0 0 0,0 0 1 0 0,0 0-1 0 0,0 0 0 0 0,5 0 0 0 0,-1-1-6 0 0,-1 0 0 0 0,1 0 0 0 0,0 0 1 0 0,0-1-1 0 0,-1 0 0 0 0,1 0 0 0 0,-1-1 0 0 0,1 1 0 0 0,-1-1 0 0 0,7-3 0 0 0,50-26-49 0 0,114-75 0 0 0,-111 64-911 0 0,85-42 0 0 0,-124 74-178 0 0,-4 4-259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3 276 7370 0 0,'0'1'142'0'0,"0"1"1"0"0,0-1-1 0 0,0 0 1 0 0,0 0-1 0 0,0 0 1 0 0,0 0-1 0 0,0 0 1 0 0,0 1-1 0 0,1-1 1 0 0,-1 0-1 0 0,0 0 1 0 0,1 0-1 0 0,-1 0 1 0 0,1 0-1 0 0,-1 0 1 0 0,1 0-1 0 0,-1 0 1 0 0,1 0-1 0 0,0 0 1 0 0,0 0-1 0 0,-1-1 1 0 0,1 1-1 0 0,0 0 1 0 0,0 0-1 0 0,0-1 1 0 0,0 1-1 0 0,0 0 1 0 0,0-1-1 0 0,0 1 1 0 0,0-1-1 0 0,0 1 1 0 0,0-1-1 0 0,0 0 1 0 0,0 0-1 0 0,1 1 1 0 0,-1-1-1 0 0,0 0 1 0 0,0 0-1 0 0,0 0 1 0 0,0 0-1 0 0,1 0 1 0 0,-1 0-1 0 0,0 0 1 0 0,0-1-1 0 0,0 1 1 0 0,0 0-1 0 0,0-1 1 0 0,1 0-1 0 0,3 0 250 0 0,-1 0-1 0 0,0-1 0 0 0,0 0 0 0 0,0 0 0 0 0,0 0 1 0 0,0 0-1 0 0,0-1 0 0 0,0 1 0 0 0,-1-1 0 0 0,0 0 1 0 0,6-6-1 0 0,4-8-91 0 0,-2-1 1 0 0,0 0-1 0 0,0-1 0 0 0,7-22 1 0 0,-14 32-435 0 0,-1 0-1 0 0,0 0 1 0 0,0-1 0 0 0,-1 0 0 0 0,0 1 0 0 0,-1-1 0 0 0,0 0-1 0 0,-1 0 1 0 0,0 1 0 0 0,0-1 0 0 0,-3-12 0 0 0,3 21 33 0 0,0-1 1 0 0,-1 1-1 0 0,1-1 1 0 0,-1 1 0 0 0,1-1-1 0 0,-1 1 1 0 0,1-1-1 0 0,-1 1 1 0 0,0-1 0 0 0,0 1-1 0 0,0 0 1 0 0,1-1-1 0 0,-2 1 1 0 0,1 0-1 0 0,0 0 1 0 0,0 0 0 0 0,0 0-1 0 0,0 0 1 0 0,-1 0-1 0 0,1 0 1 0 0,0 0 0 0 0,-1 0-1 0 0,1 1 1 0 0,-3-2-1 0 0,1 2-46 0 0,0-1 0 0 0,0 1 0 0 0,0 0 0 0 0,0 0 0 0 0,0 0 0 0 0,0 1 0 0 0,1-1-1 0 0,-1 1 1 0 0,0-1 0 0 0,0 1 0 0 0,0 0 0 0 0,-4 2 0 0 0,0 0-65 0 0,0 1-1 0 0,0 0 1 0 0,0 0 0 0 0,0 1-1 0 0,1 0 1 0 0,-1 0 0 0 0,1 0 0 0 0,-10 13-1 0 0,11-11 338 0 0,1 0-1 0 0,-1 1 0 0 0,2 0 0 0 0,-1 0 1 0 0,1 0-1 0 0,1 0 0 0 0,-1 1 1 0 0,1-1-1 0 0,1 1 0 0 0,-1-1 0 0 0,2 1 1 0 0,-1 0-1 0 0,1 0 0 0 0,0-1 0 0 0,1 1 1 0 0,0 0-1 0 0,0-1 0 0 0,1 1 1 0 0,4 10-1 0 0,-4-12 9 0 0,1 0 1 0 0,0 0-1 0 0,1 0 1 0 0,-1 0-1 0 0,2-1 1 0 0,-1 1-1 0 0,0-1 1 0 0,1 0-1 0 0,0 0 1 0 0,1-1-1 0 0,-1 1 1 0 0,1-1-1 0 0,0 0 1 0 0,1-1-1 0 0,-1 0 1 0 0,1 0-1 0 0,-1 0 1 0 0,1-1-1 0 0,1 0 1 0 0,-1 0-1 0 0,12 3 1 0 0,-7-3-388 0 0,0-1 1 0 0,0-1 0 0 0,0 1-1 0 0,14-2 1 0 0,3-1-1065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51 211 3681 0 0,'3'-3'65'0'0,"2"-4"176"0"0,-1 1-1 0 0,1-1 1 0 0,-1 0-1 0 0,0 0 1 0 0,0 0-1 0 0,-1-1 1 0 0,0 0-1 0 0,0 1 1 0 0,-1-1-1 0 0,2-9 1 0 0,-2-1 1656 0 0,-1 1 0 0 0,0-1-1 0 0,-4-36 1 0 0,3 54-1802 0 0,0 0 0 0 0,0-1 0 0 0,0 1 0 0 0,0-1-1 0 0,0 1 1 0 0,0-1 0 0 0,0 1 0 0 0,0 0 0 0 0,0-1 0 0 0,0 1 0 0 0,0-1 0 0 0,0 1-1 0 0,0 0 1 0 0,0-1 0 0 0,0 1 0 0 0,-1-1 0 0 0,1 1 0 0 0,0 0 0 0 0,0-1 0 0 0,-1 1-1 0 0,1 0 1 0 0,0-1 0 0 0,0 1 0 0 0,-1 0 0 0 0,1-1 0 0 0,0 1 0 0 0,-1 0 0 0 0,1 0-1 0 0,-1-1 1 0 0,1 1 0 0 0,0 0 0 0 0,-1 0 0 0 0,1 0 0 0 0,-1-1 0 0 0,1 1 0 0 0,-1 0 0 0 0,-11 12 1690 0 0,-5 23-748 0 0,14-29-1016 0 0,-40 125 629 0 0,39-117-595 0 0,1 0 0 0 0,1 0-1 0 0,0 0 1 0 0,1 1 0 0 0,0-1-1 0 0,1 0 1 0 0,3 21 0 0 0,-3-33-69 0 0,0 1-1 0 0,0-1 1 0 0,1 0 0 0 0,-1 0 0 0 0,1 0 0 0 0,-1 0 0 0 0,1 0 0 0 0,0 0 0 0 0,0 0 0 0 0,0 0 0 0 0,0 0 0 0 0,0 0 0 0 0,0 0 0 0 0,1-1 0 0 0,-1 1 0 0 0,1 0 0 0 0,-1-1 0 0 0,4 3 0 0 0,-3-4 2 0 0,-1 1 1 0 0,1-1 0 0 0,-1 0 0 0 0,0-1 0 0 0,1 1 0 0 0,-1 0 0 0 0,1 0 0 0 0,-1-1 0 0 0,1 1 0 0 0,-1 0 0 0 0,0-1 0 0 0,1 0 0 0 0,-1 1 0 0 0,0-1-1 0 0,1 0 1 0 0,-1 1 0 0 0,0-1 0 0 0,0 0 0 0 0,0 0 0 0 0,0 0 0 0 0,0 0 0 0 0,0 0 0 0 0,0-1 0 0 0,0 1 0 0 0,0 0 0 0 0,0 0 0 0 0,-1 0 0 0 0,2-3-1 0 0,6-9-51 0 0,-1 0-1 0 0,0-1 1 0 0,-1 0-1 0 0,0 0 0 0 0,4-19 1 0 0,-5 18 172 0 0,0-1 0 0 0,1 1 0 0 0,0 1 0 0 0,13-22 0 0 0,-18 34-72 0 0,0 1-1 0 0,0-1 1 0 0,0 0-1 0 0,0 0 0 0 0,1 0 1 0 0,-1 1-1 0 0,1-1 0 0 0,-1 1 1 0 0,1-1-1 0 0,-1 1 1 0 0,1-1-1 0 0,0 1 0 0 0,0 0 1 0 0,0 0-1 0 0,0 0 0 0 0,0 0 1 0 0,0 0-1 0 0,0 0 0 0 0,0 1 1 0 0,0-1-1 0 0,0 1 1 0 0,0-1-1 0 0,0 1 0 0 0,0 0 1 0 0,0 0-1 0 0,4 0 0 0 0,-3 1-8 0 0,-1 0 0 0 0,1 1 1 0 0,-1-1-1 0 0,1 1 0 0 0,-1-1 0 0 0,1 1 0 0 0,-1 0 0 0 0,0 0 0 0 0,0 0 0 0 0,0 0 0 0 0,0 0 0 0 0,0 0 0 0 0,-1 0 0 0 0,1 1 0 0 0,-1-1 0 0 0,1 1 0 0 0,-1-1 0 0 0,0 1 0 0 0,1 4 0 0 0,24 73 60 0 0,-17-51-9 0 0,17 43 0 0 0,-23-64-71 0 0,1 0 1 0 0,1 0-1 0 0,-1 0 1 0 0,2-1-1 0 0,-1 0 0 0 0,1 0 1 0 0,0 0-1 0 0,0-1 0 0 0,11 10 1 0 0,-16-15-11 0 0,1 0 0 0 0,0 0 1 0 0,-1 0-1 0 0,1 0 0 0 0,0 0 0 0 0,-1 0 0 0 0,1 0 1 0 0,0-1-1 0 0,0 1 0 0 0,0-1 0 0 0,0 1 1 0 0,0-1-1 0 0,0 0 0 0 0,0 0 0 0 0,-1 1 1 0 0,1-1-1 0 0,0-1 0 0 0,0 1 0 0 0,0 0 0 0 0,0 0 1 0 0,2-1-1 0 0,0-1-6 0 0,-1 1 0 0 0,0-1 0 0 0,0 0 0 0 0,0 0 0 0 0,0 0 0 0 0,0 0 0 0 0,-1 0 0 0 0,1-1 0 0 0,-1 1 0 0 0,1-1 0 0 0,1-3 0 0 0,6-8-52 0 0,-1-1 0 0 0,0-1 0 0 0,11-28 0 0 0,-16 35 35 0 0,11-28-1365 0 0,1 0-3582 0 0,1-3-1957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63 10594 0 0,'-4'7'472'0'0,"3"-5"96"0"0,1 0-455 0 0,0-1-113 0 0,1-1 0 0 0,1 0-153 0 0,0-1-47 0 0,3-1-16 0 0,2-3 0 0 0,4-2-400 0 0,-3 0-88 0 0,4-2-8 0 0,1-1-8 0 0,-3 1 576 0 0,1 0 144 0 0,-3 0 0 0 0,-2 2 0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4 106 11058 0 0,'-1'1'53'0'0,"1"0"-1"0"0,-1 0 1 0 0,1 0-1 0 0,-1 0 1 0 0,1 1-1 0 0,0-1 1 0 0,0 0-1 0 0,0 1 0 0 0,0-1 1 0 0,0 0-1 0 0,0 0 1 0 0,0 1-1 0 0,0-1 1 0 0,0 0-1 0 0,0 0 1 0 0,1 1-1 0 0,-1-1 0 0 0,0 0 1 0 0,1 0-1 0 0,-1 0 1 0 0,1 0-1 0 0,0 1 1 0 0,-1-1-1 0 0,1 0 1 0 0,0 0-1 0 0,0 0 1 0 0,1 1-1 0 0,1-1 144 0 0,0 0 1 0 0,1 0-1 0 0,-1 0 1 0 0,0 0-1 0 0,1-1 0 0 0,-1 0 1 0 0,1 1-1 0 0,-1-1 1 0 0,6-1-1 0 0,8 0 207 0 0,-1 0 1 0 0,1-1-1 0 0,0-1 0 0 0,29-10 0 0 0,68-30-2068 0 0,-20 7-6961 0 0,-84 33 8133 0 0,-1-1 0 0 0,0 0-1 0 0,0 0 1 0 0,0-1 0 0 0,10-7 0 0 0,-1-1 493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2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33 10594 0 0,'-4'-4'705'0'0,"1"1"1"0"0,-1-1-1 0 0,-1 1 0 0 0,1 0 0 0 0,0 1 0 0 0,-1-1 0 0 0,1 1 0 0 0,-1 0 1 0 0,0 0-1 0 0,-8-2 0 0 0,12 4-617 0 0,0-1-1 0 0,-1 1 1 0 0,1 0-1 0 0,-1 0 1 0 0,1 0 0 0 0,0 0-1 0 0,-1 0 1 0 0,1 0 0 0 0,-1 1-1 0 0,1-1 1 0 0,0 0 0 0 0,-1 1-1 0 0,1-1 1 0 0,0 1-1 0 0,-1-1 1 0 0,1 1 0 0 0,0 0-1 0 0,0-1 1 0 0,0 1 0 0 0,-1 0-1 0 0,1 0 1 0 0,0 0 0 0 0,0 0-1 0 0,0 0 1 0 0,0 0 0 0 0,1 0-1 0 0,-1 0 1 0 0,0 0-1 0 0,0 1 1 0 0,1-1 0 0 0,-1 0-1 0 0,1 0 1 0 0,-1 1 0 0 0,1-1-1 0 0,-1 0 1 0 0,1 1 0 0 0,0-1-1 0 0,-1 1 1 0 0,1-1-1 0 0,0 0 1 0 0,0 1 0 0 0,1 2-1 0 0,-1 12 58 0 0,1 0 0 0 0,1 0 0 0 0,0 0 0 0 0,1 0 0 0 0,1-1 0 0 0,0 1-1 0 0,1-1 1 0 0,9 19 0 0 0,3 10 80 0 0,19 64 75 0 0,-5 1 1 0 0,32 206-1 0 0,-48-197-1726 0 0,59 223 0 0 0,-73-339 1221 0 0,0 1-518 0 0,0 1-1 0 0,0-1 1 0 0,0 1-1 0 0,1-1 1 0 0,0 0 0 0 0,-1 0-1 0 0,3 4 1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2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9 2304 0 0,'-35'8'245'0'0,"-16"4"2704"0"0,12 10 9615 0 0,56-20-11377 0 0,281-24 2969 0 0,-157 7-3372 0 0,111-1-800 0 0,291 20 0 0 0,-495-2-940 0 0,69 14 0 0 0,-86-8-172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0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27 5841 0 0,'-3'-27'12421'0'0,"10"39"-9908"0"0,5 16-2354 0 0,-2 2-1 0 0,-1-1 1 0 0,-1 1-1 0 0,-1 1 1 0 0,2 33-1 0 0,3 159 1173 0 0,-1-8-679 0 0,-8-190-652 0 0,1-1 0 0 0,1 0 0 0 0,9 29 0 0 0,-12-47 0 0 0,0 0 0 0 0,1 0 0 0 0,0 0 0 0 0,0 0 0 0 0,0 0 0 0 0,0-1 0 0 0,1 1 0 0 0,0-1 0 0 0,0 0 0 0 0,1 0 0 0 0,-1 0 0 0 0,1-1 0 0 0,0 1 0 0 0,0-1 0 0 0,1-1 0 0 0,-1 1 0 0 0,8 3 0 0 0,-9-6 0 0 0,-1 0 1 0 0,1 0-1 0 0,0 0 0 0 0,0 0 0 0 0,0-1 1 0 0,0 0-1 0 0,0 0 0 0 0,0 0 1 0 0,0 0-1 0 0,0-1 0 0 0,0 1 0 0 0,0-1 1 0 0,0 0-1 0 0,0 0 0 0 0,0 0 0 0 0,-1-1 1 0 0,1 1-1 0 0,4-4 0 0 0,7-4-3 0 0,0 0 0 0 0,26-23 0 0 0,-13 10-16 0 0,-28 22 8 0 0,154-105-437 0 0,-130 92-416 0 0,0 0 0 0 0,0 1 0 0 0,1 2 0 0 0,48-14 0 0 0,-48 18-439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6913 0 0,'-1'10'11295'0'0,"4"23"-8897"0"0,-1-22-1481 0 0,6 196 1826 0 0,-8-145-3425 0 0,2 0 1 0 0,3 0 0 0 0,18 86 0 0 0,-16-121-7089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14283 0 0,'3'3'230'0'0,"1"-1"0"0"0,-1 0 0 0 0,1 0 0 0 0,-1 0 0 0 0,1-1 0 0 0,0 1 0 0 0,0-1 0 0 0,0 0 0 0 0,0 0 0 0 0,0 0 0 0 0,0-1 1 0 0,7 1-1 0 0,50-1 1632 0 0,-38-3-1411 0 0,0-1 0 0 0,0-1 0 0 0,0-1 0 0 0,-1-1 0 0 0,36-16 0 0 0,16-6-6066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0 7370 0 0,'-1'1'196'0'0,"-1"1"1"0"0,1-1-1 0 0,0 0 1 0 0,-1 1 0 0 0,1-1-1 0 0,0 1 1 0 0,0 0 0 0 0,0-1-1 0 0,0 1 1 0 0,0 0 0 0 0,0 0-1 0 0,0-1 1 0 0,1 1 0 0 0,-1 0-1 0 0,0 0 1 0 0,1 0-1 0 0,0 0 1 0 0,-1 0 0 0 0,1 0-1 0 0,0 0 1 0 0,0 2 0 0 0,3 51 4140 0 0,-1-43-3676 0 0,7 129 4620 0 0,-7-91-5076 0 0,-4-1 1 0 0,-8 63-1 0 0,3-58-2342 0 0,4-29-5242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4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0,'24'16'4013'0'0,"-13"-2"-3354"0"0,-1 0-1 0 0,0 1 1 0 0,-1 0 0 0 0,0 1-1 0 0,-1-1 1 0 0,10 34-1 0 0,24 105-210 0 0,-20-32-335 0 0,8 178 0 0 0,-12-94-2755 0 0,-10-141-4925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0 147 10594 0 0,'109'-22'6066'0'0,"15"-13"-2715"0"0,107-26-786 0 0,-184 51-2872 0 0,0 2 0 0 0,93-3 0 0 0,-129 11-247 0 0,0 1 0 0 0,0 0 0 0 0,1 0 0 0 0,-1 1 1 0 0,0 0-1 0 0,-1 1 0 0 0,13 5 0 0 0,3 4-5844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4609 0 0,'1'7'1117'0'0,"0"0"0"0"0,0-1 0 0 0,1 1 0 0 0,0-1 0 0 0,5 12 0 0 0,3 9 1442 0 0,39 145 5388 0 0,21 86-5305 0 0,-68-252-2625 0 0,0 1 0 0 0,0-1 0 0 0,0 0 0 0 0,0 0-1 0 0,1-1 1 0 0,0 1 0 0 0,1 0 0 0 0,-1-1 0 0 0,1 0 0 0 0,0 0 0 0 0,0 0 0 0 0,0 0 0 0 0,1-1 0 0 0,0 1 0 0 0,9 5 0 0 0,-10-8-19 0 0,1 1-1 0 0,0-2 0 0 0,-1 1 0 0 0,1 0 1 0 0,0-1-1 0 0,0 0 0 0 0,0 0 1 0 0,0-1-1 0 0,0 1 0 0 0,0-1 0 0 0,0 0 1 0 0,0 0-1 0 0,0-1 0 0 0,0 1 1 0 0,0-1-1 0 0,0 0 0 0 0,-1-1 0 0 0,1 1 1 0 0,0-1-1 0 0,7-3 0 0 0,23-13-5 0 0,59-40 0 0 0,-52 31-2046 0 0,0 2-3457 0 0,-8 7-1843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38 2304 0 0,'-19'0'9330'0'0,"24"-3"-7727"0"0,2-2-1057 0 0,-1 0 0 0 0,1 1 0 0 0,0 0 0 0 0,1 1 0 0 0,-1-1-1 0 0,15-3 1 0 0,-19 6-424 0 0,0 1 0 0 0,0-1 0 0 0,1 1 0 0 0,-1-1-1 0 0,0 1 1 0 0,0 0 0 0 0,1 1 0 0 0,-1-1 0 0 0,0 0 0 0 0,0 1-1 0 0,1 0 1 0 0,-1 0 0 0 0,0 0 0 0 0,0 0 0 0 0,0 0-1 0 0,0 0 1 0 0,0 1 0 0 0,-1 0 0 0 0,1-1 0 0 0,0 1 0 0 0,-1 0-1 0 0,5 4 1 0 0,11 14 545 0 0,30 44 0 0 0,9 11 502 0 0,-51-68-1048 0 0,1 0-1 0 0,0 0 0 0 0,1-1 1 0 0,0 0-1 0 0,0 0 1 0 0,0-1-1 0 0,12 6 0 0 0,-17-10-123 0 0,-1 0-1 0 0,1 0 1 0 0,-1-1-1 0 0,1 1 1 0 0,-1-1-1 0 0,1 1 1 0 0,0-1-1 0 0,-1 0 1 0 0,1 0-1 0 0,0 0 0 0 0,-1 0 1 0 0,1-1-1 0 0,-1 1 1 0 0,1-1-1 0 0,0 0 1 0 0,-1 1-1 0 0,1-1 1 0 0,-1 0-1 0 0,4-2 1 0 0,3-3-246 0 0,0 0 1 0 0,0 0 0 0 0,11-11-1 0 0,-8 6-442 0 0,9-6-636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 2304 0 0,'1'2'237'0'0,"0"-1"-1"0"0,-1 1 0 0 0,1 0 0 0 0,0-1 0 0 0,0 1 1 0 0,1-1-1 0 0,-1 1 0 0 0,0-1 0 0 0,0 0 0 0 0,1 1 1 0 0,-1-1-1 0 0,1 0 0 0 0,-1 0 0 0 0,1 0 0 0 0,-1 0 1 0 0,1 0-1 0 0,0 0 0 0 0,-1-1 0 0 0,1 1 0 0 0,0 0 1 0 0,0-1-1 0 0,-1 0 0 0 0,4 1 0 0 0,44 8 4074 0 0,-29-10-3469 0 0,-1-1 0 0 0,1 0 1 0 0,-1-2-1 0 0,0-1 1 0 0,0 0-1 0 0,-1-1 0 0 0,0-1 1 0 0,21-11-1 0 0,-8 5-3110 0 0,46-14 0 0 0,-57 22-3446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0,'0'5'771'0'0,"0"1"0"0"0,0-1 0 0 0,0 0 1 0 0,1 0-1 0 0,0 0 0 0 0,0 0 0 0 0,0 0 0 0 0,1 0 1 0 0,2 6-1 0 0,2 8 705 0 0,0 21 2216 0 0,2 75 0 0 0,0 8-6767 0 0,-4-99 1732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0,'3'40'4607'0'0,"7"112"1878"0"0,-2-87-4668 0 0,22 96 0 0 0,86 314 82 0 0,-46-157-5881 0 0,-61-273-3163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0,'0'1'108'0'0,"0"1"0"0"0,-1-1 0 0 0,1 0 0 0 0,0 0 0 0 0,0 1 0 0 0,0-1 0 0 0,0 0 0 0 0,1 0 0 0 0,-1 1 0 0 0,0-1-1 0 0,1 0 1 0 0,-1 0 0 0 0,0 0 0 0 0,1 0 0 0 0,-1 1 0 0 0,1-1 0 0 0,0 0 0 0 0,-1 0 0 0 0,1 0 0 0 0,0 0 0 0 0,0 0-1 0 0,0 0 1 0 0,-1 0 0 0 0,3 1 0 0 0,1 1 280 0 0,0-1 1 0 0,0 1-1 0 0,0 0 0 0 0,1-1 0 0 0,-1 0 1 0 0,8 3-1 0 0,7 0 958 0 0,0 0-1 0 0,25 3 1 0 0,-9-4-99 0 0,0-2-1 0 0,0-2 1 0 0,50-4 0 0 0,103-25 988 0 0,0 1-2505 0 0,-153 25-360 0 0,0 1 0 0 0,1 2 1 0 0,47 6-1 0 0,-52 0-1661 0 0,-4 4-4391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5985 0 0,'-1'1'396'0'0,"1"1"-1"0"0,0 0 1 0 0,0-1-1 0 0,0 1 1 0 0,0 0-1 0 0,0-1 1 0 0,1 1-1 0 0,-1-1 1 0 0,0 1-1 0 0,1-1 0 0 0,-1 1 1 0 0,1-1-1 0 0,0 1 1 0 0,-1-1-1 0 0,1 1 1 0 0,0-1-1 0 0,0 1 1 0 0,0-1-1 0 0,2 2 1 0 0,22 32 3585 0 0,-3-6-1641 0 0,36 61 0 0 0,-43-60-2073 0 0,-1 1 0 0 0,-1 0 0 0 0,-2 0 1 0 0,11 46-1 0 0,15 129 460 0 0,7 24-565 0 0,-41-217-159 0 0,1 0 0 0 0,10 24-1 0 0,-13-35-16 0 0,0 0-1 0 0,0 1 0 0 0,0-1 1 0 0,0 0-1 0 0,1 0 1 0 0,-1 0-1 0 0,1 0 0 0 0,-1 0 1 0 0,1 0-1 0 0,0 0 1 0 0,0-1-1 0 0,0 1 0 0 0,0 0 1 0 0,0-1-1 0 0,0 0 0 0 0,0 1 1 0 0,0-1-1 0 0,0 0 1 0 0,1 0-1 0 0,-1 0 0 0 0,0 0 1 0 0,1-1-1 0 0,3 1 1 0 0,1-2-128 0 0,0-2 1 0 0,-1 1 0 0 0,1-1 0 0 0,0 0 0 0 0,-1 0 0 0 0,0 0 0 0 0,0-1 0 0 0,0 0 0 0 0,0-1-1 0 0,7-6 1 0 0,7-4-374 0 0,116-89-5279 0 0,-131 99 5877 0 0,18-15-99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1 211 7370 0 0,'43'-11'4586'0'0,"-2"-1"-1974"0"0,-1-3 0 0 0,55-27-1 0 0,71-52-444 0 0,-161 91-2335 0 0,30-18-355 0 0,-12 9-5111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7.5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0,'10'4'804'0'0,"0"-2"0"0"0,-1 1 0 0 0,1-1-1 0 0,0-1 1 0 0,0 0 0 0 0,18 0 0 0 0,11 1 1546 0 0,-18 1-1490 0 0,80 13 1502 0 0,-92-14-2259 0 0,-1 0 1 0 0,0 1-1 0 0,1 0 1 0 0,-1 0-1 0 0,-1 0 1 0 0,1 1-1 0 0,0 1 1 0 0,-1-1-1 0 0,8 8 1 0 0,-12-9-93 0 0,0 0 0 0 0,-1 0 1 0 0,1 0-1 0 0,-1 0 1 0 0,0 1-1 0 0,0-1 1 0 0,0 1-1 0 0,-1 0 1 0 0,1 0-1 0 0,-1-1 0 0 0,0 1 1 0 0,0 0-1 0 0,0 0 1 0 0,0 8-1 0 0,0 6-16 0 0,-1 0-1 0 0,-3 21 1 0 0,1 22 95 0 0,4-53-56 0 0,0 0 0 0 0,0-1 1 0 0,0 1-1 0 0,1 0 0 0 0,0-1 0 0 0,1 0 1 0 0,-1 1-1 0 0,2-1 0 0 0,6 9 0 0 0,-6-9 40 0 0,0 0 1 0 0,-1 1-1 0 0,0-1 0 0 0,0 1 0 0 0,-1 0 0 0 0,1 0 0 0 0,2 14 0 0 0,-6-20-54 0 0,1 1 0 0 0,-1-1 0 0 0,0 1 0 0 0,0-1 0 0 0,0 0 0 0 0,0 1 0 0 0,-1-1 0 0 0,1 1 0 0 0,-1-1 0 0 0,1 0 0 0 0,-1 1 0 0 0,0-1 0 0 0,0 0 0 0 0,0 0 0 0 0,0 1 0 0 0,0-1 0 0 0,0 0 0 0 0,-1 0 0 0 0,1 0 0 0 0,-1-1 0 0 0,1 1 0 0 0,-1 0 0 0 0,0 0 0 0 0,-2 1 0 0 0,2-2-559 0 0,0 0-1 0 0,1 0 1 0 0,-1-1-1 0 0,0 1 1 0 0,0 0 0 0 0,0-1-1 0 0,1 1 1 0 0,-1-1-1 0 0,0 0 1 0 0,0 1 0 0 0,0-1-1 0 0,-3-1 1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27.6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653 209 2761 0 0,'-11'-6'34'0'0,"0"2"1"0"0,-1-1-1 0 0,1 1 1 0 0,-1 1-1 0 0,0 0 1 0 0,0 1-1 0 0,0 0 1 0 0,0 1-1 0 0,0 0 1 0 0,0 1-1 0 0,-1 0 1 0 0,1 1-1 0 0,0 0 1 0 0,0 1-1 0 0,-17 5 1 0 0,13-3-15 0 0,1 1 1 0 0,0 0-1 0 0,1 1 1 0 0,-1 1-1 0 0,1 0 1 0 0,0 1-1 0 0,1 0 1 0 0,0 1-1 0 0,-22 20 1 0 0,18-13 121 0 0,1 2-1 0 0,1 0 1 0 0,0 1 0 0 0,1 1 0 0 0,-20 38-1 0 0,8 0 332 0 0,2 1-1 0 0,3 1 0 0 0,-27 123 0 0 0,29-85-264 0 0,4 2 0 0 0,4-1 0 0 0,5 1 1 0 0,6 101-1 0 0,2-162-224 0 0,1 0 0 0 0,2-1 0 0 0,2 0 0 0 0,2 0 1 0 0,1-1-1 0 0,29 71 0 0 0,-31-91 8 0 0,1-1 0 0 0,0 0 0 0 0,1 0 0 0 0,1-1 0 0 0,1 0 0 0 0,0-1 0 0 0,0 0 0 0 0,2-1 0 0 0,0 0 0 0 0,0-1 0 0 0,1-1 0 0 0,0 0 0 0 0,1-1 0 0 0,0-1 0 0 0,1 0 0 0 0,24 8 0 0 0,-24-12 12 0 0,1 0 1 0 0,-1-2 0 0 0,1 0-1 0 0,0 0 1 0 0,0-2 0 0 0,0 0-1 0 0,1-2 1 0 0,-1 0 0 0 0,0 0-1 0 0,0-2 1 0 0,30-8-1 0 0,-10 0 62 0 0,-1-2-1 0 0,0-1 1 0 0,-1-3-1 0 0,45-26 1 0 0,-49 22 33 0 0,-1-1 0 0 0,-1-1 1 0 0,-1-1-1 0 0,-1-2 0 0 0,-1-1 1 0 0,-2-1-1 0 0,30-43 0 0 0,-14 12 279 0 0,-3-2 0 0 0,58-129 0 0 0,-80 149-182 0 0,-2 0-1 0 0,-2-1 1 0 0,-1 0 0 0 0,-3-1 0 0 0,-1 0-1 0 0,-2-1 1 0 0,-2 1 0 0 0,-5-82-1 0 0,-6 37-11 0 0,-4 0 0 0 0,-5 1 0 0 0,-36-116 0 0 0,42 163-115 0 0,-2 0 1 0 0,-2 1-1 0 0,-2 0 1 0 0,-28-48 0 0 0,38 75-100 0 0,-1 2 0 0 0,0-1 1 0 0,-1 1-1 0 0,0 0 0 0 0,-1 1 0 0 0,0 0 1 0 0,-18-12-1 0 0,20 16-68 0 0,-1 0 0 0 0,1 1 0 0 0,-1 0 0 0 0,0 0-1 0 0,0 1 1 0 0,0 0 0 0 0,-1 1 0 0 0,1 0 0 0 0,-1 1 0 0 0,1 0 0 0 0,-18 0 0 0 0,11 2-194 0 0,1 0 0 0 0,-1 1-1 0 0,1 1 1 0 0,0 0 0 0 0,0 2 0 0 0,-20 7 0 0 0,-12 9-2942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28.4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560 19 5065 0 0,'-29'7'348'0'0,"1"1"0"0"0,0 2 0 0 0,1 1 0 0 0,-38 21-1 0 0,49-23-326 0 0,1 1 0 0 0,0 1-1 0 0,0 1 1 0 0,2 0-1 0 0,-1 0 1 0 0,1 2-1 0 0,1-1 1 0 0,-14 22-1 0 0,-9 20 117 0 0,3 2-1 0 0,2 2 0 0 0,3 0 0 0 0,3 2 0 0 0,2 1 0 0 0,-24 112 0 0 0,36-124-96 0 0,2 1 0 0 0,3 0-1 0 0,2 0 1 0 0,2 0 0 0 0,2 0 0 0 0,3 0 0 0 0,2 0 0 0 0,2-1 0 0 0,2 0 0 0 0,2 0 0 0 0,3-1 0 0 0,27 63-1 0 0,-21-63 14 0 0,2-1-1 0 0,3-1 0 0 0,2-1 0 0 0,1-2 0 0 0,3 0 1 0 0,1-2-1 0 0,41 39 0 0 0,-58-67-130 0 0,0-1-1 0 0,1-1 1 0 0,1 0 0 0 0,0-2 0 0 0,0 0 0 0 0,1-1-1 0 0,0 0 1 0 0,1-2 0 0 0,-1 0 0 0 0,2-1-1 0 0,-1-1 1 0 0,0-1 0 0 0,1-1 0 0 0,0-1 0 0 0,21-1-1 0 0,-14-1 98 0 0,-1-2-1 0 0,1 0 0 0 0,-1-2 1 0 0,0-1-1 0 0,0-2 1 0 0,0 0-1 0 0,-1-2 0 0 0,0-1 1 0 0,-1-1-1 0 0,48-28 0 0 0,-57 28 81 0 0,-1-1 1 0 0,0-1-1 0 0,-1 0 0 0 0,0-1 0 0 0,-1 0 0 0 0,-1-1 0 0 0,0-1 0 0 0,-1 0 0 0 0,-1 0 0 0 0,-1-1 1 0 0,0-1-1 0 0,-1 1 0 0 0,0-2 0 0 0,5-22 0 0 0,2-18 155 0 0,-1 0 0 0 0,-4-1-1 0 0,4-76 1 0 0,-9 35-5 0 0,-4 1-1 0 0,-5 0 1 0 0,-17-105-1 0 0,-2 68-1 0 0,-68-220 1 0 0,88 347-226 0 0,-12-37 230 0 0,-33-75 1 0 0,43 111-234 0 0,-1 1 0 0 0,0-1 0 0 0,0 1 0 0 0,-1 0 1 0 0,0 0-1 0 0,-1 1 0 0 0,0-1 0 0 0,0 2 0 0 0,-1 0 0 0 0,-1 0 0 0 0,1 0 1 0 0,-15-8-1 0 0,18 13-134 0 0,1 1 0 0 0,0 0 1 0 0,-1 0-1 0 0,0 1 0 0 0,1-1 1 0 0,-1 1-1 0 0,0 1 0 0 0,0-1 0 0 0,-11 1 1 0 0,-20 4-4012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29.2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600 198 3225 0 0,'-26'-4'300'0'0,"-1"0"1"0"0,0 1-1 0 0,0 2 1 0 0,-28 2-1 0 0,43 1-173 0 0,0-1 0 0 0,1 2 0 0 0,-1 0 0 0 0,1 0 0 0 0,0 1 0 0 0,0 0 0 0 0,0 1 0 0 0,0 0 0 0 0,1 1 0 0 0,0 0 0 0 0,-17 14 0 0 0,4 0 114 0 0,1 1 0 0 0,1 1 0 0 0,2 1 0 0 0,0 0 0 0 0,1 2 0 0 0,1 0 0 0 0,1 1 0 0 0,2 0 0 0 0,-18 45 0 0 0,12-15 105 0 0,2 1-1 0 0,3 0 0 0 0,-15 114 0 0 0,27-131-342 0 0,1 0 0 0 0,2-1 0 0 0,2 1 0 0 0,2 0 0 0 0,1-1 0 0 0,2 0 0 0 0,2 0 0 0 0,1-1 0 0 0,26 63 0 0 0,-8-38-386 0 0,3-1 1 0 0,2-2-1 0 0,3-1 1 0 0,77 95-1 0 0,-95-134 247 0 0,1 0-1 0 0,0-1 0 0 0,2-1 1 0 0,0-1-1 0 0,1-1 1 0 0,0-1-1 0 0,1-1 1 0 0,1-1-1 0 0,1-1 1 0 0,0-1-1 0 0,0-1 1 0 0,1-1-1 0 0,42 8 0 0 0,-42-12 198 0 0,0-1 0 0 0,1-1 0 0 0,-1-1 0 0 0,1-2 0 0 0,-1 0-1 0 0,1-2 1 0 0,-1-1 0 0 0,0-1 0 0 0,0-1 0 0 0,0-2-1 0 0,-1 0 1 0 0,0-2 0 0 0,48-23 0 0 0,-58 23 5 0 0,0 0 0 0 0,-1-1 1 0 0,0-1-1 0 0,-1 0 0 0 0,0-1 0 0 0,0 0 0 0 0,-2-1 1 0 0,17-22-1 0 0,-14 14 133 0 0,-1-1-1 0 0,-1 0 1 0 0,-2 0 0 0 0,0-1 0 0 0,10-33-1 0 0,-7 0 299 0 0,-2 1 0 0 0,-2-2-1 0 0,-3 1 1 0 0,-1-90-1 0 0,-7 59-110 0 0,-3 0 0 0 0,-4 0-1 0 0,-35-145 1 0 0,24 162-296 0 0,-2 0 0 0 0,-3 2 0 0 0,-3 1 0 0 0,-68-115 0 0 0,83 160-88 0 0,-68-103 400 0 0,69 109-407 0 0,-1 0 1 0 0,-1 1 0 0 0,0 0 0 0 0,-1 1 0 0 0,-19-14 0 0 0,1 6-351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6.5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960 13 3225 0 0,'-25'-5'10'0'0,"1"2"0"0"0,-1 0 0 0 0,0 2 0 0 0,0 0 1 0 0,0 2-1 0 0,0 1 0 0 0,0 1 0 0 0,0 1 0 0 0,1 1 0 0 0,-1 1 1 0 0,1 1-1 0 0,-34 16 0 0 0,12-2 312 0 0,0 1 0 0 0,2 3 0 0 0,1 2 0 0 0,1 2 0 0 0,-46 40 0 0 0,61-44-258 0 0,1 1-1 0 0,1 1 0 0 0,1 1 1 0 0,2 1-1 0 0,1 1 1 0 0,1 1-1 0 0,2 0 1 0 0,1 2-1 0 0,1 0 0 0 0,2 1 1 0 0,-18 62-1 0 0,22-53-121 0 0,2 0 0 0 0,1 0 0 0 0,2 1 0 0 0,2-1 0 0 0,3 1 0 0 0,1 0 0 0 0,1-1 0 0 0,3 1 0 0 0,16 66 1 0 0,-1-41-243 0 0,4-1 0 0 0,2-1 0 0 0,3-1 0 0 0,3-1 0 0 0,2-2 0 0 0,4-2 0 0 0,2-1 0 0 0,2-2 0 0 0,4-2 0 0 0,1-2 0 0 0,3-2 0 0 0,2-2 0 0 0,64 47 0 0 0,-77-69 425 0 0,1-1-1 0 0,1-2 1 0 0,1-2-1 0 0,1-1 1 0 0,0-3 0 0 0,51 16-1 0 0,-5-11 94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6.6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811 1699 2304 0 0,'14'-50'110'0'0,"-3"-1"0"0"0,-1 0 0 0 0,-3 0 0 0 0,0-54 0 0 0,-29-316 1434 0 0,13 352-1049 0 0,-3 1 1 0 0,-3 0 0 0 0,-3 1-1 0 0,-31-73 1 0 0,32 101-219 0 0,-3 0-1 0 0,0 2 1 0 0,-3 0-1 0 0,-1 2 1 0 0,-1 0-1 0 0,-2 2 1 0 0,-2 1-1 0 0,-1 1 1 0 0,-1 1-1 0 0,-1 2 1 0 0,-2 2 0 0 0,-1 0-1 0 0,-68-36 1 0 0,77 50-496 0 0,0 1 1 0 0,-1 1-1 0 0,0 2 1 0 0,0 1-1 0 0,-52-7 1 0 0,7 9-3218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7.2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483 1 3681 0 0,'-4'1'32'0'0,"-1"0"0"0"0,1 0 1 0 0,0 0-1 0 0,0 1 1 0 0,0 0-1 0 0,0 0 0 0 0,0 0 1 0 0,0 1-1 0 0,1-1 0 0 0,-6 5 1 0 0,-33 35-282 0 0,30-30 255 0 0,-28 33-148 0 0,1 1 0 0 0,3 2 1 0 0,2 1-1 0 0,2 2 0 0 0,2 1 0 0 0,2 2 0 0 0,3 0 0 0 0,2 2 1 0 0,3 1-1 0 0,2 0 0 0 0,2 1 0 0 0,4 1 0 0 0,-10 103 0 0 0,18-63 165 0 0,4 0 0 0 0,22 172-1 0 0,71 190 46 0 0,-16-216-49 0 0,-34-145 74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7.4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2708 2745 0 0,'27'-18'74'0'0,"99"-75"100"0"0,-78 50-129 0 0,-2-4 0 0 0,-2-1-1 0 0,63-89 1 0 0,-90 114 10 0 0,42-57 243 0 0,-3-2-1 0 0,71-144 0 0 0,-102 172-113 0 0,-3 0 0 0 0,-2-2 0 0 0,-2-1 0 0 0,-3 0 0 0 0,14-106-1 0 0,-22 72 465 0 0,-4-1 0 0 0,-12-124 0 0 0,-50-179 2342 0 0,1 161-1212 0 0,42 182-1283 0 0,-2 1 1 0 0,-35-68-1 0 0,44 103-434 0 0,0 0 0 0 0,-1 1 0 0 0,-1 0 0 0 0,0 1 1 0 0,-1 0-1 0 0,0 1 0 0 0,-1 1 0 0 0,-1-1 0 0 0,0 2 0 0 0,0 0 0 0 0,-29-16 0 0 0,28 20-404 0 0,1 1 0 0 0,-1 0 0 0 0,-1 0 0 0 0,1 2 1 0 0,-1 0-1 0 0,0 1 0 0 0,0 0 0 0 0,0 1 0 0 0,0 1 0 0 0,0 1 0 0 0,0 0 0 0 0,-1 1 1 0 0,-22 4-1 0 0,-27 10-3689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8.2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111 300 2761 0 0,'-93'415'202'0'0,"85"-357"-161"0"0,2 1 0 0 0,3 0 0 0 0,3 0 0 0 0,2 0 0 0 0,12 71 0 0 0,38 120 135 0 0,-42-213-147 0 0,2-1-1 0 0,1 0 1 0 0,2 0 0 0 0,31 52 0 0 0,-36-73 48 0 0,1 0-1 0 0,0-1 1 0 0,1 0 0 0 0,0-1 0 0 0,1-1-1 0 0,0 0 1 0 0,1-1 0 0 0,1 0 0 0 0,0-1-1 0 0,0-1 1 0 0,1 0 0 0 0,0-1 0 0 0,0-1-1 0 0,1 0 1 0 0,0-1 0 0 0,0-1 0 0 0,1-1-1 0 0,21 3 1 0 0,13-1 240 0 0,1-3-1 0 0,-1-2 0 0 0,0-3 1 0 0,103-15-1 0 0,-125 12-318 0 0,0-1-1 0 0,-1-2 1 0 0,0-1-1 0 0,0-1 1 0 0,-1-1-1 0 0,0-2 0 0 0,-1 0 1 0 0,-1-2-1 0 0,28-21 1 0 0,-20 9-51 0 0,0-1 1 0 0,-2-2 0 0 0,-1-1-1 0 0,-1-2 1 0 0,41-59-1 0 0,-35 39 372 0 0,-2-1 1 0 0,-3-1-1 0 0,-2-2 0 0 0,-3-1 0 0 0,36-116 0 0 0,-50 129-90 0 0,-2-1 0 0 0,-2 0 0 0 0,-2-1-1 0 0,-2 0 1 0 0,-3 0 0 0 0,-1 1 0 0 0,-2-1 0 0 0,-15-79 0 0 0,10 88 178 0 0,-2 1 0 0 0,-2 0 0 0 0,-29-69 0 0 0,32 91-284 0 0,0 0 1 0 0,-1 0 0 0 0,0 1-1 0 0,-1 0 1 0 0,-1 1-1 0 0,0 0 1 0 0,-1 0 0 0 0,0 2-1 0 0,-1-1 1 0 0,0 1-1 0 0,-20-11 1 0 0,7 7-24 0 0,-1 1 0 0 0,0 1-1 0 0,-1 2 1 0 0,0 1 0 0 0,-1 1 0 0 0,0 1 0 0 0,-41-5 0 0 0,28 8-217 0 0,-1 3 0 0 0,0 1-1 0 0,1 2 1 0 0,-68 11 0 0 0,86-9-583 0 0,1 0-1 0 0,0 2 0 0 0,1 1 1 0 0,-1 0-1 0 0,1 2 0 0 0,0 0 1 0 0,1 2-1 0 0,0 0 1 0 0,0 2-1 0 0,-19 14 0 0 0,6 1 73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09.2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366 123 1376 0 0,'-11'-19'3573'0'0,"5"6"-1877"0"0,0 1 0 0 0,-1 1 0 0 0,-1-1 0 0 0,0 1 0 0 0,-11-12 0 0 0,18 21-1543 0 0,-2 0 0 0 0,1 0 0 0 0,0 1 0 0 0,0-1 0 0 0,-1 0 0 0 0,1 1 0 0 0,-1-1 0 0 0,1 1 0 0 0,-1 0-1 0 0,0 0 1 0 0,1 0 0 0 0,-1 0 0 0 0,0 0 0 0 0,0 1 0 0 0,1-1 0 0 0,-1 1 0 0 0,0 0 0 0 0,0 0 0 0 0,0 0 0 0 0,0 0-1 0 0,0 0 1 0 0,0 1 0 0 0,1-1 0 0 0,-1 1 0 0 0,0 0 0 0 0,0 0 0 0 0,1 0 0 0 0,-1 0 0 0 0,0 0 0 0 0,-2 3 0 0 0,-8 4-7 0 0,1 1 0 0 0,0 0 1 0 0,0 1-1 0 0,1 1 1 0 0,1-1-1 0 0,0 2 1 0 0,0 0-1 0 0,1 0 1 0 0,-11 18-1 0 0,4-1-37 0 0,1 1-1 0 0,1 0 1 0 0,-13 40 0 0 0,20-45-89 0 0,1 0 1 0 0,2 0 0 0 0,0 0 0 0 0,1 1 0 0 0,2-1 0 0 0,0 1 0 0 0,2-1-1 0 0,1 1 1 0 0,1-1 0 0 0,13 50 0 0 0,-12-60-38 0 0,1 0 0 0 0,1 0 1 0 0,0-1-1 0 0,1 0 0 0 0,1 0 0 0 0,0 0 0 0 0,1-1 1 0 0,14 17-1 0 0,-15-22-7 0 0,0-1 1 0 0,0 1-1 0 0,0-1 0 0 0,1-1 1 0 0,1 1-1 0 0,-1-1 0 0 0,1-1 1 0 0,0 0-1 0 0,0 0 0 0 0,0-1 1 0 0,0-1-1 0 0,21 5 0 0 0,-23-6 58 0 0,0-1 1 0 0,1 0-1 0 0,-1-1 0 0 0,0 0 0 0 0,0 0 0 0 0,1-1 0 0 0,-1 0 0 0 0,0 0 0 0 0,0-1 1 0 0,0 0-1 0 0,0 0 0 0 0,0-1 0 0 0,-1 0 0 0 0,1-1 0 0 0,-1 0 0 0 0,8-5 0 0 0,-9 6 13 0 0,-1-1 0 0 0,0 0-1 0 0,-1-1 1 0 0,1 1 0 0 0,-1-1-1 0 0,0 0 1 0 0,0 0-1 0 0,0 0 1 0 0,-1-1 0 0 0,0 1-1 0 0,0-1 1 0 0,0 0-1 0 0,-1 0 1 0 0,1 0 0 0 0,-2 0-1 0 0,1 0 1 0 0,-1 0 0 0 0,1 0-1 0 0,-2-1 1 0 0,1 1-1 0 0,-1-10 1 0 0,-1 0 81 0 0,-1-1-1 0 0,-1 1 1 0 0,0-1-1 0 0,-2 1 1 0 0,1 0-1 0 0,-2 0 1 0 0,-9-18-1 0 0,-63-106 460 0 0,35 67-426 0 0,32 54-114 0 0,3 3-149 0 0,-1 0-1 0 0,-1 1 1 0 0,0 0-1 0 0,-24-27 1 0 0,34 41 51 0 0,0 1 0 0 0,0 0 0 0 0,-1 0 0 0 0,1-1 1 0 0,0 1-1 0 0,0 0 0 0 0,0 0 0 0 0,-1 0 0 0 0,1-1 0 0 0,0 1 1 0 0,0 0-1 0 0,0 0 0 0 0,-1 0 0 0 0,1 0 0 0 0,0-1 0 0 0,0 1 0 0 0,-1 0 1 0 0,1 0-1 0 0,0 0 0 0 0,-1 0 0 0 0,1 0 0 0 0,0 0 0 0 0,0 0 0 0 0,-1 0 1 0 0,1 0-1 0 0,0 0 0 0 0,-1 0 0 0 0,1 0 0 0 0,0 0 0 0 0,0 0 1 0 0,-1 0-1 0 0,1 0 0 0 0,0 0 0 0 0,0 0 0 0 0,-1 0 0 0 0,1 1 0 0 0,0-1 1 0 0,-1 0-1 0 0,1 0 0 0 0,0 0 0 0 0,0 0 0 0 0,0 0 0 0 0,-1 1 0 0 0,1-1 1 0 0,0 0-1 0 0,0 0 0 0 0,0 1 0 0 0,-1-1 0 0 0,1 0 0 0 0,0 0 1 0 0,0 1-1 0 0,0-1 0 0 0,0 1 0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0.9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8 7834 0 0,'-27'18'10129'0'0,"31"-18"-9305"0"0,14-1-71 0 0,1-1-1 0 0,33-9 1 0 0,-6 1-6917 0 0,-31 8-235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59 4609 0 0,'-9'13'3402'0'0,"38"-28"2719"0"0,-9 4-6622 0 0,0 4-393 0 0,0 0-1 0 0,34-5 1 0 0,2-1 132 0 0,-35 6 762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1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52 12443 0 0,'2'-2'315'0'0,"-1"0"1"0"0,0-1-1 0 0,0 0 1 0 0,0 1 0 0 0,0-1-1 0 0,-1 1 1 0 0,1-1 0 0 0,-1 0-1 0 0,1 0 1 0 0,-1 1-1 0 0,0-1 1 0 0,0 0 0 0 0,0 1-1 0 0,-1-5 1 0 0,1 6-214 0 0,0 1 1 0 0,0-1-1 0 0,-1 1 1 0 0,1-1-1 0 0,0 1 1 0 0,0 0-1 0 0,0-1 1 0 0,0 1-1 0 0,-1 0 1 0 0,1-1-1 0 0,0 1 1 0 0,0 0-1 0 0,-1-1 1 0 0,1 1-1 0 0,0 0 1 0 0,-1-1-1 0 0,1 1 1 0 0,0 0-1 0 0,-1 0 1 0 0,1-1-1 0 0,0 1 1 0 0,-1 0-1 0 0,1 0 1 0 0,0 0-1 0 0,-1-1 1 0 0,1 1-1 0 0,-1 0 1 0 0,1 0-1 0 0,-1 0 1 0 0,1 0-1 0 0,-1 0 1 0 0,-1 0-40 0 0,1 1 0 0 0,-1 0 0 0 0,1-1 0 0 0,-1 1 0 0 0,1 0-1 0 0,-1 0 1 0 0,1 0 0 0 0,0 0 0 0 0,-1 0 0 0 0,1 0 0 0 0,0 0 0 0 0,0 0 0 0 0,-2 3 0 0 0,-9 11 35 0 0,2 0 1 0 0,0 1-1 0 0,0 0 1 0 0,1 0-1 0 0,1 1 1 0 0,1 0-1 0 0,1 1 0 0 0,0-1 1 0 0,1 1-1 0 0,-4 32 1 0 0,3-7-54 0 0,3-1 1 0 0,1 1-1 0 0,7 67 0 0 0,-1-66-22 0 0,2-1-1 0 0,14 58 1 0 0,-16-87-19 0 0,0 0 1 0 0,1-1-1 0 0,1 1 0 0 0,0-1 1 0 0,0 0-1 0 0,1 0 0 0 0,1-1 1 0 0,0 0-1 0 0,1-1 0 0 0,0 1 1 0 0,11 9-1 0 0,-16-18 0 0 0,0 0 0 0 0,-1 0 0 0 0,1 0 0 0 0,1-1 1 0 0,-1 0-1 0 0,0 1 0 0 0,0-1 0 0 0,1-1 0 0 0,-1 1 0 0 0,1-1 0 0 0,0 0 0 0 0,-1 0 0 0 0,1 0 0 0 0,0-1 0 0 0,0 1 0 0 0,-1-1 0 0 0,1 0 0 0 0,0-1 0 0 0,0 1 0 0 0,7-2 1 0 0,-9 1-17 0 0,1-1 1 0 0,-1 1-1 0 0,0 0 0 0 0,0-1 1 0 0,0 0-1 0 0,0 0 1 0 0,0 1-1 0 0,-1-2 1 0 0,1 1-1 0 0,-1 0 1 0 0,1 0-1 0 0,-1-1 1 0 0,0 0-1 0 0,0 1 1 0 0,0-1-1 0 0,0 0 1 0 0,0 0-1 0 0,-1 0 1 0 0,1 0-1 0 0,-1 0 1 0 0,0 0-1 0 0,0-1 1 0 0,0 1-1 0 0,0 0 1 0 0,0-1-1 0 0,-1 1 1 0 0,0 0-1 0 0,0-1 1 0 0,0-4-1 0 0,0-1-8 0 0,-1 0 0 0 0,0 0 0 0 0,0 0 0 0 0,-1 0 0 0 0,-1 1 0 0 0,1-1 0 0 0,-7-14 0 0 0,-34-53-226 0 0,33 61 203 0 0,0-1 1 0 0,1 0 0 0 0,1-1 0 0 0,-11-32 0 0 0,19 48 47 0 0,0-1 0 0 0,0 0 0 0 0,-1 1 0 0 0,1-1 0 0 0,0 0 0 0 0,1 0 0 0 0,-1 1 0 0 0,0-1 0 0 0,0 0 0 0 0,1 1 1 0 0,-1-1-1 0 0,1 0 0 0 0,0 1 0 0 0,-1-1 0 0 0,1 0 0 0 0,0 1 0 0 0,0-1 0 0 0,0 1 0 0 0,0 0 0 0 0,0-1 0 0 0,0 1 0 0 0,0 0 0 0 0,1 0 1 0 0,-1-1-1 0 0,0 1 0 0 0,1 0 0 0 0,-1 0 0 0 0,1 1 0 0 0,-1-1 0 0 0,1 0 0 0 0,0 0 0 0 0,-1 1 0 0 0,1-1 0 0 0,2 0 0 0 0,9-3 69 0 0,0 0 0 0 0,1 1-1 0 0,18-3 1 0 0,-13 3-10 0 0,-5 0 8 0 0,0 1-1 0 0,1 0 1 0 0,-1 1 0 0 0,1 1 0 0 0,0 0 0 0 0,-1 1-1 0 0,1 1 1 0 0,-1 0 0 0 0,15 4 0 0 0,-23-4-44 0 0,0 0 0 0 0,0 0 0 0 0,0 1 0 0 0,0 0 0 0 0,0 0-1 0 0,-1 0 1 0 0,1 1 0 0 0,-1 0 0 0 0,0 0 0 0 0,0 0 0 0 0,0 1 0 0 0,-1-1 0 0 0,1 1 0 0 0,-1 0 0 0 0,-1 1 0 0 0,1-1 0 0 0,-1 0-1 0 0,1 1 1 0 0,-1 0 0 0 0,-1 0 0 0 0,1 0 0 0 0,1 8 0 0 0,22 129-2632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1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26 10138 0 0,'-13'-25'10471'0'0,"9"46"-8295"0"0,5 32-1863 0 0,2 0 0 0 0,12 67 0 0 0,-3-34-240 0 0,8 36-76 0 0,-5-72-6910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2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19 239 10138 0 0,'-3'-11'-111'0'0,"-11"-54"3145"0"0,14 60-2464 0 0,-1 0 0 0 0,1 1-1 0 0,0-1 1 0 0,0 0 0 0 0,0 0 0 0 0,1 0 0 0 0,0 0 0 0 0,-1 1 0 0 0,2-1 0 0 0,2-8-1 0 0,-4 12-497 0 0,1 0-1 0 0,-1 1 1 0 0,1-1-1 0 0,-1 1 1 0 0,1-1-1 0 0,-1 1 1 0 0,1-1-1 0 0,0 1 0 0 0,-1-1 1 0 0,1 1-1 0 0,-1 0 1 0 0,1-1-1 0 0,0 1 1 0 0,-1 0-1 0 0,1-1 1 0 0,0 1-1 0 0,0 0 0 0 0,-1 0 1 0 0,1 0-1 0 0,0 0 1 0 0,-1 0-1 0 0,1 0 1 0 0,0 0-1 0 0,0 0 1 0 0,-1 0-1 0 0,1 0 0 0 0,0 0 1 0 0,0 0-1 0 0,-1 0 1 0 0,1 1-1 0 0,0-1 1 0 0,-1 0-1 0 0,1 0 1 0 0,0 1-1 0 0,-1-1 0 0 0,1 0 1 0 0,0 1-1 0 0,27 18 362 0 0,-25-16-266 0 0,55 44 101 0 0,-37-28-137 0 0,2-1 0 0 0,0-1 0 0 0,1-1 0 0 0,0-1 0 0 0,51 23 0 0 0,-71-36-81 0 0,-1-1 0 0 0,0 0-1 0 0,1 0 1 0 0,-1 0 0 0 0,1 0 0 0 0,0-1-1 0 0,-1 1 1 0 0,1-1 0 0 0,-1 0-1 0 0,5 0 1 0 0,-8 0-28 0 0,1 0-1 0 0,0 0 1 0 0,-1-1 0 0 0,1 1-1 0 0,-1 0 1 0 0,1 0 0 0 0,-1-1-1 0 0,1 1 1 0 0,-1 0 0 0 0,1-1-1 0 0,-1 1 1 0 0,1-1 0 0 0,-1 1-1 0 0,0 0 1 0 0,1-1-1 0 0,-1 1 1 0 0,0-1 0 0 0,1 1-1 0 0,-1-1 1 0 0,0 1 0 0 0,1-1-1 0 0,-1 1 1 0 0,0-2 0 0 0,1 0 21 0 0,-1 0 0 0 0,0 0 0 0 0,0 0 0 0 0,0 0 0 0 0,0-1 0 0 0,0 1-1 0 0,-1 0 1 0 0,1 0 0 0 0,-1 0 0 0 0,0-2 0 0 0,-9-23 246 0 0,-17-35 0 0 0,-9-23-399 0 0,33 76-938 0 0,0 0 1 0 0,1 0-1 0 0,0-1 1 0 0,1 1-1 0 0,0-1 1 0 0,0 1-1 0 0,2-14 1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2.4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12 13827 0 0,'0'0'205'0'0,"0"0"-103"0"0,0-1 0 0 0,-1 1 1 0 0,1 0-1 0 0,0 0 0 0 0,0-1 1 0 0,0 1-1 0 0,0 0 0 0 0,0-1 1 0 0,0 1-1 0 0,0 0 0 0 0,0 0 1 0 0,0-1-1 0 0,0 1 0 0 0,0 0 1 0 0,0-1-1 0 0,0 1 0 0 0,0 0 1 0 0,0-1-1 0 0,0 1 0 0 0,0 0 1 0 0,0 0-1 0 0,0-1 0 0 0,2-2 1228 0 0,-2 3-1227 0 0,1 0-1 0 0,-1 0 0 0 0,0 0 1 0 0,0 0-1 0 0,1-1 0 0 0,-1 1 1 0 0,0 0-1 0 0,1 0 0 0 0,-1 0 1 0 0,0 0-1 0 0,0 0 0 0 0,1 0 1 0 0,-1 0-1 0 0,0 0 0 0 0,1 0 1 0 0,-1 0-1 0 0,1 0 0 0 0,16 5 2106 0 0,-12 0-1979 0 0,1 1 0 0 0,-1-1 0 0 0,-1 1 0 0 0,1 0 1 0 0,-1 0-1 0 0,0 1 0 0 0,6 13 0 0 0,18 55 64 0 0,-20-50-148 0 0,78 265-282 0 0,-45-143-3751 0 0,-36-127 2729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2.7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74 10138 0 0,'-1'-1'170'0'0,"-1"0"0"0"0,1 0 0 0 0,0 0 0 0 0,-1-1 0 0 0,1 1 0 0 0,0-1 0 0 0,0 1 0 0 0,0-1 0 0 0,0 1 0 0 0,1-1 0 0 0,-1 0 0 0 0,0 1 0 0 0,1-1 0 0 0,-1 0 0 0 0,1 1 0 0 0,-1-1 0 0 0,1 0 0 0 0,0 0 1 0 0,0 0-1 0 0,0 1 0 0 0,0-1 0 0 0,0 0 0 0 0,0 0 0 0 0,0 0 0 0 0,1-2 0 0 0,0 2 52 0 0,1 0 1 0 0,-1 0 0 0 0,0 0 0 0 0,1 0-1 0 0,-1 1 1 0 0,1-1 0 0 0,0 0 0 0 0,0 1-1 0 0,-1 0 1 0 0,1-1 0 0 0,0 1-1 0 0,0 0 1 0 0,0 0 0 0 0,0 0 0 0 0,0 0-1 0 0,1 0 1 0 0,-1 1 0 0 0,0-1 0 0 0,0 1-1 0 0,5-1 1 0 0,7-1 114 0 0,-1 1-1 0 0,1 1 1 0 0,0 0-1 0 0,-1 1 1 0 0,1 1 0 0 0,0 0-1 0 0,-1 1 1 0 0,0 0-1 0 0,17 7 1 0 0,-1 1-170 0 0,-1 1-1 0 0,-1 1 1 0 0,28 18 0 0 0,-39-21-113 0 0,0 1 0 0 0,-1 0 0 0 0,0 1 0 0 0,-1 1 0 0 0,-1 0 1 0 0,0 1-1 0 0,0 0 0 0 0,15 25 0 0 0,-22-29-18 0 0,0-1 0 0 0,-2 1 0 0 0,1 1 1 0 0,-1-1-1 0 0,0 1 0 0 0,-1 0 0 0 0,-1 0 0 0 0,0 0 0 0 0,0 0 1 0 0,-1 0-1 0 0,0 0 0 0 0,-1 0 0 0 0,0 1 0 0 0,-1-1 0 0 0,-4 19 1 0 0,-1-7-157 0 0,-1 0 0 0 0,0 0 1 0 0,-2-1-1 0 0,-1 0 1 0 0,-1-1-1 0 0,-1 0 1 0 0,-18 24-1 0 0,4-10-149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4.0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38 122 6913 0 0,'0'9'4168'0'0,"0"11"-2392"0"0,1-16-1352 0 0,0 1-1 0 0,0-1 0 0 0,1 0 0 0 0,-1 0 0 0 0,1 0 0 0 0,0 1 0 0 0,0-2 0 0 0,0 1 1 0 0,5 6-1 0 0,-7-10-370 0 0,0 1 0 0 0,1 0 0 0 0,-1 0 0 0 0,1 0 1 0 0,0-1-1 0 0,-1 1 0 0 0,1 0 0 0 0,-1-1 0 0 0,1 1 0 0 0,0 0 1 0 0,0-1-1 0 0,-1 1 0 0 0,1-1 0 0 0,0 1 0 0 0,0-1 0 0 0,0 1 1 0 0,-1-1-1 0 0,1 0 0 0 0,0 0 0 0 0,0 1 0 0 0,0-1 0 0 0,0 0 1 0 0,0 0-1 0 0,0 0 0 0 0,0 0 0 0 0,0 0 0 0 0,0 0 0 0 0,0 0 1 0 0,0 0-1 0 0,-1 0 0 0 0,1 0 0 0 0,0-1 0 0 0,0 1 0 0 0,0 0 1 0 0,0-1-1 0 0,0 1 0 0 0,0 0 0 0 0,-1-1 0 0 0,1 1 1 0 0,0-1-1 0 0,0 1 0 0 0,-1-1 0 0 0,1 0 0 0 0,0 1 0 0 0,-1-1 1 0 0,1 0-1 0 0,-1 0 0 0 0,1 1 0 0 0,0-1 0 0 0,-1 0 0 0 0,1-1 1 0 0,1-3 2 0 0,0-1 1 0 0,0 1-1 0 0,-1-1 1 0 0,0 0-1 0 0,0 1 1 0 0,0-1-1 0 0,-1 0 1 0 0,0 0-1 0 0,0-7 1 0 0,0-6-48 0 0,1 9 69 0 0,0-1-73 0 0,-1 0 0 0 0,0 0 0 0 0,-2-19-1 0 0,2 28 22 0 0,-1 1 0 0 0,1-1-1 0 0,0 0 1 0 0,-1 0-1 0 0,1 0 1 0 0,-1 1-1 0 0,1-1 1 0 0,-1 0 0 0 0,0 0-1 0 0,0 1 1 0 0,0-1-1 0 0,0 1 1 0 0,0-1-1 0 0,0 1 1 0 0,0-1 0 0 0,-1 1-1 0 0,1 0 1 0 0,0-1-1 0 0,-1 1 1 0 0,1 0-1 0 0,-1 0 1 0 0,1 0 0 0 0,-1 0-1 0 0,0 0 1 0 0,1 1-1 0 0,-1-1 1 0 0,0 0-1 0 0,0 1 1 0 0,-2-1 0 0 0,2 1-79 0 0,0 0 1 0 0,1 1-1 0 0,-1-1 1 0 0,0 0-1 0 0,0 1 1 0 0,0 0-1 0 0,1-1 1 0 0,-1 1 0 0 0,0 0-1 0 0,1 0 1 0 0,-1 0-1 0 0,1 0 1 0 0,-1 0-1 0 0,1 0 1 0 0,-1 0-1 0 0,1 1 1 0 0,0-1 0 0 0,-1 0-1 0 0,1 1 1 0 0,0-1-1 0 0,0 1 1 0 0,0 0-1 0 0,0-1 1 0 0,1 1 0 0 0,-1 0-1 0 0,0-1 1 0 0,0 4-1 0 0,-4 7-350 0 0,1 1 1 0 0,-4 21-1 0 0,7-28 280 0 0,0-4 64 0 0,1 1-1 0 0,-1 0 0 0 0,1 0 0 0 0,-1-1 1 0 0,1 1-1 0 0,0 0 0 0 0,0 0 0 0 0,0 0 0 0 0,1 0 1 0 0,-1 0-1 0 0,1-1 0 0 0,-1 1 0 0 0,1 0 1 0 0,0-1-1 0 0,0 1 0 0 0,0 0 0 0 0,1-1 1 0 0,-1 1-1 0 0,2 2 0 0 0,-1-4 92 0 0,-1 1-1 0 0,1-1 1 0 0,0 0-1 0 0,0 0 1 0 0,0 0-1 0 0,0 0 1 0 0,0 0-1 0 0,0 0 1 0 0,0 0 0 0 0,0-1-1 0 0,0 1 1 0 0,1-1-1 0 0,-1 1 1 0 0,0-1-1 0 0,0 0 1 0 0,0 0-1 0 0,1 0 1 0 0,-1 0-1 0 0,0-1 1 0 0,0 1-1 0 0,0 0 1 0 0,1-1-1 0 0,-1 1 1 0 0,3-3 0 0 0,0 2 83 0 0,-1-1 0 0 0,0 0 1 0 0,0 1-1 0 0,-1-2 1 0 0,1 1-1 0 0,0 0 1 0 0,-1-1-1 0 0,1 0 1 0 0,-1 0-1 0 0,0 0 1 0 0,0 0-1 0 0,0 0 0 0 0,0-1 1 0 0,-1 1-1 0 0,1-1 1 0 0,-1 0-1 0 0,0 0 1 0 0,0 0-1 0 0,2-7 1 0 0,-2 7-38 0 0,-2 1 0 0 0,1 0 0 0 0,0 0 1 0 0,-1-1-1 0 0,1 1 0 0 0,-1-1 1 0 0,0 1-1 0 0,0 0 0 0 0,0-1 0 0 0,-1 1 1 0 0,1 0-1 0 0,-1-1 0 0 0,0 1 0 0 0,1 0 1 0 0,-2 0-1 0 0,1-1 0 0 0,0 1 0 0 0,-1 0 1 0 0,1 0-1 0 0,-1 0 0 0 0,0 1 0 0 0,0-1 1 0 0,0 0-1 0 0,0 1 0 0 0,-1-1 1 0 0,-3-2-1 0 0,5 4-88 0 0,0-1 0 0 0,-1 1 0 0 0,1 0-1 0 0,-1 0 1 0 0,0 0 0 0 0,1 1 0 0 0,-1-1 0 0 0,0 0 0 0 0,1 1 0 0 0,-1-1 0 0 0,0 1 0 0 0,0-1 0 0 0,1 1 0 0 0,-1 0 0 0 0,0 0-1 0 0,0 0 1 0 0,0 0 0 0 0,0 0 0 0 0,1 0 0 0 0,-1 0 0 0 0,0 1 0 0 0,-2-1 0 0 0,1 2-37 0 0,0-1 0 0 0,0 1 1 0 0,0 0-1 0 0,-1 0 0 0 0,2 0 1 0 0,-1 0-1 0 0,0 0 0 0 0,0 1 1 0 0,1-1-1 0 0,-5 6 0 0 0,2-1-39 0 0,0 0 0 0 0,0 0-1 0 0,0 1 1 0 0,1 0-1 0 0,0 0 1 0 0,1 0 0 0 0,0 0-1 0 0,-3 14 1 0 0,5-20 82 0 0,1-1 1 0 0,-1 1-1 0 0,1 0 0 0 0,0 0 1 0 0,0 0-1 0 0,0 0 1 0 0,0 0-1 0 0,0 0 0 0 0,0 0 1 0 0,0 0-1 0 0,1 0 1 0 0,-1 0-1 0 0,1 0 0 0 0,-1-1 1 0 0,1 1-1 0 0,0 0 1 0 0,0 0-1 0 0,0 0 0 0 0,0-1 1 0 0,0 1-1 0 0,0-1 1 0 0,2 3-1 0 0,-2-3 12 0 0,1 0-1 0 0,0 0 0 0 0,0 0 1 0 0,0 0-1 0 0,0-1 1 0 0,0 1-1 0 0,0 0 1 0 0,0-1-1 0 0,0 1 0 0 0,0-1 1 0 0,0 0-1 0 0,0 0 1 0 0,0 0-1 0 0,0 0 1 0 0,1 0-1 0 0,-1 0 0 0 0,2-1 1 0 0,4-1 98 0 0,-1 0 0 0 0,1 0 0 0 0,-1 0 0 0 0,1-1 0 0 0,-1 0 0 0 0,0-1 0 0 0,0 0 0 0 0,0 0 0 0 0,11-9 0 0 0,-16 11-80 0 0,-1 1 0 0 0,1-1 1 0 0,0 0-1 0 0,-1 0 0 0 0,1 0 0 0 0,-1 0 1 0 0,0 0-1 0 0,0 0 0 0 0,0 0 1 0 0,0 0-1 0 0,0 0 0 0 0,0-1 0 0 0,0 1 1 0 0,-1 0-1 0 0,1-1 0 0 0,-1 1 1 0 0,0-1-1 0 0,0 1 0 0 0,0 0 0 0 0,0-1 1 0 0,0 1-1 0 0,0-1 0 0 0,0 1 1 0 0,-1 0-1 0 0,0-1 0 0 0,1 1 1 0 0,-1 0-1 0 0,0 0 0 0 0,0-1 0 0 0,0 1 1 0 0,0 0-1 0 0,0 0 0 0 0,-1 0 1 0 0,1 0-1 0 0,-1 0 0 0 0,-2-2 0 0 0,2 2-156 0 0,0 0 0 0 0,0 0 0 0 0,0 0 0 0 0,0 0 0 0 0,0 0 0 0 0,-1 0 0 0 0,1 1 0 0 0,-1-1 0 0 0,0 1 0 0 0,1 0 0 0 0,-1 0 0 0 0,0 0 0 0 0,0 0 0 0 0,0 0 0 0 0,1 1 0 0 0,-1-1 0 0 0,0 1 0 0 0,0 0 0 0 0,0 0 0 0 0,0 0 0 0 0,0 0 0 0 0,0 0 0 0 0,0 1 0 0 0,0-1 0 0 0,0 1 0 0 0,1 0 0 0 0,-1 0 0 0 0,0 0 0 0 0,-4 2 0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4.9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20 5529 0 0,'-13'3'176'0'0,"-40"8"2757"0"0,4 7 3360 0 0,50-18-6140 0 0,-1 1 0 0 0,1-1 0 0 0,-1 1 0 0 0,1-1 0 0 0,-1 1 0 0 0,1-1 0 0 0,-1 1 0 0 0,1-1 0 0 0,0 0 0 0 0,-1 1 0 0 0,1-1 0 0 0,0 0 0 0 0,-1 1 0 0 0,1-1 0 0 0,0 0 0 0 0,-1 0 0 0 0,1 0 0 0 0,0 0 0 0 0,0 1 0 0 0,-1-1 0 0 0,1 0 0 0 0,0 0 0 0 0,1-1 0 0 0,25 6 488 0 0,83-2 547 0 0,41 3-872 0 0,263 10 258 0 0,-162-6 57 0 0,25-2 104 0 0,-61-9-523 0 0,145-10 133 0 0,-95-4-350 0 0,-7 1 85 0 0,293-25 618 0 0,-360 33-838 0 0,116-9-21 0 0,79 11 280 0 0,-278 7-102 0 0,323 9 425 0 0,-375-13-327 0 0,-41-1-69 0 0,-1 2 1 0 0,1-1-1 0 0,0 2 1 0 0,-1 0-1 0 0,1 1 0 0 0,-1 1 1 0 0,18 5-1 0 0,-21-1-818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5.5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26 140 4145 0 0,'5'3'428'0'0,"0"-1"-1"0"0,0 0 1 0 0,0 0 0 0 0,0-1-1 0 0,0 1 1 0 0,0-1 0 0 0,1 0-1 0 0,5 0 1 0 0,-4-1 602 0 0,-1 1 0 0 0,1-1 0 0 0,-1 0 0 0 0,0-1 0 0 0,1 0 1 0 0,9-2-1 0 0,-15 2-874 0 0,0 0 1 0 0,0 0-1 0 0,0 0 1 0 0,0 0-1 0 0,0 0 1 0 0,0 0-1 0 0,0-1 1 0 0,0 1-1 0 0,0 0 1 0 0,-1-1 0 0 0,1 1-1 0 0,0 0 1 0 0,-1-1-1 0 0,0 1 1 0 0,1-1-1 0 0,-1 1 1 0 0,0-1-1 0 0,1 1 1 0 0,-1-1 0 0 0,0 1-1 0 0,0-1 1 0 0,0 1-1 0 0,0-1 1 0 0,-1 1-1 0 0,1-1 1 0 0,-1-1-1 0 0,-8-42 513 0 0,7 39-666 0 0,0 1-1 0 0,-1 0 1 0 0,1 0-1 0 0,-1 0 1 0 0,0 0-1 0 0,0 0 1 0 0,0 0-1 0 0,-1 1 1 0 0,1-1 0 0 0,-6-3-1 0 0,8 7-3 0 0,-1 0 1 0 0,1 0-1 0 0,0 0 1 0 0,-1 0-1 0 0,1 0 1 0 0,-1 1-1 0 0,1-1 1 0 0,-1 1-1 0 0,1-1 0 0 0,-1 1 1 0 0,1-1-1 0 0,-1 1 1 0 0,0 0-1 0 0,1 0 1 0 0,-1 0-1 0 0,0 0 1 0 0,1 0-1 0 0,-1 0 0 0 0,1 0 1 0 0,-1 1-1 0 0,0-1 1 0 0,1 0-1 0 0,-1 1 1 0 0,1-1-1 0 0,-1 1 0 0 0,1 0 1 0 0,-1 0-1 0 0,1-1 1 0 0,0 1-1 0 0,-1 0 1 0 0,1 0-1 0 0,0 0 1 0 0,0 0-1 0 0,-1 1 0 0 0,1-1 1 0 0,0 0-1 0 0,0 0 1 0 0,0 1-1 0 0,-1 2 1 0 0,-4 4-101 0 0,1 1-1 0 0,0 0 1 0 0,1 1 0 0 0,0-1 0 0 0,1 1 0 0 0,-1-1 0 0 0,2 1 0 0 0,-1 0-1 0 0,1 0 1 0 0,0 21 0 0 0,1-26 84 0 0,1 0 1 0 0,1 0-1 0 0,-1 0 0 0 0,1 0 1 0 0,0 0-1 0 0,0 0 0 0 0,0 0 0 0 0,1 0 1 0 0,-1 0-1 0 0,5 8 0 0 0,-4-11 75 0 0,0 1-1 0 0,-1-1 0 0 0,1 0 1 0 0,0 1-1 0 0,0-1 0 0 0,1 0 1 0 0,-1 0-1 0 0,0-1 0 0 0,1 1 1 0 0,-1 0-1 0 0,1-1 1 0 0,-1 1-1 0 0,1-1 0 0 0,0 0 1 0 0,0 0-1 0 0,0 0 0 0 0,-1 0 1 0 0,1-1-1 0 0,5 1 0 0 0,-6 0-16 0 0,1-1-1 0 0,-1 1 0 0 0,0-1 1 0 0,0 0-1 0 0,1 0 0 0 0,-1 0 1 0 0,0 0-1 0 0,0 0 0 0 0,0 0 1 0 0,1-1-1 0 0,-1 1 0 0 0,0-1 1 0 0,0 0-1 0 0,0 1 0 0 0,0-1 1 0 0,0 0-1 0 0,0 0 0 0 0,0 0 1 0 0,0-1-1 0 0,0 1 0 0 0,0 0 1 0 0,-1-1-1 0 0,1 1 0 0 0,0-1 1 0 0,-1 0-1 0 0,0 1 1 0 0,1-1-1 0 0,-1 0 0 0 0,0 0 1 0 0,0 0-1 0 0,0 0 0 0 0,0 0 1 0 0,0 0-1 0 0,0 0 0 0 0,-1 0 1 0 0,1 0-1 0 0,0-1 0 0 0,-1 1 1 0 0,0 0-1 0 0,0 0 0 0 0,0-4 1 0 0,0-1 76 0 0,0 0 0 0 0,-1 0 0 0 0,1 0 0 0 0,-2 0 0 0 0,1 0 0 0 0,-1 1 0 0 0,0-1 0 0 0,0 1 1 0 0,-1-1-1 0 0,0 1 0 0 0,0 0 0 0 0,-6-9 0 0 0,9 15-117 0 0,-2-3-150 0 0,1 1 1 0 0,-1-1-1 0 0,0 1 0 0 0,0-1 0 0 0,0 1 1 0 0,0 0-1 0 0,0 0 0 0 0,-1 0 0 0 0,1 0 1 0 0,-1 0-1 0 0,1 1 0 0 0,-1-1 0 0 0,0 1 1 0 0,1-1-1 0 0,-1 1 0 0 0,0 0 0 0 0,-3-1 1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7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89 134 2761 0 0,'-4'-2'475'0'0,"1"0"0"0"0,0 0 1 0 0,-1 1-1 0 0,0-1 0 0 0,1 1 1 0 0,-1 0-1 0 0,0 0 0 0 0,-6 0 1 0 0,5 0 230 0 0,0 0 1 0 0,1 0-1 0 0,-1 0 1 0 0,1 0-1 0 0,-1-1 1 0 0,1 0-1 0 0,-8-4 1 0 0,12 6-571 0 0,-1 0 0 0 0,1-1 0 0 0,-1 1 1 0 0,1-1-1 0 0,-1 1 0 0 0,1-1 0 0 0,0 0 1 0 0,-1 1-1 0 0,1-1 0 0 0,0 1 1 0 0,-1-1-1 0 0,1 1 0 0 0,0-1 0 0 0,0 0 1 0 0,0 1-1 0 0,-1-1 0 0 0,1 0 1 0 0,0 1-1 0 0,0-1 0 0 0,0 0 0 0 0,0 1 1 0 0,0-2-1 0 0,1 0 159 0 0,-1-1 0 0 0,1 1-1 0 0,0 0 1 0 0,0 0 0 0 0,0 1 0 0 0,0-1 0 0 0,0 0 0 0 0,0 0-1 0 0,1 0 1 0 0,2-2 0 0 0,3-3-53 0 0,0 1 0 0 0,0 0-1 0 0,1 0 1 0 0,0 0 0 0 0,0 1-1 0 0,0 0 1 0 0,1 1 0 0 0,0 0 0 0 0,-1 0-1 0 0,15-3 1 0 0,-17 5-221 0 0,-1 1-1 0 0,0-1 1 0 0,0 1 0 0 0,0 1-1 0 0,1-1 1 0 0,-1 1 0 0 0,1-1-1 0 0,-1 2 1 0 0,0-1 0 0 0,1 0-1 0 0,-1 1 1 0 0,0 0-1 0 0,0 1 1 0 0,1-1 0 0 0,-1 1-1 0 0,0 0 1 0 0,0 0 0 0 0,-1 0-1 0 0,1 1 1 0 0,6 4 0 0 0,-8-4-42 0 0,0 0 0 0 0,-1 1 0 0 0,1 0 0 0 0,-1-1 0 0 0,1 1 0 0 0,-1 0 1 0 0,0 1-1 0 0,-1-1 0 0 0,1 0 0 0 0,-1 0 0 0 0,1 1 0 0 0,-1-1 0 0 0,-1 1 0 0 0,1-1 1 0 0,-1 1-1 0 0,1-1 0 0 0,-1 1 0 0 0,-1-1 0 0 0,0 8 0 0 0,-2 10-264 0 0,-1-1-1 0 0,-12 37 1 0 0,15-52 210 0 0,-18 45-319 0 0,13-39 405 0 0,1 1 0 0 0,1 0 0 0 0,0 0-1 0 0,1 0 1 0 0,0 0 0 0 0,-1 18 0 0 0,4-30 19 0 0,0 0 0 0 0,0-1 0 0 0,0 1 0 0 0,0 0 0 0 0,1 0 0 0 0,-1-1 0 0 0,0 1-1 0 0,0 0 1 0 0,1-1 0 0 0,-1 1 0 0 0,1 0 0 0 0,-1-1 0 0 0,0 1 0 0 0,1-1 0 0 0,-1 1 0 0 0,1-1 0 0 0,0 1 0 0 0,-1-1 0 0 0,1 1 0 0 0,-1-1 0 0 0,1 1 0 0 0,0-1 0 0 0,-1 0 0 0 0,1 1 0 0 0,0-1 0 0 0,-1 0 0 0 0,1 1 0 0 0,0-1 0 0 0,0 0 0 0 0,-1 0 0 0 0,1 0 0 0 0,0 0 0 0 0,0 0 0 0 0,-1 0 0 0 0,1 0 0 0 0,0 0 0 0 0,0 0 0 0 0,-1 0 0 0 0,1 0 0 0 0,0 0 0 0 0,-1-1 0 0 0,1 1 0 0 0,0 0-1 0 0,1-1 1 0 0,44-15 273 0 0,-30 10-223 0 0,4 0-28 0 0,0 2 1 0 0,1 1-1 0 0,-1 1 1 0 0,1 0-1 0 0,0 1 1 0 0,0 2-1 0 0,0 0 1 0 0,-1 1-1 0 0,1 1 1 0 0,28 8-1 0 0,-38-8-17 0 0,-1 1-1 0 0,1 0 1 0 0,-1 1 0 0 0,0 0 0 0 0,0 1-1 0 0,0-1 1 0 0,-1 2 0 0 0,0 0 0 0 0,10 9-1 0 0,-14-11-8 0 0,1 1 1 0 0,-1 1-1 0 0,0-1 0 0 0,-1 1 0 0 0,0 0 0 0 0,0 0 0 0 0,0 0 0 0 0,-1 0 0 0 0,0 1 0 0 0,0-1 1 0 0,-1 1-1 0 0,0 0 0 0 0,0 0 0 0 0,0 8 0 0 0,-2-2 50 0 0,0 1 0 0 0,0-1 0 0 0,-2 0 0 0 0,0 1 0 0 0,0-1 0 0 0,-1 0 0 0 0,-1 0 0 0 0,-1-1 0 0 0,0 1 0 0 0,0-1 0 0 0,-1 0 0 0 0,-9 13 0 0 0,9-14 8 0 0,-2 0 0 0 0,0-1 0 0 0,0 0 0 0 0,-1 0 0 0 0,0-1 0 0 0,-1 0 0 0 0,0 0 0 0 0,-1-1 0 0 0,0-1 0 0 0,0 0 0 0 0,-1 0 0 0 0,-19 9 0 0 0,26-16-98 0 0,1 1 0 0 0,-1 0 0 0 0,0-1 0 0 0,0 0 0 0 0,1 0-1 0 0,-1 0 1 0 0,0-1 0 0 0,0 0 0 0 0,0 0 0 0 0,0 0-1 0 0,-9-2 1 0 0,12 2-117 0 0,0-1 0 0 0,0 1 0 0 0,1-1 0 0 0,-1 0 0 0 0,0 0 0 0 0,0 0 0 0 0,0 0 0 0 0,0 0 0 0 0,1-1 0 0 0,-1 1-1 0 0,0 0 1 0 0,1-1 0 0 0,0 1 0 0 0,-1-1 0 0 0,1 1 0 0 0,0-1 0 0 0,-1 0 0 0 0,1 0 0 0 0,0 1 0 0 0,0-1 0 0 0,1 0 0 0 0,-1 0 0 0 0,0 0 0 0 0,1 0 0 0 0,-1 0 0 0 0,1 0-1 0 0,-1 0 1 0 0,1 0 0 0 0,0-3 0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17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76 241 9218 0 0,'-40'-6'1604'0'0,"36"5"-940"0"0,1 0 1 0 0,0-1 0 0 0,-1 1-1 0 0,1-1 1 0 0,0 0-1 0 0,0 0 1 0 0,0 0 0 0 0,0 0-1 0 0,-3-9 3631 0 0,6 11-4231 0 0,12-1 1304 0 0,11 5-816 0 0,-13-1-456 0 0,0 1 0 0 0,-1 0 0 0 0,0 1 0 0 0,0 0 0 0 0,0 0 0 0 0,0 0 0 0 0,-1 2 0 0 0,11 8 0 0 0,4 8-32 0 0,26 34 1 0 0,-28-32-131 0 0,29 27-1 0 0,-43-45 73 0 0,1 0 1 0 0,0-1-1 0 0,1 0 0 0 0,-1-1 0 0 0,1 0 0 0 0,0 0 0 0 0,1 0 0 0 0,9 2 0 0 0,-17-6-7 0 0,0-1 0 0 0,0 1 1 0 0,0-1-1 0 0,0 1 0 0 0,0-1 0 0 0,0 0 0 0 0,0 0 0 0 0,0 0 0 0 0,0 0 0 0 0,2 0 0 0 0,-3-1 23 0 0,0 1 0 0 0,-1 0 1 0 0,1 0-1 0 0,0-1 0 0 0,-1 1 0 0 0,1 0 0 0 0,-1-1 0 0 0,1 1 0 0 0,-1 0 0 0 0,1-1 0 0 0,-1 1 0 0 0,1-1 0 0 0,-1 1 0 0 0,1-1 0 0 0,-1 1 0 0 0,1-1 0 0 0,-1 1 0 0 0,0-1 0 0 0,1 0 0 0 0,-1 0 0 0 0,1-3 144 0 0,0-1 0 0 0,-1 1 0 0 0,1 0 0 0 0,-1 0 0 0 0,0 0 0 0 0,-1-1 0 0 0,-1-6 0 0 0,0-8 158 0 0,-2-36 391 0 0,-5-131 720 0 0,14 62-3888 0 0,1 81-6806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3.5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1 384 6449 0 0,'19'-14'9779'0'0,"-14"9"-8767"0"0,5-5-278 0 0,-3 7-382 0 0,1-1-1 0 0,-1 2 1 0 0,1-1-1 0 0,0 1 1 0 0,15-2-1 0 0,-3 0-126 0 0,84-21-90 0 0,-27 5 74 0 0,1 4-1 0 0,130-11 1 0 0,-34 25-209 0 0,-77 3 0 0 0,97-13 0 0 0,3-9 114 0 0,1 9 1 0 0,318 20 0 0 0,-105 5-42 0 0,-198-11-18 0 0,521-14 9 0 0,-181-34 0 0 0,-246 49 38 0 0,-100 3 273 0 0,-171-8-259 0 0,-2-1 0 0 0,1-2-1 0 0,0-1 1 0 0,35-12 0 0 0,-64 14-119 0 0,0 0-1 0 0,0 0 1 0 0,0-1 0 0 0,-1 1-1 0 0,0-1 1 0 0,0 0-1 0 0,-1-1 1 0 0,1 1 0 0 0,-1-1-1 0 0,5-8 1 0 0,0 1 8 0 0,-9 13-5 0 0,1 0 0 0 0,-1 0 0 0 0,0-1 0 0 0,0 1 0 0 0,1 0 0 0 0,-1 0 0 0 0,0 0 0 0 0,0 0 0 0 0,0-1 0 0 0,0 1 0 0 0,1 0 0 0 0,-1 0 0 0 0,0 0 0 0 0,0-1 0 0 0,0 1 0 0 0,0 0 0 0 0,0 0 0 0 0,0-1 0 0 0,1 1 0 0 0,-1 0 0 0 0,0-1 0 0 0,0 1 0 0 0,0 0 0 0 0,0 0 0 0 0,0-1 0 0 0,0 1 0 0 0,0 0 0 0 0,0 0 0 0 0,0-1 0 0 0,0 1 0 0 0,0 0 0 0 0,0 0 0 0 0,-1-1 0 0 0,1 1 0 0 0,0 0 0 0 0,0 0 0 0 0,0-1 0 0 0,0 1 0 0 0,0 0 0 0 0,0 0 0 0 0,-1-1 0 0 0,1 1 0 0 0,-13 1 0 0 0,-17 11 0 0 0,27-10 0 0 0,-1 1 0 0 0,1-1 0 0 0,-1 1 0 0 0,1 0 0 0 0,0 1 0 0 0,0-1 0 0 0,0 0 0 0 0,1 1 0 0 0,-1 0 0 0 0,1-1 0 0 0,0 1 0 0 0,0 0 0 0 0,0 0 0 0 0,1 0 0 0 0,-1 0 0 0 0,1 1 0 0 0,0-1 0 0 0,-1 8 0 0 0,1-3 0 0 0,0-1 0 0 0,1 1 0 0 0,0 0 0 0 0,1 0 0 0 0,0 0 0 0 0,0 0 0 0 0,1 0 0 0 0,4 13 0 0 0,-5-21-1 0 0,-1 1 1 0 0,0-1 0 0 0,1 1-1 0 0,-1-1 1 0 0,1 0 0 0 0,0 1-1 0 0,-1-1 1 0 0,1 0-1 0 0,0 1 1 0 0,0-1 0 0 0,0 0-1 0 0,0 0 1 0 0,0 0-1 0 0,0 0 1 0 0,0 0 0 0 0,0 0-1 0 0,0 0 1 0 0,0 0 0 0 0,1 0-1 0 0,-1 0 1 0 0,0-1-1 0 0,1 1 1 0 0,-1 0 0 0 0,0-1-1 0 0,1 0 1 0 0,-1 1-1 0 0,1-1 1 0 0,-1 0 0 0 0,1 1-1 0 0,-1-1 1 0 0,1 0 0 0 0,-1 0-1 0 0,1 0 1 0 0,-1 0-1 0 0,1-1 1 0 0,-1 1 0 0 0,3-1-1 0 0,-2 0 10 0 0,1 0 0 0 0,-1 0-1 0 0,1 0 1 0 0,-1-1-1 0 0,0 1 1 0 0,0-1 0 0 0,1 0-1 0 0,-1 1 1 0 0,0-1 0 0 0,-1 0-1 0 0,1 0 1 0 0,0 0-1 0 0,0-1 1 0 0,-1 1 0 0 0,1 0-1 0 0,-1-1 1 0 0,0 1 0 0 0,0-1-1 0 0,0 1 1 0 0,1-3 0 0 0,-1-3-1 0 0,0 1 0 0 0,0 0 0 0 0,0-1 0 0 0,-1 1 0 0 0,0-1 1 0 0,-1 1-1 0 0,0-1 0 0 0,0 1 0 0 0,-4-13 0 0 0,4 16-5 0 0,0-1 0 0 0,0 1-1 0 0,-1 0 1 0 0,0 0-1 0 0,0 0 1 0 0,0 0 0 0 0,0 0-1 0 0,-1 1 1 0 0,1-1 0 0 0,-1 1-1 0 0,0-1 1 0 0,0 1 0 0 0,0 0-1 0 0,0 0 1 0 0,-1 1 0 0 0,1-1-1 0 0,-8-3 1 0 0,11 5-4 0 0,-1 1 0 0 0,0 0 0 0 0,1-1 0 0 0,-1 1 0 0 0,0 0 0 0 0,1 0 0 0 0,-1-1 0 0 0,0 1 0 0 0,1 0 0 0 0,-1 0 0 0 0,0 0 0 0 0,1 0 0 0 0,-1 0 0 0 0,0 0 0 0 0,0 0 0 0 0,1 0 0 0 0,-1 0 0 0 0,0 1 0 0 0,1-1 0 0 0,-1 0 0 0 0,0 0 0 0 0,1 1 0 0 0,-1-1 0 0 0,0 0 0 0 0,1 1 0 0 0,-1-1 0 0 0,1 1 0 0 0,-2 0 0 0 0,1 0-4 0 0,0 1 0 0 0,1-1 1 0 0,-1 0-1 0 0,0 1 0 0 0,0-1 0 0 0,1 1 0 0 0,-1-1 0 0 0,1 1 0 0 0,0-1 0 0 0,-1 1 1 0 0,1 0-1 0 0,0 2 0 0 0,0 0-3 0 0,0-1-1 0 0,0 1 1 0 0,0 0-1 0 0,1 0 1 0 0,-1 0 0 0 0,1 0-1 0 0,0-1 1 0 0,0 1 0 0 0,0 0-1 0 0,4 6 1 0 0,-2-7 2 0 0,0 0 1 0 0,0 0 0 0 0,1 0-1 0 0,0 0 1 0 0,-1-1-1 0 0,1 1 1 0 0,0-1-1 0 0,0 0 1 0 0,0 0 0 0 0,1-1-1 0 0,-1 1 1 0 0,0-1-1 0 0,1 0 1 0 0,-1 0-1 0 0,1 0 1 0 0,-1-1 0 0 0,1 0-1 0 0,-1 1 1 0 0,1-2-1 0 0,-1 1 1 0 0,8-2-1 0 0,-9 2 27 0 0,-1 0-1 0 0,1-1 1 0 0,-1 1-1 0 0,1-1 1 0 0,-1 1-1 0 0,1-1 1 0 0,-1 0-1 0 0,1 0 0 0 0,-1-1 1 0 0,0 1-1 0 0,0 0 1 0 0,0-1-1 0 0,0 1 1 0 0,0-1-1 0 0,0 1 0 0 0,0-1 1 0 0,0 0-1 0 0,0 0 1 0 0,-1 0-1 0 0,1 0 1 0 0,-1 0-1 0 0,0-1 0 0 0,1 1 1 0 0,-1 0-1 0 0,0-1 1 0 0,0 1-1 0 0,-1 0 1 0 0,1-1-1 0 0,0 1 0 0 0,-1-1 1 0 0,0 1-1 0 0,1-1 1 0 0,-1 0-1 0 0,0 1 1 0 0,0-1-1 0 0,0 1 1 0 0,-1-1-1 0 0,0-4 0 0 0,-1 1-31 0 0,0 1 0 0 0,0-1-1 0 0,-1 0 1 0 0,1 0 0 0 0,-1 1 0 0 0,-1 0-1 0 0,1-1 1 0 0,-1 1 0 0 0,0 0-1 0 0,0 1 1 0 0,0-1 0 0 0,-1 1 0 0 0,1 0-1 0 0,-7-5 1 0 0,9 8 8 0 0,0-1-1 0 0,-1 1 1 0 0,1-1 0 0 0,0 1 0 0 0,0 0 0 0 0,-1 0-1 0 0,1 0 1 0 0,0 0 0 0 0,-1 0 0 0 0,1 1-1 0 0,-1-1 1 0 0,1 1 0 0 0,-1-1 0 0 0,1 1 0 0 0,-1 0-1 0 0,0 0 1 0 0,1 0 0 0 0,-1 1 0 0 0,1-1 0 0 0,-1 0-1 0 0,1 1 1 0 0,-1 0 0 0 0,1-1 0 0 0,0 1-1 0 0,-1 0 1 0 0,1 0 0 0 0,0 1 0 0 0,-1-1 0 0 0,1 0-1 0 0,0 1 1 0 0,0-1 0 0 0,0 1 0 0 0,0 0-1 0 0,1 0 1 0 0,-4 3 0 0 0,2-1-4 0 0,1-1 0 0 0,0 0 0 0 0,0 1 0 0 0,0 0 0 0 0,0-1 0 0 0,0 1 0 0 0,1 0 0 0 0,0 0 1 0 0,0 0-1 0 0,0 0 0 0 0,0 0 0 0 0,0 0 0 0 0,1 0 0 0 0,0 7 0 0 0,0-9 4 0 0,0-1 1 0 0,1 1-1 0 0,-1-1 1 0 0,1 1-1 0 0,-1-1 0 0 0,1 1 1 0 0,-1-1-1 0 0,1 1 1 0 0,0-1-1 0 0,0 0 0 0 0,0 1 1 0 0,0-1-1 0 0,0 0 1 0 0,0 0-1 0 0,0 0 0 0 0,0 1 1 0 0,1-1-1 0 0,-1 0 0 0 0,0-1 1 0 0,0 1-1 0 0,1 0 1 0 0,-1 0-1 0 0,1 0 0 0 0,-1-1 1 0 0,1 1-1 0 0,-1-1 1 0 0,1 1-1 0 0,-1-1 0 0 0,1 0 1 0 0,0 0-1 0 0,-1 1 1 0 0,1-1-1 0 0,-1 0 0 0 0,1-1 1 0 0,0 1-1 0 0,-1 0 1 0 0,1 0-1 0 0,-1-1 0 0 0,3 0 1 0 0,-4 1 4 0 0,0 1 0 0 0,1-1 0 0 0,-1 0 0 0 0,0 0 0 0 0,0 0 0 0 0,0 0 0 0 0,1 0 0 0 0,-1 0 0 0 0,0 0 0 0 0,0 0 0 0 0,1 0 0 0 0,-1 0 0 0 0,0-1 0 0 0,0 1 0 0 0,1 0 0 0 0,-1 0 0 0 0,0 0 0 0 0,0 0 0 0 0,0 0 0 0 0,1 0 0 0 0,-1 0 0 0 0,0 0 0 0 0,0-1 0 0 0,0 1 0 0 0,1 0 0 0 0,-1 0 0 0 0,0 0 0 0 0,0-1 0 0 0,0 1 0 0 0,0 0 0 0 0,0 0 0 0 0,1 0 0 0 0,-1-1 0 0 0,0 1 0 0 0,0 0 0 0 0,0 0 0 0 0,0 0 0 0 0,0-1 0 0 0,0 1 0 0 0,0 0 0 0 0,0 0 0 0 0,0-1 0 0 0,0 1 0 0 0,0 0 0 0 0,-9-10 199 0 0,-16-6 105 0 0,13 12-263 0 0,1 0-1 0 0,-1 1 0 0 0,-21-4 0 0 0,29 7-235 0 0,0-1 0 0 0,-1 1 0 0 0,1 0 0 0 0,0-1 0 0 0,0 2 0 0 0,0-1 0 0 0,0 0 0 0 0,0 1 0 0 0,0 0 0 0 0,0 0 0 0 0,0 0 0 0 0,0 1 0 0 0,0-1 0 0 0,-6 4 0 0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5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11 268 8290 0 0,'-1'-1'89'0'0,"0"0"0"0"0,1 0 0 0 0,-1 0 0 0 0,0 0 1 0 0,0 0-1 0 0,0 0 0 0 0,1 0 0 0 0,-1 0 0 0 0,1 0 1 0 0,-1 0-1 0 0,1 0 0 0 0,-1-1 0 0 0,1 1 0 0 0,-1 0 0 0 0,1 0 1 0 0,0-1-1 0 0,0 1 0 0 0,0 0 0 0 0,0 0 0 0 0,0-2 1 0 0,8-32 2081 0 0,-3 24-1343 0 0,1-1 0 0 0,0 1 0 0 0,11-14 0 0 0,-5 10-249 0 0,1 1 0 0 0,0 0 0 0 0,1 1 0 0 0,1 0 0 0 0,24-16 1 0 0,-29 22-431 0 0,0 0 0 0 0,1 2 1 0 0,0-1-1 0 0,0 1 0 0 0,0 1 0 0 0,0 0 1 0 0,0 0-1 0 0,1 1 0 0 0,0 1 1 0 0,12-1-1 0 0,-21 2-144 0 0,0 1 0 0 0,0 0 0 0 0,0 1 0 0 0,0-1 0 0 0,0 0 0 0 0,0 1-1 0 0,0 0 1 0 0,0 0 0 0 0,0 0 0 0 0,0 0 0 0 0,0 0 0 0 0,-1 0 0 0 0,1 1 0 0 0,0 0 0 0 0,-1-1 0 0 0,0 1 0 0 0,1 0-1 0 0,-1 0 1 0 0,0 0 0 0 0,0 0 0 0 0,0 1 0 0 0,0-1 0 0 0,0 0 0 0 0,0 1 0 0 0,-1 0 0 0 0,1-1 0 0 0,-1 1 0 0 0,0 0-1 0 0,0 0 1 0 0,0 0 0 0 0,0 0 0 0 0,0-1 0 0 0,-1 1 0 0 0,1 0 0 0 0,-1 6 0 0 0,1 4-44 0 0,0 0 1 0 0,-1 0 0 0 0,-1 0-1 0 0,0 0 1 0 0,-1 0-1 0 0,0 0 1 0 0,-5 13-1 0 0,-7 14-56 0 0,-2 0-1 0 0,-41 72 0 0 0,4-9 513 0 0,53-103-403 0 0,0 0 0 0 0,-1 1 0 0 0,1-1 0 0 0,0 0 0 0 0,0 1 0 0 0,-1-1 0 0 0,1 1 0 0 0,0-1 0 0 0,0 0 0 0 0,0 1 0 0 0,0-1 0 0 0,-1 1-1 0 0,1-1 1 0 0,0 1 0 0 0,0-1 0 0 0,0 1 0 0 0,0-1 0 0 0,0 0 0 0 0,0 1 0 0 0,0-1 0 0 0,0 1 0 0 0,0-1 0 0 0,1 1 0 0 0,-1-1 0 0 0,0 1 0 0 0,0-1 0 0 0,0 0 0 0 0,0 1 0 0 0,1-1 0 0 0,-1 1 0 0 0,0-1 0 0 0,1 1 0 0 0,14-3 195 0 0,28-20-74 0 0,-37 19-65 0 0,7-4-16 0 0,-1 1 1 0 0,1 0-1 0 0,0 2 1 0 0,0-1-1 0 0,1 1 1 0 0,-1 1-1 0 0,1 1 1 0 0,0 0-1 0 0,0 0 1 0 0,27 2-1 0 0,-34 0-29 0 0,0 1 1 0 0,0 0-1 0 0,0 1 1 0 0,0 0-1 0 0,0 0 0 0 0,-1 0 1 0 0,1 1-1 0 0,-1 0 0 0 0,0 0 1 0 0,0 0-1 0 0,0 1 1 0 0,0 0-1 0 0,0 0 0 0 0,-1 1 1 0 0,1 0-1 0 0,-1 0 0 0 0,-1 0 1 0 0,1 0-1 0 0,-1 1 0 0 0,0-1 1 0 0,0 1-1 0 0,0 0 1 0 0,3 9-1 0 0,-4-8 2 0 0,-1 0 1 0 0,0 0-1 0 0,0 0 0 0 0,0 1 1 0 0,-1-1-1 0 0,0 1 0 0 0,-1-1 1 0 0,0 1-1 0 0,0 0 0 0 0,0-1 1 0 0,-1 1-1 0 0,0-1 0 0 0,0 1 1 0 0,-1-1-1 0 0,0 0 0 0 0,0 1 1 0 0,-1-1-1 0 0,0 0 0 0 0,-7 12 1 0 0,2-6-22 0 0,-1 0 0 0 0,0 0 0 0 0,0-1 1 0 0,-2 0-1 0 0,1-1 0 0 0,-1 0 0 0 0,-1-1 0 0 0,-23 17 1 0 0,11-14-93 0 0,24-13 0 0 0,-1 1 0 0 0,1-1 1 0 0,-1 0-1 0 0,1 0 0 0 0,-1 1 0 0 0,0-1 0 0 0,1 0 0 0 0,-1 0 0 0 0,0 0 0 0 0,1 0 0 0 0,-1 1 1 0 0,0-1-1 0 0,1 0 0 0 0,-1 0 0 0 0,0 0 0 0 0,1-1 0 0 0,-1 1 0 0 0,0 0 0 0 0,1 0 0 0 0,-1 0 1 0 0,0 0-1 0 0,1-1 0 0 0,-1 1 0 0 0,1 0 0 0 0,-1 0 0 0 0,0-1 0 0 0,1 1 0 0 0,-1 0 0 0 0,1-1 1 0 0,-1 1-1 0 0,1-1 0 0 0,-1 1 0 0 0,1-1 0 0 0,-1 1 0 0 0,1-1 0 0 0,-1 0 0 0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5.7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6449 0 0,'35'0'4544'0'0,"82"-2"4336"0"0,-89 1-8272 0 0,0-2 0 0 0,0-1 0 0 0,-1-1 0 0 0,37-12 0 0 0,-50 12-862 0 0,1 0 1 0 0,-1-1-1 0 0,1-1 0 0 0,-2 0 0 0 0,1-1 1 0 0,-1 0-1 0 0,0-1 0 0 0,18-17 1 0 0,-23 17-1357 0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5.9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 10594 0 0,'9'-21'6076'0'0,"-8"21"-5863"0"0,12 5 4985 0 0,-3 3-5110 0 0,-3 0 101 0 0,-1 1-1 0 0,1-1 1 0 0,-1 1 0 0 0,-1 0 0 0 0,0 0 0 0 0,0 1 0 0 0,-1-1-1 0 0,0 1 1 0 0,-1 0 0 0 0,5 20 0 0 0,-1 10-69 0 0,3 62-1 0 0,-6-44-125 0 0,-3-55-14 0 0,1 26-522 0 0,2 0 0 0 0,0 0 0 0 0,3 0 0 0 0,10 31 0 0 0,-10-42-195 0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6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61 119 5065 0 0,'-4'-1'445'0'0,"0"-1"1"0"0,0 1-1 0 0,0-1 0 0 0,0 0 1 0 0,1 0-1 0 0,-1 0 0 0 0,1 0 1 0 0,-5-4-1 0 0,-14-8 4996 0 0,22 13-5307 0 0,0 0 0 0 0,0 1 1 0 0,0-1-1 0 0,0 1 1 0 0,0-1-1 0 0,0 0 0 0 0,0 1 1 0 0,0-1-1 0 0,0 1 0 0 0,1-1 1 0 0,-1 1-1 0 0,0-1 0 0 0,0 0 1 0 0,1 1-1 0 0,-1-1 0 0 0,0 1 1 0 0,1-1-1 0 0,-1 1 1 0 0,1 0-1 0 0,-1-1 0 0 0,0 1 1 0 0,1-1-1 0 0,-1 1 0 0 0,1 0 1 0 0,-1-1-1 0 0,1 1 0 0 0,-1 0 1 0 0,1 0-1 0 0,0-1 0 0 0,0 1 1 0 0,19-14 638 0 0,-3 4-428 0 0,1 1 0 0 0,-1 0 0 0 0,2 1 0 0 0,27-7 0 0 0,-40 14-211 0 0,0-1 0 0 0,1 1 1 0 0,-1 1-1 0 0,1-1 1 0 0,-1 1-1 0 0,1 0 0 0 0,11 2 1 0 0,-15-1-105 0 0,1 0 0 0 0,-1 0 0 0 0,1 0 0 0 0,-1 0 0 0 0,0 1 0 0 0,0-1 0 0 0,0 1 0 0 0,0 0 0 0 0,0 0 0 0 0,0 0 1 0 0,-1 0-1 0 0,1 1 0 0 0,0-1 0 0 0,-1 1 0 0 0,4 4 0 0 0,-3-2-43 0 0,-1 1 0 0 0,1 0 1 0 0,-1-1-1 0 0,0 1 0 0 0,0 0 1 0 0,0 0-1 0 0,-1 1 0 0 0,0-1 1 0 0,-1 0-1 0 0,1 0 0 0 0,-1 0 1 0 0,0 1-1 0 0,0-1 0 0 0,-1 0 1 0 0,0 0-1 0 0,-2 9 0 0 0,-4 13-91 0 0,-1-1-1 0 0,-13 30 0 0 0,-18 18-410 0 0,29-57 422 0 0,1-1 0 0 0,0 2 0 0 0,-9 26 1 0 0,19-45 95 0 0,-1 0 1 0 0,0 1-1 0 0,1-1 1 0 0,-1 0 0 0 0,1 1-1 0 0,-1-1 1 0 0,1 0 0 0 0,-1 0-1 0 0,0 1 1 0 0,1-1 0 0 0,-1 0-1 0 0,1 0 1 0 0,-1 0-1 0 0,1 0 1 0 0,-1 0 0 0 0,1 0-1 0 0,0 0 1 0 0,-1 0 0 0 0,1 0-1 0 0,-1 0 1 0 0,1 0 0 0 0,-1 0-1 0 0,1 0 1 0 0,-1 0-1 0 0,1 0 1 0 0,-1 0 0 0 0,1-1-1 0 0,-1 1 1 0 0,0 0 0 0 0,1 0-1 0 0,0-1 1 0 0,29-7 231 0 0,-22 5-177 0 0,10-2 97 0 0,1 1-1 0 0,1 1 1 0 0,-1 1 0 0 0,35-1-1 0 0,-48 4-113 0 0,0-1-1 0 0,0 1 1 0 0,0 0-1 0 0,0 1 0 0 0,0-1 1 0 0,0 1-1 0 0,0 0 1 0 0,9 5-1 0 0,-12-5-16 0 0,-1 0 0 0 0,1 0 0 0 0,0 0 0 0 0,-1 0 0 0 0,1 1-1 0 0,-1-1 1 0 0,0 1 0 0 0,1-1 0 0 0,-1 1 0 0 0,0 0 0 0 0,-1 0 0 0 0,1 0 0 0 0,0 0-1 0 0,-1 0 1 0 0,0 0 0 0 0,2 6 0 0 0,-3-4 13 0 0,1 0 0 0 0,-1 0 0 0 0,0 0 0 0 0,0 0 0 0 0,0 0 0 0 0,-1 0 1 0 0,0 0-1 0 0,0 0 0 0 0,0 0 0 0 0,0 0 0 0 0,-1 0 0 0 0,0 0 0 0 0,0-1 0 0 0,0 1 0 0 0,-1-1 0 0 0,1 1 0 0 0,-1-1 0 0 0,0 0 0 0 0,-4 4 1 0 0,-4 5 4 0 0,0-1 1 0 0,0-1 0 0 0,-1 0 0 0 0,-24 16 0 0 0,15-13-278 0 0,-1-1 0 0 0,-28 12 0 0 0,29-17-360 0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8.4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23 205 6913 0 0,'-22'-5'12247'0'0,"33"-6"-13566"0"0,-4 7 1391 0 0,1 0 0 0 0,-1 0 0 0 0,1 0 0 0 0,0 1-1 0 0,1 1 1 0 0,-1-1 0 0 0,17-2 0 0 0,8-3 36 0 0,41-15 3 0 0,210-54 1411 0 0,-246 70-1333 0 0,0 2 1 0 0,0 1-1 0 0,0 2 0 0 0,0 1 0 0 0,66 8 1 0 0,44 12-49 0 0,2-8 0 0 0,184-8 1 0 0,-166-10-131 0 0,791-16 170 0 0,-363 5-162 0 0,19 1-38 0 0,-345 16 18 0 0,94 3 12 0 0,-351-2 24 0 0,-6 0-33 0 0,0 0 0 0 0,0 0 0 0 0,-1 0 0 0 0,1 1 0 0 0,0 0-1 0 0,0 1 1 0 0,-1-1 0 0 0,1 1 0 0 0,8 4 0 0 0,-68-8-1603 0 0,51 1 1645 0 0,1 1 1 0 0,-1 0-1 0 0,0 1 0 0 0,1-1 0 0 0,-1 0 0 0 0,0 0 0 0 0,1 1 0 0 0,-1-1 0 0 0,0 1 0 0 0,1-1 0 0 0,-1 1 0 0 0,1 0 0 0 0,-1-1 1 0 0,1 1-1 0 0,-1 0 0 0 0,1 0 0 0 0,-1 0 0 0 0,1 0 0 0 0,0 1 0 0 0,0-1 0 0 0,-1 0 0 0 0,-1 3 0 0 0,2-1 6 0 0,0-1-1 0 0,0 1 0 0 0,0 0 0 0 0,0 0 1 0 0,1 0-1 0 0,-1 0 0 0 0,1 0 0 0 0,-1 0 1 0 0,1 0-1 0 0,0 0 0 0 0,0-1 1 0 0,1 5-1 0 0,1 4-21 0 0,0-1-1 0 0,0 0 1 0 0,1 0 0 0 0,0 0-1 0 0,1 0 1 0 0,8 15 0 0 0,-6-16-28 0 0,0 0 0 0 0,0-1 0 0 0,13 14 0 0 0,-17-20 0 0 0,-1 0 0 0 0,1-1 0 0 0,0 1 0 0 0,0 0 0 0 0,0-1 0 0 0,0 1 0 0 0,0-1 0 0 0,0 1 0 0 0,1-1 0 0 0,-1 0 0 0 0,0 0 0 0 0,1 0 0 0 0,-1 0 0 0 0,0-1 0 0 0,1 1 0 0 0,-1 0 0 0 0,1-1 0 0 0,0 0 0 0 0,-1 0 0 0 0,6 0 0 0 0,-7 0-9 0 0,0-1 0 0 0,0 0 0 0 0,0 1 1 0 0,-1-1-1 0 0,1 0 0 0 0,0 1 0 0 0,0-1 1 0 0,0 0-1 0 0,-1 0 0 0 0,1 0 0 0 0,0 0 0 0 0,-1 0 1 0 0,1 0-1 0 0,-1 0 0 0 0,1 0 0 0 0,-1 0 1 0 0,1 0-1 0 0,-1 0 0 0 0,0 0 0 0 0,1 0 1 0 0,-1 0-1 0 0,0 0 0 0 0,0 0 0 0 0,0 0 0 0 0,0 0 1 0 0,0-1-1 0 0,0 1 0 0 0,0 0 0 0 0,0 0 1 0 0,-1-2-1 0 0,-8-39 58 0 0,6 34-64 0 0,0-7 69 0 0,-11-35 79 0 0,13 48-122 0 0,0 0 0 0 0,0 0 1 0 0,0-1-1 0 0,0 1 0 0 0,0 0 0 0 0,0 0 0 0 0,-1 0 0 0 0,1 0 0 0 0,-1 0 0 0 0,1 1 0 0 0,-1-1 0 0 0,0 0 1 0 0,0 1-1 0 0,0-1 0 0 0,0 1 0 0 0,0 0 0 0 0,-2-2 0 0 0,3 3-11 0 0,0 0-1 0 0,0 0 1 0 0,0 0 0 0 0,0 0 0 0 0,0 0-1 0 0,1 0 1 0 0,-1 0 0 0 0,0 1-1 0 0,0-1 1 0 0,0 0 0 0 0,0 1-1 0 0,1-1 1 0 0,-1 0 0 0 0,0 1-1 0 0,0-1 1 0 0,0 1 0 0 0,1-1-1 0 0,-1 1 1 0 0,0-1 0 0 0,1 1 0 0 0,-1 0-1 0 0,1-1 1 0 0,-1 1 0 0 0,0 0-1 0 0,1-1 1 0 0,-1 1 0 0 0,1 0-1 0 0,0 0 1 0 0,-1 0 0 0 0,1-1-1 0 0,0 1 1 0 0,-1 0 0 0 0,1 0-1 0 0,0 0 1 0 0,0 0 0 0 0,0 0 0 0 0,0-1-1 0 0,0 1 1 0 0,0 0 0 0 0,0 1-1 0 0,-1 2-17 0 0,1-1-1 0 0,0 0 1 0 0,-1 0-1 0 0,1 1 1 0 0,1-1-1 0 0,-1 0 1 0 0,0 0-1 0 0,1 1 1 0 0,-1-1 0 0 0,2 3-1 0 0,-1-4 36 0 0,0-1 0 0 0,0 1 0 0 0,0-1-1 0 0,1 0 1 0 0,-1 0 0 0 0,0 0 0 0 0,1 0 0 0 0,-1 1 0 0 0,0-2 0 0 0,1 1-1 0 0,-1 0 1 0 0,1 0 0 0 0,-1 0 0 0 0,1-1 0 0 0,0 1 0 0 0,-1-1-1 0 0,1 1 1 0 0,0-1 0 0 0,-1 0 0 0 0,1 1 0 0 0,0-1 0 0 0,0 0 0 0 0,-1 0-1 0 0,1 0 1 0 0,0-1 0 0 0,-1 1 0 0 0,1 0 0 0 0,0-1 0 0 0,-1 1 0 0 0,1-1-1 0 0,0 1 1 0 0,-1-1 0 0 0,1 0 0 0 0,-1 0 0 0 0,3-1 0 0 0,-1 1 22 0 0,-1 0 0 0 0,0-1 0 0 0,0 1 0 0 0,0-1 1 0 0,0 1-1 0 0,-1-1 0 0 0,1 1 0 0 0,0-1 0 0 0,-1 0 0 0 0,1 0 1 0 0,-1 0-1 0 0,1 0 0 0 0,-1 0 0 0 0,0 0 0 0 0,0 0 0 0 0,0 0 1 0 0,0 0-1 0 0,0-1 0 0 0,-1 1 0 0 0,1 0 0 0 0,-1-1 1 0 0,1 1-1 0 0,-1 0 0 0 0,0-1 0 0 0,0 1 0 0 0,0-4 0 0 0,-1 3-24 0 0,0-1 0 0 0,-1 0 0 0 0,1 1-1 0 0,-1-1 1 0 0,0 1 0 0 0,0 0-1 0 0,0-1 1 0 0,0 1 0 0 0,0 0-1 0 0,-1 0 1 0 0,0 0 0 0 0,1 1-1 0 0,-1-1 1 0 0,0 0 0 0 0,0 1 0 0 0,0 0-1 0 0,-1 0 1 0 0,1 0 0 0 0,-1 0-1 0 0,1 1 1 0 0,-1-1 0 0 0,-4-1-1 0 0,2 1-272 0 0,0 1-1 0 0,0 0 1 0 0,0 0-1 0 0,0 0 1 0 0,-1 0 0 0 0,1 1-1 0 0,0 0 1 0 0,0 0-1 0 0,0 1 1 0 0,0 0-1 0 0,-1 0 1 0 0,1 0-1 0 0,-8 4 1 0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9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6 100 7370 0 0,'-1'0'91'0'0,"1"0"0"0"0,0 0 0 0 0,-1-1 0 0 0,1 1 1 0 0,0 0-1 0 0,0 0 0 0 0,-1 0 0 0 0,1 0 0 0 0,0-1 1 0 0,0 1-1 0 0,0 0 0 0 0,-1 0 0 0 0,1-1 0 0 0,0 1 0 0 0,0 0 1 0 0,0 0-1 0 0,0-1 0 0 0,-1 1 0 0 0,1 0 0 0 0,0 0 1 0 0,0-1-1 0 0,0 1 0 0 0,0 0 0 0 0,0 0 0 0 0,0-1 1 0 0,0 1-1 0 0,0 0 0 0 0,0-1 0 0 0,0 1 0 0 0,0 0 1 0 0,0-1-1 0 0,0 1 0 0 0,0 0 0 0 0,0 0 0 0 0,0-1 1 0 0,0 1-1 0 0,8-15 2319 0 0,13-10 471 0 0,-13 19-2661 0 0,0 0 1 0 0,0 1-1 0 0,0 0 0 0 0,1 1 0 0 0,-1-1 0 0 0,1 2 0 0 0,0-1 0 0 0,0 1 0 0 0,0 1 0 0 0,1 0 0 0 0,-1 0 0 0 0,1 0 0 0 0,-1 1 0 0 0,14 1 0 0 0,-19 0-130 0 0,1 0-1 0 0,-1 1 1 0 0,1-1 0 0 0,-1 1-1 0 0,1 0 1 0 0,-1 0 0 0 0,1 1-1 0 0,-1-1 1 0 0,0 1 0 0 0,0 0-1 0 0,0 0 1 0 0,0 0 0 0 0,0 1-1 0 0,0 0 1 0 0,-1-1-1 0 0,1 1 1 0 0,-1 0 0 0 0,0 1-1 0 0,0-1 1 0 0,0 1 0 0 0,0-1-1 0 0,0 1 1 0 0,-1 0 0 0 0,0 0-1 0 0,1 0 1 0 0,-2 0 0 0 0,1 0-1 0 0,0 1 1 0 0,-1-1-1 0 0,0 0 1 0 0,1 7 0 0 0,0 5-320 0 0,-1 1 0 0 0,-1-1 0 0 0,-1 0 0 0 0,0 1 0 0 0,-1-1 0 0 0,-1 0-1 0 0,-9 30 1 0 0,5-19-216 0 0,-4 41-1 0 0,10-66 457 0 0,1 0 1 0 0,0 0-1 0 0,0 0 0 0 0,0 1 1 0 0,0-1-1 0 0,0 0 0 0 0,0 0 1 0 0,0 0-1 0 0,1 0 1 0 0,-1 1-1 0 0,1-1 0 0 0,0 0 1 0 0,0 0-1 0 0,0 0 1 0 0,0 0-1 0 0,0 0 0 0 0,0-1 1 0 0,0 1-1 0 0,0 0 0 0 0,1 0 1 0 0,-1-1-1 0 0,1 1 1 0 0,-1-1-1 0 0,1 1 0 0 0,0-1 1 0 0,0 0-1 0 0,-1 1 0 0 0,1-1 1 0 0,0 0-1 0 0,0 0 1 0 0,4 1-1 0 0,5 0 191 0 0,-1 1 0 0 0,1-2 0 0 0,0 1 0 0 0,0-1 1 0 0,15-1-1 0 0,27 3 18 0 0,-48-1-200 0 0,1-1 0 0 0,-1 1 0 0 0,0 0 0 0 0,1 0 0 0 0,-1 0 0 0 0,0 1 0 0 0,0-1 0 0 0,-1 1 0 0 0,1 1 0 0 0,-1-1 0 0 0,1 1 0 0 0,-1-1 0 0 0,0 1 0 0 0,0 1 0 0 0,-1-1 0 0 0,1 0 0 0 0,-1 1 0 0 0,0 0 0 0 0,0-1 0 0 0,-1 1 0 0 0,1 1 0 0 0,2 8 0 0 0,-3-6 36 0 0,0 0-1 0 0,-1 0 1 0 0,0 0 0 0 0,-1 0 0 0 0,1 0 0 0 0,-1 0 0 0 0,-1 0 0 0 0,0 0-1 0 0,0 0 1 0 0,-1 0 0 0 0,1 0 0 0 0,-2 0 0 0 0,1 0 0 0 0,-1-1 0 0 0,-5 9-1 0 0,-3 6 93 0 0,-1 0-1 0 0,-17 21 0 0 0,22-34-514 0 0,0 0-1 0 0,-1-1 1 0 0,0 0 0 0 0,0 0 0 0 0,0-1 0 0 0,-19 12-1 0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9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1 142 10594 0 0,'4'-3'480'0'0,"1"0"-1"0"0,0 0 1 0 0,1 1-1 0 0,-1-1 0 0 0,6-1 1 0 0,194-51 6819 0 0,-92 26-6383 0 0,-18 6-1777 0 0,-31 10-2660 0 0,-42 9-2861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29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14 10138 0 0,'-12'-14'7739'0'0,"17"32"-4662"0"0,3 4-2206 0 0,5 8-568 0 0,-1 0 1 0 0,-1 1-1 0 0,-2 0 1 0 0,-1 1-1 0 0,-1 0 1 0 0,-2 1 0 0 0,2 41-1 0 0,-5-15-325 0 0,0-10-1340 0 0,8 52 0 0 0,-4-70-6414 0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30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73 4057 0 0,'-2'0'56'0'0,"1"0"1"0"0,0 0-1 0 0,0-1 0 0 0,0 1 1 0 0,0 0-1 0 0,0-1 0 0 0,0 1 1 0 0,0 0-1 0 0,0-1 0 0 0,0 0 1 0 0,0 1-1 0 0,0-1 0 0 0,0 1 1 0 0,0-1-1 0 0,0 0 0 0 0,0 0 1 0 0,0 0-1 0 0,1 1 0 0 0,-1-1 1 0 0,-1-1-1 0 0,2 1 202 0 0,0 0 0 0 0,0 0 0 0 0,0 0 0 0 0,0 0 0 0 0,0 0 0 0 0,0 0 0 0 0,0 0 0 0 0,0 0 0 0 0,0 1 0 0 0,0-1-1 0 0,0 0 1 0 0,0 0 0 0 0,1 0 0 0 0,-1 0 0 0 0,0 0 0 0 0,1 1 0 0 0,-1-1 0 0 0,0 0 0 0 0,2-1 0 0 0,20-20 5747 0 0,-6 12-5201 0 0,-11 9-686 0 0,-1-1 0 0 0,1 0 0 0 0,0 1 0 0 0,0 0 0 0 0,0 0 0 0 0,-1 0 0 0 0,1 1 0 0 0,0-1 0 0 0,0 1 0 0 0,0 0-1 0 0,0 1 1 0 0,0-1 0 0 0,0 1 0 0 0,0 0 0 0 0,0 0 0 0 0,0 1 0 0 0,-1-1 0 0 0,1 1 0 0 0,-1 0 0 0 0,1 0 0 0 0,-1 1 0 0 0,0-1 0 0 0,8 7 0 0 0,-7-4 16 0 0,-1 0 0 0 0,1 0-1 0 0,-1 0 1 0 0,0 1-1 0 0,-1-1 1 0 0,1 1 0 0 0,-1 0-1 0 0,0 0 1 0 0,-1 0 0 0 0,1 0-1 0 0,-1 0 1 0 0,-1 1 0 0 0,1-1-1 0 0,-1 1 1 0 0,0-1 0 0 0,0 1-1 0 0,-1 9 1 0 0,-1 11-217 0 0,-7 35 1 0 0,5-39 14 0 0,0 1 0 0 0,1 32 1 0 0,2-53 58 0 0,0-1 0 0 0,1 0 0 0 0,-1 0-1 0 0,1 1 1 0 0,-1-1 0 0 0,1 0 0 0 0,0 0 0 0 0,0 0 0 0 0,0 0 0 0 0,0 1 0 0 0,0-2 0 0 0,0 1 0 0 0,1 0 0 0 0,-1 0 0 0 0,1 0 0 0 0,-1 0 0 0 0,1-1 0 0 0,-1 1 0 0 0,1-1 0 0 0,0 1-1 0 0,0-1 1 0 0,0 0 0 0 0,0 0 0 0 0,0 0 0 0 0,0 0 0 0 0,0 0 0 0 0,5 1 0 0 0,5 1-80 0 0,1 0 0 0 0,-1-1 0 0 0,1 0 1 0 0,15-1-1 0 0,25 5-84 0 0,-48-5 187 0 0,0 0 1 0 0,0 1 0 0 0,0 0-1 0 0,0 0 1 0 0,0 0 0 0 0,0 1-1 0 0,0-1 1 0 0,0 1-1 0 0,-1 0 1 0 0,0 1 0 0 0,0-1-1 0 0,0 1 1 0 0,0 0-1 0 0,0 0 1 0 0,-1 0 0 0 0,1 0-1 0 0,-1 1 1 0 0,0 0 0 0 0,0-1-1 0 0,-1 1 1 0 0,0 0-1 0 0,0 0 1 0 0,0 0 0 0 0,0 0-1 0 0,-1 1 1 0 0,0-1-1 0 0,0 0 1 0 0,0 1 0 0 0,0-1-1 0 0,-1 1 1 0 0,0-1-1 0 0,-1 1 1 0 0,1-1 0 0 0,-1 0-1 0 0,0 1 1 0 0,0-1 0 0 0,0 0-1 0 0,-1 1 1 0 0,0-1-1 0 0,0 0 1 0 0,0 0 0 0 0,-1-1-1 0 0,0 1 1 0 0,0 0-1 0 0,0-1 1 0 0,-4 5 0 0 0,1-2-50 0 0,-1 1-1 0 0,0-2 1 0 0,0 1 0 0 0,-1-1 0 0 0,1 0 0 0 0,-1-1 0 0 0,-1 0 0 0 0,1 0 0 0 0,-1-1-1 0 0,0 0 1 0 0,-17 5 0 0 0,12-5-840 0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30.5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1 123 6449 0 0,'214'-40'12061'0'0,"-105"22"-8870"0"0,-83 12-2807 0 0,0 0 0 0 0,34-13 1 0 0,9-15-3818 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30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2 5985 0 0,'-1'0'106'0'0,"0"0"0"0"0,1-1 0 0 0,-1 1 0 0 0,0 0 0 0 0,0 0 0 0 0,1-1 0 0 0,-1 1 0 0 0,0 0 0 0 0,0 0 0 0 0,0 0 0 0 0,1 0 0 0 0,-1 0 0 0 0,0 0 0 0 0,0 0 0 0 0,0 0 0 0 0,1 1 0 0 0,-1-1 0 0 0,0 0 0 0 0,0 0 0 0 0,1 1 0 0 0,-1-1 0 0 0,0 0 0 0 0,0 1 0 0 0,1-1 0 0 0,-1 1 0 0 0,0-1 0 0 0,1 1 0 0 0,-1-1 0 0 0,0 2 0 0 0,-8 23 4955 0 0,8-19-4771 0 0,-3 14 1454 0 0,1 0-1 0 0,1 0 0 0 0,0 31 0 0 0,3-28-1327 0 0,2 0 0 0 0,0 0 0 0 0,2 0 0 0 0,0 0 0 0 0,10 23 0 0 0,18 71 457 0 0,-21-66-3608 0 0,-4-20-2072 0 0,-3-9-2635 0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1:31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2 134 4609 0 0,'-1'-4'292'0'0,"1"0"1"0"0,0 0-1 0 0,0 0 0 0 0,0 0 1 0 0,0 0-1 0 0,1 0 1 0 0,-1 0-1 0 0,1 0 0 0 0,0 0 1 0 0,0 0-1 0 0,1 0 0 0 0,-1 0 1 0 0,1 0-1 0 0,0 1 0 0 0,0-1 1 0 0,0 1-1 0 0,0-1 1 0 0,4-3-1 0 0,-2 2 226 0 0,1 1 0 0 0,0-1 0 0 0,1 1-1 0 0,-1 0 1 0 0,1 0 0 0 0,0 1 0 0 0,0-1 0 0 0,0 1 0 0 0,0 1 0 0 0,10-4-1 0 0,-7 3-125 0 0,0 0 0 0 0,0 1 0 0 0,1 1 0 0 0,-1-1-1 0 0,1 1 1 0 0,-1 1 0 0 0,1 0 0 0 0,-1 0 0 0 0,1 1-1 0 0,-1 0 1 0 0,1 0 0 0 0,-1 1 0 0 0,0 1-1 0 0,0 0 1 0 0,0 0 0 0 0,10 5 0 0 0,-15-6-379 0 0,0 1 0 0 0,-1 0 0 0 0,1 1 1 0 0,0-1-1 0 0,-1 1 0 0 0,0-1 0 0 0,0 1 0 0 0,0 0 1 0 0,0 0-1 0 0,-1 1 0 0 0,1-1 0 0 0,-1 1 0 0 0,0-1 1 0 0,0 1-1 0 0,-1-1 0 0 0,0 1 0 0 0,1 0 0 0 0,-2 0 1 0 0,1 0-1 0 0,0 0 0 0 0,-1-1 0 0 0,0 1 0 0 0,0 0 0 0 0,0 0 1 0 0,-1 0-1 0 0,-2 8 0 0 0,-2 12 69 0 0,-2 0 0 0 0,-1-1 0 0 0,-20 45-1 0 0,17-42-64 0 0,8-20-23 0 0,1 0-1 0 0,0 0 1 0 0,0 0-1 0 0,-1 13 1 0 0,3-20 5 0 0,0 1 1 0 0,-1 0-1 0 0,1-1 1 0 0,0 1-1 0 0,0 0 1 0 0,0-1 0 0 0,0 1-1 0 0,0 0 1 0 0,0-1-1 0 0,0 1 1 0 0,0 0-1 0 0,0 0 1 0 0,0-1-1 0 0,0 1 1 0 0,0 0-1 0 0,0-1 1 0 0,1 1-1 0 0,-1 0 1 0 0,0-1-1 0 0,1 1 1 0 0,-1-1-1 0 0,0 1 1 0 0,1 0-1 0 0,-1-1 1 0 0,1 1-1 0 0,-1-1 1 0 0,0 1-1 0 0,1-1 1 0 0,0 1-1 0 0,-1-1 1 0 0,1 0-1 0 0,-1 1 1 0 0,1-1-1 0 0,-1 0 1 0 0,1 1-1 0 0,0-1 1 0 0,-1 0-1 0 0,1 0 1 0 0,0 1-1 0 0,-1-1 1 0 0,1 0-1 0 0,0 0 1 0 0,-1 0-1 0 0,1 0 1 0 0,0 0-1 0 0,-1 0 1 0 0,1 0-1 0 0,0 0 1 0 0,0 0-1 0 0,-1 0 1 0 0,1-1-1 0 0,0 1 1 0 0,-1 0-1 0 0,1 0 1 0 0,-1-1-1 0 0,1 1 1 0 0,0 0-1 0 0,-1-1 1 0 0,1 1-1 0 0,-1 0 1 0 0,1-1-1 0 0,-1 1 1 0 0,1-1-1 0 0,0 0 1 0 0,6-2-2 0 0,0-1 0 0 0,0 1-1 0 0,0 1 1 0 0,0-1 0 0 0,1 1 0 0 0,-1 0 0 0 0,1 1-1 0 0,-1 0 1 0 0,1 0 0 0 0,-1 1 0 0 0,1 0 0 0 0,0 0 0 0 0,-1 1-1 0 0,1 0 1 0 0,10 2 0 0 0,-13-1 1 0 0,0-1 0 0 0,1 1 1 0 0,-1 0-1 0 0,-1 1 0 0 0,1-1 1 0 0,0 1-1 0 0,0 0 0 0 0,-1 0 0 0 0,0 0 1 0 0,0 1-1 0 0,0 0 0 0 0,0-1 0 0 0,0 1 1 0 0,-1 1-1 0 0,1-1 0 0 0,-1 0 0 0 0,0 1 1 0 0,-1 0-1 0 0,1 0 0 0 0,-1-1 0 0 0,0 1 1 0 0,2 8-1 0 0,-1-3 55 0 0,-1 1 1 0 0,-1 0-1 0 0,0 0 0 0 0,0-1 1 0 0,-1 1-1 0 0,0 0 1 0 0,-1 0-1 0 0,0 0 0 0 0,-1 0 1 0 0,0-1-1 0 0,0 1 1 0 0,-1-1-1 0 0,-1 0 0 0 0,0 0 1 0 0,0 0-1 0 0,-1 0 1 0 0,0 0-1 0 0,-10 12 0 0 0,9-14 33 0 0,0 0-1 0 0,-1 0 1 0 0,0-1 0 0 0,0 1-1 0 0,-1-2 1 0 0,0 1-1 0 0,0-1 1 0 0,-1 0-1 0 0,0-1 1 0 0,1 0-1 0 0,-2-1 1 0 0,1 1 0 0 0,0-2-1 0 0,-1 1 1 0 0,0-1-1 0 0,0-1 1 0 0,0 0-1 0 0,0 0 1 0 0,-19 0 0 0 0,6-3-71 0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27.6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653 209 2761 0 0,'-11'-6'34'0'0,"0"2"1"0"0,-1-1-1 0 0,1 1 1 0 0,-1 1-1 0 0,0 0 1 0 0,0 1-1 0 0,0 0 1 0 0,0 1-1 0 0,0 0 1 0 0,0 1-1 0 0,-1 0 1 0 0,1 1-1 0 0,0 0 1 0 0,0 1-1 0 0,-17 5 1 0 0,13-3-15 0 0,1 1 1 0 0,0 0-1 0 0,1 1 1 0 0,-1 1-1 0 0,1 0 1 0 0,0 1-1 0 0,1 0 1 0 0,0 1-1 0 0,-22 20 1 0 0,18-13 121 0 0,1 2-1 0 0,1 0 1 0 0,0 1 0 0 0,1 1 0 0 0,-20 38-1 0 0,8 0 332 0 0,2 1-1 0 0,3 1 0 0 0,-27 123 0 0 0,29-85-264 0 0,4 2 0 0 0,4-1 0 0 0,5 1 1 0 0,6 101-1 0 0,2-162-224 0 0,1 0 0 0 0,2-1 0 0 0,2 0 0 0 0,2 0 1 0 0,1-1-1 0 0,29 71 0 0 0,-31-91 8 0 0,1-1 0 0 0,0 0 0 0 0,1 0 0 0 0,1-1 0 0 0,1 0 0 0 0,0-1 0 0 0,0 0 0 0 0,2-1 0 0 0,0 0 0 0 0,0-1 0 0 0,1-1 0 0 0,0 0 0 0 0,1-1 0 0 0,0-1 0 0 0,1 0 0 0 0,24 8 0 0 0,-24-12 12 0 0,1 0 1 0 0,-1-2 0 0 0,1 0-1 0 0,0 0 1 0 0,0-2 0 0 0,0 0-1 0 0,1-2 1 0 0,-1 0 0 0 0,0 0-1 0 0,0-2 1 0 0,30-8-1 0 0,-10 0 62 0 0,-1-2-1 0 0,0-1 1 0 0,-1-3-1 0 0,45-26 1 0 0,-49 22 33 0 0,-1-1 0 0 0,-1-1 1 0 0,-1-1-1 0 0,-1-2 0 0 0,-1-1 1 0 0,-2-1-1 0 0,30-43 0 0 0,-14 12 279 0 0,-3-2 0 0 0,58-129 0 0 0,-80 149-182 0 0,-2 0-1 0 0,-2-1 1 0 0,-1 0 0 0 0,-3-1 0 0 0,-1 0-1 0 0,-2-1 1 0 0,-2 1 0 0 0,-5-82-1 0 0,-6 37-11 0 0,-4 0 0 0 0,-5 1 0 0 0,-36-116 0 0 0,42 163-115 0 0,-2 0 1 0 0,-2 1-1 0 0,-2 0 1 0 0,-28-48 0 0 0,38 75-100 0 0,-1 2 0 0 0,0-1 1 0 0,-1 1-1 0 0,0 0 0 0 0,-1 1 0 0 0,0 0 1 0 0,-18-12-1 0 0,20 16-68 0 0,-1 0 0 0 0,1 1 0 0 0,-1 0 0 0 0,0 0-1 0 0,0 1 1 0 0,0 0 0 0 0,-1 1 0 0 0,1 0 0 0 0,-1 1 0 0 0,1 0 0 0 0,-18 0 0 0 0,11 2-194 0 0,1 0 0 0 0,-1 1-1 0 0,1 1 1 0 0,0 0 0 0 0,0 2 0 0 0,-20 7 0 0 0,-12 9-2942 0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28.4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560 19 5065 0 0,'-29'7'348'0'0,"1"1"0"0"0,0 2 0 0 0,1 1 0 0 0,-38 21-1 0 0,49-23-326 0 0,1 1 0 0 0,0 1-1 0 0,0 1 1 0 0,2 0-1 0 0,-1 0 1 0 0,1 2-1 0 0,1-1 1 0 0,-14 22-1 0 0,-9 20 117 0 0,3 2-1 0 0,2 2 0 0 0,3 0 0 0 0,3 2 0 0 0,2 1 0 0 0,-24 112 0 0 0,36-124-96 0 0,2 1 0 0 0,3 0-1 0 0,2 0 1 0 0,2 0 0 0 0,2 0 0 0 0,3 0 0 0 0,2 0 0 0 0,2-1 0 0 0,2 0 0 0 0,2 0 0 0 0,3-1 0 0 0,27 63-1 0 0,-21-63 14 0 0,2-1-1 0 0,3-1 0 0 0,2-1 0 0 0,1-2 0 0 0,3 0 1 0 0,1-2-1 0 0,41 39 0 0 0,-58-67-130 0 0,0-1-1 0 0,1-1 1 0 0,1 0 0 0 0,0-2 0 0 0,0 0 0 0 0,1-1-1 0 0,0 0 1 0 0,1-2 0 0 0,-1 0 0 0 0,2-1-1 0 0,-1-1 1 0 0,0-1 0 0 0,1-1 0 0 0,0-1 0 0 0,21-1-1 0 0,-14-1 98 0 0,-1-2-1 0 0,1 0 0 0 0,-1-2 1 0 0,0-1-1 0 0,0-2 1 0 0,0 0-1 0 0,-1-2 0 0 0,0-1 1 0 0,-1-1-1 0 0,48-28 0 0 0,-57 28 81 0 0,-1-1 1 0 0,0-1-1 0 0,-1 0 0 0 0,0-1 0 0 0,-1 0 0 0 0,-1-1 0 0 0,0-1 0 0 0,-1 0 0 0 0,-1 0 0 0 0,-1-1 1 0 0,0-1-1 0 0,-1 1 0 0 0,0-2 0 0 0,5-22 0 0 0,2-18 155 0 0,-1 0 0 0 0,-4-1-1 0 0,4-76 1 0 0,-9 35-5 0 0,-4 1-1 0 0,-5 0 1 0 0,-17-105-1 0 0,-2 68-1 0 0,-68-220 1 0 0,88 347-226 0 0,-12-37 230 0 0,-33-75 1 0 0,43 111-234 0 0,-1 1 0 0 0,0-1 0 0 0,0 1 0 0 0,-1 0 1 0 0,0 0-1 0 0,-1 1 0 0 0,0-1 0 0 0,0 2 0 0 0,-1 0 0 0 0,-1 0 0 0 0,1 0 1 0 0,-15-8-1 0 0,18 13-134 0 0,1 1 0 0 0,0 0 1 0 0,-1 0-1 0 0,0 1 0 0 0,1-1 1 0 0,-1 1-1 0 0,0 1 0 0 0,0-1 0 0 0,-11 1 1 0 0,-20 4-4012 0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29.2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600 198 3225 0 0,'-26'-4'300'0'0,"-1"0"1"0"0,0 1-1 0 0,0 2 1 0 0,-28 2-1 0 0,43 1-173 0 0,0-1 0 0 0,1 2 0 0 0,-1 0 0 0 0,1 0 0 0 0,0 1 0 0 0,0 0 0 0 0,0 1 0 0 0,0 0 0 0 0,1 1 0 0 0,0 0 0 0 0,-17 14 0 0 0,4 0 114 0 0,1 1 0 0 0,1 1 0 0 0,2 1 0 0 0,0 0 0 0 0,1 2 0 0 0,1 0 0 0 0,1 1 0 0 0,2 0 0 0 0,-18 45 0 0 0,12-15 105 0 0,2 1-1 0 0,3 0 0 0 0,-15 114 0 0 0,27-131-342 0 0,1 0 0 0 0,2-1 0 0 0,2 1 0 0 0,2 0 0 0 0,1-1 0 0 0,2 0 0 0 0,2 0 0 0 0,1-1 0 0 0,26 63 0 0 0,-8-38-386 0 0,3-1 1 0 0,2-2-1 0 0,3-1 1 0 0,77 95-1 0 0,-95-134 247 0 0,1 0-1 0 0,0-1 0 0 0,2-1 1 0 0,0-1-1 0 0,1-1 1 0 0,0-1-1 0 0,1-1 1 0 0,1-1-1 0 0,1-1 1 0 0,0-1-1 0 0,0-1 1 0 0,1-1-1 0 0,42 8 0 0 0,-42-12 198 0 0,0-1 0 0 0,1-1 0 0 0,-1-1 0 0 0,1-2 0 0 0,-1 0-1 0 0,1-2 1 0 0,-1-1 0 0 0,0-1 0 0 0,0-1 0 0 0,0-2-1 0 0,-1 0 1 0 0,0-2 0 0 0,48-23 0 0 0,-58 23 5 0 0,0 0 0 0 0,-1-1 1 0 0,0-1-1 0 0,-1 0 0 0 0,0-1 0 0 0,0 0 0 0 0,-2-1 1 0 0,17-22-1 0 0,-14 14 133 0 0,-1-1-1 0 0,-1 0 1 0 0,-2 0 0 0 0,0-1 0 0 0,10-33-1 0 0,-7 0 299 0 0,-2 1 0 0 0,-2-2-1 0 0,-3 1 1 0 0,-1-90-1 0 0,-7 59-110 0 0,-3 0 0 0 0,-4 0-1 0 0,-35-145 1 0 0,24 162-296 0 0,-2 0 0 0 0,-3 2 0 0 0,-3 1 0 0 0,-68-115 0 0 0,83 160-88 0 0,-68-103 400 0 0,69 109-407 0 0,-1 0 1 0 0,-1 1 0 0 0,0 0 0 0 0,-1 1 0 0 0,-19-14 0 0 0,1 6-351 0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6.5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960 13 3225 0 0,'-25'-5'10'0'0,"1"2"0"0"0,-1 0 0 0 0,0 2 0 0 0,0 0 1 0 0,0 2-1 0 0,0 1 0 0 0,0 1 0 0 0,0 1 0 0 0,1 1 0 0 0,-1 1 1 0 0,1 1-1 0 0,-34 16 0 0 0,12-2 312 0 0,0 1 0 0 0,2 3 0 0 0,1 2 0 0 0,1 2 0 0 0,-46 40 0 0 0,61-44-258 0 0,1 1-1 0 0,1 1 0 0 0,1 1 1 0 0,2 1-1 0 0,1 1 1 0 0,1 1-1 0 0,2 0 1 0 0,1 2-1 0 0,1 0 0 0 0,2 1 1 0 0,-18 62-1 0 0,22-53-121 0 0,2 0 0 0 0,1 0 0 0 0,2 1 0 0 0,2-1 0 0 0,3 1 0 0 0,1 0 0 0 0,1-1 0 0 0,3 1 0 0 0,16 66 1 0 0,-1-41-243 0 0,4-1 0 0 0,2-1 0 0 0,3-1 0 0 0,3-1 0 0 0,2-2 0 0 0,4-2 0 0 0,2-1 0 0 0,2-2 0 0 0,4-2 0 0 0,1-2 0 0 0,3-2 0 0 0,2-2 0 0 0,64 47 0 0 0,-77-69 425 0 0,1-1-1 0 0,1-2 1 0 0,1-2-1 0 0,1-1 1 0 0,0-3 0 0 0,51 16-1 0 0,-5-11 94 0 0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6.6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811 1699 2304 0 0,'14'-50'110'0'0,"-3"-1"0"0"0,-1 0 0 0 0,-3 0 0 0 0,0-54 0 0 0,-29-316 1434 0 0,13 352-1049 0 0,-3 1 1 0 0,-3 0 0 0 0,-3 1-1 0 0,-31-73 1 0 0,32 101-219 0 0,-3 0-1 0 0,0 2 1 0 0,-3 0-1 0 0,-1 2 1 0 0,-1 0-1 0 0,-2 2 1 0 0,-2 1-1 0 0,-1 1 1 0 0,-1 1-1 0 0,-1 2 1 0 0,-2 2 0 0 0,-1 0-1 0 0,-68-36 1 0 0,77 50-496 0 0,0 1 1 0 0,-1 1-1 0 0,0 2 1 0 0,0 1-1 0 0,-52-7 1 0 0,7 9-3218 0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7.2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483 1 3681 0 0,'-4'1'32'0'0,"-1"0"0"0"0,1 0 1 0 0,0 0-1 0 0,0 1 1 0 0,0 0-1 0 0,0 0 0 0 0,0 0 1 0 0,0 1-1 0 0,1-1 0 0 0,-6 5 1 0 0,-33 35-282 0 0,30-30 255 0 0,-28 33-148 0 0,1 1 0 0 0,3 2 1 0 0,2 1-1 0 0,2 2 0 0 0,2 1 0 0 0,2 2 0 0 0,3 0 0 0 0,2 2 1 0 0,3 1-1 0 0,2 0 0 0 0,2 1 0 0 0,4 1 0 0 0,-10 103 0 0 0,18-63 165 0 0,4 0 0 0 0,22 172-1 0 0,71 190 46 0 0,-16-216-49 0 0,-34-145 74 0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7.4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2708 2745 0 0,'27'-18'74'0'0,"99"-75"100"0"0,-78 50-129 0 0,-2-4 0 0 0,-2-1-1 0 0,63-89 1 0 0,-90 114 10 0 0,42-57 243 0 0,-3-2-1 0 0,71-144 0 0 0,-102 172-113 0 0,-3 0 0 0 0,-2-2 0 0 0,-2-1 0 0 0,-3 0 0 0 0,14-106-1 0 0,-22 72 465 0 0,-4-1 0 0 0,-12-124 0 0 0,-50-179 2342 0 0,1 161-1212 0 0,42 182-1283 0 0,-2 1 1 0 0,-35-68-1 0 0,44 103-434 0 0,0 0 0 0 0,-1 1 0 0 0,-1 0 0 0 0,0 1 1 0 0,-1 0-1 0 0,0 1 0 0 0,-1 1 0 0 0,-1-1 0 0 0,0 2 0 0 0,0 0 0 0 0,-29-16 0 0 0,28 20-404 0 0,1 1 0 0 0,-1 0 0 0 0,-1 0 0 0 0,1 2 1 0 0,-1 0-1 0 0,0 1 0 0 0,0 0 0 0 0,0 1 0 0 0,0 1 0 0 0,0 1 0 0 0,0 0 0 0 0,-1 1 1 0 0,-22 4-1 0 0,-27 10-3689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38.2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111 300 2761 0 0,'-93'415'202'0'0,"85"-357"-161"0"0,2 1 0 0 0,3 0 0 0 0,3 0 0 0 0,2 0 0 0 0,12 71 0 0 0,38 120 135 0 0,-42-213-147 0 0,2-1-1 0 0,1 0 1 0 0,2 0 0 0 0,31 52 0 0 0,-36-73 48 0 0,1 0-1 0 0,0-1 1 0 0,1 0 0 0 0,0-1 0 0 0,1-1-1 0 0,0 0 1 0 0,1-1 0 0 0,1 0 0 0 0,0-1-1 0 0,0-1 1 0 0,1 0 0 0 0,0-1 0 0 0,0-1-1 0 0,1 0 1 0 0,0-1 0 0 0,0-1 0 0 0,1-1-1 0 0,21 3 1 0 0,13-1 240 0 0,1-3-1 0 0,-1-2 0 0 0,0-3 1 0 0,103-15-1 0 0,-125 12-318 0 0,0-1-1 0 0,-1-2 1 0 0,0-1-1 0 0,0-1 1 0 0,-1-1-1 0 0,0-2 0 0 0,-1 0 1 0 0,-1-2-1 0 0,28-21 1 0 0,-20 9-51 0 0,0-1 1 0 0,-2-2 0 0 0,-1-1-1 0 0,-1-2 1 0 0,41-59-1 0 0,-35 39 372 0 0,-2-1 1 0 0,-3-1-1 0 0,-2-2 0 0 0,-3-1 0 0 0,36-116 0 0 0,-50 129-90 0 0,-2-1 0 0 0,-2 0 0 0 0,-2-1-1 0 0,-2 0 1 0 0,-3 0 0 0 0,-1 1 0 0 0,-2-1 0 0 0,-15-79 0 0 0,10 88 178 0 0,-2 1 0 0 0,-2 0 0 0 0,-29-69 0 0 0,32 91-284 0 0,0 0 1 0 0,-1 0 0 0 0,0 1-1 0 0,-1 0 1 0 0,-1 1-1 0 0,0 0 1 0 0,-1 0 0 0 0,0 2-1 0 0,-1-1 1 0 0,0 1-1 0 0,-20-11 1 0 0,7 7-24 0 0,-1 1 0 0 0,0 1-1 0 0,-1 2 1 0 0,0 1 0 0 0,-1 1 0 0 0,0 1 0 0 0,-41-5 0 0 0,28 8-217 0 0,-1 3 0 0 0,0 1-1 0 0,1 2 1 0 0,-68 11 0 0 0,86-9-583 0 0,1 0-1 0 0,0 2 0 0 0,1 1 1 0 0,-1 0-1 0 0,1 2 0 0 0,0 0 1 0 0,1 2-1 0 0,0 0 1 0 0,0 2-1 0 0,-19 14 0 0 0,6 1 73 0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1.2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165 567 3225 0 0,'-17'-17'1008'0'0,"0"0"1"0"0,1-1-1 0 0,1-1 1 0 0,1-1 0 0 0,0 0-1 0 0,-15-32 1 0 0,-3 0 1930 0 0,31 50-2781 0 0,0 1 0 0 0,0-1 0 0 0,0 1 0 0 0,0-1 0 0 0,0 0 0 0 0,1 1 0 0 0,-1-1 0 0 0,0 0 0 0 0,1 1-1 0 0,-1-1 1 0 0,1 0 0 0 0,-1 0 0 0 0,1 1 0 0 0,0-1 0 0 0,0 0 0 0 0,0 0 0 0 0,0 0 0 0 0,0 0 0 0 0,0 1 0 0 0,1-1 0 0 0,-1 0 0 0 0,0 0 0 0 0,1 1 0 0 0,0-1-1 0 0,1-2 243 0 0,0 5-309 0 0,0 1 0 0 0,0 0 0 0 0,0 0 0 0 0,-1 0 0 0 0,1 1 1 0 0,0-1-1 0 0,-1 0 0 0 0,0 1 0 0 0,2 2 0 0 0,1 1 25 0 0,67 101 45 0 0,67 94 388 0 0,-106-160-440 0 0,1-1 0 0 0,64 58 0 0 0,-93-95-107 0 0,33 28 103 0 0,-34-29-91 0 0,0 0 0 0 0,0 0 0 0 0,0 0 0 0 0,0-1 0 0 0,1 1 0 0 0,-1-1 0 0 0,0 0-1 0 0,1 0 1 0 0,-1 0 0 0 0,7 1 0 0 0,-9-3 14 0 0,0 1 1 0 0,0-1-1 0 0,0 1 0 0 0,0-1 0 0 0,0 1 0 0 0,0-1 0 0 0,0 1 0 0 0,0-1 1 0 0,0 0-1 0 0,-1 1 0 0 0,1-1 0 0 0,0 0 0 0 0,-1 0 0 0 0,1 0 0 0 0,0 0 1 0 0,-1 0-1 0 0,1 1 0 0 0,-1-1 0 0 0,1 0 0 0 0,-1 0 0 0 0,0 0 0 0 0,1 0 1 0 0,-1 0-1 0 0,0 0 0 0 0,0-2 0 0 0,6-32 407 0 0,-5 31-364 0 0,22-242 1180 0 0,29-180-847 0 0,-48 403-522 0 0,-1 8-62 0 0,-1 1 0 0 0,2-1 0 0 0,0 1 0 0 0,0 0 0 0 0,2 0 0 0 0,8-16 0 0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1.6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70 8290 0 0,'-10'-30'1337'0'0,"-8"-9"8767"0"0,15 177-8472 0 0,0-73-1622 0 0,2 0 0 0 0,3 0-1 0 0,17 100 1 0 0,-12-119-1854 0 0,-6-15-2528 0 0,-2-24 2973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1.9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89 3225 0 0,'-1'-7'-172'0'0,"-4"-38"2836"0"0,5 43-2383 0 0,0 1 0 0 0,0-1 0 0 0,0 0 0 0 0,0 1 0 0 0,0-1 0 0 0,0 0 0 0 0,1 1 0 0 0,-1-1 0 0 0,1 1 0 0 0,-1-1 0 0 0,1 1-1 0 0,-1-1 1 0 0,1 1 0 0 0,0-1 0 0 0,0 1 0 0 0,0-1 0 0 0,0 1 0 0 0,0 0 0 0 0,0 0 0 0 0,0-1 0 0 0,0 1 0 0 0,3-2 0 0 0,-3 3-131 0 0,0 0 0 0 0,0 0 0 0 0,0-1 0 0 0,1 1 0 0 0,-1 0 1 0 0,0 0-1 0 0,0 0 0 0 0,0 0 0 0 0,1 0 0 0 0,-1 1 1 0 0,0-1-1 0 0,0 0 0 0 0,0 0 0 0 0,0 1 0 0 0,0-1 0 0 0,1 1 1 0 0,-1-1-1 0 0,0 1 0 0 0,0 0 0 0 0,0-1 0 0 0,0 1 0 0 0,0 0 1 0 0,-1-1-1 0 0,3 3 0 0 0,22 25 1181 0 0,-20-22-967 0 0,139 186 588 0 0,-126-169-1806 0 0,30 32-4105 0 0,-38-47 3706 0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2.1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20 129 10594 0 0,'-3'0'120'0'0,"-13"1"718"0"0,15-4-664 0 0,9-4-408 0 0,26-15 1173 0 0,2 1-1 0 0,38-16 1 0 0,-57 30-1038 0 0,1 0 0 0 0,0 1 0 0 0,0 1 0 0 0,1 0 0 0 0,-1 1 0 0 0,31-1 0 0 0,-41 5-427 0 0,0 0 0 0 0,0 0 0 0 0,-1 1 0 0 0,1 1 0 0 0,-1-1 0 0 0,1 1 0 0 0,-1 0 1 0 0,1 1-1 0 0,-1 0 0 0 0,0 0 0 0 0,0 1 0 0 0,-1-1 0 0 0,8 7 0 0 0,-2 1 363 0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2.9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22 218 9218 0 0,'-22'-52'6481'0'0,"30"66"-2604"0"0,9 9-2452 0 0,10 18-1275 0 0,43 90 433 0 0,26 43-349 0 0,-80-148-234 0 0,1-2-1 0 0,2 0 0 0 0,0 0 0 0 0,33 29 1 0 0,-51-52 10 0 0,-1-1 1 0 0,0 0-1 0 0,0 0 0 0 0,0 0 1 0 0,1 1-1 0 0,-1-1 1 0 0,0 0-1 0 0,0 0 1 0 0,1 0-1 0 0,-1 0 1 0 0,0 0-1 0 0,0 1 1 0 0,1-1-1 0 0,-1 0 0 0 0,0 0 1 0 0,1 0-1 0 0,-1 0 1 0 0,0 0-1 0 0,0 0 1 0 0,1 0-1 0 0,-1 0 1 0 0,0 0-1 0 0,1 0 0 0 0,-1 0 1 0 0,0 0-1 0 0,0 0 1 0 0,1 0-1 0 0,-1 0 1 0 0,0 0-1 0 0,1-1 1 0 0,-1 1-1 0 0,0 0 0 0 0,0 0 1 0 0,1 0-1 0 0,-1 0 1 0 0,0-1-1 0 0,1 1 1 0 0,6-15 168 0 0,0-30-90 0 0,-5 33-21 0 0,1-7-64 0 0,56-325 732 0 0,-7 118-3712 0 0,-38 187-933 0 0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3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33 6913 0 0,'-5'-33'9544'0'0,"16"46"-8257"0"0,-5-2-963 0 0,0 0 1 0 0,-1 0 0 0 0,0 0-1 0 0,0 1 1 0 0,-1 0-1 0 0,2 13 1 0 0,11 79 262 0 0,-6-34-570 0 0,-9-56-171 0 0,15 78-271 0 0,-10-31-4423 0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3.8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42 156 1376 0 0,'-31'-55'1740'0'0,"29"51"-1213"0"0,1 0 1 0 0,-1 1-1 0 0,1-1 0 0 0,0 0 0 0 0,0 0 0 0 0,0 0 0 0 0,1 0 0 0 0,-1 0 0 0 0,1 0 0 0 0,0 0 0 0 0,0 0 0 0 0,0 0 0 0 0,2-5 1 0 0,-1 6-256 0 0,1 1 1 0 0,-1 0 0 0 0,1 0 0 0 0,0 0 0 0 0,0 0 0 0 0,0 0 0 0 0,0 1 0 0 0,0-1 0 0 0,0 1 0 0 0,0-1 0 0 0,1 1-1 0 0,-1 0 1 0 0,1-1 0 0 0,-1 1 0 0 0,1 1 0 0 0,-1-1 0 0 0,5-1 0 0 0,48-8 1791 0 0,-46 9-1890 0 0,0 1 0 0 0,0 0 0 0 0,0 0 0 0 0,0 1 0 0 0,0 1 0 0 0,0-1 1 0 0,0 2-1 0 0,0-1 0 0 0,0 1 0 0 0,-1 0 0 0 0,1 1 0 0 0,12 7 0 0 0,-16-8-173 0 0,0 1 0 0 0,0 0 0 0 0,-1-1 0 0 0,1 2 0 0 0,-1-1 0 0 0,0 0 0 0 0,0 1 0 0 0,-1 0 0 0 0,1 0 0 0 0,-1 0 0 0 0,0 0 0 0 0,0 0 0 0 0,-1 1 0 0 0,1-1 0 0 0,-1 1 0 0 0,-1 0 0 0 0,1 0 0 0 0,-1-1 0 0 0,0 1 0 0 0,0 6 0 0 0,0 7-181 0 0,-2-1 0 0 0,-2 23-1 0 0,-2 18-122 0 0,5-59 305 0 0,0 1 0 0 0,0-1 1 0 0,0 0-1 0 0,0 1 0 0 0,0-1 0 0 0,0 0 0 0 0,0 1 0 0 0,0-1 1 0 0,1 0-1 0 0,-1 1 0 0 0,0-1 0 0 0,0 0 0 0 0,0 1 0 0 0,0-1 1 0 0,0 0-1 0 0,1 0 0 0 0,-1 1 0 0 0,0-1 0 0 0,0 0 1 0 0,1 0-1 0 0,-1 1 0 0 0,0-1 0 0 0,0 0 0 0 0,1 0 0 0 0,-1 0 1 0 0,0 1-1 0 0,1-1 0 0 0,-1 0 0 0 0,0 0 0 0 0,0 0 0 0 0,1 0 1 0 0,-1 0-1 0 0,0 0 0 0 0,1 1 0 0 0,-1-1 0 0 0,0 0 1 0 0,1 0-1 0 0,-1 0 0 0 0,0 0 0 0 0,1 0 0 0 0,-1 0 0 0 0,0-1 1 0 0,1 1-1 0 0,-1 0 0 0 0,0 0 0 0 0,1 0 0 0 0,-1 0 0 0 0,0 0 1 0 0,1 0-1 0 0,-1 0 0 0 0,0-1 0 0 0,1 1 0 0 0,-1 0 1 0 0,0 0-1 0 0,0-1 0 0 0,1 1 0 0 0,-1 0 0 0 0,0 0 0 0 0,0-1 1 0 0,0 1-1 0 0,1-1 0 0 0,27-21 74 0 0,-13 10 148 0 0,-11 9-196 0 0,1 0 0 0 0,0 1 0 0 0,0-1-1 0 0,-1 1 1 0 0,2 0 0 0 0,-1 0 0 0 0,0 1 0 0 0,0 0 0 0 0,0-1 0 0 0,1 2 0 0 0,-1-1 0 0 0,1 1 0 0 0,-1-1-1 0 0,0 1 1 0 0,1 1 0 0 0,-1-1 0 0 0,1 1 0 0 0,-1 0 0 0 0,0 0 0 0 0,0 1 0 0 0,0 0 0 0 0,1 0 0 0 0,-2 0-1 0 0,1 0 1 0 0,0 1 0 0 0,0-1 0 0 0,-1 1 0 0 0,1 1 0 0 0,-1-1 0 0 0,0 1 0 0 0,0-1 0 0 0,0 1 0 0 0,-1 0-1 0 0,1 0 1 0 0,-1 1 0 0 0,0-1 0 0 0,5 10 0 0 0,-6-8 42 0 0,0 0 0 0 0,0 0 1 0 0,-1 1-1 0 0,1-1 0 0 0,-2 0 0 0 0,1 0 0 0 0,-1 1 0 0 0,1-1 1 0 0,-2 0-1 0 0,1 1 0 0 0,-1-1 0 0 0,0 0 0 0 0,0 0 0 0 0,-1 1 1 0 0,1-1-1 0 0,-2 0 0 0 0,1-1 0 0 0,0 1 0 0 0,-1 0 0 0 0,-6 8 1 0 0,-1 2 80 0 0,0 0 0 0 0,-2-1 1 0 0,0 0-1 0 0,-1 0 0 0 0,-23 19 1 0 0,27-26-406 0 0,-2-1 0 0 0,1 0 0 0 0,-20 10 0 0 0,25-14-194 0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4.7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51 8754 0 0,'-5'-13'7491'0'0,"8"16"-6815"0"0,3 4-402 0 0,-1 0-1 0 0,1 1 1 0 0,-1 0-1 0 0,0 0 1 0 0,-1 0 0 0 0,6 16-1 0 0,20 64 205 0 0,-16-42-216 0 0,6 12-77 0 0,2 0 0 0 0,2-1-1 0 0,3-1 1 0 0,2-2 0 0 0,46 65-1 0 0,-61-99-51 0 0,-11-14-37 0 0,0-1 0 0 0,1 0-1 0 0,0 1 1 0 0,0-1 0 0 0,0 0-1 0 0,1-1 1 0 0,-1 1 0 0 0,1-1-1 0 0,11 7 1 0 0,-15-11-70 0 0,0 1-1 0 0,0-1 1 0 0,0 0 0 0 0,-1 0-1 0 0,1 0 1 0 0,0 0-1 0 0,0-1 1 0 0,0 1 0 0 0,0 0-1 0 0,0 0 1 0 0,0 0 0 0 0,0-1-1 0 0,0 1 1 0 0,0-1 0 0 0,0 1-1 0 0,0-1 1 0 0,-1 1-1 0 0,1-1 1 0 0,0 1 0 0 0,0-1-1 0 0,0 1 1 0 0,-1-1 0 0 0,1 0-1 0 0,-1 0 1 0 0,1 1 0 0 0,0-1-1 0 0,-1 0 1 0 0,1 0-1 0 0,-1 0 1 0 0,1 0 0 0 0,-1 0-1 0 0,0 1 1 0 0,1-1 0 0 0,-1 0-1 0 0,0-1 1 0 0,13-38 149 0 0,-13 37-126 0 0,16-78 240 0 0,-3 0 0 0 0,1-85 0 0 0,-8 72-907 0 0,20-96-1 0 0,-25 185 324 0 0,0 0 0 0 0,1 0 0 0 0,-1 0-1 0 0,1 0 1 0 0,0 1 0 0 0,4-9-1 0 0,-5 12 151 0 0,-1 1 1 0 0,0-1-1 0 0,1 1 0 0 0,-1-1 0 0 0,1 1 0 0 0,-1-1 1 0 0,1 1-1 0 0,-1-1 0 0 0,1 1 0 0 0,0 0 0 0 0,-1-1 1 0 0,1 1-1 0 0,-1 0 0 0 0,1-1 0 0 0,0 1 0 0 0,-1 0 1 0 0,1 0-1 0 0,0 0 0 0 0,0-1 0 0 0,-1 1 0 0 0,2 0 1 0 0,-1 1-142 0 0,1-1 0 0 0,-1 0 1 0 0,0 1-1 0 0,0-1 0 0 0,1 1 1 0 0,-1-1-1 0 0,0 1 0 0 0,0 0 1 0 0,0 0-1 0 0,0-1 0 0 0,0 1 1 0 0,0 0-1 0 0,0 0 0 0 0,0 0 1 0 0,1 2-1 0 0,11 12-2528 0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2:45.3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112 42 10594 0 0,'0'-2'271'0'0,"0"0"0"0"0,0-1-1 0 0,0 1 1 0 0,-1-1 0 0 0,1 1-1 0 0,-1 0 1 0 0,0 0 0 0 0,0-1-1 0 0,0 1 1 0 0,0 0 0 0 0,0 0-1 0 0,0 0 1 0 0,-3-4 0 0 0,3 6-166 0 0,1-1 1 0 0,-1 1-1 0 0,1-1 0 0 0,-1 1 1 0 0,0-1-1 0 0,1 1 1 0 0,-1-1-1 0 0,0 1 0 0 0,1 0 1 0 0,-1-1-1 0 0,0 1 1 0 0,0 0-1 0 0,1 0 0 0 0,-1-1 1 0 0,0 1-1 0 0,0 0 1 0 0,0 0-1 0 0,1 0 0 0 0,-1 0 1 0 0,0 0-1 0 0,0 0 1 0 0,0 0-1 0 0,1 0 0 0 0,-1 1 1 0 0,0-1-1 0 0,0 0 1 0 0,1 0-1 0 0,-1 1 0 0 0,0-1 1 0 0,0 0-1 0 0,1 1 1 0 0,-1-1-1 0 0,0 1 0 0 0,1-1 1 0 0,-1 1-1 0 0,0-1 1 0 0,1 1-1 0 0,-1-1 0 0 0,1 1 1 0 0,-1-1-1 0 0,1 1 1 0 0,-1 1-1 0 0,-7 7 12 0 0,1 1 0 0 0,0 0 1 0 0,0 0-1 0 0,1 1 0 0 0,0-1 0 0 0,1 2 0 0 0,1-1 1 0 0,-1 0-1 0 0,2 1 0 0 0,0 0 0 0 0,0-1 0 0 0,-1 20 1 0 0,3-26-112 0 0,1 0-1 0 0,0 0 1 0 0,0 0 0 0 0,1 0 0 0 0,-1 0 0 0 0,1 0 0 0 0,0 0 0 0 0,0 0 0 0 0,1 0 0 0 0,0 0 0 0 0,0 0-1 0 0,0-1 1 0 0,0 1 0 0 0,1-1 0 0 0,-1 0 0 0 0,1 1 0 0 0,1-1 0 0 0,-1 0 0 0 0,0-1 0 0 0,1 1 0 0 0,0-1-1 0 0,-1 1 1 0 0,2-1 0 0 0,-1 0 0 0 0,0-1 0 0 0,0 1 0 0 0,1-1 0 0 0,0 1 0 0 0,-1-2 0 0 0,1 1-1 0 0,8 2 1 0 0,-6-3 96 0 0,-1 1-1 0 0,1-1 0 0 0,0 0 0 0 0,-1-1 0 0 0,1 0 0 0 0,0 0 0 0 0,0 0 1 0 0,-1-1-1 0 0,1 0 0 0 0,0 0 0 0 0,-1-1 0 0 0,1 0 0 0 0,-1 0 0 0 0,9-5 1 0 0,0 0-178 0 0,-2-1 0 0 0,1 0 0 0 0,-1-1 0 0 0,0-1 0 0 0,11-11 0 0 0,-17 16-706 0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1.3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1 116 9674 0 0,'0'-1'221'0'0,"0"0"-1"0"0,0-1 1 0 0,1 1 0 0 0,-1-1-1 0 0,1 1 1 0 0,-1-1 0 0 0,1 1-1 0 0,0 0 1 0 0,-1-1 0 0 0,1 1-1 0 0,0 0 1 0 0,0 0 0 0 0,0 0-1 0 0,0 0 1 0 0,0-1 0 0 0,0 1-1 0 0,0 1 1 0 0,0-1 0 0 0,1 0-1 0 0,1-1 1 0 0,29-21 1738 0 0,-9 10-966 0 0,1 1-1 0 0,32-13 0 0 0,-46 21-1045 0 0,-1 1 1 0 0,1 1-1 0 0,0-1 0 0 0,0 1 1 0 0,1 1-1 0 0,-1 0 0 0 0,0 0 1 0 0,0 1-1 0 0,12 2 0 0 0,-3 0-836 0 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1.5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60 10138 0 0,'30'-17'6701'0'0,"13"-8"-5123"0"0,-40 23-1768 0 0,-1 0 1 0 0,1 0-1 0 0,0 1 0 0 0,0-1 0 0 0,0 1 0 0 0,0-1 1 0 0,0 1-1 0 0,0 0 0 0 0,0 0 0 0 0,0 0 0 0 0,0 1 0 0 0,0-1 1 0 0,0 1-1 0 0,1 0 0 0 0,-1 0 0 0 0,0 0 0 0 0,0 0 1 0 0,1 0-1 0 0,-1 1 0 0 0,5 1 0 0 0,6 0 130 0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2.1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1 154 6913 0 0,'2'-8'455'0'0,"1"0"0"0"0,0 1-1 0 0,0-1 1 0 0,1 1-1 0 0,0 0 1 0 0,0 0-1 0 0,1 1 1 0 0,0-1-1 0 0,0 1 1 0 0,0 0-1 0 0,1 0 1 0 0,11-9-1 0 0,-9 8 67 0 0,0 1-1 0 0,1 0 1 0 0,-1 1-1 0 0,1 0 0 0 0,0 0 1 0 0,1 1-1 0 0,-1 0 1 0 0,1 0-1 0 0,17-3 1 0 0,-23 6-393 0 0,0 0 1 0 0,0 1 0 0 0,0 0 0 0 0,-1-1-1 0 0,1 1 1 0 0,0 1 0 0 0,0-1 0 0 0,0 1 0 0 0,-1-1-1 0 0,1 1 1 0 0,0 0 0 0 0,0 0 0 0 0,-1 1 0 0 0,1-1-1 0 0,-1 1 1 0 0,1 0 0 0 0,-1 0 0 0 0,0 0 0 0 0,0 0-1 0 0,0 0 1 0 0,0 1 0 0 0,4 4 0 0 0,-4-3-114 0 0,0 1 0 0 0,0 0-1 0 0,0 0 1 0 0,-1 0 0 0 0,1 0 0 0 0,-1 1 0 0 0,-1-1 0 0 0,1 1 0 0 0,-1-1 0 0 0,0 1 0 0 0,0-1 0 0 0,0 1 0 0 0,-1 0 0 0 0,0 8 0 0 0,-3 10 6 0 0,0-1 1 0 0,-1 0 0 0 0,-2 0-1 0 0,-15 42 1 0 0,9-31 55 0 0,-7 35-1 0 0,19-67-78 0 0,0-1 0 0 0,0 1 1 0 0,-1-1-1 0 0,1 1 0 0 0,0 0 0 0 0,0-1 1 0 0,0 1-1 0 0,1-1 0 0 0,-1 1 0 0 0,0-1 1 0 0,0 1-1 0 0,1-1 0 0 0,-1 1 0 0 0,1-1 0 0 0,0 1 1 0 0,-1-1-1 0 0,1 0 0 0 0,0 1 0 0 0,0-1 1 0 0,0 0-1 0 0,0 0 0 0 0,0 1 0 0 0,0-1 1 0 0,0 0-1 0 0,0 0 0 0 0,0 0 0 0 0,0 0 1 0 0,1 0-1 0 0,-1-1 0 0 0,0 1 0 0 0,1 0 0 0 0,-1 0 1 0 0,1-1-1 0 0,-1 1 0 0 0,1-1 0 0 0,-1 0 1 0 0,1 1-1 0 0,-1-1 0 0 0,4 0 0 0 0,7 2-40 0 0,1-1 0 0 0,-1-1-1 0 0,1 0 1 0 0,13-3-1 0 0,-8 2-6 0 0,20-2-35 0 0,-12 1 70 0 0,-1 0 1 0 0,1 2 0 0 0,35 4 0 0 0,-56-4 13 0 0,0 1 1 0 0,0 0 0 0 0,0 0 0 0 0,0 0 0 0 0,0 1-1 0 0,0 0 1 0 0,0-1 0 0 0,0 2 0 0 0,-1-1 0 0 0,1 0-1 0 0,-1 1 1 0 0,0 0 0 0 0,0 0 0 0 0,0 0 0 0 0,0 1-1 0 0,0 0 1 0 0,-1-1 0 0 0,0 1 0 0 0,1 0 0 0 0,-2 0 0 0 0,1 1-1 0 0,4 8 1 0 0,-5-7 52 0 0,-1 1-1 0 0,1 0 1 0 0,-2-1-1 0 0,1 1 1 0 0,-1 0-1 0 0,0 0 1 0 0,0-1-1 0 0,-1 1 0 0 0,1 0 1 0 0,-2-1-1 0 0,1 1 1 0 0,-1 0-1 0 0,0-1 1 0 0,0 0-1 0 0,-1 1 1 0 0,-5 9-1 0 0,-7 11 201 0 0,-2 0 0 0 0,-23 30 0 0 0,32-46-153 0 0,-72 86 673 0 0,21-37-3102 0 0,37-40-5318 0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2.7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0 100 3681 0 0,'7'-4'18149'0'0,"8"-2"-20089"0"0,39-29 3260 0 0,-43 26-1772 0 0,0 1-1 0 0,1 0 1 0 0,1 1 0 0 0,-1 0 0 0 0,24-8 0 0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2.9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35 10138 0 0,'0'4'448'0'0,"1"-4"96"0"0,1 1-440 0 0,-1-1-104 0 0,2 0 0 0 0,0 0 0 0 0,-1-1 360 0 0,4-1 57 0 0,1 1-1 0 0,4-2 8 0 0,1 1-264 0 0,0-3-64 0 0,0 1 0 0 0,2-1-8 0 0,2 1-1713 0 0,1-2-335 0 0,2 2-72 0 0,0 1-17 0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3.5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76 5065 0 0,'-1'0'116'0'0,"1"0"-1"0"0,0 0 1 0 0,-1-1-1 0 0,1 1 1 0 0,0 0-1 0 0,-1-1 1 0 0,1 1-1 0 0,0 0 1 0 0,-1-1-1 0 0,1 1 1 0 0,0 0 0 0 0,0-1-1 0 0,-1 1 1 0 0,1 0-1 0 0,0-1 1 0 0,0 1-1 0 0,0-1 1 0 0,-1 1-1 0 0,1-1 1 0 0,0 1-1 0 0,0-1 1 0 0,0 1 0 0 0,0 0-1 0 0,0-1 1 0 0,0 1-1 0 0,0-1 1 0 0,0 1-1 0 0,0-1 1 0 0,0 1-1 0 0,0-1 1 0 0,0 1-1 0 0,1-1 1 0 0,-1 1-1 0 0,0 0 1 0 0,0-1 0 0 0,1 0-1 0 0,16-16 2767 0 0,28-8 515 0 0,-38 22-3019 0 0,0 0 0 0 0,0 0 0 0 0,0 1 0 0 0,1 0 0 0 0,-1 0 0 0 0,1 1 0 0 0,-1 0 0 0 0,1 0 0 0 0,-1 1 0 0 0,1 0 0 0 0,0 0 0 0 0,13 3 0 0 0,-17-2-337 0 0,0 0-1 0 0,0 0 1 0 0,-1 1 0 0 0,1-1-1 0 0,-1 1 1 0 0,1 0-1 0 0,-1 0 1 0 0,0 0-1 0 0,0 1 1 0 0,0-1-1 0 0,0 1 1 0 0,0-1-1 0 0,0 1 1 0 0,-1 0 0 0 0,1 0-1 0 0,-1 0 1 0 0,0 1-1 0 0,0-1 1 0 0,0 0-1 0 0,-1 1 1 0 0,1-1-1 0 0,-1 1 1 0 0,1 0-1 0 0,-1 0 1 0 0,-1-1 0 0 0,1 1-1 0 0,0 5 1 0 0,0 4-99 0 0,-1-1 0 0 0,0 1 1 0 0,-1-1-1 0 0,-1 1 1 0 0,0-1-1 0 0,0 1 0 0 0,-6 14 1 0 0,4-14-19 0 0,1 1 0 0 0,0 0-1 0 0,1 0 1 0 0,0 0 0 0 0,1 17 0 0 0,1-29 61 0 0,0-1 0 0 0,1 1-1 0 0,-1 0 1 0 0,1 0 0 0 0,-1 0 0 0 0,1 0 0 0 0,0-1-1 0 0,0 1 1 0 0,0 0 0 0 0,0-1 0 0 0,0 1 0 0 0,0 0-1 0 0,0-1 1 0 0,0 0 0 0 0,1 1 0 0 0,-1-1 0 0 0,0 0-1 0 0,1 1 1 0 0,-1-1 0 0 0,1 0 0 0 0,0 0-1 0 0,-1 0 1 0 0,1 0 0 0 0,0-1 0 0 0,0 1 0 0 0,-1 0-1 0 0,1-1 1 0 0,0 1 0 0 0,0-1 0 0 0,3 1 0 0 0,8 0-93 0 0,0 0 1 0 0,0 0-1 0 0,21-3 1 0 0,-10 1 165 0 0,-6 1-59 0 0,50 2-55 0 0,-63-1 57 0 0,0-1-1 0 0,-1 1 1 0 0,1 0-1 0 0,-1 1 0 0 0,1-1 1 0 0,-1 1-1 0 0,1 0 1 0 0,-1 0-1 0 0,0 0 0 0 0,0 1 1 0 0,6 4-1 0 0,-8-5 28 0 0,-1 0 0 0 0,0 0-1 0 0,0 0 1 0 0,0 0 0 0 0,0 0 0 0 0,0 0-1 0 0,0 0 1 0 0,0 0 0 0 0,-1 0-1 0 0,1 1 1 0 0,-1-1 0 0 0,0 0 0 0 0,1 0-1 0 0,-1 1 1 0 0,0-1 0 0 0,0 0-1 0 0,-1 0 1 0 0,1 1 0 0 0,0-1 0 0 0,-1 0-1 0 0,1 0 1 0 0,-1 0 0 0 0,0 1-1 0 0,0-1 1 0 0,0 0 0 0 0,-1 2 0 0 0,-4 9 223 0 0,-1-1 1 0 0,-14 21 0 0 0,20-31-223 0 0,-12 15 167 0 0,-2-1 0 0 0,1-1 0 0 0,-34 28 0 0 0,35-33-627 0 0,0 0 0 0 0,1 1-1 0 0,1 0 1 0 0,0 1 0 0 0,0 0-1 0 0,1 1 1 0 0,-16 28 0 0 0,20-25-648 0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3.7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40 1376 0 0,'49'2'11856'0'0,"-2"4"-6666"0"0,-24-3-4344 0 0,1 0 0 0 0,0-2 0 0 0,24-1 0 0 0,-2-5-633 0 0,46-10 1 0 0,-67 9-2534 0 0,38-15 0 0 0,-44 13-4175 0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3.9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 1 6913 0 0,'-2'1'492'0'0,"0"0"0"0"0,0 0-1 0 0,0 1 1 0 0,1-1-1 0 0,-1 1 1 0 0,0-1-1 0 0,0 1 1 0 0,1 0-1 0 0,-1 0 1 0 0,1-1-1 0 0,0 1 1 0 0,-1 0 0 0 0,1 0-1 0 0,0 0 1 0 0,0 1-1 0 0,0-1 1 0 0,0 0-1 0 0,1 0 1 0 0,-1 1-1 0 0,1-1 1 0 0,-1 0-1 0 0,1 0 1 0 0,0 5 0 0 0,-1 7 640 0 0,2 0 0 0 0,-1 0 0 0 0,4 15 0 0 0,1 6-1287 0 0,-4-13 181 0 0,2 53 451 0 0,3 1 0 0 0,31 142 0 0 0,-34-208-683 0 0,0 1 0 0 0,1-1 0 0 0,1 0-1 0 0,-1 0 1 0 0,2 0 0 0 0,-1 0 0 0 0,14 16 0 0 0,0-8-393 0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4.4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1 6913 0 0,'-6'0'550'0'0,"-22"0"8591"0"0,36 1-9037 0 0,-1 0 1 0 0,0 0-1 0 0,0 0 1 0 0,0 1-1 0 0,0 0 1 0 0,0 0 0 0 0,0 1-1 0 0,0 0 1 0 0,-1 0-1 0 0,0 1 1 0 0,1 0 0 0 0,-1 0-1 0 0,0 0 1 0 0,-1 1-1 0 0,1-1 1 0 0,-1 1 0 0 0,0 1-1 0 0,0-1 1 0 0,-1 1-1 0 0,1 0 1 0 0,-1 0-1 0 0,-1 0 1 0 0,1 1 0 0 0,-1-1-1 0 0,0 1 1 0 0,0 0-1 0 0,-1-1 1 0 0,0 1 0 0 0,0 1-1 0 0,-1-1 1 0 0,0 0-1 0 0,0 10 1 0 0,-1 0-152 0 0,1 0 0 0 0,0 0 1 0 0,1 1-1 0 0,5 23 0 0 0,-5-36 43 0 0,-1 0 0 0 0,1 0-1 0 0,0 0 1 0 0,0-1 0 0 0,1 1-1 0 0,0 0 1 0 0,-1-1 0 0 0,1 0-1 0 0,1 0 1 0 0,-1 0 0 0 0,1 0-1 0 0,-1 0 1 0 0,1-1 0 0 0,0 1-1 0 0,0-1 1 0 0,1 0 0 0 0,-1 0-1 0 0,10 4 1 0 0,10 2 59 0 0,-16-6 63 0 0,-1 0 0 0 0,1 0 0 0 0,-1 0 0 0 0,0 1 0 0 0,0 0 0 0 0,11 9 0 0 0,-16-11-115 0 0,-1-1 0 0 0,0 1 0 0 0,1 0 0 0 0,-1-1 0 0 0,0 1-1 0 0,0 0 1 0 0,0 0 0 0 0,0 0 0 0 0,0 0 0 0 0,-1 0 0 0 0,1 0 0 0 0,-1 0 0 0 0,1 1 0 0 0,-1-1 0 0 0,0 0-1 0 0,1 0 1 0 0,-1 0 0 0 0,-1 0 0 0 0,1 1 0 0 0,0-1 0 0 0,0 0 0 0 0,-1 0 0 0 0,1 0 0 0 0,-1 0-1 0 0,0 0 1 0 0,1 0 0 0 0,-1 0 0 0 0,0 0 0 0 0,0 0 0 0 0,-2 3 0 0 0,-8 11-159 0 0,0 0 1 0 0,0 0 0 0 0,-2-1-1 0 0,0-1 1 0 0,0 0 0 0 0,-2-1-1 0 0,-30 23 1 0 0,26-22-68 0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5.0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1 133 8754 0 0,'0'-1'120'0'0,"0"0"0"0"0,0-1 0 0 0,0 1 0 0 0,0 0 0 0 0,0 0 0 0 0,1 0 1 0 0,-1 0-1 0 0,0 0 0 0 0,1 0 0 0 0,-1 0 0 0 0,1 0 0 0 0,-1 0 0 0 0,1 0 0 0 0,-1 0 0 0 0,1 0 0 0 0,0 0 0 0 0,-1 0 1 0 0,1 1-1 0 0,0-1 0 0 0,1-1 0 0 0,24-20 2862 0 0,-16 14-2125 0 0,56-45 3113 0 0,-42 38-4936 0 0,1 2-3431 0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5.2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66 6913 0 0,'0'0'103'0'0,"-1"1"-1"0"0,0-1 1 0 0,1 1-1 0 0,-1-1 0 0 0,1 1 1 0 0,-1 0-1 0 0,1-1 0 0 0,-1 1 1 0 0,1 0-1 0 0,-1-1 0 0 0,1 1 1 0 0,-1 0-1 0 0,1-1 1 0 0,0 1-1 0 0,-1 0 0 0 0,1 0 1 0 0,0 0-1 0 0,0-1 0 0 0,0 1 1 0 0,-1 0-1 0 0,1 0 0 0 0,0 1 1 0 0,1-2 77 0 0,-1 1 0 0 0,1-1 0 0 0,-1 0 0 0 0,1 1 0 0 0,-1-1-1 0 0,1 0 1 0 0,-1 1 0 0 0,1-1 0 0 0,-1 0 0 0 0,1 0 0 0 0,0 1 0 0 0,-1-1 0 0 0,1 0 0 0 0,-1 0 0 0 0,1 0 0 0 0,0 0 0 0 0,-1 0 0 0 0,1 0 0 0 0,-1 0 0 0 0,1 0 0 0 0,0 0-1 0 0,0 0 1 0 0,26-5 3287 0 0,-13 0-4257 0 0,33-16-639 0 0,-26 12 521 0 0,37-22 1 0 0,-37 15 847 0 0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5.7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7 107 9218 0 0,'-1'-1'74'0'0,"1"1"1"0"0,-1-1-1 0 0,0 0 0 0 0,1 1 1 0 0,-1-1-1 0 0,1 0 0 0 0,0 0 0 0 0,-1 0 1 0 0,1 1-1 0 0,-1-1 0 0 0,1 0 1 0 0,0 0-1 0 0,0 0 0 0 0,-1 0 1 0 0,1 0-1 0 0,0 1 0 0 0,0-1 1 0 0,0 0-1 0 0,0 0 0 0 0,0 0 1 0 0,0 0-1 0 0,0 0 0 0 0,0 0 1 0 0,1 0-1 0 0,-1 0 0 0 0,0 1 1 0 0,1-1-1 0 0,-1-1 0 0 0,2-1 165 0 0,0 0 0 0 0,0 0 0 0 0,0 1 1 0 0,0-1-1 0 0,0 1 0 0 0,0-1 0 0 0,1 1 0 0 0,2-3 0 0 0,8-4 835 0 0,0 0 0 0 0,20-9 1 0 0,-27 15-783 0 0,-1 0 0 0 0,1 0 0 0 0,0 1 0 0 0,-1 0 0 0 0,1 0 0 0 0,0 1 0 0 0,0 0 0 0 0,1 0 0 0 0,-1 0 0 0 0,10 0 0 0 0,-14 2-239 0 0,0-1 0 0 0,1 1 0 0 0,-1-1 0 0 0,0 1 0 0 0,1 0 0 0 0,-1 0-1 0 0,0 0 1 0 0,0 0 0 0 0,0 0 0 0 0,0 0 0 0 0,0 1 0 0 0,0-1 0 0 0,0 1-1 0 0,0-1 1 0 0,0 1 0 0 0,0 0 0 0 0,-1 0 0 0 0,1-1 0 0 0,-1 1-1 0 0,0 0 1 0 0,1 1 0 0 0,-1-1 0 0 0,0 0 0 0 0,0 0 0 0 0,0 0 0 0 0,-1 1-1 0 0,1-1 1 0 0,0 0 0 0 0,-1 4 0 0 0,2 3-47 0 0,-2 0 1 0 0,1 0-1 0 0,-2 0 1 0 0,1 0-1 0 0,-1 0 1 0 0,0 0-1 0 0,-1 0 1 0 0,0 0-1 0 0,0 0 1 0 0,-1-1-1 0 0,0 1 1 0 0,-7 13-1 0 0,5-11-205 0 0,0 0 0 0 0,1 1 0 0 0,0 0 0 0 0,1 0-1 0 0,-2 20 1 0 0,5-30 175 0 0,0 0 1 0 0,0 1-1 0 0,1-1 0 0 0,-1 0 1 0 0,0 0-1 0 0,1 0 0 0 0,0 0 1 0 0,-1 0-1 0 0,1 0 0 0 0,0 0 1 0 0,0 0-1 0 0,0 0 0 0 0,0 0 1 0 0,1-1-1 0 0,-1 1 0 0 0,0 0 1 0 0,1-1-1 0 0,-1 1 1 0 0,1-1-1 0 0,0 1 0 0 0,-1-1 1 0 0,1 0-1 0 0,0 0 0 0 0,0 0 1 0 0,0 0-1 0 0,0 0 0 0 0,2 1 1 0 0,9 3-160 0 0,-1-1 1 0 0,1-1 0 0 0,19 4-1 0 0,-4-1 64 0 0,-16-3 222 0 0,-1 0 1 0 0,0 0-1 0 0,0 2 1 0 0,0-1-1 0 0,-1 1 1 0 0,19 13-1 0 0,-26-16-77 0 0,-1-1 0 0 0,0 2 0 0 0,1-1 0 0 0,-1 0 0 0 0,0 0-1 0 0,-1 1 1 0 0,1-1 0 0 0,0 1 0 0 0,-1-1 0 0 0,1 1 0 0 0,-1 0 0 0 0,0 0 0 0 0,1 0 0 0 0,-2-1-1 0 0,1 1 1 0 0,0 0 0 0 0,0 0 0 0 0,-1 0 0 0 0,0 1 0 0 0,0-1 0 0 0,0 0 0 0 0,0 0-1 0 0,0 0 1 0 0,0 0 0 0 0,-1 0 0 0 0,1 0 0 0 0,-1 0 0 0 0,0 0 0 0 0,0 0 0 0 0,0-1-1 0 0,-2 4 1 0 0,-3 7 78 0 0,-1-1-1 0 0,0 0 1 0 0,0 0-1 0 0,-1-1 1 0 0,-17 18-1 0 0,-26 20-2964 0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5.9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50 10594 0 0,'4'2'532'0'0,"0"0"1"0"0,0 0-1 0 0,1-1 0 0 0,-1 0 0 0 0,1 0 0 0 0,-1 0 1 0 0,1 0-1 0 0,-1-1 0 0 0,9 0 0 0 0,0 1 201 0 0,17 2 524 0 0,1-2 1 0 0,0-1 0 0 0,-1-2-1 0 0,44-7 1 0 0,-20-1-2269 0 0,84-29 0 0 0,-122 34-404 0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6.1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122 30 8754 0 0,'-2'-2'322'0'0,"0"-1"0"0"0,-1 1 1 0 0,0-1-1 0 0,1 1 0 0 0,-1 0 1 0 0,0 0-1 0 0,0 0 0 0 0,0 0 1 0 0,0 0-1 0 0,-1 1 0 0 0,1-1 1 0 0,0 1-1 0 0,-1 0 0 0 0,1 0 1 0 0,-1 0-1 0 0,-4 0 0 0 0,6 1-71 0 0,0 0 1 0 0,-1 1-1 0 0,1-1 0 0 0,0 1 0 0 0,0-1 0 0 0,0 1 0 0 0,0-1 1 0 0,0 1-1 0 0,0 0 0 0 0,0 0 0 0 0,0 0 0 0 0,0 0 0 0 0,0 1 1 0 0,0-1-1 0 0,0 0 0 0 0,1 1 0 0 0,-1-1 0 0 0,1 1 0 0 0,-1 0 1 0 0,1-1-1 0 0,-1 1 0 0 0,1 0 0 0 0,0 0 0 0 0,0 0 0 0 0,0 0 1 0 0,0 0-1 0 0,-1 4 0 0 0,-2 6 25 0 0,1 0-1 0 0,0 0 1 0 0,0 0 0 0 0,1 1 0 0 0,1-1 0 0 0,0 20-1 0 0,9 81 246 0 0,-3-60-305 0 0,-5-44-234 0 0,1 21-255 0 0,2 0 0 0 0,0-1 1 0 0,2 1-1 0 0,1-1 0 0 0,2-1 1 0 0,12 33-1 0 0,-7-35-969 0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6.5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74 1376 0 0,'-10'-17'-212'0'0,"2"-8"6067"0"0,8 24-5570 0 0,0 1 1 0 0,0-1-1 0 0,0 0 1 0 0,0 0-1 0 0,0 0 1 0 0,0 0-1 0 0,1 0 1 0 0,-1 1-1 0 0,0-1 1 0 0,0 0 0 0 0,1 0-1 0 0,-1 0 1 0 0,1 1-1 0 0,3-5 1714 0 0,-4 5-1714 0 0,1-1 1 0 0,1 0 0 0 0,18-6 1275 0 0,7 4 1021 0 0,41 0 0 0 0,-61 3-2418 0 0,0 0 0 0 0,0 1 1 0 0,0-1-1 0 0,0 2 0 0 0,-1-1 1 0 0,1 1-1 0 0,-1 0 0 0 0,1 0 1 0 0,-1 1-1 0 0,0 0 0 0 0,11 6 1 0 0,-16-8-160 0 0,1 1 1 0 0,0 0 0 0 0,0 0-1 0 0,-1 0 1 0 0,1 0-1 0 0,-1 0 1 0 0,1 0 0 0 0,-1 1-1 0 0,0-1 1 0 0,0 0-1 0 0,0 1 1 0 0,0-1-1 0 0,0 1 1 0 0,-1-1 0 0 0,1 1-1 0 0,-1 0 1 0 0,1-1-1 0 0,-1 1 1 0 0,0-1 0 0 0,0 1-1 0 0,0-1 1 0 0,-1 1-1 0 0,1 0 1 0 0,-1-1 0 0 0,1 1-1 0 0,-3 4 1 0 0,-2 7-50 0 0,0 0 0 0 0,-1 0-1 0 0,-12 19 1 0 0,9-15-77 0 0,5-12 82 0 0,1 0 0 0 0,0 0 1 0 0,1 0-1 0 0,-1 1 0 0 0,1-1 0 0 0,1 1 0 0 0,-3 9 0 0 0,4-14 31 0 0,0 0 0 0 0,1 0-1 0 0,-1 0 1 0 0,0 0-1 0 0,1 0 1 0 0,-1 0-1 0 0,1 0 1 0 0,-1 0-1 0 0,1-1 1 0 0,0 1 0 0 0,0 0-1 0 0,0 0 1 0 0,0-1-1 0 0,0 1 1 0 0,0 0-1 0 0,0-1 1 0 0,0 1-1 0 0,1-1 1 0 0,-1 1-1 0 0,1-1 1 0 0,-1 0 0 0 0,1 0-1 0 0,0 0 1 0 0,-1 0-1 0 0,1 0 1 0 0,0 0-1 0 0,0 0 1 0 0,-1 0-1 0 0,4 0 1 0 0,44 14-160 0 0,-34-11 232 0 0,-1 0 1 0 0,0 0-1 0 0,-1 1 0 0 0,1 1 0 0 0,24 14 0 0 0,-35-18-51 0 0,-1 0-1 0 0,0 0 0 0 0,1 0 0 0 0,-1 0 0 0 0,0 1 0 0 0,0-1 0 0 0,0 1 0 0 0,-1-1 0 0 0,1 1 1 0 0,0 0-1 0 0,-1-1 0 0 0,0 1 0 0 0,0 0 0 0 0,0 0 0 0 0,0 0 0 0 0,0 0 0 0 0,0 0 1 0 0,-1 0-1 0 0,1 0 0 0 0,-1 0 0 0 0,0 1 0 0 0,0-1 0 0 0,0 0 0 0 0,-1 0 0 0 0,1 0 0 0 0,-1 0 1 0 0,1 0-1 0 0,-1 0 0 0 0,0 0 0 0 0,0 0 0 0 0,-1 0 0 0 0,1 0 0 0 0,-3 3 0 0 0,-3 7 75 0 0,0 0-1 0 0,-2-1 0 0 0,1 0 0 0 0,-1 0 0 0 0,-1-1 0 0 0,0 0 0 0 0,-13 11 0 0 0,-22 13-3031 0 0,26-22-4435 0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6.8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78 9674 0 0,'55'-16'3674'0'0,"1"2"0"0"0,112-12 0 0 0,-44 14-2088 0 0,-79 5-3000 0 0,-32 5 134 0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7.0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 1 6913 0 0,'-4'3'613'0'0,"1"1"0"0"0,-1 0 0 0 0,0 0 0 0 0,1 0-1 0 0,0 0 1 0 0,0 1 0 0 0,0 0 0 0 0,1-1-1 0 0,-1 1 1 0 0,1 0 0 0 0,0 0 0 0 0,1 0 0 0 0,-2 8-1 0 0,-3 10 2260 0 0,-4 38-1 0 0,8-38-2491 0 0,1 0-1 0 0,0 0 1 0 0,2 0-1 0 0,0 0 1 0 0,2 0-1 0 0,0-1 1 0 0,2 1-1 0 0,10 31 0 0 0,-7-32-1114 0 0,1 0-1 0 0,1-2 0 0 0,1 1 0 0 0,27 37 0 0 0,-21-36-375 0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37.5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88 105 3225 0 0,'-76'-51'7216'0'0,"76"51"-7096"0"0,-1 0 1 0 0,1 0 0 0 0,-1 0-1 0 0,0 0 1 0 0,1-1-1 0 0,-1 1 1 0 0,1 0-1 0 0,-1 0 1 0 0,1-1 0 0 0,0 1-1 0 0,-1 0 1 0 0,1-1-1 0 0,-1 1 1 0 0,1 0-1 0 0,-1-1 1 0 0,1 1 0 0 0,0-1-1 0 0,-1 1 1 0 0,1 0-1 0 0,0-1 1 0 0,-1 1-1 0 0,1-1 1 0 0,0 1 0 0 0,0-1-1 0 0,0 1 1 0 0,-1-1-1 0 0,1 1 1 0 0,0-1-1 0 0,0 0 1 0 0,0 1 0 0 0,0-1-1 0 0,0 1 1 0 0,0-1-1 0 0,0 1 1 0 0,0-1-1 0 0,0 1 1 0 0,0-1 0 0 0,0 1-1 0 0,0-1 1 0 0,1 1-1 0 0,-1-2 1 0 0,2 1 101 0 0,-1-1 0 0 0,1 1 0 0 0,0-1 0 0 0,0 1 0 0 0,0 0 0 0 0,0 0 0 0 0,0 0 0 0 0,0 0 0 0 0,0 0 0 0 0,4-1 0 0 0,57-14 1798 0 0,-47 14-1830 0 0,0 0 0 0 0,0 1 0 0 0,0 1 0 0 0,0 0 0 0 0,-1 1 0 0 0,1 1 0 0 0,0 0 0 0 0,0 1 0 0 0,-1 1 0 0 0,0 0 0 0 0,1 1 0 0 0,-2 1 0 0 0,1 0 0 0 0,13 9 0 0 0,-25-14-187 0 0,0 1 1 0 0,0 0-1 0 0,0 0 1 0 0,-1 0-1 0 0,1 0 1 0 0,-1 0-1 0 0,1 0 1 0 0,-1 1-1 0 0,0-1 1 0 0,0 1-1 0 0,0 0 1 0 0,0-1-1 0 0,0 1 1 0 0,-1 0-1 0 0,0 0 1 0 0,1 0-1 0 0,-1 0 1 0 0,0 0-1 0 0,0 0 0 0 0,0 1 1 0 0,-1-1-1 0 0,1 0 1 0 0,-1 1-1 0 0,0-1 1 0 0,0 0-1 0 0,-1 7 1 0 0,-2 2-27 0 0,0-1 1 0 0,-1 1-1 0 0,0-1 1 0 0,-1 0-1 0 0,-12 21 0 0 0,9-19-15 0 0,1 1 0 0 0,-7 20 0 0 0,13-31 49 0 0,1 0 0 0 0,-1 0 1 0 0,1 0-1 0 0,0 0 0 0 0,0 0 0 0 0,0 0 1 0 0,0 0-1 0 0,0 0 0 0 0,1 0 0 0 0,-1 0 1 0 0,1 0-1 0 0,0 0 0 0 0,0-1 0 0 0,0 1 1 0 0,0 0-1 0 0,1 0 0 0 0,-1-1 0 0 0,1 1 1 0 0,-1-1-1 0 0,1 1 0 0 0,4 3 0 0 0,5 5-40 0 0,0 0-1 0 0,0-1 0 0 0,18 11 1 0 0,11 11 388 0 0,-37-29-333 0 0,0-1 1 0 0,0 1-1 0 0,-1 0 0 0 0,1 0 1 0 0,-1 0-1 0 0,1 1 1 0 0,-1-1-1 0 0,0 1 0 0 0,0-1 1 0 0,-1 1-1 0 0,1 0 1 0 0,-1-1-1 0 0,1 1 0 0 0,-1 0 1 0 0,-1 0-1 0 0,1 0 0 0 0,0 0 1 0 0,-1 0-1 0 0,0 0 1 0 0,0 0-1 0 0,0 0 0 0 0,0 0 1 0 0,-1 0-1 0 0,0 0 0 0 0,1 0 1 0 0,-2 0-1 0 0,1 0 1 0 0,0 0-1 0 0,-1-1 0 0 0,1 1 1 0 0,-1 0-1 0 0,0-1 0 0 0,0 0 1 0 0,-1 1-1 0 0,1-1 1 0 0,-1 0-1 0 0,0 0 0 0 0,1 0 1 0 0,-1 0-1 0 0,-6 3 1 0 0,-11 8-57 0 0,1-2 0 0 0,-2 0 1 0 0,0-2-1 0 0,0 0 0 0 0,0-1 1 0 0,-2-1-1 0 0,1-1 0 0 0,-46 7 1 0 0,32-10-274 0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48.7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88 608 6913 0 0,'-16'-43'3007'0'0,"-14"-57"-1"0"0,4 9 978 0 0,22 80-3366 0 0,2 7-257 0 0,0 0 1 0 0,1-1-1 0 0,-1 1 0 0 0,1 0 1 0 0,0-1-1 0 0,0 0 1 0 0,1 1-1 0 0,-1-1 0 0 0,1-6 1 0 0,15 33 853 0 0,71 192-998 0 0,-59-140-111 0 0,2-1 0 0 0,53 91 1 0 0,-76-154-107 0 0,55 86 0 0 0,-52-84 0 0 0,0-1 0 0 0,0 0 0 0 0,1-1 0 0 0,1 0 0 0 0,20 15 0 0 0,-30-24 10 0 0,0 0 0 0 0,0 0 0 0 0,0 0 0 0 0,1-1 0 0 0,-1 1 1 0 0,0-1-1 0 0,1 1 0 0 0,-1-1 0 0 0,0 1 0 0 0,1-1 0 0 0,-1 0 0 0 0,1 0 0 0 0,-1 1 0 0 0,1-1 0 0 0,-1 0 1 0 0,0 0-1 0 0,1-1 0 0 0,-1 1 0 0 0,1 0 0 0 0,-1 0 0 0 0,1-1 0 0 0,-1 1 0 0 0,0-1 0 0 0,1 1 0 0 0,-1-1 1 0 0,0 0-1 0 0,0 1 0 0 0,1-1 0 0 0,-1 0 0 0 0,0 0 0 0 0,0 0 0 0 0,0 0 0 0 0,0 0 0 0 0,0 0 1 0 0,0 0-1 0 0,0 0 0 0 0,0 0 0 0 0,0 0 0 0 0,-1-1 0 0 0,1 1 0 0 0,0 0 0 0 0,0-3 0 0 0,4-6 116 0 0,-1-2-1 0 0,1 1 1 0 0,-2-1-1 0 0,3-12 0 0 0,-3 14-66 0 0,97-523 1203 0 0,-63 297-1244 0 0,-29 190-750 0 0,4-87-1 0 0,-13 151-6948 0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49.1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2 219 6449 0 0,'0'-25'2027'0'0,"-1"-9"864"0"0,2-1-1 0 0,1 1 0 0 0,8-41 1 0 0,-10 75-2823 0 0,0-1-1 0 0,0 0 1 0 0,0 1 0 0 0,0-1 0 0 0,0 0 0 0 0,0 1 0 0 0,0-1 0 0 0,0 0 0 0 0,1 1 0 0 0,-1-1 0 0 0,0 1 0 0 0,0-1 0 0 0,1 0 0 0 0,-1 1 0 0 0,0-1-1 0 0,1 1 1 0 0,-1-1 0 0 0,0 1 0 0 0,1-1 0 0 0,-1 1 0 0 0,1-1 0 0 0,-1 1 0 0 0,1-1 0 0 0,-1 1 0 0 0,1 0 0 0 0,-1-1 0 0 0,2 1 0 0 0,6 13 692 0 0,1 31-407 0 0,-6 22-88 0 0,-2 1-1 0 0,-14 106 1 0 0,0 38-627 0 0,14-100-2303 0 0,-1-100 1257 0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49.3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0 174 456 0 0,'1'-11'672'0'0,"1"0"0"0"0,0 1 0 0 0,0-1-1 0 0,1 1 1 0 0,0-1 0 0 0,1 1 0 0 0,7-14 0 0 0,-8 18-61 0 0,1 0 0 0 0,0 1 1 0 0,0-1-1 0 0,0 1 0 0 0,0-1 1 0 0,1 1-1 0 0,0 1 0 0 0,0-1 0 0 0,0 1 1 0 0,1 0-1 0 0,0 0 0 0 0,11-6 1 0 0,-13 9-316 0 0,1 0 0 0 0,-1 0 0 0 0,1 0 0 0 0,-1 0 0 0 0,1 1 1 0 0,0 0-1 0 0,-1 0 0 0 0,1 0 0 0 0,-1 0 0 0 0,1 1 0 0 0,-1 0 0 0 0,1 0 1 0 0,-1 0-1 0 0,1 1 0 0 0,-1-1 0 0 0,0 1 0 0 0,0 0 0 0 0,6 4 0 0 0,5 2 170 0 0,-1 1 0 0 0,0 1 0 0 0,21 18-1 0 0,-17-11-222 0 0,0 1 0 0 0,-2 1 0 0 0,0 1-1 0 0,0 0 1 0 0,22 42 0 0 0,-29-44-718 0 0,-1 0 1 0 0,0 0-1 0 0,-1 1 1 0 0,6 31-1 0 0,-9-26-6857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49.5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23 134 11979 0 0,'-1'0'81'0'0,"0"0"1"0"0,0 0-1 0 0,0 0 1 0 0,0 0-1 0 0,0-1 1 0 0,0 1-1 0 0,0 0 1 0 0,0-1-1 0 0,0 1 1 0 0,1-1 0 0 0,-1 1-1 0 0,0-1 1 0 0,0 1-1 0 0,0-1 1 0 0,0 0-1 0 0,1 1 1 0 0,-1-1-1 0 0,0 0 1 0 0,0 0-1 0 0,1 1 1 0 0,-1-1 0 0 0,1 0-1 0 0,-1 0 1 0 0,1 0-1 0 0,-1 0 1 0 0,1 0-1 0 0,-1 0 1 0 0,1 0-1 0 0,0 0 1 0 0,-1-1 0 0 0,2 0-9 0 0,-1 0 0 0 0,1 0 0 0 0,-1 0 1 0 0,1 1-1 0 0,0-1 0 0 0,0 0 1 0 0,0 0-1 0 0,0 1 0 0 0,0-1 1 0 0,0 0-1 0 0,0 1 0 0 0,0-1 0 0 0,1 1 1 0 0,-1-1-1 0 0,3-1 0 0 0,5-5-484 0 0,0 1 0 0 0,1 0-1 0 0,0 1 1 0 0,0 0 0 0 0,0 0 0 0 0,1 1-1 0 0,0 1 1 0 0,15-5 0 0 0,6 1-487 0 0,56-8 0 0 0,-63 13 838 0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50.0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132 41 6913 0 0,'-18'-16'2135'0'0,"16"13"-1656"0"0,-1 0 0 0 0,0 0 0 0 0,0 1 0 0 0,0-1 0 0 0,0 1 0 0 0,0 0 0 0 0,-5-3 0 0 0,7 5-362 0 0,0 0 1 0 0,0-1-1 0 0,0 1 1 0 0,0 0 0 0 0,-1 0-1 0 0,1 0 1 0 0,0 0-1 0 0,0 0 1 0 0,0 0 0 0 0,0 0-1 0 0,-1 0 1 0 0,1 1-1 0 0,0-1 1 0 0,0 0 0 0 0,0 1-1 0 0,0-1 1 0 0,0 1-1 0 0,0-1 1 0 0,0 1 0 0 0,0 0-1 0 0,0-1 1 0 0,0 1-1 0 0,0 0 1 0 0,0 0 0 0 0,0-1-1 0 0,0 1 1 0 0,0 0-1 0 0,1 0 1 0 0,-2 1 0 0 0,-4 7 105 0 0,0 0 0 0 0,0 0 0 0 0,1 0 0 0 0,0 1 0 0 0,0 0 0 0 0,1 0 0 0 0,0 0 0 0 0,1 0 1 0 0,1 1-1 0 0,-1-1 0 0 0,1 1 0 0 0,1-1 0 0 0,0 1 0 0 0,1 0 0 0 0,0 0 0 0 0,0 0 0 0 0,1-1 1 0 0,3 12-1 0 0,-3-14-153 0 0,1 1 0 0 0,0-1 0 0 0,1-1 1 0 0,-1 1-1 0 0,2 0 0 0 0,-1-1 0 0 0,1 1 1 0 0,0-1-1 0 0,0 0 0 0 0,1-1 0 0 0,0 1 1 0 0,0-1-1 0 0,1 0 0 0 0,0 0 0 0 0,0 0 1 0 0,0-1-1 0 0,0 0 0 0 0,1 0 0 0 0,0-1 1 0 0,0 1-1 0 0,0-2 0 0 0,1 1 1 0 0,14 4-1 0 0,-11-5-173 0 0,1-1-1 0 0,-1 0 1 0 0,1-1 0 0 0,0 0 0 0 0,0-1 0 0 0,-1 0-1 0 0,1-1 1 0 0,0 0 0 0 0,-1-1 0 0 0,1 0 0 0 0,-1-1 0 0 0,0 0-1 0 0,0-1 1 0 0,0 0 0 0 0,19-11 0 0 0,-5 1-7328 0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50.2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69 3681 0 0,'16'-6'10127'0'0,"10"-5"-5170"0"0,4-3-4635 0 0,61-17-1 0 0,-76 27-1480 0 0,1 2-3366 0 0,-1 2-1389 0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3:50.5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2 107 5985 0 0,'0'0'32'0'0,"-1"0"0"0"0,1 0 0 0 0,0 0 0 0 0,0 0 1 0 0,0 1-1 0 0,0-1 0 0 0,0 0 0 0 0,0 0 0 0 0,0 0 0 0 0,0 0 0 0 0,-1 0 0 0 0,1 1 0 0 0,0-1 0 0 0,0 0 0 0 0,0 0 0 0 0,0 0 0 0 0,0 1 0 0 0,0-1 0 0 0,0 0 0 0 0,0 0 0 0 0,0 0 0 0 0,0 0 0 0 0,0 1 0 0 0,0-1 0 0 0,0 0 0 0 0,0 0 1 0 0,0 0-1 0 0,0 0 0 0 0,0 1 0 0 0,1-1 0 0 0,-1 0 0 0 0,0 0 0 0 0,0 0 0 0 0,0 0 0 0 0,0 1 0 0 0,0-1 0 0 0,0 0 0 0 0,0 0 0 0 0,0 0 0 0 0,1 0 0 0 0,-1 0 0 0 0,0 0 0 0 0,0 1 0 0 0,0-1 0 0 0,0 0 0 0 0,1 0 0 0 0,-1 0 1 0 0,0 0-1 0 0,0 0 0 0 0,0 0 0 0 0,0 0 0 0 0,1 0 0 0 0,-1 0 0 0 0,0 0 0 0 0,0 0 0 0 0,0 0 0 0 0,0 0 0 0 0,1 0 0 0 0,-1 0 0 0 0,0 0 0 0 0,0 0 0 0 0,0 0 0 0 0,0 0 0 0 0,1 0 0 0 0,-1 0 0 0 0,0 0 0 0 0,25-4 1966 0 0,28-12 1820 0 0,15-14-917 0 0,-45 18-3210 0 0,0 2 1 0 0,1 0-1 0 0,0 2 1 0 0,1 0-1 0 0,34-5 1 0 0,-35 10 297 0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0.1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391 182 2761 0 0,'80'-76'10521'0'0,"-79"76"-10372"0"0,-1 0 1 0 0,0 0 0 0 0,1-1 0 0 0,-1 1 0 0 0,1 0 0 0 0,-1 0 0 0 0,0 0 0 0 0,1 0 0 0 0,-1 0 0 0 0,0 0 0 0 0,1 0-1 0 0,-1 0 1 0 0,1 0 0 0 0,-1 0 0 0 0,0 0 0 0 0,1 0 0 0 0,-1 0 0 0 0,0 1 0 0 0,1-1 0 0 0,0 0 0 0 0,1 16 1804 0 0,-9 22-1190 0 0,2-19-680 0 0,-1 0 0 0 0,0-1 0 0 0,-1 0 0 0 0,-1-1 0 0 0,-1 1 0 0 0,-19 26 0 0 0,23-36-136 0 0,-2-1 0 0 0,1 0 0 0 0,-1 0 0 0 0,0-1 0 0 0,0 0 0 0 0,-1 0 0 0 0,0 0 0 0 0,0-1 0 0 0,0-1 0 0 0,-1 1 0 0 0,1-1 0 0 0,-1-1 0 0 0,0 0 0 0 0,0 0 0 0 0,-16 3 0 0 0,12-5-69 0 0,1 1 0 0 0,-1-2 0 0 0,0 0 0 0 0,1 0 0 0 0,-1-1 0 0 0,1-1 0 0 0,-1 0 0 0 0,1 0 0 0 0,-1-2 0 0 0,1 1-1 0 0,0-1 1 0 0,1-1 0 0 0,-14-7 0 0 0,20 9 118 0 0,-1 0 0 0 0,1 0-1 0 0,0 0 1 0 0,0-1-1 0 0,1 0 1 0 0,-1 0 0 0 0,1 0-1 0 0,-1-1 1 0 0,2 1 0 0 0,-1-1-1 0 0,0 0 1 0 0,1 0 0 0 0,0 0-1 0 0,0-1 1 0 0,0 1-1 0 0,1-1 1 0 0,0 1 0 0 0,0-1-1 0 0,0 0 1 0 0,1 0 0 0 0,0 0-1 0 0,0 0 1 0 0,0 0-1 0 0,1 0 1 0 0,0 0 0 0 0,0 0-1 0 0,0 0 1 0 0,3-12 0 0 0,0 7 110 0 0,0-1 1 0 0,1 1-1 0 0,0-1 1 0 0,1 1-1 0 0,1 1 1 0 0,-1-1-1 0 0,2 1 1 0 0,-1 0 0 0 0,1 0-1 0 0,1 1 1 0 0,0 0-1 0 0,0 0 1 0 0,18-14-1 0 0,-18 17 7 0 0,1 0 0 0 0,-1 0 0 0 0,1 1-1 0 0,0 1 1 0 0,0-1 0 0 0,0 2 0 0 0,1-1 0 0 0,-1 1-1 0 0,1 0 1 0 0,0 1 0 0 0,0 0 0 0 0,0 1 0 0 0,0 0 0 0 0,0 1-1 0 0,0 0 1 0 0,0 0 0 0 0,11 3 0 0 0,-11-1-83 0 0,1 1 0 0 0,-1 1 0 0 0,-1 0-1 0 0,1 0 1 0 0,-1 1 0 0 0,0 0 0 0 0,0 0 0 0 0,0 1 0 0 0,-1 1 0 0 0,1-1 0 0 0,-2 1 0 0 0,1 1 0 0 0,9 11 0 0 0,4 7 51 0 0,0 2 1 0 0,29 52-1 0 0,-37-56-64 0 0,-1 0 0 0 0,-1 0 1 0 0,-2 1-1 0 0,0 1 0 0 0,-1 0 1 0 0,-2 0-1 0 0,-1 0 0 0 0,-1 1 0 0 0,-1-1 1 0 0,-1 1-1 0 0,-1 0 0 0 0,-4 35 0 0 0,0-43 39 0 0,0 0 0 0 0,-1-1 0 0 0,0 1-1 0 0,-2-1 1 0 0,0 0 0 0 0,-1-1-1 0 0,-1 0 1 0 0,-1 0 0 0 0,0 0-1 0 0,-1-1 1 0 0,-1-1 0 0 0,0 0 0 0 0,-1 0-1 0 0,0-1 1 0 0,-2-1 0 0 0,0 0-1 0 0,0 0 1 0 0,-21 13 0 0 0,29-23-11 0 0,1 0 0 0 0,-1 1 1 0 0,0-2-1 0 0,-1 1 0 0 0,-9 2 0 0 0,14-4-181 0 0,0-1 0 0 0,0 1-1 0 0,1-1 1 0 0,-1 1 0 0 0,0-1 0 0 0,0 0-1 0 0,0 0 1 0 0,0 0 0 0 0,0 0-1 0 0,0 0 1 0 0,0-1 0 0 0,0 1-1 0 0,1 0 1 0 0,-1-1 0 0 0,0 0-1 0 0,0 1 1 0 0,0-1 0 0 0,1 0-1 0 0,-1 0 1 0 0,0 0 0 0 0,1 0 0 0 0,-1 0-1 0 0,-2-3 1 0 0,4 4 101 0 0,-1 0 1 0 0,1-1-1 0 0,0 1 1 0 0,0 0-1 0 0,0-1 1 0 0,0 1-1 0 0,0-1 1 0 0,0 1-1 0 0,-1 0 0 0 0,1-1 1 0 0,0 1-1 0 0,0-1 1 0 0,0 1-1 0 0,0 0 1 0 0,1-1-1 0 0,-1 1 1 0 0,0-1-1 0 0,0 1 1 0 0,0 0-1 0 0,0-1 0 0 0,0 1 1 0 0,0-1-1 0 0,1 1 1 0 0,-1 0-1 0 0,0-1 1 0 0,0 1-1 0 0,0 0 1 0 0,1-1-1 0 0,-1 1 1 0 0,0 0-1 0 0,1-1 0 0 0,-1 1 1 0 0,0 0-1 0 0,1 0 1 0 0,-1-1-1 0 0,0 1 1 0 0,1 0-1 0 0,0 0 1 0 0,3-4 22 0 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0.5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74 5985 0 0,'0'0'542'0'0,"25"-6"2920"0"0,66-26 2204 0 0,5-1-5143 0 0,-87 30-1314 0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2.5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62 96 1376 0 0,'-37'9'2056'0'0,"18"-11"251"0"0,19 2-2165 0 0,-4-3 1417 0 0,4 3-1417 0 0,0-1-1 0 0,0 1 1 0 0,-1 0 0 0 0,1-1-1 0 0,0 1 1 0 0,0 0 0 0 0,0-1 0 0 0,0 1-1 0 0,0-1 1 0 0,-1 1 0 0 0,1 0 0 0 0,0-1-1 0 0,0 1 1 0 0,0-1 0 0 0,0 1-1 0 0,0-1 1 0 0,0 1 0 0 0,0 0 0 0 0,1-1-1 0 0,-1 1 1 0 0,0-1 0 0 0,0 0 0 0 0,2-2 250 0 0,1 0 1 0 0,0-1 0 0 0,0 1-1 0 0,0 0 1 0 0,0 0 0 0 0,0 0-1 0 0,0 0 1 0 0,1 1 0 0 0,-1 0-1 0 0,1-1 1 0 0,0 1 0 0 0,6-2-1 0 0,7-6 817 0 0,-16 9-1156 0 0,16-10 396 0 0,-10 8-168 0 0,-6 6 324 0 0,-24 19-661 0 0,22-21 60 0 0,1-1 1 0 0,-1 1 0 0 0,0-1 0 0 0,1 1 0 0 0,-1-1 0 0 0,0 1-1 0 0,1-1 1 0 0,-1 1 0 0 0,0-1 0 0 0,0 1 0 0 0,1-1-1 0 0,-1 0 1 0 0,0 0 0 0 0,0 1 0 0 0,0-1 0 0 0,1 0 0 0 0,-1 0-1 0 0,0 0 1 0 0,0 0 0 0 0,0 0 0 0 0,0 0 0 0 0,1 0-1 0 0,-1 0 1 0 0,0 0 0 0 0,0 0 0 0 0,0 0 0 0 0,0-1 0 0 0,1 1-1 0 0,-1 0 1 0 0,0-1 0 0 0,0 1 0 0 0,1 0 0 0 0,-1-1 0 0 0,0 1-1 0 0,0-1 1 0 0,1 1 0 0 0,-1-1 0 0 0,1 0 0 0 0,-1 1-1 0 0,0-1 1 0 0,1 0 0 0 0,-1 0 0 0 0,1 0 34 0 0,0 0-1 0 0,0 0 1 0 0,0 0-1 0 0,0 0 1 0 0,1 1-1 0 0,-1-1 1 0 0,0 0-1 0 0,1 0 1 0 0,-1 0-1 0 0,1 1 1 0 0,-1-1 0 0 0,1 0-1 0 0,-1 1 1 0 0,1-1-1 0 0,-1 0 1 0 0,1 1-1 0 0,0-1 1 0 0,-1 1-1 0 0,1-1 1 0 0,0 1-1 0 0,-1-1 1 0 0,1 1 0 0 0,0-1-1 0 0,0 1 1 0 0,1-1-1 0 0,21-10 146 0 0,-10 6-151 0 0,1 1 1 0 0,-1 1 0 0 0,1 0-1 0 0,0 0 1 0 0,0 2 0 0 0,0 0-1 0 0,25 1 1 0 0,-32 1-22 0 0,1 0 0 0 0,-1 0 0 0 0,0 0 0 0 0,1 1-1 0 0,-1 0 1 0 0,0 1 0 0 0,9 4 0 0 0,-13-5-4 0 0,1 0 0 0 0,-1 0 1 0 0,0 0-1 0 0,0 0 0 0 0,0 1 0 0 0,0 0 1 0 0,0-1-1 0 0,-1 1 0 0 0,1 0 0 0 0,-1 0 1 0 0,0 1-1 0 0,0-1 0 0 0,0 0 0 0 0,3 7 1 0 0,-3-4-7 0 0,-1 0-1 0 0,1 0 1 0 0,-1 0 0 0 0,0 0 0 0 0,0 0 0 0 0,-1 0 0 0 0,0 0 0 0 0,0 0 0 0 0,0 1 0 0 0,-1-1 0 0 0,0 0-1 0 0,0 0 1 0 0,-1 0 0 0 0,1 0 0 0 0,-1 0 0 0 0,-5 9 0 0 0,-4 5 6 0 0,0 0 0 0 0,-2-1 1 0 0,-17 22-1 0 0,-17 25 1 0 0,47-65-8 0 0,0-1 0 0 0,0 0 0 0 0,0 0 0 0 0,0 0-1 0 0,-1 1 1 0 0,1-1 0 0 0,0 0 0 0 0,0 0 0 0 0,0 1 0 0 0,0-1-1 0 0,0 0 1 0 0,0 0 0 0 0,0 1 0 0 0,0-1 0 0 0,0 0 0 0 0,0 0-1 0 0,0 1 1 0 0,0-1 0 0 0,0 0 0 0 0,0 0 0 0 0,0 1 0 0 0,0-1-1 0 0,0 0 1 0 0,0 0 0 0 0,0 1 0 0 0,0-1 0 0 0,0 0 0 0 0,0 0-1 0 0,1 1 1 0 0,-1-1 0 0 0,0 0 0 0 0,0 0 0 0 0,0 0-1 0 0,0 1 1 0 0,1-1 0 0 0,-1 0 0 0 0,0 0 0 0 0,1 0 0 0 0,12 3 73 0 0,21-7 67 0 0,-29 4-133 0 0,7-2-52 0 0,0 1-1 0 0,0 1 0 0 0,0 0 0 0 0,0 1 0 0 0,0 0 1 0 0,0 0-1 0 0,0 2 0 0 0,0-1 0 0 0,13 6 0 0 0,-22-7 43 0 0,0 0-1 0 0,1 1 0 0 0,-1-1 0 0 0,0 1 0 0 0,0 0 0 0 0,0 0 0 0 0,0 0 0 0 0,0 0 0 0 0,0 1 0 0 0,-1-1 0 0 0,1 1 0 0 0,-1 0 0 0 0,0-1 0 0 0,0 1 0 0 0,0 0 1 0 0,0 0-1 0 0,0 1 0 0 0,-1-1 0 0 0,1 0 0 0 0,-1 0 0 0 0,0 1 0 0 0,0-1 0 0 0,0 1 0 0 0,0-1 0 0 0,-1 1 0 0 0,1-1 0 0 0,-1 1 0 0 0,0 0 0 0 0,0-1 1 0 0,0 1-1 0 0,-1-1 0 0 0,1 1 0 0 0,-1 0 0 0 0,0-1 0 0 0,-1 4 0 0 0,-1 3 84 0 0,-1 0 1 0 0,0 0-1 0 0,-1 0 0 0 0,0-1 1 0 0,0 0-1 0 0,-1 0 1 0 0,0 0-1 0 0,0 0 0 0 0,-1-1 1 0 0,-1 0-1 0 0,1-1 0 0 0,-1 0 1 0 0,-9 7-1 0 0,-15 9 139 0 0,-1-2 0 0 0,-44 21 1 0 0,23-13-370 0 0,34-18-252 0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3.0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71 7834 0 0,'-5'1'-357'0'0,"-25"-6"11867"0"0,34 1-11037 0 0,6-5-426 0 0,0 1 0 0 0,1 0 0 0 0,23-13-1 0 0,-29 18-361 0 0,1 1-1 0 0,-1-1 0 0 0,1 1 0 0 0,0 1 0 0 0,-1-1 1 0 0,1 1-1 0 0,0 0 0 0 0,0 0 0 0 0,0 1 0 0 0,0-1 1 0 0,0 1-1 0 0,7 1 0 0 0,1 2-5408 0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3.2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0 149 920 0 0,'24'-15'6726'0'0,"16"-9"-4456"0"0,7-4-1714 0 0,-15 11-2125 0 0,0 1 0 0 0,0 2 0 0 0,37-12 0 0 0,-45 17 1438 0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3.6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198 1 7834 0 0,'-5'0'217'0'0,"0"0"0"0"0,0 1 1 0 0,1-1-1 0 0,-1 1 0 0 0,0 0 1 0 0,0 1-1 0 0,1-1 0 0 0,-1 1 0 0 0,1 0 1 0 0,-1 0-1 0 0,1 0 0 0 0,0 0 1 0 0,-1 1-1 0 0,1 0 0 0 0,1 0 1 0 0,-1 0-1 0 0,0 0 0 0 0,1 1 1 0 0,-6 6-1 0 0,-3 4 5 0 0,2-1 0 0 0,-1 1-1 0 0,1 1 1 0 0,1 0 0 0 0,1 0 0 0 0,0 0 0 0 0,1 1 0 0 0,1 1 0 0 0,0-1-1 0 0,1 1 1 0 0,1 0 0 0 0,0 0 0 0 0,2 0 0 0 0,0 1 0 0 0,1-1 0 0 0,0 0-1 0 0,4 30 1 0 0,-1-26-229 0 0,0-1-1 0 0,2 0 0 0 0,0 0 0 0 0,1 0 0 0 0,1 0 1 0 0,1-1-1 0 0,1 0 0 0 0,1 0 0 0 0,0-1 1 0 0,1 0-1 0 0,1-1 0 0 0,1 0 0 0 0,0-1 1 0 0,26 27-1 0 0,-26-34 66 0 0,0 1-1 0 0,0-2 1 0 0,1 0 0 0 0,0 0 0 0 0,0-1-1 0 0,1-1 1 0 0,0 0 0 0 0,0-1 0 0 0,24 5 0 0 0,-30-8-3 0 0,1-1 0 0 0,-1 0 0 0 0,0-1 0 0 0,1 1 1 0 0,-1-1-1 0 0,1-1 0 0 0,-1 0 0 0 0,11-2 1 0 0,-14 1 3 0 0,0 1 1 0 0,0-1 0 0 0,0 0 0 0 0,0 0-1 0 0,-1-1 1 0 0,1 1 0 0 0,-1-1 0 0 0,0 0-1 0 0,1 0 1 0 0,-1-1 0 0 0,-1 1 0 0 0,1-1-1 0 0,0 0 1 0 0,3-5 0 0 0,-5 7-16 0 0,-1 0 0 0 0,0 0 0 0 0,1 0 1 0 0,-1 0-1 0 0,0-1 0 0 0,0 1 0 0 0,0 0 0 0 0,0-1 0 0 0,-1 1 1 0 0,1 0-1 0 0,-1-1 0 0 0,1 1 0 0 0,-1-1 0 0 0,0 1 1 0 0,0-1-1 0 0,0 1 0 0 0,0-1 0 0 0,-1 1 0 0 0,1-1 0 0 0,0 1 1 0 0,-2-4-1 0 0,0 2 9 0 0,0-1 1 0 0,-1 1-1 0 0,1 0 1 0 0,-1 0-1 0 0,0 0 1 0 0,0 1-1 0 0,0-1 1 0 0,0 1-1 0 0,-1-1 1 0 0,-5-3-1 0 0,-4-2 0 0 0,0 0 0 0 0,-1 2 0 0 0,1-1 0 0 0,-2 2 0 0 0,1 0 0 0 0,-16-4 0 0 0,20 6-202 0 0,-1 1 0 0 0,1 1 0 0 0,-1 0 0 0 0,1 0 0 0 0,-1 1 0 0 0,0 1 0 0 0,-13 0 0 0 0,13 7-2196 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4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1 302 8290 0 0,'0'-2'281'0'0,"0"0"1"0"0,1 0-1 0 0,-1-1 0 0 0,1 1 1 0 0,-1 0-1 0 0,1 0 0 0 0,0 0 1 0 0,0-1-1 0 0,0 1 1 0 0,0 0-1 0 0,0 0 0 0 0,1 0 1 0 0,-1 1-1 0 0,1-1 1 0 0,-1 0-1 0 0,1 1 0 0 0,0-1 1 0 0,-1 0-1 0 0,1 1 1 0 0,0 0-1 0 0,0-1 0 0 0,0 1 1 0 0,0 0-1 0 0,0 0 0 0 0,0 0 1 0 0,4-1-1 0 0,-3 2-32 0 0,-1-1 0 0 0,1 0 0 0 0,0 0 0 0 0,-1 1-1 0 0,1 0 1 0 0,0-1 0 0 0,-1 1 0 0 0,1 0 0 0 0,0 0 0 0 0,0 1-1 0 0,-1-1 1 0 0,1 0 0 0 0,0 1 0 0 0,-1 0 0 0 0,1-1 0 0 0,0 1-1 0 0,-1 0 1 0 0,1 1 0 0 0,-1-1 0 0 0,0 0 0 0 0,1 1 0 0 0,-1-1-1 0 0,3 3 1 0 0,9 12 68 0 0,-1 1 0 0 0,-1 0-1 0 0,21 37 1 0 0,-26-40-302 0 0,1-1 0 0 0,0 1 0 0 0,1-1 0 0 0,0-1 0 0 0,1 0 1 0 0,0 0-1 0 0,1-1 0 0 0,0 0 0 0 0,15 10 0 0 0,-26-21-13 0 0,1 1-1 0 0,-1-1 1 0 0,1 0 0 0 0,0 1-1 0 0,-1-1 1 0 0,1 0 0 0 0,0 1-1 0 0,-1-1 1 0 0,1 0 0 0 0,0 0-1 0 0,-1 1 1 0 0,1-1 0 0 0,0 0-1 0 0,-1 0 1 0 0,1 0 0 0 0,0 0-1 0 0,0 0 1 0 0,-1 0 0 0 0,1 0-1 0 0,0 0 1 0 0,-1 0 0 0 0,1 0-1 0 0,0-1 1 0 0,0 1 0 0 0,-1 0-1 0 0,1 0 1 0 0,-1-1 0 0 0,1 1-1 0 0,0 0 1 0 0,-1-1 0 0 0,1 1-1 0 0,-1-1 1 0 0,1 1 0 0 0,0-1-1 0 0,-1 1 1 0 0,1-1 0 0 0,-1 1-1 0 0,0-1 1 0 0,1 1 0 0 0,-1-1-1 0 0,1 0 1 0 0,-1 1 0 0 0,0-1-1 0 0,0 0 1 0 0,1 1 0 0 0,-1-1-1 0 0,0 0 1 0 0,0 0 0 0 0,8-43 133 0 0,-7 31-80 0 0,9-50-345 0 0,3 1 0 0 0,2 0 0 0 0,4 1 0 0 0,39-89 0 0 0,-41 112-773 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5.2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74 8290 0 0,'-7'-41'832'0'0,"1"8"3173"0"0,8 75 858 0 0,0 7-4541 0 0,28 1224 490 0 0,-18-325-348 0 0,52-45 109 0 0,3 54 54 0 0,-64-811-621 0 0,11 188-2121 0 0,-11-292 1080 0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5.6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6 397 4609 0 0,'-2'-10'99'0'0,"0"0"1"0"0,1 0-1 0 0,0 0 1 0 0,1-16-1 0 0,1 21-66 0 0,0 1 0 0 0,0-1 0 0 0,0 0 0 0 0,1 1 0 0 0,-1-1 0 0 0,1 1 1 0 0,0 0-1 0 0,0-1 0 0 0,1 1 0 0 0,-1 0 0 0 0,1 0 0 0 0,4-4 0 0 0,3-3 80 0 0,1 1 0 0 0,1 0 0 0 0,-1 0-1 0 0,2 2 1 0 0,-1-1 0 0 0,1 1 0 0 0,0 1 0 0 0,1 1 0 0 0,0 0 0 0 0,0 0 0 0 0,25-5-1 0 0,17-2 324 0 0,99-9-1 0 0,-120 18-238 0 0,962-63 3025 0 0,443 73-2055 0 0,-1231 3-1167 0 0,867 15 0 0 0,-152-72 159 0 0,90-1-298 0 0,-762 47-1272 0 0,-138 0-2576 0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06.2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6120 0 3169 0 0,'93'3'240'0'0,"-83"-3"141"0"0,0 1 0 0 0,-1 0 0 0 0,1 1 0 0 0,-1 0 0 0 0,0 0 1 0 0,0 1-1 0 0,0 0 0 0 0,0 1 0 0 0,0 0 0 0 0,0 0 0 0 0,-1 1 0 0 0,0 0 0 0 0,15 12 1 0 0,-21-14-204 0 0,0 0 1 0 0,-1-1 0 0 0,1 1 0 0 0,0 0 0 0 0,-1 0 0 0 0,0 0 0 0 0,0 0 0 0 0,0 1 0 0 0,0-1 0 0 0,0 0 0 0 0,-1 0 0 0 0,1 0 0 0 0,-1 1 0 0 0,0-1 0 0 0,0 0-1 0 0,-1 6 1 0 0,-1 5 365 0 0,0 1 0 0 0,-7 21 0 0 0,2-10 32 0 0,-6 40 100 0 0,4 1 0 0 0,2-1-1 0 0,3 104 1 0 0,30 203 1107 0 0,-16-266-1206 0 0,40 626 1365 0 0,46 420-970 0 0,-27-724-558 0 0,33 306-18 0 0,-98-679-385 0 0,34 769 346 0 0,-47-616-293 0 0,5-160-43 0 0,-3-1 1 0 0,-15 61-1 0 0,18-97-14 0 0,1 0-1 0 0,-1-1 1 0 0,-1 1 0 0 0,0-1-1 0 0,-1 0 1 0 0,0-1 0 0 0,-1 1 0 0 0,-15 18-1 0 0,16-22 6 0 0,-2-1 0 0 0,1 1 0 0 0,-1-1 0 0 0,0-1 0 0 0,0 1-1 0 0,0-1 1 0 0,-1-1 0 0 0,0 1 0 0 0,0-2 0 0 0,0 1 0 0 0,-18 3 0 0 0,-5 0 45 0 0,-2-2-1 0 0,1-1 1 0 0,-63-2 0 0 0,-103-17 4 0 0,-182-52-23 0 0,78 11-23 0 0,-831-86-247 0 0,-5 71 0 0 0,947 67 259 0 0,-772-8 609 0 0,2 58-155 0 0,325 18-1329 0 0,319-34-1990 0 0,252-22-4678 0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6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652 57 10594 0 0,'-3'0'90'0'0,"0"0"-1"0"0,0 0 0 0 0,-1 0 1 0 0,1 0-1 0 0,0 0 0 0 0,-1 1 1 0 0,1-1-1 0 0,0 1 0 0 0,0 0 1 0 0,0 0-1 0 0,-3 2 0 0 0,-2-1 176 0 0,-5 1 272 0 0,0 0 1 0 0,0 0 0 0 0,0-1 0 0 0,-1-1-1 0 0,1 0 1 0 0,0-1 0 0 0,-1-1 0 0 0,1 0-1 0 0,0 0 1 0 0,-1-2 0 0 0,1 1 0 0 0,-19-8-1 0 0,-19-6 24 0 0,0 2 0 0 0,-1 2 0 0 0,-55-4 0 0 0,96 14-856 0 0,0 2 1 0 0,0-1-1 0 0,0 2 1 0 0,-1-1 0 0 0,1 2-1 0 0,0-1 1 0 0,1 1 0 0 0,-1 1-1 0 0,0 0 1 0 0,-12 5-1 0 0,6 1-6261 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7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315 115 6913 0 0,'0'-2'153'0'0,"-1"1"-1"0"0,1-1 0 0 0,-1 0 1 0 0,1 1-1 0 0,-1-1 0 0 0,1 0 1 0 0,-1 1-1 0 0,0-1 0 0 0,0 1 0 0 0,0-1 1 0 0,0 1-1 0 0,0-1 0 0 0,0 1 1 0 0,0-1-1 0 0,-1 1 0 0 0,1 0 0 0 0,0 0 1 0 0,-1 0-1 0 0,-1-1 0 0 0,-29-16 850 0 0,30 17-909 0 0,-26-12 130 0 0,-1 2-1 0 0,0 1 1 0 0,-1 1-1 0 0,0 2 1 0 0,-48-6-1 0 0,42 10-568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7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99 13827 0 0,'-1'-4'63'0'0,"0"-1"1"0"0,0 1-1 0 0,0 0 1 0 0,0 0-1 0 0,0 0 1 0 0,-1-1-1 0 0,0 1 1 0 0,0 0-1 0 0,0 1 1 0 0,0-1-1 0 0,-1 0 1 0 0,1 1-1 0 0,-1-1 1 0 0,0 1-1 0 0,0 0 1 0 0,0 0-1 0 0,-1 0 1 0 0,1 0-1 0 0,-1 0 1 0 0,1 1-1 0 0,-1 0 1 0 0,0 0-1 0 0,0 0 0 0 0,0 0 1 0 0,0 0-1 0 0,0 1 1 0 0,-1 0-1 0 0,1 0 1 0 0,-9-1-1 0 0,-4-1-276 0 0,-1 1-1 0 0,1 0 0 0 0,-1 2 1 0 0,0 0-1 0 0,1 1 0 0 0,-24 3 1 0 0,-102 30-3989 0 0,49-9 87 0 0,52-17 3397 0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8.3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293 32 10594 0 0,'-14'-6'944'0'0,"3"2"-751"0"0,4 3-193 0 0,5 1 0 0 0,-1 0-281 0 0,-4-2-87 0 0,-7 0-16 0 0,-9-2-8 0 0,-6-2 104 0 0,-2 1 32 0 0,0 3 0 0 0,0 2 0 0 0,3 4-1024 0 0,-2-4-193 0 0,-2-2-47 0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8.7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293 14 13827 0 0,'-7'-4'1224'0'0,"1"1"-976"0"0,2 3-248 0 0,2 0 0 0 0,-3 0 120 0 0,0-1-24 0 0,-7-1-8 0 0,-9 0 0 0 0,-9 0-456 0 0,-4 2-88 0 0,-4 4-24 0 0,-5 2 0 0 0,0 1 480 0 0,0-7 0 0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9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161 24 14283 0 0,'-38'-15'1272'0'0,"5"8"-1016"0"0,1 5-256 0 0,0 2 0 0 0,6 0 0 0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04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51 2304 0 0,'-176'13'8921'0'0,"152"-6"-4203"0"0,23-7-4684 0 0,1 0 0 0 0,0 0 0 0 0,-1 0 0 0 0,1 0 0 0 0,0 1 0 0 0,-1-1 0 0 0,1 0 1 0 0,0 0-1 0 0,-1 0 0 0 0,1 1 0 0 0,0-1 0 0 0,0 0 0 0 0,-1 1 0 0 0,1-1 0 0 0,0 0 0 0 0,0 1 0 0 0,0-1 0 0 0,-1 0 0 0 0,1 1 0 0 0,0-1 1 0 0,0 0-1 0 0,0 1 0 0 0,0-1 0 0 0,0 0 0 0 0,0 1 0 0 0,0-1 0 0 0,-1 0 0 0 0,1 1 0 0 0,0-1 0 0 0,0 1 0 0 0,1-1 0 0 0,-1 0 0 0 0,0 1 1 0 0,0-1-1 0 0,0 0 0 0 0,0 1 0 0 0,0-1 0 0 0,0 1 0 0 0,0-1 0 0 0,1 0 0 0 0,-1 1 0 0 0,0-1 0 0 0,0 0 0 0 0,0 0 0 0 0,1 1 0 0 0,-1-1 1 0 0,0 0-1 0 0,0 1 0 0 0,1-1 0 0 0,-1 0 0 0 0,0 0 0 0 0,1 0 0 0 0,-1 1 0 0 0,0-1 0 0 0,1 0 0 0 0,-1 0 0 0 0,0 0 0 0 0,1 0 0 0 0,-1 0 1 0 0,0 1-1 0 0,1-1 0 0 0,-1 0 0 0 0,1 0 0 0 0,5 1 8 0 0,0 1-1 0 0,0-1 1 0 0,0 0 0 0 0,0 0 0 0 0,0-1 0 0 0,0 0-1 0 0,0 0 1 0 0,0 0 0 0 0,0-1 0 0 0,0 0-1 0 0,7-2 1 0 0,8 0 129 0 0,36-1 117 0 0,1 3 0 0 0,106 10 0 0 0,-78-5-257 0 0,1-3-1 0 0,-1-4 0 0 0,0-4 1 0 0,138-30-1 0 0,-146 19 178 0 0,-50 10-13 0 0,1 1-1 0 0,1 2 1 0 0,-1 0-1 0 0,51 0 0 0 0,-73 6-383 0 0,-1 0-1 0 0,1 1 0 0 0,-1-1 0 0 0,0 1 0 0 0,11 5 0 0 0,-6-3-4473 0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2.6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41 216 4145 0 0,'-4'-2'714'0'0,"-24"-14"3828"0"0,28 15-4375 0 0,-1 1-1 0 0,1 0 1 0 0,-1-1-1 0 0,1 1 1 0 0,-1 0-1 0 0,1-1 1 0 0,0 1-1 0 0,-1-1 1 0 0,1 1-1 0 0,0-1 1 0 0,-1 1-1 0 0,1-1 1 0 0,0 1 0 0 0,-1-1-1 0 0,1 1 1 0 0,0-1-1 0 0,0 0 1 0 0,0 1-1 0 0,-1-1 1 0 0,1 1-1 0 0,0-1 1 0 0,0 0-1 0 0,0 1 1 0 0,0-1-1 0 0,0 1 1 0 0,0-1-1 0 0,0 0 1 0 0,1 1 0 0 0,-1-1-1 0 0,0 1 1 0 0,0-1-1 0 0,0 1 1 0 0,0-1-1 0 0,1 0 1 0 0,-1 1-1 0 0,0-1 1 0 0,1 1-1 0 0,-1-1 1 0 0,0 1-1 0 0,1-1 1 0 0,0 0 0 0 0,-1 1-91 0 0,0 0 1 0 0,0-1-1 0 0,0 1 1 0 0,1 0-1 0 0,-1 0 1 0 0,0-1 0 0 0,0 1-1 0 0,0 0 1 0 0,0-1-1 0 0,0 1 1 0 0,0 0 0 0 0,0-1-1 0 0,0 1 1 0 0,0 0-1 0 0,0-1 1 0 0,0 1 0 0 0,0 0-1 0 0,0 0 1 0 0,-1-1-1 0 0,1 1 1 0 0,0 0 0 0 0,0-1-1 0 0,0 1 1 0 0,0 0-1 0 0,0 0 1 0 0,-1-1 0 0 0,1 1-1 0 0,0 0 1 0 0,0 0-1 0 0,0-1 1 0 0,-1 1-1 0 0,1 0 1 0 0,-1 0 0 0 0,1-1 35 0 0,0 1 0 0 0,-1 0 0 0 0,1 0 0 0 0,0-1 0 0 0,0 1 0 0 0,-1 0 0 0 0,1-1 0 0 0,0 1 0 0 0,0 0 0 0 0,0-1 1 0 0,-1 1-1 0 0,1 0 0 0 0,0-1 0 0 0,0 1 0 0 0,0 0 0 0 0,0-1 0 0 0,0 1 0 0 0,0 0 0 0 0,0-1 0 0 0,0 1 0 0 0,-1-1 0 0 0,1 1 0 0 0,1 0 1 0 0,-1-1-1 0 0,0 1 0 0 0,0 0 0 0 0,0-1 0 0 0,0 1 0 0 0,0-1 0 0 0,0 1 0 0 0,1-1-106 0 0,-1 1-1 0 0,0-1 0 0 0,1 0 1 0 0,-1 1-1 0 0,1-1 1 0 0,-1 1-1 0 0,0 0 0 0 0,1-1 1 0 0,-1 1-1 0 0,1-1 1 0 0,0 1-1 0 0,-1 0 1 0 0,1-1-1 0 0,-1 1 0 0 0,1 0 1 0 0,-1-1-1 0 0,1 1 1 0 0,0 0-1 0 0,-1 0 1 0 0,1 0-1 0 0,0 0 0 0 0,-1 0 1 0 0,1 0-1 0 0,0 0 1 0 0,-1 0-1 0 0,1 0 0 0 0,0 0 1 0 0,-1 0-1 0 0,1 0 1 0 0,0 0-1 0 0,-1 0 1 0 0,1 0-1 0 0,-1 1 0 0 0,1-1 1 0 0,0 0-1 0 0,-1 1 1 0 0,1-1-1 0 0,0 1 1 0 0,25 26 169 0 0,295 375-58 0 0,-318-398-120 0 0,0-1 0 0 0,1 1 0 0 0,0 0 0 0 0,0-1 0 0 0,0 0 0 0 0,0 0 0 0 0,0 0 0 0 0,0 0 0 0 0,8 3 0 0 0,-10-6 27 0 0,-1 1 1 0 0,0-1 0 0 0,1 0-1 0 0,-1 1 1 0 0,1-1 0 0 0,-1 0-1 0 0,0 0 1 0 0,1 0-1 0 0,-1 0 1 0 0,1 0 0 0 0,-1-1-1 0 0,1 1 1 0 0,-1 0-1 0 0,0-1 1 0 0,1 1 0 0 0,-1-1-1 0 0,0 1 1 0 0,1-1 0 0 0,-1 0-1 0 0,0 1 1 0 0,0-1-1 0 0,0 0 1 0 0,0 0 0 0 0,1 0-1 0 0,-1 0 1 0 0,0 0-1 0 0,-1 0 1 0 0,1 0 0 0 0,0 0-1 0 0,0-1 1 0 0,0 1-1 0 0,-1 0 1 0 0,1 0 0 0 0,0-1-1 0 0,-1 1 1 0 0,1 0 0 0 0,-1-1-1 0 0,1-1 1 0 0,9-31 123 0 0,0-1 0 0 0,-2-1-1 0 0,3-38 1 0 0,3-15-100 0 0,-6 52-65 0 0,1-1 1 0 0,22-55 0 0 0,-24 78-389 0 0,1-1 0 0 0,0 1 1 0 0,12-16-1 0 0,-14 22-401 0 0,1 1 1 0 0,0 1 0 0 0,0-1-1 0 0,0 1 1 0 0,1 1-1 0 0,11-9 1 0 0,2 5-1015 0 0,0 5 1090 0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0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169 6 7834 0 0,'-1'0'189'0'0,"1"-1"1"0"0,-1 1 0 0 0,1-1 0 0 0,-1 1-1 0 0,0-1 1 0 0,1 1 0 0 0,-1-1-1 0 0,1 1 1 0 0,-1 0 0 0 0,0-1-1 0 0,0 1 1 0 0,1 0 0 0 0,-1 0 0 0 0,0 0-1 0 0,1-1 1 0 0,-1 1 0 0 0,0 0-1 0 0,0 0 1 0 0,1 0 0 0 0,-1 0 0 0 0,0 0-1 0 0,0 0 1 0 0,1 0 0 0 0,-1 1-1 0 0,0-1 1 0 0,0 0 0 0 0,0 1-1 0 0,-8 20 4715 0 0,-19 108-1196 0 0,-17 54-3316 0 0,-17 3-2745 0 0,59-171 790 0 0,2-10 430 0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65 4609 0 0,'0'-3'201'0'0,"1"-1"1"0"0,0 1-1 0 0,0 0 1 0 0,0 0-1 0 0,0 0 1 0 0,1 0-1 0 0,-1 0 1 0 0,1 0-1 0 0,-1 0 1 0 0,1 1-1 0 0,0-1 1 0 0,0 0-1 0 0,0 1 1 0 0,1 0-1 0 0,-1-1 1 0 0,1 1-1 0 0,-1 0 1 0 0,1 0-1 0 0,0 1 1 0 0,0-1-1 0 0,-1 0 1 0 0,1 1-1 0 0,0 0 1 0 0,1 0-1 0 0,-1-1 1 0 0,0 2-1 0 0,0-1 1 0 0,0 0-1 0 0,1 1 1 0 0,-1-1-1 0 0,0 1 1 0 0,0 0-1 0 0,1 0 1 0 0,3 1-1 0 0,-2 0 215 0 0,0 0 0 0 0,0 1 0 0 0,0-1 0 0 0,-1 1 0 0 0,1 0 0 0 0,0 1 0 0 0,-1-1 0 0 0,1 1 0 0 0,-1 0 0 0 0,0 0 0 0 0,0 0 0 0 0,0 0 0 0 0,5 7 0 0 0,8 8 978 0 0,21 31 1 0 0,-21-25-745 0 0,23 27 232 0 0,32 58 0 0 0,-56-80-2001 0 0,24 58 1 0 0,-65-104-6176 0 0,17 6 7316 0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0 1840 0 0,'-3'1'103'0'0,"1"0"0"0"0,0 0-1 0 0,-1 0 1 0 0,1 0-1 0 0,0 0 1 0 0,0 1 0 0 0,0-1-1 0 0,0 1 1 0 0,0 0-1 0 0,0-1 1 0 0,0 1 0 0 0,0 0-1 0 0,-2 4 1 0 0,3-5 10 0 0,1 0 0 0 0,0 0 0 0 0,-1 0 0 0 0,1 0 0 0 0,0 0 0 0 0,0 0 0 0 0,0 0 0 0 0,-1 0 0 0 0,1 0 0 0 0,0 0 0 0 0,0 0 0 0 0,1 0 0 0 0,-1 0 0 0 0,0 0 0 0 0,0 0 0 0 0,0 0 0 0 0,1 0-1 0 0,-1 0 1 0 0,0 0 0 0 0,1 0 0 0 0,-1 0 0 0 0,1 0 0 0 0,-1 0 0 0 0,1-1 0 0 0,-1 1 0 0 0,1 0 0 0 0,0 0 0 0 0,-1-1 0 0 0,1 1 0 0 0,0 0 0 0 0,0-1 0 0 0,0 1 0 0 0,-1 0 0 0 0,1-1 0 0 0,0 1 0 0 0,0-1 0 0 0,0 0 0 0 0,1 1 0 0 0,3 1 142 0 0,-1 0 0 0 0,1 0 0 0 0,-1-1 0 0 0,1 0 0 0 0,-1 0 0 0 0,1 0 0 0 0,0-1 0 0 0,-1 1 0 0 0,9-1 0 0 0,47-6-269 0 0,-28 3 205 0 0,-19 2-156 0 0,30-2 44 0 0,72-14-1 0 0,-84 8-78 0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6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1 7834 0 0,'5'18'919'0'0,"-1"1"1"0"0,-1 0 0 0 0,-1 1 0 0 0,0-1-1 0 0,-2 0 1 0 0,0 0 0 0 0,-1 1 0 0 0,-5 20 0 0 0,4-25-1024 0 0,-2 0 0 0 0,0-1 1 0 0,-1 1-1 0 0,0-1 0 0 0,-1 1 1 0 0,-11 16-1 0 0,9-10-4266 0 0,5-13 2108 0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4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9674 0 0,'0'1'138'0'0,"-1"-1"1"0"0,1 1-1 0 0,-1 0 0 0 0,1 0 1 0 0,0-1-1 0 0,-1 1 1 0 0,1 0-1 0 0,0 0 0 0 0,0 0 1 0 0,0-1-1 0 0,0 1 0 0 0,0 0 1 0 0,0 0-1 0 0,0 0 0 0 0,0 0 1 0 0,0-1-1 0 0,0 1 0 0 0,0 0 1 0 0,0 0-1 0 0,1 0 0 0 0,-1-1 1 0 0,0 1-1 0 0,1 0 1 0 0,-1 0-1 0 0,0 0 0 0 0,2 0 1 0 0,9 23 1574 0 0,-2-10-890 0 0,16 27 591 0 0,-2 2 1 0 0,29 74 0 0 0,-28-43-1273 0 0,34 85 224 0 0,-51-144-344 0 0,0-1 0 0 0,1 1-1 0 0,1-1 1 0 0,0-1-1 0 0,1 0 1 0 0,0 0-1 0 0,1-1 1 0 0,13 11-1 0 0,-23-21-11 0 0,0-1 0 0 0,0 0 0 0 0,1 0 0 0 0,-1 0 0 0 0,1 0 0 0 0,-1 0 0 0 0,1 0 0 0 0,-1 0 0 0 0,1 0-1 0 0,-1 0 1 0 0,1-1 0 0 0,0 1 0 0 0,0-1 0 0 0,-1 1 0 0 0,1-1 0 0 0,0 0 0 0 0,0 1 0 0 0,-1-1-1 0 0,4 0 1 0 0,-4-1 10 0 0,0 1 1 0 0,0-1-1 0 0,0 0 0 0 0,0 1 0 0 0,0-1 0 0 0,-1 0 0 0 0,1 0 0 0 0,0 0 0 0 0,0 1 1 0 0,0-1-1 0 0,-1 0 0 0 0,1 0 0 0 0,-1 0 0 0 0,1 0 0 0 0,-1 0 0 0 0,1 0 0 0 0,-1 0 1 0 0,1 0-1 0 0,-1-1 0 0 0,0 1 0 0 0,1 0 0 0 0,-1-1 0 0 0,1-12 167 0 0,0 1 0 0 0,0-1 0 0 0,-2 1 0 0 0,-1-15 0 0 0,1 13-92 0 0,-1-26-30 0 0,3 0 0 0 0,1 1 0 0 0,10-55 0 0 0,-8 71-575 0 0,2 0-1 0 0,1 0 1 0 0,1 0 0 0 0,0 1-1 0 0,2 1 1 0 0,23-39 0 0 0,-14 33-1053 0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4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0 3225 0 0,'-1'0'150'0'0,"1"0"1"0"0,-1 0-1 0 0,0 0 1 0 0,1 0-1 0 0,-1 0 1 0 0,1 1-1 0 0,-1-1 0 0 0,0 0 1 0 0,1 0-1 0 0,-1 0 1 0 0,1 1-1 0 0,-1-1 1 0 0,1 0-1 0 0,-1 1 1 0 0,1-1-1 0 0,-1 0 1 0 0,1 1-1 0 0,-1-1 1 0 0,1 1-1 0 0,0-1 1 0 0,-1 1-1 0 0,1-1 0 0 0,-1 1 1 0 0,1-1-1 0 0,0 1 1 0 0,0-1-1 0 0,-1 1 1 0 0,1-1-1 0 0,0 1 1 0 0,-1 0-1 0 0,7 19 7314 0 0,-1-9-7924 0 0,5 18 2041 0 0,-2 0 0 0 0,-1 1 0 0 0,4 33 0 0 0,0 41-1322 0 0,3 15-7359 0 0,-11-102 902 0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4.8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69 4609 0 0,'7'-6'678'0'0,"0"0"0"0"0,0 1 0 0 0,1 0 0 0 0,0 0 1 0 0,0 1-1 0 0,0 0 0 0 0,1 1 0 0 0,-1-1 0 0 0,11-1 0 0 0,10-2 2324 0 0,42-6-1 0 0,-65 12-2809 0 0,-1 1 0 0 0,1-1 0 0 0,-1 1 0 0 0,0 0 0 0 0,1 0 1 0 0,-1 1-1 0 0,1 0 0 0 0,-1 0 0 0 0,0 0 0 0 0,0 0 0 0 0,6 3 0 0 0,-9-3-164 0 0,0 0-1 0 0,0 0 1 0 0,-1 1 0 0 0,1-1 0 0 0,-1 0-1 0 0,1 1 1 0 0,-1-1 0 0 0,1 1-1 0 0,-1-1 1 0 0,0 1 0 0 0,0 0-1 0 0,1 0 1 0 0,-1-1 0 0 0,-1 1 0 0 0,1 0-1 0 0,0 0 1 0 0,0 0 0 0 0,-1 0-1 0 0,1 0 1 0 0,-1 0 0 0 0,1 0-1 0 0,-1 0 1 0 0,0 0 0 0 0,0 0-1 0 0,0 1 1 0 0,0-1 0 0 0,0 0 0 0 0,-1 0-1 0 0,1 0 1 0 0,-1 0 0 0 0,0 2-1 0 0,-3 10-4 0 0,0-1-1 0 0,-1 1 1 0 0,-1-1-1 0 0,-10 18 1 0 0,9-21-93 0 0,2 1 1 0 0,-1 0 0 0 0,1 1 0 0 0,1-1 0 0 0,0 1 0 0 0,-3 18-1 0 0,7-28 27 0 0,0-1 0 0 0,0 0 0 0 0,0 1 0 0 0,0-1 0 0 0,0 1 0 0 0,1-1 0 0 0,-1 0 0 0 0,1 0 0 0 0,-1 1 0 0 0,0-1 0 0 0,1 0 0 0 0,0 0 0 0 0,-1 1 0 0 0,1-1 0 0 0,0 0-1 0 0,0 0 1 0 0,0 0 0 0 0,-1 0 0 0 0,1 0 0 0 0,0 0 0 0 0,0 0 0 0 0,0 0 0 0 0,1-1 0 0 0,-1 1 0 0 0,0 0 0 0 0,0 0 0 0 0,0-1 0 0 0,1 1 0 0 0,-1-1 0 0 0,2 1 0 0 0,7 2-139 0 0,0 0 0 0 0,-1-1 0 0 0,15 1 1 0 0,2 2 155 0 0,-13-2 2 0 0,-1 1-1 0 0,0 0 1 0 0,0 1 0 0 0,0 0-1 0 0,-1 1 1 0 0,19 13-1 0 0,-28-18 29 0 0,1 1 0 0 0,-1 0 0 0 0,0 0-1 0 0,0 0 1 0 0,0 0 0 0 0,0 1 0 0 0,0-1-1 0 0,0 0 1 0 0,-1 1 0 0 0,1-1 0 0 0,-1 1-1 0 0,0 0 1 0 0,0-1 0 0 0,0 1 0 0 0,0 0-1 0 0,0 0 1 0 0,0 0 0 0 0,-1-1 0 0 0,1 1-1 0 0,-1 0 1 0 0,0 0 0 0 0,0 0 0 0 0,0 0-1 0 0,0 0 1 0 0,-1 0 0 0 0,1 0-1 0 0,-1 0 1 0 0,0 0 0 0 0,0-1 0 0 0,0 1-1 0 0,0 0 1 0 0,0 0 0 0 0,0-1 0 0 0,-1 1-1 0 0,-1 2 1 0 0,-2 2-306 0 0,-1 0 0 0 0,1 0-1 0 0,-1 0 1 0 0,-1 0 0 0 0,-6 5-1 0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1 12443 0 0,'2'2'243'0'0,"0"-1"0"0"0,0 1 0 0 0,0 0 0 0 0,0 0 0 0 0,0 0 0 0 0,0 0 0 0 0,-1 0 0 0 0,1 1 0 0 0,-1-1 0 0 0,1 0 0 0 0,-1 1 0 0 0,0-1 0 0 0,0 1 0 0 0,0-1 0 0 0,0 1 0 0 0,0 0 0 0 0,-1-1 0 0 0,1 1 0 0 0,-1 0 0 0 0,0 0 0 0 0,0-1 0 0 0,0 1 0 0 0,0 0 0 0 0,0 0 0 0 0,-1 3 0 0 0,0 4 277 0 0,-1 0 0 0 0,0 0 0 0 0,0 0 0 0 0,-1-1 0 0 0,-7 18 0 0 0,-64 127-4237 0 0,69-144 3717 0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5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64 8290 0 0,'3'0'670'0'0,"0"0"-1"0"0,0 1 1 0 0,0-1 0 0 0,0 1 0 0 0,0 0 0 0 0,0 0-1 0 0,0 0 1 0 0,0 0 0 0 0,0 1 0 0 0,-1-1 0 0 0,4 3-1 0 0,32 30 2117 0 0,-22-14-2068 0 0,27 41-1 0 0,12 39 158 0 0,-31-54-752 0 0,31 45-1 0 0,-45-78-120 0 0,0 0 1 0 0,1 0-1 0 0,0-1 0 0 0,0 0 0 0 0,2-1 1 0 0,-1-1-1 0 0,21 14 0 0 0,-10-15 171 0 0,-22-9-150 0 0,-1 0 0 0 0,1 0 0 0 0,0 0 0 0 0,-1 0 0 0 0,1-1 0 0 0,-1 1 0 0 0,1 0 0 0 0,0 0 0 0 0,-1 0 0 0 0,1-1 0 0 0,-1 1-1 0 0,1 0 1 0 0,0 0 0 0 0,-1-1 0 0 0,1 1 0 0 0,-1-1 0 0 0,1 1 0 0 0,-1 0 0 0 0,0-1 0 0 0,1 1 0 0 0,0-2 0 0 0,1-1 61 0 0,-1-1-1 0 0,0 1 1 0 0,0-1 0 0 0,0 0-1 0 0,0 1 1 0 0,0-1 0 0 0,-1 0-1 0 0,1-7 1 0 0,3-115 666 0 0,4-41-783 0 0,-5 139-473 0 0,1 0 0 0 0,2 0 1 0 0,15-49-1 0 0,-10 54-622 0 0,1 2-231 0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5.9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15 10138 0 0,'-2'-1'127'0'0,"0"-1"-1"0"0,-1 1 1 0 0,1-1 0 0 0,0 1-1 0 0,0 0 1 0 0,-1-1 0 0 0,1 1-1 0 0,-1 0 1 0 0,1 1 0 0 0,-1-1-1 0 0,1 0 1 0 0,-1 1 0 0 0,0-1-1 0 0,1 1 1 0 0,-1 0 0 0 0,0 0-1 0 0,1 0 1 0 0,-1 0 0 0 0,1 1-1 0 0,-5 0 1 0 0,3 0 1 0 0,0 1-1 0 0,-1 0 1 0 0,1 0-1 0 0,0 0 1 0 0,0 1 0 0 0,0-1-1 0 0,0 1 1 0 0,1 0 0 0 0,-1 0-1 0 0,-5 7 1 0 0,2-2 33 0 0,0 1 0 0 0,0 1 0 0 0,1-1 0 0 0,0 1 0 0 0,1 0 0 0 0,0 0 0 0 0,1 1-1 0 0,0-1 1 0 0,-3 12 0 0 0,5-15-127 0 0,1 0-1 0 0,0 0 1 0 0,1 1 0 0 0,-1-1-1 0 0,1 0 1 0 0,1 0-1 0 0,-1 1 1 0 0,1-1-1 0 0,0 0 1 0 0,1 0-1 0 0,0 0 1 0 0,0 0 0 0 0,5 11-1 0 0,-5-14 35 0 0,1-1 0 0 0,-1 1 0 0 0,1-1-1 0 0,-1 0 1 0 0,1 0 0 0 0,0 0 0 0 0,0 0 0 0 0,0 0 0 0 0,1-1-1 0 0,-1 1 1 0 0,1-1 0 0 0,-1 0 0 0 0,1 0 0 0 0,0 0 0 0 0,0-1 0 0 0,0 1-1 0 0,0-1 1 0 0,0 0 0 0 0,0 0 0 0 0,0 0 0 0 0,0-1 0 0 0,0 1-1 0 0,0-1 1 0 0,8-1 0 0 0,-1 1-105 0 0,0-1 0 0 0,-1-1 0 0 0,1 0 1 0 0,-1-1-1 0 0,1 0 0 0 0,-1 0 0 0 0,0-1 0 0 0,0-1 0 0 0,-1 1 0 0 0,1-2 0 0 0,14-9 0 0 0,-5 0-6247 0 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6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192 0 12643 0 0,'-2'4'282'0'0,"1"-1"0"0"0,0 1 0 0 0,0-1-1 0 0,0 1 1 0 0,0-1 0 0 0,0 1 0 0 0,1 0 0 0 0,0 7 0 0 0,-3 12 1070 0 0,-3 2-494 0 0,-2-1 0 0 0,-1 0 0 0 0,0 0 0 0 0,-16 27 1 0 0,-59 83-1393 0 0,64-103-347 0 0,0-2-6100 0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7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45 11058 0 0,'20'28'3286'0'0,"46"80"240"0"0,50 73-1644 0 0,-99-158-1736 0 0,1-1 0 0 0,1-1 0 0 0,0-1 0 0 0,2 0 0 0 0,32 23 0 0 0,-46-38-74 0 0,-1-1 1 0 0,1-1-1 0 0,0 1 0 0 0,0-1 0 0 0,0 0 0 0 0,1-1 0 0 0,-1 0 0 0 0,12 2 0 0 0,-17-3-46 0 0,0-1 0 0 0,0 1 0 0 0,0-1 1 0 0,0 0-1 0 0,0 0 0 0 0,0 0 0 0 0,0-1 0 0 0,0 1 0 0 0,0 0 0 0 0,0-1 0 0 0,0 1 0 0 0,0-1 0 0 0,0 0 0 0 0,0 1 0 0 0,0-1 0 0 0,0 0 0 0 0,0 0 0 0 0,-1 0 0 0 0,1-1 0 0 0,0 1 1 0 0,-1 0-1 0 0,1-1 0 0 0,-1 1 0 0 0,1-1 0 0 0,-1 1 0 0 0,0-1 0 0 0,0 1 0 0 0,1-1 0 0 0,-1 0 0 0 0,-1 0 0 0 0,1 0 0 0 0,0 0 0 0 0,0 0 0 0 0,-1 0 0 0 0,2-3 0 0 0,1-21 153 0 0,-1 0 0 0 0,0 0-1 0 0,-2-1 1 0 0,-1 1-1 0 0,-9-48 1 0 0,1-16-157 0 0,7 59-53 0 0,4-45-1 0 0,-1 66-403 0 0,0-1 1 0 0,1 1-1 0 0,0 0 1 0 0,1-1-1 0 0,0 1 1 0 0,1 1-1 0 0,0-1 0 0 0,5-9 1 0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7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0,'1'1'321'0'0,"1"0"-1"0"0,-1 1 1 0 0,1-1-1 0 0,-1 1 1 0 0,0 0 0 0 0,0-1-1 0 0,0 1 1 0 0,0 0 0 0 0,0 0-1 0 0,0 0 1 0 0,0 0 0 0 0,0-1-1 0 0,0 5 1 0 0,8 28 1621 0 0,-9-31-1725 0 0,3 19 150 0 0,-1 0 0 0 0,-1 0 0 0 0,-1 0 0 0 0,-1-1 0 0 0,-7 38 0 0 0,-1 18-2072 0 0,8-56 369 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7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11690 0 0,'24'6'619'0'0,"1"1"0"0"0,-1 1 0 0 0,-1 1-1 0 0,1 1 1 0 0,-2 1 0 0 0,1 1-1 0 0,-1 1 1 0 0,-1 1 0 0 0,-1 1-1 0 0,24 21 1 0 0,-40-32-529 0 0,0 1 0 0 0,0-1 0 0 0,-1 1 0 0 0,0 0 0 0 0,1 0 0 0 0,-1 0 0 0 0,-1 1 0 0 0,1-1 0 0 0,-1 1 0 0 0,0-1 0 0 0,0 1 0 0 0,-1 0 0 0 0,0 0 0 0 0,0 0 0 0 0,0-1 0 0 0,0 1 0 0 0,-1 0 0 0 0,0 0 0 0 0,-1 0 0 0 0,1 0 0 0 0,-1 0 0 0 0,0 0 0 0 0,-1 0 0 0 0,-3 10 0 0 0,0-3-284 0 0,-1-1 0 0 0,0 0 0 0 0,-1 0 0 0 0,0-1 0 0 0,-1 0 0 0 0,0 0 0 0 0,0 0 0 0 0,-2-1 1 0 0,-20 17-1 0 0,9-10-6586 0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8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1 9218 0 0,'1'0'307'0'0,"0"0"0"0"0,0 0 1 0 0,0 0-1 0 0,1 0 0 0 0,-1 0 1 0 0,0 0-1 0 0,0 0 0 0 0,0 1 0 0 0,1-1 1 0 0,-1 0-1 0 0,0 1 0 0 0,0-1 0 0 0,0 1 1 0 0,0-1-1 0 0,0 1 0 0 0,0 0 0 0 0,-1 5 2087 0 0,-14-5-1359 0 0,-4 8-1227 0 0,9-4-140 0 0,14-3 434 0 0,-1-4 131 0 0,-1 1-380 0 0,1 0 561 0 0,0 0 0 0 0,-1 0 0 0 0,1 0 0 0 0,0 0 0 0 0,0 0 0 0 0,0 1 0 0 0,7 0 0 0 0,-11 0-308 0 0,1 0 1 0 0,0 0-1 0 0,0 0 0 0 0,-1 1 1 0 0,1-1-1 0 0,0 0 0 0 0,0 1 1 0 0,-1-1-1 0 0,1 0 0 0 0,0 1 1 0 0,-1-1-1 0 0,1 1 1 0 0,-1-1-1 0 0,1 1 0 0 0,0-1 1 0 0,-1 1-1 0 0,1-1 0 0 0,-1 1 1 0 0,1 1-1 0 0,0-1-99 0 0,-1 1 0 0 0,1 0 0 0 0,-1-1-1 0 0,1 1 1 0 0,-1-1 0 0 0,0 1 0 0 0,0 0 0 0 0,0-1 0 0 0,0 1 0 0 0,0 0-1 0 0,0 0 1 0 0,0-1 0 0 0,-1 3 0 0 0,-7 30-292 0 0,-2-1 0 0 0,-1 0 0 0 0,-2-1 1 0 0,-23 43-1 0 0,30-62-424 0 0,-4 8-6832 0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8.9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85 289 8290 0 0,'-29'-21'1112'0'0,"-27"-24"5041"0"0,65 56-5386 0 0,0 1-1 0 0,-1 0 0 0 0,-1 0 0 0 0,11 24 0 0 0,20 33-80 0 0,-12-33-386 0 0,39 40 1 0 0,-51-62-192 0 0,0 0 0 0 0,1-1 0 0 0,1-1 0 0 0,0 0 0 0 0,22 11 0 0 0,-37-22-87 0 0,0 0 0 0 0,0-1 0 0 0,1 1 0 0 0,-1-1 0 0 0,0 1 0 0 0,0-1 0 0 0,1 0 0 0 0,-1 0 0 0 0,0 1 0 0 0,1-1 0 0 0,-1 0 0 0 0,1 0 0 0 0,-1 0 0 0 0,0 0 0 0 0,1-1 0 0 0,-1 1 0 0 0,0 0 0 0 0,1-1 0 0 0,-1 1 1 0 0,0 0-1 0 0,0-1 0 0 0,1 0 0 0 0,-1 1 0 0 0,0-1 0 0 0,0 0 0 0 0,0 1 0 0 0,0-1 0 0 0,0 0 0 0 0,0 0 0 0 0,0 0 0 0 0,0 0 0 0 0,0 0 0 0 0,0 0 0 0 0,0 0 0 0 0,-1 0 0 0 0,1-1 0 0 0,0 1 0 0 0,-1 0 0 0 0,1 0 0 0 0,0-3 0 0 0,4-8 284 0 0,-1 0 0 0 0,-1 0 0 0 0,4-22 1 0 0,-2 12-149 0 0,19-77-453 0 0,21-80-1340 0 0,-33 142 847 0 0,1 1 0 0 0,30-59 0 0 0,-32 77-4065 0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2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8290 0 0,'5'0'473'0'0,"0"0"-1"0"0,0 1 1 0 0,0-1 0 0 0,0 1 0 0 0,0 0 0 0 0,0 0-1 0 0,-1 1 1 0 0,1-1 0 0 0,-1 1 0 0 0,1 0 0 0 0,-1 1-1 0 0,1-1 1 0 0,-1 1 0 0 0,0-1 0 0 0,0 1 0 0 0,0 0-1 0 0,-1 1 1 0 0,1-1 0 0 0,-1 1 0 0 0,6 7 0 0 0,-5-4-207 0 0,1 1 1 0 0,-2-1 0 0 0,1 1-1 0 0,-1 0 1 0 0,0 0 0 0 0,-1 1 0 0 0,1-1-1 0 0,-2 0 1 0 0,1 1 0 0 0,-1-1 0 0 0,0 11-1 0 0,-2 62 4 0 0,2 35-215 0 0,0-98-2436 0 0,2-1 0 0 0,5 24-1 0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3225 0 0,'1'-1'217'0'0,"0"-1"1"0"0,0 1-1 0 0,0 0 1 0 0,1 1-1 0 0,-1-1 0 0 0,0 0 1 0 0,1 0-1 0 0,-1 0 1 0 0,0 1-1 0 0,1-1 1 0 0,-1 1-1 0 0,1-1 1 0 0,-1 1-1 0 0,1 0 1 0 0,-1-1-1 0 0,4 1 0 0 0,33-3 2647 0 0,-25 3-1829 0 0,0-2-797 0 0,-1 1 1 0 0,0-2 0 0 0,0 0 0 0 0,0 0-1 0 0,-1-1 1 0 0,22-10 0 0 0,-28 11-239 0 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5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6913 0 0,'5'1'609'0'0,"1"-1"-481"0"0,0 0-128 0 0,0-1 0 0 0,-1-1-184 0 0,3 1-56 0 0,6 0-17 0 0,11-3 1 0 0,5-3-56 0 0,0 1-8 0 0,-4-1-8 0 0,-6 3 0 0 0,-5 2 328 0 0,-5-1 0 0 0,-5 2 128 0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4145 0 0,'0'1'73'0'0,"0"0"0"0"0,0 0 0 0 0,0 0 0 0 0,0 1-1 0 0,0-1 1 0 0,0 0 0 0 0,0 0 0 0 0,0 0 0 0 0,1 0 0 0 0,-1 0 0 0 0,0 0 0 0 0,1 0 0 0 0,-1 0 0 0 0,1 0 0 0 0,-1 0-1 0 0,1 0 1 0 0,-1 0 0 0 0,1 0 0 0 0,0 0 0 0 0,0 0 0 0 0,-1 0 0 0 0,1-1 0 0 0,1 2 0 0 0,1 0 223 0 0,0 0-1 0 0,0-1 1 0 0,0 1 0 0 0,0 0 0 0 0,0-1 0 0 0,0 0 0 0 0,6 2 0 0 0,2-1 537 0 0,0 0 0 0 0,0 0 0 0 0,0-1 0 0 0,12-1 0 0 0,-12 0-784 0 0,-1-1 1 0 0,1-1 0 0 0,-1 1 0 0 0,1-2-1 0 0,-1 1 1 0 0,1-2 0 0 0,-1 1-1 0 0,0-1 1 0 0,-1-1 0 0 0,1 0 0 0 0,-1 0-1 0 0,0-1 1 0 0,11-9 0 0 0,-6 3-50 0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0,'6'3'578'0'0,"-1"1"1"0"0,1 0-1 0 0,-1 1 1 0 0,0-1-1 0 0,0 1 1 0 0,-1 0-1 0 0,1 0 1 0 0,-1 0-1 0 0,0 1 1 0 0,-1 0-1 0 0,1 0 0 0 0,-1 0 1 0 0,0 0-1 0 0,-1 0 1 0 0,4 13-1 0 0,-2-6 165 0 0,-1 0 0 0 0,0 1 0 0 0,-1-1 0 0 0,0 1 0 0 0,-1 0 0 0 0,-2 25 0 0 0,-2-19-1071 0 0,-1 0-1 0 0,-1-1 1 0 0,-1 0-1 0 0,-10 24 1 0 0,11-32-805 0 0,5-10 700 0 0,-1 1 1 0 0,1-1-1 0 0,0 0 1 0 0,-1 0-1 0 0,1 0 1 0 0,0 1-1 0 0,0-1 1 0 0,0 0-1 0 0,0 0 1 0 0,0 1-1 0 0,0-1 1 0 0,0 0-1 0 0,1 0 1 0 0,-1 1-1 0 0,0-1 1 0 0,1 0-1 0 0,-1 0 1 0 0,1 2-1 0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0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51 9218 0 0,'17'23'1211'0'0,"2"-1"0"0"0,40 37 1 0 0,-15-15-148 0 0,30 39 804 0 0,-43-46-845 0 0,0-2 0 0 0,3-2 0 0 0,38 31 0 0 0,-68-61-908 0 0,0 0 0 0 0,0 0 0 0 0,0-1-1 0 0,1 0 1 0 0,-1 0 0 0 0,1 0 0 0 0,-1 0-1 0 0,10 1 1 0 0,-13-2-83 0 0,0-1 1 0 0,1 0-1 0 0,-1 0 0 0 0,0 0 1 0 0,0 0-1 0 0,1 0 0 0 0,-1 0 1 0 0,0-1-1 0 0,0 1 0 0 0,1 0 0 0 0,-1-1 1 0 0,0 1-1 0 0,0-1 0 0 0,0 1 1 0 0,0-1-1 0 0,0 1 0 0 0,1-1 1 0 0,-1 0-1 0 0,0 0 0 0 0,0 0 1 0 0,-1 1-1 0 0,1-1 0 0 0,0 0 0 0 0,0 0 1 0 0,0 0-1 0 0,-1 0 0 0 0,1 0 1 0 0,0-1-1 0 0,-1 1 0 0 0,1 0 1 0 0,-1 0-1 0 0,1 0 0 0 0,-1 0 1 0 0,0-1-1 0 0,1 1 0 0 0,-1 0 0 0 0,0-2 1 0 0,3-19 227 0 0,-1-1 0 0 0,-1 1 0 0 0,-1 0 1 0 0,-6-43-1 0 0,1-5-546 0 0,6-37-422 0 0,8 37-5579 0 0,1 26-660 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0.8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 1376 0 0,'-1'2'733'0'0,"-1"0"0"0"0,1 0 0 0 0,-1 0 0 0 0,1 0 0 0 0,0 1-1 0 0,0-1 1 0 0,0 1 0 0 0,0-1 0 0 0,0 1 0 0 0,0-1 0 0 0,1 1-1 0 0,-1-1 1 0 0,1 1 0 0 0,0 0 0 0 0,0-1 0 0 0,0 4 0 0 0,6 47 3847 0 0,-1-25-3419 0 0,-4 123 1371 0 0,-2-113-2704 0 0,0 1 0 0 0,3-1 0 0 0,1 0 0 0 0,9 43 1 0 0,-7-66-1787 0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1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42 29030 0 0,'16'-5'1939'0'0,"1"2"-3410"0"0,37-3-13072 0 0,-14 2 6366 0 0,-15 0 10681 0 0,2-3-2365 0 0,35-5-3297 0 0,-62 12 3132 0 0,0 0 0 0 0,-1 0 1 0 0,1 0-1 0 0,0 1 0 0 0,0-1 1 0 0,0 0-1 0 0,0 0 0 0 0,0 0 1 0 0,0 1-1 0 0,-1-1 0 0 0,1 0 1 0 0,0 0-1 0 0,0 0 1 0 0,0 1-1 0 0,0-1 0 0 0,0 0 1 0 0,0 0-1 0 0,0 0 0 0 0,0 1 1 0 0,0-1-1 0 0,0 0 0 0 0,0 0 1 0 0,0 0-1 0 0,0 1 0 0 0,0-1 1 0 0,0 0-1 0 0,0 0 0 0 0,0 0 1 0 0,1 1-1 0 0,-1-1 0 0 0,0 0 1 0 0,0 0-1 0 0,0 0 0 0 0,0 1 1 0 0,0-1-1 0 0,0 0 0 0 0,1 0 1 0 0,-1 0-1 0 0,0 0 0 0 0,0 0 1 0 0,0 1-1 0 0,0-1 1 0 0,1 0-1 0 0,-1 0 0 0 0,0 0 1 0 0,0 0-1 0 0,0 0 0 0 0,0 0 1 0 0,1 0-1 0 0,-1 0 0 0 0,0 0 1 0 0,0 0-1 0 0,1 0 0 0 0,-1 0 1 0 0,0 0-1 0 0,0 0 0 0 0,0 0 1 0 0,1 0-1 0 0,-9 7 14 0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1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7370 0 0,'1'3'656'0'0,"2"-2"-528"0"0,0 0-128 0 0,0 1 0 0 0,-1-2 296 0 0,2 1 32 0 0,3 1 8 0 0,5-1 0 0 0,4 2-48 0 0,3-2 0 0 0,-2-2-8 0 0,1-1 0 0 0,-3 1-1536 0 0,0-3-312 0 0,0-2-57 0 0,-2 2-7 0 0,-4 0 1280 0 0,-1 0 264 0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76 5065 0 0,'6'-7'892'0'0,"-1"1"0"0"0,1 0 0 0 0,0 0 0 0 0,1 0 0 0 0,-1 1 0 0 0,1-1 0 0 0,0 2-1 0 0,0-1 1 0 0,14-5 0 0 0,-15 7-426 0 0,-1 1 0 0 0,0 0 0 0 0,1 0 0 0 0,0 0 0 0 0,-1 1 0 0 0,1 0 0 0 0,0 0 1 0 0,0 0-1 0 0,0 1 0 0 0,0 0 0 0 0,10 1 0 0 0,-14 0-412 0 0,0-1 0 0 0,0 0 1 0 0,0 1-1 0 0,0 0 0 0 0,0-1 1 0 0,0 1-1 0 0,0 0 0 0 0,0 0 1 0 0,-1 0-1 0 0,1 0 1 0 0,0 0-1 0 0,0 1 0 0 0,-1-1 1 0 0,1 0-1 0 0,-1 1 0 0 0,1-1 1 0 0,-1 1-1 0 0,0 0 0 0 0,1-1 1 0 0,-1 1-1 0 0,0 0 1 0 0,0 0-1 0 0,0 0 0 0 0,-1 0 1 0 0,1 0-1 0 0,0 0 0 0 0,-1 0 1 0 0,1 0-1 0 0,-1 0 0 0 0,0 0 1 0 0,1 0-1 0 0,-1 0 1 0 0,0 0-1 0 0,-1 4 0 0 0,-2 17-77 0 0,0-1-1 0 0,-2 0 1 0 0,-1 0-1 0 0,-1 0 1 0 0,0-1 0 0 0,-19 36-1 0 0,15-34-6 0 0,1 1 0 0 0,1 0 0 0 0,1 0 0 0 0,-9 47 0 0 0,15-61 9 0 0,1-1 0 0 0,1 0 1 0 0,0 0-1 0 0,0 1 0 0 0,3 15 0 0 0,-3-25-85 0 0,1 0 0 0 0,-1 0 0 0 0,1 0 0 0 0,0 0 0 0 0,-1 0-1 0 0,1 0 1 0 0,-1 0 0 0 0,1 0 0 0 0,-1 0 0 0 0,1 0 0 0 0,-1 0-1 0 0,1-1 1 0 0,-1 1 0 0 0,1 0 0 0 0,-1 0 0 0 0,1 0 0 0 0,-1-1-1 0 0,1 1 1 0 0,-1 0 0 0 0,1-1 0 0 0,-1 1 0 0 0,1 0 0 0 0,0-2-1 0 0,2 0-1075 0 0,4 0-605 0 0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2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14283 0 0,'1'3'1272'0'0,"1"-2"-1016"0"0,-1 1-256 0 0,2-2 0 0 0,-2 1 0 0 0,2 0-88 0 0,1 1 88 0 0,3-1-72 0 0,-2-1 72 0 0,-1-1 0 0 0,0-1 0 0 0,-2 0-1168 0 0,-16-2-3209 0 0,3 4 4377 0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4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62 10594 0 0,'0'-5'576'0'0,"-1"-27"1924"0"0,1 30-2264 0 0,0 1 0 0 0,0 0-1 0 0,-1-1 1 0 0,1 1-1 0 0,0 0 1 0 0,0-1 0 0 0,-1 1-1 0 0,1 0 1 0 0,-1 0 0 0 0,1-1-1 0 0,-1 1 1 0 0,0 0 0 0 0,1 0-1 0 0,-1 0 1 0 0,0 0 0 0 0,0 0-1 0 0,-1-2 1 0 0,1 3-102 0 0,1 1 1 0 0,-1-1 0 0 0,1 0-1 0 0,0 1 1 0 0,-1-1 0 0 0,1 1-1 0 0,-1 0 1 0 0,1-1 0 0 0,0 1-1 0 0,0-1 1 0 0,-1 1 0 0 0,1-1-1 0 0,0 1 1 0 0,0 0 0 0 0,0-1-1 0 0,0 1 1 0 0,-1-1 0 0 0,1 1-1 0 0,0 0 1 0 0,0-1 0 0 0,0 1-1 0 0,0-1 1 0 0,1 1 0 0 0,-1 1-1 0 0,-1 19 486 0 0,8 39-326 0 0,2-1 0 0 0,32 107 0 0 0,-22-93-192 0 0,-15-56-474 0 0,10 36 533 0 0,24 63 0 0 0,-5-48-6644 0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 5985 0 0,'45'-4'7513'0'0,"39"-14"-3530"0"0,-64 13-3390 0 0,0 0 0 0 0,21-1 0 0 0,14 5-2191 0 0,-33 3-4750 0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1 112 10138 0 0,'16'-1'1320'0'0,"1"-2"0"0"0,-1 0 0 0 0,0 0 0 0 0,27-11 0 0 0,-20 7-793 0 0,62-22 1146 0 0,13-4-2272 0 0,-32 17-5501 0 0,-47 13 3679 0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5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 11058 0 0,'0'-1'153'0'0,"0"1"1"0"0,0-1-1 0 0,0 0 0 0 0,1 0 0 0 0,-1 0 0 0 0,0 1 0 0 0,0-1 0 0 0,1 0 0 0 0,-1 1 0 0 0,0-1 0 0 0,1 0 0 0 0,-1 0 0 0 0,1 1 0 0 0,-1-1 0 0 0,1 1 1 0 0,-1-1-1 0 0,1 0 0 0 0,0 1 0 0 0,-1-1 0 0 0,1 1 0 0 0,0 0 0 0 0,-1-1 0 0 0,1 1 0 0 0,0-1 0 0 0,-1 1 0 0 0,1 0 0 0 0,0-1 0 0 0,0 1 0 0 0,-1 0 1 0 0,1 0-1 0 0,0 0 0 0 0,0 0 0 0 0,0 0 0 0 0,-1 0 0 0 0,1 0 0 0 0,0 0 0 0 0,0 0 0 0 0,0 0 0 0 0,-1 0 0 0 0,1 0 0 0 0,0 0 0 0 0,0 1 0 0 0,-1-1 1 0 0,1 0-1 0 0,0 1 0 0 0,0-1 0 0 0,-1 1 0 0 0,1-1 0 0 0,0 0 0 0 0,-1 1 0 0 0,1-1 0 0 0,-1 1 0 0 0,1 0 0 0 0,-1-1 0 0 0,1 1 0 0 0,-1-1 0 0 0,1 1 1 0 0,-1 0-1 0 0,1 0 0 0 0,-1-1 0 0 0,0 1 0 0 0,1 0 0 0 0,-1-1 0 0 0,0 1 0 0 0,0 0 0 0 0,0 0 0 0 0,1 1 0 0 0,4 44 243 0 0,-2 1 0 0 0,-2 0 0 0 0,-8 70 0 0 0,2-41-306 0 0,2 24-937 0 0,3-79-10 0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8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54 8290 0 0,'8'-6'438'0'0,"-1"0"0"0"0,1 1 0 0 0,0 0 0 0 0,0 0 0 0 0,0 1 0 0 0,1 0 0 0 0,0 0-1 0 0,0 1 1 0 0,0 0 0 0 0,0 1 0 0 0,0 0 0 0 0,1 0 0 0 0,-1 1 0 0 0,0 0 0 0 0,10 1 0 0 0,-10 0-67 0 0,-1 0 0 0 0,0 1 0 0 0,0 1 0 0 0,0-1 0 0 0,0 1 0 0 0,0 1 0 0 0,0-1 0 0 0,0 1 0 0 0,-1 1 0 0 0,1-1-1 0 0,-1 1 1 0 0,0 1 0 0 0,0-1 0 0 0,-1 1 0 0 0,1 0 0 0 0,-1 1 0 0 0,8 8 0 0 0,0 5-234 0 0,0-1 1 0 0,-2 2-1 0 0,0 0 1 0 0,18 43-1 0 0,-4 2-2552 0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6.0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29 105 7370 0 0,'-11'2'-536'0'0,"-6"-2"4014"0"0,34-9 889 0 0,34-13-3073 0 0,61-37 1 0 0,-82 42-1519 0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6.6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1 456 0 0,'-7'7'7514'0'0,"6"-5"-7286"0"0,0-1 1 0 0,0 0-1 0 0,-1 1 1 0 0,1 0-1 0 0,0-1 1 0 0,0 1 0 0 0,0-1-1 0 0,1 1 1 0 0,-1 0-1 0 0,0 0 1 0 0,1-1-1 0 0,-1 4 1 0 0,6 4 2997 0 0,15-6-1099 0 0,126-23 3520 0 0,-117 20-5470 0 0,4-1-428 0 0,0-1 0 0 0,0-1 0 0 0,62-15 0 0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6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 9674 0 0,'10'-1'492'0'0,"0"-1"1"0"0,-1-1-1 0 0,1 0 0 0 0,-1 0 1 0 0,0 0-1 0 0,0-2 0 0 0,0 1 1 0 0,11-7-1 0 0,3-2-2042 0 0,-11 7 1363 0 0,1 1 0 0 0,0 0 0 0 0,16-3 0 0 0,-13 4 199 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0,'11'5'211'0'0,"-1"-1"0"0"0,1 0 0 0 0,21 4 0 0 0,-2-3 2777 0 0,40 2 0 0 0,-54-7-2453 0 0,1 0 0 0 0,0-1 0 0 0,18-4 0 0 0,21-7-2137 0 0,-40 8-4692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1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0,'11'1'160'0'0,"-3"-1"-160"0"0,1 0 0 0 0,-2 1 0 0 0,-1-1 0 0 0,-4 0 0 0 0,3 0 0 0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7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12 8754 0 0,'-8'-5'371'0'0,"-8"-2"1403"0"0,15 7-1628 0 0,1 0 0 0 0,-1 1-1 0 0,1-1 1 0 0,0 0 0 0 0,-1 1 0 0 0,1-1-1 0 0,-1 0 1 0 0,1 1 0 0 0,0-1 0 0 0,-1 1-1 0 0,1-1 1 0 0,0 0 0 0 0,-1 1-1 0 0,1-1 1 0 0,0 1 0 0 0,0-1 0 0 0,-1 1-1 0 0,1-1 1 0 0,0 1 0 0 0,0-1 0 0 0,0 1-1 0 0,0-1 1 0 0,0 1 0 0 0,0-1-1 0 0,0 1 1 0 0,0-1 0 0 0,0 1 0 0 0,0-1-1 0 0,0 1 1 0 0,0-1 0 0 0,0 1-1 0 0,0-1 1 0 0,0 1 0 0 0,0-1 0 0 0,1 1-1 0 0,-1-1 1 0 0,1 2 0 0 0,10 84 2864 0 0,8 44-1315 0 0,2 231 0 0 0,-23-311-1774 0 0,-1 19-723 0 0,8 81 0 0 0,-2-131-6781 0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9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0 171 10138 0 0,'0'-1'78'0'0,"0"0"-1"0"0,0 0 1 0 0,0 0-1 0 0,0 0 1 0 0,0 0 0 0 0,1 0-1 0 0,-1 1 1 0 0,0-1-1 0 0,0 0 1 0 0,1 0-1 0 0,-1 0 1 0 0,0 0-1 0 0,1 1 1 0 0,-1-1 0 0 0,1 0-1 0 0,-1 0 1 0 0,1 1-1 0 0,0-1 1 0 0,-1 0-1 0 0,1 1 1 0 0,-1-1-1 0 0,1 1 1 0 0,1-2 0 0 0,21-16 1416 0 0,-18 15-1193 0 0,19-15 843 0 0,2 1 0 0 0,0 2 0 0 0,1 0 0 0 0,42-15 0 0 0,-49 22-1277 0 0,0 2 1 0 0,0 0-1 0 0,0 1 0 0 0,1 1 0 0 0,0 1 1 0 0,0 1-1 0 0,29 1 0 0 0,-28 4-1756 0 0,1 2-4201 0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62 14283 0 0,'6'7'632'0'0,"-1"-4"136"0"0,5-1-616 0 0,-4 0-152 0 0,1-1 0 0 0,-1-2 0 0 0,2 1 0 0 0,7-2-88 0 0,10 1 16 0 0,6-4 0 0 0,3-1-224 0 0,-1-3-48 0 0,1-1-8 0 0,-2-2 0 0 0,2-2 288 0 0,-4-2 64 0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8290 0 0,'-1'1'282'0'0,"0"1"0"0"0,0-1 0 0 0,0 0 1 0 0,0 1-1 0 0,0-1 0 0 0,1 0 0 0 0,-1 1 0 0 0,0-1 0 0 0,1 1 1 0 0,0-1-1 0 0,-1 1 0 0 0,1-1 0 0 0,0 1 0 0 0,-1 0 1 0 0,1-1-1 0 0,0 1 0 0 0,0-1 0 0 0,1 1 0 0 0,-1 0 1 0 0,1 2-1 0 0,4 35 3379 0 0,25 66 120 0 0,3 13-2594 0 0,-27-78-1212 0 0,-3-21-380 0 0,0 1 0 0 0,2 0 0 0 0,0-1 0 0 0,1 0 0 0 0,13 30 0 0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1 198 5065 0 0,'18'-25'2483'0'0,"1"0"-1"0"0,1 2 1 0 0,1 0 0 0 0,37-30 0 0 0,-51 46-1833 0 0,-7 6-643 0 0,43-32 2482 0 0,-23 25-3922 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85 4145 0 0,'1'1'83'0'0,"0"-1"0"0"0,-1 1 0 0 0,1 0 0 0 0,0-1 0 0 0,0 1 0 0 0,0-1 0 0 0,0 0 0 0 0,0 1 1 0 0,0-1-1 0 0,0 0 0 0 0,0 1 0 0 0,0-1 0 0 0,0 0 0 0 0,0 0 0 0 0,0 0 0 0 0,0 0 0 0 0,1 0 0 0 0,-1 0 0 0 0,0 0 0 0 0,0 0 0 0 0,0-1 0 0 0,0 1 0 0 0,2-1 1 0 0,28-7 2033 0 0,-28 7-1703 0 0,19-8 573 0 0,-1 0 0 0 0,29-17 0 0 0,3-1-1017 0 0,-34 18 103 0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9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 7834 0 0,'1'1'556'0'0,"1"0"0"0"0,-1-1 0 0 0,1 1 0 0 0,0-1 0 0 0,-1 1 1 0 0,1-1-1 0 0,0 0 0 0 0,-1 0 0 0 0,1 1 0 0 0,-1-1 0 0 0,1 0 0 0 0,0-1 1 0 0,-1 1-1 0 0,1 0 0 0 0,2-1 0 0 0,40-3 2620 0 0,41-19-3037 0 0,-73 19-1422 0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9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40 2304 0 0,'-2'6'201'0'0,"5"3"2479"0"0,1-9-1192 0 0,2-2 9 0 0,2 1-49 0 0,4 0-8 0 0,3-2 1 0 0,2-3-1 0 0,2 1-864 0 0,-1-3-184 0 0,1 1-32 0 0,-2-1-8 0 0,3 1-248 0 0,-4 0-104 0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31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3225 0 0,'0'-1'264'0'0,"0"0"0"0"0,0 0 1 0 0,0 0-1 0 0,0 0 0 0 0,1 0 1 0 0,-1 0-1 0 0,0 0 0 0 0,1 1 0 0 0,-1-1 1 0 0,0 0-1 0 0,1 0 0 0 0,0 0 1 0 0,-1 0-1 0 0,1 0 0 0 0,-1 1 1 0 0,1-1-1 0 0,0 0 0 0 0,-1 0 1 0 0,1 1-1 0 0,0-1 0 0 0,0 1 1 0 0,0-1-1 0 0,0 1 0 0 0,-1-1 0 0 0,1 1 1 0 0,0-1-1 0 0,0 1 0 0 0,0 0 1 0 0,0-1-1 0 0,0 1 0 0 0,0 0 1 0 0,0 0-1 0 0,0 0 0 0 0,2 0 1 0 0,0-1 323 0 0,0 1 0 0 0,0 0 1 0 0,0 1-1 0 0,1-1 1 0 0,-1 0-1 0 0,0 1 0 0 0,0 0 1 0 0,0 0-1 0 0,0 0 1 0 0,3 1-1 0 0,1 2-326 0 0,0 1 0 0 0,0 0 0 0 0,-1 0 1 0 0,0 0-1 0 0,0 0 0 0 0,0 1 0 0 0,0 0 0 0 0,-1 0 0 0 0,0 1 1 0 0,7 13-1 0 0,-5-8-149 0 0,-2 0 1 0 0,1 1-1 0 0,-2 0 0 0 0,0 0 1 0 0,5 26-1 0 0,-5-8-133 0 0,-2 0 0 0 0,-1 0 1 0 0,-1 0-1 0 0,-8 59 0 0 0,-2-41-1067 0 0,6-39-19 0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31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6913 0 0,'0'18'609'0'0,"-1"-7"-481"0"0,1 0-128 0 0,0-3 0 0 0,0-3 1264 0 0,1-1 232 0 0,-1 1 41 0 0,0 1 15 0 0,1 5-744 0 0,-1 2-144 0 0,0-2-32 0 0,-1-6-8 0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2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69 172 3225 0 0,'-7'4'890'0'0,"0"0"0"0"0,0-1 0 0 0,0 0 0 0 0,-1-1 1 0 0,1 0-1 0 0,0 0 0 0 0,-12 2 0 0 0,19-6-720 0 0,0 0 0 0 0,0 0 0 0 0,0 0 1 0 0,1 0-1 0 0,-1 0 0 0 0,0 0 0 0 0,1 0 0 0 0,-1 0 0 0 0,1 0 0 0 0,0 0 0 0 0,0 0 0 0 0,0 1 0 0 0,0-1 1 0 0,1-3-1 0 0,2-2 1139 0 0,-2 0-462 0 0,1-1 0 0 0,0 1 0 0 0,0 0 0 0 0,1 0 0 0 0,0 1 0 0 0,0-1 0 0 0,1 1-1 0 0,5-7 1 0 0,-2 5-590 0 0,0 0 0 0 0,1 0 0 0 0,0 1 0 0 0,0 0 0 0 0,13-8 0 0 0,-12 10-263 0 0,-1 0 1 0 0,1 0-1 0 0,0 1 1 0 0,0 0-1 0 0,0 1 0 0 0,1 0 1 0 0,-1 1-1 0 0,1 0 1 0 0,-1 1-1 0 0,1 0 1 0 0,0 0-1 0 0,0 1 1 0 0,14 2-1 0 0,-22-2 16 0 0,0 1 0 0 0,0-1 0 0 0,0 1 1 0 0,0 0-1 0 0,-1 0 0 0 0,1 0 0 0 0,0 1 0 0 0,0-1 0 0 0,0 1 1 0 0,-1-1-1 0 0,1 1 0 0 0,-1 0 0 0 0,0 0 0 0 0,1 0 0 0 0,-1 0 1 0 0,0 1-1 0 0,0-1 0 0 0,3 5 0 0 0,-3-3-2 0 0,0 1 0 0 0,0-1 0 0 0,0 1 0 0 0,-1 0 0 0 0,0 0 0 0 0,0 0-1 0 0,0-1 1 0 0,0 1 0 0 0,-1 0 0 0 0,0 9 0 0 0,-2 2 12 0 0,0 0 0 0 0,0 0 0 0 0,-2 0-1 0 0,0-1 1 0 0,-1 1 0 0 0,-7 15 0 0 0,-43 71 42 0 0,39-76 28 0 0,1 1 1 0 0,-20 52-1 0 0,39-79-56 0 0,1-1-1 0 0,-1 0 1 0 0,1 0-1 0 0,-1 0 1 0 0,0 0-1 0 0,5-3 1 0 0,6-2-26 0 0,0 0-1 0 0,1 1 1 0 0,-1 1 0 0 0,1 1-1 0 0,0 0 1 0 0,0 1 0 0 0,22 0-1 0 0,-32 2-10 0 0,1 0-1 0 0,-1 1 1 0 0,0 0-1 0 0,0 0 1 0 0,0 1-1 0 0,0 0 1 0 0,0 0-1 0 0,0 0 1 0 0,0 0-1 0 0,-1 1 1 0 0,1 0 0 0 0,-1 0-1 0 0,1 1 1 0 0,-1 0-1 0 0,-1 0 1 0 0,1 0-1 0 0,0 0 1 0 0,-1 1-1 0 0,0-1 1 0 0,0 1-1 0 0,0 0 1 0 0,3 6-1 0 0,-5-5 7 0 0,1 0-1 0 0,-1 0 1 0 0,0 1-1 0 0,0-1 1 0 0,0 1-1 0 0,-1-1 0 0 0,0 1 1 0 0,0 0-1 0 0,-1-1 1 0 0,0 1-1 0 0,0 0 1 0 0,-1-1-1 0 0,0 1 1 0 0,0 0-1 0 0,0-1 1 0 0,-1 1-1 0 0,0-1 0 0 0,0 0 1 0 0,0 1-1 0 0,-1-1 1 0 0,-4 6-1 0 0,-3 7 97 0 0,-1-1 0 0 0,0 0 0 0 0,-2-1 0 0 0,0-1 0 0 0,-21 21 0 0 0,29-32-63 0 0,0 0 0 0 0,-1-1 0 0 0,0 0 0 0 0,0 0 0 0 0,0 0 0 0 0,-10 4-1 0 0,14-7-98 0 0,0 0 0 0 0,1-1 0 0 0,-1 1 0 0 0,1 0 0 0 0,-1-1-1 0 0,0 0 1 0 0,0 1 0 0 0,1-1 0 0 0,-1 0 0 0 0,0 1 0 0 0,0-1 0 0 0,0 0-1 0 0,1-1 1 0 0,-1 1 0 0 0,0 0 0 0 0,0 0 0 0 0,1-1 0 0 0,-1 1 0 0 0,0-1-1 0 0,1 1 1 0 0,-1-1 0 0 0,0 0 0 0 0,1 0 0 0 0,-1 0 0 0 0,1 0 0 0 0,-1 0-1 0 0,1 0 1 0 0,-1 0 0 0 0,1 0 0 0 0,0 0 0 0 0,-2-2 0 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3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32 430 920 0 0,'-32'-48'17512'0'0,"32"44"-16826"0"0,9-7 2278 0 0,-8 11-2906 0 0,0-1 0 0 0,0 1 1 0 0,1 0-1 0 0,-1 0 0 0 0,0 0 0 0 0,0 0 0 0 0,1 0 0 0 0,-1 0 0 0 0,0 0 1 0 0,0 0-1 0 0,0 0 0 0 0,1 1 0 0 0,-1-1 0 0 0,0 0 0 0 0,0 1 1 0 0,0-1-1 0 0,1 1 0 0 0,-1 0 0 0 0,0-1 0 0 0,0 1 0 0 0,0 0 1 0 0,0-1-1 0 0,0 1 0 0 0,0 0 0 0 0,-1 0 0 0 0,1 0 0 0 0,1 2 0 0 0,23 28 439 0 0,16 39-290 0 0,-27-44-147 0 0,25 34-1 0 0,-32-51-56 0 0,0 0 0 0 0,0-1 0 0 0,1 0 0 0 0,1-1 0 0 0,-1 0 0 0 0,1 0 0 0 0,14 8 0 0 0,-17-12 12 0 0,0 0-1 0 0,0 0 0 0 0,0 0 0 0 0,1-1 1 0 0,-1 0-1 0 0,1 0 0 0 0,-1 0 1 0 0,12 0-1 0 0,-15-2 28 0 0,-1 0 1 0 0,0 0-1 0 0,0 0 1 0 0,1 0-1 0 0,-1-1 0 0 0,0 1 1 0 0,0-1-1 0 0,0 1 1 0 0,0-1-1 0 0,0 0 1 0 0,1 0-1 0 0,-1 0 1 0 0,-1 0-1 0 0,1 0 0 0 0,0-1 1 0 0,0 1-1 0 0,0-1 1 0 0,-1 1-1 0 0,1-1 1 0 0,-1 1-1 0 0,1-1 0 0 0,-1 0 1 0 0,1 0-1 0 0,-1 0 1 0 0,0 1-1 0 0,0-1 1 0 0,0-1-1 0 0,0 1 0 0 0,0-2 1 0 0,3-8 255 0 0,-1-1 0 0 0,0 1-1 0 0,-1 0 1 0 0,0-1 0 0 0,0-22 0 0 0,-8-68 704 0 0,1 26-672 0 0,2 6-175 0 0,0-63 1 0 0,4 116-232 0 0,0 0 0 0 0,2 0 1 0 0,0 0-1 0 0,1 0 0 0 0,7-20 0 0 0,-4 27-602 0 0,-6 11 555 0 0,-1 0 0 0 0,0 1 1 0 0,1-1-1 0 0,-1 0 0 0 0,0 0 0 0 0,1 0 0 0 0,-1 1 0 0 0,0-1 0 0 0,2 2-615 0 0,-2-2 615 0 0,0 0 0 0 0,0 0 0 0 0,0 1 0 0 0,1-1 1 0 0,-1 1-1 0 0,0-1 0 0 0,0 0 0 0 0,0 1 0 0 0,0-1 0 0 0,0 0 0 0 0,0 1 0 0 0,0-1 0 0 0,0 0 0 0 0,0 1 0 0 0,0 0 0 0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6.0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 13363 0 0,'2'3'6970'0'0,"4"38"-5462"0"0,1 194-1074 0 0,8 165 248 0 0,7-153-682 0 0,9 183 0 0 0,-46 450-440 0 0,-19-364 381 0 0,18-321 46 0 0,13-107 226 0 0,14 138 0 0 0,-3-110-107 0 0,-13 186 124 0 0,-1-183-256 0 0,2-66 42 0 0,-2-1 0 0 0,-24 92 0 0 0,28-138-1247 0 0,0-9 294 0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6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82 375 3225 0 0,'-4'-1'295'0'0,"1"1"1"0"0,-1-1 0 0 0,1 0 0 0 0,0 1-1 0 0,-1-1 1 0 0,1-1 0 0 0,0 1 0 0 0,-6-3-1 0 0,1-1 2503 0 0,0 0-1 0 0,0-1 1 0 0,1 0-1 0 0,-7-8 2274 0 0,43 21-3773 0 0,-20-1-1255 0 0,0 0-1 0 0,-1 0 1 0 0,0 1-1 0 0,15 16 1 0 0,-17-16-18 0 0,0-1 1 0 0,0 0-1 0 0,1 0 0 0 0,-1 0 0 0 0,2-1 0 0 0,-1 0 1 0 0,0-1-1 0 0,16 8 0 0 0,-2-6-11 0 0,1 0 0 0 0,0-2 1 0 0,0 0-1 0 0,0-1 0 0 0,0-1 0 0 0,0-2 0 0 0,36-2 0 0 0,-54 1 25 0 0,0 1-1 0 0,0-1 0 0 0,0 0 0 0 0,0-1 0 0 0,-1 1 0 0 0,1-1 0 0 0,0 1 0 0 0,-1-1 0 0 0,1 0 0 0 0,-1 0 0 0 0,0-1 0 0 0,1 1 0 0 0,3-5 0 0 0,-1 1 40 0 0,-1 0 0 0 0,0 0 0 0 0,-1-1 0 0 0,0 1-1 0 0,0-1 1 0 0,5-11 0 0 0,1-8 91 0 0,-2 0-1 0 0,-1-1 1 0 0,5-27 0 0 0,-10 41-159 0 0,10-52-7 0 0,-7 29-912 0 0,2 1 0 0 0,12-36 0 0 0,-8 44-7405 0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4.3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256 59 8290 0 0,'-3'-5'672'0'0,"0"0"1"0"0,0 0-1 0 0,0 0 0 0 0,-1 0 1 0 0,0 0-1 0 0,0 1 1 0 0,0 0-1 0 0,0 0 1 0 0,-1 0-1 0 0,-4-4 0 0 0,8 8-512 0 0,0-1 0 0 0,-1 0-1 0 0,1 1 1 0 0,0-1-1 0 0,0 1 1 0 0,0-1-1 0 0,-1 1 1 0 0,1 0 0 0 0,0 0-1 0 0,0-1 1 0 0,-1 1-1 0 0,1 0 1 0 0,0 0-1 0 0,-1 0 1 0 0,1 0 0 0 0,0 0-1 0 0,0 1 1 0 0,-1-1-1 0 0,-1 1 1 0 0,1 0-56 0 0,0 0-1 0 0,0 1 1 0 0,1-1 0 0 0,-1 0 0 0 0,1 1-1 0 0,-1-1 1 0 0,1 1 0 0 0,0 0 0 0 0,-1-1-1 0 0,1 1 1 0 0,0 0 0 0 0,0 0 0 0 0,0-1-1 0 0,1 1 1 0 0,-1 0 0 0 0,-1 3 0 0 0,-12 48 14 0 0,2 0 0 0 0,2 0-1 0 0,-4 87 1 0 0,8-73-90 0 0,-26 718-128 0 0,26-446 61 0 0,0 535 20 0 0,7-575 299 0 0,2-2 106 0 0,-3 189 901 0 0,-31-9-730 0 0,28-447-549 0 0,-19 333 504 0 0,22-352-593 0 0,0-11 76 0 0,0 0-1 0 0,0 0 1 0 0,0 0-1 0 0,0 1 0 0 0,0-1 1 0 0,0 0-1 0 0,0 0 1 0 0,0 0-1 0 0,0 1 0 0 0,0-1 1 0 0,0 0-1 0 0,0 0 0 0 0,0 0 1 0 0,0 1-1 0 0,0-1 1 0 0,-1 0-1 0 0,1 0 0 0 0,0 0 1 0 0,0 0-1 0 0,0 1 1 0 0,0-1-1 0 0,0 0 0 0 0,0 0 1 0 0,0 0-1 0 0,-1 0 0 0 0,1 0 1 0 0,0 1-1 0 0,0-1 1 0 0,0 0-1 0 0,0 0 0 0 0,0 0 1 0 0,-1 0-1 0 0,1 0 1 0 0,0 0-1 0 0,0 0 0 0 0,0 0 1 0 0,-1 1-1 0 0,1-1 0 0 0,0 0 1 0 0,0 0-1 0 0,0 0 1 0 0,-1 0-1 0 0,1 0 0 0 0,0 0 1 0 0,-3-3-350 0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4.9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213 364 2505 0 0,'3'-14'637'0'0,"-1"-1"0"0"0,-1 1 1 0 0,-1-23-1 0 0,0 30-333 0 0,0 0 0 0 0,-1 0 0 0 0,0 1 0 0 0,-1-1 0 0 0,1 0 0 0 0,-1 1 0 0 0,-1 0 0 0 0,1-1 0 0 0,-7-10 0 0 0,9 16-174 0 0,-1 0 0 0 0,0 0 0 0 0,0 1 0 0 0,0-1 0 0 0,1 0 0 0 0,-1 0 0 0 0,0 0 1 0 0,0 1-1 0 0,0-1 0 0 0,0 0 0 0 0,-1 1 0 0 0,1-1 0 0 0,0 1 0 0 0,0-1 0 0 0,0 1 0 0 0,0 0 0 0 0,0 0 1 0 0,-1-1-1 0 0,1 1 0 0 0,0 0 0 0 0,0 0 0 0 0,0 0 0 0 0,-1 0 0 0 0,1 0 0 0 0,0 0 0 0 0,0 1 0 0 0,0-1 1 0 0,-1 0-1 0 0,1 1 0 0 0,0-1 0 0 0,0 0 0 0 0,0 1 0 0 0,0 0 0 0 0,0-1 0 0 0,0 1 0 0 0,0-1 0 0 0,0 1 1 0 0,0 0-1 0 0,0 0 0 0 0,-1 1 0 0 0,-6 4 440 0 0,1 1 0 0 0,-1 0 0 0 0,-9 14 0 0 0,12-16-284 0 0,-12 16 262 0 0,0 0 1 0 0,1 2-1 0 0,2 0 0 0 0,0 0 1 0 0,-15 38-1 0 0,28-55-210 0 0,4-7-67 0 0,11-14 113 0 0,16-26 45 0 0,38-69 106 0 0,-26 40 114 0 0,69-88-1 0 0,-108 154-608 0 0,0 1 0 0 0,0 0 0 0 0,0 0-1 0 0,0 0 1 0 0,0 0 0 0 0,1 0 0 0 0,-1 0 0 0 0,1 1 0 0 0,7-4-1 0 0,-10 6-21 0 0,0-1-1 0 0,1 1 0 0 0,-1 0 0 0 0,0 0 1 0 0,1 0-1 0 0,-1 0 0 0 0,0 0 0 0 0,1 0 0 0 0,-1 1 1 0 0,0-1-1 0 0,0 0 0 0 0,1 0 0 0 0,-1 1 1 0 0,0-1-1 0 0,0 1 0 0 0,1 0 0 0 0,-1-1 1 0 0,0 1-1 0 0,0 0 0 0 0,0-1 0 0 0,0 1 1 0 0,0 0-1 0 0,0 0 0 0 0,0 0 0 0 0,0 0 1 0 0,0 0-1 0 0,-1 0 0 0 0,1 0 0 0 0,0 0 1 0 0,-1 1-1 0 0,1-1 0 0 0,-1 0 0 0 0,1 0 1 0 0,-1 0-1 0 0,1 2 0 0 0,55 145 354 0 0,-1-4-323 0 0,-31-93-539 0 0,2-1 1 0 0,61 87 0 0 0,-66-110-7532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8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52 3681 0 0,'-11'8'5946'0'0,"11"-7"-5734"0"0,0-1 1 0 0,0 1-1 0 0,-1-1 0 0 0,1 1 1 0 0,0 0-1 0 0,0 16 1357 0 0,1-15-1819 0 0,-1 5 405 0 0,2 0 0 0 0,-1 0 1 0 0,1-1-1 0 0,0 1 0 0 0,0-1 0 0 0,1 1 0 0 0,0-1 1 0 0,0 0-1 0 0,1 0 0 0 0,-1 0 0 0 0,1-1 1 0 0,8 10-1 0 0,-10-13-93 0 0,0 0 0 0 0,0 0 0 0 0,0 0 0 0 0,0-1 0 0 0,1 1 0 0 0,-1 0 1 0 0,0-1-1 0 0,1 0 0 0 0,-1 0 0 0 0,1 1 0 0 0,0-1 0 0 0,-1-1 0 0 0,1 1 0 0 0,3 0 0 0 0,-4-1 3 0 0,0 0 0 0 0,0 0 0 0 0,-1 0 0 0 0,1 0-1 0 0,0-1 1 0 0,0 1 0 0 0,0-1 0 0 0,0 1-1 0 0,0-1 1 0 0,-1 0 0 0 0,1 0 0 0 0,0 0 0 0 0,-1 0-1 0 0,1 0 1 0 0,0 0 0 0 0,-1 0 0 0 0,1-1 0 0 0,-1 1-1 0 0,0 0 1 0 0,1-1 0 0 0,-1 1 0 0 0,1-3 0 0 0,2-2 111 0 0,-1 1 0 0 0,0-1 1 0 0,-1 1-1 0 0,0-1 1 0 0,0 0-1 0 0,0 0 1 0 0,0 0-1 0 0,-1-1 1 0 0,0 1-1 0 0,0 0 1 0 0,-1 0-1 0 0,0-10 1 0 0,0 12 0 0 0,0-1 1 0 0,0 1-1 0 0,-1-1 1 0 0,1 1-1 0 0,-1-1 1 0 0,0 1-1 0 0,-1 0 1 0 0,1-1-1 0 0,-1 1 1 0 0,0 0-1 0 0,0 0 1 0 0,0 0-1 0 0,0 0 1 0 0,-1 0-1 0 0,1 1 1 0 0,-1-1-1 0 0,0 1 1 0 0,-4-4-1 0 0,7 7-158 0 0,-1-1 0 0 0,0 1 0 0 0,1-1 0 0 0,-1 1 0 0 0,0-1 0 0 0,0 1 0 0 0,1-1 0 0 0,-1 1 0 0 0,0 0 0 0 0,0-1 0 0 0,1 1 0 0 0,-1 0 0 0 0,0 0 0 0 0,0 0 0 0 0,0 0 0 0 0,0 0 0 0 0,1 0 0 0 0,-1 0 0 0 0,0 0 0 0 0,0 0 0 0 0,0 0 0 0 0,0 0 0 0 0,1 0 0 0 0,-1 0 0 0 0,0 1 0 0 0,0-1 1 0 0,0 0-1 0 0,1 1 0 0 0,-1-1 0 0 0,0 1 0 0 0,0-1 0 0 0,1 1 0 0 0,-1-1 0 0 0,1 1 0 0 0,-1-1 0 0 0,0 1 0 0 0,1-1 0 0 0,-1 1 0 0 0,0 0 0 0 0,-16 34 139 0 0,12-23-158 0 0,7-11 65 0 0,-2-2 6 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1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147 190 6449 0 0,'-39'3'3177'0'0,"17"6"2043"0"0,22-8-5125 0 0,0-1 0 0 0,0 1 0 0 0,0-1-1 0 0,0 0 1 0 0,0 1 0 0 0,1-1 0 0 0,-1 0 0 0 0,0 1 0 0 0,0-1 0 0 0,1 0 0 0 0,-1 1 0 0 0,0-1-1 0 0,0 0 1 0 0,1 0 0 0 0,-1 1 0 0 0,0-1 0 0 0,1 0 0 0 0,-1 0 0 0 0,0 1 0 0 0,1-1 0 0 0,-1 0-1 0 0,0 0 1 0 0,1 0 0 0 0,-1 0 0 0 0,1 0 0 0 0,-1 0 0 0 0,0 0 0 0 0,1 0 0 0 0,-1 1 0 0 0,0-1-1 0 0,1 0 1 0 0,-1-1 0 0 0,1 1 0 0 0,-1 0 0 0 0,1 0 0 0 0,16 3 718 0 0,-13-3-695 0 0,1-1-1 0 0,-1 1 1 0 0,0-1 0 0 0,0 0 0 0 0,0 0 0 0 0,0 0-1 0 0,0 0 1 0 0,0-1 0 0 0,-1 0 0 0 0,1 0-1 0 0,0 0 1 0 0,-1 0 0 0 0,0 0 0 0 0,1-1 0 0 0,-1 1-1 0 0,0-1 1 0 0,0 0 0 0 0,0 0 0 0 0,-1 0 0 0 0,1-1-1 0 0,-1 1 1 0 0,1 0 0 0 0,-1-1 0 0 0,0 0 0 0 0,-1 1-1 0 0,1-1 1 0 0,1-5 0 0 0,-1 4-91 0 0,-1 1-1 0 0,0-1 1 0 0,0 1-1 0 0,0-1 1 0 0,-1 0-1 0 0,1 1 1 0 0,-1-1-1 0 0,0 0 1 0 0,-1 1 0 0 0,1-1-1 0 0,-1 0 1 0 0,0 1-1 0 0,0-1 1 0 0,0 1-1 0 0,-1-1 1 0 0,1 1-1 0 0,-1 0 1 0 0,0 0 0 0 0,0-1-1 0 0,-1 1 1 0 0,1 1-1 0 0,-1-1 1 0 0,0 0-1 0 0,-4-3 1 0 0,5 4-27 0 0,-1 0 0 0 0,-1 1 0 0 0,1-1 0 0 0,0 1 0 0 0,0 0-1 0 0,-1 0 1 0 0,0 0 0 0 0,1 0 0 0 0,-1 0 0 0 0,0 1 0 0 0,0 0 0 0 0,0-1 0 0 0,0 2 0 0 0,0-1 0 0 0,0 0 0 0 0,0 1 0 0 0,0 0 0 0 0,0 0 0 0 0,0 0 0 0 0,0 0-1 0 0,0 1 1 0 0,0-1 0 0 0,-7 3 0 0 0,6-1-15 0 0,0 1-1 0 0,0-1 1 0 0,1 1-1 0 0,-1 0 1 0 0,1 0-1 0 0,0 0 1 0 0,0 0-1 0 0,0 1 1 0 0,0 0-1 0 0,1 0 1 0 0,-1 0-1 0 0,1 0 1 0 0,0 0-1 0 0,0 1 1 0 0,1-1-1 0 0,-1 1 1 0 0,1 0-1 0 0,-2 5 1 0 0,2-3-14 0 0,-1 0 0 0 0,1 0 0 0 0,1 0 1 0 0,-1 0-1 0 0,1 0 0 0 0,1 0 0 0 0,-1 0 1 0 0,1 0-1 0 0,0 0 0 0 0,3 13 0 0 0,-3-18 33 0 0,1 1 0 0 0,0-1 0 0 0,-1 0 0 0 0,1 0 0 0 0,0 0 0 0 0,1 0 0 0 0,-1 0 0 0 0,0 0 0 0 0,0 0 0 0 0,1 0 0 0 0,-1-1 0 0 0,1 1 0 0 0,0 0 0 0 0,-1-1 0 0 0,1 1 0 0 0,0-1 0 0 0,0 0 0 0 0,0 0 1 0 0,0 0-1 0 0,0 0 0 0 0,0 0 0 0 0,0 0 0 0 0,0 0 0 0 0,0 0 0 0 0,1-1 0 0 0,-1 1 0 0 0,0-1 0 0 0,0 0 0 0 0,1 0 0 0 0,-1 0 0 0 0,0 0 0 0 0,1 0 0 0 0,-1 0 0 0 0,0 0 0 0 0,0-1 0 0 0,5-1 0 0 0,-3 1-83 0 0,1 0 1 0 0,-1-1 0 0 0,0 0-1 0 0,1 0 1 0 0,-1 0-1 0 0,0 0 1 0 0,0-1-1 0 0,-1 0 1 0 0,1 0 0 0 0,0 0-1 0 0,-1 0 1 0 0,0 0-1 0 0,1-1 1 0 0,-2 1-1 0 0,1-1 1 0 0,0 0 0 0 0,-1 0-1 0 0,1 0 1 0 0,-1 0-1 0 0,3-8 1 0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1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59 4145 0 0,'-3'-1'244'0'0,"1"-1"0"0"0,-1 1 0 0 0,1 0 0 0 0,-1-1 1 0 0,1 1-1 0 0,-1 0 0 0 0,0 1 0 0 0,1-1 0 0 0,-1 0 0 0 0,0 1 1 0 0,0-1-1 0 0,-3 1 0 0 0,3 0 176 0 0,1 0-1 0 0,0 0 1 0 0,-1 0 0 0 0,1-1 0 0 0,0 1 0 0 0,0-1-1 0 0,-1 1 1 0 0,1-1 0 0 0,0 0 0 0 0,0 0-1 0 0,0 0 1 0 0,0 0 0 0 0,0 0 0 0 0,0 0 0 0 0,0-1-1 0 0,-3-2 1 0 0,5 3-275 0 0,0 0 1 0 0,0 1-1 0 0,0-1 0 0 0,0 0 0 0 0,0 0 1 0 0,1 0-1 0 0,-1 1 0 0 0,0-1 1 0 0,0 0-1 0 0,0 1 0 0 0,1-1 0 0 0,-1 0 1 0 0,1 1-1 0 0,-1-1 0 0 0,0 0 1 0 0,1 1-1 0 0,-1-1 0 0 0,1 0 0 0 0,-1 1 1 0 0,1-1-1 0 0,0 1 0 0 0,-1-1 0 0 0,1 1 1 0 0,-1 0-1 0 0,1-1 0 0 0,0 1 1 0 0,-1 0-1 0 0,1-1 0 0 0,1 1 0 0 0,22-12 1486 0 0,-19 12-1587 0 0,0-1 1 0 0,1 1-1 0 0,-1 0 0 0 0,1 0 0 0 0,-1 0 0 0 0,0 1 0 0 0,1 0 0 0 0,-1 0 0 0 0,0 1 0 0 0,0-1 0 0 0,0 1 0 0 0,0 0 1 0 0,0 0-1 0 0,0 1 0 0 0,-1 0 0 0 0,1-1 0 0 0,-1 2 0 0 0,1-1 0 0 0,-1 0 0 0 0,0 1 0 0 0,0 0 0 0 0,-1 0 0 0 0,1 0 1 0 0,3 6-1 0 0,1 0 55 0 0,-1 1 1 0 0,0 0 0 0 0,0 0 0 0 0,-1 1 0 0 0,-1 0-1 0 0,0 0 1 0 0,0 0 0 0 0,4 25 0 0 0,-7-20-173 0 0,-1 1 1 0 0,-1 0-1 0 0,0-1 0 0 0,-1 1 1 0 0,-1-1-1 0 0,-1 1 1 0 0,-1-1-1 0 0,-8 25 0 0 0,12-42 73 0 0,0 0 0 0 0,0 0 1 0 0,0 0-1 0 0,0 0 0 0 0,0 1 0 0 0,0-1 0 0 0,0 0 0 0 0,0 0 0 0 0,0 0 0 0 0,0 1 0 0 0,0-1 0 0 0,0 0 0 0 0,0 0 0 0 0,0 0 1 0 0,0 1-1 0 0,0-1 0 0 0,0 0 0 0 0,0 0 0 0 0,0 0 0 0 0,0 0 0 0 0,0 1 0 0 0,0-1 0 0 0,0 0 0 0 0,0 0 0 0 0,1 0 1 0 0,-1 0-1 0 0,0 1 0 0 0,0-1 0 0 0,0 0 0 0 0,0 0 0 0 0,0 0 0 0 0,1 0 0 0 0,-1 0 0 0 0,0 0 0 0 0,0 1 0 0 0,0-1 0 0 0,0 0 1 0 0,1 0-1 0 0,-1 0 0 0 0,0 0 0 0 0,0 0 0 0 0,0 0 0 0 0,1 0 0 0 0,12-2 27 0 0,25-13 45 0 0,-19 7-49 0 0,-7 5-21 0 0,0 0 0 0 0,0 1 1 0 0,0 1-1 0 0,1 0 1 0 0,-1 0-1 0 0,0 2 0 0 0,1-1 1 0 0,-1 2-1 0 0,21 4 1 0 0,-17-3 0 0 0,-1 2 0 0 0,0 0 0 0 0,0 0 0 0 0,0 2 0 0 0,-1 0 0 0 0,1 0 0 0 0,12 11 0 0 0,-23-16 9 0 0,-1 0 1 0 0,0 1-1 0 0,0 0 0 0 0,0-1 1 0 0,0 1-1 0 0,0 0 1 0 0,-1 1-1 0 0,1-1 1 0 0,-1 0-1 0 0,0 1 0 0 0,0-1 1 0 0,0 1-1 0 0,0 0 1 0 0,-1 0-1 0 0,0 0 1 0 0,1-1-1 0 0,0 7 0 0 0,-2-4 25 0 0,0 0 0 0 0,0-1-1 0 0,0 1 1 0 0,-1 0-1 0 0,0 0 1 0 0,0 0 0 0 0,0-1-1 0 0,-1 1 1 0 0,0-1-1 0 0,0 1 1 0 0,-3 4-1 0 0,-8 13-221 0 0,0-1 0 0 0,-2-1 0 0 0,-1-1 0 0 0,-25 27 0 0 0,30-35-256 0 0,0 1-4745 0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2.2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1 169 9674 0 0,'10'4'11877'0'0,"-2"0"-11622"0"0,-1 0 0 0 0,0 0 0 0 0,1 0 0 0 0,-2 1 0 0 0,13 11 0 0 0,14 24 110 0 0,16 17-211 0 0,-44-53-122 0 0,-1 0 1 0 0,1 0-1 0 0,-1 0 1 0 0,1-1-1 0 0,0 0 1 0 0,0 0-1 0 0,1 0 1 0 0,-1 0 0 0 0,11 2-1 0 0,-14-4 5 0 0,-1-1 0 0 0,0 0 0 0 0,1 1 0 0 0,-1-1 0 0 0,1 0 0 0 0,-1 0 0 0 0,0 0 0 0 0,1 0 0 0 0,-1 0 0 0 0,0 0 0 0 0,1-1 0 0 0,-1 1 0 0 0,0 0 0 0 0,1-1 0 0 0,-1 1 0 0 0,0-1 0 0 0,0 1 0 0 0,1-1 0 0 0,-1 0 0 0 0,0 1 0 0 0,0-1 0 0 0,0 0 0 0 0,2-1 0 0 0,-1-1 36 0 0,-1 1 0 0 0,1-1 0 0 0,0 1 0 0 0,-1-1 0 0 0,1 0 0 0 0,-1 0 0 0 0,0 1 0 0 0,0-1 0 0 0,0 0-1 0 0,1-4 1 0 0,0-6 175 0 0,-1 0-1 0 0,1 0 0 0 0,-3-24 0 0 0,-7-44 270 0 0,4 58-866 0 0,2 0 1 0 0,0-1-1 0 0,3-40 1 0 0,1 54-374 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9.9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19 125 6449 0 0,'-1'0'100'0'0,"1"0"-1"0"0,-1 0 0 0 0,0 0 0 0 0,0 0 1 0 0,1 0-1 0 0,-1 0 0 0 0,0-1 0 0 0,0 1 0 0 0,1 0 1 0 0,-1 0-1 0 0,0-1 0 0 0,1 1 0 0 0,-1 0 1 0 0,0-1-1 0 0,1 1 0 0 0,-1 0 0 0 0,0-1 1 0 0,1 1-1 0 0,-1-1 0 0 0,1 1 0 0 0,-1-1 1 0 0,1 0-1 0 0,-1 1 0 0 0,1-1 0 0 0,0 1 0 0 0,-1-1 1 0 0,1 0-1 0 0,-1 0 0 0 0,1 1 0 0 0,0-1 1 0 0,0 0-1 0 0,0 1 0 0 0,-1-1 0 0 0,1 0 1 0 0,0 0-1 0 0,0 1 0 0 0,0-1 0 0 0,0 0 1 0 0,0 0-1 0 0,0 1 0 0 0,0-1 0 0 0,0 0 0 0 0,1 0 1 0 0,-1 1-1 0 0,0-1 0 0 0,0 0 0 0 0,1 0 1 0 0,0-3 185 0 0,0 1 0 0 0,0-1 0 0 0,1 1 0 0 0,-1 0 0 0 0,1 0 1 0 0,-1 0-1 0 0,1 0 0 0 0,4-5 0 0 0,1 1 89 0 0,0 1 0 0 0,0 0 1 0 0,1 0-1 0 0,0 0 0 0 0,0 1 0 0 0,0 1 1 0 0,0-1-1 0 0,1 1 0 0 0,0 1 1 0 0,0-1-1 0 0,0 2 0 0 0,17-4 0 0 0,-20 5-285 0 0,0 1 0 0 0,0-1 0 0 0,0 2-1 0 0,0-1 1 0 0,1 1 0 0 0,-1-1 0 0 0,0 2-1 0 0,0-1 1 0 0,0 1 0 0 0,0 0 0 0 0,-1 0-1 0 0,1 0 1 0 0,0 1 0 0 0,-1 0 0 0 0,0 0 0 0 0,1 0-1 0 0,-1 1 1 0 0,-1 0 0 0 0,1 0 0 0 0,7 7-1 0 0,-8-6-78 0 0,-1 0 0 0 0,1 0 0 0 0,-1 0 0 0 0,0 0 0 0 0,0 1 0 0 0,0-1-1 0 0,-1 1 1 0 0,0-1 0 0 0,0 1 0 0 0,0 0 0 0 0,-1 0 0 0 0,0 0-1 0 0,0 0 1 0 0,0 12 0 0 0,-2 5 1 0 0,0 0-1 0 0,-9 39 1 0 0,6-40-13 0 0,-3 43 0 0 0,7-65 2 0 0,0 1 1 0 0,1 0-1 0 0,-1-1 0 0 0,0 1 0 0 0,0-1 0 0 0,0 1 0 0 0,1 0 0 0 0,-1-1 0 0 0,0 1 0 0 0,1-1 0 0 0,-1 1 0 0 0,1-1 0 0 0,-1 1 0 0 0,1-1 0 0 0,-1 1 0 0 0,0-1 0 0 0,1 1 1 0 0,0-1-1 0 0,-1 0 0 0 0,1 1 0 0 0,-1-1 0 0 0,1 0 0 0 0,-1 0 0 0 0,1 1 0 0 0,0-1 0 0 0,-1 0 0 0 0,1 0 0 0 0,-1 0 0 0 0,1 0 0 0 0,0 0 0 0 0,-1 0 0 0 0,1 0 0 0 0,0 0 0 0 0,-1 0 1 0 0,1 0-1 0 0,1 0 0 0 0,31-4 135 0 0,-19 2-29 0 0,-8 2-95 0 0,0 0-1 0 0,0 1 1 0 0,1 0-1 0 0,-1 0 1 0 0,0 1-1 0 0,0 0 1 0 0,0 0-1 0 0,0 0 1 0 0,0 1-1 0 0,-1 0 1 0 0,1 0-1 0 0,-1 0 1 0 0,0 0-1 0 0,0 1 1 0 0,0 0-1 0 0,0 0 1 0 0,0 1-1 0 0,-1-1 1 0 0,7 11-1 0 0,-6-9 39 0 0,0 0 0 0 0,-1 1 1 0 0,0-1-1 0 0,0 1 0 0 0,-1 0 0 0 0,0 0 0 0 0,0 1 0 0 0,-1-1 1 0 0,1 0-1 0 0,-2 1 0 0 0,1 0 0 0 0,-1-1 0 0 0,0 1 0 0 0,-1 0 1 0 0,0 14-1 0 0,-3-9 127 0 0,0-1 1 0 0,0 1-1 0 0,-1 0 1 0 0,-1-1-1 0 0,0 0 1 0 0,-1 0-1 0 0,0 0 1 0 0,-1-1-1 0 0,-13 18 1 0 0,13-20-323 0 0,-1 0 0 0 0,0 0 0 0 0,-1-1 0 0 0,-15 11 0 0 0,16-14-763 0 0,1 0 0 0 0,-1-1 0 0 0,0 0 0 0 0,-1 0 0 0 0,1-1 0 0 0,-13 4 0 0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0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28 395 10594 0 0,'-3'-4'483'0'0,"0"1"0"0"0,1-1 0 0 0,-1 0 0 0 0,1 0 0 0 0,-1 0 0 0 0,1 0 0 0 0,1-1 0 0 0,-1 1 0 0 0,1 0 0 0 0,-1-1 0 0 0,1 1 0 0 0,0-1 0 0 0,1 0 0 0 0,-1-8 0 0 0,1 12-283 0 0,0 0 0 0 0,0-1 0 0 0,0 1 0 0 0,0-1 0 0 0,1 1 0 0 0,-1 0 0 0 0,0-1 0 0 0,1 1 0 0 0,-1-1 0 0 0,1 1 0 0 0,0 0 0 0 0,-1 0 1 0 0,1-1-1 0 0,0 1 0 0 0,0 0 0 0 0,0 0 0 0 0,-1 0 0 0 0,1 0 0 0 0,0 0 0 0 0,2-1 0 0 0,-1 1-144 0 0,0 0 0 0 0,-1 1 0 0 0,1-1-1 0 0,0 1 1 0 0,0-1 0 0 0,0 1 0 0 0,0 0 0 0 0,0 0 0 0 0,0 0-1 0 0,0 0 1 0 0,0 0 0 0 0,0 0 0 0 0,0 0 0 0 0,0 1 0 0 0,0-1 0 0 0,0 1-1 0 0,0 0 1 0 0,-1-1 0 0 0,3 2 0 0 0,8 4-15 0 0,-1 0 1 0 0,0 1-1 0 0,0 0 0 0 0,-1 0 1 0 0,14 14-1 0 0,19 13-33 0 0,-28-24-13 0 0,1 0 1 0 0,0-1-1 0 0,35 12 0 0 0,-41-17 29 0 0,-1-1-1 0 0,1-1 1 0 0,-1 0-1 0 0,1 0 1 0 0,0-1-1 0 0,0-1 1 0 0,-1 1-1 0 0,1-1 1 0 0,12-2-1 0 0,-20 1 30 0 0,0 0-1 0 0,1 0 1 0 0,-1 0 0 0 0,0 0-1 0 0,0 0 1 0 0,0 0-1 0 0,0 0 1 0 0,-1-1 0 0 0,1 1-1 0 0,0-1 1 0 0,0 0 0 0 0,-1 1-1 0 0,1-1 1 0 0,-1 0-1 0 0,0 0 1 0 0,1 0 0 0 0,-1 0-1 0 0,0 0 1 0 0,0 0 0 0 0,0 0-1 0 0,0 0 1 0 0,-1-1 0 0 0,1 1-1 0 0,-1 0 1 0 0,1 0-1 0 0,-1-4 1 0 0,3-11 348 0 0,-2 1 1 0 0,0-29-1 0 0,-1 23-251 0 0,0-13-223 0 0,-1-1 0 0 0,-2 1-1 0 0,-1 0 1 0 0,-2 0 0 0 0,-1 0-1 0 0,-15-42 1 0 0,19 66-2184 0 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3.2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93 6913 0 0,'-1'-1'312'0'0,"0"0"0"0"0,0 0 0 0 0,-1 1-1 0 0,1-1 1 0 0,0 1 0 0 0,-1-1-1 0 0,1 1 1 0 0,-1-1 0 0 0,1 1-1 0 0,-1 0 1 0 0,1 0 0 0 0,0 0-1 0 0,-1 0 1 0 0,1 0 0 0 0,-1 0-1 0 0,1 0 1 0 0,-1 0 0 0 0,1 0-1 0 0,-1 1 1 0 0,1-1 0 0 0,0 1-1 0 0,-1-1 1 0 0,1 1 0 0 0,-2 0-1 0 0,2 0-24 0 0,-1 1-1 0 0,1-1 1 0 0,0 1-1 0 0,0-1 1 0 0,-1 1-1 0 0,1 0 1 0 0,1-1-1 0 0,-1 1 1 0 0,0 0-1 0 0,0 0 1 0 0,1 0-1 0 0,-1-1 0 0 0,1 1 1 0 0,-1 0-1 0 0,0 4 1 0 0,1 0-51 0 0,0-1-1 0 0,0 1 1 0 0,0 0-1 0 0,0 0 1 0 0,1-1 0 0 0,0 1-1 0 0,0 0 1 0 0,0-1 0 0 0,1 1-1 0 0,0-1 1 0 0,5 10 0 0 0,-7-14-227 0 0,0 0 0 0 0,1 0 0 0 0,-1-1 0 0 0,0 1 1 0 0,1 0-1 0 0,0 0 0 0 0,-1-1 0 0 0,1 1 0 0 0,-1 0 1 0 0,1-1-1 0 0,0 1 0 0 0,-1-1 0 0 0,1 1 0 0 0,0-1 1 0 0,-1 1-1 0 0,1-1 0 0 0,0 1 0 0 0,0-1 0 0 0,0 0 1 0 0,0 0-1 0 0,-1 1 0 0 0,1-1 0 0 0,0 0 0 0 0,0 0 0 0 0,0 0 1 0 0,0 0-1 0 0,0 0 0 0 0,0 0 0 0 0,-1 0 0 0 0,3 0 1 0 0,-2-1 17 0 0,1 0 0 0 0,-1 0 0 0 0,1 0 0 0 0,-1 0 1 0 0,1-1-1 0 0,-1 1 0 0 0,0 0 0 0 0,1-1 0 0 0,-1 1 1 0 0,0-1-1 0 0,0 1 0 0 0,0-1 0 0 0,1-2 0 0 0,1-3 143 0 0,0-1 1 0 0,0 1-1 0 0,-1 0 0 0 0,0-1 0 0 0,0 1 0 0 0,1-12 0 0 0,-4 13-160 0 0,1 1 1 0 0,-1-1-1 0 0,0 0 0 0 0,0 0 0 0 0,0 1 0 0 0,-1-1 1 0 0,-3-8-1 0 0,4 12-13 0 0,0-1-1 0 0,-1 1 1 0 0,1 0 0 0 0,0 0-1 0 0,-1 0 1 0 0,1 0 0 0 0,-1 0 0 0 0,0 0-1 0 0,1 0 1 0 0,-1 0 0 0 0,0 1-1 0 0,0-1 1 0 0,0 0 0 0 0,0 1 0 0 0,-1 0-1 0 0,1 0 1 0 0,0-1 0 0 0,-1 1-1 0 0,-3-1 1 0 0,6 2 3 0 0,-1 0 1 0 0,1 0-1 0 0,0 0 0 0 0,-1 0 0 0 0,1 0 1 0 0,0 0-1 0 0,0 0 0 0 0,-1 0 0 0 0,1 0 1 0 0,0-1-1 0 0,-1 1 0 0 0,1 1 0 0 0,0-1 1 0 0,-1 0-1 0 0,1 0 0 0 0,0 0 0 0 0,-1 0 1 0 0,1 0-1 0 0,0 0 0 0 0,-1 0 0 0 0,1 0 1 0 0,0 0-1 0 0,0 1 0 0 0,-1-1 0 0 0,1 0 1 0 0,0 0-1 0 0,0 0 0 0 0,-1 1 0 0 0,1-1 1 0 0,0 0-1 0 0,0 0 0 0 0,0 1 0 0 0,-1-1 1 0 0,1 0-1 0 0,0 0 0 0 0,0 1 0 0 0,0-1 0 0 0,2 14-37 0 0,14 12 54 0 0,-12-24-14 0 0,-1 1 0 0 0,1-1 0 0 0,-1 0 0 0 0,1 0 0 0 0,0 0 0 0 0,0 0 0 0 0,0-1 0 0 0,0 0 0 0 0,0 0 0 0 0,0 0 0 0 0,0 0 0 0 0,0-1 0 0 0,1 1-1 0 0,-1-1 1 0 0,0 0 0 0 0,0 0 0 0 0,1-1 0 0 0,4 0 0 0 0,-5 0-5 0 0,-1 1-1 0 0,0-1 1 0 0,0 0-1 0 0,0 0 1 0 0,0 0-1 0 0,0-1 1 0 0,0 1 0 0 0,0-1-1 0 0,0 1 1 0 0,-1-1-1 0 0,1 0 1 0 0,0 0-1 0 0,-1 0 1 0 0,0-1-1 0 0,1 1 1 0 0,-1 0 0 0 0,0-1-1 0 0,0 0 1 0 0,0 1-1 0 0,-1-1 1 0 0,1 0-1 0 0,-1 0 1 0 0,1 0 0 0 0,0-4-1 0 0,-2 5 13 0 0,0 1 0 0 0,1-1 0 0 0,-1 1 0 0 0,-1-1 0 0 0,1 1 0 0 0,0-1 1 0 0,0 1-1 0 0,0-1 0 0 0,-1 1 0 0 0,1 0 0 0 0,-1-1 0 0 0,1 1 0 0 0,-1 0 0 0 0,0-1 0 0 0,1 1 0 0 0,-1 0 0 0 0,0 0 0 0 0,0-1 0 0 0,0 1 0 0 0,0 0 0 0 0,0 0 0 0 0,0 0 0 0 0,0 0 1 0 0,0 0-1 0 0,-1 0 0 0 0,1 1 0 0 0,0-1 0 0 0,0 0 0 0 0,-1 1 0 0 0,1-1 0 0 0,-3 0 0 0 0,0-1-233 0 0,0 0 0 0 0,-1 1 1 0 0,1 0-1 0 0,-1 0 0 0 0,1 0 0 0 0,-1 0 1 0 0,0 0-1 0 0,1 1 0 0 0,-6 0 0 0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4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1 227 2304 0 0,'1'-5'284'0'0,"-1"1"-1"0"0,2 0 0 0 0,-1 0 0 0 0,0 0 0 0 0,1 0 0 0 0,-1 0 0 0 0,1 0 0 0 0,0 1 0 0 0,1-1 1 0 0,-1 1-1 0 0,1-1 0 0 0,2-3 0 0 0,-3 5 240 0 0,1-1 1 0 0,-1 1-1 0 0,0 0 0 0 0,1-1 1 0 0,0 1-1 0 0,-1 0 0 0 0,1 1 1 0 0,0-1-1 0 0,5-2 0 0 0,15 16 6874 0 0,-1 2-4766 0 0,-20-14-2600 0 0,0 1 0 0 0,0-1 0 0 0,-1 1 1 0 0,1-1-1 0 0,0 0 0 0 0,0 0 0 0 0,-1 0 1 0 0,1 0-1 0 0,0 0 0 0 0,0 0 0 0 0,0-1 0 0 0,-1 1 1 0 0,1-1-1 0 0,0 1 0 0 0,0-1 0 0 0,-1 1 0 0 0,1-1 1 0 0,-1 0-1 0 0,1 0 0 0 0,0 0 0 0 0,-1 0 0 0 0,0 0 1 0 0,1 0-1 0 0,-1 0 0 0 0,0-1 0 0 0,1 1 0 0 0,-1 0 1 0 0,0-1-1 0 0,0 1 0 0 0,0-1 0 0 0,1-2 0 0 0,0 1 16 0 0,-1-1-1 0 0,0 1 1 0 0,0 0 0 0 0,0-1-1 0 0,0 1 1 0 0,0 0-1 0 0,-1-1 1 0 0,0 1-1 0 0,1-1 1 0 0,-1 1-1 0 0,-1-1 1 0 0,1 1-1 0 0,0-1 1 0 0,-1 1-1 0 0,-1-6 1 0 0,-2 38 209 0 0,5-26-249 0 0,-1-1 0 0 0,1 1 0 0 0,0 0-1 0 0,0-1 1 0 0,0 1 0 0 0,0 0 0 0 0,1-1 0 0 0,-1 0 0 0 0,1 1 0 0 0,-1-1-1 0 0,1 0 1 0 0,0 0 0 0 0,0 0 0 0 0,0 0 0 0 0,0 0 0 0 0,0 0 0 0 0,0-1-1 0 0,1 1 1 0 0,-1-1 0 0 0,0 1 0 0 0,1-1 0 0 0,-1 0 0 0 0,1 0 0 0 0,0 0-1 0 0,-1 0 1 0 0,1 0 0 0 0,0-1 0 0 0,0 1 0 0 0,-1-1 0 0 0,1 0 0 0 0,0 0-1 0 0,0 0 1 0 0,0 0 0 0 0,-1 0 0 0 0,1-1 0 0 0,0 1 0 0 0,0-1 0 0 0,-1 0-1 0 0,1 0 1 0 0,0 0 0 0 0,-1 0 0 0 0,1 0 0 0 0,-1 0 0 0 0,0-1 0 0 0,1 1-1 0 0,-1-1 1 0 0,0 0 0 0 0,0 0 0 0 0,0 1 0 0 0,0-2 0 0 0,0 1 0 0 0,0 0 0 0 0,0 0-1 0 0,-1 0 1 0 0,2-3 0 0 0,-1 0 73 0 0,0 0 0 0 0,0-1 0 0 0,0 1 0 0 0,-1 0 0 0 0,1 0 0 0 0,-1-1 0 0 0,-1 1 0 0 0,1-1 0 0 0,-1 1 0 0 0,0-1 0 0 0,0 1 0 0 0,-1-1 0 0 0,1 1 0 0 0,-1-1 0 0 0,-1 1 0 0 0,-3-10 0 0 0,5 12-68 0 0,-1 1 1 0 0,-1-1-1 0 0,1 1 1 0 0,0 0-1 0 0,0 0 1 0 0,-1 0-1 0 0,1-1 1 0 0,-1 1-1 0 0,0 1 1 0 0,0-1 0 0 0,0 0-1 0 0,0 0 1 0 0,0 1-1 0 0,0-1 1 0 0,0 1-1 0 0,0 0 1 0 0,0-1-1 0 0,-1 1 1 0 0,1 0-1 0 0,-1 0 1 0 0,1 1-1 0 0,-1-1 1 0 0,1 0-1 0 0,-1 1 1 0 0,1 0-1 0 0,-1-1 1 0 0,1 1-1 0 0,-1 0 1 0 0,1 0-1 0 0,-1 1 1 0 0,0-1-1 0 0,1 0 1 0 0,-1 1-1 0 0,1 0 1 0 0,-1-1-1 0 0,1 1 1 0 0,-4 2-1 0 0,0-1-71 0 0,1 0-1 0 0,0 1 1 0 0,0 0-1 0 0,0 0 1 0 0,0 0 0 0 0,1 0-1 0 0,-1 1 1 0 0,1-1-1 0 0,0 1 1 0 0,-7 8 0 0 0,0 4-347 0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5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29 11522 0 0,'-1'1'317'0'0,"0"0"0"0"0,0 0-1 0 0,0 1 1 0 0,0-1 0 0 0,0 1-1 0 0,0-1 1 0 0,0 1-1 0 0,0-1 1 0 0,1 1 0 0 0,-1-1-1 0 0,0 1 1 0 0,1 0 0 0 0,0 0-1 0 0,-1-1 1 0 0,1 1-1 0 0,0 0 1 0 0,0-1 0 0 0,0 1-1 0 0,0 2 1 0 0,1 0-67 0 0,-1-1 1 0 0,1 0-1 0 0,0 0 1 0 0,0 0-1 0 0,0 0 0 0 0,1 0 1 0 0,-1 0-1 0 0,1-1 1 0 0,0 1-1 0 0,2 3 0 0 0,-1-2-136 0 0,0-1 0 0 0,0 1 0 0 0,1-1 0 0 0,0 1 0 0 0,-1-1-1 0 0,1 0 1 0 0,0 0 0 0 0,0-1 0 0 0,1 1 0 0 0,-1-1 0 0 0,0 0-1 0 0,1 0 1 0 0,0 0 0 0 0,5 0 0 0 0,-9-2-105 0 0,-1 0 1 0 0,1 0 0 0 0,0 0 0 0 0,0 0-1 0 0,0 0 1 0 0,0 0 0 0 0,0-1-1 0 0,0 1 1 0 0,0 0 0 0 0,0-1-1 0 0,-1 1 1 0 0,1-1 0 0 0,0 1 0 0 0,0-1-1 0 0,0 1 1 0 0,-1-1 0 0 0,1 1-1 0 0,0-1 1 0 0,-1 0 0 0 0,1 1-1 0 0,-1-1 1 0 0,1 0 0 0 0,0 0 0 0 0,-1 0-1 0 0,0 1 1 0 0,1-1 0 0 0,-1 0-1 0 0,1 0 1 0 0,-1 0 0 0 0,0 0-1 0 0,0 0 1 0 0,0 0 0 0 0,1 1-1 0 0,-1-1 1 0 0,0 0 0 0 0,0 0 0 0 0,0 0-1 0 0,0 0 1 0 0,0 0 0 0 0,-1 0-1 0 0,1 0 1 0 0,-1-2 0 0 0,1-3 47 0 0,-1-1 1 0 0,0 1-1 0 0,0 0 0 0 0,-5-12 1 0 0,-14-22 302 0 0,19 38-328 0 0,-1 0 0 0 0,1 0 0 0 0,0 0 0 0 0,0 0 0 0 0,-1 1 0 0 0,1-1 0 0 0,-1 0 0 0 0,1 1 0 0 0,-1-1 0 0 0,0 1 0 0 0,1 0 0 0 0,-1 0 0 0 0,0-1 0 0 0,0 1 0 0 0,0 0 0 0 0,0 1 0 0 0,0-1 0 0 0,-3-1 0 0 0,4 3-25 0 0,0-1 1 0 0,0 1-1 0 0,-1-1 0 0 0,1 1 0 0 0,0-1 1 0 0,0 1-1 0 0,0 0 0 0 0,0 0 0 0 0,0-1 0 0 0,0 1 1 0 0,0 0-1 0 0,0 0 0 0 0,1 0 0 0 0,-1 0 1 0 0,0 0-1 0 0,0 0 0 0 0,1 0 0 0 0,-1 0 1 0 0,1 1-1 0 0,-1-1 0 0 0,1 0 0 0 0,-1 0 0 0 0,1 0 1 0 0,0 1-1 0 0,-1-1 0 0 0,1 0 0 0 0,0 0 1 0 0,0 1-1 0 0,0 1 0 0 0,0 38-185 0 0,0-41 178 0 0,2 10-1097 0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5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3 9674 0 0,'-2'2'1005'0'0,"1"-1"-669"0"0,0 0-1 0 0,1 0 0 0 0,-1 0 0 0 0,1 0 0 0 0,-1 0 0 0 0,1 0 0 0 0,-1-1 0 0 0,1 1 1 0 0,0 0-1 0 0,-1 0 0 0 0,1 1 0 0 0,0-1 0 0 0,0 0 0 0 0,-1 0 0 0 0,1 0 1 0 0,0 0-1 0 0,0 0 0 0 0,0 0 0 0 0,1 0 0 0 0,-1 0 0 0 0,0 0 0 0 0,0 0 0 0 0,0 0 1 0 0,1 0-1 0 0,-1 0 0 0 0,1 1 0 0 0,1 1-57 0 0,0 0 0 0 0,0-1-1 0 0,0 1 1 0 0,0-1 0 0 0,0 1 0 0 0,1-1 0 0 0,-1 0 0 0 0,1 0 0 0 0,5 3 0 0 0,-2-1-214 0 0,1 0 0 0 0,0-1 0 0 0,0 1 1 0 0,0-1-1 0 0,0-1 0 0 0,0 0 0 0 0,0 0 1 0 0,12 2-1 0 0,-19-4-50 0 0,1 0 0 0 0,0 0 0 0 0,-1 0-1 0 0,1 0 1 0 0,0 0 0 0 0,0 0 0 0 0,-1 0 0 0 0,1 0 0 0 0,0 0 0 0 0,0 0-1 0 0,-1 0 1 0 0,1 0 0 0 0,0 0 0 0 0,-1-1 0 0 0,1 1 0 0 0,0 0 0 0 0,-1 0-1 0 0,1-1 1 0 0,0 1 0 0 0,-1-1 0 0 0,1 1 0 0 0,0-1 0 0 0,-1 1 0 0 0,1 0-1 0 0,-1-1 1 0 0,1 0 0 0 0,-1 1 0 0 0,1-1 0 0 0,-1 1 0 0 0,1-2 0 0 0,-1 1 11 0 0,-1 0 0 0 0,1-1 1 0 0,0 1-1 0 0,0 0 1 0 0,-1 0-1 0 0,1 0 0 0 0,-1 0 1 0 0,1-1-1 0 0,-1 1 1 0 0,0 0-1 0 0,1 0 0 0 0,-1 0 1 0 0,0 0-1 0 0,0 0 1 0 0,-1-1-1 0 0,-39-31 427 0 0,34 28-530 0 0,-1 1 1 0 0,-1 1-1 0 0,1-1 0 0 0,0 1 0 0 0,-14-3 0 0 0,12 5-367 0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6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2761 0 0,'8'4'12154'0'0,"11"14"-8040"0"0,-18-17-4243 0 0,2 3 427 0 0,0 0-1 0 0,1 0 1 0 0,-1-1-1 0 0,1 1 1 0 0,0-1-1 0 0,0 0 1 0 0,0 0 0 0 0,1-1-1 0 0,-1 1 1 0 0,1-1-1 0 0,-1 0 1 0 0,1 0-1 0 0,0 0 1 0 0,0-1-1 0 0,9 2 1 0 0,-37-27 174 0 0,14 17-547 0 0,0 0-298 0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6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11058 0 0,'0'16'1761'0'0,"2"1"-1"0"0,5 28 0 0 0,26 69 645 0 0,-29-102-2412 0 0,1-1-1 0 0,0 0 1 0 0,0 0-1 0 0,2 0 1 0 0,-1 0-1 0 0,1-1 1 0 0,0 0 0 0 0,1-1-1 0 0,0 1 1 0 0,1-2-1 0 0,18 16 1 0 0,-20-19 58 0 0,1 0 0 0 0,-1-1 0 0 0,1 0 0 0 0,-1 0 0 0 0,1-1 0 0 0,0 0 0 0 0,1 0 0 0 0,-1-1 0 0 0,0 0 0 0 0,1-1 0 0 0,-1 1 0 0 0,1-2 0 0 0,-1 1 0 0 0,1-1 0 0 0,0 0 0 0 0,-1-1 0 0 0,1 0 0 0 0,8-2 0 0 0,-14 2 44 0 0,1 0 1 0 0,-1 1-1 0 0,0-1 0 0 0,0 0 0 0 0,1-1 0 0 0,-1 1 0 0 0,0 0 1 0 0,0-1-1 0 0,0 0 0 0 0,0 0 0 0 0,-1 1 0 0 0,1-2 1 0 0,0 1-1 0 0,-1 0 0 0 0,0-1 0 0 0,1 1 0 0 0,-1-1 1 0 0,0 1-1 0 0,0-1 0 0 0,0 0 0 0 0,-1 0 0 0 0,1 0 0 0 0,-1 0 1 0 0,0 0-1 0 0,1-1 0 0 0,-1 1 0 0 0,-1 0 0 0 0,1 0 1 0 0,0-1-1 0 0,-1 1 0 0 0,0 0 0 0 0,0-1 0 0 0,0 1 0 0 0,0-5 1 0 0,-1 0-10 0 0,-1 1 1 0 0,0-1-1 0 0,0 1 1 0 0,0 0-1 0 0,-1 0 1 0 0,0 0-1 0 0,0 0 1 0 0,-1 0-1 0 0,0 0 1 0 0,0 1-1 0 0,0 0 1 0 0,-1 0-1 0 0,0 0 1 0 0,-8-7-1 0 0,-1 1-79 0 0,-1 1-1 0 0,0 1 0 0 0,-1 0 1 0 0,0 1-1 0 0,-27-11 1 0 0,4 6-812 0 0,-55-14 0 0 0,81 25 208 0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7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107 205 9218 0 0,'-15'-1'1771'0'0,"7"1"-797"0"0,0 0 1 0 0,0 0-1 0 0,-1 1 1 0 0,1 0 0 0 0,-12 2-1 0 0,18-2-832 0 0,1 0 0 0 0,-1-1 0 0 0,0 1 0 0 0,1 0-1 0 0,-1 0 1 0 0,0 0 0 0 0,1 0 0 0 0,-1 0 0 0 0,1 0 0 0 0,0 0-1 0 0,-1 1 1 0 0,1-1 0 0 0,0 0 0 0 0,0 1 0 0 0,0-1 0 0 0,0 1-1 0 0,0-1 1 0 0,0 1 0 0 0,0 0 0 0 0,0-1 0 0 0,1 1 0 0 0,-1 0-1 0 0,1 0 1 0 0,-1-1 0 0 0,1 1 0 0 0,0 0 0 0 0,-1 0 0 0 0,1 0-1 0 0,0 3 1 0 0,0 0-77 0 0,1 0 0 0 0,-1 0 0 0 0,1 0-1 0 0,0 0 1 0 0,0 0 0 0 0,0 0 0 0 0,1 0-1 0 0,0-1 1 0 0,-1 1 0 0 0,2 0 0 0 0,-1-1 0 0 0,1 0-1 0 0,-1 1 1 0 0,1-1 0 0 0,0 0 0 0 0,1 0 0 0 0,-1-1-1 0 0,1 1 1 0 0,-1-1 0 0 0,6 4 0 0 0,-2-2-43 0 0,0-1 0 0 0,1 0 1 0 0,-1 0-1 0 0,1-1 0 0 0,0 0 0 0 0,0 0 1 0 0,0-1-1 0 0,1 0 0 0 0,-1 0 0 0 0,0-1 1 0 0,14 1-1 0 0,-12-2-22 0 0,-1 0 1 0 0,1-1-1 0 0,-1 1 0 0 0,0-2 0 0 0,0 0 1 0 0,0 0-1 0 0,0 0 0 0 0,0-1 1 0 0,0-1-1 0 0,13-6 0 0 0,-17 7 30 0 0,0 0 0 0 0,-1 0 0 0 0,0 0 0 0 0,1-1 0 0 0,-1 1 0 0 0,0-1-1 0 0,-1 0 1 0 0,1 0 0 0 0,-1 0 0 0 0,0-1 0 0 0,0 1 0 0 0,0-1 0 0 0,0 0 0 0 0,-1 0 0 0 0,0 0 0 0 0,0 0 0 0 0,0 0-1 0 0,1-9 1 0 0,-2 6 21 0 0,-1 0-1 0 0,0 0 1 0 0,0 0-1 0 0,0 1 1 0 0,-1-1-1 0 0,0 0 1 0 0,-1 0-1 0 0,0 0 1 0 0,0 1-1 0 0,-1-1 1 0 0,0 1-1 0 0,0-1 1 0 0,0 1-1 0 0,-1 0 1 0 0,0 0-1 0 0,-1 1 1 0 0,0-1-1 0 0,0 1 1 0 0,-8-8-1 0 0,-4-3-727 0 0,-2 0 0 0 0,0 1-1 0 0,-1 1 1 0 0,-41-24 0 0 0,40 28-6874 0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8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73 100 8754 0 0,'-1'-1'364'0'0,"-1"0"0"0"0,0-1 0 0 0,0 1 0 0 0,0 0 1 0 0,0 0-1 0 0,0 1 0 0 0,0-1 0 0 0,-1 0 0 0 0,1 1 0 0 0,0-1 0 0 0,0 1 0 0 0,0 0 1 0 0,-1 0-1 0 0,1 0 0 0 0,0 0 0 0 0,0 0 0 0 0,-1 0 0 0 0,1 1 0 0 0,0-1 0 0 0,-3 1 1 0 0,4 0-237 0 0,-1-1 0 0 0,1 0 0 0 0,0 1 1 0 0,0-1-1 0 0,0 0 0 0 0,-1 1 0 0 0,1 0 1 0 0,0-1-1 0 0,0 1 0 0 0,0 0 0 0 0,0-1 1 0 0,0 1-1 0 0,0 0 0 0 0,0 0 0 0 0,0 0 1 0 0,0 0-1 0 0,0 0 0 0 0,1 0 0 0 0,-1 0 1 0 0,0 0-1 0 0,1 0 0 0 0,-1 0 0 0 0,1 1 1 0 0,-1-1-1 0 0,1 0 0 0 0,-1 0 0 0 0,1 1 1 0 0,0-1-1 0 0,0 0 0 0 0,0 0 0 0 0,0 1 1 0 0,0-1-1 0 0,0 0 0 0 0,0 0 0 0 0,0 1 1 0 0,0 1-1 0 0,4 6-37 0 0,-1 0 1 0 0,1 0-1 0 0,1-1 1 0 0,0 0-1 0 0,0 0 1 0 0,0 0-1 0 0,1 0 1 0 0,0-1-1 0 0,1 0 1 0 0,-1 0-1 0 0,1 0 1 0 0,1-1-1 0 0,-1 0 1 0 0,1-1-1 0 0,0 0 1 0 0,13 7-1 0 0,-14-8 5 0 0,1 0 0 0 0,0-1-1 0 0,0 0 1 0 0,1 0 0 0 0,-1 0-1 0 0,0-1 1 0 0,1-1 0 0 0,0 1 0 0 0,-1-1-1 0 0,1-1 1 0 0,0 1 0 0 0,-1-2 0 0 0,1 1-1 0 0,0-1 1 0 0,-1 0 0 0 0,1-1-1 0 0,0 0 1 0 0,9-4 0 0 0,-15 5-80 0 0,0 0 0 0 0,0-1-1 0 0,0 1 1 0 0,-1-1 0 0 0,1 0 0 0 0,0 1 0 0 0,-1-1 0 0 0,0 0 0 0 0,1 0-1 0 0,-1-1 1 0 0,0 1 0 0 0,0-1 0 0 0,0 1 0 0 0,0-1 0 0 0,-1 1-1 0 0,1-1 1 0 0,-1 0 0 0 0,1 0 0 0 0,-1 0 0 0 0,0 0 0 0 0,0 0 0 0 0,0 0-1 0 0,-1 0 1 0 0,1 0 0 0 0,-1 0 0 0 0,0 0 0 0 0,1 0 0 0 0,-2-6-1 0 0,0 3 35 0 0,0 0-1 0 0,-1 0 0 0 0,1 1 1 0 0,-1-1-1 0 0,-1 0 0 0 0,1 0 0 0 0,-1 1 1 0 0,0-1-1 0 0,0 1 0 0 0,-1 0 1 0 0,1 0-1 0 0,-1 0 0 0 0,-8-7 0 0 0,-8-6-359 0 0,0 1-1 0 0,-1 1 0 0 0,0 1 1 0 0,-37-19-1 0 0,35 22-8322 0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93 11979 0 0,'0'0'110'0'0,"0"-1"0"0"0,-1 0 0 0 0,1 1 0 0 0,0-1 1 0 0,-1 0-1 0 0,1 1 0 0 0,0-1 0 0 0,0 0 1 0 0,-1 0-1 0 0,1 1 0 0 0,0-1 0 0 0,0 0 0 0 0,0 0 1 0 0,0 1-1 0 0,0-1 0 0 0,0 0 0 0 0,0 0 1 0 0,0 1-1 0 0,1-1 0 0 0,-1 0 0 0 0,0 1 0 0 0,0-1 1 0 0,1 0-1 0 0,-1 1 0 0 0,0-1 0 0 0,1 0 1 0 0,-1 1-1 0 0,1-1 0 0 0,-1 0 0 0 0,0 1 0 0 0,1-1 1 0 0,0 1-1 0 0,-1-1 0 0 0,1 1 0 0 0,0-1 1 0 0,0 0 38 0 0,0 0 0 0 0,0 0 0 0 0,0 0 0 0 0,1 0 1 0 0,-1 0-1 0 0,0 0 0 0 0,0 0 0 0 0,1 1 0 0 0,-1-1 1 0 0,0 0-1 0 0,1 1 0 0 0,-1-1 0 0 0,1 1 0 0 0,-1 0 1 0 0,1-1-1 0 0,-1 1 0 0 0,1 0 0 0 0,1 0 0 0 0,0 1 5 0 0,0 0 0 0 0,1 1-1 0 0,-1-1 1 0 0,0 1 0 0 0,0-1-1 0 0,0 1 1 0 0,-1 0 0 0 0,1 0-1 0 0,0 0 1 0 0,-1 1 0 0 0,1-1-1 0 0,2 5 1 0 0,26 37 519 0 0,-20-28-448 0 0,203 317 947 0 0,-195-299-1094 0 0,2-1 0 0 0,1-1 1 0 0,1-1-1 0 0,2-1 0 0 0,29 29 0 0 0,-52-58-46 0 0,-1 1-1 0 0,1-1 0 0 0,0 0 0 0 0,-1 0 1 0 0,1 1-1 0 0,0-1 0 0 0,0 0 1 0 0,0-1-1 0 0,0 1 0 0 0,0 0 1 0 0,3 0-1 0 0,-4-1-7 0 0,-1 0 0 0 0,1 0 0 0 0,0 0 0 0 0,0 0 0 0 0,-1 0 0 0 0,1 0 0 0 0,0 0 0 0 0,0 0 0 0 0,-1 0 0 0 0,1-1 0 0 0,0 1 0 0 0,0 0 0 0 0,-1-1 0 0 0,1 1 0 0 0,0 0 0 0 0,-1-1 0 0 0,1 1 0 0 0,0-1 0 0 0,-1 1 0 0 0,1-1 0 0 0,0 0 0 0 0,2-3 49 0 0,-1 0 0 0 0,0 0 0 0 0,0-1-1 0 0,0 1 1 0 0,-1-1 0 0 0,0 1 0 0 0,1-1 0 0 0,0-7-1 0 0,21-168 772 0 0,-18 126-907 0 0,1 1 0 0 0,3-1 0 0 0,22-69 0 0 0,-26 108-167 0 0,2-1-1 0 0,0 1 1 0 0,1 0-1 0 0,0 0 0 0 0,1 1 1 0 0,16-20-1 0 0,-17 26-429 0 0,0-1 0 0 0,0 1 0 0 0,1 1 0 0 0,0-1 0 0 0,1 1 0 0 0,10-6 0 0 0,-2 4-6412 0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10594 0 0,'1'0'192'0'0,"0"1"-1"0"0,-1-1 1 0 0,1 0-1 0 0,-1 0 1 0 0,1 0-1 0 0,0 0 1 0 0,0 1-1 0 0,-1-1 1 0 0,1 0-1 0 0,0 0 1 0 0,-1 0-1 0 0,1-1 1 0 0,0 1-1 0 0,-1 0 1 0 0,1 0-1 0 0,0 0 1 0 0,-1 0-1 0 0,1-1 1 0 0,0 1-1 0 0,-1 0 1 0 0,1-1-1 0 0,-1 1 1 0 0,2-1-1 0 0,17-7 1665 0 0,37-21 1409 0 0,40-19-1660 0 0,-77 39-3005 0 0,0 2-1 0 0,1 1 1 0 0,24-6-1 0 0,-26 10-262 0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1 124 6913 0 0,'5'-2'616'0'0,"-1"1"0"0"0,1-1 0 0 0,-1 0 0 0 0,0 0 0 0 0,1 0 0 0 0,-1 0 0 0 0,4-4-1 0 0,3 0 529 0 0,31-16 2102 0 0,1 1-3434 0 0,44-18-8584 0 0,-69 32 7971 0 0,-4-2 605 0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14283 0 0,'-1'0'263'0'0,"0"1"0"0"0,1 0 1 0 0,-1 0-1 0 0,1-1 0 0 0,0 1 0 0 0,-1 0 0 0 0,1 0 0 0 0,0-1 1 0 0,-1 1-1 0 0,1 0 0 0 0,0 0 0 0 0,0 0 0 0 0,-1 0 0 0 0,1 0 1 0 0,0-1-1 0 0,0 1 0 0 0,0 0 0 0 0,0 0 0 0 0,0 0 0 0 0,1 0 1 0 0,-1 0-1 0 0,0 0 0 0 0,0 0 0 0 0,2 31 1588 0 0,17 76-1464 0 0,-5 0 1 0 0,1 109-1 0 0,-15-169-1492 0 0,11 78 0 0 0,-7-103-317 0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0 148 8754 0 0,'13'-11'810'0'0,"-1"0"0"0"0,2 2 0 0 0,-1-1 1 0 0,1 2-1 0 0,1 0 0 0 0,25-11 0 0 0,97-27 4669 0 0,-124 43-5571 0 0,8-4 760 0 0,1 1 0 0 0,27-3 0 0 0,-41 9-1742 0 0,1-1 0 0 0,-1 1-1 0 0,0 0 1 0 0,0 1-1 0 0,14 3 1 0 0,0 2-5534 0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3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11522 0 0,'0'1'48'0'0,"0"-1"0"0"0,0 0-1 0 0,0 1 1 0 0,0-1 0 0 0,0 1-1 0 0,1-1 1 0 0,-1 1 0 0 0,0-1-1 0 0,0 0 1 0 0,0 1 0 0 0,0-1-1 0 0,0 1 1 0 0,1-1 0 0 0,-1 0-1 0 0,0 1 1 0 0,0-1 0 0 0,1 1-1 0 0,-1-1 1 0 0,0 0-1 0 0,1 1 1 0 0,-1-1 0 0 0,0 0-1 0 0,1 0 1 0 0,-1 1 0 0 0,0-1-1 0 0,1 0 1 0 0,-1 0 0 0 0,0 0-1 0 0,1 1 1 0 0,-1-1 0 0 0,1 0-1 0 0,-1 0 1 0 0,1 0 0 0 0,-1 0-1 0 0,1 0 1 0 0,22-3 1718 0 0,30-20 936 0 0,-45 19-2369 0 0,43-22 2019 0 0,104-44-583 0 0,-129 60-2311 0 0,1 1 0 0 0,0 1 0 0 0,55-8 0 0 0,-53 14 522 0 0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3.8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89 14283 0 0,'-12'-64'2155'0'0,"13"40"3713"0"0,24 113-5547 0 0,-3 0-1 0 0,17 152 1 0 0,-7-33-1794 0 0,-30-192 374 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3 350 3225 0 0,'-2'-20'331'0'0,"2"0"0"0"0,0 0 0 0 0,1 0 0 0 0,1 0 0 0 0,1 1 0 0 0,1-1 0 0 0,11-34 0 0 0,-11 43 324 0 0,0 1 1 0 0,0 0-1 0 0,1 0 1 0 0,1 0-1 0 0,-1 1 1 0 0,2 0-1 0 0,-1 0 1 0 0,1 0-1 0 0,1 1 1 0 0,-1 0-1 0 0,1 0 1 0 0,1 1-1 0 0,-1 0 1 0 0,1 0-1 0 0,16-8 1 0 0,-23 14-545 0 0,0 0 0 0 0,0 0 0 0 0,0 0 0 0 0,0 0 0 0 0,0 0 0 0 0,0 0 0 0 0,1 1 0 0 0,-1-1 0 0 0,0 1 1 0 0,1-1-1 0 0,-1 1 0 0 0,0 0 0 0 0,1 0 0 0 0,-1 0 0 0 0,0 0 0 0 0,1 0 0 0 0,-1 1 0 0 0,0-1 0 0 0,1 1 0 0 0,-1 0 0 0 0,0-1 0 0 0,0 1 0 0 0,0 0 0 0 0,0 0 1 0 0,0 0-1 0 0,0 1 0 0 0,0-1 0 0 0,0 0 0 0 0,3 4 0 0 0,-2-2 52 0 0,-1 0 0 0 0,0 1 1 0 0,0 0-1 0 0,0-1 0 0 0,0 1 1 0 0,0 0-1 0 0,-1 0 0 0 0,0 0 0 0 0,0 0 1 0 0,0 0-1 0 0,0 0 0 0 0,-1 0 1 0 0,1 0-1 0 0,-1 0 0 0 0,0 0 1 0 0,-1 5-1 0 0,-4 22-252 0 0,-1-1-1 0 0,-1 0 1 0 0,-1 0 0 0 0,-2 0-1 0 0,-16 31 1 0 0,-22 75-167 0 0,44-123 281 0 0,2-8 14 0 0,0 1 0 0 0,1-1 0 0 0,0 0-1 0 0,0 1 1 0 0,0-1 0 0 0,1 6 0 0 0,0-10-22 0 0,0 0 0 0 0,0 0 0 0 0,0 0 0 0 0,1 0 0 0 0,-1 0 0 0 0,0 0 0 0 0,1 0 0 0 0,-1 0 0 0 0,0 0 0 0 0,1 0 0 0 0,0 0 0 0 0,-1 0 0 0 0,1-1 0 0 0,-1 1 0 0 0,1 0 0 0 0,0 0 0 0 0,0-1 0 0 0,-1 1 0 0 0,1 0 0 0 0,0-1 0 0 0,0 1 0 0 0,0-1 0 0 0,0 1 0 0 0,0-1 0 0 0,0 1 0 0 0,0-1 1 0 0,0 0-1 0 0,0 1 0 0 0,0-1 0 0 0,0 0 0 0 0,0 0 0 0 0,0 0 0 0 0,0 0 0 0 0,0 0 0 0 0,0 0 0 0 0,0 0 0 0 0,1 0 0 0 0,114-5 478 0 0,-63 1-454 0 0,66 5-1 0 0,35 18-40 0 0,-97-10 0 0 0,-46-3-603 0 0,-10-5 38 0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5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29 130 1840 0 0,'-1'1'267'0'0,"0"-1"-1"0"0,0 0 1 0 0,0 0-1 0 0,0 0 1 0 0,0 0-1 0 0,0 0 1 0 0,0-1 0 0 0,0 1-1 0 0,0 0 1 0 0,0 0-1 0 0,0-1 1 0 0,0 1-1 0 0,0-1 1 0 0,0 1-1 0 0,0-1 1 0 0,0 1-1 0 0,0-1 1 0 0,0 1-1 0 0,0-1 1 0 0,1 0-1 0 0,-1 1 1 0 0,0-1-1 0 0,0 0 1 0 0,1 0-1 0 0,-1 0 1 0 0,1 0-1 0 0,-1 1 1 0 0,1-1-1 0 0,-1 0 1 0 0,1 0-1 0 0,-1 0 1 0 0,1 0-1 0 0,0 0 1 0 0,-1 0-1 0 0,1 0 1 0 0,0 0-1 0 0,0 0 1 0 0,0 0 0 0 0,0 0-1 0 0,0-1 1 0 0,0 1-1 0 0,0 0 1 0 0,0 0-1 0 0,1 0 1 0 0,-1 0-1 0 0,0 0 1 0 0,0 0-1 0 0,1 0 1 0 0,0-1-1 0 0,1-4 297 0 0,0 1-1 0 0,0 1 1 0 0,0-1-1 0 0,1 0 0 0 0,0 0 1 0 0,0 1-1 0 0,0-1 1 0 0,8-7-1 0 0,-6 8-439 0 0,0-1-1 0 0,0 1 1 0 0,1 0-1 0 0,-1 0 1 0 0,1 1-1 0 0,0 0 0 0 0,1 0 1 0 0,-1 0-1 0 0,0 1 1 0 0,1 0-1 0 0,-1 0 1 0 0,1 0-1 0 0,0 1 1 0 0,11-1-1 0 0,-14 2-107 0 0,0 1-1 0 0,0-1 1 0 0,0 1 0 0 0,0 0 0 0 0,0 0-1 0 0,0 0 1 0 0,-1 0 0 0 0,1 1-1 0 0,0 0 1 0 0,-1-1 0 0 0,1 1 0 0 0,-1 1-1 0 0,0-1 1 0 0,0 0 0 0 0,1 1-1 0 0,-1 0 1 0 0,-1-1 0 0 0,1 1 0 0 0,0 0-1 0 0,-1 1 1 0 0,0-1 0 0 0,1 0-1 0 0,-1 1 1 0 0,-1-1 0 0 0,1 1-1 0 0,2 5 1 0 0,-2 0-50 0 0,1 0 0 0 0,-1 1 0 0 0,0-1 0 0 0,-1 0 0 0 0,0 1 0 0 0,-1 0 0 0 0,0-1 0 0 0,0 1 0 0 0,-1-1 0 0 0,0 1 0 0 0,-1-1 0 0 0,-4 14 0 0 0,-5 13-297 0 0,-26 60 0 0 0,33-88 322 0 0,4-6 13 0 0,-4 7 96 0 0,1 0 0 0 0,-2-1 0 0 0,1 1 0 0 0,-1-1 0 0 0,-1 1 0 0 0,-9 10 0 0 0,21-25-81 0 0,1 1 1 0 0,-1 0 0 0 0,1 0-1 0 0,0 1 1 0 0,0-1-1 0 0,1 2 1 0 0,-1-1 0 0 0,1 1-1 0 0,0 0 1 0 0,0 0 0 0 0,0 1-1 0 0,14-2 1 0 0,-5 2 12 0 0,0 1 1 0 0,0 1 0 0 0,0 0-1 0 0,28 5 1 0 0,-38-4-33 0 0,0 0 1 0 0,0 0 0 0 0,0 1-1 0 0,0 0 1 0 0,-1 1 0 0 0,1-1-1 0 0,-1 1 1 0 0,1 0 0 0 0,-1 1-1 0 0,0-1 1 0 0,9 9-1 0 0,-12-9 2 0 0,0 0 0 0 0,0 0 0 0 0,-1 0 0 0 0,0 0 0 0 0,0 1 0 0 0,0-1 0 0 0,0 1 0 0 0,0 0 0 0 0,-1-1 0 0 0,1 1 0 0 0,-1 0 0 0 0,0 0 0 0 0,0 0 0 0 0,0 0 0 0 0,-1 0 0 0 0,0 0 0 0 0,0 0 0 0 0,0 0 0 0 0,0 0 0 0 0,0 0 0 0 0,-2 6 0 0 0,-1 3 91 0 0,-1 0 1 0 0,0-1-1 0 0,-1 1 0 0 0,0-1 0 0 0,-1 0 1 0 0,0 0-1 0 0,-1-1 0 0 0,0 1 0 0 0,-1-2 1 0 0,0 1-1 0 0,-1-1 0 0 0,0 0 0 0 0,-1-1 1 0 0,0 0-1 0 0,0-1 0 0 0,-1 0 0 0 0,0 0 1 0 0,-1-1-1 0 0,1-1 0 0 0,-1 0 0 0 0,0 0 1 0 0,-25 7-1 0 0,28-12-56 0 0,-1 0 1 0 0,1 0-1 0 0,0-1 0 0 0,-1-1 1 0 0,1 1-1 0 0,-1-1 1 0 0,1-1-1 0 0,0 0 0 0 0,-11-3 1 0 0,-40-6-3234 0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17 6913 0 0,'-30'12'1987'0'0,"24"-9"-743"0"0,0-1-1 0 0,-1-1 1 0 0,0 1 0 0 0,1-1-1 0 0,-13-4 3799 0 0,19 3-4975 0 0,9-9 1299 0 0,12-7-901 0 0,-16 14-484 0 0,0 1-1 0 0,0-1 1 0 0,1 1-1 0 0,-1 0 1 0 0,0 0 0 0 0,0 0-1 0 0,1 1 1 0 0,-1 0-1 0 0,1 0 1 0 0,5 1 0 0 0,-6 0-562 0 0,0 0-1 0 0,0 0 1 0 0,-1 0 0 0 0,1 0 0 0 0,0 1 0 0 0,7 4 0 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6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0 106 10594 0 0,'7'-2'408'0'0,"0"-1"-1"0"0,0 0 1 0 0,0 0-1 0 0,-1-1 0 0 0,10-6 1 0 0,7-4 838 0 0,-1 1 0 0 0,38-16 0 0 0,-45 24-2977 0 0,1 0 0 0 0,30-6 0 0 0,-31 8-139 0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7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36 2304 0 0,'-22'-36'16304'0'0,"26"48"-12781"0"0,0 9-3213 0 0,41 255 1095 0 0,-15-75-1242 0 0,-21-155-186 0 0,14 95 125 0 0,-21-125-141 0 0,-1-1 0 0 0,-1 1-1 0 0,-1-1 1 0 0,0 1 0 0 0,-1-1-1 0 0,-7 28 1 0 0,2-29-296 0 0,7-14 301 0 0,0 0 0 0 0,0 0 0 0 0,-1 0 0 0 0,1 1-1 0 0,0-1 1 0 0,0 0 0 0 0,0 0 0 0 0,-1 0-1 0 0,1 0 1 0 0,0 0 0 0 0,0 0 0 0 0,-1 0 0 0 0,1 0-1 0 0,0 0 1 0 0,-1 0 0 0 0,1 0 0 0 0,0 0-1 0 0,0 0 1 0 0,-1 0 0 0 0,1 0 0 0 0,0 0 0 0 0,0 0-1 0 0,-1 0 1 0 0,1 0 0 0 0,0 0 0 0 0,0-1-1 0 0,-1 1 1 0 0,1 0 0 0 0,0 0 0 0 0,0 0 0 0 0,0 0-1 0 0,-1-1 1 0 0,1 1 0 0 0,0 0 0 0 0,0 0-1 0 0,0 0 1 0 0,0-1 0 0 0,0 1 0 0 0,-1 0 0 0 0,1 0-1 0 0,0 0 1 0 0,0-1 0 0 0,0 1 0 0 0,0 0-1 0 0,0 0 1 0 0,0-1 0 0 0,0 1 0 0 0,0 0 0 0 0,0-1-1 0 0,0 1 1 0 0,0 0 0 0 0,0-1 0 0 0,-4-7-1163 0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7.2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110 107 1840 0 0,'-5'-3'341'0'0,"0"1"0"0"0,0 0 0 0 0,0 0 0 0 0,0 0 1 0 0,-1 1-1 0 0,1-1 0 0 0,-8 1 0 0 0,9 0 362 0 0,-1 1 1 0 0,1-1-1 0 0,0 0 1 0 0,-1 0-1 0 0,1 0 1 0 0,0-1-1 0 0,0 0 1 0 0,0 1-1 0 0,0-1 1 0 0,0-1-1 0 0,-6-3 1 0 0,10 5-582 0 0,-1 1-1 0 0,1 0 1 0 0,0-1 0 0 0,-1 1 0 0 0,1-1 0 0 0,0 1 0 0 0,0 0 0 0 0,-1-1-1 0 0,1 1 1 0 0,0-1 0 0 0,0 1 0 0 0,-1-1 0 0 0,1 1 0 0 0,0-1 0 0 0,0 1-1 0 0,0-1 1 0 0,0 1 0 0 0,0-1 0 0 0,0 1 0 0 0,0-1 0 0 0,0 1 0 0 0,0-1-1 0 0,0 1 1 0 0,0-1 0 0 0,0 1 0 0 0,0-1 0 0 0,1 1 0 0 0,-1-1 0 0 0,0 1-1 0 0,1-2 1 0 0,14-12 1896 0 0,23-4-201 0 0,-20 13-1701 0 0,0 0 1 0 0,0 1-1 0 0,0 1 0 0 0,1 0 1 0 0,-1 2-1 0 0,1 0 0 0 0,0 1 0 0 0,-1 1 1 0 0,29 4-1 0 0,-34-1-1874 0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7.5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8754 0 0,'5'0'674'0'0,"-1"-1"0"0"0,1-1 0 0 0,0 1 0 0 0,-1-1 0 0 0,1 0 0 0 0,7-4 0 0 0,6-3 1077 0 0,21-3 760 0 0,0 2 0 0 0,45-6 0 0 0,-37 7-3719 0 0,46-14-1 0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8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59 10594 0 0,'2'-48'6393'0'0,"0"37"-2265"0"0,1 34-2720 0 0,-1 6-1319 0 0,3 56-80 0 0,-3-1-1 0 0,-15 143 1 0 0,9-200-82 0 0,3-15-368 0 0,0 0-1 0 0,-1 0 1 0 0,-1 0-1 0 0,-5 15 1 0 0,6-23-588 0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9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2761 0 0,'0'-4'-12'0'0,"12"-87"1561"0"0,-9 77-448 0 0,1 0 0 0 0,-1 0 0 0 0,2 0-1 0 0,8-16 1 0 0,-13 29-867 0 0,1 0-1 0 0,0 0 1 0 0,-1 0-1 0 0,1 1 1 0 0,0-1 0 0 0,0 0-1 0 0,0 0 1 0 0,0 1-1 0 0,0-1 1 0 0,0 1-1 0 0,0-1 1 0 0,0 1 0 0 0,0-1-1 0 0,0 1 1 0 0,0-1-1 0 0,0 1 1 0 0,0 0 0 0 0,0 0-1 0 0,0 0 1 0 0,0-1-1 0 0,0 1 1 0 0,1 0-1 0 0,-1 0 1 0 0,0 1 0 0 0,0-1-1 0 0,0 0 1 0 0,0 0-1 0 0,0 0 1 0 0,0 1-1 0 0,0-1 1 0 0,2 1 0 0 0,40 19 2613 0 0,-32-14-2291 0 0,20 11-399 0 0,-1 1-1 0 0,-1 1 1 0 0,0 2-1 0 0,-2 1 1 0 0,0 1 0 0 0,-2 1-1 0 0,-1 1 1 0 0,0 2-1 0 0,-2 0 1 0 0,35 58-1 0 0,-51-73-1035 0 0,-2 0-272 0 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9.3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7370 0 0,'7'-12'5413'0'0,"18"-12"-1532"0"0,-22 22-3421 0 0,14-14 739 0 0,2 2 1 0 0,-1 0-1 0 0,2 1 1 0 0,35-18 0 0 0,-40 24-1875 0 0,-1 1 1 0 0,30-7 0 0 0,-30 10-1213 0 0,-1 1 1 0 0,0 1-1 0 0,26 0 0 0 0,-19 2-767 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0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0,'2'11'10635'0'0,"10"12"-7730"0"0,3-9-3128 0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1.3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 6449 0 0,'0'-7'592'0'0,"1"-13"6196"0"0,7 36-1854 0 0,33 108-1696 0 0,-11-36-2627 0 0,25 120 1 0 0,-29-12 317 0 0,-10-64-2326 0 0,-1-45-4573 0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1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4145 0 0,'7'-34'15494'0'0,"1"45"-13267"0"0,16 45-1103 0 0,26 64-233 0 0,50 173-1 0 0,-91-257-1008 0 0,-3-16-560 0 0,0 0 0 0 0,-2 0 1 0 0,2 23-1 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2.0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171 115 5985 0 0,'14'-41'1884'0'0,"-10"33"-549"0"0,-1 0-1 0 0,0-1 0 0 0,0 1 1 0 0,-1-1-1 0 0,2-17 0 0 0,-4 26-1271 0 0,0 0 0 0 0,0 0 0 0 0,0 0 0 0 0,0-1 0 0 0,1 1 0 0 0,-1 0-1 0 0,0 0 1 0 0,0 0 0 0 0,0-1 0 0 0,-1 1 0 0 0,1 0 0 0 0,0 0-1 0 0,0 0 1 0 0,0-1 0 0 0,0 1 0 0 0,0 0 0 0 0,0 0 0 0 0,0 0 0 0 0,0 0-1 0 0,0-1 1 0 0,0 1 0 0 0,0 0 0 0 0,-1 0 0 0 0,1 0 0 0 0,0 0 0 0 0,0-1-1 0 0,0 1 1 0 0,0 0 0 0 0,0 0 0 0 0,-1 0 0 0 0,1 0 0 0 0,0 0 0 0 0,0 0-1 0 0,0 0 1 0 0,-1-1 0 0 0,1 1 0 0 0,0 0 0 0 0,0 0 0 0 0,0 0 0 0 0,-1 0-1 0 0,1 0 1 0 0,-10 5 1068 0 0,-6 12-495 0 0,-16 27-230 0 0,1 2 1 0 0,3 1 0 0 0,1 2 0 0 0,-22 59-1 0 0,48-107-394 0 0,0 1 0 0 0,0 0 0 0 0,0 0 0 0 0,1-1 0 0 0,-1 1 0 0 0,1 0 0 0 0,-1 0 0 0 0,1 0 0 0 0,0 0 0 0 0,0 0 0 0 0,-1-1 0 0 0,1 1 0 0 0,1 0 0 0 0,-1 0 0 0 0,0 0 0 0 0,0 0 0 0 0,1 0 0 0 0,-1 0 0 0 0,1-1 0 0 0,0 3 0 0 0,1-2-5 0 0,-1-1 0 0 0,1 0 1 0 0,-1 0-1 0 0,1 1 0 0 0,0-1 0 0 0,-1 0 1 0 0,1 0-1 0 0,0 0 0 0 0,0-1 0 0 0,0 1 0 0 0,0 0 1 0 0,0-1-1 0 0,0 1 0 0 0,0-1 0 0 0,0 0 1 0 0,0 1-1 0 0,0-1 0 0 0,0 0 0 0 0,2-1 1 0 0,36 1 91 0 0,-1-3 0 0 0,1-1 0 0 0,56-13 1 0 0,64-7 65 0 0,-148 23-115 0 0,1 1-997 0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4.965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338 540 456 0 0,'-51'-33'8135'0'0,"33"16"-6973"0"0,-18-14 443 0 0,21 21-549 0 0,0 1-1 0 0,-1 0 1 0 0,0 1-1 0 0,0 1 1 0 0,-1 0-1 0 0,-21-4 1 0 0,38 11-1039 0 0,-1 0 0 0 0,1 0 1 0 0,-1 0-1 0 0,0 0 0 0 0,1-1 1 0 0,-1 1-1 0 0,1 0 0 0 0,-1 0 1 0 0,1 0-1 0 0,-1-1 0 0 0,0 1 1 0 0,1 0-1 0 0,-1 0 0 0 0,1-1 1 0 0,-1 1-1 0 0,1-1 0 0 0,0 1 1 0 0,-1 0-1 0 0,1-1 0 0 0,-1 1 1 0 0,1-1-1 0 0,0 1 0 0 0,-1-1 1 0 0,1 0-1 0 0,11-6 67 0 0,34-1-217 0 0,-37 6 190 0 0,749-101 1661 0 0,-297 61-1708 0 0,168-44 327 0 0,-538 72-227 0 0,342-49 366 0 0,3 29-328 0 0,-292 35 199 0 0,-119 1-570 0 0,0 0 1 0 0,-1 2 0 0 0,44 12 0 0 0,-80-19-53 0 0,0 0 0 0 0,0 1 0 0 0,-19 0 0 0 0,0-1 136 0 0,-279-13-1576 0 0,139 11 690 0 0,158 5 915 0 0,-582-22-1143 0 0,1 44 2744 0 0,450-4-1349 0 0,-224 57-1 0 0,-127 84-249 0 0,432-134 207 0 0,-82 44 0 0 0,121-55-75 0 0,1 1 1 0 0,0 1 0 0 0,1 1 0 0 0,0 1 0 0 0,-37 40 0 0 0,55-52-20 0 0,1 0 0 0 0,-1 0 0 0 0,1 1 1 0 0,0-1-1 0 0,0 1 0 0 0,1 0 0 0 0,-1 0 0 0 0,2 0 0 0 0,-1 0 1 0 0,1 1-1 0 0,-2 10 0 0 0,4-13 3 0 0,-1 1 0 0 0,1-1 0 0 0,0 1 0 0 0,1-1 0 0 0,-1 0 1 0 0,1 1-1 0 0,0-1 0 0 0,1 1 0 0 0,-1-1 0 0 0,1 0 0 0 0,0 0 0 0 0,0 0 0 0 0,1 0 1 0 0,-1 0-1 0 0,1-1 0 0 0,6 9 0 0 0,5 3 70 0 0,1-1 1 0 0,1 0-1 0 0,1-1 0 0 0,0 0 1 0 0,0-1-1 0 0,1-2 0 0 0,1 1 1 0 0,0-2-1 0 0,1-1 1 0 0,23 9-1 0 0,10 0 160 0 0,1-2 1 0 0,98 15 0 0 0,114 2 504 0 0,1-11 0 0 0,367-18 0 0 0,362-95-431 0 0,-290 15-337 0 0,-486 60 51 0 0,1052-105 247 0 0,-1109 93-273 0 0,-136 21 0 0 0,0 0 0 0 0,0-2 0 0 0,46-22 0 0 0,-71 30 0 0 0,0 0 0 0 0,0 0 0 0 0,-1 0 0 0 0,1 0 0 0 0,0-1 0 0 0,-1 1 0 0 0,1 0 0 0 0,0-1 0 0 0,-1 1 0 0 0,0-1 0 0 0,1 1 0 0 0,-1-1 0 0 0,0 0 0 0 0,0 1 0 0 0,0-1 0 0 0,0 0 0 0 0,1-3 0 0 0,-2 4 0 0 0,1 0 0 0 0,-1-1 0 0 0,0 1 0 0 0,0-1 0 0 0,0 1 0 0 0,-1-1 0 0 0,1 1 0 0 0,0 0 0 0 0,0-1 0 0 0,-1 1 0 0 0,1-1 0 0 0,-1 1 0 0 0,1 0 0 0 0,-1-1 0 0 0,0 1 0 0 0,0 0 0 0 0,1 0 0 0 0,-1 0 0 0 0,-1-2 0 0 0,-3-2 0 0 0,-1 0 0 0 0,0 0 0 0 0,0 0 0 0 0,0 1 0 0 0,0-1 0 0 0,-1 2 0 0 0,-12-7 0 0 0,-16-4-79 0 0,0 2 0 0 0,-1 1 1 0 0,-53-10-1 0 0,-116-6-473 0 0,99 15 365 0 0,-546-50-552 0 0,-1 67 1501 0 0,-25 69-497 0 0,6 32-1127 0 0,98-1-215 0 0,530-96 1160 0 0,0 1 1 0 0,1 2-1 0 0,0 2 0 0 0,-44 22 0 0 0,86-36-82 0 0,1 0 0 0 0,-1 0 0 0 0,1 0 0 0 0,-1 0 0 0 0,1 0 0 0 0,0 1 0 0 0,-1-1 0 0 0,1 0-1 0 0,-1 0 1 0 0,1 1 0 0 0,0-1 0 0 0,-1 0 0 0 0,1 0 0 0 0,0 1 0 0 0,-1-1 0 0 0,1 0 0 0 0,0 1 0 0 0,-1-1-1 0 0,1 1 1 0 0,0-1 0 0 0,0 0 0 0 0,-1 1 0 0 0,1-1 0 0 0,0 1 0 0 0,0-1 0 0 0,0 0 0 0 0,0 1 0 0 0,0-1-1 0 0,-1 1 1 0 0,1-1 0 0 0,0 1 0 0 0,0-1 0 0 0,0 1 0 0 0,0-1 0 0 0,0 1 0 0 0,1-1 0 0 0,-1 1 0 0 0,0-1-1 0 0,0 0 1 0 0,0 1 0 0 0,0-1 0 0 0,0 1 0 0 0,1-1 0 0 0,-1 1 0 0 0,0-1 0 0 0,0 0 0 0 0,1 1-1 0 0,-1-1 1 0 0,0 0 0 0 0,0 1 0 0 0,1-1 0 0 0,-1 0 0 0 0,1 1 0 0 0,-1-1 0 0 0,0 0 0 0 0,1 1 0 0 0,-1-1-1 0 0,0 0 1 0 0,1 0 0 0 0,-1 0 0 0 0,1 1 0 0 0,-1-1 0 0 0,1 0 0 0 0,-1 0 0 0 0,1 0 0 0 0,-1 0 0 0 0,1 0-1 0 0,37 12 22 0 0,-35-11-29 0 0,64 12-497 0 0,-1-3-1 0 0,91 3 1 0 0,-92-9 525 0 0,224 8 247 0 0,409-34-1 0 0,283-106-753 0 0,165-13 2473 0 0,-530 143-1702 0 0,-549 0-79 0 0,-140-8-106 0 0,-76 3 0 0 0,65 2-5510 0 0,0 0-1597 0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8.960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656 705 5065 0 0,'50'-128'13572'0'0,"-37"145"-12370"0"0,-10-9-952 0 0,0 0 1 0 0,0 0-1 0 0,-1 0 1 0 0,0 0-1 0 0,-1 1 1 0 0,1-1-1 0 0,-1 9 1 0 0,-2 64-51 0 0,0-51 186 0 0,-19 206 411 0 0,10-154-637 0 0,1 153-1 0 0,16-91-459 0 0,33 435 553 0 0,7-44-119 0 0,-28-274-97 0 0,82 578 371 0 0,-54-262-219 0 0,-32-306-186 0 0,30 119-3 0 0,-1-35 0 0 0,-29 14-66 0 0,-1-6 44 0 0,-10-291-47 0 0,-9 105 0 0 0,-21 72-184 0 0,1-20 132 0 0,-46 353 118 0 0,11-135 21 0 0,23-163 18 0 0,-2 29-66 0 0,30-223 20 0 0,-22 356 7 0 0,32 178 83 0 0,-17-234-224 0 0,0 51-13 0 0,2 20 291 0 0,9-332-143 0 0,0 203-26 0 0,5-269-55 0 0,5-109-173 0 0,-41-260 251 0 0,-3-72-420 0 0,38-224-1251 0 0,0-11 613 0 0,0-797 308 0 0,7 853 1387 0 0,23-233 1873 0 0,-8 337-2234 0 0,57-249-132 0 0,-53 531-136 0 0,7-197 4 0 0,-19 159 0 0 0,14-453 91 0 0,-22 405 26 0 0,-8 114-117 0 0,-37-245 0 0 0,8 129 0 0 0,18 114-7 0 0,-43-486 173 0 0,28-1-29 0 0,-2-107-401 0 0,22 670 264 0 0,-34-130 0 0 0,-38-60 0 0 0,64 207 0 0 0,-16-65 42 0 0,22 70-277 0 0,-28-69 0 0 0,39 114 234 0 0,0 1 1 0 0,-1-1-1 0 0,1 1 0 0 0,-1 0 1 0 0,0-1-1 0 0,1 1 0 0 0,-1-1 1 0 0,0 1-1 0 0,0 0 0 0 0,0 0 1 0 0,0 0-1 0 0,0-1 0 0 0,0 1 1 0 0,0 0-1 0 0,0 0 1 0 0,-3-1-1 0 0,4 2 1 0 0,-1 0 0 0 0,0 0 0 0 0,1 1 0 0 0,-1-1 0 0 0,1 0-1 0 0,-1 1 1 0 0,1-1 0 0 0,-1 0 0 0 0,1 1 0 0 0,-1-1 0 0 0,1 0 0 0 0,0 1 0 0 0,-1-1 0 0 0,1 1 0 0 0,-1-1 0 0 0,1 1 0 0 0,0-1-1 0 0,-1 1 1 0 0,1-1 0 0 0,0 1 0 0 0,0-1 0 0 0,0 1 0 0 0,-1 0 0 0 0,1-1 0 0 0,0 1 0 0 0,0-1 0 0 0,0 2 0 0 0,-9 58 2 0 0,9-55-3 0 0,-15 437-890 0 0,27 2-778 0 0,0 131 380 0 0,-56 448 2695 0 0,5-218 9 0 0,31-531-1402 0 0,-45 1147 60 0 0,26-854 358 0 0,-58 817 224 0 0,36-600-414 0 0,25-325-186 0 0,-34 190-2 0 0,12-103 212 0 0,49 0-348 0 0,2-487 9 0 0,2 0 1 0 0,2-1-1 0 0,4 0 0 0 0,1-1 1 0 0,4 0-1 0 0,46 104 1 0 0,8-2-146 0 0,31 61-210 0 0,-99-212 350 0 0,-2-4 19 0 0,-1 1 1 0 0,1-1 0 0 0,0 0-1 0 0,1 0 1 0 0,-1 0 0 0 0,1 0-1 0 0,0 0 1 0 0,0-1 0 0 0,0 1-1 0 0,0-1 1 0 0,1 0 0 0 0,-1 0-1 0 0,5 3 1 0 0,-7-6 46 0 0,0 0 0 0 0,0 0 0 0 0,0 0 0 0 0,0 0 0 0 0,0 0 0 0 0,0-1 0 0 0,0 1 0 0 0,-1 0 0 0 0,1 0 0 0 0,0-1 0 0 0,0 1 0 0 0,0 0 0 0 0,0-1-1 0 0,0 1 1 0 0,-1-1 0 0 0,1 1 0 0 0,0-1 0 0 0,-1 0 0 0 0,1 1 0 0 0,0-1 0 0 0,-1 0 0 0 0,1 1 0 0 0,0-1 0 0 0,-1 0 0 0 0,1 0 0 0 0,-1 1 0 0 0,0-1 0 0 0,1 0 0 0 0,0-2 0 0 0,10-29-172 0 0,-10 29 158 0 0,11-51-217 0 0,11-98 0 0 0,-9-59-357 0 0,-11 138 451 0 0,60-734-135 0 0,-44 587 257 0 0,14-670 736 0 0,2-19 24 0 0,94-352-1485 0 0,-92 841 917 0 0,4-35 441 0 0,-40 452-592 0 0,20-216 573 0 0,-20 190-588 0 0,-2 0-1 0 0,-1 1 0 0 0,-1-1 0 0 0,-2 0 0 0 0,-12-44 0 0 0,17 72-2 0 0,-1 0-1 0 0,1-1 1 0 0,0 1 0 0 0,-1-1 0 0 0,1 1 0 0 0,-1 0 0 0 0,1 0-1 0 0,-1-1 1 0 0,0 1 0 0 0,1 0 0 0 0,-1 0 0 0 0,0 0 0 0 0,0 0-1 0 0,0 0 1 0 0,0 0 0 0 0,0 0 0 0 0,0 0 0 0 0,-2-1 0 0 0,3 2-10 0 0,-1 0 0 0 0,0 0 1 0 0,1 0-1 0 0,-1 0 1 0 0,0 1-1 0 0,1-1 0 0 0,-1 0 1 0 0,0 0-1 0 0,1 1 0 0 0,-1-1 1 0 0,1 0-1 0 0,-1 1 1 0 0,1-1-1 0 0,-1 0 0 0 0,1 1 1 0 0,-1-1-1 0 0,1 1 0 0 0,-1-1 1 0 0,1 1-1 0 0,-1-1 1 0 0,1 1-1 0 0,0-1 0 0 0,-1 1 1 0 0,1-1-1 0 0,-1 2 0 0 0,-4 9-284 0 0,1-1 0 0 0,0 1 0 0 0,-3 13 0 0 0,5-20 159 0 0,-28 124-1743 0 0,-25 224 0 0 0,50-309 1817 0 0,-31 692-74 0 0,16-36 401 0 0,-32 0-30 0 0,30 316 705 0 0,21-453-539 0 0,48 351 2266 0 0,-33-781-2500 0 0,12 135 675 0 0,-24-204-658 0 0,-2 0 0 0 0,-11 81 1 0 0,2-91-163 0 0,5-33-9 0 0,1-1 0 0 0,0 1 0 0 0,1 0 0 0 0,1 0-1 0 0,1 0 1 0 0,1 0 0 0 0,5 31 0 0 0,-6-49-77 0 0,1 0 0 0 0,-1 0 0 0 0,1 0-1 0 0,0 1 1 0 0,0-1 0 0 0,0 0 0 0 0,0 0 0 0 0,0 0 0 0 0,0-1 0 0 0,1 1 0 0 0,-1 0 0 0 0,1 0-1 0 0,1 2 1 0 0,4-1-604 0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9.165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57 1 21661 0 0,'-22'15'960'0'0,"7"-6"192"0"0,4 1-920 0 0,4-5-232 0 0,6-2 0 0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46.90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516 3 6449 0 0,'-2'0'69'0'0,"1"-1"0"0"0,0 1 0 0 0,0-1 0 0 0,0 1 0 0 0,0 0 0 0 0,0 0 0 0 0,-1-1 0 0 0,1 1 0 0 0,0 0 0 0 0,0 0 0 0 0,0 0 0 0 0,-1 0 0 0 0,1 1 0 0 0,0-1 0 0 0,0 0 0 0 0,0 0 0 0 0,0 1 0 0 0,-1-1 0 0 0,1 1-1 0 0,0-1 1 0 0,0 1 0 0 0,0-1 0 0 0,0 1 0 0 0,0 0 0 0 0,0-1 0 0 0,-1 2 0 0 0,-29 21 895 0 0,21-12-792 0 0,0 1-1 0 0,0 0 1 0 0,1 0-1 0 0,0 1 1 0 0,1 0-1 0 0,1 1 0 0 0,0-1 1 0 0,1 1-1 0 0,0 1 1 0 0,-4 17-1 0 0,-5 25 147 0 0,-9 73 0 0 0,21-112-234 0 0,-59 480 709 0 0,24-159-104 0 0,-3 12 940 0 0,15 2 0 0 0,22 386 1 0 0,56-26-379 0 0,5 132-823 0 0,-47-77-48 0 0,1-3 403 0 0,-10-448-131 0 0,-57 477 0 0 0,41-679-741 0 0,1-21-30 0 0,4 2 0 0 0,4 142-1 0 0,10-206-590 0 0,-7-303-4264 0 0,-2-18 5577 0 0,-35-1522-2070 0 0,32 1586 1116 0 0,-15-1902-87 0 0,23 1688-45 0 0,3 130-19 0 0,-4-252 229 0 0,-3 456 731 0 0,-5 1 0 0 0,-4-1 0 0 0,-45-170 0 0 0,47 253 682 0 0,9 35-847 0 0,-3 761-1693 0 0,8-333 1250 0 0,16 483 374 0 0,-1 79 918 0 0,-28-540-822 0 0,-1 198-289 0 0,28 0 362 0 0,72 436 454 0 0,-5-81-621 0 0,-53-438 177 0 0,55 625 2362 0 0,-62-622-2601 0 0,-24-578-196 0 0,0 5-100 0 0,0 1 1 0 0,1-1-1 0 0,-1 0 0 0 0,5 15 0 0 0,-5-23 122 0 0,0 1 0 0 0,0-1 0 0 0,0 0 0 0 0,0 0-1 0 0,0 1 1 0 0,0-1 0 0 0,1 0 0 0 0,-1 0 0 0 0,0 1 0 0 0,0-1 0 0 0,0 0 0 0 0,1 0 0 0 0,-1 0 0 0 0,0 1 0 0 0,0-1 0 0 0,0 0 0 0 0,1 0 0 0 0,-1 0 0 0 0,0 0 0 0 0,0 0-1 0 0,1 1 1 0 0,-1-1 0 0 0,0 0 0 0 0,1 0 0 0 0,-1 0 0 0 0,0 0 0 0 0,0 0 0 0 0,1 0 0 0 0,-1 0 0 0 0,0 0 0 0 0,1 0 0 0 0,-1 0 0 0 0,0 0 0 0 0,0 0 0 0 0,1 0-1 0 0,-1 0 1 0 0,0 0 0 0 0,1-1 0 0 0,-1 1 0 0 0,0 0 0 0 0,0 0 0 0 0,1 0 0 0 0,-1 0 0 0 0,0 0 0 0 0,0-1 0 0 0,1 1 0 0 0,-1 0 0 0 0,0 0 0 0 0,0 0 0 0 0,0-1 0 0 0,1 1-1 0 0,-1 0 1 0 0,0 0 0 0 0,0-1 0 0 0,0 1 0 0 0,0 0 0 0 0,0 0 0 0 0,0-1 0 0 0,0 1 0 0 0,1 0 0 0 0,-1-1 0 0 0,0 1 0 0 0,0 0 0 0 0,0-1 0 0 0,10-18-612 0 0,6-34 9 0 0,-2-1 1 0 0,-2 0 0 0 0,-3-1-1 0 0,2-56 1 0 0,-2 27 139 0 0,89-1243-3388 0 0,-56 618 3378 0 0,-11 287 307 0 0,72-1106 1168 0 0,-80 1168-275 0 0,21-789 70 0 0,-66 632 1723 0 0,22 512-2473 0 0,0-3 61 0 0,-1-1 0 0 0,0 1-1 0 0,0 0 1 0 0,0 0 0 0 0,-1 0 0 0 0,-1 0-1 0 0,1 1 1 0 0,-1-1 0 0 0,0 0-1 0 0,-7-9 1 0 0,10 16-89 0 0,0 1 0 0 0,-1-1 0 0 0,1 1 1 0 0,0 0-1 0 0,-1-1 0 0 0,1 1 0 0 0,0 0 0 0 0,-1-1 0 0 0,1 1 0 0 0,0 0 0 0 0,-1 0 1 0 0,1-1-1 0 0,0 1 0 0 0,-1 0 0 0 0,1 0 0 0 0,-1 0 0 0 0,1-1 0 0 0,-1 1 0 0 0,1 0 1 0 0,-1 0-1 0 0,1 0 0 0 0,0 0 0 0 0,-1 0 0 0 0,1 0 0 0 0,-1 0 0 0 0,1 0 0 0 0,-1 0 1 0 0,1 0-1 0 0,-1 0 0 0 0,1 0 0 0 0,-1 1 0 0 0,0-1 0 0 0,-12 14 103 0 0,-2 22-53 0 0,0 22-310 0 0,3 1-1 0 0,-9 108 1 0 0,10-69 48 0 0,-50 637 238 0 0,35 3 861 0 0,1 4-875 0 0,-18 428 86 0 0,-7 152 675 0 0,-59-292-72 0 0,15-203-53 0 0,89-765-584 0 0,-21 195 581 0 0,19-213-541 0 0,-3 0-1 0 0,-1 0 0 0 0,-28 70 1 0 0,39-113-128 0 0,0 0 1 0 0,0-1 0 0 0,0 1 0 0 0,0 0 0 0 0,-1 0 0 0 0,1-1-1 0 0,0 1 1 0 0,-1 0 0 0 0,1 0 0 0 0,-1-1 0 0 0,1 1 0 0 0,-1 0-1 0 0,1-1 1 0 0,-1 1 0 0 0,1-1 0 0 0,-1 1 0 0 0,1-1 0 0 0,-1 1 0 0 0,0-1-1 0 0,1 1 1 0 0,-1-1 0 0 0,0 1 0 0 0,0-1 0 0 0,0 0-25 0 0,0-1-1 0 0,1 1 1 0 0,-1-1 0 0 0,1 1 0 0 0,0-1 0 0 0,-1 1 0 0 0,1-1 0 0 0,-1 0 0 0 0,1 1 0 0 0,0-1 0 0 0,-1 0-1 0 0,1 1 1 0 0,0-1 0 0 0,0 0 0 0 0,-1 1 0 0 0,1-1 0 0 0,0 0 0 0 0,0 1 0 0 0,0-2 0 0 0,-3-41-1425 0 0,30-571-6288 0 0,-9 322 6447 0 0,0-267-1568 0 0,-39 0 1288 0 0,18 531 1681 0 0,-8-70 369 0 0,9 87-452 0 0,-1 1-1 0 0,1 0 0 0 0,-2 0 1 0 0,1 0-1 0 0,-1 0 1 0 0,-11-17-1 0 0,15 26-36 0 0,0 1 1 0 0,0-1-1 0 0,-1 1 1 0 0,1-1-1 0 0,-1 1 1 0 0,1-1-1 0 0,0 1 1 0 0,-1-1-1 0 0,1 1 1 0 0,-1-1-1 0 0,1 1 1 0 0,-1 0-1 0 0,1-1 1 0 0,-1 1-1 0 0,1 0 1 0 0,-1-1-1 0 0,0 1 1 0 0,1 0-1 0 0,-1 0 1 0 0,1-1-1 0 0,-1 1 1 0 0,0 0-1 0 0,1 0 1 0 0,-1 0-1 0 0,0 0 0 0 0,1 0 1 0 0,-1 0-1 0 0,1 0 1 0 0,-2 0-1 0 0,-14 14 31 0 0,-5 26 384 0 0,10-6-154 0 0,1 0 0 0 0,1 1 0 0 0,-7 69 0 0 0,5 112 804 0 0,10-154-412 0 0,22 1179 6379 0 0,-17-1181-6512 0 0,21 347 2558 0 0,-25-405-3154 0 0,2 15 635 0 0,0 0 0 0 0,7 29 1 0 0,-7-41-685 0 0,-1 0 1 0 0,1 0 0 0 0,0-1 0 0 0,1 1 0 0 0,-1-1 0 0 0,4 5-1 0 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47.10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 1 5529 0 0,'-4'1'240'0'0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02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106 150 6449 0 0,'-8'2'854'0'0,"-1"1"-1"0"0,0-1 0 0 0,1-1 1 0 0,-1 1-1 0 0,0-1 1 0 0,-16-1-1 0 0,24 0-701 0 0,-1 0 0 0 0,1 0 1 0 0,0-1-1 0 0,-1 1 0 0 0,1 0 0 0 0,0-1 0 0 0,-1 1 1 0 0,1-1-1 0 0,0 1 0 0 0,-1-1 0 0 0,1 0 0 0 0,0 1 1 0 0,0-1-1 0 0,0 0 0 0 0,0 0 0 0 0,0 0 0 0 0,0 0 1 0 0,0 0-1 0 0,0 0 0 0 0,-1-1 0 0 0,1 0 21 0 0,1 0 0 0 0,0 0 1 0 0,-1 0-1 0 0,1 0 0 0 0,0 0 0 0 0,0 0 0 0 0,0 0 0 0 0,0 0 0 0 0,0 1 0 0 0,0-1 0 0 0,1 0 1 0 0,-1 0-1 0 0,1 0 0 0 0,-1 0 0 0 0,1 0 0 0 0,0 0 0 0 0,0 1 0 0 0,0-1 0 0 0,1-2 0 0 0,2-1 67 0 0,0-1-1 0 0,0 1 1 0 0,0 0-1 0 0,1 0 0 0 0,0 1 1 0 0,0-1-1 0 0,0 1 1 0 0,1 0-1 0 0,-1 0 0 0 0,1 1 1 0 0,0 0-1 0 0,12-5 1 0 0,11-4-128 0 0,41-10 1 0 0,-69 22-98 0 0,9-3-2 0 0,0 0 0 0 0,0 1-1 0 0,0 1 1 0 0,0-1 0 0 0,0 2 0 0 0,0-1-1 0 0,17 2 1 0 0,-25 0-12 0 0,1-1-1 0 0,0 1 1 0 0,0 0 0 0 0,-1 0-1 0 0,1 0 1 0 0,-1 0 0 0 0,1 0-1 0 0,-1 0 1 0 0,1 1 0 0 0,-1-1-1 0 0,0 1 1 0 0,1 0 0 0 0,-1 0-1 0 0,0-1 1 0 0,0 1 0 0 0,0 1-1 0 0,-1-1 1 0 0,1 0 0 0 0,0 0-1 0 0,-1 1 1 0 0,1-1 0 0 0,-1 1-1 0 0,0-1 1 0 0,0 1 0 0 0,0-1-1 0 0,0 1 1 0 0,-1 0 0 0 0,1 0-1 0 0,-1-1 1 0 0,1 1 0 0 0,-1 0-1 0 0,0 3 1 0 0,0 20-49 0 0,-1 1 0 0 0,-2-1 0 0 0,0 0-1 0 0,-2 0 1 0 0,-10 34 0 0 0,-8 44 288 0 0,23-104-237 0 0,0 1 0 0 0,0 0 1 0 0,0 0-1 0 0,0-1 0 0 0,0 1 1 0 0,0 0-1 0 0,0 0 0 0 0,0 0 1 0 0,0-1-1 0 0,0 1 0 0 0,1 0 1 0 0,-1 0-1 0 0,0-1 0 0 0,0 1 1 0 0,1 0-1 0 0,-1-1 0 0 0,1 1 1 0 0,-1 0-1 0 0,0-1 0 0 0,1 1 1 0 0,-1 0-1 0 0,1-1 0 0 0,-1 1 1 0 0,1-1-1 0 0,0 1 0 0 0,-1-1 1 0 0,1 1-1 0 0,0-1 0 0 0,-1 0 1 0 0,1 1-1 0 0,0-1 0 0 0,-1 0 1 0 0,1 1-1 0 0,0-1 0 0 0,0 0 0 0 0,-1 0 1 0 0,1 0-1 0 0,0 0 0 0 0,0 0 1 0 0,-1 0-1 0 0,1 0 0 0 0,0 0 1 0 0,0 0-1 0 0,-1 0 0 0 0,1 0 1 0 0,0 0-1 0 0,1-1 0 0 0,52-11 220 0 0,-25 4-157 0 0,-12 7-62 0 0,1 0 0 0 0,0 1 0 0 0,-1 1 0 0 0,1 1 0 0 0,-1 0 0 0 0,34 9 0 0 0,-41-8 0 0 0,0 0 0 0 0,0 1 0 0 0,0 0 0 0 0,0 1 0 0 0,-1 0 0 0 0,1 0 0 0 0,-1 1 0 0 0,-1 0 0 0 0,1 1 0 0 0,-1 0 0 0 0,0 0 0 0 0,11 14 0 0 0,-17-18 15 0 0,0 0 1 0 0,0 0-1 0 0,0 0 0 0 0,-1 0 1 0 0,1 0-1 0 0,-1 0 0 0 0,0 0 1 0 0,0 1-1 0 0,0-1 1 0 0,0 0-1 0 0,-1 1 0 0 0,1-1 1 0 0,-1 1-1 0 0,0-1 0 0 0,0 1 1 0 0,0-1-1 0 0,-1 7 0 0 0,-1-4 17 0 0,0 0 0 0 0,0 0 0 0 0,0 0 0 0 0,-1-1 0 0 0,0 1 0 0 0,0-1 0 0 0,0 0 0 0 0,-1 0 0 0 0,-5 7 0 0 0,-8 5 189 0 0,-1 0 0 0 0,-1-1 0 0 0,-39 26 0 0 0,57-41-209 0 0,-8 4 84 0 0,0 1 0 0 0,-1-1 0 0 0,1 0-1 0 0,-1-1 1 0 0,0 0 0 0 0,0-1 0 0 0,0 0 0 0 0,-1-1 0 0 0,1 0-1 0 0,-14 1 1 0 0,20-3-203 0 0,1 1 0 0 0,-1-1-1 0 0,0-1 1 0 0,1 1 0 0 0,-1-1-1 0 0,1 1 1 0 0,-1-1 0 0 0,1 0 0 0 0,-1 0-1 0 0,1 0 1 0 0,0-1 0 0 0,-1 1-1 0 0,1-1 1 0 0,0 0 0 0 0,0 0 0 0 0,0 0-1 0 0,0 0 1 0 0,1-1 0 0 0,-1 1-1 0 0,1-1 1 0 0,-1 1 0 0 0,1-1 0 0 0,0 0-1 0 0,0 0 1 0 0,0 0 0 0 0,0 0-1 0 0,1 0 1 0 0,-1-1 0 0 0,1 1 0 0 0,0 0-1 0 0,0-1 1 0 0,0 1 0 0 0,-1-8-1 0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3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30 5065 0 0,'-2'5'7684'0'0,"11"-7"-6126"0"0,59-13 4084 0 0,-7 2-4962 0 0,-50 11-2178 0 0,0 0 0 0 0,0 2 0 0 0,16-1-1 0 0,-24 2 1469 0 0,1 0-1 0 0,-1 0 0 0 0,0-1 0 0 0,0 2 0 0 0,0-1 0 0 0,0 0 0 0 0,0 1 0 0 0,0-1 0 0 0,0 1 0 0 0,0 0 0 0 0,-1 0 0 0 0,1 0 1 0 0,-1 0-1 0 0,1 1 0 0 0,-1-1 0 0 0,0 1 0 0 0,0-1 0 0 0,0 1 0 0 0,0 0 0 0 0,-1-1 0 0 0,3 5 0 0 0,0 3 14 0 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46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18 6649 0 0,'-20'16'322'0'0,"19"-15"-138"0"0,-9 27 11314 0 0,10-28-11375 0 0,1 1 0 0 0,-1-1-1 0 0,1 0 1 0 0,0 0-1 0 0,-1 0 1 0 0,1 0 0 0 0,-1 0-1 0 0,1 0 1 0 0,0 0-1 0 0,-1 0 1 0 0,1 0-1 0 0,-1 0 1 0 0,1 0 0 0 0,0 0-1 0 0,-1 0 1 0 0,1 0-1 0 0,-1 0 1 0 0,1-1 0 0 0,-1 1-1 0 0,1 0 1 0 0,-1 0-1 0 0,1-1 1 0 0,-1 1 0 0 0,1 0-1 0 0,0-2 1 0 0,17-11 70 0 0,-13 9 43 0 0,36-26-2971 0 0,-23 18-4357 0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89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1 8290 0 0,'-1'1'468'0'0,"0"0"0"0"0,-1-1 1 0 0,1 1-1 0 0,0 0 0 0 0,0 0 1 0 0,-1 1-1 0 0,1-1 0 0 0,0 0 1 0 0,0 0-1 0 0,0 1 0 0 0,1-1 1 0 0,-1 0-1 0 0,0 1 0 0 0,0-1 1 0 0,1 1-1 0 0,-2 1 0 0 0,-2 30 3386 0 0,5-20-3243 0 0,1 0-1 0 0,0-1 1 0 0,3 14-1 0 0,9 33-130 0 0,10 109-1 0 0,-13 60 509 0 0,-9-187-957 0 0,-2-37-31 0 0,12 155-70 0 0,-10-143 52 0 0,1 1 0 0 0,1-1 0 0 0,0 0-1 0 0,2-1 1 0 0,-1 1 0 0 0,2-1-1 0 0,12 22 1 0 0,-8-25-1123 0 0,-12-28-4135 0 0,-2-4 1247 0 0,2 1 1128 0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5.1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95 9218 0 0,'0'-1'80'0'0,"-1"1"1"0"0,1 0 0 0 0,0 0-1 0 0,0 0 1 0 0,0-1-1 0 0,0 1 1 0 0,-1 0-1 0 0,1 0 1 0 0,0-1-1 0 0,0 1 1 0 0,0 0-1 0 0,0-1 1 0 0,0 1-1 0 0,0 0 1 0 0,0 0-1 0 0,0-1 1 0 0,0 1-1 0 0,0 0 1 0 0,0-1-1 0 0,0 1 1 0 0,0 0-1 0 0,0 0 1 0 0,0-1-1 0 0,0 1 1 0 0,0 0-1 0 0,0-1 1 0 0,0 1-1 0 0,0 0 1 0 0,0 0-1 0 0,0-1 1 0 0,1 1-1 0 0,-1 0 1 0 0,0 0-1 0 0,0-1 1 0 0,0 1-1 0 0,1 0 1 0 0,-1 0-1 0 0,0-1 1 0 0,16-9 2563 0 0,23-4 1315 0 0,-35 13-3500 0 0,23-8 772 0 0,112-31 894 0 0,-124 37-2231 0 0,2 0 0 0 0,-1 1 0 0 0,0 1-1 0 0,0 0 1 0 0,1 1 0 0 0,24 3 0 0 0,-4 8-2688 0 0,-19-3-4234 0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5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1 181 23501 0 0,'7'-1'2398'0'0,"23"-12"-6415"0"0,78-53 3504 0 0,-87 51-666 0 0,1 0 0 0 0,1 2 1 0 0,0 0-1 0 0,1 1 0 0 0,42-13 0 0 0,-42 18 1062 0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6.03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12899 0 0,'9'6'4763'0'0,"12"10"-2101"0"0,-13-7-2318 0 0,-1 0 0 0 0,0 1 0 0 0,-1-1 0 0 0,0 2-1 0 0,0-1 1 0 0,-1 0 0 0 0,0 1 0 0 0,-1 0 0 0 0,3 14-1 0 0,1 10-14 0 0,4 60 0 0 0,-9-66-1172 0 0,0 1 0 0 0,2-1 0 0 0,13 40 1 0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6.53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1 141 3225 0 0,'5'-8'902'0'0,"0"0"1"0"0,1 1-1 0 0,0-1 1 0 0,0 1-1 0 0,1 0 1 0 0,0 1 0 0 0,14-11-1 0 0,58-35 4702 0 0,-74 49-5250 0 0,0 1 1 0 0,0-1-1 0 0,0 1 1 0 0,1-1 0 0 0,-1 2-1 0 0,1-1 1 0 0,-1 1-1 0 0,1-1 1 0 0,0 1-1 0 0,0 1 1 0 0,-1-1-1 0 0,12 2 1 0 0,-15-1-308 0 0,1 1-1 0 0,-1-1 1 0 0,0 1-1 0 0,1 0 1 0 0,-1 0-1 0 0,0 0 1 0 0,0 0-1 0 0,0 1 1 0 0,0-1-1 0 0,0 0 1 0 0,0 1 0 0 0,0-1-1 0 0,0 1 1 0 0,0 0-1 0 0,-1 0 1 0 0,1 0-1 0 0,-1 0 1 0 0,1 0-1 0 0,-1 0 1 0 0,0 0-1 0 0,0 0 1 0 0,0 0 0 0 0,0 1-1 0 0,0-1 1 0 0,0 0-1 0 0,-1 1 1 0 0,1-1-1 0 0,-1 0 1 0 0,0 1-1 0 0,1-1 1 0 0,-1 1-1 0 0,-1 3 1 0 0,1 3-99 0 0,0 0 1 0 0,-1-1-1 0 0,0 1 1 0 0,-1 0-1 0 0,0-1 0 0 0,0 1 1 0 0,-1-1-1 0 0,-6 15 1 0 0,-6 6-362 0 0,-20 29 0 0 0,-9 20 9 0 0,44-78 404 0 0,-1 1 0 0 0,1-1 0 0 0,0 1 0 0 0,0-1 0 0 0,0 1 0 0 0,0-1 0 0 0,0 1-1 0 0,-1-1 1 0 0,1 1 0 0 0,0-1 0 0 0,0 1 0 0 0,0-1 0 0 0,1 1 0 0 0,-1 0 0 0 0,0-1-1 0 0,0 1 1 0 0,0-1 0 0 0,0 1 0 0 0,0-1 0 0 0,1 1 0 0 0,-1-1 0 0 0,0 1 0 0 0,0-1-1 0 0,1 1 1 0 0,-1-1 0 0 0,0 0 0 0 0,1 1 0 0 0,-1-1 0 0 0,0 1 0 0 0,1-1 0 0 0,-1 0-1 0 0,1 1 1 0 0,-1-1 0 0 0,1 0 0 0 0,-1 1 0 0 0,1-1 0 0 0,-1 0 0 0 0,1 0 0 0 0,-1 0-1 0 0,1 1 1 0 0,-1-1 0 0 0,1 0 0 0 0,-1 0 0 0 0,1 0 0 0 0,-1 0 0 0 0,1 0 0 0 0,-1 0-1 0 0,1 0 1 0 0,-1 0 0 0 0,1 0 0 0 0,0-1 0 0 0,41-1 10 0 0,-26 1 16 0 0,3 1 18 0 0,-1 2-1 0 0,0 0 1 0 0,0 1 0 0 0,0 0 0 0 0,0 2 0 0 0,-1 0 0 0 0,0 1 0 0 0,0 1 0 0 0,20 11-1 0 0,-29-14 44 0 0,0 0 0 0 0,-1 0 0 0 0,0 1 0 0 0,0 1 0 0 0,0-1-1 0 0,0 1 1 0 0,-1 0 0 0 0,0 0 0 0 0,0 1 0 0 0,-1 0-1 0 0,0 0 1 0 0,0 0 0 0 0,-1 1 0 0 0,0 0 0 0 0,0-1-1 0 0,0 1 1 0 0,-1 1 0 0 0,0-1 0 0 0,-1 0 0 0 0,3 18 0 0 0,-5-19-11 0 0,0 0 1 0 0,-1 0 0 0 0,0 0 0 0 0,0-1 0 0 0,0 1 0 0 0,-1 0 0 0 0,0-1 0 0 0,-1 1 0 0 0,1-1 0 0 0,-1 1 0 0 0,0-1 0 0 0,-1 0 0 0 0,1 0-1 0 0,-1-1 1 0 0,0 1 0 0 0,-1-1 0 0 0,-9 9 0 0 0,9-9-92 0 0,1 0 0 0 0,-1-1 0 0 0,-1 0 0 0 0,1-1 0 0 0,0 1 0 0 0,-1-1 0 0 0,0 0 0 0 0,0 0 0 0 0,0 0 0 0 0,0-1 0 0 0,0 0 0 0 0,-1-1 0 0 0,1 1 0 0 0,0-1 0 0 0,-1 0 0 0 0,1-1-1 0 0,-1 1 1 0 0,-11-2 0 0 0,-43-11-3824 0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6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0 14283 0 0,'-2'4'4001'0'0,"-9"17"1118"0"0,5-17-4520 0 0,4-12-749 0 0,6-1-730 0 0,-2 3 425 0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07.1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50 170 10138 0 0,'-2'0'224'0'0,"0"0"1"0"0,0 0-1 0 0,0 0 0 0 0,0 0 0 0 0,0-1 0 0 0,0 1 1 0 0,0-1-1 0 0,0 1 0 0 0,0-1 0 0 0,0 0 0 0 0,0 0 1 0 0,0 0-1 0 0,1 0 0 0 0,-1 0 0 0 0,0 0 0 0 0,1 0 1 0 0,-1 0-1 0 0,1-1 0 0 0,0 1 0 0 0,-1-1 0 0 0,1 1 1 0 0,0-1-1 0 0,0 0 0 0 0,0 1 0 0 0,0-1 0 0 0,0 0 1 0 0,0 0-1 0 0,0 0 0 0 0,0 1 0 0 0,1-1 0 0 0,-1 0 1 0 0,1 0-1 0 0,0 0 0 0 0,-1-4 0 0 0,1 1-6 0 0,0 1 1 0 0,0 0-1 0 0,0-1 0 0 0,0 1 0 0 0,1 0 0 0 0,0-1 0 0 0,0 1 0 0 0,0 0 0 0 0,0 0 1 0 0,1 0-1 0 0,0 0 0 0 0,-1 0 0 0 0,2 0 0 0 0,-1 0 0 0 0,3-4 0 0 0,0 3-145 0 0,-1 0 0 0 0,1 1 1 0 0,0-1-1 0 0,1 1 0 0 0,-1 0 0 0 0,1 0 0 0 0,0 1 0 0 0,0 0 0 0 0,0 0 0 0 0,0 0 1 0 0,1 1-1 0 0,-1 0 0 0 0,1 0 0 0 0,-1 0 0 0 0,9 0 0 0 0,-12 2-45 0 0,0-1-1 0 0,0 1 0 0 0,1 1 0 0 0,-1-1 1 0 0,0 0-1 0 0,0 1 0 0 0,0-1 1 0 0,0 1-1 0 0,0 0 0 0 0,0 0 1 0 0,-1 0-1 0 0,1 1 0 0 0,0-1 1 0 0,0 1-1 0 0,-1-1 0 0 0,1 1 1 0 0,-1 0-1 0 0,1 0 0 0 0,-1 0 1 0 0,0 0-1 0 0,0 1 0 0 0,0-1 1 0 0,0 0-1 0 0,0 1 0 0 0,0-1 1 0 0,-1 1-1 0 0,1 0 0 0 0,-1 0 1 0 0,0 0-1 0 0,0-1 0 0 0,0 1 1 0 0,0 0-1 0 0,0 0 0 0 0,-1 1 1 0 0,1 2-1 0 0,1 11-50 0 0,0 0 0 0 0,-2-1 0 0 0,0 1 0 0 0,-1 0 0 0 0,0 0-1 0 0,-5 22 1 0 0,-31 101-195 0 0,29-113 202 0 0,0-5 49 0 0,6-16 33 0 0,-1-1 0 0 0,1 1-1 0 0,0 0 1 0 0,0-1 0 0 0,1 1-1 0 0,0 0 1 0 0,0 0 0 0 0,0 0-1 0 0,1 0 1 0 0,0 0-1 0 0,0 0 1 0 0,2 10 0 0 0,-2-15-26 0 0,1 0-1 0 0,0 0 1 0 0,0 0 0 0 0,0 0 0 0 0,0 0-1 0 0,0 0 1 0 0,0 0 0 0 0,0-1 0 0 0,0 1-1 0 0,0 0 1 0 0,1 0 0 0 0,-1-1 0 0 0,0 1-1 0 0,0-1 1 0 0,1 1 0 0 0,-1-1 0 0 0,0 0-1 0 0,1 0 1 0 0,-1 1 0 0 0,0-1 0 0 0,1 0-1 0 0,-1 0 1 0 0,0 0 0 0 0,1 0 0 0 0,-1-1-1 0 0,0 1 1 0 0,1 0 0 0 0,-1 0 0 0 0,0-1-1 0 0,2 0 1 0 0,47-16 433 0 0,-43 14-380 0 0,45-19 138 0 0,72-25-414 0 0,-107 42-360 0 0,-1 1-1 0 0,2 0 0 0 0,-1 2 0 0 0,0 0 0 0 0,28 0 1 0 0,-26 3-468 0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07.5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40 83 10594 0 0,'-40'-76'10434'0'0,"41"70"-8371"0"0,7 9-1364 0 0,7 9-356 0 0,-5 2-173 0 0,-1 0 1 0 0,-1 0-1 0 0,0 1 0 0 0,0 0 0 0 0,7 24 1 0 0,21 86 158 0 0,-28-94-272 0 0,-1-3-84 0 0,58 248-699 0 0,-64-238-945 0 0,-2-30 719 0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07.8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66 319 3801 0 0,'66'-189'2838'0'0,"-12"59"10285"0"0,-65 138-11410 0 0,-13 18-846 0 0,0 6-684 0 0,2 1 0 0 0,2 0 0 0 0,1 2 0 0 0,2 0 0 0 0,1 1-1 0 0,-12 42 1 0 0,27-77-136 0 0,0 1-1 0 0,1 0 1 0 0,-1 0-1 0 0,1 0 0 0 0,-1 0 1 0 0,1 0-1 0 0,0 0 0 0 0,0 0 1 0 0,0 0-1 0 0,0 0 1 0 0,0 0-1 0 0,0 0 0 0 0,0-1 1 0 0,1 1-1 0 0,-1 0 1 0 0,1 0-1 0 0,0 0 0 0 0,-1 0 1 0 0,1 0-1 0 0,0-1 0 0 0,0 1 1 0 0,0 0-1 0 0,0-1 1 0 0,0 1-1 0 0,2 1 0 0 0,1-1 19 0 0,-1 0 0 0 0,0 0-1 0 0,1-1 1 0 0,-1 0-1 0 0,1 0 1 0 0,0 0 0 0 0,-1 0-1 0 0,1 0 1 0 0,0-1-1 0 0,0 0 1 0 0,-1 1 0 0 0,7-2-1 0 0,96-5 623 0 0,-70 3-831 0 0,0 1-1 0 0,51 4 1 0 0,4 2-1901 0 0,-77-4 1629 0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3.1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153 97 3225 0 0,'-58'-1'2216'0'0,"-27"13"7089"0"0,75-11-8353 0 0,85-18 4946 0 0,40-21-4251 0 0,20-5-2219 0 0,-84 33-1388 0 0,-28 9-3753 0 0,-7 2-755 0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3.32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14283 0 0,'-1'1'54'0'0,"1"-1"1"0"0,-1 0-1 0 0,1 1 0 0 0,0-1 0 0 0,0 1 0 0 0,-1-1 1 0 0,1 1-1 0 0,0-1 0 0 0,0 0 0 0 0,0 1 1 0 0,-1-1-1 0 0,1 1 0 0 0,0-1 0 0 0,0 1 0 0 0,0-1 1 0 0,0 1-1 0 0,0-1 0 0 0,0 1 0 0 0,0-1 1 0 0,0 1-1 0 0,0-1 0 0 0,0 1 0 0 0,0-1 1 0 0,0 1-1 0 0,0-1 0 0 0,1 1 0 0 0,-1-1 0 0 0,0 1 1 0 0,0-1-1 0 0,0 1 0 0 0,1-1 0 0 0,-1 0 1 0 0,0 1-1 0 0,1-1 0 0 0,-1 1 0 0 0,0-1 1 0 0,1 1-1 0 0,23 9 1370 0 0,31-5 1290 0 0,-29-8-3336 0 0,0 0 0 0 0,25-8 0 0 0,10-1-2209 0 0,-39 8 2793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3.7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55 10594 0 0,'-1'-3'894'0'0,"0"-1"1"0"0,0 1-1 0 0,0 0 0 0 0,1-1 0 0 0,0 0 0 0 0,0 1 1 0 0,0-1-1 0 0,0 1 0 0 0,2-7 0 0 0,-2 9-800 0 0,0 0 0 0 0,1 0-1 0 0,-1 0 1 0 0,1 1 0 0 0,-1-1 0 0 0,1 0-1 0 0,-1 0 1 0 0,1 1 0 0 0,0-1-1 0 0,-1 0 1 0 0,1 1 0 0 0,0-1 0 0 0,0 1-1 0 0,-1-1 1 0 0,1 1 0 0 0,0 0-1 0 0,0-1 1 0 0,0 1 0 0 0,0-1 0 0 0,0 1-1 0 0,-1 0 1 0 0,1 0 0 0 0,0 0-1 0 0,0 0 1 0 0,0 0 0 0 0,0-1 0 0 0,0 1-1 0 0,0 1 1 0 0,0-1 0 0 0,0 0-1 0 0,0 0 1 0 0,-1 0 0 0 0,1 0 0 0 0,0 1-1 0 0,0-1 1 0 0,0 0 0 0 0,0 1-1 0 0,0-1 1 0 0,1 2 0 0 0,43 16 152 0 0,0 2-1 0 0,76 48 1 0 0,75 67-582 0 0,-76-50 298 0 0,-91-65 13 0 0,-6-6-17 0 0,-1 1 1 0 0,-1 2-1 0 0,36 34 1 0 0,-57-50 48 0 0,1 0 0 0 0,-1 0 1 0 0,1 0-1 0 0,-1 0 0 0 0,0 0 0 0 0,0 0 0 0 0,1 1 0 0 0,-1-1 1 0 0,0 0-1 0 0,0 0 0 0 0,0 0 0 0 0,0 1 0 0 0,0-1 0 0 0,0 0 0 0 0,-1 0 1 0 0,1 0-1 0 0,0 0 0 0 0,-1 1 0 0 0,1-1 0 0 0,0 0 0 0 0,-1 0 1 0 0,1 0-1 0 0,-1 0 0 0 0,0 0 0 0 0,1 0 0 0 0,-1 0 0 0 0,0 0 1 0 0,0 0-1 0 0,0 0 0 0 0,1-1 0 0 0,-3 2 0 0 0,-35 32 164 0 0,31-28-103 0 0,-356 321 532 0 0,319-282-626 0 0,21-23-39 0 0,1 1 0 0 0,-18 25 0 0 0,30-32-310 0 0,10-15 311 0 0,0-1 0 0 0,0 0 0 0 0,0 1 0 0 0,-1-1 0 0 0,1 0 0 0 0,0 1 0 0 0,0-1 0 0 0,0 0 0 0 0,0 1 0 0 0,0-1 0 0 0,0 1 0 0 0,0-1 0 0 0,-1 0 1 0 0,1 1-1 0 0,0-1 0 0 0,0 0 0 0 0,0 1 0 0 0,1-1 0 0 0,-1 1 0 0 0,0-1 0 0 0,0 0 0 0 0,0 1 0 0 0,0-1 0 0 0,0 0 0 0 0,0 1 0 0 0,0-1 0 0 0,1 0 0 0 0,-1 1 0 0 0,0-1 0 0 0,0 0 0 0 0,1 1 1 0 0,-1-1-1 0 0,0 0 0 0 0,0 0 0 0 0,1 1 0 0 0,-1-1 0 0 0,0 0 0 0 0,0 0 0 0 0,1 0 0 0 0,-1 1 0 0 0,0-1 0 0 0,1 0 0 0 0,0 0 0 0 0,7 1-855 0 0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1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85 1 21661 0 0,'-5'3'49'0'0,"-1"0"0"0"0,0 1 0 0 0,1 0 0 0 0,0 0 0 0 0,0 0 0 0 0,0 0-1 0 0,0 1 1 0 0,1 0 0 0 0,0 0 0 0 0,0 0 0 0 0,0 1 0 0 0,1-1 0 0 0,-1 1 0 0 0,1 0 0 0 0,1 0 0 0 0,-1 0 0 0 0,1 0 0 0 0,0 1 0 0 0,0-1 0 0 0,1 0 0 0 0,-1 12 0 0 0,0 10 359 0 0,2-1 0 0 0,0 0 0 0 0,2 1 0 0 0,6 26-1 0 0,-1 3-547 0 0,2 98 445 0 0,4 32-973 0 0,-9-156 627 0 0,1 0 0 0 0,2-1 0 0 0,20 58 0 0 0,-3-38-92 0 0,-9-33-6863 0 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2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39 167 9362 0 0,'-8'-7'-275'0'0,"4"4"541"0"0,1 0 0 0 0,0 1 0 0 0,0-1-1 0 0,0-1 1 0 0,0 1 0 0 0,1 0 0 0 0,-1-1-1 0 0,-2-4 1 0 0,5 7-34 0 0,-1-1-1 0 0,1 0 0 0 0,0 1 0 0 0,0-1 0 0 0,0 1 1 0 0,0-1-1 0 0,0 0 0 0 0,0 1 0 0 0,0-1 1 0 0,0 1-1 0 0,1-1 0 0 0,-1 1 0 0 0,0-1 0 0 0,1 0 1 0 0,0 1-1 0 0,-1 0 0 0 0,1-1 0 0 0,0 1 1 0 0,0-1-1 0 0,0 1 0 0 0,0 0 0 0 0,0-1 1 0 0,0 1-1 0 0,0 0 0 0 0,0 0 0 0 0,3-2 0 0 0,4-4 243 0 0,1 0 0 0 0,0 1-1 0 0,0 0 1 0 0,1 0-1 0 0,0 1 1 0 0,0 0 0 0 0,0 0-1 0 0,15-3 1 0 0,3 0-120 0 0,0 1-1 0 0,30-3 1 0 0,-47 8-548 0 0,1 0 1 0 0,-1 1-1 0 0,0 1 0 0 0,1 0 0 0 0,-1 0 1 0 0,0 1-1 0 0,1 1 0 0 0,-1 0 0 0 0,20 6 1 0 0,-13 0-7393 0 0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85 9218 0 0,'1'2'274'0'0,"0"-1"0"0"0,0 1 0 0 0,0-1 0 0 0,0 1 0 0 0,1-1 0 0 0,-1 0 0 0 0,0 1 0 0 0,1-1 0 0 0,-1 0 0 0 0,1 0 0 0 0,-1 0 0 0 0,1 0 0 0 0,0 0 0 0 0,-1-1 0 0 0,1 1 0 0 0,0 0 0 0 0,2 0 0 0 0,2 0 395 0 0,-1 0-1 0 0,1 0 1 0 0,-1 0-1 0 0,1-1 1 0 0,9-1-1 0 0,3-1 702 0 0,0-1-1 0 0,28-8 1 0 0,-8-2-737 0 0,42-21 0 0 0,4-2-2768 0 0,-59 26-5559 0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73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15203 0 0,'0'2'449'0'0,"0"1"-1"0"0,0-1 1 0 0,1 1-1 0 0,-1-1 1 0 0,1 1-1 0 0,-1-1 1 0 0,1 0-1 0 0,0 1 1 0 0,0-1-1 0 0,2 3 1 0 0,1 5 328 0 0,8 32 181 0 0,-3 0 0 0 0,-1 1 0 0 0,1 45 1 0 0,2 6-2242 0 0,8-1-3496 0 0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5.14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1 114 9386 0 0,'0'-3'139'0'0,"0"0"0"0"0,0 0 0 0 0,0 0 0 0 0,1 0 0 0 0,-1 0 0 0 0,1 0 0 0 0,0 1 0 0 0,0-1 0 0 0,0 0 0 0 0,0 0 0 0 0,1 1 0 0 0,-1-1 0 0 0,1 0 0 0 0,-1 1 0 0 0,1-1 0 0 0,3-2 0 0 0,1-2 790 0 0,0 0-1 0 0,0 1 0 0 0,1 0 0 0 0,9-8 0 0 0,-12 11-629 0 0,1 0 1 0 0,-1 1-1 0 0,1-1 0 0 0,0 1 0 0 0,0 0 0 0 0,0 0 1 0 0,0 0-1 0 0,0 1 0 0 0,1 0 0 0 0,-1 0 1 0 0,0 0-1 0 0,1 1 0 0 0,-1-1 0 0 0,0 1 0 0 0,1 1 1 0 0,-1-1-1 0 0,0 1 0 0 0,1 0 0 0 0,-1 0 1 0 0,0 0-1 0 0,8 4 0 0 0,-9-4-257 0 0,0 1 0 0 0,-1 1 0 0 0,1-1 0 0 0,0 1 0 0 0,-1-1 0 0 0,0 1 0 0 0,0 0-1 0 0,0 0 1 0 0,0 0 0 0 0,0 1 0 0 0,0-1 0 0 0,-1 1 0 0 0,0 0 0 0 0,0-1 0 0 0,0 1 0 0 0,0 0 0 0 0,0 0 0 0 0,-1 0 0 0 0,0 0 0 0 0,0 1 0 0 0,0-1 0 0 0,0 0-1 0 0,-1 0 1 0 0,1 1 0 0 0,-1-1 0 0 0,-1 9 0 0 0,-1 2-159 0 0,-1 1-1 0 0,-1-1 1 0 0,0 0-1 0 0,-1-1 0 0 0,-1 1 1 0 0,0-1-1 0 0,-14 23 1 0 0,11-20 49 0 0,0 0 0 0 0,2 0 1 0 0,0 0-1 0 0,-7 29 0 0 0,13-45 67 0 0,1 0-1 0 0,0 0 1 0 0,-1 0-1 0 0,1 0 1 0 0,0 0-1 0 0,0 1 1 0 0,0-1-1 0 0,0 0 1 0 0,0 0-1 0 0,0 0 1 0 0,0 1-1 0 0,0-1 1 0 0,1 0-1 0 0,-1 0 1 0 0,0 0-1 0 0,1 0 1 0 0,-1 0-1 0 0,1 0 0 0 0,-1 0 1 0 0,1 0-1 0 0,-1 0 1 0 0,1 0-1 0 0,0 0 1 0 0,0 0-1 0 0,-1 0 1 0 0,1 0-1 0 0,0 0 1 0 0,0 0-1 0 0,0-1 1 0 0,0 1-1 0 0,0 0 1 0 0,0-1-1 0 0,0 1 1 0 0,0-1-1 0 0,0 1 1 0 0,0-1-1 0 0,1 0 1 0 0,-1 1-1 0 0,0-1 1 0 0,0 0-1 0 0,0 0 1 0 0,2 0-1 0 0,6 1-6 0 0,1-1-1 0 0,-1 0 1 0 0,1-1-1 0 0,14-3 1 0 0,1 1 9 0 0,-6 1 24 0 0,-1 2 1 0 0,1 0 0 0 0,0 2 0 0 0,0 0 0 0 0,0 1-1 0 0,26 7 1 0 0,-38-8-16 0 0,0 1 0 0 0,1 0 0 0 0,-2 0-1 0 0,1 0 1 0 0,0 1 0 0 0,-1-1 0 0 0,1 2-1 0 0,-1-1 1 0 0,0 1 0 0 0,-1 0 0 0 0,1 0-1 0 0,-1 1 1 0 0,0-1 0 0 0,0 1 0 0 0,-1 0 0 0 0,0 0-1 0 0,0 1 1 0 0,0 0 0 0 0,3 7 0 0 0,-6-10 2 0 0,0-1 1 0 0,0 0 0 0 0,0 1-1 0 0,0-1 1 0 0,-1 0 0 0 0,1 1-1 0 0,-1-1 1 0 0,0 1 0 0 0,0-1 0 0 0,0 1-1 0 0,-1-1 1 0 0,1 0 0 0 0,-1 1-1 0 0,0-1 1 0 0,0 1 0 0 0,-2 5-1 0 0,0-4 31 0 0,0 0 0 0 0,0-1 0 0 0,0 1 0 0 0,-1-1 0 0 0,1 0 0 0 0,-1 1 0 0 0,0-2 0 0 0,0 1 0 0 0,-9 5 0 0 0,3-2-411 0 0,-1-1 1 0 0,1 0-1 0 0,-2 0 0 0 0,1-2 0 0 0,-1 1 0 0 0,1-1 1 0 0,-1-1-1 0 0,-24 4 0 0 0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5.3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43 18372 0 0,'35'-4'3469'0'0,"2"-12"-1801"0"0,2 0-2997 0 0,-12 10-4972 0 0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5.5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77 6449 0 0,'-1'6'6628'0'0,"2"-6"-6512"0"0,12 1 3406 0 0,15-6-226 0 0,-6-5-3208 0 0,32-21-1 0 0,-12 6-3520 0 0,-24 13 1755 0 0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6.2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58 8290 0 0,'-12'4'1795'0'0,"1"0"1"0"0,-1-1 0 0 0,0 0 0 0 0,-1-1-1 0 0,-13 1 1 0 0,58-22 1547 0 0,-9 9-3185 0 0,1 0-1 0 0,0 1 0 0 0,1 2 0 0 0,0 1 0 0 0,0 0 0 0 0,1 2 0 0 0,-1 1 0 0 0,37 1 0 0 0,-58 1-160 0 0,0 2 0 0 0,0-1 0 0 0,1 1 0 0 0,-1-1 0 0 0,0 1 1 0 0,0 0-1 0 0,0 0 0 0 0,-1 1 0 0 0,1-1 0 0 0,0 1 0 0 0,0 0 0 0 0,-1 0 0 0 0,1 0 0 0 0,-1 1 0 0 0,0-1 0 0 0,1 1 0 0 0,-1-1 0 0 0,0 1 0 0 0,-1 0 1 0 0,1 1-1 0 0,0-1 0 0 0,-1 0 0 0 0,0 1 0 0 0,0-1 0 0 0,0 1 0 0 0,0 0 0 0 0,0-1 0 0 0,-1 1 0 0 0,0 0 0 0 0,0 0 0 0 0,0 0 0 0 0,0 0 0 0 0,0 0 1 0 0,-1 0-1 0 0,0 1 0 0 0,0-1 0 0 0,0 0 0 0 0,0 0 0 0 0,-1 0 0 0 0,-1 6 0 0 0,-2 4-51 0 0,-1 0 0 0 0,0-1 0 0 0,-1 0 0 0 0,0 0 0 0 0,-1-1 0 0 0,0 1 0 0 0,-1-1 0 0 0,-1-1 0 0 0,1 0 0 0 0,-19 17 0 0 0,13-13 138 0 0,1 1 1 0 0,0 1-1 0 0,-19 34 1 0 0,31-51-81 0 0,1 1-1 0 0,0 0 1 0 0,-1-1-1 0 0,1 1 1 0 0,0 0-1 0 0,0-1 1 0 0,0 1-1 0 0,0 0 1 0 0,-1-1-1 0 0,1 1 1 0 0,0 0-1 0 0,0-1 1 0 0,0 1-1 0 0,1 0 1 0 0,-1-1-1 0 0,0 1 1 0 0,0 0-1 0 0,0-1 1 0 0,0 1-1 0 0,1 0 1 0 0,-1-1-1 0 0,0 1 1 0 0,0-1-1 0 0,1 1 1 0 0,-1 0-1 0 0,1-1 1 0 0,-1 1-1 0 0,1-1 1 0 0,-1 1-1 0 0,0-1 1 0 0,1 1 0 0 0,0-1-1 0 0,-1 1 1 0 0,1-1-1 0 0,-1 0 1 0 0,1 1-1 0 0,-1-1 1 0 0,1 0-1 0 0,0 0 1 0 0,-1 1-1 0 0,1-1 1 0 0,0 0-1 0 0,-1 0 1 0 0,1 0-1 0 0,0 0 1 0 0,-1 0-1 0 0,1 0 1 0 0,0 0-1 0 0,1 0 1 0 0,46 2 219 0 0,-31-2-182 0 0,-6 1-37 0 0,0 1 0 0 0,1 0 0 0 0,-2 1 0 0 0,1 1 0 0 0,0-1 0 0 0,-1 2 0 0 0,1-1 0 0 0,-1 1 0 0 0,0 1 0 0 0,-1 0 0 0 0,12 9 0 0 0,-18-13-2 0 0,0 1 0 0 0,-1-1 0 0 0,1 0 0 0 0,-1 1 0 0 0,1-1 0 0 0,-1 1 0 0 0,0 0 0 0 0,0 0 0 0 0,0 0 0 0 0,0 0 0 0 0,-1 0 0 0 0,1 0 0 0 0,-1 1 0 0 0,0-1 0 0 0,0 1 0 0 0,0-1 1 0 0,-1 0-1 0 0,1 1 0 0 0,-1-1 0 0 0,1 1 0 0 0,-1-1 0 0 0,0 1 0 0 0,-1-1 0 0 0,1 1 0 0 0,0-1 0 0 0,-1 1 0 0 0,0-1 0 0 0,0 1 0 0 0,0-1 0 0 0,0 0 0 0 0,-1 1 0 0 0,1-1 0 0 0,-1 0 0 0 0,0 0 0 0 0,0 0 0 0 0,0 0 0 0 0,0-1 0 0 0,0 1 0 0 0,-4 3 0 0 0,-6 6 60 0 0,0 0 0 0 0,-1-1 0 0 0,-1 0 1 0 0,1-1-1 0 0,-2-1 0 0 0,-25 14 0 0 0,13-10-236 0 0,-1-2 0 0 0,0-1 0 0 0,-29 7 0 0 0,44-14-302 0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6.63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75 237 7834 0 0,'-41'-4'4908'0'0,"39"3"-4466"0"0,0 1 0 0 0,0-1 0 0 0,0 1 0 0 0,0-1 0 0 0,0 0 0 0 0,0 0-1 0 0,0 1 1 0 0,0-2 0 0 0,0 1 0 0 0,0 0 0 0 0,0 0 0 0 0,0-1 0 0 0,1 1-1 0 0,-1-1 1 0 0,-2-2 0 0 0,4 3-359 0 0,0 0-1 0 0,-1 0 1 0 0,1 0-1 0 0,0 0 1 0 0,1 0-1 0 0,-1 0 1 0 0,0 0-1 0 0,0 0 1 0 0,0 0-1 0 0,0 0 1 0 0,1 0-1 0 0,-1 0 1 0 0,1 0-1 0 0,-1 0 1 0 0,0 1-1 0 0,1-1 1 0 0,-1 0-1 0 0,1 0 1 0 0,0 0-1 0 0,-1 1 1 0 0,1-1-1 0 0,0 0 1 0 0,-1 1-1 0 0,1-1 1 0 0,0 1-1 0 0,0-1 1 0 0,0 1-1 0 0,-1-1 1 0 0,1 1-1 0 0,0-1 1 0 0,0 1-1 0 0,2-1 1 0 0,33-15 53 0 0,-33 15-31 0 0,63-19 72 0 0,2 2 0 0 0,120-15 1 0 0,-116 22-16 0 0,247-30 301 0 0,-94 14-255 0 0,-109 17-271 0 0,132 4-1 0 0,-24 3-476 0 0,-182 1-1387 0 0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7.0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94 3225 0 0,'-20'-21'6833'0'0,"19"21"-6479"0"0,1-1-1 0 0,1-1 0 0 0,7-16 7202 0 0,3 5-6843 0 0,-4 8-519 0 0,1 1-1 0 0,-1-1 1 0 0,1 1-1 0 0,-1 1 0 0 0,1-1 1 0 0,0 1-1 0 0,0 1 1 0 0,1-1-1 0 0,-1 2 0 0 0,0-1 1 0 0,1 1-1 0 0,-1 0 1 0 0,1 1-1 0 0,-1 0 0 0 0,1 0 1 0 0,0 1-1 0 0,13 2 1 0 0,-14-2-190 0 0,-1 1 1 0 0,1-1 0 0 0,-1 1-1 0 0,1 1 1 0 0,-1 0 0 0 0,0 0-1 0 0,0 0 1 0 0,0 0 0 0 0,0 1-1 0 0,0 1 1 0 0,-1-1 0 0 0,0 1-1 0 0,0 0 1 0 0,0 0 0 0 0,-1 1 0 0 0,0-1-1 0 0,0 1 1 0 0,0 1 0 0 0,5 9-1 0 0,-6-8-47 0 0,-1 0 0 0 0,0 1 0 0 0,-1-1-1 0 0,0 1 1 0 0,0-1 0 0 0,-1 1 0 0 0,0 0 0 0 0,-1 0-1 0 0,0 0 1 0 0,0 0 0 0 0,-2 12 0 0 0,-4 6 71 0 0,0 0 0 0 0,-14 34 1 0 0,-2 12 1063 0 0,21-73-1076 0 0,1 0 0 0 0,0 1 0 0 0,0-1 0 0 0,0 0 0 0 0,0 0 0 0 0,0 1 0 0 0,0-1 0 0 0,0 0 0 0 0,0 0 0 0 0,0 1 0 0 0,0-1 0 0 0,0 0 0 0 0,0 0 0 0 0,0 1 0 0 0,0-1 0 0 0,0 0 0 0 0,1 0 0 0 0,-1 1 0 0 0,0-1 0 0 0,0 0 0 0 0,0 0 0 0 0,0 1 0 0 0,0-1 0 0 0,0 0 0 0 0,1 0 0 0 0,-1 0 0 0 0,0 0 0 0 0,0 1 0 0 0,0-1 0 0 0,1 0 0 0 0,-1 0 0 0 0,0 0 0 0 0,0 0 0 0 0,0 0 0 0 0,1 1 0 0 0,-1-1 0 0 0,0 0 0 0 0,0 0 0 0 0,1 0 0 0 0,-1 0 0 0 0,0 0 0 0 0,0 0 0 0 0,1 0 0 0 0,-1 0 0 0 0,1 0 0 0 0,17-3 190 0 0,16-10-293 0 0,39-26-951 0 0,-32 17-5401 0 0,-11 5-827 0 0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7.67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46 10138 0 0,'0'-3'643'0'0,"0"0"0"0"0,0 1 0 0 0,1-1 0 0 0,-1 0 0 0 0,1 1 0 0 0,-1-1 0 0 0,1 1 0 0 0,0-1 0 0 0,0 1 0 0 0,0-1 0 0 0,0 1 0 0 0,0 0 0 0 0,1-1-1 0 0,1-1 1 0 0,-2 3-503 0 0,-1 1 0 0 0,1-1 0 0 0,-1 1 0 0 0,1-1 0 0 0,-1 1 0 0 0,1 0 0 0 0,-1-1 0 0 0,1 1-1 0 0,-1 0 1 0 0,1 0 0 0 0,0-1 0 0 0,-1 1 0 0 0,1 0 0 0 0,-1 0 0 0 0,1 0 0 0 0,0 0 0 0 0,-1 0 0 0 0,1-1-1 0 0,0 1 1 0 0,-1 1 0 0 0,1-1 0 0 0,1 0 0 0 0,-1 0-70 0 0,0 1 0 0 0,1 0 1 0 0,-1-1-1 0 0,0 1 0 0 0,0 0 0 0 0,0 0 0 0 0,1 0 1 0 0,-1 0-1 0 0,0 0 0 0 0,0 0 0 0 0,0 0 1 0 0,-1 0-1 0 0,1 0 0 0 0,1 2 0 0 0,7 11 192 0 0,-1 1 1 0 0,-1 0-1 0 0,0 0 0 0 0,-1 0 0 0 0,0 1 1 0 0,3 19-1 0 0,12 98 35 0 0,-16-93-771 0 0,1-1 1 0 0,13 46-1 0 0,-17-78 211 0 0,0-1 0 0 0,0-1 0 0 0,1 1 0 0 0,0 0-1 0 0,0-1 1 0 0,1 1 0 0 0,0-1 0 0 0,4 6 0 0 0,3-1-425 0 0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7.9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189 17 7834 0 0,'20'-16'8050'0'0,"-30"23"-6868"0"0,-12 8-738 0 0,2 1 0 0 0,0 1-1 0 0,0 0 1 0 0,2 2 0 0 0,0 0-1 0 0,2 1 1 0 0,0 1 0 0 0,-18 31-1 0 0,32-49-346 0 0,0 1 0 0 0,0-1 1 0 0,1 1-1 0 0,-1-1 0 0 0,1 1 0 0 0,0 0 0 0 0,0-1 0 0 0,0 1 0 0 0,0 0 1 0 0,1 0-1 0 0,-1 0 0 0 0,1-1 0 0 0,0 1 0 0 0,1 0 0 0 0,-1 0 0 0 0,0 0 1 0 0,1 0-1 0 0,0-1 0 0 0,0 1 0 0 0,3 6 0 0 0,-2-7-34 0 0,0 1 0 0 0,1-1 0 0 0,-1 0-1 0 0,1 0 1 0 0,0 0 0 0 0,0 0 0 0 0,0-1 0 0 0,0 1 0 0 0,1-1-1 0 0,-1 1 1 0 0,1-1 0 0 0,-1-1 0 0 0,1 1 0 0 0,0 0 0 0 0,0-1-1 0 0,0 0 1 0 0,0 0 0 0 0,0 0 0 0 0,5 1 0 0 0,8 0 145 0 0,-1-1 1 0 0,0-1-1 0 0,1 0 0 0 0,30-4 1 0 0,10-6-1320 0 0,-2-2-5355 0 0,-19 3-1193 0 0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25.17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626 38 10594 0 0,'-52'8'848'0'0,"1"3"0"0"0,-86 30 0 0 0,98-29-765 0 0,20-6-27 0 0,-34 11 191 0 0,-61 28 0 0 0,101-39-140 0 0,0 0 0 0 0,0 2 0 0 0,0-1 0 0 0,1 2 0 0 0,1-1 0 0 0,-1 2 0 0 0,1-1 0 0 0,1 2 0 0 0,-18 20 0 0 0,25-27-14 0 0,0 1 0 0 0,1-1 0 0 0,-1 1 0 0 0,1-1 1 0 0,0 1-1 0 0,0 0 0 0 0,0-1 0 0 0,1 1 1 0 0,0 0-1 0 0,0 0 0 0 0,0 0 0 0 0,0 0 1 0 0,1 1-1 0 0,0-1 0 0 0,0 0 0 0 0,0 0 1 0 0,2 5-1 0 0,-1-5-23 0 0,0-1 0 0 0,1 0-1 0 0,0 0 1 0 0,0 0 0 0 0,0 0 0 0 0,0 0 0 0 0,1 0 0 0 0,-1-1-1 0 0,1 1 1 0 0,0-1 0 0 0,0 0 0 0 0,1 0 0 0 0,-1 0 0 0 0,1 0 0 0 0,-1 0-1 0 0,1-1 1 0 0,0 1 0 0 0,0-1 0 0 0,6 3 0 0 0,7 1 100 0 0,1 0 0 0 0,-1-1 0 0 0,1 0 0 0 0,0-1 0 0 0,0-2 0 0 0,1 1 1 0 0,22-2-1 0 0,12-2 440 0 0,65-9-1 0 0,368-79 190 0 0,-5-35 356 0 0,-40 8-624 0 0,-266 73-866 0 0,226-47-1269 0 0,-462 117-5575 0 0,-159 43 1974 0 0,-113 22 4365 0 0,93-29 2179 0 0,4 9 0 0 0,-247 112 0 0 0,395-147-882 0 0,-133 65 506 0 0,195-88-871 0 0,0 1-1 0 0,1 2 0 0 0,1 0 0 0 0,1 2 1 0 0,-41 43-1 0 0,57-55-9 0 0,1 1 0 0 0,0 0-1 0 0,0 0 1 0 0,1 1 0 0 0,0 0 0 0 0,0 0 0 0 0,1 0-1 0 0,0 0 1 0 0,-4 17 0 0 0,7-21-47 0 0,0 0 0 0 0,1 1 0 0 0,-1-1 1 0 0,1 0-1 0 0,0 1 0 0 0,1-1 0 0 0,-1 0 0 0 0,1 1 0 0 0,0-1 0 0 0,1 0 0 0 0,-1 0 0 0 0,1 1 1 0 0,0-1-1 0 0,0-1 0 0 0,0 1 0 0 0,1 0 0 0 0,0 0 0 0 0,0-1 0 0 0,5 7 0 0 0,1-2-12 0 0,0 0 0 0 0,1 0 0 0 0,0-1 0 0 0,1 0 0 0 0,-1-1 0 0 0,2 0 1 0 0,-1-1-1 0 0,1 0 0 0 0,-1-1 0 0 0,2 0 0 0 0,19 4 0 0 0,13 2 186 0 0,87 8 0 0 0,-61-13 226 0 0,0-4 0 0 0,125-12 0 0 0,142-44 910 0 0,259-96 610 0 0,-8-34-696 0 0,-286 87-742 0 0,921-364-2357 0 0,-1216 458 1542 0 0,24-11-645 0 0,-31 14 812 0 0,0-1 0 0 0,0 1-1 0 0,1-1 1 0 0,-1 1 0 0 0,0-1-1 0 0,0 0 1 0 0,0 1 0 0 0,0-1-1 0 0,0 0 1 0 0,0 0 0 0 0,0 0-1 0 0,0 0 1 0 0,-1 0 0 0 0,1 0-1 0 0,0 0 1 0 0,0 0 0 0 0,0-2-1 0 0,-2 2-22 0 0,0 0 1 0 0,0 1-1 0 0,0-1 0 0 0,0 1 0 0 0,-1-1 0 0 0,1 1 0 0 0,0-1 0 0 0,0 1 1 0 0,-1-1-1 0 0,1 1 0 0 0,0 0 0 0 0,-1 0 0 0 0,1 0 0 0 0,0 0 0 0 0,0 0 1 0 0,-1 0-1 0 0,-1 0 0 0 0,2 0-7 0 0,-47 1-1828 0 0,0 1 0 0 0,-50 10 1 0 0,-97 25 201 0 0,107-19 1032 0 0,-1297 306 9069 0 0,914-166-8581 0 0,463-155 275 0 0,5-3 48 0 0,0 1 0 0 0,0 0 0 0 0,0 0 1 0 0,0 0-1 0 0,0 0 0 0 0,1 1 0 0 0,-1-1 0 0 0,0 1 1 0 0,1-1-1 0 0,-1 1 0 0 0,1 0 0 0 0,0 0 0 0 0,0 0 1 0 0,-4 4-1 0 0,6-5-25 0 0,1-1 0 0 0,-1 1 0 0 0,0-1-1 0 0,0 1 1 0 0,0-1 0 0 0,0 1 0 0 0,1-1 0 0 0,-1 1 0 0 0,0-1 0 0 0,0 0 0 0 0,1 1 0 0 0,-1-1 0 0 0,0 1 0 0 0,1-1 0 0 0,-1 0-1 0 0,1 1 1 0 0,-1-1 0 0 0,0 0 0 0 0,1 0 0 0 0,-1 1 0 0 0,1-1 0 0 0,-1 0 0 0 0,1 0 0 0 0,-1 0 0 0 0,1 1 0 0 0,-1-1 0 0 0,0 0-1 0 0,1 0 1 0 0,0 0 0 0 0,20 5 261 0 0,-18-4-232 0 0,38 6 269 0 0,1-2 0 0 0,0-1 0 0 0,59-4 0 0 0,129-18 602 0 0,-156 11-599 0 0,928-151 3205 0 0,-719 106-3221 0 0,510-114 373 0 0,-176 34-669 0 0,-533 114-61 0 0,152-24-1102 0 0,-358 84-2777 0 0,-357 140 2414 0 0,9 28 2061 0 0,239-105-670 0 0,84-35 130 0 0,2 5 0 0 0,4 7 0 0 0,-158 121 0 0 0,211-130 35 0 0,79-65-24 0 0,1 1-1 0 0,0 0 1 0 0,0 1-1 0 0,1-1 1 0 0,0 1-1 0 0,-10 22 1 0 0,15-30 7 0 0,1 1 0 0 0,1-1 0 0 0,-1 0 0 0 0,0 0 0 0 0,0 1 0 0 0,1-1 0 0 0,0 1 0 0 0,-1-1 0 0 0,1 0 0 0 0,0 1 0 0 0,0-1 0 0 0,0 1 0 0 0,0-1 0 0 0,1 0 0 0 0,-1 1-1 0 0,1-1 1 0 0,-1 0 0 0 0,1 1 0 0 0,0-1 0 0 0,0 0 0 0 0,0 0 0 0 0,2 3 0 0 0,0-1 42 0 0,0-1 0 0 0,0 0 0 0 0,0 0 0 0 0,0 0 0 0 0,1 0 0 0 0,-1-1-1 0 0,1 0 1 0 0,0 1 0 0 0,-1-1 0 0 0,1 0 0 0 0,7 2 0 0 0,5 1 155 0 0,1 0 0 0 0,1-2 0 0 0,-1 0 0 0 0,1 0 0 0 0,17-1 0 0 0,26-2-72 0 0,0-3 0 0 0,-1-2 1 0 0,77-18-1 0 0,178-56 721 0 0,-307 77-847 0 0,542-159 408 0 0,751-330 0 0 0,-1281 482-531 0 0,69-30-1189 0 0,-1-3 0 0 0,126-83 0 0 0,-188 102-601 0 0,-122 32-2733 0 0,20 11 2935 0 0,-113 47 0 0 0,97-33 1203 0 0,-126 42-100 0 0,-569 233-2000 0 0,481-152 2606 0 0,219-107 551 0 0,-113 88-1 0 0,192-132-521 0 0,-79 67 745 0 0,79-65-633 0 0,0 0 0 0 0,1 1 1 0 0,0-1-1 0 0,1 1 0 0 0,0 0 0 0 0,0 1 1 0 0,-8 17-1 0 0,13-24-96 0 0,0-1 0 0 0,0 1 0 0 0,1-1 0 0 0,-1 1 0 0 0,1-1 0 0 0,-1 1 0 0 0,1 0 0 0 0,0-1 0 0 0,0 1 0 0 0,0-1 0 0 0,0 1 0 0 0,0 0 0 0 0,1-1 0 0 0,-1 1 0 0 0,1-1 0 0 0,0 1 0 0 0,0-1 0 0 0,0 1 0 0 0,0-1 0 0 0,1 3 0 0 0,1-2 50 0 0,-1 0-1 0 0,1 1 1 0 0,0-1-1 0 0,0 0 1 0 0,1-1-1 0 0,-1 1 0 0 0,0 0 1 0 0,1-1-1 0 0,0 0 1 0 0,-1 0-1 0 0,6 2 1 0 0,9 3 329 0 0,0-1 0 0 0,0-1 0 0 0,0-1 0 0 0,26 3 1 0 0,16-1 471 0 0,1-2 1 0 0,0-4 0 0 0,67-6 0 0 0,183-37 1540 0 0,208-68-177 0 0,-5-27-1397 0 0,-438 116-822 0 0,1042-328 500 0 0,-352 104-819 0 0,-738 238 215 0 0,48-17-120 0 0,-69 22 110 0 0,-1 0 0 0 0,0 0-1 0 0,1 0 1 0 0,-2-1-1 0 0,1 0 1 0 0,0 0 0 0 0,-1 0-1 0 0,8-8 1 0 0,-12 11 26 0 0,-1 0 0 0 0,1 0 0 0 0,0 0 0 0 0,-1 0 0 0 0,1 0-1 0 0,-1 0 1 0 0,0 0 0 0 0,1 0 0 0 0,-1 0 0 0 0,0 0 0 0 0,1 0 0 0 0,-1 0 0 0 0,0 0 0 0 0,0-1 0 0 0,0 1 0 0 0,0 0 0 0 0,0 0-1 0 0,0 0 1 0 0,0 0 0 0 0,0 0 0 0 0,-1 0 0 0 0,1 0 0 0 0,0 0 0 0 0,-1-1 0 0 0,1 1 0 0 0,-1 0 0 0 0,1 0 0 0 0,-1 1 0 0 0,1-1 0 0 0,-1 0-1 0 0,0 0 1 0 0,0 0 0 0 0,1 0 0 0 0,-1 0 0 0 0,0 1 0 0 0,0-1 0 0 0,0 0 0 0 0,0 1 0 0 0,0-1 0 0 0,0 0 0 0 0,0 1 0 0 0,-2-1 0 0 0,-5-4-102 0 0,-1 0 0 0 0,0 1 0 0 0,-14-5 0 0 0,22 9 106 0 0,-31-10-309 0 0,0 2-1 0 0,-1 1 1 0 0,1 2-1 0 0,-1 1 1 0 0,0 2-1 0 0,-60 3 1 0 0,-198 35-2810 0 0,43 13 52 0 0,-274 90 0 0 0,501-132 3160 0 0,-47 15 415 0 0,62-19-317 0 0,-1 0 1 0 0,1 0-1 0 0,0 0 0 0 0,1 0 1 0 0,-1 1-1 0 0,1 0 0 0 0,-8 12 1054 0 0,22-14-632 0 0,14-3 94 0 0,-22 1-657 0 0,111-13 1112 0 0,-1-5 0 0 0,157-47 0 0 0,-92 20-346 0 0,662-169 1377 0 0,27-7-1920 0 0,-239 63-306 0 0,-620 156 25 0 0,36-9-379 0 0,-34 6 6 0 0,-26 4-130 0 0,-59 6 287 0 0,-117 22 0 0 0,-75 33 884 0 0,77-15-657 0 0,-460 103-1161 0 0,617-141 1037 0 0,24-6 51 0 0,1 1 0 0 0,-1 0-1 0 0,0 1 1 0 0,1 0 0 0 0,0 1 0 0 0,0 0-1 0 0,-13 7 1 0 0,23-11 78 0 0,0 0 0 0 0,0 0 0 0 0,0 0 0 0 0,0 0 0 0 0,0 0 0 0 0,0 0 0 0 0,-1 0 0 0 0,1 0 0 0 0,0 0 0 0 0,0 1 0 0 0,0-1 0 0 0,0 0 0 0 0,0 0-1 0 0,0 0 1 0 0,0 0 0 0 0,0 0 0 0 0,0 0 0 0 0,0 0 0 0 0,0 0 0 0 0,0 0 0 0 0,0 0 0 0 0,0 1 0 0 0,0-1 0 0 0,0 0 0 0 0,0 0 0 0 0,0 0 0 0 0,0 0 0 0 0,0 0 0 0 0,0 0 0 0 0,0 0 0 0 0,0 0 0 0 0,0 1 0 0 0,0-1 0 0 0,0 0 0 0 0,0 0 0 0 0,0 0 0 0 0,0 0 0 0 0,0 0 0 0 0,0 0 0 0 0,0 0 0 0 0,0 0 0 0 0,0 0 0 0 0,0 0 0 0 0,0 1 0 0 0,0-1 0 0 0,0 0 0 0 0,0 0 0 0 0,0 0 0 0 0,1 0 0 0 0,-1 0-1 0 0,0 0 1 0 0,0 0 0 0 0,0 0 0 0 0,0 0 0 0 0,0 0 0 0 0,0 0 0 0 0,0 0 0 0 0,11 4-154 0 0,12-2-46 0 0,69-2-265 0 0,93-14 0 0 0,92-25 358 0 0,-211 28 77 0 0,18-1 248 0 0,1152-160 2076 0 0,-1130 161-2159 0 0,256-26 351 0 0,-1 28-299 0 0,-356 10-206 0 0,22 0-69 0 0,33 6 0 0 0,-54-7 26 0 0,0 2 0 0 0,0-1 0 0 0,0 1 0 0 0,-1 0 1 0 0,1 0-1 0 0,0 0 0 0 0,-1 1 0 0 0,1 0 0 0 0,-1 0 1 0 0,0 1-1 0 0,7 5 0 0 0,-11-7 0 0 0,1 0 1 0 0,-1 0-1 0 0,1 0 1 0 0,-1 0-1 0 0,0 0 0 0 0,0 1 1 0 0,0-1-1 0 0,0 0 0 0 0,0 1 1 0 0,-1-1-1 0 0,1 1 1 0 0,-1-1-1 0 0,0 1 0 0 0,1-1 1 0 0,-1 1-1 0 0,0-1 1 0 0,0 1-1 0 0,-1 0 0 0 0,1-1 1 0 0,0 1-1 0 0,-1-1 1 0 0,0 0-1 0 0,0 1 0 0 0,1-1 1 0 0,-1 1-1 0 0,0-1 0 0 0,-1 0 1 0 0,1 0-1 0 0,0 0 1 0 0,-3 3-1 0 0,-4 8-378 0 0,-2 0-1 0 0,0-1 1 0 0,-17 17 0 0 0,23-25 306 0 0,-61 60-836 0 0,-3-4 1 0 0,-90 61-1 0 0,-162 88 1216 0 0,10-7 1495 0 0,301-196-1609 0 0,-90 70 1565 0 0,90-68-1406 0 0,-1 1 1 0 0,1 0-1 0 0,1 1 0 0 0,0 0 0 0 0,0 0 1 0 0,1 1-1 0 0,-8 16 0 0 0,14-25-240 0 0,0-1 0 0 0,0 0 0 0 0,1 1 1 0 0,-1-1-1 0 0,1 1 0 0 0,-1 0 0 0 0,1-1 0 0 0,-1 1 0 0 0,1-1 0 0 0,0 1 0 0 0,0 0 0 0 0,0-1 1 0 0,0 1-1 0 0,0 0 0 0 0,0-1 0 0 0,1 1 0 0 0,-1 0 0 0 0,0-1 0 0 0,1 1 0 0 0,-1-1 0 0 0,1 1 1 0 0,0-1-1 0 0,1 3 0 0 0,0-2-40 0 0,-1 0 1 0 0,1 0-1 0 0,0-1 1 0 0,0 1-1 0 0,1-1 0 0 0,-1 0 1 0 0,0 1-1 0 0,0-1 1 0 0,1 0-1 0 0,-1 0 1 0 0,0 0-1 0 0,1-1 0 0 0,3 2 1 0 0,9 0-166 0 0,0 0 1 0 0,0-1-1 0 0,29-2 1 0 0,53-10-214 0 0,-1-4 0 0 0,134-39 0 0 0,-62 13 608 0 0,782-133 2192 0 0,-929 170-2431 0 0,-5 1-20 0 0,0 1 1 0 0,-1 0-1 0 0,1 1 1 0 0,26 2-1 0 0,-41-1-33 0 0,0 0 0 0 0,0 0 0 0 0,-1 0-1 0 0,1 0 1 0 0,0 0 0 0 0,0 0 0 0 0,-1 1-1 0 0,1-1 1 0 0,0 0 0 0 0,0 0 0 0 0,-1 1-1 0 0,1-1 1 0 0,0 0 0 0 0,0 1 0 0 0,-1-1-1 0 0,1 1 1 0 0,0-1 0 0 0,-1 1 0 0 0,1-1-1 0 0,-1 1 1 0 0,1-1 0 0 0,-1 1 0 0 0,2 1-1 0 0,-2-2-6 0 0,0 1 0 0 0,-1 0 0 0 0,1-1 0 0 0,0 1 0 0 0,0 0 0 0 0,0 0 0 0 0,0-1 0 0 0,-1 1 0 0 0,1 0 0 0 0,0-1 0 0 0,-1 1-1 0 0,1 0 1 0 0,0-1 0 0 0,-1 1 0 0 0,1-1 0 0 0,-1 1 0 0 0,1-1 0 0 0,-1 1 0 0 0,1-1 0 0 0,-1 1 0 0 0,-36 26-1396 0 0,34-26 1471 0 0,-410 234 1643 0 0,368-209-1355 0 0,-37 22 293 0 0,74-42-569 0 0,1-1 0 0 0,-1 2 0 0 0,1-1 0 0 0,0 1 1 0 0,0 0-1 0 0,1 0 0 0 0,-7 10 0 0 0,12-16-20 0 0,0 0 0 0 0,1 1 0 0 0,-1-1 0 0 0,0 0 0 0 0,1 1 1 0 0,-1-1-1 0 0,1 1 0 0 0,-1-1 0 0 0,1 0 0 0 0,0 1 0 0 0,-1-1 0 0 0,1 1 0 0 0,0-1 0 0 0,0 1 0 0 0,0-1 0 0 0,0 1 1 0 0,0-1-1 0 0,1 1 0 0 0,-1-1 0 0 0,0 1 0 0 0,1-1 0 0 0,-1 1 0 0 0,1-1 0 0 0,-1 0 0 0 0,2 2 0 0 0,0 0-15 0 0,0 0-1 0 0,0-1 0 0 0,1 1 0 0 0,-1-1 0 0 0,1 1 0 0 0,0-1 0 0 0,0 0 1 0 0,0 0-1 0 0,0-1 0 0 0,5 3 0 0 0,7 2-189 0 0,0 0 0 0 0,0-2 0 0 0,27 6 0 0 0,273 25 667 0 0,-32-6 1068 0 0,30 35 448 0 0,-313-64-1983 0 0,0 0 0 0 0,0 0 1 0 0,0 0-1 0 0,1 0 0 0 0,-1 0 0 0 0,0 0 0 0 0,0 0 1 0 0,0 0-1 0 0,1 0 0 0 0,-1 0 0 0 0,0 0 1 0 0,0 0-1 0 0,0 0 0 0 0,1 0 0 0 0,-1 0 0 0 0,0 0 1 0 0,0 0-1 0 0,0 0 0 0 0,0 0 0 0 0,1 0 1 0 0,-1 1-1 0 0,0-1 0 0 0,0 0 0 0 0,0 0 0 0 0,0 0 1 0 0,1 0-1 0 0,-1 0 0 0 0,0 1 0 0 0,0-1 0 0 0,0 0 1 0 0,0 0-1 0 0,0 0 0 0 0,0 0 0 0 0,0 1 1 0 0,1-1-1 0 0,-1 0 0 0 0,0 0 0 0 0,0 0 0 0 0,0 1 1 0 0,0-1-1 0 0,0 0 0 0 0,0 0 0 0 0,0 0 1 0 0,0 1-1 0 0,0-1 0 0 0,0 0 0 0 0,0 0 0 0 0,0 1 1 0 0,-12 5-171 0 0,-18 1-56 0 0,-75 9 389 0 0,-137 4 0 0 0,127-14-274 0 0,-1057 7 243 0 0,1164-14-132 0 0,-19 0-141 0 0,-1-1 1 0 0,1-1 0 0 0,-46-12 0 0 0,72 15 129 0 0,-1-1 0 0 0,1 1 1 0 0,0 0-1 0 0,-1-1 0 0 0,1 0 0 0 0,0 1 0 0 0,-1-1 0 0 0,1 0 0 0 0,0 1 0 0 0,0-1 1 0 0,-1 0-1 0 0,1 0 0 0 0,0 0 0 0 0,0 0 0 0 0,0 0 0 0 0,0-1 0 0 0,0 1-8 0 0,1 1 0 0 0,0-1 0 0 0,0 1 0 0 0,0-1 0 0 0,0 0 0 0 0,0 1 0 0 0,0-1 0 0 0,0 1 1 0 0,0-1-1 0 0,1 1 0 0 0,-1-1 0 0 0,0 1 0 0 0,0-1 0 0 0,0 1 0 0 0,1-1 0 0 0,-1 1 0 0 0,0-1 0 0 0,0 1 0 0 0,1 0 0 0 0,-1-1 0 0 0,0 1 0 0 0,1-1 0 0 0,-1 1 0 0 0,0 0 0 0 0,1-1 0 0 0,-1 1 0 0 0,1 0 0 0 0,0-1 0 0 0,4-2-242 0 0,1-1 1 0 0,0 1-1 0 0,0 0 0 0 0,0 1 1 0 0,8-3-1 0 0,50-13-787 0 0,2 3 1 0 0,88-10-1 0 0,139 2 1259 0 0,-217 18-13 0 0,197-7 975 0 0,202-18 2337 0 0,-458 28-3316 0 0,-10 2-68 0 0,0-1 1 0 0,0 0-1 0 0,1 0 0 0 0,-1-1 1 0 0,0 0-1 0 0,11-4 1 0 0,-18 6-116 0 0,0 0 1 0 0,0 0 0 0 0,1 0-1 0 0,-1 0 1 0 0,0 0 0 0 0,0-1 0 0 0,0 1-1 0 0,0 0 1 0 0,1 0 0 0 0,-1 0-1 0 0,0 0 1 0 0,0 0 0 0 0,0 0 0 0 0,0 0-1 0 0,0-1 1 0 0,0 1 0 0 0,1 0-1 0 0,-1 0 1 0 0,0 0 0 0 0,0 0 0 0 0,0 0-1 0 0,0-1 1 0 0,0 1 0 0 0,0 0-1 0 0,0 0 1 0 0,0 0 0 0 0,0 0 0 0 0,0-1-1 0 0,0 1 1 0 0,0 0 0 0 0,0 0-1 0 0,0 0 1 0 0,0-1 0 0 0,0 1-1 0 0,0 0 1 0 0,0 0 0 0 0,0 0 0 0 0,0 0-1 0 0,0-1 1 0 0,0 1 0 0 0,0 0-1 0 0,0 0 1 0 0,0 0 0 0 0,0-1 0 0 0,-10-5 172 0 0,-15-2-63 0 0,24 8-97 0 0,-485-102 55 0 0,-5 25-1259 0 0,251 41 619 0 0,-1317-174-1190 0 0,1326 189 795 0 0,-112-14-1340 0 0,335 34 2253 0 0,-38-8-197 0 0,44 8 226 0 0,-1 1 1 0 0,1-1-1 0 0,0 1 1 0 0,0-1 0 0 0,0 0-1 0 0,0 0 1 0 0,1 0-1 0 0,-1 0 1 0 0,0 0-1 0 0,0-1 1 0 0,1 1-1 0 0,-1 0 1 0 0,0-1 0 0 0,1 0-1 0 0,0 1 1 0 0,-3-4-1 0 0,4 4 19 0 0,-1 0 0 0 0,1 0 0 0 0,0 1 0 0 0,0-1 0 0 0,0 0 0 0 0,0 0-1 0 0,0 0 1 0 0,0 0 0 0 0,0 1 0 0 0,1-1 0 0 0,-1 0 0 0 0,0 0 0 0 0,0 0 0 0 0,1 1 0 0 0,-1-1-1 0 0,0 0 1 0 0,1 0 0 0 0,-1 1 0 0 0,0-1 0 0 0,1 0 0 0 0,-1 1 0 0 0,1-1 0 0 0,0 0 0 0 0,-1 1-1 0 0,1-1 1 0 0,-1 1 0 0 0,1-1 0 0 0,1 0 0 0 0,23-14 43 0 0,-21 13-61 0 0,45-19 50 0 0,0 2 1 0 0,1 3 0 0 0,69-14 0 0 0,-25 6 113 0 0,-65 16-70 0 0,-26 8-131 0 0,-19 4-162 0 0,-312 62 2916 0 0,89-21 72 0 0,207-38-2505 0 0,-45 12 525 0 0,161-16-1103 0 0,4-6-148 0 0,1212-25-4496 0 0,-265 23 3885 0 0,-348-33 3374 0 0,-585 30-802 0 0,199-42 0 0 0,-288 45-1094 0 0,-11 0-147 0 0,-21-5-56 0 0,-37-1-217 0 0,8 5-212 0 0,0 3 0 0 0,-63 4 1 0 0,-97 16-675 0 0,110-7 436 0 0,-24 4 301 0 0,-129 32 0 0 0,247-44 615 0 0,21-2-243 0 0,29-5-50 0 0,20-8 34 0 0,832-151 1309 0 0,-886 162-1506 0 0,63-14 11 0 0,-75 16-9 0 0,0 0 0 0 0,0 0 0 0 0,0 0-1 0 0,1 0 1 0 0,-1 0 0 0 0,0 0 0 0 0,0 0 0 0 0,0 0 0 0 0,0 0 0 0 0,0 0 0 0 0,0 0 0 0 0,0 0-1 0 0,1 0 1 0 0,-1-1 0 0 0,0 1 0 0 0,0 0 0 0 0,0 0 0 0 0,0 0 0 0 0,0 0 0 0 0,0 0 0 0 0,0 0-1 0 0,1 0 1 0 0,-1 0 0 0 0,0 0 0 0 0,0 0 0 0 0,0 0 0 0 0,0-1 0 0 0,0 1 0 0 0,0 0 0 0 0,0 0-1 0 0,0 0 1 0 0,0 0 0 0 0,0 0 0 0 0,0 0 0 0 0,0 0 0 0 0,0 0 0 0 0,0-1 0 0 0,0 1 0 0 0,0 0-1 0 0,0 0 1 0 0,0 0 0 0 0,0 0 0 0 0,0 0 0 0 0,0 0 0 0 0,0-1 0 0 0,0 1 0 0 0,0 0 0 0 0,0 0-1 0 0,0 0 1 0 0,0 0 0 0 0,0 0 0 0 0,0 0 0 0 0,0 0 0 0 0,0-1 0 0 0,0 1 0 0 0,0 0-1 0 0,0 0 1 0 0,0 0 0 0 0,0 0 0 0 0,-1 0 0 0 0,1 0 0 0 0,0 0 0 0 0,0 0 0 0 0,0 0 0 0 0,0 0-1 0 0,-13-6 207 0 0,-17-3 123 0 0,-25 1-194 0 0,-1 1 0 0 0,0 4 0 0 0,-87 4 0 0 0,74 0-258 0 0,-94 3-1105 0 0,93-1-4316 0 0,69-3 5408 0 0,-52 3-6683 0 0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25.89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180 7 7370 0 0,'20'6'449'0'0,"0"-1"0"0"0,0-1 1 0 0,1 0-1 0 0,-1-2 0 0 0,1-1 1 0 0,32-1-1 0 0,-22 0-330 0 0,-2 1 465 0 0,0-2 0 0 0,0-1-1 0 0,0-2 1 0 0,0 0 0 0 0,43-13-1 0 0,-90 15-1631 0 0,-21 6-96 0 0,-163 36-3313 0 0,-89 13 4336 0 0,282-52 584 0 0,5 0-120 0 0,1 0 1 0 0,0-1-1 0 0,-1 1 0 0 0,1-1 1 0 0,-1 0-1 0 0,1 0 1 0 0,-1 0-1 0 0,1-1 1 0 0,-1 1-1 0 0,-4-2 0 0 0,37-11 1296 0 0,203-44-2522 0 0,-212 53 432 0 0,34-9-3858 0 0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09.25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376 0 10594 0 0,'-1'2'78'0'0,"1"0"0"0"0,-1 0 0 0 0,1 0-1 0 0,-1 1 1 0 0,1-1 0 0 0,0 0 0 0 0,-1 0-1 0 0,1 0 1 0 0,0 0 0 0 0,1 1 0 0 0,-1-1-1 0 0,0 0 1 0 0,1 0 0 0 0,-1 0-1 0 0,1 0 1 0 0,-1 0 0 0 0,1 1 0 0 0,1 1-1 0 0,2 11 41 0 0,91 751 1592 0 0,-109 767 963 0 0,-57-726-1956 0 0,4-91-434 0 0,-62 853 869 0 0,62 383-864 0 0,68-1837-272 0 0,7 187 568 0 0,-2-226 28 0 0,31 146-1 0 0,-37-219-617 0 0,1 0 1 0 0,0 0-1 0 0,0 0 0 0 0,0 0 0 0 0,0 0 1 0 0,0 0-1 0 0,1 0 0 0 0,-1 0 0 0 0,1-1 1 0 0,0 1-1 0 0,0 0 0 0 0,4 3 0 0 0,-6-6-11 0 0,1 1 0 0 0,-1-1 0 0 0,1 0-1 0 0,-1 1 1 0 0,1-1 0 0 0,0 0 0 0 0,-1 0-1 0 0,1 0 1 0 0,-1 1 0 0 0,1-1 0 0 0,0 0-1 0 0,-1 0 1 0 0,1 0 0 0 0,0 0 0 0 0,-1 0 0 0 0,1 0-1 0 0,0 0 1 0 0,-1 0 0 0 0,1-1 0 0 0,-1 1-1 0 0,1 0 1 0 0,0 0 0 0 0,0-1 0 0 0,1 0-43 0 0,0 0 0 0 0,0-1 0 0 0,-1 1 1 0 0,1-1-1 0 0,0 1 0 0 0,-1-1 1 0 0,1 0-1 0 0,-1 1 0 0 0,0-1 0 0 0,2-3 1 0 0,6-12-465 0 0,-1 0 1 0 0,0 0-1 0 0,-1-1 1 0 0,-1 0-1 0 0,5-26 1 0 0,12-98-985 0 0,-18 96 1086 0 0,90-1014-3627 0 0,-79-6 5680 0 0,-20-1393 2211 0 0,5 2290-3922 0 0,22-696-302 0 0,0-147-487 0 0,-26 795 2281 0 0,-31-227 0 0 0,27 480-2706 0 0,1 35 599 0 0,-55 2201-23 0 0,80-1036 474 0 0,-2 112 840 0 0,-123 286 350 0 0,-53 646 3571 0 0,141-1693-3952 0 0,9-243-730 0 0,9-321 118 0 0,0-2-640 0 0,-1 0 1 0 0,-1 0-1 0 0,-8 38 1 0 0,1-114-3801 0 0,48-799-2126 0 0,-18 511 5381 0 0,51-759 1090 0 0,57-553 4206 0 0,-71 939-1874 0 0,53-754 440 0 0,-35-1-1592 0 0,-76 1469-1037 0 0,25-430 907 0 0,-21 413-878 0 0,-4 19-34 0 0,1 0 0 0 0,-1 0 0 0 0,0 0 1 0 0,0 0-1 0 0,0 0 0 0 0,0 0 0 0 0,0 0 0 0 0,0-1 1 0 0,0 1-1 0 0,0 0 0 0 0,1 0 0 0 0,-1 0 0 0 0,0 0 1 0 0,0 0-1 0 0,0 0 0 0 0,0 0 0 0 0,0 0 0 0 0,1 0 1 0 0,-1 0-1 0 0,0 0 0 0 0,0 0 0 0 0,0 0 0 0 0,0 0 0 0 0,0 0 1 0 0,1 0-1 0 0,-1 0 0 0 0,0 0 0 0 0,0 0 0 0 0,0 0 1 0 0,0 0-1 0 0,0 0 0 0 0,1 0 0 0 0,-1 0 0 0 0,0 0 1 0 0,0 0-1 0 0,0 0 0 0 0,0 0 0 0 0,0 0 0 0 0,1 0 1 0 0,-1 0-1 0 0,0 0 0 0 0,0 1 0 0 0,0-1 0 0 0,0 0 1 0 0,0 0-1 0 0,0 0 0 0 0,0 0 0 0 0,0 0 0 0 0,1 0 0 0 0,0 3-63 0 0,1 0 0 0 0,-1 0 0 0 0,0 0 0 0 0,1 0 0 0 0,-1 0 0 0 0,0 0 0 0 0,-1 1 0 0 0,1 3-1 0 0,40 393-1900 0 0,-26-222 1697 0 0,220 3519 437 0 0,-209-2446 1305 0 0,-45 0 1372 0 0,-140 293-597 0 0,153-1504-2325 0 0,-35 183-1384 0 0,32-204 277 0 0,-9-66-3315 0 0,17 41 4328 0 0,-52-348-8552 0 0,0-183 5684 0 0,41 400 2971 0 0,-124-1812 12194 0 0,48 115-7666 0 0,87 720-4027 0 0,47 1-737 0 0,-5 176-68 0 0,-39 830 484 0 0,14-183 159 0 0,-16 291-275 0 0,0-1 1 0 0,1 0-1 0 0,-1 0 1 0 0,0 0-1 0 0,0 0 1 0 0,0 0 0 0 0,0 0-1 0 0,0 0 1 0 0,0 0-1 0 0,0 0 1 0 0,0 0-1 0 0,0 0 1 0 0,0 0-1 0 0,0 0 1 0 0,0 0-1 0 0,0 0 1 0 0,0 0-1 0 0,0 0 1 0 0,0 0 0 0 0,0 1-1 0 0,1-1 1 0 0,-1 0-1 0 0,0 0 1 0 0,0 0-1 0 0,0 0 1 0 0,0 0-1 0 0,0 0 1 0 0,0 0-1 0 0,0 0 1 0 0,0 0-1 0 0,0 0 1 0 0,0 0-1 0 0,0 0 1 0 0,0 0 0 0 0,1 0-1 0 0,-1 0 1 0 0,0-1-1 0 0,3 18-139 0 0,3 22-298 0 0,74 1614-8208 0 0,-63-1185 7852 0 0,78 1205 2145 0 0,-17-379 1092 0 0,-64 26-3162 0 0,-15-1123 1887 0 0,0-141-724 0 0,4 185 1844 0 0,0-186-1235 0 0,3 1 0 0 0,17 70 1 0 0,-21-119-991 0 0,0-1 0 0 0,0 1 0 0 0,0-1 0 0 0,1 1 0 0 0,0-1 0 0 0,7 9 0 0 0,-10-14-64 0 0,1 0 1 0 0,-1-1-1 0 0,1 1 0 0 0,-1 0 0 0 0,1-1 0 0 0,-1 1 0 0 0,1-1 0 0 0,0 1 1 0 0,-1-1-1 0 0,1 1 0 0 0,0-1 0 0 0,0 1 0 0 0,-1-1 0 0 0,1 0 0 0 0,0 1 1 0 0,0-1-1 0 0,-1 0 0 0 0,1 0 0 0 0,0 1 0 0 0,0-1 0 0 0,0 0 0 0 0,0 0 1 0 0,1 0-1 0 0,-1-1-22 0 0,0 0 1 0 0,1 1 0 0 0,-1-1 0 0 0,0 0-1 0 0,0 0 1 0 0,1 0 0 0 0,-1 0 0 0 0,0 0-1 0 0,0 0 1 0 0,0 0 0 0 0,0-1 0 0 0,0 1-1 0 0,0 0 1 0 0,-1 0 0 0 0,1-1-1 0 0,0 1 1 0 0,-1-1 0 0 0,1-1 0 0 0,5-11-102 0 0,-1 0 0 0 0,-1-1 0 0 0,0 0 0 0 0,-1 0 1 0 0,1-22-1 0 0,0-79 37 0 0,-4 88 109 0 0,-37-691 520 0 0,-53 2-25 0 0,-17-184-479 0 0,29 40-1722 0 0,4 42 143 0 0,67 721 1463 0 0,3 27-34 0 0,-2 1 1 0 0,-19-81 0 0 0,20 144 506 0 0,3 18-45 0 0,0 21 32 0 0,5 851-2575 0 0,-15-343 2359 0 0,-12 370 764 0 0,-20 501-110 0 0,37-1117 68 0 0,-33 669 2584 0 0,37-927-3178 0 0,0 0 52 0 0,1 1-1 0 0,1-1 1 0 0,7 53-1 0 0,4-120-2744 0 0,12-368-480 0 0,-19 281 2827 0 0,-2-632 1651 0 0,-29 1 722 0 0,-3-217-274 0 0,37-330-1129 0 0,25 0-770 0 0,-21 938-108 0 0,35-862-406 0 0,-6 190-602 0 0,-36 101-312 0 0,-72 4 2834 0 0,64 886-1497 0 0,2-5 45 0 0,-3 1-1 0 0,-2 0 1 0 0,-1 0 0 0 0,-25-66 0 0 0,33 107-95 0 0,1 1-1 0 0,-1 0 1 0 0,1-1 0 0 0,-1 1 0 0 0,1 0 0 0 0,-1-1 0 0 0,0 1 0 0 0,0 0 0 0 0,0 0 0 0 0,0 0-1 0 0,0 0 1 0 0,0 0 0 0 0,0 0 0 0 0,0 0 0 0 0,0 0 0 0 0,0 0 0 0 0,-3-1 0 0 0,4 2 0 0 0,-1 0 1 0 0,0 0-1 0 0,1 0 1 0 0,-1 0-1 0 0,0 1 0 0 0,1-1 1 0 0,-1 0-1 0 0,1 0 1 0 0,-1 0-1 0 0,0 1 1 0 0,1-1-1 0 0,-1 0 1 0 0,1 1-1 0 0,-1-1 1 0 0,0 0-1 0 0,1 1 1 0 0,-1-1-1 0 0,1 1 0 0 0,0-1 1 0 0,-1 1-1 0 0,1-1 1 0 0,-1 1-1 0 0,1-1 1 0 0,0 1-1 0 0,-1 1 1 0 0,-3 5-5 0 0,1 0 0 0 0,0 1 0 0 0,0-1 0 0 0,-3 15 0 0 0,-67 481-2457 0 0,60-385 2000 0 0,-88 1125-263 0 0,50 5 201 0 0,56 631 517 0 0,90-4 24 0 0,-10-105 1300 0 0,-84-1729-1321 0 0,-2-17-62 0 0,2 1 1 0 0,1-1 0 0 0,1 0-1 0 0,6 27 1 0 0,-9-51 52 0 0,0 0 0 0 0,0 1 0 0 0,0-1-1 0 0,0 0 1 0 0,0 0 0 0 0,0 0 0 0 0,0 0 0 0 0,0 0 0 0 0,0 1 0 0 0,0-1 0 0 0,0 0 0 0 0,0 0 0 0 0,0 0 0 0 0,0 0 0 0 0,0 0 0 0 0,0 1 0 0 0,0-1 0 0 0,0 0 0 0 0,1 0 0 0 0,-1 0 0 0 0,0 0 0 0 0,0 0-1 0 0,0 1 1 0 0,0-1 0 0 0,0 0 0 0 0,0 0 0 0 0,0 0 0 0 0,0 0 0 0 0,1 0 0 0 0,-1 0 0 0 0,0 0 0 0 0,0 0 0 0 0,0 0 0 0 0,0 0 0 0 0,0 1 0 0 0,1-1 0 0 0,-1 0 0 0 0,0 0 0 0 0,0 0 0 0 0,0 0 0 0 0,0 0-1 0 0,0 0 1 0 0,1 0 0 0 0,-1 0 0 0 0,0 0 0 0 0,0 0 0 0 0,0 0 0 0 0,0 0 0 0 0,0 0 0 0 0,1 0 0 0 0,-1-1 0 0 0,0 1 0 0 0,0 0 0 0 0,0 0 0 0 0,0 0 0 0 0,0 0 0 0 0,1 0 0 0 0,-1 0 0 0 0,0 0 0 0 0,7-13-334 0 0,2-21-62 0 0,-5-55 335 0 0,-3 0 0 0 0,-18-153 0 0 0,7 129 288 0 0,-54-615 1044 0 0,-14-184-778 0 0,36-3-357 0 0,62-237-895 0 0,-1 482-310 0 0,-15 432 698 0 0,30-1294-664 0 0,42 6 1407 0 0,-65 1403-352 0 0,1-16 484 0 0,-7-156 0 0 0,-5 285-383 0 0,0 4 7 0 0,0 0 1 0 0,0 0-1 0 0,-1 0 0 0 0,1 0 0 0 0,-1 0 1 0 0,0 0-1 0 0,-1 1 0 0 0,0-1 1 0 0,0 0-1 0 0,0 1 0 0 0,0-1 0 0 0,-7-1 951 0 0,7 20-804 0 0,3 12-236 0 0,95 1353-1505 0 0,-53 2 2037 0 0,-75-192-1227 0 0,6-422 348 0 0,40 2126 1270 0 0,82-1521-2144 0 0,-61-1099-5345 0 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19.8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 10594 0 0,'15'-1'2665'0'0,"1"0"0"0"0,-1-1 0 0 0,15-4 0 0 0,48-15-257 0 0,-56 13-2479 0 0,1 2 0 0 0,0 0-1 0 0,0 2 1 0 0,1 1 0 0 0,33-2-1 0 0,-53 5 76 0 0,-1 1 0 0 0,1-1 0 0 0,-1 1 0 0 0,1-1 0 0 0,-1 1 0 0 0,1 0 0 0 0,-1 0 0 0 0,0 0 0 0 0,1 1 0 0 0,-1-1 0 0 0,0 1 0 0 0,0 0 0 0 0,0 0 0 0 0,0 0 0 0 0,-1 0 0 0 0,1 0 0 0 0,4 5 0 0 0,-4-3-7 0 0,0 1 0 0 0,0-1 0 0 0,-1 1 1 0 0,1 0-1 0 0,-1 0 0 0 0,0 0 0 0 0,0 0 0 0 0,-1 0 0 0 0,1 1 0 0 0,0 7 0 0 0,0 6-67 0 0,-2 0 0 0 0,0 0 0 0 0,0 0 0 0 0,-2 0 0 0 0,-5 25 0 0 0,-1-11-183 0 0,-12 32 0 0 0,11-38-48 0 0,1 0 0 0 0,-5 34 0 0 0,12-61 284 0 0,1 1 1 0 0,0-1 0 0 0,0 1-1 0 0,0-1 1 0 0,0 1 0 0 0,0-1-1 0 0,0 1 1 0 0,0-1 0 0 0,0 1-1 0 0,0-1 1 0 0,0 1 0 0 0,0-1-1 0 0,0 1 1 0 0,1-1 0 0 0,-1 1-1 0 0,0-1 1 0 0,0 1 0 0 0,0-1-1 0 0,1 1 1 0 0,-1-1 0 0 0,0 1-1 0 0,1-1 1 0 0,-1 1 0 0 0,0-1-1 0 0,1 0 1 0 0,-1 1 0 0 0,0-1-1 0 0,1 0 1 0 0,0 1 0 0 0,17-1-203 0 0,26-20 327 0 0,-35 16 15 0 0,3-2 44 0 0,0 2-1 0 0,1-1 1 0 0,-1 2 0 0 0,1 0-1 0 0,0 0 1 0 0,0 1 0 0 0,0 0-1 0 0,20 1 1 0 0,-28 1-136 0 0,-1 0-1 0 0,1 1 1 0 0,-1-1 0 0 0,1 1-1 0 0,-1 0 1 0 0,1 0 0 0 0,-1 1-1 0 0,1-1 1 0 0,-1 1-1 0 0,0 0 1 0 0,0 0 0 0 0,0 0-1 0 0,0 1 1 0 0,0-1 0 0 0,0 1-1 0 0,-1 0 1 0 0,1 0 0 0 0,-1 0-1 0 0,0 0 1 0 0,0 1-1 0 0,0 0 1 0 0,0-1 0 0 0,-1 1-1 0 0,0 0 1 0 0,1 0 0 0 0,-1 0-1 0 0,2 8 1 0 0,-3-7-14 0 0,0 1-1 0 0,0 0 1 0 0,-1 0 0 0 0,0 0 0 0 0,0-1-1 0 0,0 1 1 0 0,0 0 0 0 0,-1 0 0 0 0,0-1-1 0 0,-1 1 1 0 0,1 0 0 0 0,-1-1 0 0 0,0 1-1 0 0,0-1 1 0 0,-1 0 0 0 0,0 0 0 0 0,-3 6-1 0 0,-8 11 138 0 0,-2-1-1 0 0,-24 28 0 0 0,32-41-81 0 0,4-3-71 0 0,-66 70 755 0 0,61-66-740 0 0,0-1 1 0 0,-1 0-1 0 0,0-1 0 0 0,-1 0 1 0 0,0 0-1 0 0,-12 5 0 0 0,22-12-152 0 0,0 1-1 0 0,0-1 1 0 0,1 0-1 0 0,-1 1 1 0 0,-1-1-1 0 0,1 0 1 0 0,0 1-1 0 0,0-1 1 0 0,0 0-1 0 0,0 0 1 0 0,0 0-1 0 0,0 0 1 0 0,0 0-1 0 0,0 0 1 0 0,0 0-1 0 0,0-1 1 0 0,0 1-1 0 0,0 0 1 0 0,0-1-1 0 0,0 1 1 0 0,-2-1-1 0 0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1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 11058 0 0,'6'4'1550'0'0,"0"0"-1"0"0,1-1 1 0 0,-1 0-1 0 0,12 4 1 0 0,-13-5-906 0 0,1-1 0 0 0,0 0 0 0 0,0 0 1 0 0,-1 0-1 0 0,8-1 0 0 0,-2-1-400 0 0,0 0 1 0 0,0-1-1 0 0,0 0 0 0 0,0-1 1 0 0,0 0-1 0 0,11-5 0 0 0,105-45-2848 0 0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3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1 170 17972 0 0,'19'-2'815'0'0,"0"0"1"0"0,0-1-1 0 0,22-6 1 0 0,16-4 111 0 0,-17 8-837 0 0,-1-3 0 0 0,0-1 0 0 0,-1-2 0 0 0,0-1 0 0 0,48-24 0 0 0,-10-1-525 0 0,-35 14 422 0 0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7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28 2761 0 0,'-37'-27'19342'0'0,"36"27"-19263"0"0,1 0 1 0 0,-1 1-1 0 0,1-1 0 0 0,0 0 0 0 0,-1 1 0 0 0,1-1 0 0 0,0 1 0 0 0,0-1 0 0 0,-1 1 0 0 0,1-1 0 0 0,0 1 1 0 0,0-1-1 0 0,0 1 0 0 0,0-1 0 0 0,-1 1 0 0 0,1-1 0 0 0,0 1 0 0 0,0-1 0 0 0,0 1 0 0 0,0-1 0 0 0,0 1 0 0 0,0-1 1 0 0,0 1-1 0 0,0-1 0 0 0,0 1 0 0 0,1-1 0 0 0,-1 1 0 0 0,0-1 0 0 0,0 1 0 0 0,3 19 432 0 0,26 115 608 0 0,4 32-779 0 0,-20-32-286 0 0,-10-83-532 0 0,3 0 0 0 0,1 0 0 0 0,27 92 0 0 0,-29-129-1442 0 0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9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23 257 2761 0 0,'-13'-42'654'0'0,"10"33"1217"0"0,1 0-1 0 0,0 0 1 0 0,1-1-1 0 0,0-15 1 0 0,1 20-1082 0 0,0 1 0 0 0,1 0 0 0 0,-1 0 1 0 0,1-1-1 0 0,0 1 0 0 0,0 0 1 0 0,1 0-1 0 0,-1 0 0 0 0,1 0 0 0 0,0 0 1 0 0,4-7-1 0 0,-3 8-681 0 0,0-1 0 0 0,0 1 1 0 0,0 0-1 0 0,1 0 0 0 0,-1 0 0 0 0,1 0 1 0 0,7-4-1 0 0,10-5 163 0 0,1 1 0 0 0,-1 2 0 0 0,1 0 0 0 0,28-7 0 0 0,-41 13-423 0 0,-1 1 1 0 0,1 1-1 0 0,0-1 1 0 0,0 1-1 0 0,0 1 1 0 0,0 0-1 0 0,0 0 1 0 0,0 1-1 0 0,-1 0 1 0 0,1 0-1 0 0,0 1 1 0 0,0 0-1 0 0,-1 1 1 0 0,12 4-1 0 0,0 6-7824 0 0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1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84 7834 0 0,'10'-3'696'0'0,"-5"0"-560"0"0,1-1-136 0 0,-1 0 0 0 0,3-2 2496 0 0,-2 4-1103 0 0,2-5 7 0 0,4-3-976 0 0,5-2-192 0 0,2 1-40 0 0,-1 1 0 0 0,-1 4-192 0 0,0 2 0 0 0,-4 2 0 0 0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1.6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239 29 14283 0 0,'-1'-2'137'0'0,"0"0"0"0"0,0 0 0 0 0,0 0 0 0 0,0 1 0 0 0,-1-1 0 0 0,1 0 0 0 0,-1 1 0 0 0,1 0 0 0 0,-1-1 0 0 0,1 1-1 0 0,-1 0 1 0 0,0-1 0 0 0,1 1 0 0 0,-1 0 0 0 0,0 0 0 0 0,0 1 0 0 0,0-1 0 0 0,0 0 0 0 0,-2 0 0 0 0,-1 0 102 0 0,1 1 0 0 0,0 0-1 0 0,0 0 1 0 0,0 0 0 0 0,0 0 0 0 0,0 0 0 0 0,0 1 0 0 0,-1 0-1 0 0,-4 1 1 0 0,0 1 101 0 0,0 1 0 0 0,1-1 0 0 0,-1 1-1 0 0,1 1 1 0 0,0 0 0 0 0,0 0 0 0 0,-14 12 0 0 0,14-8-282 0 0,0 1 0 0 0,0-1 0 0 0,1 1 0 0 0,1 1 1 0 0,0 0-1 0 0,0-1 0 0 0,1 2 0 0 0,0-1 0 0 0,1 1 1 0 0,1-1-1 0 0,-1 1 0 0 0,2 0 0 0 0,0 0 0 0 0,0 1 1 0 0,1 20-1 0 0,1-17-37 0 0,0 0 1 0 0,1 0-1 0 0,1 0 0 0 0,1 0 1 0 0,0-1-1 0 0,1 1 1 0 0,0-1-1 0 0,2 0 1 0 0,0 0-1 0 0,0 0 1 0 0,14 22-1 0 0,-15-30 35 0 0,0-1-1 0 0,1 1 1 0 0,0-1-1 0 0,0 0 1 0 0,0-1 0 0 0,0 0-1 0 0,1 0 1 0 0,0 0-1 0 0,0-1 1 0 0,0 1 0 0 0,1-2-1 0 0,-1 1 1 0 0,1-1 0 0 0,0 0-1 0 0,0-1 1 0 0,0 0-1 0 0,0 0 1 0 0,0-1 0 0 0,1 0-1 0 0,-1 0 1 0 0,0-1-1 0 0,1 0 1 0 0,-1-1 0 0 0,0 1-1 0 0,1-2 1 0 0,-1 1-1 0 0,0-1 1 0 0,0 0 0 0 0,0-1-1 0 0,0 0 1 0 0,0 0 0 0 0,-1-1-1 0 0,0 0 1 0 0,1 0-1 0 0,-1-1 1 0 0,-1 0 0 0 0,1 0-1 0 0,-1 0 1 0 0,10-11-1 0 0,-1-2-1454 0 0,23-36-1 0 0,-26 35-6811 0 0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2.1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0 9706 0 0,'-11'10'724'0'0,"10"-9"-510"0"0,1-1 0 0 0,0 1 0 0 0,0 0 0 0 0,0-1 0 0 0,0 1 0 0 0,0 0 1 0 0,-1-1-1 0 0,1 1 0 0 0,0 0 0 0 0,0-1 0 0 0,1 1 0 0 0,-1 0 0 0 0,0-1 0 0 0,0 1 0 0 0,0-1 0 0 0,0 1 0 0 0,0 0 0 0 0,1-1 0 0 0,-1 1 0 0 0,0-1 0 0 0,1 1 0 0 0,-1 0 0 0 0,0-1 0 0 0,1 1 0 0 0,0 0 113 0 0,0 1 0 0 0,1-1 0 0 0,-1 0 0 0 0,0 0 0 0 0,0 0-1 0 0,1 0 1 0 0,-1 0 0 0 0,0-1 0 0 0,1 1 0 0 0,-1 0 0 0 0,1-1 0 0 0,-1 1 0 0 0,1-1 0 0 0,0 1 0 0 0,-1-1 0 0 0,1 0 0 0 0,-1 1 0 0 0,1-1-1 0 0,2 0 1 0 0,7-2 33 0 0,0 0 0 0 0,-1-1 0 0 0,1 0 0 0 0,18-8 0 0 0,-17 6-758 0 0,1 1 0 0 0,22-6 0 0 0,-35 10 344 0 0,0 0 1 0 0,0 0 0 0 0,0 1-1 0 0,-1-1 1 0 0,1 0-1 0 0,0 0-52 0 0,0 0 52 0 0,0 0 1 0 0,0 0-1 0 0,0 1 1 0 0,0-1 0 0 0,0 0-1 0 0,-1 0 1 0 0,1 0-1 0 0,0 0 1 0 0,0 1 0 0 0,0-1-1 0 0,0 0 1 0 0,0 0-1 0 0,0 0 1 0 0,0 0-1 0 0,0 1 1 0 0,0-1 0 0 0,0 0-1 0 0,0 0 1 0 0,0 0-1 0 0,0 0 1 0 0,0 1 0 0 0,0-1-1 0 0,0 0 1 0 0,0 0-1 0 0,0 0 1 0 0,1 0 0 0 0,-1 0-1 0 0,0 1 1 0 0,0-1-1 0 0,0 0 1 0 0,0 0-1 0 0,0 0 1 0 0,0 0 0 0 0,0 1-54 0 0,1-1 53 0 0,-1 0 1 0 0,0 0 0 0 0,0 0-1 0 0,0 0 1 0 0,0 0-1 0 0,0 0 1 0 0,1 0 0 0 0,-1 0-1 0 0,0 0 1 0 0,0 0-1 0 0,0 0 1 0 0,0 0 0 0 0,1 1-1 0 0,-1-1 1 0 0,0 0-1 0 0,0 0 1 0 0,0 0-1 0 0,-17 17-1669 0 0,7-6 234 0 0,6-6 1002 0 0,0 0-410 0 0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2.4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62 3169 0 0,'-16'-18'15367'0'0,"21"28"-11246"0"0,0 10-4024 0 0,-5-20-78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0,0 0 0 0 0,1 1 0 0 0,-1-1 0 0 0,1 0 0 0 0,-1 0 0 0 0,1 0 0 0 0,0 0 0 0 0,11-12 442 0 0,3-22 151 0 0,-15 34-595 0 0,4-21 852 0 0,-3 20-880 0 0,-1 1 0 0 0,0-1-1 0 0,0 0 1 0 0,1 1-1 0 0,-1-1 1 0 0,0 1 0 0 0,0-1-1 0 0,0 0 1 0 0,0 1 0 0 0,0-1-1 0 0,0 1 1 0 0,0-1-1 0 0,0 1 1 0 0,0-1 0 0 0,0 0-1 0 0,-1 1 1 0 0,1-1 0 0 0,0 1-1 0 0,0-1 1 0 0,-1 1-1 0 0,1-1 1 0 0,0 0 0 0 0,0 1-1 0 0,-1-1 1 0 0,1 1 0 0 0,-1 0-1 0 0,1-1 1 0 0,0 1-1 0 0,-1-1 1 0 0,0 1 18 0 0,0 1 0 0 0,0 0 1 0 0,0 0-1 0 0,0-1 0 0 0,0 1 0 0 0,0 0 1 0 0,1 0-1 0 0,-1 0 0 0 0,0 0 0 0 0,1 0 1 0 0,-1 0-1 0 0,1 0 0 0 0,-1 0 0 0 0,1 0 1 0 0,-1 0-1 0 0,1 1 0 0 0,0-1 0 0 0,-1 2 0 0 0,-5 24-603 0 0,6-27 623 0 0,-2 8-27 0 0,1-5-20 0 0,0 1 1 0 0,0 0-1 0 0,1-1 1 0 0,-1 1-1 0 0,1 0 1 0 0,0 0 0 0 0,0 0-1 0 0,0-1 1 0 0,2 6-1 0 0,-2-9-4 0 0,0 0 0 0 0,0 0 0 0 0,0 0 0 0 0,0 0-1 0 0,0 0 1 0 0,1 0 0 0 0,-1 0 0 0 0,0 0 0 0 0,0 0 0 0 0,0 0-1 0 0,0 0 1 0 0,1 0 0 0 0,-1 0 0 0 0,0 0 0 0 0,0 0 0 0 0,0 0-1 0 0,0 0 1 0 0,0-1 0 0 0,1 1 0 0 0,-1 0 0 0 0,0 0 0 0 0,0 0 0 0 0,0 0-1 0 0,0 0 1 0 0,0 0 0 0 0,1 0 0 0 0,-1 0 0 0 0,0-1 0 0 0,0 1-1 0 0,0 0 1 0 0,0 0 0 0 0,0 0 0 0 0,0 0 0 0 0,0 0 0 0 0,0 0-1 0 0,0-1 1 0 0,0 1 0 0 0,0 0 0 0 0,1 0 0 0 0,-1 0 0 0 0,0 0-1 0 0,0-1 1 0 0,0 1 0 0 0,0 0 0 0 0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8.7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24 140 6449 0 0,'-23'-50'11666'0'0,"23"49"-11588"0"0,0-1 1 0 0,0 1 0 0 0,1 0 0 0 0,-1 0 0 0 0,0-1 0 0 0,1 1 0 0 0,-1 0 0 0 0,1 0 0 0 0,-1 0 0 0 0,1-1 0 0 0,0 1 0 0 0,-1 0 0 0 0,1 0 0 0 0,0 0 0 0 0,0 0 0 0 0,0 1 0 0 0,0-1 0 0 0,0 0 0 0 0,1-1 0 0 0,20-16 233 0 0,-22 18-272 0 0,8-6 102 0 0,0 0 1 0 0,0 1 0 0 0,1 0 0 0 0,-1 0 0 0 0,1 1-1 0 0,0 1 1 0 0,0-1 0 0 0,0 1 0 0 0,1 1 0 0 0,-1 0 0 0 0,12-2-1 0 0,-15 4-65 0 0,0 0 1 0 0,0 0-1 0 0,-1 1 0 0 0,1 0 0 0 0,0 0 0 0 0,0 0 0 0 0,-1 1 0 0 0,1-1 0 0 0,-1 1 0 0 0,1 1 0 0 0,-1-1 0 0 0,0 1 0 0 0,0 0 0 0 0,0 0 1 0 0,0 0-1 0 0,-1 1 0 0 0,1 0 0 0 0,-1 0 0 0 0,7 8 0 0 0,-5-5-120 0 0,-1-1-1 0 0,0 1 1 0 0,0 0 0 0 0,-1 1 0 0 0,0-1-1 0 0,0 1 1 0 0,-1 0 0 0 0,0 0 0 0 0,0 0-1 0 0,-1 0 1 0 0,0 0 0 0 0,0 1 0 0 0,-1-1-1 0 0,0 0 1 0 0,-1 1 0 0 0,0-1 0 0 0,0 1-1 0 0,-1-1 1 0 0,-3 17 0 0 0,-1-4 4 0 0,-2-1 0 0 0,0 0 1 0 0,-1 0-1 0 0,-1-1 0 0 0,-1 0 0 0 0,-22 32 1 0 0,29-47 7 0 0,-11 20 203 0 0,16-18-23 0 0,12-11-74 0 0,3-5-17 0 0,0 0-1 0 0,1 2 1 0 0,0 1 0 0 0,0 0-1 0 0,1 1 1 0 0,0 1 0 0 0,0 0-1 0 0,26-2 1 0 0,-37 7-44 0 0,0 0 0 0 0,0 0 0 0 0,-1 0 0 0 0,1 1 0 0 0,0 0 0 0 0,0 1 0 0 0,-1 0 0 0 0,1 0 0 0 0,-1 0 0 0 0,1 1 0 0 0,-1 0 0 0 0,0 1 0 0 0,0-1 0 0 0,0 2 0 0 0,-1-1 0 0 0,1 1 0 0 0,-1-1 0 0 0,0 2 0 0 0,-1-1 0 0 0,1 1 0 0 0,-1 0 0 0 0,0 0 0 0 0,6 10 0 0 0,-7-10 33 0 0,-1 0-1 0 0,0 0 1 0 0,0 0-1 0 0,0 1 1 0 0,-1-1 0 0 0,0 1-1 0 0,0 0 1 0 0,0 0 0 0 0,-1 0-1 0 0,0 0 1 0 0,-1 0-1 0 0,0 10 1 0 0,0-6-12 0 0,-2-1-1 0 0,0 1 1 0 0,0-1-1 0 0,-1 0 1 0 0,0 1-1 0 0,0-1 0 0 0,-8 15 1 0 0,0-6 54 0 0,-1 0 0 0 0,0-1 0 0 0,-1 0 0 0 0,-1 0 0 0 0,-1-2 0 0 0,0 0 0 0 0,-24 19 0 0 0,-5-6 469 0 0,11-17-3740 0 0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0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 16588 0 0,'2'-7'3290'0'0,"-2"6"-3199"0"0,0 1 1 0 0,1 0-1 0 0,-1 0 0 0 0,0 0 1 0 0,0 0-1 0 0,1 0 1 0 0,-1 0-1 0 0,0 0 0 0 0,0 0 1 0 0,1 0-1 0 0,-1 0 1 0 0,0 0-1 0 0,0 0 0 0 0,0 0 1 0 0,1 0-1 0 0,-1 0 1 0 0,0 0-1 0 0,1 0 0 0 0,0 0 37 0 0,0 0 0 0 0,0 0 0 0 0,0 0 0 0 0,0 0-1 0 0,0 0 1 0 0,0 0 0 0 0,0 0 0 0 0,0 0 0 0 0,1 0 0 0 0,-1 1-1 0 0,0-1 1 0 0,0 0 0 0 0,0 1 0 0 0,2 0 0 0 0,0 3 48 0 0,1 0 1 0 0,-1 0-1 0 0,1 0 1 0 0,-1 1-1 0 0,0-1 0 0 0,-1 1 1 0 0,1 0-1 0 0,3 9 1 0 0,12 47 152 0 0,-12-39-221 0 0,8 37-50 0 0,-3 0-1 0 0,6 102 0 0 0,-4-23-1443 0 0,-3-95-24 0 0,-2-26-5082 0 0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3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97 29 11522 0 0,'0'0'22'0'0,"25"-22"1523"0"0,-24 22-1355 0 0,0-1-1 0 0,-1 0 1 0 0,1 1-1 0 0,0-1 1 0 0,0 1 0 0 0,0-1-1 0 0,0 1 1 0 0,-1-1 0 0 0,1 1-1 0 0,0 0 1 0 0,0-1-1 0 0,0 1 1 0 0,0 0 0 0 0,0 0-1 0 0,0-1 1 0 0,0 1-1 0 0,0 0 1 0 0,0 0 0 0 0,0 0-1 0 0,0 0 1 0 0,0 1-1 0 0,0-1 1 0 0,0 0 0 0 0,0 0-1 0 0,0 1 1 0 0,0-1 0 0 0,0 0-1 0 0,0 1 1 0 0,1 0-1 0 0,-2 0-58 0 0,1 0 0 0 0,-1 0 0 0 0,0 0 0 0 0,0 0 0 0 0,1 0 0 0 0,-1 0 0 0 0,0 0 0 0 0,0 1 0 0 0,0-1 0 0 0,0 0 0 0 0,0 0 0 0 0,-1 0-1 0 0,1 0 1 0 0,0 0 0 0 0,0 0 0 0 0,-1 0 0 0 0,1 0 0 0 0,-1 0 0 0 0,1 0 0 0 0,-1 0 0 0 0,1 0 0 0 0,-1 0 0 0 0,0 1 0 0 0,-19 29 200 0 0,16-26-123 0 0,-9 13-73 0 0,-6 8 28 0 0,1 1-1 0 0,2 1 0 0 0,0 0 0 0 0,-22 59 0 0 0,38-86-126 0 0,-1 0 0 0 0,1 0 0 0 0,0 0 0 0 0,-1 0 0 0 0,1 0 0 0 0,0 0 0 0 0,0 0 0 0 0,0 0 0 0 0,0 0 0 0 0,0 0 0 0 0,0 0 0 0 0,0 0 0 0 0,0 0 0 0 0,0 0 0 0 0,0 0 0 0 0,1 0 0 0 0,-1 0 0 0 0,0 0 0 0 0,1-1 0 0 0,-1 1 0 0 0,0 0 0 0 0,1 0 0 0 0,0 0 0 0 0,-1 0 0 0 0,1 0 0 0 0,-1-1 0 0 0,1 1 0 0 0,1 1 0 0 0,-1-1-3 0 0,1-1 0 0 0,0 1 0 0 0,0 0 0 0 0,0 0 0 0 0,0-1 0 0 0,0 0 1 0 0,0 1-1 0 0,0-1 0 0 0,0 0 0 0 0,1 0 0 0 0,-1 0 0 0 0,0 0 0 0 0,2 0 0 0 0,10-2-55 0 0,0-1-1 0 0,0 0 1 0 0,15-6-1 0 0,-24 7-28 0 0,88-31-1682 0 0,-66 21 916 0 0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7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4225 0 0,'6'12'11011'0'0,"-5"-11"-10510"0"0,16 3 4421 0 0,25-6-3787 0 0,-31 1-48 0 0,51-3-268 0 0,-9 2-2115 0 0,-17-1-4833 0 0,-19 2-880 0 0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9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48 9218 0 0,'31'-1'6645'0'0,"126"-16"133"0"0,-105 6-8111 0 0,-1-2-3878 0 0,-32 8-1700 0 0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0.4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71 1 17972 0 0,'-11'-1'949'0'0,"-23"1"222"0"0,32 0-1060 0 0,1 0 0 0 0,0 0-1 0 0,-1 1 1 0 0,1-1 0 0 0,-1 0 0 0 0,1 0 0 0 0,0 1 0 0 0,-1-1 0 0 0,1 1 0 0 0,0-1 0 0 0,-1 1 0 0 0,1 0 0 0 0,0-1 0 0 0,0 1 0 0 0,-1 0 0 0 0,1 0 0 0 0,-1 2 0 0 0,1-3-29 0 0,1 1 0 0 0,1 0 1 0 0,-1 0-1 0 0,0 0 0 0 0,0 0 0 0 0,0 0 1 0 0,0 0-1 0 0,1 0 0 0 0,-1-1 0 0 0,0 1 1 0 0,1 0-1 0 0,-1 0 0 0 0,1 0 0 0 0,-1-1 1 0 0,1 1-1 0 0,-1 0 0 0 0,1 0 0 0 0,-1-1 1 0 0,1 1-1 0 0,0-1 0 0 0,0 2 0 0 0,21 18-94 0 0,-17-16 204 0 0,32 32 43 0 0,1-2-1 0 0,2-2 1 0 0,2-2-1 0 0,0-1 1 0 0,93 44-1 0 0,-104-59-258 0 0,0 0 0 0 0,-1 2-1 0 0,-1 1 1 0 0,0 1-1 0 0,49 43 1 0 0,-77-60 27 0 0,-1 0 1 0 0,1 0-1 0 0,-1 0 1 0 0,1 0-1 0 0,-1 0 1 0 0,0 0-1 0 0,1 0 1 0 0,-1 0-1 0 0,0 0 1 0 0,0 0-1 0 0,1 0 1 0 0,-1 1-1 0 0,0-1 1 0 0,0 0-1 0 0,0 0 1 0 0,0 0-1 0 0,-1 0 1 0 0,1 0-1 0 0,0 0 1 0 0,0 0-1 0 0,-1 0 1 0 0,1 0-1 0 0,0 1 1 0 0,-1-1-1 0 0,1 0 1 0 0,-1-1-1 0 0,0 1 1 0 0,1 0-1 0 0,-1 0 1 0 0,0 0-1 0 0,1 0 1 0 0,-1 0-1 0 0,0-1 1 0 0,0 1-1 0 0,-1 1 1 0 0,-39 32-65 0 0,31-27 224 0 0,-73 62-98 0 0,4 3 0 0 0,2 4 1 0 0,4 2-1 0 0,-114 161 1 0 0,172-213-699 0 0,11-15 153 0 0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0.7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153 10 9218 0 0,'-2'-1'402'0'0,"0"0"-1"0"0,0 0 1 0 0,0 0-1 0 0,0 0 1 0 0,0 0-1 0 0,0 0 1 0 0,-1 1-1 0 0,1-1 1 0 0,0 1-1 0 0,0-1 1 0 0,0 1 0 0 0,-1 0-1 0 0,1 0 1 0 0,0 0-1 0 0,0 0 1 0 0,-5 1-1 0 0,2 0 76 0 0,-1 0 0 0 0,1 0 1 0 0,-1 0-1 0 0,1 1 0 0 0,-9 3 0 0 0,9-1-277 0 0,0-1-1 0 0,0 1 1 0 0,0 0 0 0 0,0 0 0 0 0,1 1 0 0 0,0 0 0 0 0,0-1 0 0 0,0 1-1 0 0,0 0 1 0 0,1 1 0 0 0,0-1 0 0 0,0 1 0 0 0,1-1 0 0 0,-1 1 0 0 0,1 0 0 0 0,0 0-1 0 0,1 0 1 0 0,-1 0 0 0 0,1 0 0 0 0,0 12 0 0 0,-1 8 103 0 0,2 0 1 0 0,1-1-1 0 0,6 43 0 0 0,12 59 462 0 0,21 202-459 0 0,-35-273-468 0 0,-2-33-186 0 0,-2 1-1 0 0,0 0 0 0 0,-4 42 1 0 0,-4-49-1895 0 0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0.9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12 200 6449 0 0,'-1'-2'182'0'0,"0"1"0"0"0,-1-1 0 0 0,1 1 0 0 0,0-1 0 0 0,0 1-1 0 0,0-1 1 0 0,1 0 0 0 0,-1 0 0 0 0,0 1 0 0 0,1-1 0 0 0,-1 0-1 0 0,1 0 1 0 0,0 0 0 0 0,-1 0 0 0 0,1 1 0 0 0,0-1 0 0 0,0 0-1 0 0,0 0 1 0 0,0 0 0 0 0,1 0 0 0 0,-1 0 0 0 0,0 0 0 0 0,1 1 0 0 0,0-1-1 0 0,-1 0 1 0 0,1 0 0 0 0,0 1 0 0 0,1-4 0 0 0,2-1 623 0 0,1 0 0 0 0,0 0-1 0 0,0 0 1 0 0,0 1 0 0 0,0 0 0 0 0,7-5 0 0 0,0 1-487 0 0,-1 1 0 0 0,2 1-1 0 0,-1 0 1 0 0,1 1 0 0 0,-1 0-1 0 0,2 0 1 0 0,-1 2 0 0 0,16-4 0 0 0,117-17 2686 0 0,-94 19-2668 0 0,1-1-756 0 0,-29 4-48 0 0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1.1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0 123 11522 0 0,'2'1'223'0'0,"-1"0"0"0"0,0 0 0 0 0,1 0 0 0 0,0-1 0 0 0,-1 1 0 0 0,1 0 0 0 0,-1-1 0 0 0,1 1 0 0 0,0-1 0 0 0,-1 0 0 0 0,1 1 0 0 0,0-1 0 0 0,0 0 0 0 0,-1 0 0 0 0,1 0 0 0 0,0 0 0 0 0,-1 0 0 0 0,1-1 0 0 0,0 1 0 0 0,2-2 0 0 0,40-13 4757 0 0,-28 8-5214 0 0,87-38 2010 0 0,-68 28-4399 0 0,58-20 0 0 0,-71 30 977 0 0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1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235 1 7834 0 0,'-10'2'1209'0'0,"0"0"0"0"0,-1 0 1 0 0,1 2-1 0 0,0-1 1 0 0,0 1-1 0 0,1 0 0 0 0,-1 1 1 0 0,1 0-1 0 0,0 1 1 0 0,-9 7-1 0 0,8-5-802 0 0,0 1 0 0 0,1 0-1 0 0,0 1 1 0 0,1 0 0 0 0,0 0 0 0 0,0 1-1 0 0,-10 20 1 0 0,12-18-387 0 0,-1 0-1 0 0,2 1 0 0 0,0 0 1 0 0,1 0-1 0 0,0 1 1 0 0,2-1-1 0 0,-1 1 0 0 0,2 0 1 0 0,-1-1-1 0 0,2 1 0 0 0,0 0 1 0 0,1 0-1 0 0,1-1 1 0 0,0 1-1 0 0,6 21 0 0 0,-6-31 23 0 0,0 1-1 0 0,0 0 1 0 0,0-1-1 0 0,1 1 0 0 0,0-1 1 0 0,0 0-1 0 0,0 0 1 0 0,1 0-1 0 0,0 0 1 0 0,0 0-1 0 0,0-1 1 0 0,0 0-1 0 0,1 0 0 0 0,-1 0 1 0 0,1 0-1 0 0,0-1 1 0 0,0 0-1 0 0,1 0 1 0 0,-1 0-1 0 0,1-1 1 0 0,-1 1-1 0 0,8 1 0 0 0,-5-3-212 0 0,-1 0 0 0 0,0 0-1 0 0,0-1 1 0 0,1 1 0 0 0,-1-2-1 0 0,0 1 1 0 0,0-1-1 0 0,1 0 1 0 0,-1-1 0 0 0,0 1-1 0 0,0-1 1 0 0,0-1-1 0 0,-1 1 1 0 0,1-1 0 0 0,0-1-1 0 0,-1 1 1 0 0,0-1-1 0 0,8-6 1 0 0,8-7-7936 0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1.8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11 12443 0 0,'-1'0'84'0'0,"0"0"0"0"0,1 0 0 0 0,-1 0-1 0 0,0 0 1 0 0,0 0 0 0 0,1 0 0 0 0,-1 1 0 0 0,0-1 0 0 0,1 0 0 0 0,-1 1 0 0 0,1-1 0 0 0,-1 0 0 0 0,0 1 0 0 0,1-1 0 0 0,-1 1 0 0 0,1-1 0 0 0,-1 0 0 0 0,1 1 0 0 0,-1 0 0 0 0,1-1 0 0 0,-1 1 0 0 0,1-1 0 0 0,0 1 0 0 0,-1-1 0 0 0,1 2 0 0 0,13 5 3981 0 0,30-2-189 0 0,-27-8-3344 0 0,1 0-1 0 0,26-10 1 0 0,-18 6-2265 0 0,0 0-3823 0 0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2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11 5065 0 0,'-2'14'44'0'0,"2"-13"132"0"0,0-1 1 0 0,1 1 0 0 0,-1-1 0 0 0,0 1-1 0 0,0-1 1 0 0,0 1 0 0 0,4 4 2297 0 0,-4-4-2297 0 0,1-1 0 0 0,0 1 0 0 0,2-1 651 0 0,-1 1 1 0 0,1-1-1 0 0,0 1 1 0 0,-1-1 0 0 0,1 0-1 0 0,0 0 1 0 0,-1-1-1 0 0,5 0 1 0 0,1 1-765 0 0,15-4 1215 0 0,0 0 0 0 0,24-8 0 0 0,-1 0-5187 0 0,-32 8 2318 0 0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2.4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86 9218 0 0,'-9'-6'4455'0'0,"9"5"-4261"0"0,-1 1-1 0 0,1-1 1 0 0,0 1 0 0 0,0-1-1 0 0,0 1 1 0 0,0-1 0 0 0,0 1 0 0 0,0-1-1 0 0,0 0 1 0 0,10-16 3244 0 0,-6 13-3064 0 0,0 0 1 0 0,0 1 0 0 0,1-1 0 0 0,-1 1 0 0 0,9-5 0 0 0,3 2-194 0 0,0 1 0 0 0,0 0 1 0 0,0 1-1 0 0,1 0 0 0 0,-1 2 1 0 0,24-2-1 0 0,-28 4-88 0 0,-1 0 0 0 0,0 0 0 0 0,0 1 0 0 0,0 1 0 0 0,0 0 0 0 0,0 0 0 0 0,0 1 0 0 0,-1 1 0 0 0,1-1 0 0 0,16 10 0 0 0,-23-11-109 0 0,0 0-1 0 0,0 1 1 0 0,-1-1 0 0 0,1 1-1 0 0,0 0 1 0 0,-1 1 0 0 0,0-1-1 0 0,0 0 1 0 0,0 1 0 0 0,0 0-1 0 0,0 0 1 0 0,-1 0-1 0 0,0 0 1 0 0,1 0 0 0 0,-1 0-1 0 0,-1 0 1 0 0,2 6 0 0 0,-2-4-38 0 0,0 0-1 0 0,0 0 1 0 0,-1 0 0 0 0,0 0 0 0 0,-1 0 0 0 0,1 0 0 0 0,-1 0-1 0 0,0 0 1 0 0,-1-1 0 0 0,1 1 0 0 0,-5 10 0 0 0,-3 2-67 0 0,0-1 0 0 0,-1 0 0 0 0,-1-1 0 0 0,0 0 0 0 0,-1-1 0 0 0,-1 0 0 0 0,-15 13 0 0 0,16-17 238 0 0,2 0 0 0 0,-19 24 1 0 0,29-34-107 0 0,0-1 0 0 0,0 1 0 0 0,-1 0 0 0 0,1-1 0 0 0,0 1 0 0 0,0 0 0 0 0,0 0 0 0 0,0-1 0 0 0,0 1 0 0 0,0 0 0 0 0,0-1 0 0 0,0 1 1 0 0,0 0-1 0 0,0-1 0 0 0,0 1 0 0 0,0 0 0 0 0,0 0 0 0 0,0-1 0 0 0,1 1 0 0 0,-1 0 0 0 0,0-1 0 0 0,1 1 0 0 0,-1-1 0 0 0,0 1 0 0 0,1 0 0 0 0,-1-1 0 0 0,1 1 1 0 0,-1-1-1 0 0,1 1 0 0 0,-1-1 0 0 0,1 1 0 0 0,-1-1 0 0 0,1 0 0 0 0,0 1 0 0 0,-1-1 0 0 0,1 1 0 0 0,-1-1 0 0 0,1 0 0 0 0,0 0 0 0 0,-1 1 0 0 0,1-1 0 0 0,1 0 0 0 0,34 11-39 0 0,-33-10 45 0 0,20 4-19 0 0,0 2 1 0 0,-1 0 0 0 0,0 1-1 0 0,41 23 1 0 0,-55-27 28 0 0,-1 1 0 0 0,0-1 0 0 0,-1 1 0 0 0,1 1 0 0 0,-1-1 0 0 0,0 1 0 0 0,0 0 0 0 0,-1 1 0 0 0,0 0 0 0 0,0-1 1 0 0,0 1-1 0 0,-1 1 0 0 0,0-1 0 0 0,-1 1 0 0 0,1-1 0 0 0,-1 1 0 0 0,2 12 0 0 0,-4-16 9 0 0,-1 0 0 0 0,1 0 0 0 0,-1 0-1 0 0,0 0 1 0 0,0 0 0 0 0,-1 0 0 0 0,1 0 0 0 0,-1 0 0 0 0,0-1 0 0 0,0 1-1 0 0,0 0 1 0 0,-1 0 0 0 0,1-1 0 0 0,-1 1 0 0 0,0-1 0 0 0,0 1 0 0 0,0-1 0 0 0,0 0-1 0 0,-1 1 1 0 0,1-1 0 0 0,-1-1 0 0 0,0 1 0 0 0,0 0 0 0 0,0-1 0 0 0,0 1-1 0 0,0-1 1 0 0,0 0 0 0 0,-1 0 0 0 0,-6 3 0 0 0,-9 3-110 0 0,0 0 0 0 0,-1-1 0 0 0,0-1 0 0 0,-26 5 0 0 0,36-9-8 0 0,-101 18-3511 0 0,89-16-3704 0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2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29 4609 0 0,'-58'13'2451'0'0,"-36"-1"10599"0"0,76-11-10302 0 0,247-19-1337 0 0,113-4-403 0 0,178 30-161 0 0,116-4-960 0 0,-610-5-268 0 0,-1-2 1 0 0,0 0-1 0 0,0-1 0 0 0,35-11 1 0 0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3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59 5529 0 0,'9'-1'938'0'0,"0"-1"0"0"0,0 1 0 0 0,0-2 0 0 0,12-3-1 0 0,7-2 450 0 0,-2 2-255 0 0,119-22 3438 0 0,-128 26-4063 0 0,0 1 0 0 0,0 0 0 0 0,0 1 0 0 0,0 1 0 0 0,0 1 0 0 0,25 5 0 0 0,-40-7-467 0 0,1 1-1 0 0,0-1 1 0 0,0 1-1 0 0,-1 0 1 0 0,1 0-1 0 0,-1 0 1 0 0,1 1-1 0 0,-1-1 0 0 0,1 1 1 0 0,-1-1-1 0 0,0 1 1 0 0,0 0-1 0 0,1 0 1 0 0,-1 0-1 0 0,-1 0 0 0 0,1 0 1 0 0,0 0-1 0 0,0 0 1 0 0,-1 1-1 0 0,1-1 1 0 0,-1 1-1 0 0,0-1 0 0 0,1 4 1 0 0,-1-2-40 0 0,0 0 1 0 0,-1 1-1 0 0,0-1 1 0 0,0 0-1 0 0,0 1 1 0 0,-1-1-1 0 0,1 0 1 0 0,-1 1-1 0 0,0-1 1 0 0,0 0-1 0 0,-1 0 1 0 0,1 0-1 0 0,-1 0 1 0 0,-3 6-1 0 0,-12 20-243 0 0,-37 49 1 0 0,37-56 90 0 0,1 0 0 0 0,1 1-1 0 0,-19 41 1 0 0,34-64 163 0 0,-1 0-1 0 0,0 0 1 0 0,1 0-1 0 0,-1 0 0 0 0,1 0 1 0 0,0 0-1 0 0,-1 0 1 0 0,1 0-1 0 0,0 1 1 0 0,0-1-1 0 0,-1 0 0 0 0,1 0 1 0 0,0 0-1 0 0,0 0 1 0 0,1 1-1 0 0,-1-1 0 0 0,0 0 1 0 0,0 0-1 0 0,0 0 1 0 0,1 0-1 0 0,-1 1 0 0 0,1-1 1 0 0,-1 0-1 0 0,1 0 1 0 0,-1 0-1 0 0,1 0 1 0 0,-1 0-1 0 0,1 0 0 0 0,0 0 1 0 0,0 0-1 0 0,0 0 1 0 0,-1-1-1 0 0,1 1 0 0 0,0 0 1 0 0,0 0-1 0 0,0-1 1 0 0,0 1-1 0 0,0-1 0 0 0,0 1 1 0 0,0-1-1 0 0,3 1 1 0 0,4 2 144 0 0,1-2 1 0 0,0 1-1 0 0,0-1 0 0 0,18 0 1 0 0,15 2 212 0 0,-38-2-338 0 0,0 0 0 0 0,0 1 0 0 0,0-1 0 0 0,0 1 0 0 0,-1 0 0 0 0,1 0 0 0 0,0 0 0 0 0,-1 1 0 0 0,1-1 0 0 0,-1 1 0 0 0,0 0 0 0 0,0 0 0 0 0,0 0 0 0 0,0 0 0 0 0,-1 0 0 0 0,4 6 0 0 0,-5-6-11 0 0,0 0-1 0 0,0 0 0 0 0,0 0 0 0 0,0 0 1 0 0,0 0-1 0 0,-1 0 0 0 0,0 0 0 0 0,1 0 1 0 0,-1 0-1 0 0,0 0 0 0 0,-1 0 0 0 0,1 1 1 0 0,0-1-1 0 0,-1 0 0 0 0,0 0 1 0 0,0 0-1 0 0,0 0 0 0 0,0-1 0 0 0,0 1 1 0 0,0 0-1 0 0,-1 0 0 0 0,1 0 0 0 0,-3 2 1 0 0,-5 6-5 0 0,1 0 1 0 0,-2 0 0 0 0,1-1 0 0 0,-2 0 0 0 0,1 0-1 0 0,-1-2 1 0 0,-1 1 0 0 0,-12 7 0 0 0,-29 14-3001 0 0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3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86 23 2761 0 0,'-1'-2'389'0'0,"0"0"0"0"0,0 1 1 0 0,-1-1-1 0 0,1 1 1 0 0,0-1-1 0 0,-1 1 0 0 0,1 0 1 0 0,-1-1-1 0 0,1 1 0 0 0,-1 0 1 0 0,0 0-1 0 0,1 0 1 0 0,-1 0-1 0 0,0 1 0 0 0,0-1 1 0 0,0 0-1 0 0,0 1 1 0 0,0-1-1 0 0,0 1 0 0 0,0 0 1 0 0,0-1-1 0 0,1 1 0 0 0,-1 0 1 0 0,0 0-1 0 0,0 0 1 0 0,0 1-1 0 0,0-1 0 0 0,0 0 1 0 0,0 1-1 0 0,0-1 1 0 0,0 1-1 0 0,0 0 0 0 0,0 0 1 0 0,1-1-1 0 0,-1 1 0 0 0,0 0 1 0 0,1 1-1 0 0,-1-1 1 0 0,-2 2-1 0 0,3-1-183 0 0,-1-1 0 0 0,1 1 0 0 0,0-1 0 0 0,-1 1 0 0 0,1 0 0 0 0,0 0 0 0 0,0-1 0 0 0,0 1 0 0 0,0 0 0 0 0,1 0 0 0 0,-1 0-1 0 0,1 0 1 0 0,-1 0 0 0 0,1 0 0 0 0,-1 4 0 0 0,2 16 201 0 0,1 1 0 0 0,1-1 0 0 0,1-1-1 0 0,1 1 1 0 0,15 41 0 0 0,1 4-26 0 0,-13-35-366 0 0,-2 1 1 0 0,4 52-1 0 0,-10-20-2583 0 0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3.9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1 3225 0 0,'-5'2'10664'0'0,"-13"10"-6727"0"0,10-3-3417 0 0,1 0-1 0 0,0 0 1 0 0,0 1-1 0 0,1 0 1 0 0,0 0-1 0 0,1 1 1 0 0,0 0-1 0 0,1-1 1 0 0,0 2-1 0 0,-3 17 0 0 0,6-25-472 0 0,0 1-1 0 0,0-1 1 0 0,1 0-1 0 0,0 0 0 0 0,0 1 1 0 0,0-1-1 0 0,0 0 1 0 0,1 1-1 0 0,0-1 0 0 0,0 0 1 0 0,0 0-1 0 0,0 0 1 0 0,0 0-1 0 0,1 0 0 0 0,0 0 1 0 0,0 0-1 0 0,0 0 1 0 0,0 0-1 0 0,1-1 0 0 0,-1 1 1 0 0,1-1-1 0 0,0 0 1 0 0,0 0-1 0 0,0 0 1 0 0,0 0-1 0 0,1 0 0 0 0,-1-1 1 0 0,1 0-1 0 0,0 1 1 0 0,0-1-1 0 0,5 2 0 0 0,1-1-41 0 0,-1 0 0 0 0,1 0-1 0 0,0-1 1 0 0,0 0 0 0 0,0 0-1 0 0,0-1 1 0 0,0-1 0 0 0,1 0-1 0 0,-1 0 1 0 0,13-3 0 0 0,1-1-781 0 0,0-1 0 0 0,-1-2 0 0 0,27-9 0 0 0,-27 6-7162 0 0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45.06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97 1 9218 0 0,'-27'9'581'0'0,"14"-5"89"0"0,1 0-1 0 0,0 1 1 0 0,-18 11-1 0 0,30-16-660 0 0,-1 0-1 0 0,1 0 1 0 0,0 0-1 0 0,0 0 0 0 0,0 0 1 0 0,0 0-1 0 0,0 0 1 0 0,0 1-1 0 0,0-1 0 0 0,0 0 1 0 0,-1 0-1 0 0,1 0 1 0 0,0 0-1 0 0,0 0 1 0 0,0 0-1 0 0,0 0 0 0 0,0 1 1 0 0,0-1-1 0 0,0 0 1 0 0,0 0-1 0 0,0 0 0 0 0,0 0 1 0 0,0 0-1 0 0,0 0 1 0 0,0 1-1 0 0,0-1 0 0 0,0 0 1 0 0,0 0-1 0 0,0 0 1 0 0,0 0-1 0 0,0 0 1 0 0,0 0-1 0 0,0 1 0 0 0,0-1 1 0 0,0 0-1 0 0,0 0 1 0 0,0 0-1 0 0,0 0 0 0 0,1 0 1 0 0,-1 0-1 0 0,0 0 1 0 0,0 1-1 0 0,0-1 0 0 0,0 0 1 0 0,0 0-1 0 0,0 0 1 0 0,0 0-1 0 0,0 0 1 0 0,0 0-1 0 0,1 0 0 0 0,9 6 210 0 0,13 1-52 0 0,436 96 1973 0 0,-271-63-843 0 0,47 8 70 0 0,474 32 0 0 0,-543-81-1739 0 0,-96-2-4897 0 0,-26 1-670 0 0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45.62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25 0 9218 0 0,'-6'4'172'0'0,"5"-2"-93"0"0,-1-1 0 0 0,0 0 0 0 0,1 0-1 0 0,-1 1 1 0 0,1-1 0 0 0,-1 0 0 0 0,1 1 0 0 0,-1 0 0 0 0,1-1 0 0 0,-2 4-1 0 0,3-3-30 0 0,0-1-1 0 0,0 0 0 0 0,0 1 1 0 0,0-1-1 0 0,0 0 0 0 0,1 1 0 0 0,-1-1 1 0 0,0 0-1 0 0,1 0 0 0 0,-1 1 1 0 0,1-1-1 0 0,-1 0 0 0 0,1 0 0 0 0,-1 0 1 0 0,1 1-1 0 0,0-1 0 0 0,0 0 1 0 0,0 0-1 0 0,-1 0 0 0 0,3 1 0 0 0,9 11 340 0 0,0-1-1 0 0,0 0 1 0 0,2-1-1 0 0,-1 0 1 0 0,2-1-1 0 0,24 13 1 0 0,102 42 1666 0 0,-107-50-1707 0 0,29 12 103 0 0,293 141 1263 0 0,-219-84-1622 0 0,54 28 908 0 0,-166-101-714 0 0,-21-10-244 0 0,1 0 1 0 0,-1 1-1 0 0,1 0 1 0 0,-1 0-1 0 0,0 0 1 0 0,0 0-1 0 0,0 1 0 0 0,0 0 1 0 0,4 3-1 0 0,-8-5-52 0 0,-1 0 1 0 0,1 0-1 0 0,0 0 0 0 0,-1-1 0 0 0,1 1 0 0 0,-1 0 0 0 0,1 0 0 0 0,-1 0 1 0 0,0-1-1 0 0,1 1 0 0 0,-1 0 0 0 0,0-1 0 0 0,1 1 0 0 0,-1 0 0 0 0,0-1 0 0 0,0 1 1 0 0,1-1-1 0 0,-1 1 0 0 0,0-1 0 0 0,0 1 0 0 0,0-1 0 0 0,-1 1 0 0 0,-26 12-184 0 0,27-12 165 0 0,-59 30-138 0 0,-72 50 0 0 0,61-36 663 0 0,-8 9-50 0 0,3 3 0 0 0,2 4 0 0 0,3 2 0 0 0,-73 84-1 0 0,90-87-789 0 0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6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652 57 10594 0 0,'-3'0'90'0'0,"0"0"-1"0"0,0 0 0 0 0,-1 0 1 0 0,1 0-1 0 0,0 0 0 0 0,-1 1 1 0 0,1-1-1 0 0,0 1 0 0 0,0 0 1 0 0,0 0-1 0 0,-3 2 0 0 0,-2-1 176 0 0,-5 1 272 0 0,0 0 1 0 0,0 0 0 0 0,0-1 0 0 0,-1-1-1 0 0,1 0 1 0 0,0-1 0 0 0,-1-1 0 0 0,1 0-1 0 0,0 0 1 0 0,-1-2 0 0 0,1 1 0 0 0,-19-8-1 0 0,-19-6 24 0 0,0 2 0 0 0,-1 2 0 0 0,-55-4 0 0 0,96 14-856 0 0,0 2 1 0 0,0-1-1 0 0,0 2 1 0 0,-1-1 0 0 0,1 2-1 0 0,0-1 1 0 0,1 1 0 0 0,-1 1-1 0 0,0 0 1 0 0,-12 5-1 0 0,6 1-6261 0 0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7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315 115 6913 0 0,'0'-2'153'0'0,"-1"1"-1"0"0,1-1 0 0 0,-1 0 1 0 0,1 1-1 0 0,-1-1 0 0 0,1 0 1 0 0,-1 1-1 0 0,0-1 0 0 0,0 1 0 0 0,0-1 1 0 0,0 1-1 0 0,0-1 0 0 0,0 1 1 0 0,0-1-1 0 0,-1 1 0 0 0,1 0 0 0 0,0 0 1 0 0,-1 0-1 0 0,-1-1 0 0 0,-29-16 850 0 0,30 17-909 0 0,-26-12 130 0 0,-1 2-1 0 0,0 1 1 0 0,-1 1-1 0 0,0 2 1 0 0,-48-6-1 0 0,42 10-568 0 0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7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99 13827 0 0,'-1'-4'63'0'0,"0"-1"1"0"0,0 1-1 0 0,0 0 1 0 0,0 0-1 0 0,0 0 1 0 0,-1-1-1 0 0,0 1 1 0 0,0 0-1 0 0,0 1 1 0 0,0-1-1 0 0,-1 0 1 0 0,1 1-1 0 0,-1-1 1 0 0,0 1-1 0 0,0 0 1 0 0,0 0-1 0 0,-1 0 1 0 0,1 0-1 0 0,-1 0 1 0 0,1 1-1 0 0,-1 0 1 0 0,0 0-1 0 0,0 0 0 0 0,0 0 1 0 0,0 0-1 0 0,0 1 1 0 0,-1 0-1 0 0,1 0 1 0 0,-9-1-1 0 0,-4-1-276 0 0,-1 1-1 0 0,1 0 0 0 0,-1 2 1 0 0,0 0-1 0 0,1 1 0 0 0,-24 3 1 0 0,-102 30-3989 0 0,49-9 87 0 0,52-17 3397 0 0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8.3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293 32 10594 0 0,'-14'-6'944'0'0,"3"2"-751"0"0,4 3-193 0 0,5 1 0 0 0,-1 0-281 0 0,-4-2-87 0 0,-7 0-16 0 0,-9-2-8 0 0,-6-2 104 0 0,-2 1 32 0 0,0 3 0 0 0,0 2 0 0 0,3 4-1024 0 0,-2-4-193 0 0,-2-2-47 0 0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8.7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293 14 13827 0 0,'-7'-4'1224'0'0,"1"1"-976"0"0,2 3-248 0 0,2 0 0 0 0,-3 0 120 0 0,0-1-24 0 0,-7-1-8 0 0,-9 0 0 0 0,-9 0-456 0 0,-4 2-88 0 0,-4 4-24 0 0,-5 2 0 0 0,0 1 480 0 0,0-7 0 0 0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9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161 24 14283 0 0,'-38'-15'1272'0'0,"5"8"-1016"0"0,1 5-256 0 0,0 2 0 0 0,6 0 0 0 0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04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51 2304 0 0,'-176'13'8921'0'0,"152"-6"-4203"0"0,23-7-4684 0 0,1 0 0 0 0,0 0 0 0 0,-1 0 0 0 0,1 0 0 0 0,0 1 0 0 0,-1-1 0 0 0,1 0 1 0 0,0 0-1 0 0,-1 0 0 0 0,1 1 0 0 0,0-1 0 0 0,0 0 0 0 0,-1 1 0 0 0,1-1 0 0 0,0 0 0 0 0,0 1 0 0 0,0-1 0 0 0,-1 0 0 0 0,1 1 0 0 0,0-1 1 0 0,0 0-1 0 0,0 1 0 0 0,0-1 0 0 0,0 0 0 0 0,0 1 0 0 0,0-1 0 0 0,-1 0 0 0 0,1 1 0 0 0,0-1 0 0 0,0 1 0 0 0,1-1 0 0 0,-1 0 0 0 0,0 1 1 0 0,0-1-1 0 0,0 0 0 0 0,0 1 0 0 0,0-1 0 0 0,0 1 0 0 0,0-1 0 0 0,1 0 0 0 0,-1 1 0 0 0,0-1 0 0 0,0 0 0 0 0,0 0 0 0 0,1 1 0 0 0,-1-1 1 0 0,0 0-1 0 0,0 1 0 0 0,1-1 0 0 0,-1 0 0 0 0,0 0 0 0 0,1 0 0 0 0,-1 1 0 0 0,0-1 0 0 0,1 0 0 0 0,-1 0 0 0 0,0 0 0 0 0,1 0 0 0 0,-1 0 1 0 0,0 1-1 0 0,1-1 0 0 0,-1 0 0 0 0,1 0 0 0 0,5 1 8 0 0,0 1-1 0 0,0-1 1 0 0,0 0 0 0 0,0 0 0 0 0,0-1 0 0 0,0 0-1 0 0,0 0 1 0 0,0 0 0 0 0,0-1 0 0 0,0 0-1 0 0,7-2 1 0 0,8 0 129 0 0,36-1 117 0 0,1 3 0 0 0,106 10 0 0 0,-78-5-257 0 0,1-3-1 0 0,-1-4 0 0 0,0-4 1 0 0,138-30-1 0 0,-146 19 178 0 0,-50 10-13 0 0,1 1-1 0 0,1 2 1 0 0,-1 0-1 0 0,51 0 0 0 0,-73 6-383 0 0,-1 0-1 0 0,1 1 0 0 0,-1-1 0 0 0,0 1 0 0 0,11 5 0 0 0,-6-3-4473 0 0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2.6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41 216 4145 0 0,'-4'-2'714'0'0,"-24"-14"3828"0"0,28 15-4375 0 0,-1 1-1 0 0,1 0 1 0 0,-1-1-1 0 0,1 1 1 0 0,-1 0-1 0 0,1-1 1 0 0,0 1-1 0 0,-1-1 1 0 0,1 1-1 0 0,0-1 1 0 0,-1 1-1 0 0,1-1 1 0 0,0 1 0 0 0,-1-1-1 0 0,1 1 1 0 0,0-1-1 0 0,0 0 1 0 0,0 1-1 0 0,-1-1 1 0 0,1 1-1 0 0,0-1 1 0 0,0 0-1 0 0,0 1 1 0 0,0-1-1 0 0,0 1 1 0 0,0-1-1 0 0,0 0 1 0 0,1 1 0 0 0,-1-1-1 0 0,0 1 1 0 0,0-1-1 0 0,0 1 1 0 0,0-1-1 0 0,1 0 1 0 0,-1 1-1 0 0,0-1 1 0 0,1 1-1 0 0,-1-1 1 0 0,0 1-1 0 0,1-1 1 0 0,0 0 0 0 0,-1 1-91 0 0,0 0 1 0 0,0-1-1 0 0,0 1 1 0 0,1 0-1 0 0,-1 0 1 0 0,0-1 0 0 0,0 1-1 0 0,0 0 1 0 0,0-1-1 0 0,0 1 1 0 0,0 0 0 0 0,0-1-1 0 0,0 1 1 0 0,0 0-1 0 0,0-1 1 0 0,0 1 0 0 0,0 0-1 0 0,0 0 1 0 0,-1-1-1 0 0,1 1 1 0 0,0 0 0 0 0,0-1-1 0 0,0 1 1 0 0,0 0-1 0 0,0 0 1 0 0,-1-1 0 0 0,1 1-1 0 0,0 0 1 0 0,0 0-1 0 0,0-1 1 0 0,-1 1-1 0 0,1 0 1 0 0,-1 0 0 0 0,1-1 35 0 0,0 1 0 0 0,-1 0 0 0 0,1 0 0 0 0,0-1 0 0 0,0 1 0 0 0,-1 0 0 0 0,1-1 0 0 0,0 1 0 0 0,0 0 0 0 0,0-1 1 0 0,-1 1-1 0 0,1 0 0 0 0,0-1 0 0 0,0 1 0 0 0,0 0 0 0 0,0-1 0 0 0,0 1 0 0 0,0 0 0 0 0,0-1 0 0 0,0 1 0 0 0,-1-1 0 0 0,1 1 0 0 0,1 0 1 0 0,-1-1-1 0 0,0 1 0 0 0,0 0 0 0 0,0-1 0 0 0,0 1 0 0 0,0-1 0 0 0,0 1 0 0 0,1-1-106 0 0,-1 1-1 0 0,0-1 0 0 0,1 0 1 0 0,-1 1-1 0 0,1-1 1 0 0,-1 1-1 0 0,0 0 0 0 0,1-1 1 0 0,-1 1-1 0 0,1-1 1 0 0,0 1-1 0 0,-1 0 1 0 0,1-1-1 0 0,-1 1 0 0 0,1 0 1 0 0,-1-1-1 0 0,1 1 1 0 0,0 0-1 0 0,-1 0 1 0 0,1 0-1 0 0,0 0 0 0 0,-1 0 1 0 0,1 0-1 0 0,0 0 1 0 0,-1 0-1 0 0,1 0 0 0 0,0 0 1 0 0,-1 0-1 0 0,1 0 1 0 0,0 0-1 0 0,-1 0 1 0 0,1 0-1 0 0,-1 1 0 0 0,1-1 1 0 0,0 0-1 0 0,-1 1 1 0 0,1-1-1 0 0,0 1 1 0 0,25 26 169 0 0,295 375-58 0 0,-318-398-120 0 0,0-1 0 0 0,1 1 0 0 0,0 0 0 0 0,0-1 0 0 0,0 0 0 0 0,0 0 0 0 0,0 0 0 0 0,0 0 0 0 0,8 3 0 0 0,-10-6 27 0 0,-1 1 1 0 0,0-1 0 0 0,1 0-1 0 0,-1 1 1 0 0,1-1 0 0 0,-1 0-1 0 0,0 0 1 0 0,1 0-1 0 0,-1 0 1 0 0,1 0 0 0 0,-1-1-1 0 0,1 1 1 0 0,-1 0-1 0 0,0-1 1 0 0,1 1 0 0 0,-1-1-1 0 0,0 1 1 0 0,1-1 0 0 0,-1 0-1 0 0,0 1 1 0 0,0-1-1 0 0,0 0 1 0 0,0 0 0 0 0,1 0-1 0 0,-1 0 1 0 0,0 0-1 0 0,-1 0 1 0 0,1 0 0 0 0,0 0-1 0 0,0-1 1 0 0,0 1-1 0 0,-1 0 1 0 0,1 0 0 0 0,0-1-1 0 0,-1 1 1 0 0,1 0 0 0 0,-1-1-1 0 0,1-1 1 0 0,9-31 123 0 0,0-1 0 0 0,-2-1-1 0 0,3-38 1 0 0,3-15-100 0 0,-6 52-65 0 0,1-1 1 0 0,22-55 0 0 0,-24 78-389 0 0,1-1 0 0 0,0 1 1 0 0,12-16-1 0 0,-14 22-401 0 0,1 1 1 0 0,0 1 0 0 0,0-1-1 0 0,0 1 1 0 0,1 1-1 0 0,11-9 1 0 0,2 5-1015 0 0,0 5 1090 0 0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0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169 6 7834 0 0,'-1'0'189'0'0,"1"-1"1"0"0,-1 1 0 0 0,1-1 0 0 0,-1 1-1 0 0,0-1 1 0 0,1 1 0 0 0,-1-1-1 0 0,1 1 1 0 0,-1 0 0 0 0,0-1-1 0 0,0 1 1 0 0,1 0 0 0 0,-1 0 0 0 0,0 0-1 0 0,1-1 1 0 0,-1 1 0 0 0,0 0-1 0 0,0 0 1 0 0,1 0 0 0 0,-1 0 0 0 0,0 0-1 0 0,0 0 1 0 0,1 0 0 0 0,-1 1-1 0 0,0-1 1 0 0,0 0 0 0 0,0 1-1 0 0,-8 20 4715 0 0,-19 108-1196 0 0,-17 54-3316 0 0,-17 3-2745 0 0,59-171 790 0 0,2-10 430 0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65 4609 0 0,'0'-3'201'0'0,"1"-1"1"0"0,0 1-1 0 0,0 0 1 0 0,0 0-1 0 0,0 0 1 0 0,1 0-1 0 0,-1 0 1 0 0,1 0-1 0 0,-1 0 1 0 0,1 1-1 0 0,0-1 1 0 0,0 0-1 0 0,0 1 1 0 0,1 0-1 0 0,-1-1 1 0 0,1 1-1 0 0,-1 0 1 0 0,1 0-1 0 0,0 1 1 0 0,0-1-1 0 0,-1 0 1 0 0,1 1-1 0 0,0 0 1 0 0,1 0-1 0 0,-1-1 1 0 0,0 2-1 0 0,0-1 1 0 0,0 0-1 0 0,1 1 1 0 0,-1-1-1 0 0,0 1 1 0 0,0 0-1 0 0,1 0 1 0 0,3 1-1 0 0,-2 0 215 0 0,0 0 0 0 0,0 1 0 0 0,0-1 0 0 0,-1 1 0 0 0,1 0 0 0 0,0 1 0 0 0,-1-1 0 0 0,1 1 0 0 0,-1 0 0 0 0,0 0 0 0 0,0 0 0 0 0,0 0 0 0 0,5 7 0 0 0,8 8 978 0 0,21 31 1 0 0,-21-25-745 0 0,23 27 232 0 0,32 58 0 0 0,-56-80-2001 0 0,24 58 1 0 0,-65-104-6176 0 0,17 6 7316 0 0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0 1840 0 0,'-3'1'103'0'0,"1"0"0"0"0,0 0-1 0 0,-1 0 1 0 0,1 0-1 0 0,0 0 1 0 0,0 1 0 0 0,0-1-1 0 0,0 1 1 0 0,0 0-1 0 0,0-1 1 0 0,0 1 0 0 0,0 0-1 0 0,-2 4 1 0 0,3-5 10 0 0,1 0 0 0 0,0 0 0 0 0,-1 0 0 0 0,1 0 0 0 0,0 0 0 0 0,0 0 0 0 0,0 0 0 0 0,-1 0 0 0 0,1 0 0 0 0,0 0 0 0 0,0 0 0 0 0,1 0 0 0 0,-1 0 0 0 0,0 0 0 0 0,0 0 0 0 0,0 0 0 0 0,1 0-1 0 0,-1 0 1 0 0,0 0 0 0 0,1 0 0 0 0,-1 0 0 0 0,1 0 0 0 0,-1 0 0 0 0,1-1 0 0 0,-1 1 0 0 0,1 0 0 0 0,0 0 0 0 0,-1-1 0 0 0,1 1 0 0 0,0 0 0 0 0,0-1 0 0 0,0 1 0 0 0,-1 0 0 0 0,1-1 0 0 0,0 1 0 0 0,0-1 0 0 0,0 0 0 0 0,1 1 0 0 0,3 1 142 0 0,-1 0 0 0 0,1 0 0 0 0,-1-1 0 0 0,1 0 0 0 0,-1 0 0 0 0,1 0 0 0 0,0-1 0 0 0,-1 1 0 0 0,9-1 0 0 0,47-6-269 0 0,-28 3 205 0 0,-19 2-156 0 0,30-2 44 0 0,72-14-1 0 0,-84 8-78 0 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3.6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1 7834 0 0,'5'18'919'0'0,"-1"1"1"0"0,-1 0 0 0 0,-1 1 0 0 0,0-1-1 0 0,-2 0 1 0 0,0 0 0 0 0,-1 1 0 0 0,-5 20 0 0 0,4-25-1024 0 0,-2 0 0 0 0,0-1 1 0 0,-1 1-1 0 0,0-1 0 0 0,-1 1 1 0 0,-11 16-1 0 0,9-10-4266 0 0,5-13 2108 0 0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4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9674 0 0,'0'1'138'0'0,"-1"-1"1"0"0,1 1-1 0 0,-1 0 0 0 0,1 0 1 0 0,0-1-1 0 0,-1 1 1 0 0,1 0-1 0 0,0 0 0 0 0,0 0 1 0 0,0-1-1 0 0,0 1 0 0 0,0 0 1 0 0,0 0-1 0 0,0 0 0 0 0,0 0 1 0 0,0-1-1 0 0,0 1 0 0 0,0 0 1 0 0,0 0-1 0 0,1 0 0 0 0,-1-1 1 0 0,0 1-1 0 0,1 0 1 0 0,-1 0-1 0 0,0 0 0 0 0,2 0 1 0 0,9 23 1574 0 0,-2-10-890 0 0,16 27 591 0 0,-2 2 1 0 0,29 74 0 0 0,-28-43-1273 0 0,34 85 224 0 0,-51-144-344 0 0,0-1 0 0 0,1 1-1 0 0,1-1 1 0 0,0-1-1 0 0,1 0 1 0 0,0 0-1 0 0,1-1 1 0 0,13 11-1 0 0,-23-21-11 0 0,0-1 0 0 0,0 0 0 0 0,1 0 0 0 0,-1 0 0 0 0,1 0 0 0 0,-1 0 0 0 0,1 0 0 0 0,-1 0 0 0 0,1 0-1 0 0,-1 0 1 0 0,1-1 0 0 0,0 1 0 0 0,0-1 0 0 0,-1 1 0 0 0,1-1 0 0 0,0 0 0 0 0,0 1 0 0 0,-1-1-1 0 0,4 0 1 0 0,-4-1 10 0 0,0 1 1 0 0,0-1-1 0 0,0 0 0 0 0,0 1 0 0 0,0-1 0 0 0,-1 0 0 0 0,1 0 0 0 0,0 0 0 0 0,0 1 1 0 0,0-1-1 0 0,-1 0 0 0 0,1 0 0 0 0,-1 0 0 0 0,1 0 0 0 0,-1 0 0 0 0,1 0 0 0 0,-1 0 1 0 0,1 0-1 0 0,-1-1 0 0 0,0 1 0 0 0,1 0 0 0 0,-1-1 0 0 0,1-12 167 0 0,0 1 0 0 0,0-1 0 0 0,-2 1 0 0 0,-1-15 0 0 0,1 13-92 0 0,-1-26-30 0 0,3 0 0 0 0,1 1 0 0 0,10-55 0 0 0,-8 71-575 0 0,2 0-1 0 0,1 0 1 0 0,1 0 0 0 0,0 1-1 0 0,2 1 1 0 0,23-39 0 0 0,-14 33-1053 0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4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0 3225 0 0,'-1'0'150'0'0,"1"0"1"0"0,-1 0-1 0 0,0 0 1 0 0,1 0-1 0 0,-1 0 1 0 0,1 1-1 0 0,-1-1 0 0 0,0 0 1 0 0,1 0-1 0 0,-1 0 1 0 0,1 1-1 0 0,-1-1 1 0 0,1 0-1 0 0,-1 1 1 0 0,1-1-1 0 0,-1 0 1 0 0,1 1-1 0 0,-1-1 1 0 0,1 1-1 0 0,0-1 1 0 0,-1 1-1 0 0,1-1 0 0 0,-1 1 1 0 0,1-1-1 0 0,0 1 1 0 0,0-1-1 0 0,-1 1 1 0 0,1-1-1 0 0,0 1 1 0 0,-1 0-1 0 0,7 19 7314 0 0,-1-9-7924 0 0,5 18 2041 0 0,-2 0 0 0 0,-1 1 0 0 0,4 33 0 0 0,0 41-1322 0 0,3 15-7359 0 0,-11-102 902 0 0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4.8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69 4609 0 0,'7'-6'678'0'0,"0"0"0"0"0,0 1 0 0 0,1 0 0 0 0,0 0 1 0 0,0 1-1 0 0,0 0 0 0 0,1 1 0 0 0,-1-1 0 0 0,11-1 0 0 0,10-2 2324 0 0,42-6-1 0 0,-65 12-2809 0 0,-1 1 0 0 0,1-1 0 0 0,-1 1 0 0 0,0 0 0 0 0,1 0 1 0 0,-1 1-1 0 0,1 0 0 0 0,-1 0 0 0 0,0 0 0 0 0,0 0 0 0 0,6 3 0 0 0,-9-3-164 0 0,0 0-1 0 0,0 0 1 0 0,-1 1 0 0 0,1-1 0 0 0,-1 0-1 0 0,1 1 1 0 0,-1-1 0 0 0,1 1-1 0 0,-1-1 1 0 0,0 1 0 0 0,0 0-1 0 0,1 0 1 0 0,-1-1 0 0 0,-1 1 0 0 0,1 0-1 0 0,0 0 1 0 0,0 0 0 0 0,-1 0-1 0 0,1 0 1 0 0,-1 0 0 0 0,1 0-1 0 0,-1 0 1 0 0,0 0 0 0 0,0 0-1 0 0,0 1 1 0 0,0-1 0 0 0,0 0 0 0 0,-1 0-1 0 0,1 0 1 0 0,-1 0 0 0 0,0 2-1 0 0,-3 10-4 0 0,0-1-1 0 0,-1 1 1 0 0,-1-1-1 0 0,-10 18 1 0 0,9-21-93 0 0,2 1 1 0 0,-1 0 0 0 0,1 1 0 0 0,1-1 0 0 0,0 1 0 0 0,-3 18-1 0 0,7-28 27 0 0,0-1 0 0 0,0 0 0 0 0,0 1 0 0 0,0-1 0 0 0,0 1 0 0 0,1-1 0 0 0,-1 0 0 0 0,1 0 0 0 0,-1 1 0 0 0,0-1 0 0 0,1 0 0 0 0,0 0 0 0 0,-1 1 0 0 0,1-1 0 0 0,0 0-1 0 0,0 0 1 0 0,0 0 0 0 0,-1 0 0 0 0,1 0 0 0 0,0 0 0 0 0,0 0 0 0 0,0 0 0 0 0,1-1 0 0 0,-1 1 0 0 0,0 0 0 0 0,0 0 0 0 0,0-1 0 0 0,1 1 0 0 0,-1-1 0 0 0,2 1 0 0 0,7 2-139 0 0,0 0 0 0 0,-1-1 0 0 0,15 1 1 0 0,2 2 155 0 0,-13-2 2 0 0,-1 1-1 0 0,0 0 1 0 0,0 1 0 0 0,0 0-1 0 0,-1 1 1 0 0,19 13-1 0 0,-28-18 29 0 0,1 1 0 0 0,-1 0 0 0 0,0 0-1 0 0,0 0 1 0 0,0 0 0 0 0,0 1 0 0 0,0-1-1 0 0,0 0 1 0 0,-1 1 0 0 0,1-1 0 0 0,-1 1-1 0 0,0 0 1 0 0,0-1 0 0 0,0 1 0 0 0,0 0-1 0 0,0 0 1 0 0,0 0 0 0 0,-1-1 0 0 0,1 1-1 0 0,-1 0 1 0 0,0 0 0 0 0,0 0 0 0 0,0 0-1 0 0,0 0 1 0 0,-1 0 0 0 0,1 0-1 0 0,-1 0 1 0 0,0 0 0 0 0,0-1 0 0 0,0 1-1 0 0,0 0 1 0 0,0 0 0 0 0,0-1 0 0 0,-1 1-1 0 0,-1 2 1 0 0,-2 2-306 0 0,-1 0 0 0 0,1 0-1 0 0,-1 0 1 0 0,-1 0 0 0 0,-6 5-1 0 0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1 12443 0 0,'2'2'243'0'0,"0"-1"0"0"0,0 1 0 0 0,0 0 0 0 0,0 0 0 0 0,0 0 0 0 0,0 0 0 0 0,-1 0 0 0 0,1 1 0 0 0,-1-1 0 0 0,1 0 0 0 0,-1 1 0 0 0,0-1 0 0 0,0 1 0 0 0,0-1 0 0 0,0 1 0 0 0,0 0 0 0 0,-1-1 0 0 0,1 1 0 0 0,-1 0 0 0 0,0 0 0 0 0,0-1 0 0 0,0 1 0 0 0,0 0 0 0 0,0 0 0 0 0,-1 3 0 0 0,0 4 277 0 0,-1 0 0 0 0,0 0 0 0 0,0 0 0 0 0,-1-1 0 0 0,-7 18 0 0 0,-64 127-4237 0 0,69-144 3717 0 0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5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64 8290 0 0,'3'0'670'0'0,"0"0"-1"0"0,0 1 1 0 0,0-1 0 0 0,0 1 0 0 0,0 0 0 0 0,0 0-1 0 0,0 0 1 0 0,0 0 0 0 0,0 1 0 0 0,-1-1 0 0 0,4 3-1 0 0,32 30 2117 0 0,-22-14-2068 0 0,27 41-1 0 0,12 39 158 0 0,-31-54-752 0 0,31 45-1 0 0,-45-78-120 0 0,0 0 1 0 0,1 0-1 0 0,0-1 0 0 0,0 0 0 0 0,2-1 1 0 0,-1-1-1 0 0,21 14 0 0 0,-10-15 171 0 0,-22-9-150 0 0,-1 0 0 0 0,1 0 0 0 0,0 0 0 0 0,-1 0 0 0 0,1-1 0 0 0,-1 1 0 0 0,1 0 0 0 0,0 0 0 0 0,-1 0 0 0 0,1-1 0 0 0,-1 1-1 0 0,1 0 1 0 0,0 0 0 0 0,-1-1 0 0 0,1 1 0 0 0,-1-1 0 0 0,1 1 0 0 0,-1 0 0 0 0,0-1 0 0 0,1 1 0 0 0,0-2 0 0 0,1-1 61 0 0,-1-1-1 0 0,0 1 1 0 0,0-1 0 0 0,0 0-1 0 0,0 1 1 0 0,0-1 0 0 0,-1 0-1 0 0,1-7 1 0 0,3-115 666 0 0,4-41-783 0 0,-5 139-473 0 0,1 0 0 0 0,2 0 1 0 0,15-49-1 0 0,-10 54-622 0 0,1 2-231 0 0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5.9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15 10138 0 0,'-2'-1'127'0'0,"0"-1"-1"0"0,-1 1 1 0 0,1-1 0 0 0,0 1-1 0 0,0 0 1 0 0,-1-1 0 0 0,1 1-1 0 0,-1 0 1 0 0,1 1 0 0 0,-1-1-1 0 0,1 0 1 0 0,-1 1 0 0 0,0-1-1 0 0,1 1 1 0 0,-1 0 0 0 0,0 0-1 0 0,1 0 1 0 0,-1 0 0 0 0,1 1-1 0 0,-5 0 1 0 0,3 0 1 0 0,0 1-1 0 0,-1 0 1 0 0,1 0-1 0 0,0 0 1 0 0,0 1 0 0 0,0-1-1 0 0,0 1 1 0 0,1 0 0 0 0,-1 0-1 0 0,-5 7 1 0 0,2-2 33 0 0,0 1 0 0 0,0 1 0 0 0,1-1 0 0 0,0 1 0 0 0,1 0 0 0 0,0 0 0 0 0,1 1-1 0 0,0-1 1 0 0,-3 12 0 0 0,5-15-127 0 0,1 0-1 0 0,0 0 1 0 0,1 1 0 0 0,-1-1-1 0 0,1 0 1 0 0,1 0-1 0 0,-1 1 1 0 0,1-1-1 0 0,0 0 1 0 0,1 0-1 0 0,0 0 1 0 0,0 0 0 0 0,5 11-1 0 0,-5-14 35 0 0,1-1 0 0 0,-1 1 0 0 0,1-1-1 0 0,-1 0 1 0 0,1 0 0 0 0,0 0 0 0 0,0 0 0 0 0,0 0 0 0 0,1-1-1 0 0,-1 1 1 0 0,1-1 0 0 0,-1 0 0 0 0,1 0 0 0 0,0 0 0 0 0,0-1 0 0 0,0 1-1 0 0,0-1 1 0 0,0 0 0 0 0,0 0 0 0 0,0 0 0 0 0,0-1 0 0 0,0 1-1 0 0,0-1 1 0 0,8-1 0 0 0,-1 1-105 0 0,0-1 0 0 0,-1-1 0 0 0,1 0 1 0 0,-1-1-1 0 0,1 0 0 0 0,-1 0 0 0 0,0-1 0 0 0,0-1 0 0 0,-1 1 0 0 0,1-2 0 0 0,14-9 0 0 0,-5 0-6247 0 0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6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192 0 12643 0 0,'-2'4'282'0'0,"1"-1"0"0"0,0 1 0 0 0,0-1-1 0 0,0 1 1 0 0,0-1 0 0 0,0 1 0 0 0,1 0 0 0 0,0 7 0 0 0,-3 12 1070 0 0,-3 2-494 0 0,-2-1 0 0 0,-1 0 0 0 0,0 0 0 0 0,-16 27 1 0 0,-59 83-1393 0 0,64-103-347 0 0,0-2-6100 0 0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7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45 11058 0 0,'20'28'3286'0'0,"46"80"240"0"0,50 73-1644 0 0,-99-158-1736 0 0,1-1 0 0 0,1-1 0 0 0,0-1 0 0 0,2 0 0 0 0,32 23 0 0 0,-46-38-74 0 0,-1-1 1 0 0,1-1-1 0 0,0 1 0 0 0,0-1 0 0 0,0 0 0 0 0,1-1 0 0 0,-1 0 0 0 0,12 2 0 0 0,-17-3-46 0 0,0-1 0 0 0,0 1 0 0 0,0-1 1 0 0,0 0-1 0 0,0 0 0 0 0,0 0 0 0 0,0-1 0 0 0,0 1 0 0 0,0 0 0 0 0,0-1 0 0 0,0 1 0 0 0,0-1 0 0 0,0 0 0 0 0,0 1 0 0 0,0-1 0 0 0,0 0 0 0 0,0 0 0 0 0,-1 0 0 0 0,1-1 0 0 0,0 1 1 0 0,-1 0-1 0 0,1-1 0 0 0,-1 1 0 0 0,1-1 0 0 0,-1 1 0 0 0,0-1 0 0 0,0 1 0 0 0,1-1 0 0 0,-1 0 0 0 0,-1 0 0 0 0,1 0 0 0 0,0 0 0 0 0,0 0 0 0 0,-1 0 0 0 0,2-3 0 0 0,1-21 153 0 0,-1 0 0 0 0,0 0-1 0 0,-2-1 1 0 0,-1 1-1 0 0,-9-48 1 0 0,1-16-157 0 0,7 59-53 0 0,4-45-1 0 0,-1 66-403 0 0,0-1 1 0 0,1 1-1 0 0,0 0 1 0 0,1-1-1 0 0,0 1 1 0 0,1 1-1 0 0,0-1 0 0 0,5-9 1 0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7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13363 0 0,'1'1'321'0'0,"1"0"-1"0"0,-1 1 1 0 0,1-1-1 0 0,-1 1 1 0 0,0 0 0 0 0,0-1-1 0 0,0 1 1 0 0,0 0 0 0 0,0 0-1 0 0,0 0 1 0 0,0 0 0 0 0,0-1-1 0 0,0 5 1 0 0,8 28 1621 0 0,-9-31-1725 0 0,3 19 150 0 0,-1 0 0 0 0,-1 0 0 0 0,-1 0 0 0 0,-1-1 0 0 0,-7 38 0 0 0,-1 18-2072 0 0,8-56 369 0 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7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11690 0 0,'24'6'619'0'0,"1"1"0"0"0,-1 1 0 0 0,-1 1-1 0 0,1 1 1 0 0,-2 1 0 0 0,1 1-1 0 0,-1 1 1 0 0,-1 1 0 0 0,-1 1-1 0 0,24 21 1 0 0,-40-32-529 0 0,0 1 0 0 0,0-1 0 0 0,-1 1 0 0 0,0 0 0 0 0,1 0 0 0 0,-1 0 0 0 0,-1 1 0 0 0,1-1 0 0 0,-1 1 0 0 0,0-1 0 0 0,0 1 0 0 0,-1 0 0 0 0,0 0 0 0 0,0 0 0 0 0,0-1 0 0 0,0 1 0 0 0,-1 0 0 0 0,0 0 0 0 0,-1 0 0 0 0,1 0 0 0 0,-1 0 0 0 0,0 0 0 0 0,-1 0 0 0 0,-3 10 0 0 0,0-3-284 0 0,-1-1 0 0 0,0 0 0 0 0,-1 0 0 0 0,0-1 0 0 0,-1 0 0 0 0,0 0 0 0 0,0 0 0 0 0,-2-1 1 0 0,-20 17-1 0 0,9-10-6586 0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8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1 9218 0 0,'1'0'307'0'0,"0"0"0"0"0,0 0 1 0 0,0 0-1 0 0,1 0 0 0 0,-1 0 1 0 0,0 0-1 0 0,0 0 0 0 0,0 1 0 0 0,1-1 1 0 0,-1 0-1 0 0,0 1 0 0 0,0-1 0 0 0,0 1 1 0 0,0-1-1 0 0,0 1 0 0 0,0 0 0 0 0,-1 5 2087 0 0,-14-5-1359 0 0,-4 8-1227 0 0,9-4-140 0 0,14-3 434 0 0,-1-4 131 0 0,-1 1-380 0 0,1 0 561 0 0,0 0 0 0 0,-1 0 0 0 0,1 0 0 0 0,0 0 0 0 0,0 0 0 0 0,0 1 0 0 0,7 0 0 0 0,-11 0-308 0 0,1 0 1 0 0,0 0-1 0 0,0 0 0 0 0,-1 1 1 0 0,1-1-1 0 0,0 0 0 0 0,0 1 1 0 0,-1-1-1 0 0,1 0 0 0 0,0 1 1 0 0,-1-1-1 0 0,1 1 1 0 0,-1-1-1 0 0,1 1 0 0 0,0-1 1 0 0,-1 1-1 0 0,1-1 0 0 0,-1 1 1 0 0,1 1-1 0 0,0-1-99 0 0,-1 1 0 0 0,1 0 0 0 0,-1-1-1 0 0,1 1 1 0 0,-1-1 0 0 0,0 1 0 0 0,0 0 0 0 0,0-1 0 0 0,0 1 0 0 0,0 0-1 0 0,0 0 1 0 0,0-1 0 0 0,-1 3 0 0 0,-7 30-292 0 0,-2-1 0 0 0,-1 0 0 0 0,-2-1 1 0 0,-23 43-1 0 0,30-62-424 0 0,-4 8-6832 0 0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8.9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85 289 8290 0 0,'-29'-21'1112'0'0,"-27"-24"5041"0"0,65 56-5386 0 0,0 1-1 0 0,-1 0 0 0 0,-1 0 0 0 0,11 24 0 0 0,20 33-80 0 0,-12-33-386 0 0,39 40 1 0 0,-51-62-192 0 0,0 0 0 0 0,1-1 0 0 0,1-1 0 0 0,0 0 0 0 0,22 11 0 0 0,-37-22-87 0 0,0 0 0 0 0,0-1 0 0 0,1 1 0 0 0,-1-1 0 0 0,0 1 0 0 0,0-1 0 0 0,1 0 0 0 0,-1 0 0 0 0,0 1 0 0 0,1-1 0 0 0,-1 0 0 0 0,1 0 0 0 0,-1 0 0 0 0,0 0 0 0 0,1-1 0 0 0,-1 1 0 0 0,0 0 0 0 0,1-1 0 0 0,-1 1 1 0 0,0 0-1 0 0,0-1 0 0 0,1 0 0 0 0,-1 1 0 0 0,0-1 0 0 0,0 0 0 0 0,0 1 0 0 0,0-1 0 0 0,0 0 0 0 0,0 0 0 0 0,0 0 0 0 0,0 0 0 0 0,0 0 0 0 0,0 0 0 0 0,0 0 0 0 0,-1 0 0 0 0,1-1 0 0 0,0 1 0 0 0,-1 0 0 0 0,1 0 0 0 0,0-3 0 0 0,4-8 284 0 0,-1 0 0 0 0,-1 0 0 0 0,4-22 1 0 0,-2 12-149 0 0,19-77-453 0 0,21-80-1340 0 0,-33 142 847 0 0,1 1 0 0 0,30-59 0 0 0,-32 77-4065 0 0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2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8290 0 0,'5'0'473'0'0,"0"0"-1"0"0,0 1 1 0 0,0-1 0 0 0,0 1 0 0 0,0 0 0 0 0,0 0-1 0 0,-1 1 1 0 0,1-1 0 0 0,-1 1 0 0 0,1 0 0 0 0,-1 1-1 0 0,1-1 1 0 0,-1 1 0 0 0,0-1 0 0 0,0 1 0 0 0,0 0-1 0 0,-1 1 1 0 0,1-1 0 0 0,-1 1 0 0 0,6 7 0 0 0,-5-4-207 0 0,1 1 1 0 0,-2-1 0 0 0,1 1-1 0 0,-1 0 1 0 0,0 0 0 0 0,-1 1 0 0 0,1-1-1 0 0,-2 0 1 0 0,1 1 0 0 0,-1-1 0 0 0,0 11-1 0 0,-2 62 4 0 0,2 35-215 0 0,0-98-2436 0 0,2-1 0 0 0,5 24-1 0 0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3225 0 0,'1'-1'217'0'0,"0"-1"1"0"0,0 1-1 0 0,0 0 1 0 0,1 1-1 0 0,-1-1 0 0 0,0 0 1 0 0,1 0-1 0 0,-1 0 1 0 0,0 1-1 0 0,1-1 1 0 0,-1 1-1 0 0,1-1 1 0 0,-1 1-1 0 0,1 0 1 0 0,-1-1-1 0 0,4 1 0 0 0,33-3 2647 0 0,-25 3-1829 0 0,0-2-797 0 0,-1 1 1 0 0,0-2 0 0 0,0 0 0 0 0,0 0-1 0 0,-1-1 1 0 0,22-10 0 0 0,-28 11-239 0 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5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6913 0 0,'5'1'609'0'0,"1"-1"-481"0"0,0 0-128 0 0,0-1 0 0 0,-1-1-184 0 0,3 1-56 0 0,6 0-17 0 0,11-3 1 0 0,5-3-56 0 0,0 1-8 0 0,-4-1-8 0 0,-6 3 0 0 0,-5 2 328 0 0,-5-1 0 0 0,-5 2 128 0 0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4145 0 0,'0'1'73'0'0,"0"0"0"0"0,0 0 0 0 0,0 0 0 0 0,0 1-1 0 0,0-1 1 0 0,0 0 0 0 0,0 0 0 0 0,0 0 0 0 0,1 0 0 0 0,-1 0 0 0 0,0 0 0 0 0,1 0 0 0 0,-1 0 0 0 0,1 0 0 0 0,-1 0-1 0 0,1 0 1 0 0,-1 0 0 0 0,1 0 0 0 0,0 0 0 0 0,0 0 0 0 0,-1 0 0 0 0,1-1 0 0 0,1 2 0 0 0,1 0 223 0 0,0 0-1 0 0,0-1 1 0 0,0 1 0 0 0,0 0 0 0 0,0-1 0 0 0,0 0 0 0 0,6 2 0 0 0,2-1 537 0 0,0 0 0 0 0,0 0 0 0 0,0-1 0 0 0,12-1 0 0 0,-12 0-784 0 0,-1-1 1 0 0,1-1 0 0 0,-1 1 0 0 0,1-2-1 0 0,-1 1 1 0 0,1-2 0 0 0,-1 1-1 0 0,0-1 1 0 0,-1-1 0 0 0,1 0 0 0 0,-1 0-1 0 0,0-1 1 0 0,11-9 0 0 0,-6 3-50 0 0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1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0,'6'3'578'0'0,"-1"1"1"0"0,1 0-1 0 0,-1 1 1 0 0,0-1-1 0 0,0 1 1 0 0,-1 0-1 0 0,1 0 1 0 0,-1 0-1 0 0,0 1 1 0 0,-1 0-1 0 0,1 0 0 0 0,-1 0 1 0 0,0 0-1 0 0,-1 0 1 0 0,4 13-1 0 0,-2-6 165 0 0,-1 0 0 0 0,0 1 0 0 0,-1-1 0 0 0,0 1 0 0 0,-1 0 0 0 0,-2 25 0 0 0,-2-19-1071 0 0,-1 0-1 0 0,-1-1 1 0 0,-1 0-1 0 0,-10 24 1 0 0,11-32-805 0 0,5-10 700 0 0,-1 1 1 0 0,1-1-1 0 0,0 0 1 0 0,-1 0-1 0 0,1 0 1 0 0,0 1-1 0 0,0-1 1 0 0,0 0-1 0 0,0 0 1 0 0,0 1-1 0 0,0-1 1 0 0,0 0-1 0 0,1 0 1 0 0,-1 1-1 0 0,0-1 1 0 0,1 0-1 0 0,-1 0 1 0 0,1 2-1 0 0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0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51 9218 0 0,'17'23'1211'0'0,"2"-1"0"0"0,40 37 1 0 0,-15-15-148 0 0,30 39 804 0 0,-43-46-845 0 0,0-2 0 0 0,3-2 0 0 0,38 31 0 0 0,-68-61-908 0 0,0 0 0 0 0,0 0 0 0 0,0-1-1 0 0,1 0 1 0 0,-1 0 0 0 0,1 0 0 0 0,-1 0-1 0 0,10 1 1 0 0,-13-2-83 0 0,0-1 1 0 0,1 0-1 0 0,-1 0 0 0 0,0 0 1 0 0,0 0-1 0 0,1 0 0 0 0,-1 0 1 0 0,0-1-1 0 0,0 1 0 0 0,1 0 0 0 0,-1-1 1 0 0,0 1-1 0 0,0-1 0 0 0,0 1 1 0 0,0-1-1 0 0,0 1 0 0 0,1-1 1 0 0,-1 0-1 0 0,0 0 0 0 0,0 0 1 0 0,-1 1-1 0 0,1-1 0 0 0,0 0 0 0 0,0 0 1 0 0,0 0-1 0 0,-1 0 0 0 0,1 0 1 0 0,0-1-1 0 0,-1 1 0 0 0,1 0 1 0 0,-1 0-1 0 0,1 0 0 0 0,-1 0 1 0 0,0-1-1 0 0,1 1 0 0 0,-1 0 0 0 0,0-2 1 0 0,3-19 227 0 0,-1-1 0 0 0,-1 1 0 0 0,-1 0 1 0 0,-6-43-1 0 0,1-5-546 0 0,6-37-422 0 0,8 37-5579 0 0,1 26-660 0 0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0.8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 1376 0 0,'-1'2'733'0'0,"-1"0"0"0"0,1 0 0 0 0,-1 0 0 0 0,1 0 0 0 0,0 1-1 0 0,0-1 1 0 0,0 1 0 0 0,0-1 0 0 0,0 1 0 0 0,0-1 0 0 0,1 1-1 0 0,-1-1 1 0 0,1 1 0 0 0,0 0 0 0 0,0-1 0 0 0,0 4 0 0 0,6 47 3847 0 0,-1-25-3419 0 0,-4 123 1371 0 0,-2-113-2704 0 0,0 1 0 0 0,3-1 0 0 0,1 0 0 0 0,9 43 1 0 0,-7-66-1787 0 0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1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42 29030 0 0,'16'-5'1939'0'0,"1"2"-3410"0"0,37-3-13072 0 0,-14 2 6366 0 0,-15 0 10681 0 0,2-3-2365 0 0,35-5-3297 0 0,-62 12 3132 0 0,0 0 0 0 0,-1 0 1 0 0,1 0-1 0 0,0 1 0 0 0,0-1 1 0 0,0 0-1 0 0,0 0 0 0 0,0 0 1 0 0,0 1-1 0 0,-1-1 0 0 0,1 0 1 0 0,0 0-1 0 0,0 0 1 0 0,0 1-1 0 0,0-1 0 0 0,0 0 1 0 0,0 0-1 0 0,0 0 0 0 0,0 1 1 0 0,0-1-1 0 0,0 0 0 0 0,0 0 1 0 0,0 0-1 0 0,0 1 0 0 0,0-1 1 0 0,0 0-1 0 0,0 0 0 0 0,0 0 1 0 0,1 1-1 0 0,-1-1 0 0 0,0 0 1 0 0,0 0-1 0 0,0 0 0 0 0,0 1 1 0 0,0-1-1 0 0,0 0 0 0 0,1 0 1 0 0,-1 0-1 0 0,0 0 0 0 0,0 0 1 0 0,0 1-1 0 0,0-1 1 0 0,1 0-1 0 0,-1 0 0 0 0,0 0 1 0 0,0 0-1 0 0,0 0 0 0 0,0 0 1 0 0,1 0-1 0 0,-1 0 0 0 0,0 0 1 0 0,0 0-1 0 0,1 0 0 0 0,-1 0 1 0 0,0 0-1 0 0,0 0 0 0 0,0 0 1 0 0,1 0-1 0 0,-9 7 14 0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1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7370 0 0,'1'3'656'0'0,"2"-2"-528"0"0,0 0-128 0 0,0 1 0 0 0,-1-2 296 0 0,2 1 32 0 0,3 1 8 0 0,5-1 0 0 0,4 2-48 0 0,3-2 0 0 0,-2-2-8 0 0,1-1 0 0 0,-3 1-1536 0 0,0-3-312 0 0,0-2-57 0 0,-2 2-7 0 0,-4 0 1280 0 0,-1 0 264 0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76 5065 0 0,'6'-7'892'0'0,"-1"1"0"0"0,1 0 0 0 0,0 0 0 0 0,1 0 0 0 0,-1 1 0 0 0,1-1 0 0 0,0 2-1 0 0,0-1 1 0 0,14-5 0 0 0,-15 7-426 0 0,-1 1 0 0 0,0 0 0 0 0,1 0 0 0 0,0 0 0 0 0,-1 1 0 0 0,1 0 0 0 0,0 0 1 0 0,0 0-1 0 0,0 1 0 0 0,0 0 0 0 0,10 1 0 0 0,-14 0-412 0 0,0-1 0 0 0,0 0 1 0 0,0 1-1 0 0,0 0 0 0 0,0-1 1 0 0,0 1-1 0 0,0 0 0 0 0,0 0 1 0 0,-1 0-1 0 0,1 0 1 0 0,0 0-1 0 0,0 1 0 0 0,-1-1 1 0 0,1 0-1 0 0,-1 1 0 0 0,1-1 1 0 0,-1 1-1 0 0,0 0 0 0 0,1-1 1 0 0,-1 1-1 0 0,0 0 1 0 0,0 0-1 0 0,0 0 0 0 0,-1 0 1 0 0,1 0-1 0 0,0 0 0 0 0,-1 0 1 0 0,1 0-1 0 0,-1 0 0 0 0,0 0 1 0 0,1 0-1 0 0,-1 0 1 0 0,0 0-1 0 0,-1 4 0 0 0,-2 17-77 0 0,0-1-1 0 0,-2 0 1 0 0,-1 0-1 0 0,-1 0 1 0 0,0-1 0 0 0,-19 36-1 0 0,15-34-6 0 0,1 1 0 0 0,1 0 0 0 0,1 0 0 0 0,-9 47 0 0 0,15-61 9 0 0,1-1 0 0 0,1 0 1 0 0,0 0-1 0 0,0 1 0 0 0,3 15 0 0 0,-3-25-85 0 0,1 0 0 0 0,-1 0 0 0 0,1 0 0 0 0,0 0 0 0 0,-1 0-1 0 0,1 0 1 0 0,-1 0 0 0 0,1 0 0 0 0,-1 0 0 0 0,1 0 0 0 0,-1 0-1 0 0,1-1 1 0 0,-1 1 0 0 0,1 0 0 0 0,-1 0 0 0 0,1 0 0 0 0,-1-1-1 0 0,1 1 1 0 0,-1 0 0 0 0,1-1 0 0 0,-1 1 0 0 0,1 0 0 0 0,0-2-1 0 0,2 0-1075 0 0,4 0-605 0 0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2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14283 0 0,'1'3'1272'0'0,"1"-2"-1016"0"0,-1 1-256 0 0,2-2 0 0 0,-2 1 0 0 0,2 0-88 0 0,1 1 88 0 0,3-1-72 0 0,-2-1 72 0 0,-1-1 0 0 0,0-1 0 0 0,-2 0-1168 0 0,-16-2-3209 0 0,3 4 4377 0 0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4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62 10594 0 0,'0'-5'576'0'0,"-1"-27"1924"0"0,1 30-2264 0 0,0 1 0 0 0,0 0-1 0 0,-1-1 1 0 0,1 1-1 0 0,0 0 1 0 0,0-1 0 0 0,-1 1-1 0 0,1 0 1 0 0,-1 0 0 0 0,1-1-1 0 0,-1 1 1 0 0,0 0 0 0 0,1 0-1 0 0,-1 0 1 0 0,0 0 0 0 0,0 0-1 0 0,-1-2 1 0 0,1 3-102 0 0,1 1 1 0 0,-1-1 0 0 0,1 0-1 0 0,0 1 1 0 0,-1-1 0 0 0,1 1-1 0 0,-1 0 1 0 0,1-1 0 0 0,0 1-1 0 0,0-1 1 0 0,-1 1 0 0 0,1-1-1 0 0,0 1 1 0 0,0 0 0 0 0,0-1-1 0 0,0 1 1 0 0,-1-1 0 0 0,1 1-1 0 0,0 0 1 0 0,0-1 0 0 0,0 1-1 0 0,0-1 1 0 0,1 1 0 0 0,-1 1-1 0 0,-1 19 486 0 0,8 39-326 0 0,2-1 0 0 0,32 107 0 0 0,-22-93-192 0 0,-15-56-474 0 0,10 36 533 0 0,24 63 0 0 0,-5-48-6644 0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 5985 0 0,'45'-4'7513'0'0,"39"-14"-3530"0"0,-64 13-3390 0 0,0 0 0 0 0,21-1 0 0 0,14 5-2191 0 0,-33 3-4750 0 0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1 112 10138 0 0,'16'-1'1320'0'0,"1"-2"0"0"0,-1 0 0 0 0,0 0 0 0 0,27-11 0 0 0,-20 7-793 0 0,62-22 1146 0 0,13-4-2272 0 0,-32 17-5501 0 0,-47 13 3679 0 0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5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 11058 0 0,'0'-1'153'0'0,"0"1"1"0"0,0-1-1 0 0,0 0 0 0 0,1 0 0 0 0,-1 0 0 0 0,0 1 0 0 0,0-1 0 0 0,1 0 0 0 0,-1 1 0 0 0,0-1 0 0 0,1 0 0 0 0,-1 0 0 0 0,1 1 0 0 0,-1-1 0 0 0,1 1 1 0 0,-1-1-1 0 0,1 0 0 0 0,0 1 0 0 0,-1-1 0 0 0,1 1 0 0 0,0 0 0 0 0,-1-1 0 0 0,1 1 0 0 0,0-1 0 0 0,-1 1 0 0 0,1 0 0 0 0,0-1 0 0 0,0 1 0 0 0,-1 0 1 0 0,1 0-1 0 0,0 0 0 0 0,0 0 0 0 0,0 0 0 0 0,-1 0 0 0 0,1 0 0 0 0,0 0 0 0 0,0 0 0 0 0,0 0 0 0 0,-1 0 0 0 0,1 0 0 0 0,0 0 0 0 0,0 1 0 0 0,-1-1 1 0 0,1 0-1 0 0,0 1 0 0 0,0-1 0 0 0,-1 1 0 0 0,1-1 0 0 0,0 0 0 0 0,-1 1 0 0 0,1-1 0 0 0,-1 1 0 0 0,1 0 0 0 0,-1-1 0 0 0,1 1 0 0 0,-1-1 0 0 0,1 1 1 0 0,-1 0-1 0 0,1 0 0 0 0,-1-1 0 0 0,0 1 0 0 0,1 0 0 0 0,-1-1 0 0 0,0 1 0 0 0,0 0 0 0 0,0 0 0 0 0,1 1 0 0 0,4 44 243 0 0,-2 1 0 0 0,-2 0 0 0 0,-8 70 0 0 0,2-41-306 0 0,2 24-937 0 0,3-79-10 0 0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5.8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54 8290 0 0,'8'-6'438'0'0,"-1"0"0"0"0,1 1 0 0 0,0 0 0 0 0,0 0 0 0 0,0 1 0 0 0,1 0 0 0 0,0 0-1 0 0,0 1 1 0 0,0 0 0 0 0,0 1 0 0 0,0 0 0 0 0,1 0 0 0 0,-1 1 0 0 0,0 0 0 0 0,10 1 0 0 0,-10 0-67 0 0,-1 0 0 0 0,0 1 0 0 0,0 1 0 0 0,0-1 0 0 0,0 1 0 0 0,0 1 0 0 0,0-1 0 0 0,0 1 0 0 0,-1 1 0 0 0,1-1-1 0 0,-1 1 1 0 0,0 1 0 0 0,0-1 0 0 0,-1 1 0 0 0,1 0 0 0 0,-1 1 0 0 0,8 8 0 0 0,0 5-234 0 0,0-1 1 0 0,-2 2-1 0 0,0 0 1 0 0,18 43-1 0 0,-4 2-2552 0 0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6.0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29 105 7370 0 0,'-11'2'-536'0'0,"-6"-2"4014"0"0,34-9 889 0 0,34-13-3073 0 0,61-37 1 0 0,-82 42-1519 0 0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6.6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1 456 0 0,'-7'7'7514'0'0,"6"-5"-7286"0"0,0-1 1 0 0,0 0-1 0 0,-1 1 1 0 0,1 0-1 0 0,0-1 1 0 0,0 1 0 0 0,0-1-1 0 0,1 1 1 0 0,-1 0-1 0 0,0 0 1 0 0,1-1-1 0 0,-1 4 1 0 0,6 4 2997 0 0,15-6-1099 0 0,126-23 3520 0 0,-117 20-5470 0 0,4-1-428 0 0,0-1 0 0 0,0-1 0 0 0,62-15 0 0 0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6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 9674 0 0,'10'-1'492'0'0,"0"-1"1"0"0,-1-1-1 0 0,1 0 0 0 0,-1 0 1 0 0,0 0-1 0 0,0-2 0 0 0,0 1 1 0 0,11-7-1 0 0,3-2-2042 0 0,-11 7 1363 0 0,1 1 0 0 0,0 0 0 0 0,16-3 0 0 0,-13 4 199 0 0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0,'11'5'211'0'0,"-1"-1"0"0"0,1 0 0 0 0,21 4 0 0 0,-2-3 2777 0 0,40 2 0 0 0,-54-7-2453 0 0,1 0 0 0 0,0-1 0 0 0,18-4 0 0 0,21-7-2137 0 0,-40 8-4692 0 0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1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0,'11'1'160'0'0,"-3"-1"-160"0"0,1 0 0 0 0,-2 1 0 0 0,-1-1 0 0 0,-4 0 0 0 0,3 0 0 0 0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7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12 8754 0 0,'-8'-5'371'0'0,"-8"-2"1403"0"0,15 7-1628 0 0,1 0 0 0 0,-1 1-1 0 0,1-1 1 0 0,0 0 0 0 0,-1 1 0 0 0,1-1-1 0 0,-1 0 1 0 0,1 1 0 0 0,0-1 0 0 0,-1 1-1 0 0,1-1 1 0 0,0 0 0 0 0,-1 1-1 0 0,1-1 1 0 0,0 1 0 0 0,0-1 0 0 0,-1 1-1 0 0,1-1 1 0 0,0 1 0 0 0,0-1 0 0 0,0 1-1 0 0,0-1 1 0 0,0 1 0 0 0,0-1-1 0 0,0 1 1 0 0,0-1 0 0 0,0 1 0 0 0,0-1-1 0 0,0 1 1 0 0,0-1 0 0 0,0 1-1 0 0,0-1 1 0 0,0 1 0 0 0,0-1 0 0 0,1 1-1 0 0,-1-1 1 0 0,1 2 0 0 0,10 84 2864 0 0,8 44-1315 0 0,2 231 0 0 0,-23-311-1774 0 0,-1 19-723 0 0,8 81 0 0 0,-2-131-6781 0 0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7.9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0 171 10138 0 0,'0'-1'78'0'0,"0"0"-1"0"0,0 0 1 0 0,0 0-1 0 0,0 0 1 0 0,0 0 0 0 0,1 0-1 0 0,-1 1 1 0 0,0-1-1 0 0,0 0 1 0 0,1 0-1 0 0,-1 0 1 0 0,0 0-1 0 0,1 1 1 0 0,-1-1 0 0 0,1 0-1 0 0,-1 0 1 0 0,1 1-1 0 0,0-1 1 0 0,-1 0-1 0 0,1 1 1 0 0,-1-1-1 0 0,1 1 1 0 0,1-2 0 0 0,21-16 1416 0 0,-18 15-1193 0 0,19-15 843 0 0,2 1 0 0 0,0 2 0 0 0,1 0 0 0 0,42-15 0 0 0,-49 22-1277 0 0,0 2 1 0 0,0 0-1 0 0,0 1 0 0 0,1 1 0 0 0,0 1 1 0 0,0 1-1 0 0,29 1 0 0 0,-28 4-1756 0 0,1 2-4201 0 0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62 14283 0 0,'6'7'632'0'0,"-1"-4"136"0"0,5-1-616 0 0,-4 0-152 0 0,1-1 0 0 0,-1-2 0 0 0,2 1 0 0 0,7-2-88 0 0,10 1 16 0 0,6-4 0 0 0,3-1-224 0 0,-1-3-48 0 0,1-1-8 0 0,-2-2 0 0 0,2-2 288 0 0,-4-2 64 0 0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8290 0 0,'-1'1'282'0'0,"0"1"0"0"0,0-1 0 0 0,0 0 1 0 0,0 1-1 0 0,0-1 0 0 0,1 0 0 0 0,-1 1 0 0 0,0-1 0 0 0,1 1 1 0 0,0-1-1 0 0,-1 1 0 0 0,1-1 0 0 0,0 1 0 0 0,-1 0 1 0 0,1-1-1 0 0,0 1 0 0 0,0-1 0 0 0,1 1 0 0 0,-1 0 1 0 0,1 2-1 0 0,4 35 3379 0 0,25 66 120 0 0,3 13-2594 0 0,-27-78-1212 0 0,-3-21-380 0 0,0 1 0 0 0,2 0 0 0 0,0-1 0 0 0,1 0 0 0 0,13 30 0 0 0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1 198 5065 0 0,'18'-25'2483'0'0,"1"0"-1"0"0,1 2 1 0 0,1 0 0 0 0,37-30 0 0 0,-51 46-1833 0 0,-7 6-643 0 0,43-32 2482 0 0,-23 25-3922 0 0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8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85 4145 0 0,'1'1'83'0'0,"0"-1"0"0"0,-1 1 0 0 0,1 0 0 0 0,0-1 0 0 0,0 1 0 0 0,0-1 0 0 0,0 0 0 0 0,0 1 1 0 0,0-1-1 0 0,0 0 0 0 0,0 1 0 0 0,0-1 0 0 0,0 0 0 0 0,0 0 0 0 0,0 0 0 0 0,0 0 0 0 0,1 0 0 0 0,-1 0 0 0 0,0 0 0 0 0,0 0 0 0 0,0-1 0 0 0,0 1 0 0 0,2-1 1 0 0,28-7 2033 0 0,-28 7-1703 0 0,19-8 573 0 0,-1 0 0 0 0,29-17 0 0 0,3-1-1017 0 0,-34 18 103 0 0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9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 7834 0 0,'1'1'556'0'0,"1"0"0"0"0,-1-1 0 0 0,1 1 0 0 0,0-1 0 0 0,-1 1 1 0 0,1-1-1 0 0,0 0 0 0 0,-1 0 0 0 0,1 1 0 0 0,-1-1 0 0 0,1 0 0 0 0,0-1 1 0 0,-1 1-1 0 0,1 0 0 0 0,2-1 0 0 0,40-3 2620 0 0,41-19-3037 0 0,-73 19-1422 0 0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29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40 2304 0 0,'-2'6'201'0'0,"5"3"2479"0"0,1-9-1192 0 0,2-2 9 0 0,2 1-49 0 0,4 0-8 0 0,3-2 1 0 0,2-3-1 0 0,2 1-864 0 0,-1-3-184 0 0,1 1-32 0 0,-2-1-8 0 0,3 1-248 0 0,-4 0-104 0 0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31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 3225 0 0,'0'-1'264'0'0,"0"0"0"0"0,0 0 1 0 0,0 0-1 0 0,0 0 0 0 0,1 0 1 0 0,-1 0-1 0 0,0 0 0 0 0,1 1 0 0 0,-1-1 1 0 0,0 0-1 0 0,1 0 0 0 0,0 0 1 0 0,-1 0-1 0 0,1 0 0 0 0,-1 1 1 0 0,1-1-1 0 0,0 0 0 0 0,-1 0 1 0 0,1 1-1 0 0,0-1 0 0 0,0 1 1 0 0,0-1-1 0 0,0 1 0 0 0,-1-1 0 0 0,1 1 1 0 0,0-1-1 0 0,0 1 0 0 0,0 0 1 0 0,0-1-1 0 0,0 1 0 0 0,0 0 1 0 0,0 0-1 0 0,0 0 0 0 0,2 0 1 0 0,0-1 323 0 0,0 1 0 0 0,0 0 1 0 0,0 1-1 0 0,1-1 1 0 0,-1 0-1 0 0,0 1 0 0 0,0 0 1 0 0,0 0-1 0 0,0 0 1 0 0,3 1-1 0 0,1 2-326 0 0,0 1 0 0 0,0 0 0 0 0,-1 0 1 0 0,0 0-1 0 0,0 0 0 0 0,0 1 0 0 0,0 0 0 0 0,-1 0 0 0 0,0 1 1 0 0,7 13-1 0 0,-5-8-149 0 0,-2 0 1 0 0,1 1-1 0 0,-2 0 0 0 0,0 0 1 0 0,5 26-1 0 0,-5-8-133 0 0,-2 0 0 0 0,-1 0 1 0 0,-1 0-1 0 0,-8 59 0 0 0,-2-41-1067 0 0,6-39-19 0 0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31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6913 0 0,'0'18'609'0'0,"-1"-7"-481"0"0,1 0-128 0 0,0-3 0 0 0,0-3 1264 0 0,1-1 232 0 0,-1 1 41 0 0,0 1 15 0 0,1 5-744 0 0,-1 2-144 0 0,0-2-32 0 0,-1-6-8 0 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2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69 172 3225 0 0,'-7'4'890'0'0,"0"0"0"0"0,0-1 0 0 0,0 0 0 0 0,-1-1 1 0 0,1 0-1 0 0,0 0 0 0 0,-12 2 0 0 0,19-6-720 0 0,0 0 0 0 0,0 0 0 0 0,0 0 1 0 0,1 0-1 0 0,-1 0 0 0 0,0 0 0 0 0,1 0 0 0 0,-1 0 0 0 0,1 0 0 0 0,0 0 0 0 0,0 0 0 0 0,0 1 0 0 0,0-1 1 0 0,1-3-1 0 0,2-2 1139 0 0,-2 0-462 0 0,1-1 0 0 0,0 1 0 0 0,0 0 0 0 0,1 0 0 0 0,0 1 0 0 0,0-1 0 0 0,1 1-1 0 0,5-7 1 0 0,-2 5-590 0 0,0 0 0 0 0,1 0 0 0 0,0 1 0 0 0,0 0 0 0 0,13-8 0 0 0,-12 10-263 0 0,-1 0 1 0 0,1 0-1 0 0,0 1 1 0 0,0 0-1 0 0,0 1 0 0 0,1 0 1 0 0,-1 1-1 0 0,1 0 1 0 0,-1 1-1 0 0,1 0 1 0 0,0 0-1 0 0,0 1 1 0 0,14 2-1 0 0,-22-2 16 0 0,0 1 0 0 0,0-1 0 0 0,0 1 1 0 0,0 0-1 0 0,-1 0 0 0 0,1 0 0 0 0,0 1 0 0 0,0-1 0 0 0,0 1 1 0 0,-1-1-1 0 0,1 1 0 0 0,-1 0 0 0 0,0 0 0 0 0,1 0 0 0 0,-1 0 1 0 0,0 1-1 0 0,0-1 0 0 0,3 5 0 0 0,-3-3-2 0 0,0 1 0 0 0,0-1 0 0 0,0 1 0 0 0,-1 0 0 0 0,0 0 0 0 0,0 0-1 0 0,0-1 1 0 0,0 1 0 0 0,-1 0 0 0 0,0 9 0 0 0,-2 2 12 0 0,0 0 0 0 0,0 0 0 0 0,-2 0-1 0 0,0-1 1 0 0,-1 1 0 0 0,-7 15 0 0 0,-43 71 42 0 0,39-76 28 0 0,1 1 1 0 0,-20 52-1 0 0,39-79-56 0 0,1-1-1 0 0,-1 0 1 0 0,1 0-1 0 0,-1 0 1 0 0,0 0-1 0 0,5-3 1 0 0,6-2-26 0 0,0 0-1 0 0,1 1 1 0 0,-1 1 0 0 0,1 1-1 0 0,0 0 1 0 0,0 1 0 0 0,22 0-1 0 0,-32 2-10 0 0,1 0-1 0 0,-1 1 1 0 0,0 0-1 0 0,0 0 1 0 0,0 1-1 0 0,0 0 1 0 0,0 0-1 0 0,0 0 1 0 0,0 0-1 0 0,-1 1 1 0 0,1 0 0 0 0,-1 0-1 0 0,1 1 1 0 0,-1 0-1 0 0,-1 0 1 0 0,1 0-1 0 0,0 0 1 0 0,-1 1-1 0 0,0-1 1 0 0,0 1-1 0 0,0 0 1 0 0,3 6-1 0 0,-5-5 7 0 0,1 0-1 0 0,-1 0 1 0 0,0 1-1 0 0,0-1 1 0 0,0 1-1 0 0,-1-1 0 0 0,0 1 1 0 0,0 0-1 0 0,-1-1 1 0 0,0 1-1 0 0,0 0 1 0 0,-1-1-1 0 0,0 1 1 0 0,0 0-1 0 0,0-1 1 0 0,-1 1-1 0 0,0-1 0 0 0,0 0 1 0 0,0 1-1 0 0,-1-1 1 0 0,-4 6-1 0 0,-3 7 97 0 0,-1-1 0 0 0,0 0 0 0 0,-2-1 0 0 0,0-1 0 0 0,-21 21 0 0 0,29-32-63 0 0,0 0 0 0 0,-1-1 0 0 0,0 0 0 0 0,0 0 0 0 0,0 0 0 0 0,-10 4-1 0 0,14-7-98 0 0,0 0 0 0 0,1-1 0 0 0,-1 1 0 0 0,1 0 0 0 0,-1-1-1 0 0,0 0 1 0 0,0 1 0 0 0,1-1 0 0 0,-1 0 0 0 0,0 1 0 0 0,0-1 0 0 0,0 0-1 0 0,1-1 1 0 0,-1 1 0 0 0,0 0 0 0 0,0 0 0 0 0,1-1 0 0 0,-1 1 0 0 0,0-1-1 0 0,1 1 1 0 0,-1-1 0 0 0,0 0 0 0 0,1 0 0 0 0,-1 0 0 0 0,1 0 0 0 0,-1 0-1 0 0,1 0 1 0 0,-1 0 0 0 0,1 0 0 0 0,0 0 0 0 0,-2-2 0 0 0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3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32 430 920 0 0,'-32'-48'17512'0'0,"32"44"-16826"0"0,9-7 2278 0 0,-8 11-2906 0 0,0-1 0 0 0,0 1 1 0 0,1 0-1 0 0,-1 0 0 0 0,0 0 0 0 0,0 0 0 0 0,1 0 0 0 0,-1 0 0 0 0,0 0 1 0 0,0 0-1 0 0,0 0 0 0 0,1 1 0 0 0,-1-1 0 0 0,0 0 0 0 0,0 1 1 0 0,0-1-1 0 0,1 1 0 0 0,-1 0 0 0 0,0-1 0 0 0,0 1 0 0 0,0 0 1 0 0,0-1-1 0 0,0 1 0 0 0,0 0 0 0 0,-1 0 0 0 0,1 0 0 0 0,1 2 0 0 0,23 28 439 0 0,16 39-290 0 0,-27-44-147 0 0,25 34-1 0 0,-32-51-56 0 0,0 0 0 0 0,0-1 0 0 0,1 0 0 0 0,1-1 0 0 0,-1 0 0 0 0,1 0 0 0 0,14 8 0 0 0,-17-12 12 0 0,0 0-1 0 0,0 0 0 0 0,0 0 0 0 0,1-1 1 0 0,-1 0-1 0 0,1 0 0 0 0,-1 0 1 0 0,12 0-1 0 0,-15-2 28 0 0,-1 0 1 0 0,0 0-1 0 0,0 0 1 0 0,1 0-1 0 0,-1-1 0 0 0,0 1 1 0 0,0-1-1 0 0,0 1 1 0 0,0-1-1 0 0,0 0 1 0 0,1 0-1 0 0,-1 0 1 0 0,-1 0-1 0 0,1 0 0 0 0,0-1 1 0 0,0 1-1 0 0,0-1 1 0 0,-1 1-1 0 0,1-1 1 0 0,-1 1-1 0 0,1-1 0 0 0,-1 0 1 0 0,1 0-1 0 0,-1 0 1 0 0,0 1-1 0 0,0-1 1 0 0,0-1-1 0 0,0 1 0 0 0,0-2 1 0 0,3-8 255 0 0,-1-1 0 0 0,0 1-1 0 0,-1 0 1 0 0,0-1 0 0 0,0-22 0 0 0,-8-68 704 0 0,1 26-672 0 0,2 6-175 0 0,0-63 1 0 0,4 116-232 0 0,0 0 0 0 0,2 0 1 0 0,0 0-1 0 0,1 0 0 0 0,7-20 0 0 0,-4 27-602 0 0,-6 11 555 0 0,-1 0 0 0 0,0 1 1 0 0,1-1-1 0 0,-1 0 0 0 0,0 0 0 0 0,1 0 0 0 0,-1 1 0 0 0,0-1 0 0 0,2 2-615 0 0,-2-2 615 0 0,0 0 0 0 0,0 0 0 0 0,0 1 0 0 0,1-1 1 0 0,-1 1-1 0 0,0-1 0 0 0,0 0 0 0 0,0 1 0 0 0,0-1 0 0 0,0 0 0 0 0,0 1 0 0 0,0-1 0 0 0,0 0 0 0 0,0 1 0 0 0,0 0 0 0 0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6.0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 13363 0 0,'2'3'6970'0'0,"4"38"-5462"0"0,1 194-1074 0 0,8 165 248 0 0,7-153-682 0 0,9 183 0 0 0,-46 450-440 0 0,-19-364 381 0 0,18-321 46 0 0,13-107 226 0 0,14 138 0 0 0,-3-110-107 0 0,-13 186 124 0 0,-1-183-256 0 0,2-66 42 0 0,-2-1 0 0 0,-24 92 0 0 0,28-138-1247 0 0,0-9 294 0 0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6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82 375 3225 0 0,'-4'-1'295'0'0,"1"1"1"0"0,-1-1 0 0 0,1 0 0 0 0,0 1-1 0 0,-1-1 1 0 0,1-1 0 0 0,0 1 0 0 0,-6-3-1 0 0,1-1 2503 0 0,0 0-1 0 0,0-1 1 0 0,1 0-1 0 0,-7-8 2274 0 0,43 21-3773 0 0,-20-1-1255 0 0,0 0-1 0 0,-1 0 1 0 0,0 1-1 0 0,15 16 1 0 0,-17-16-18 0 0,0-1 1 0 0,0 0-1 0 0,1 0 0 0 0,-1 0 0 0 0,2-1 0 0 0,-1 0 1 0 0,0-1-1 0 0,16 8 0 0 0,-2-6-11 0 0,1 0 0 0 0,0-2 1 0 0,0 0-1 0 0,0-1 0 0 0,0-1 0 0 0,0-2 0 0 0,36-2 0 0 0,-54 1 25 0 0,0 1-1 0 0,0-1 0 0 0,0 0 0 0 0,0-1 0 0 0,-1 1 0 0 0,1-1 0 0 0,0 1 0 0 0,-1-1 0 0 0,1 0 0 0 0,-1 0 0 0 0,0-1 0 0 0,1 1 0 0 0,3-5 0 0 0,-1 1 40 0 0,-1 0 0 0 0,0 0 0 0 0,-1-1 0 0 0,0 1-1 0 0,0-1 1 0 0,5-11 0 0 0,1-8 91 0 0,-2 0-1 0 0,-1-1 1 0 0,5-27 0 0 0,-10 41-159 0 0,10-52-7 0 0,-7 29-912 0 0,2 1 0 0 0,12-36 0 0 0,-8 44-7405 0 0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4.3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256 59 8290 0 0,'-3'-5'672'0'0,"0"0"1"0"0,0 0-1 0 0,0 0 0 0 0,-1 0 1 0 0,0 0-1 0 0,0 1 1 0 0,0 0-1 0 0,0 0 1 0 0,-1 0-1 0 0,-4-4 0 0 0,8 8-512 0 0,0-1 0 0 0,-1 0-1 0 0,1 1 1 0 0,0-1-1 0 0,0 1 1 0 0,0-1-1 0 0,-1 1 1 0 0,1 0 0 0 0,0 0-1 0 0,0-1 1 0 0,-1 1-1 0 0,1 0 1 0 0,0 0-1 0 0,-1 0 1 0 0,1 0 0 0 0,0 0-1 0 0,0 1 1 0 0,-1-1-1 0 0,-1 1 1 0 0,1 0-56 0 0,0 0-1 0 0,0 1 1 0 0,1-1 0 0 0,-1 0 0 0 0,1 1-1 0 0,-1-1 1 0 0,1 1 0 0 0,0 0 0 0 0,-1-1-1 0 0,1 1 1 0 0,0 0 0 0 0,0 0 0 0 0,0-1-1 0 0,1 1 1 0 0,-1 0 0 0 0,-1 3 0 0 0,-12 48 14 0 0,2 0 0 0 0,2 0-1 0 0,-4 87 1 0 0,8-73-90 0 0,-26 718-128 0 0,26-446 61 0 0,0 535 20 0 0,7-575 299 0 0,2-2 106 0 0,-3 189 901 0 0,-31-9-730 0 0,28-447-549 0 0,-19 333 504 0 0,22-352-593 0 0,0-11 76 0 0,0 0-1 0 0,0 0 1 0 0,0 0-1 0 0,0 1 0 0 0,0-1 1 0 0,0 0-1 0 0,0 0 1 0 0,0 0-1 0 0,0 1 0 0 0,0-1 1 0 0,0 0-1 0 0,0 0 0 0 0,0 0 1 0 0,0 1-1 0 0,0-1 1 0 0,-1 0-1 0 0,1 0 0 0 0,0 0 1 0 0,0 0-1 0 0,0 1 1 0 0,0-1-1 0 0,0 0 0 0 0,0 0 1 0 0,0 0-1 0 0,-1 0 0 0 0,1 0 1 0 0,0 1-1 0 0,0-1 1 0 0,0 0-1 0 0,0 0 0 0 0,0 0 1 0 0,-1 0-1 0 0,1 0 1 0 0,0 0-1 0 0,0 0 0 0 0,0 0 1 0 0,-1 1-1 0 0,1-1 0 0 0,0 0 1 0 0,0 0-1 0 0,0 0 1 0 0,-1 0-1 0 0,1 0 0 0 0,0 0 1 0 0,-3-3-350 0 0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4.9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213 364 2505 0 0,'3'-14'637'0'0,"-1"-1"0"0"0,-1 1 1 0 0,-1-23-1 0 0,0 30-333 0 0,0 0 0 0 0,-1 0 0 0 0,0 1 0 0 0,-1-1 0 0 0,1 0 0 0 0,-1 1 0 0 0,-1 0 0 0 0,1-1 0 0 0,-7-10 0 0 0,9 16-174 0 0,-1 0 0 0 0,0 0 0 0 0,0 1 0 0 0,0-1 0 0 0,1 0 0 0 0,-1 0 0 0 0,0 0 1 0 0,0 1-1 0 0,0-1 0 0 0,0 0 0 0 0,-1 1 0 0 0,1-1 0 0 0,0 1 0 0 0,0-1 0 0 0,0 1 0 0 0,0 0 0 0 0,0 0 1 0 0,-1-1-1 0 0,1 1 0 0 0,0 0 0 0 0,0 0 0 0 0,0 0 0 0 0,-1 0 0 0 0,1 0 0 0 0,0 0 0 0 0,0 1 0 0 0,0-1 1 0 0,-1 0-1 0 0,1 1 0 0 0,0-1 0 0 0,0 0 0 0 0,0 1 0 0 0,0 0 0 0 0,0-1 0 0 0,0 1 0 0 0,0-1 0 0 0,0 1 1 0 0,0 0-1 0 0,0 0 0 0 0,-1 1 0 0 0,-6 4 440 0 0,1 1 0 0 0,-1 0 0 0 0,-9 14 0 0 0,12-16-284 0 0,-12 16 262 0 0,0 0 1 0 0,1 2-1 0 0,2 0 0 0 0,0 0 1 0 0,-15 38-1 0 0,28-55-210 0 0,4-7-67 0 0,11-14 113 0 0,16-26 45 0 0,38-69 106 0 0,-26 40 114 0 0,69-88-1 0 0,-108 154-608 0 0,0 1 0 0 0,0 0 0 0 0,0 0-1 0 0,0 0 1 0 0,0 0 0 0 0,1 0 0 0 0,-1 0 0 0 0,1 1 0 0 0,7-4-1 0 0,-10 6-21 0 0,0-1-1 0 0,1 1 0 0 0,-1 0 0 0 0,0 0 1 0 0,1 0-1 0 0,-1 0 0 0 0,0 0 0 0 0,1 0 0 0 0,-1 1 1 0 0,0-1-1 0 0,0 0 0 0 0,1 0 0 0 0,-1 1 1 0 0,0-1-1 0 0,0 1 0 0 0,1 0 0 0 0,-1-1 1 0 0,0 1-1 0 0,0 0 0 0 0,0-1 0 0 0,0 1 1 0 0,0 0-1 0 0,0 0 0 0 0,0 0 0 0 0,0 0 1 0 0,0 0-1 0 0,-1 0 0 0 0,1 0 0 0 0,0 0 1 0 0,-1 1-1 0 0,1-1 0 0 0,-1 0 0 0 0,1 0 1 0 0,-1 0-1 0 0,1 2 0 0 0,55 145 354 0 0,-1-4-323 0 0,-31-93-539 0 0,2-1 1 0 0,61 87 0 0 0,-66-110-7532 0 0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8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52 3681 0 0,'-11'8'5946'0'0,"11"-7"-5734"0"0,0-1 1 0 0,0 1-1 0 0,-1-1 0 0 0,1 1 1 0 0,0 0-1 0 0,0 16 1357 0 0,1-15-1819 0 0,-1 5 405 0 0,2 0 0 0 0,-1 0 1 0 0,1-1-1 0 0,0 1 0 0 0,0-1 0 0 0,1 1 0 0 0,0-1 1 0 0,0 0-1 0 0,1 0 0 0 0,-1 0 0 0 0,1-1 1 0 0,8 10-1 0 0,-10-13-93 0 0,0 0 0 0 0,0 0 0 0 0,0 0 0 0 0,0-1 0 0 0,1 1 0 0 0,-1 0 1 0 0,0-1-1 0 0,1 0 0 0 0,-1 0 0 0 0,1 1 0 0 0,0-1 0 0 0,-1-1 0 0 0,1 1 0 0 0,3 0 0 0 0,-4-1 3 0 0,0 0 0 0 0,0 0 0 0 0,-1 0 0 0 0,1 0-1 0 0,0-1 1 0 0,0 1 0 0 0,0-1 0 0 0,0 1-1 0 0,0-1 1 0 0,-1 0 0 0 0,1 0 0 0 0,0 0 0 0 0,-1 0-1 0 0,1 0 1 0 0,0 0 0 0 0,-1 0 0 0 0,1-1 0 0 0,-1 1-1 0 0,0 0 1 0 0,1-1 0 0 0,-1 1 0 0 0,1-3 0 0 0,2-2 111 0 0,-1 1 0 0 0,0-1 1 0 0,-1 1-1 0 0,0-1 1 0 0,0 0-1 0 0,0 0 1 0 0,0 0-1 0 0,-1-1 1 0 0,0 1-1 0 0,0 0 1 0 0,-1 0-1 0 0,0-10 1 0 0,0 12 0 0 0,0-1 1 0 0,0 1-1 0 0,-1-1 1 0 0,1 1-1 0 0,-1-1 1 0 0,0 1-1 0 0,-1 0 1 0 0,1-1-1 0 0,-1 1 1 0 0,0 0-1 0 0,0 0 1 0 0,0 0-1 0 0,0 0 1 0 0,-1 0-1 0 0,1 1 1 0 0,-1-1-1 0 0,0 1 1 0 0,-4-4-1 0 0,7 7-158 0 0,-1-1 0 0 0,0 1 0 0 0,1-1 0 0 0,-1 1 0 0 0,0-1 0 0 0,0 1 0 0 0,1-1 0 0 0,-1 1 0 0 0,0 0 0 0 0,0-1 0 0 0,1 1 0 0 0,-1 0 0 0 0,0 0 0 0 0,0 0 0 0 0,0 0 0 0 0,0 0 0 0 0,1 0 0 0 0,-1 0 0 0 0,0 0 0 0 0,0 0 0 0 0,0 0 0 0 0,0 0 0 0 0,1 0 0 0 0,-1 0 0 0 0,0 1 0 0 0,0-1 1 0 0,0 0-1 0 0,1 1 0 0 0,-1-1 0 0 0,0 1 0 0 0,0-1 0 0 0,1 1 0 0 0,-1-1 0 0 0,1 1 0 0 0,-1-1 0 0 0,0 1 0 0 0,1-1 0 0 0,-1 1 0 0 0,0 0 0 0 0,-16 34 139 0 0,12-23-158 0 0,7-11 65 0 0,-2-2 6 0 0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1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147 190 6449 0 0,'-39'3'3177'0'0,"17"6"2043"0"0,22-8-5125 0 0,0-1 0 0 0,0 1 0 0 0,0-1-1 0 0,0 0 1 0 0,0 1 0 0 0,1-1 0 0 0,-1 0 0 0 0,0 1 0 0 0,0-1 0 0 0,1 0 0 0 0,-1 1 0 0 0,0-1-1 0 0,0 0 1 0 0,1 0 0 0 0,-1 1 0 0 0,0-1 0 0 0,1 0 0 0 0,-1 0 0 0 0,0 1 0 0 0,1-1 0 0 0,-1 0-1 0 0,0 0 1 0 0,1 0 0 0 0,-1 0 0 0 0,1 0 0 0 0,-1 0 0 0 0,0 0 0 0 0,1 0 0 0 0,-1 1 0 0 0,0-1-1 0 0,1 0 1 0 0,-1-1 0 0 0,1 1 0 0 0,-1 0 0 0 0,1 0 0 0 0,16 3 718 0 0,-13-3-695 0 0,1-1-1 0 0,-1 1 1 0 0,0-1 0 0 0,0 0 0 0 0,0 0 0 0 0,0 0-1 0 0,0 0 1 0 0,0-1 0 0 0,-1 0 0 0 0,1 0-1 0 0,0 0 1 0 0,-1 0 0 0 0,0 0 0 0 0,1-1 0 0 0,-1 1-1 0 0,0-1 1 0 0,0 0 0 0 0,0 0 0 0 0,-1 0 0 0 0,1-1-1 0 0,-1 1 1 0 0,1 0 0 0 0,-1-1 0 0 0,0 0 0 0 0,-1 1-1 0 0,1-1 1 0 0,1-5 0 0 0,-1 4-91 0 0,-1 1-1 0 0,0-1 1 0 0,0 1-1 0 0,0-1 1 0 0,-1 0-1 0 0,1 1 1 0 0,-1-1-1 0 0,0 0 1 0 0,-1 1 0 0 0,1-1-1 0 0,-1 0 1 0 0,0 1-1 0 0,0-1 1 0 0,0 1-1 0 0,-1-1 1 0 0,1 1-1 0 0,-1 0 1 0 0,0 0 0 0 0,0-1-1 0 0,-1 1 1 0 0,1 1-1 0 0,-1-1 1 0 0,0 0-1 0 0,-4-3 1 0 0,5 4-27 0 0,-1 0 0 0 0,-1 1 0 0 0,1-1 0 0 0,0 1 0 0 0,0 0-1 0 0,-1 0 1 0 0,0 0 0 0 0,1 0 0 0 0,-1 0 0 0 0,0 1 0 0 0,0 0 0 0 0,0-1 0 0 0,0 2 0 0 0,0-1 0 0 0,0 0 0 0 0,0 1 0 0 0,0 0 0 0 0,0 0 0 0 0,0 0 0 0 0,0 0-1 0 0,0 1 1 0 0,0-1 0 0 0,-7 3 0 0 0,6-1-15 0 0,0 1-1 0 0,0-1 1 0 0,1 1-1 0 0,-1 0 1 0 0,1 0-1 0 0,0 0 1 0 0,0 0-1 0 0,0 1 1 0 0,0 0-1 0 0,1 0 1 0 0,-1 0-1 0 0,1 0 1 0 0,0 0-1 0 0,0 1 1 0 0,1-1-1 0 0,-1 1 1 0 0,1 0-1 0 0,-2 5 1 0 0,2-3-14 0 0,-1 0 0 0 0,1 0 0 0 0,1 0 1 0 0,-1 0-1 0 0,1 0 0 0 0,1 0 0 0 0,-1 0 1 0 0,1 0-1 0 0,0 0 0 0 0,3 13 0 0 0,-3-18 33 0 0,1 1 0 0 0,0-1 0 0 0,-1 0 0 0 0,1 0 0 0 0,0 0 0 0 0,1 0 0 0 0,-1 0 0 0 0,0 0 0 0 0,0 0 0 0 0,1 0 0 0 0,-1-1 0 0 0,1 1 0 0 0,0 0 0 0 0,-1-1 0 0 0,1 1 0 0 0,0-1 0 0 0,0 0 0 0 0,0 0 1 0 0,0 0-1 0 0,0 0 0 0 0,0 0 0 0 0,0 0 0 0 0,0 0 0 0 0,0 0 0 0 0,1-1 0 0 0,-1 1 0 0 0,0-1 0 0 0,0 0 0 0 0,1 0 0 0 0,-1 0 0 0 0,0 0 0 0 0,1 0 0 0 0,-1 0 0 0 0,0 0 0 0 0,0-1 0 0 0,5-1 0 0 0,-3 1-83 0 0,1 0 1 0 0,-1-1 0 0 0,0 0-1 0 0,1 0 1 0 0,-1 0-1 0 0,0 0 1 0 0,0-1-1 0 0,-1 0 1 0 0,1 0 0 0 0,0 0-1 0 0,-1 0 1 0 0,0 0-1 0 0,1-1 1 0 0,-2 1-1 0 0,1-1 1 0 0,0 0 0 0 0,-1 0-1 0 0,1 0 1 0 0,-1 0-1 0 0,3-8 1 0 0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1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59 4145 0 0,'-3'-1'244'0'0,"1"-1"0"0"0,-1 1 0 0 0,1 0 0 0 0,-1-1 1 0 0,1 1-1 0 0,-1 0 0 0 0,0 1 0 0 0,1-1 0 0 0,-1 0 0 0 0,0 1 1 0 0,0-1-1 0 0,-3 1 0 0 0,3 0 176 0 0,1 0-1 0 0,0 0 1 0 0,-1 0 0 0 0,1-1 0 0 0,0 1 0 0 0,0-1-1 0 0,-1 1 1 0 0,1-1 0 0 0,0 0 0 0 0,0 0-1 0 0,0 0 1 0 0,0 0 0 0 0,0 0 0 0 0,0 0 0 0 0,0-1-1 0 0,-3-2 1 0 0,5 3-275 0 0,0 0 1 0 0,0 1-1 0 0,0-1 0 0 0,0 0 0 0 0,0 0 1 0 0,1 0-1 0 0,-1 1 0 0 0,0-1 1 0 0,0 0-1 0 0,0 1 0 0 0,1-1 0 0 0,-1 0 1 0 0,1 1-1 0 0,-1-1 0 0 0,0 0 1 0 0,1 1-1 0 0,-1-1 0 0 0,1 0 0 0 0,-1 1 1 0 0,1-1-1 0 0,0 1 0 0 0,-1-1 0 0 0,1 1 1 0 0,-1 0-1 0 0,1-1 0 0 0,0 1 1 0 0,-1 0-1 0 0,1-1 0 0 0,1 1 0 0 0,22-12 1486 0 0,-19 12-1587 0 0,0-1 1 0 0,1 1-1 0 0,-1 0 0 0 0,1 0 0 0 0,-1 0 0 0 0,0 1 0 0 0,1 0 0 0 0,-1 0 0 0 0,0 1 0 0 0,0-1 0 0 0,0 1 0 0 0,0 0 1 0 0,0 0-1 0 0,0 1 0 0 0,-1 0 0 0 0,1-1 0 0 0,-1 2 0 0 0,1-1 0 0 0,-1 0 0 0 0,0 1 0 0 0,0 0 0 0 0,-1 0 0 0 0,1 0 1 0 0,3 6-1 0 0,1 0 55 0 0,-1 1 1 0 0,0 0 0 0 0,0 0 0 0 0,-1 1 0 0 0,-1 0-1 0 0,0 0 1 0 0,0 0 0 0 0,4 25 0 0 0,-7-20-173 0 0,-1 1 1 0 0,-1 0-1 0 0,0-1 0 0 0,-1 1 1 0 0,-1-1-1 0 0,-1 1 1 0 0,-1-1-1 0 0,-8 25 0 0 0,12-42 73 0 0,0 0 0 0 0,0 0 1 0 0,0 0-1 0 0,0 0 0 0 0,0 1 0 0 0,0-1 0 0 0,0 0 0 0 0,0 0 0 0 0,0 0 0 0 0,0 1 0 0 0,0-1 0 0 0,0 0 0 0 0,0 0 0 0 0,0 0 1 0 0,0 1-1 0 0,0-1 0 0 0,0 0 0 0 0,0 0 0 0 0,0 0 0 0 0,0 0 0 0 0,0 1 0 0 0,0-1 0 0 0,0 0 0 0 0,0 0 0 0 0,1 0 1 0 0,-1 0-1 0 0,0 1 0 0 0,0-1 0 0 0,0 0 0 0 0,0 0 0 0 0,0 0 0 0 0,1 0 0 0 0,-1 0 0 0 0,0 0 0 0 0,0 1 0 0 0,0-1 0 0 0,0 0 1 0 0,1 0-1 0 0,-1 0 0 0 0,0 0 0 0 0,0 0 0 0 0,0 0 0 0 0,1 0 0 0 0,12-2 27 0 0,25-13 45 0 0,-19 7-49 0 0,-7 5-21 0 0,0 0 0 0 0,0 1 1 0 0,0 1-1 0 0,1 0 1 0 0,-1 0-1 0 0,0 2 0 0 0,1-1 1 0 0,-1 2-1 0 0,21 4 1 0 0,-17-3 0 0 0,-1 2 0 0 0,0 0 0 0 0,0 0 0 0 0,0 2 0 0 0,-1 0 0 0 0,1 0 0 0 0,12 11 0 0 0,-23-16 9 0 0,-1 0 1 0 0,0 1-1 0 0,0 0 0 0 0,0-1 1 0 0,0 1-1 0 0,0 0 1 0 0,-1 1-1 0 0,1-1 1 0 0,-1 0-1 0 0,0 1 0 0 0,0-1 1 0 0,0 1-1 0 0,0 0 1 0 0,-1 0-1 0 0,0 0 1 0 0,1-1-1 0 0,0 7 0 0 0,-2-4 25 0 0,0 0 0 0 0,0-1-1 0 0,0 1 1 0 0,-1 0-1 0 0,0 0 1 0 0,0 0 0 0 0,0-1-1 0 0,-1 1 1 0 0,0-1-1 0 0,0 1 1 0 0,-3 4-1 0 0,-8 13-221 0 0,0-1 0 0 0,-2-1 0 0 0,-1-1 0 0 0,-25 27 0 0 0,30-35-256 0 0,0 1-4745 0 0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2.2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1 169 9674 0 0,'10'4'11877'0'0,"-2"0"-11622"0"0,-1 0 0 0 0,0 0 0 0 0,1 0 0 0 0,-2 1 0 0 0,13 11 0 0 0,14 24 110 0 0,16 17-211 0 0,-44-53-122 0 0,-1 0 1 0 0,1 0-1 0 0,-1 0 1 0 0,1-1-1 0 0,0 0 1 0 0,0 0-1 0 0,1 0 1 0 0,-1 0 0 0 0,11 2-1 0 0,-14-4 5 0 0,-1-1 0 0 0,0 0 0 0 0,1 1 0 0 0,-1-1 0 0 0,1 0 0 0 0,-1 0 0 0 0,0 0 0 0 0,1 0 0 0 0,-1 0 0 0 0,0 0 0 0 0,1-1 0 0 0,-1 1 0 0 0,0 0 0 0 0,1-1 0 0 0,-1 1 0 0 0,0-1 0 0 0,0 1 0 0 0,1-1 0 0 0,-1 0 0 0 0,0 1 0 0 0,0-1 0 0 0,0 0 0 0 0,2-1 0 0 0,-1-1 36 0 0,-1 1 0 0 0,1-1 0 0 0,0 1 0 0 0,-1-1 0 0 0,1 0 0 0 0,-1 0 0 0 0,0 1 0 0 0,0-1 0 0 0,0 0-1 0 0,1-4 1 0 0,0-6 175 0 0,-1 0-1 0 0,1 0 0 0 0,-3-24 0 0 0,-7-44 270 0 0,4 58-866 0 0,2 0 1 0 0,0-1-1 0 0,3-40 1 0 0,1 54-374 0 0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2:59.9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19 125 6449 0 0,'-1'0'100'0'0,"1"0"-1"0"0,-1 0 0 0 0,0 0 0 0 0,0 0 1 0 0,1 0-1 0 0,-1 0 0 0 0,0-1 0 0 0,0 1 0 0 0,1 0 1 0 0,-1 0-1 0 0,0-1 0 0 0,1 1 0 0 0,-1 0 1 0 0,0-1-1 0 0,1 1 0 0 0,-1 0 0 0 0,0-1 1 0 0,1 1-1 0 0,-1-1 0 0 0,1 1 0 0 0,-1-1 1 0 0,1 0-1 0 0,-1 1 0 0 0,1-1 0 0 0,0 1 0 0 0,-1-1 1 0 0,1 0-1 0 0,-1 0 0 0 0,1 1 0 0 0,0-1 1 0 0,0 0-1 0 0,0 1 0 0 0,-1-1 0 0 0,1 0 1 0 0,0 0-1 0 0,0 1 0 0 0,0-1 0 0 0,0 0 1 0 0,0 0-1 0 0,0 1 0 0 0,0-1 0 0 0,0 0 0 0 0,1 0 1 0 0,-1 1-1 0 0,0-1 0 0 0,0 0 0 0 0,1 0 1 0 0,0-3 185 0 0,0 1 0 0 0,0-1 0 0 0,1 1 0 0 0,-1 0 0 0 0,1 0 1 0 0,-1 0-1 0 0,1 0 0 0 0,4-5 0 0 0,1 1 89 0 0,0 1 0 0 0,0 0 1 0 0,1 0-1 0 0,0 0 0 0 0,0 1 0 0 0,0 1 1 0 0,0-1-1 0 0,1 1 0 0 0,0 1 1 0 0,0-1-1 0 0,0 2 0 0 0,17-4 0 0 0,-20 5-285 0 0,0 1 0 0 0,0-1 0 0 0,0 2-1 0 0,0-1 1 0 0,1 1 0 0 0,-1-1 0 0 0,0 2-1 0 0,0-1 1 0 0,0 1 0 0 0,0 0 0 0 0,-1 0-1 0 0,1 0 1 0 0,0 1 0 0 0,-1 0 0 0 0,0 0 0 0 0,1 0-1 0 0,-1 1 1 0 0,-1 0 0 0 0,1 0 0 0 0,7 7-1 0 0,-8-6-78 0 0,-1 0 0 0 0,1 0 0 0 0,-1 0 0 0 0,0 0 0 0 0,0 1 0 0 0,0-1-1 0 0,-1 1 1 0 0,0-1 0 0 0,0 1 0 0 0,0 0 0 0 0,-1 0 0 0 0,0 0-1 0 0,0 0 1 0 0,0 12 0 0 0,-2 5 1 0 0,0 0-1 0 0,-9 39 1 0 0,6-40-13 0 0,-3 43 0 0 0,7-65 2 0 0,0 1 1 0 0,1 0-1 0 0,-1-1 0 0 0,0 1 0 0 0,0-1 0 0 0,0 1 0 0 0,1 0 0 0 0,-1-1 0 0 0,0 1 0 0 0,1-1 0 0 0,-1 1 0 0 0,1-1 0 0 0,-1 1 0 0 0,1-1 0 0 0,-1 1 0 0 0,0-1 0 0 0,1 1 1 0 0,0-1-1 0 0,-1 0 0 0 0,1 1 0 0 0,-1-1 0 0 0,1 0 0 0 0,-1 0 0 0 0,1 1 0 0 0,0-1 0 0 0,-1 0 0 0 0,1 0 0 0 0,-1 0 0 0 0,1 0 0 0 0,0 0 0 0 0,-1 0 0 0 0,1 0 0 0 0,0 0 0 0 0,-1 0 1 0 0,1 0-1 0 0,1 0 0 0 0,31-4 135 0 0,-19 2-29 0 0,-8 2-95 0 0,0 0-1 0 0,0 1 1 0 0,1 0-1 0 0,-1 0 1 0 0,0 1-1 0 0,0 0 1 0 0,0 0-1 0 0,0 0 1 0 0,0 1-1 0 0,-1 0 1 0 0,1 0-1 0 0,-1 0 1 0 0,0 0-1 0 0,0 1 1 0 0,0 0-1 0 0,0 0 1 0 0,0 1-1 0 0,-1-1 1 0 0,7 11-1 0 0,-6-9 39 0 0,0 0 0 0 0,-1 1 1 0 0,0-1-1 0 0,0 1 0 0 0,-1 0 0 0 0,0 0 0 0 0,0 1 0 0 0,-1-1 1 0 0,1 0-1 0 0,-2 1 0 0 0,1 0 0 0 0,-1-1 0 0 0,0 1 0 0 0,-1 0 1 0 0,0 14-1 0 0,-3-9 127 0 0,0-1 1 0 0,0 1-1 0 0,-1 0 1 0 0,-1-1-1 0 0,0 0 1 0 0,-1 0-1 0 0,0 0 1 0 0,-1-1-1 0 0,-13 18 1 0 0,13-20-323 0 0,-1 0 0 0 0,0 0 0 0 0,-1-1 0 0 0,-15 11 0 0 0,16-14-763 0 0,1 0 0 0 0,-1-1 0 0 0,0 0 0 0 0,-1 0 0 0 0,1-1 0 0 0,-13 4 0 0 0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0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28 395 10594 0 0,'-3'-4'483'0'0,"0"1"0"0"0,1-1 0 0 0,-1 0 0 0 0,1 0 0 0 0,-1 0 0 0 0,1 0 0 0 0,1-1 0 0 0,-1 1 0 0 0,1 0 0 0 0,-1-1 0 0 0,1 1 0 0 0,0-1 0 0 0,1 0 0 0 0,-1-8 0 0 0,1 12-283 0 0,0 0 0 0 0,0-1 0 0 0,0 1 0 0 0,0-1 0 0 0,1 1 0 0 0,-1 0 0 0 0,0-1 0 0 0,1 1 0 0 0,-1-1 0 0 0,1 1 0 0 0,0 0 0 0 0,-1 0 1 0 0,1-1-1 0 0,0 1 0 0 0,0 0 0 0 0,0 0 0 0 0,-1 0 0 0 0,1 0 0 0 0,0 0 0 0 0,2-1 0 0 0,-1 1-144 0 0,0 0 0 0 0,-1 1 0 0 0,1-1-1 0 0,0 1 1 0 0,0-1 0 0 0,0 1 0 0 0,0 0 0 0 0,0 0 0 0 0,0 0-1 0 0,0 0 1 0 0,0 0 0 0 0,0 0 0 0 0,0 0 0 0 0,0 1 0 0 0,0-1 0 0 0,0 1-1 0 0,0 0 1 0 0,-1-1 0 0 0,3 2 0 0 0,8 4-15 0 0,-1 0 1 0 0,0 1-1 0 0,0 0 0 0 0,-1 0 1 0 0,14 14-1 0 0,19 13-33 0 0,-28-24-13 0 0,1 0 1 0 0,0-1-1 0 0,35 12 0 0 0,-41-17 29 0 0,-1-1-1 0 0,1-1 1 0 0,-1 0-1 0 0,1 0 1 0 0,0-1-1 0 0,0-1 1 0 0,-1 1-1 0 0,1-1 1 0 0,12-2-1 0 0,-20 1 30 0 0,0 0-1 0 0,1 0 1 0 0,-1 0 0 0 0,0 0-1 0 0,0 0 1 0 0,0 0-1 0 0,0 0 1 0 0,-1-1 0 0 0,1 1-1 0 0,0-1 1 0 0,0 0 0 0 0,-1 1-1 0 0,1-1 1 0 0,-1 0-1 0 0,0 0 1 0 0,1 0 0 0 0,-1 0-1 0 0,0 0 1 0 0,0 0 0 0 0,0 0-1 0 0,0 0 1 0 0,-1-1 0 0 0,1 1-1 0 0,-1 0 1 0 0,1 0-1 0 0,-1-4 1 0 0,3-11 348 0 0,-2 1 1 0 0,0-29-1 0 0,-1 23-251 0 0,0-13-223 0 0,-1-1 0 0 0,-2 1-1 0 0,-1 0 1 0 0,-2 0 0 0 0,-1 0-1 0 0,-15-42 1 0 0,19 66-2184 0 0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3.2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93 6913 0 0,'-1'-1'312'0'0,"0"0"0"0"0,0 0 0 0 0,-1 1-1 0 0,1-1 1 0 0,0 1 0 0 0,-1-1-1 0 0,1 1 1 0 0,-1-1 0 0 0,1 1-1 0 0,-1 0 1 0 0,1 0 0 0 0,0 0-1 0 0,-1 0 1 0 0,1 0 0 0 0,-1 0-1 0 0,1 0 1 0 0,-1 0 0 0 0,1 0-1 0 0,-1 1 1 0 0,1-1 0 0 0,0 1-1 0 0,-1-1 1 0 0,1 1 0 0 0,-2 0-1 0 0,2 0-24 0 0,-1 1-1 0 0,1-1 1 0 0,0 1-1 0 0,0-1 1 0 0,-1 1-1 0 0,1 0 1 0 0,1-1-1 0 0,-1 1 1 0 0,0 0-1 0 0,0 0 1 0 0,1 0-1 0 0,-1-1 0 0 0,1 1 1 0 0,-1 0-1 0 0,0 4 1 0 0,1 0-51 0 0,0-1-1 0 0,0 1 1 0 0,0 0-1 0 0,0 0 1 0 0,1-1 0 0 0,0 1-1 0 0,0 0 1 0 0,0-1 0 0 0,1 1-1 0 0,0-1 1 0 0,5 10 0 0 0,-7-14-227 0 0,0 0 0 0 0,1 0 0 0 0,-1-1 0 0 0,0 1 1 0 0,1 0-1 0 0,0 0 0 0 0,-1-1 0 0 0,1 1 0 0 0,-1 0 1 0 0,1-1-1 0 0,0 1 0 0 0,-1-1 0 0 0,1 1 0 0 0,0-1 1 0 0,-1 1-1 0 0,1-1 0 0 0,0 1 0 0 0,0-1 0 0 0,0 0 1 0 0,0 0-1 0 0,-1 1 0 0 0,1-1 0 0 0,0 0 0 0 0,0 0 0 0 0,0 0 1 0 0,0 0-1 0 0,0 0 0 0 0,0 0 0 0 0,-1 0 0 0 0,3 0 1 0 0,-2-1 17 0 0,1 0 0 0 0,-1 0 0 0 0,1 0 0 0 0,-1 0 1 0 0,1-1-1 0 0,-1 1 0 0 0,0 0 0 0 0,1-1 0 0 0,-1 1 1 0 0,0-1-1 0 0,0 1 0 0 0,0-1 0 0 0,1-2 0 0 0,1-3 143 0 0,0-1 1 0 0,0 1-1 0 0,-1 0 0 0 0,0-1 0 0 0,0 1 0 0 0,1-12 0 0 0,-4 13-160 0 0,1 1 1 0 0,-1-1-1 0 0,0 0 0 0 0,0 0 0 0 0,0 1 0 0 0,-1-1 1 0 0,-3-8-1 0 0,4 12-13 0 0,0-1-1 0 0,-1 1 1 0 0,1 0 0 0 0,0 0-1 0 0,-1 0 1 0 0,1 0 0 0 0,-1 0 0 0 0,0 0-1 0 0,1 0 1 0 0,-1 0 0 0 0,0 1-1 0 0,0-1 1 0 0,0 0 0 0 0,0 1 0 0 0,-1 0-1 0 0,1 0 1 0 0,0-1 0 0 0,-1 1-1 0 0,-3-1 1 0 0,6 2 3 0 0,-1 0 1 0 0,1 0-1 0 0,0 0 0 0 0,-1 0 0 0 0,1 0 1 0 0,0 0-1 0 0,0 0 0 0 0,-1 0 0 0 0,1 0 1 0 0,0-1-1 0 0,-1 1 0 0 0,1 1 0 0 0,0-1 1 0 0,-1 0-1 0 0,1 0 0 0 0,0 0 0 0 0,-1 0 1 0 0,1 0-1 0 0,0 0 0 0 0,-1 0 0 0 0,1 0 1 0 0,0 0-1 0 0,0 1 0 0 0,-1-1 0 0 0,1 0 1 0 0,0 0-1 0 0,0 0 0 0 0,-1 1 0 0 0,1-1 1 0 0,0 0-1 0 0,0 0 0 0 0,0 1 0 0 0,-1-1 1 0 0,1 0-1 0 0,0 0 0 0 0,0 1 0 0 0,0-1 0 0 0,2 14-37 0 0,14 12 54 0 0,-12-24-14 0 0,-1 1 0 0 0,1-1 0 0 0,-1 0 0 0 0,1 0 0 0 0,0 0 0 0 0,0 0 0 0 0,0-1 0 0 0,0 0 0 0 0,0 0 0 0 0,0 0 0 0 0,0 0 0 0 0,0-1 0 0 0,1 1-1 0 0,-1-1 1 0 0,0 0 0 0 0,0 0 0 0 0,1-1 0 0 0,4 0 0 0 0,-5 0-5 0 0,-1 1-1 0 0,0-1 1 0 0,0 0-1 0 0,0 0 1 0 0,0 0-1 0 0,0-1 1 0 0,0 1 0 0 0,0-1-1 0 0,0 1 1 0 0,-1-1-1 0 0,1 0 1 0 0,0 0-1 0 0,-1 0 1 0 0,0-1-1 0 0,1 1 1 0 0,-1 0 0 0 0,0-1-1 0 0,0 0 1 0 0,0 1-1 0 0,-1-1 1 0 0,1 0-1 0 0,-1 0 1 0 0,1 0 0 0 0,0-4-1 0 0,-2 5 13 0 0,0 1 0 0 0,1-1 0 0 0,-1 1 0 0 0,-1-1 0 0 0,1 1 0 0 0,0-1 1 0 0,0 1-1 0 0,0-1 0 0 0,-1 1 0 0 0,1 0 0 0 0,-1-1 0 0 0,1 1 0 0 0,-1 0 0 0 0,0-1 0 0 0,1 1 0 0 0,-1 0 0 0 0,0 0 0 0 0,0-1 0 0 0,0 1 0 0 0,0 0 0 0 0,0 0 0 0 0,0 0 0 0 0,0 0 1 0 0,0 0-1 0 0,-1 0 0 0 0,1 1 0 0 0,0-1 0 0 0,0 0 0 0 0,-1 1 0 0 0,1-1 0 0 0,-3 0 0 0 0,0-1-233 0 0,0 0 0 0 0,-1 1 1 0 0,1 0-1 0 0,-1 0 0 0 0,1 0 0 0 0,-1 0 1 0 0,0 0-1 0 0,1 1 0 0 0,-6 0 0 0 0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4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1 227 2304 0 0,'1'-5'284'0'0,"-1"1"-1"0"0,2 0 0 0 0,-1 0 0 0 0,0 0 0 0 0,1 0 0 0 0,-1 0 0 0 0,1 0 0 0 0,0 1 0 0 0,1-1 1 0 0,-1 1-1 0 0,1-1 0 0 0,2-3 0 0 0,-3 5 240 0 0,1-1 1 0 0,-1 1-1 0 0,0 0 0 0 0,1-1 1 0 0,0 1-1 0 0,-1 0 0 0 0,1 1 1 0 0,0-1-1 0 0,5-2 0 0 0,15 16 6874 0 0,-1 2-4766 0 0,-20-14-2600 0 0,0 1 0 0 0,0-1 0 0 0,-1 1 1 0 0,1-1-1 0 0,0 0 0 0 0,0 0 0 0 0,-1 0 1 0 0,1 0-1 0 0,0 0 0 0 0,0 0 0 0 0,0-1 0 0 0,-1 1 1 0 0,1-1-1 0 0,0 1 0 0 0,0-1 0 0 0,-1 1 0 0 0,1-1 1 0 0,-1 0-1 0 0,1 0 0 0 0,0 0 0 0 0,-1 0 0 0 0,0 0 1 0 0,1 0-1 0 0,-1 0 0 0 0,0-1 0 0 0,1 1 0 0 0,-1 0 1 0 0,0-1-1 0 0,0 1 0 0 0,0-1 0 0 0,1-2 0 0 0,0 1 16 0 0,-1-1-1 0 0,0 1 1 0 0,0 0 0 0 0,0-1-1 0 0,0 1 1 0 0,0 0-1 0 0,-1-1 1 0 0,0 1-1 0 0,1-1 1 0 0,-1 1-1 0 0,-1-1 1 0 0,1 1-1 0 0,0-1 1 0 0,-1 1-1 0 0,-1-6 1 0 0,-2 38 209 0 0,5-26-249 0 0,-1-1 0 0 0,1 1 0 0 0,0 0-1 0 0,0-1 1 0 0,0 1 0 0 0,0 0 0 0 0,1-1 0 0 0,-1 0 0 0 0,1 1 0 0 0,-1-1-1 0 0,1 0 1 0 0,0 0 0 0 0,0 0 0 0 0,0 0 0 0 0,0 0 0 0 0,0 0 0 0 0,0-1-1 0 0,1 1 1 0 0,-1-1 0 0 0,0 1 0 0 0,1-1 0 0 0,-1 0 0 0 0,1 0 0 0 0,0 0-1 0 0,-1 0 1 0 0,1 0 0 0 0,0-1 0 0 0,0 1 0 0 0,-1-1 0 0 0,1 0 0 0 0,0 0-1 0 0,0 0 1 0 0,0 0 0 0 0,-1 0 0 0 0,1-1 0 0 0,0 1 0 0 0,0-1 0 0 0,-1 0-1 0 0,1 0 1 0 0,0 0 0 0 0,-1 0 0 0 0,1 0 0 0 0,-1 0 0 0 0,0-1 0 0 0,1 1-1 0 0,-1-1 1 0 0,0 0 0 0 0,0 0 0 0 0,0 1 0 0 0,0-2 0 0 0,0 1 0 0 0,0 0 0 0 0,0 0-1 0 0,-1 0 1 0 0,2-3 0 0 0,-1 0 73 0 0,0 0 0 0 0,0-1 0 0 0,0 1 0 0 0,-1 0 0 0 0,1 0 0 0 0,-1-1 0 0 0,-1 1 0 0 0,1-1 0 0 0,-1 1 0 0 0,0-1 0 0 0,0 1 0 0 0,-1-1 0 0 0,1 1 0 0 0,-1-1 0 0 0,-1 1 0 0 0,-3-10 0 0 0,5 12-68 0 0,-1 1 1 0 0,-1-1-1 0 0,1 1 1 0 0,0 0-1 0 0,0 0 1 0 0,-1 0-1 0 0,1-1 1 0 0,-1 1-1 0 0,0 1 1 0 0,0-1 0 0 0,0 0-1 0 0,0 0 1 0 0,0 1-1 0 0,0-1 1 0 0,0 1-1 0 0,0 0 1 0 0,0-1-1 0 0,-1 1 1 0 0,1 0-1 0 0,-1 0 1 0 0,1 1-1 0 0,-1-1 1 0 0,1 0-1 0 0,-1 1 1 0 0,1 0-1 0 0,-1-1 1 0 0,1 1-1 0 0,-1 0 1 0 0,1 0-1 0 0,-1 1 1 0 0,0-1-1 0 0,1 0 1 0 0,-1 1-1 0 0,1 0 1 0 0,-1-1-1 0 0,1 1 1 0 0,-4 2-1 0 0,0-1-71 0 0,1 0-1 0 0,0 1 1 0 0,0 0-1 0 0,0 0 1 0 0,0 0 0 0 0,1 0-1 0 0,-1 1 1 0 0,1-1-1 0 0,0 1 1 0 0,-7 8 0 0 0,0 4-347 0 0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5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29 11522 0 0,'-1'1'317'0'0,"0"0"0"0"0,0 0-1 0 0,0 1 1 0 0,0-1 0 0 0,0 1-1 0 0,0-1 1 0 0,0 1-1 0 0,0-1 1 0 0,1 1 0 0 0,-1-1-1 0 0,0 1 1 0 0,1 0 0 0 0,0 0-1 0 0,-1-1 1 0 0,1 1-1 0 0,0 0 1 0 0,0-1 0 0 0,0 1-1 0 0,0 2 1 0 0,1 0-67 0 0,-1-1 1 0 0,1 0-1 0 0,0 0 1 0 0,0 0-1 0 0,0 0 0 0 0,1 0 1 0 0,-1 0-1 0 0,1-1 1 0 0,0 1-1 0 0,2 3 0 0 0,-1-2-136 0 0,0-1 0 0 0,0 1 0 0 0,1-1 0 0 0,0 1 0 0 0,-1-1-1 0 0,1 0 1 0 0,0 0 0 0 0,0-1 0 0 0,1 1 0 0 0,-1-1 0 0 0,0 0-1 0 0,1 0 1 0 0,0 0 0 0 0,5 0 0 0 0,-9-2-105 0 0,-1 0 1 0 0,1 0 0 0 0,0 0 0 0 0,0 0-1 0 0,0 0 1 0 0,0 0 0 0 0,0-1-1 0 0,0 1 1 0 0,0 0 0 0 0,0-1-1 0 0,-1 1 1 0 0,1-1 0 0 0,0 1 0 0 0,0-1-1 0 0,0 1 1 0 0,-1-1 0 0 0,1 1-1 0 0,0-1 1 0 0,-1 0 0 0 0,1 1-1 0 0,-1-1 1 0 0,1 0 0 0 0,0 0 0 0 0,-1 0-1 0 0,0 1 1 0 0,1-1 0 0 0,-1 0-1 0 0,1 0 1 0 0,-1 0 0 0 0,0 0-1 0 0,0 0 1 0 0,0 0 0 0 0,1 1-1 0 0,-1-1 1 0 0,0 0 0 0 0,0 0 0 0 0,0 0-1 0 0,0 0 1 0 0,0 0 0 0 0,-1 0-1 0 0,1 0 1 0 0,-1-2 0 0 0,1-3 47 0 0,-1-1 1 0 0,0 1-1 0 0,0 0 0 0 0,-5-12 1 0 0,-14-22 302 0 0,19 38-328 0 0,-1 0 0 0 0,1 0 0 0 0,0 0 0 0 0,0 0 0 0 0,-1 1 0 0 0,1-1 0 0 0,-1 0 0 0 0,1 1 0 0 0,-1-1 0 0 0,0 1 0 0 0,1 0 0 0 0,-1 0 0 0 0,0-1 0 0 0,0 1 0 0 0,0 0 0 0 0,0 1 0 0 0,0-1 0 0 0,-3-1 0 0 0,4 3-25 0 0,0-1 1 0 0,0 1-1 0 0,-1-1 0 0 0,1 1 0 0 0,0-1 1 0 0,0 1-1 0 0,0 0 0 0 0,0 0 0 0 0,0-1 0 0 0,0 1 1 0 0,0 0-1 0 0,0 0 0 0 0,1 0 0 0 0,-1 0 1 0 0,0 0-1 0 0,0 0 0 0 0,1 0 0 0 0,-1 0 1 0 0,1 1-1 0 0,-1-1 0 0 0,1 0 0 0 0,-1 0 0 0 0,1 0 1 0 0,0 1-1 0 0,-1-1 0 0 0,1 0 0 0 0,0 0 1 0 0,0 1-1 0 0,0 1 0 0 0,0 38-185 0 0,0-41 178 0 0,2 10-1097 0 0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5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3 9674 0 0,'-2'2'1005'0'0,"1"-1"-669"0"0,0 0-1 0 0,1 0 0 0 0,-1 0 0 0 0,1 0 0 0 0,-1 0 0 0 0,1 0 0 0 0,-1-1 0 0 0,1 1 1 0 0,0 0-1 0 0,-1 0 0 0 0,1 1 0 0 0,0-1 0 0 0,0 0 0 0 0,-1 0 0 0 0,1 0 1 0 0,0 0-1 0 0,0 0 0 0 0,0 0 0 0 0,1 0 0 0 0,-1 0 0 0 0,0 0 0 0 0,0 0 0 0 0,0 0 1 0 0,1 0-1 0 0,-1 0 0 0 0,1 1 0 0 0,1 1-57 0 0,0 0 0 0 0,0-1-1 0 0,0 1 1 0 0,0-1 0 0 0,0 1 0 0 0,1-1 0 0 0,-1 0 0 0 0,1 0 0 0 0,5 3 0 0 0,-2-1-214 0 0,1 0 0 0 0,0-1 0 0 0,0 1 1 0 0,0-1-1 0 0,0-1 0 0 0,0 0 0 0 0,0 0 1 0 0,12 2-1 0 0,-19-4-50 0 0,1 0 0 0 0,0 0 0 0 0,-1 0-1 0 0,1 0 1 0 0,0 0 0 0 0,0 0 0 0 0,-1 0 0 0 0,1 0 0 0 0,0 0 0 0 0,0 0-1 0 0,-1 0 1 0 0,1 0 0 0 0,0 0 0 0 0,-1-1 0 0 0,1 1 0 0 0,0 0 0 0 0,-1 0-1 0 0,1-1 1 0 0,0 1 0 0 0,-1-1 0 0 0,1 1 0 0 0,0-1 0 0 0,-1 1 0 0 0,1 0-1 0 0,-1-1 1 0 0,1 0 0 0 0,-1 1 0 0 0,1-1 0 0 0,-1 1 0 0 0,1-2 0 0 0,-1 1 11 0 0,-1 0 0 0 0,1-1 1 0 0,0 1-1 0 0,0 0 1 0 0,-1 0-1 0 0,1 0 0 0 0,-1 0 1 0 0,1-1-1 0 0,-1 1 1 0 0,0 0-1 0 0,1 0 0 0 0,-1 0 1 0 0,0 0-1 0 0,0 0 1 0 0,-1-1-1 0 0,-39-31 427 0 0,34 28-530 0 0,-1 1 1 0 0,-1 1-1 0 0,1-1 0 0 0,0 1 0 0 0,-14-3 0 0 0,12 5-367 0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6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2761 0 0,'8'4'12154'0'0,"11"14"-8040"0"0,-18-17-4243 0 0,2 3 427 0 0,0 0-1 0 0,1 0 1 0 0,-1-1-1 0 0,1 1 1 0 0,0-1-1 0 0,0 0 1 0 0,0 0 0 0 0,1-1-1 0 0,-1 1 1 0 0,1-1-1 0 0,-1 0 1 0 0,1 0-1 0 0,0 0 1 0 0,0-1-1 0 0,9 2 1 0 0,-37-27 174 0 0,14 17-547 0 0,0 0-298 0 0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6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11058 0 0,'0'16'1761'0'0,"2"1"-1"0"0,5 28 0 0 0,26 69 645 0 0,-29-102-2412 0 0,1-1-1 0 0,0 0 1 0 0,0 0-1 0 0,2 0 1 0 0,-1 0-1 0 0,1-1 1 0 0,0 0 0 0 0,1-1-1 0 0,0 1 1 0 0,1-2-1 0 0,18 16 1 0 0,-20-19 58 0 0,1 0 0 0 0,-1-1 0 0 0,1 0 0 0 0,-1 0 0 0 0,1-1 0 0 0,0 0 0 0 0,1 0 0 0 0,-1-1 0 0 0,0 0 0 0 0,1-1 0 0 0,-1 1 0 0 0,1-2 0 0 0,-1 1 0 0 0,1-1 0 0 0,0 0 0 0 0,-1-1 0 0 0,1 0 0 0 0,8-2 0 0 0,-14 2 44 0 0,1 0 1 0 0,-1 1-1 0 0,0-1 0 0 0,0 0 0 0 0,1-1 0 0 0,-1 1 0 0 0,0 0 1 0 0,0-1-1 0 0,0 0 0 0 0,0 0 0 0 0,-1 1 0 0 0,1-2 1 0 0,0 1-1 0 0,-1 0 0 0 0,0-1 0 0 0,1 1 0 0 0,-1-1 1 0 0,0 1-1 0 0,0-1 0 0 0,0 0 0 0 0,-1 0 0 0 0,1 0 0 0 0,-1 0 1 0 0,0 0-1 0 0,1-1 0 0 0,-1 1 0 0 0,-1 0 0 0 0,1 0 1 0 0,0-1-1 0 0,-1 1 0 0 0,0 0 0 0 0,0-1 0 0 0,0 1 0 0 0,0-5 1 0 0,-1 0-10 0 0,-1 1 1 0 0,0-1-1 0 0,0 1 1 0 0,0 0-1 0 0,-1 0 1 0 0,0 0-1 0 0,0 0 1 0 0,-1 0-1 0 0,0 0 1 0 0,0 1-1 0 0,0 0 1 0 0,-1 0-1 0 0,0 0 1 0 0,-8-7-1 0 0,-1 1-79 0 0,-1 1-1 0 0,0 1 0 0 0,-1 0 1 0 0,0 1-1 0 0,-27-11 1 0 0,4 6-812 0 0,-55-14 0 0 0,81 25 208 0 0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7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107 205 9218 0 0,'-15'-1'1771'0'0,"7"1"-797"0"0,0 0 1 0 0,0 0-1 0 0,-1 1 1 0 0,1 0 0 0 0,-12 2-1 0 0,18-2-832 0 0,1 0 0 0 0,-1-1 0 0 0,0 1 0 0 0,1 0-1 0 0,-1 0 1 0 0,0 0 0 0 0,1 0 0 0 0,-1 0 0 0 0,1 0 0 0 0,0 0-1 0 0,-1 1 1 0 0,1-1 0 0 0,0 0 0 0 0,0 1 0 0 0,0-1 0 0 0,0 1-1 0 0,0-1 1 0 0,0 1 0 0 0,0 0 0 0 0,0-1 0 0 0,1 1 0 0 0,-1 0-1 0 0,1 0 1 0 0,-1-1 0 0 0,1 1 0 0 0,0 0 0 0 0,-1 0 0 0 0,1 0-1 0 0,0 3 1 0 0,0 0-77 0 0,1 0 0 0 0,-1 0 0 0 0,1 0-1 0 0,0 0 1 0 0,0 0 0 0 0,0 0 0 0 0,1 0-1 0 0,0-1 1 0 0,-1 1 0 0 0,2 0 0 0 0,-1-1 0 0 0,1 0-1 0 0,-1 1 1 0 0,1-1 0 0 0,0 0 0 0 0,1 0 0 0 0,-1-1-1 0 0,1 1 1 0 0,-1-1 0 0 0,6 4 0 0 0,-2-2-43 0 0,0-1 0 0 0,1 0 1 0 0,-1 0-1 0 0,1-1 0 0 0,0 0 0 0 0,0 0 1 0 0,0-1-1 0 0,1 0 0 0 0,-1 0 0 0 0,0-1 1 0 0,14 1-1 0 0,-12-2-22 0 0,-1 0 1 0 0,1-1-1 0 0,-1 1 0 0 0,0-2 0 0 0,0 0 1 0 0,0 0-1 0 0,0 0 0 0 0,0-1 1 0 0,0-1-1 0 0,13-6 0 0 0,-17 7 30 0 0,0 0 0 0 0,-1 0 0 0 0,0 0 0 0 0,1-1 0 0 0,-1 1 0 0 0,0-1-1 0 0,-1 0 1 0 0,1 0 0 0 0,-1 0 0 0 0,0-1 0 0 0,0 1 0 0 0,0-1 0 0 0,0 0 0 0 0,-1 0 0 0 0,0 0 0 0 0,0 0 0 0 0,0 0-1 0 0,1-9 1 0 0,-2 6 21 0 0,-1 0-1 0 0,0 0 1 0 0,0 0-1 0 0,0 1 1 0 0,-1-1-1 0 0,0 0 1 0 0,-1 0-1 0 0,0 0 1 0 0,0 1-1 0 0,-1-1 1 0 0,0 1-1 0 0,0-1 1 0 0,0 1-1 0 0,-1 0 1 0 0,0 0-1 0 0,-1 1 1 0 0,0-1-1 0 0,0 1 1 0 0,-8-8-1 0 0,-4-3-727 0 0,-2 0 0 0 0,0 1-1 0 0,-1 1 1 0 0,-41-24 0 0 0,40 28-6874 0 0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08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73 100 8754 0 0,'-1'-1'364'0'0,"-1"0"0"0"0,0-1 0 0 0,0 1 0 0 0,0 0 1 0 0,0 0-1 0 0,0 1 0 0 0,0-1 0 0 0,-1 0 0 0 0,1 1 0 0 0,0-1 0 0 0,0 1 0 0 0,0 0 1 0 0,-1 0-1 0 0,1 0 0 0 0,0 0 0 0 0,0 0 0 0 0,-1 0 0 0 0,1 1 0 0 0,0-1 0 0 0,-3 1 1 0 0,4 0-237 0 0,-1-1 0 0 0,1 0 0 0 0,0 1 1 0 0,0-1-1 0 0,0 0 0 0 0,-1 1 0 0 0,1 0 1 0 0,0-1-1 0 0,0 1 0 0 0,0 0 0 0 0,0-1 1 0 0,0 1-1 0 0,0 0 0 0 0,0 0 0 0 0,0 0 1 0 0,0 0-1 0 0,0 0 0 0 0,1 0 0 0 0,-1 0 1 0 0,0 0-1 0 0,1 0 0 0 0,-1 0 0 0 0,1 1 1 0 0,-1-1-1 0 0,1 0 0 0 0,-1 0 0 0 0,1 1 1 0 0,0-1-1 0 0,0 0 0 0 0,0 0 0 0 0,0 1 1 0 0,0-1-1 0 0,0 0 0 0 0,0 0 0 0 0,0 1 1 0 0,0 1-1 0 0,4 6-37 0 0,-1 0 1 0 0,1 0-1 0 0,1-1 1 0 0,0 0-1 0 0,0 0 1 0 0,0 0-1 0 0,1 0 1 0 0,0-1-1 0 0,1 0 1 0 0,-1 0-1 0 0,1 0 1 0 0,1-1-1 0 0,-1 0 1 0 0,1-1-1 0 0,0 0 1 0 0,13 7-1 0 0,-14-8 5 0 0,1 0 0 0 0,0-1-1 0 0,0 0 1 0 0,1 0 0 0 0,-1 0-1 0 0,0-1 1 0 0,1-1 0 0 0,0 1 0 0 0,-1-1-1 0 0,1-1 1 0 0,0 1 0 0 0,-1-2 0 0 0,1 1-1 0 0,0-1 1 0 0,-1 0 0 0 0,1-1-1 0 0,0 0 1 0 0,9-4 0 0 0,-15 5-80 0 0,0 0 0 0 0,0-1-1 0 0,0 1 1 0 0,-1-1 0 0 0,1 0 0 0 0,0 1 0 0 0,-1-1 0 0 0,0 0 0 0 0,1 0-1 0 0,-1-1 1 0 0,0 1 0 0 0,0-1 0 0 0,0 1 0 0 0,0-1 0 0 0,-1 1-1 0 0,1-1 1 0 0,-1 0 0 0 0,1 0 0 0 0,-1 0 0 0 0,0 0 0 0 0,0 0 0 0 0,0 0-1 0 0,-1 0 1 0 0,1 0 0 0 0,-1 0 0 0 0,0 0 0 0 0,1 0 0 0 0,-2-6-1 0 0,0 3 35 0 0,0 0-1 0 0,-1 0 0 0 0,1 1 1 0 0,-1-1-1 0 0,-1 0 0 0 0,1 0 0 0 0,-1 1 1 0 0,0-1-1 0 0,0 1 0 0 0,-1 0 1 0 0,1 0-1 0 0,-1 0 0 0 0,-8-7 0 0 0,-8-6-359 0 0,0 1-1 0 0,-1 1 0 0 0,0 1 1 0 0,-37-19-1 0 0,35 22-8322 0 0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93 11979 0 0,'0'0'110'0'0,"0"-1"0"0"0,-1 0 0 0 0,1 1 0 0 0,0-1 1 0 0,-1 0-1 0 0,1 1 0 0 0,0-1 0 0 0,0 0 1 0 0,-1 0-1 0 0,1 1 0 0 0,0-1 0 0 0,0 0 0 0 0,0 0 1 0 0,0 1-1 0 0,0-1 0 0 0,0 0 0 0 0,0 0 1 0 0,0 1-1 0 0,1-1 0 0 0,-1 0 0 0 0,0 1 0 0 0,0-1 1 0 0,1 0-1 0 0,-1 1 0 0 0,0-1 0 0 0,1 0 1 0 0,-1 1-1 0 0,1-1 0 0 0,-1 0 0 0 0,0 1 0 0 0,1-1 1 0 0,0 1-1 0 0,-1-1 0 0 0,1 1 0 0 0,0-1 1 0 0,0 0 38 0 0,0 0 0 0 0,0 0 0 0 0,0 0 0 0 0,1 0 1 0 0,-1 0-1 0 0,0 0 0 0 0,0 0 0 0 0,1 1 0 0 0,-1-1 1 0 0,0 0-1 0 0,1 1 0 0 0,-1-1 0 0 0,1 1 0 0 0,-1 0 1 0 0,1-1-1 0 0,-1 1 0 0 0,1 0 0 0 0,1 0 0 0 0,0 1 5 0 0,0 0 0 0 0,1 1-1 0 0,-1-1 1 0 0,0 1 0 0 0,0-1-1 0 0,0 1 1 0 0,-1 0 0 0 0,1 0-1 0 0,0 0 1 0 0,-1 1 0 0 0,1-1-1 0 0,2 5 1 0 0,26 37 519 0 0,-20-28-448 0 0,203 317 947 0 0,-195-299-1094 0 0,2-1 0 0 0,1-1 1 0 0,1-1-1 0 0,2-1 0 0 0,29 29 0 0 0,-52-58-46 0 0,-1 1-1 0 0,1-1 0 0 0,0 0 0 0 0,-1 0 1 0 0,1 1-1 0 0,0-1 0 0 0,0 0 1 0 0,0-1-1 0 0,0 1 0 0 0,0 0 1 0 0,3 0-1 0 0,-4-1-7 0 0,-1 0 0 0 0,1 0 0 0 0,0 0 0 0 0,0 0 0 0 0,-1 0 0 0 0,1 0 0 0 0,0 0 0 0 0,0 0 0 0 0,-1 0 0 0 0,1-1 0 0 0,0 1 0 0 0,0 0 0 0 0,-1-1 0 0 0,1 1 0 0 0,0 0 0 0 0,-1-1 0 0 0,1 1 0 0 0,0-1 0 0 0,-1 1 0 0 0,1-1 0 0 0,0 0 0 0 0,2-3 49 0 0,-1 0 0 0 0,0 0 0 0 0,0-1-1 0 0,0 1 1 0 0,-1-1 0 0 0,0 1 0 0 0,1-1 0 0 0,0-7-1 0 0,21-168 772 0 0,-18 126-907 0 0,1 1 0 0 0,3-1 0 0 0,22-69 0 0 0,-26 108-167 0 0,2-1-1 0 0,0 1 1 0 0,1 0-1 0 0,0 0 0 0 0,1 1 1 0 0,16-20-1 0 0,-17 26-429 0 0,0-1 0 0 0,0 1 0 0 0,1 1 0 0 0,0-1 0 0 0,1 1 0 0 0,10-6 0 0 0,-2 4-6412 0 0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10594 0 0,'1'0'192'0'0,"0"1"-1"0"0,-1-1 1 0 0,1 0-1 0 0,-1 0 1 0 0,1 0-1 0 0,0 0 1 0 0,0 1-1 0 0,-1-1 1 0 0,1 0-1 0 0,0 0 1 0 0,-1 0-1 0 0,1-1 1 0 0,0 1-1 0 0,-1 0 1 0 0,1 0-1 0 0,0 0 1 0 0,-1 0-1 0 0,1-1 1 0 0,0 1-1 0 0,-1 0 1 0 0,1-1-1 0 0,-1 1 1 0 0,2-1-1 0 0,17-7 1665 0 0,37-21 1409 0 0,40-19-1660 0 0,-77 39-3005 0 0,0 2-1 0 0,1 1 1 0 0,24-6-1 0 0,-26 10-262 0 0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1 124 6913 0 0,'5'-2'616'0'0,"-1"1"0"0"0,1-1 0 0 0,-1 0 0 0 0,0 0 0 0 0,1 0 0 0 0,-1 0 0 0 0,4-4-1 0 0,3 0 529 0 0,31-16 2102 0 0,1 1-3434 0 0,44-18-8584 0 0,-69 32 7971 0 0,-4-2 605 0 0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14283 0 0,'-1'0'263'0'0,"0"1"0"0"0,1 0 1 0 0,-1 0-1 0 0,1-1 0 0 0,0 1 0 0 0,-1 0 0 0 0,1 0 0 0 0,0-1 1 0 0,-1 1-1 0 0,1 0 0 0 0,0 0 0 0 0,0 0 0 0 0,-1 0 0 0 0,1 0 1 0 0,0-1-1 0 0,0 1 0 0 0,0 0 0 0 0,0 0 0 0 0,0 0 0 0 0,1 0 1 0 0,-1 0-1 0 0,0 0 0 0 0,0 0 0 0 0,2 31 1588 0 0,17 76-1464 0 0,-5 0 1 0 0,1 109-1 0 0,-15-169-1492 0 0,11 78 0 0 0,-7-103-317 0 0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2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0 148 8754 0 0,'13'-11'810'0'0,"-1"0"0"0"0,2 2 0 0 0,-1-1 1 0 0,1 2-1 0 0,1 0 0 0 0,25-11 0 0 0,97-27 4669 0 0,-124 43-5571 0 0,8-4 760 0 0,1 1 0 0 0,27-3 0 0 0,-41 9-1742 0 0,1-1 0 0 0,-1 1-1 0 0,0 0 1 0 0,0 1-1 0 0,14 3 1 0 0,0 2-5534 0 0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3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11522 0 0,'0'1'48'0'0,"0"-1"0"0"0,0 0-1 0 0,0 1 1 0 0,0-1 0 0 0,0 1-1 0 0,1-1 1 0 0,-1 1 0 0 0,0-1-1 0 0,0 0 1 0 0,0 1 0 0 0,0-1-1 0 0,0 1 1 0 0,1-1 0 0 0,-1 0-1 0 0,0 1 1 0 0,0-1 0 0 0,1 1-1 0 0,-1-1 1 0 0,0 0-1 0 0,1 1 1 0 0,-1-1 0 0 0,0 0-1 0 0,1 0 1 0 0,-1 1 0 0 0,0-1-1 0 0,1 0 1 0 0,-1 0 0 0 0,0 0-1 0 0,1 1 1 0 0,-1-1 0 0 0,1 0-1 0 0,-1 0 1 0 0,1 0 0 0 0,-1 0-1 0 0,1 0 1 0 0,22-3 1718 0 0,30-20 936 0 0,-45 19-2369 0 0,43-22 2019 0 0,104-44-583 0 0,-129 60-2311 0 0,1 1 0 0 0,0 1 0 0 0,55-8 0 0 0,-53 14 522 0 0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3.8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89 14283 0 0,'-12'-64'2155'0'0,"13"40"3713"0"0,24 113-5547 0 0,-3 0-1 0 0,17 152 1 0 0,-7-33-1794 0 0,-30-192 374 0 0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3 350 3225 0 0,'-2'-20'331'0'0,"2"0"0"0"0,0 0 0 0 0,1 0 0 0 0,1 0 0 0 0,1 1 0 0 0,1-1 0 0 0,11-34 0 0 0,-11 43 324 0 0,0 1 1 0 0,0 0-1 0 0,1 0 1 0 0,1 0-1 0 0,-1 1 1 0 0,2 0-1 0 0,-1 0 1 0 0,1 0-1 0 0,1 1 1 0 0,-1 0-1 0 0,1 0 1 0 0,1 1-1 0 0,-1 0 1 0 0,1 0-1 0 0,16-8 1 0 0,-23 14-545 0 0,0 0 0 0 0,0 0 0 0 0,0 0 0 0 0,0 0 0 0 0,0 0 0 0 0,0 0 0 0 0,1 1 0 0 0,-1-1 0 0 0,0 1 1 0 0,1-1-1 0 0,-1 1 0 0 0,0 0 0 0 0,1 0 0 0 0,-1 0 0 0 0,0 0 0 0 0,1 0 0 0 0,-1 1 0 0 0,0-1 0 0 0,1 1 0 0 0,-1 0 0 0 0,0-1 0 0 0,0 1 0 0 0,0 0 0 0 0,0 0 1 0 0,0 0-1 0 0,0 1 0 0 0,0-1 0 0 0,0 0 0 0 0,3 4 0 0 0,-2-2 52 0 0,-1 0 0 0 0,0 1 1 0 0,0 0-1 0 0,0-1 0 0 0,0 1 1 0 0,0 0-1 0 0,-1 0 0 0 0,0 0 0 0 0,0 0 1 0 0,0 0-1 0 0,0 0 0 0 0,-1 0 1 0 0,1 0-1 0 0,-1 0 0 0 0,0 0 1 0 0,-1 5-1 0 0,-4 22-252 0 0,-1-1-1 0 0,-1 0 1 0 0,-1 0 0 0 0,-2 0-1 0 0,-16 31 1 0 0,-22 75-167 0 0,44-123 281 0 0,2-8 14 0 0,0 1 0 0 0,1-1 0 0 0,0 0-1 0 0,0 1 1 0 0,0-1 0 0 0,1 6 0 0 0,0-10-22 0 0,0 0 0 0 0,0 0 0 0 0,0 0 0 0 0,1 0 0 0 0,-1 0 0 0 0,0 0 0 0 0,1 0 0 0 0,-1 0 0 0 0,0 0 0 0 0,1 0 0 0 0,0 0 0 0 0,-1 0 0 0 0,1-1 0 0 0,-1 1 0 0 0,1 0 0 0 0,0 0 0 0 0,0-1 0 0 0,-1 1 0 0 0,1 0 0 0 0,0-1 0 0 0,0 1 0 0 0,0-1 0 0 0,0 1 0 0 0,0-1 0 0 0,0 1 0 0 0,0-1 1 0 0,0 0-1 0 0,0 1 0 0 0,0-1 0 0 0,0 0 0 0 0,0 0 0 0 0,0 0 0 0 0,0 0 0 0 0,0 0 0 0 0,0 0 0 0 0,0 0 0 0 0,1 0 0 0 0,114-5 478 0 0,-63 1-454 0 0,66 5-1 0 0,35 18-40 0 0,-97-10 0 0 0,-46-3-603 0 0,-10-5 38 0 0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5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29 130 1840 0 0,'-1'1'267'0'0,"0"-1"-1"0"0,0 0 1 0 0,0 0-1 0 0,0 0 1 0 0,0 0-1 0 0,0 0 1 0 0,0-1 0 0 0,0 1-1 0 0,0 0 1 0 0,0 0-1 0 0,0-1 1 0 0,0 1-1 0 0,0-1 1 0 0,0 1-1 0 0,0-1 1 0 0,0 1-1 0 0,0-1 1 0 0,0 1-1 0 0,0-1 1 0 0,1 0-1 0 0,-1 1 1 0 0,0-1-1 0 0,0 0 1 0 0,1 0-1 0 0,-1 0 1 0 0,1 0-1 0 0,-1 1 1 0 0,1-1-1 0 0,-1 0 1 0 0,1 0-1 0 0,-1 0 1 0 0,1 0-1 0 0,0 0 1 0 0,-1 0-1 0 0,1 0 1 0 0,0 0-1 0 0,0 0 1 0 0,0 0 0 0 0,0 0-1 0 0,0-1 1 0 0,0 1-1 0 0,0 0 1 0 0,0 0-1 0 0,1 0 1 0 0,-1 0-1 0 0,0 0 1 0 0,0 0-1 0 0,1 0 1 0 0,0-1-1 0 0,1-4 297 0 0,0 1-1 0 0,0 1 1 0 0,0-1-1 0 0,1 0 0 0 0,0 0 1 0 0,0 1-1 0 0,0-1 1 0 0,8-7-1 0 0,-6 8-439 0 0,0-1-1 0 0,0 1 1 0 0,1 0-1 0 0,-1 0 1 0 0,1 1-1 0 0,0 0 0 0 0,1 0 1 0 0,-1 0-1 0 0,0 1 1 0 0,1 0-1 0 0,-1 0 1 0 0,1 0-1 0 0,0 1 1 0 0,11-1-1 0 0,-14 2-107 0 0,0 1-1 0 0,0-1 1 0 0,0 1 0 0 0,0 0 0 0 0,0 0-1 0 0,0 0 1 0 0,-1 0 0 0 0,1 1-1 0 0,0 0 1 0 0,-1-1 0 0 0,1 1 0 0 0,-1 1-1 0 0,0-1 1 0 0,0 0 0 0 0,1 1-1 0 0,-1 0 1 0 0,-1-1 0 0 0,1 1 0 0 0,0 0-1 0 0,-1 1 1 0 0,0-1 0 0 0,1 0-1 0 0,-1 1 1 0 0,-1-1 0 0 0,1 1-1 0 0,2 5 1 0 0,-2 0-50 0 0,1 0 0 0 0,-1 1 0 0 0,0-1 0 0 0,-1 0 0 0 0,0 1 0 0 0,-1 0 0 0 0,0-1 0 0 0,0 1 0 0 0,-1-1 0 0 0,0 1 0 0 0,-1-1 0 0 0,-4 14 0 0 0,-5 13-297 0 0,-26 60 0 0 0,33-88 322 0 0,4-6 13 0 0,-4 7 96 0 0,1 0 0 0 0,-2-1 0 0 0,1 1 0 0 0,-1-1 0 0 0,-1 1 0 0 0,-9 10 0 0 0,21-25-81 0 0,1 1 1 0 0,-1 0 0 0 0,1 0-1 0 0,0 1 1 0 0,0-1-1 0 0,1 2 1 0 0,-1-1 0 0 0,1 1-1 0 0,0 0 1 0 0,0 0 0 0 0,0 1-1 0 0,14-2 1 0 0,-5 2 12 0 0,0 1 1 0 0,0 1 0 0 0,0 0-1 0 0,28 5 1 0 0,-38-4-33 0 0,0 0 1 0 0,0 0 0 0 0,0 1-1 0 0,0 0 1 0 0,-1 1 0 0 0,1-1-1 0 0,-1 1 1 0 0,1 0 0 0 0,-1 1-1 0 0,0-1 1 0 0,9 9-1 0 0,-12-9 2 0 0,0 0 0 0 0,0 0 0 0 0,-1 0 0 0 0,0 0 0 0 0,0 1 0 0 0,0-1 0 0 0,0 1 0 0 0,0 0 0 0 0,-1-1 0 0 0,1 1 0 0 0,-1 0 0 0 0,0 0 0 0 0,0 0 0 0 0,0 0 0 0 0,-1 0 0 0 0,0 0 0 0 0,0 0 0 0 0,0 0 0 0 0,0 0 0 0 0,0 0 0 0 0,-2 6 0 0 0,-1 3 91 0 0,-1 0 1 0 0,0-1-1 0 0,-1 1 0 0 0,0-1 0 0 0,-1 0 1 0 0,0 0-1 0 0,-1-1 0 0 0,0 1 0 0 0,-1-2 1 0 0,0 1-1 0 0,-1-1 0 0 0,0 0 0 0 0,-1-1 1 0 0,0 0-1 0 0,0-1 0 0 0,-1 0 0 0 0,0 0 1 0 0,-1-1-1 0 0,1-1 0 0 0,-1 0 0 0 0,0 0 1 0 0,-25 7-1 0 0,28-12-56 0 0,-1 0 1 0 0,1 0-1 0 0,0-1 0 0 0,-1-1 1 0 0,1 1-1 0 0,-1-1 1 0 0,1-1-1 0 0,0 0 0 0 0,-11-3 1 0 0,-40-6-3234 0 0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17 6913 0 0,'-30'12'1987'0'0,"24"-9"-743"0"0,0-1-1 0 0,-1-1 1 0 0,0 1 0 0 0,1-1-1 0 0,-13-4 3799 0 0,19 3-4975 0 0,9-9 1299 0 0,12-7-901 0 0,-16 14-484 0 0,0 1-1 0 0,0-1 1 0 0,1 1-1 0 0,-1 0 1 0 0,0 0 0 0 0,0 0-1 0 0,1 1 1 0 0,-1 0-1 0 0,1 0 1 0 0,5 1 0 0 0,-6 0-562 0 0,0 0-1 0 0,0 0 1 0 0,-1 0 0 0 0,1 0 0 0 0,0 1 0 0 0,7 4 0 0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6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0 106 10594 0 0,'7'-2'408'0'0,"0"-1"-1"0"0,0 0 1 0 0,0 0-1 0 0,-1-1 0 0 0,10-6 1 0 0,7-4 838 0 0,-1 1 0 0 0,38-16 0 0 0,-45 24-2977 0 0,1 0 0 0 0,30-6 0 0 0,-31 8-139 0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7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36 2304 0 0,'-22'-36'16304'0'0,"26"48"-12781"0"0,0 9-3213 0 0,41 255 1095 0 0,-15-75-1242 0 0,-21-155-186 0 0,14 95 125 0 0,-21-125-141 0 0,-1-1 0 0 0,-1 1-1 0 0,-1-1 1 0 0,0 1 0 0 0,-1-1-1 0 0,-7 28 1 0 0,2-29-296 0 0,7-14 301 0 0,0 0 0 0 0,0 0 0 0 0,-1 0 0 0 0,1 1-1 0 0,0-1 1 0 0,0 0 0 0 0,0 0 0 0 0,-1 0-1 0 0,1 0 1 0 0,0 0 0 0 0,0 0 0 0 0,-1 0 0 0 0,1 0-1 0 0,0 0 1 0 0,-1 0 0 0 0,1 0 0 0 0,0 0-1 0 0,0 0 1 0 0,-1 0 0 0 0,1 0 0 0 0,0 0 0 0 0,0 0-1 0 0,-1 0 1 0 0,1 0 0 0 0,0 0 0 0 0,0-1-1 0 0,-1 1 1 0 0,1 0 0 0 0,0 0 0 0 0,0 0 0 0 0,0 0-1 0 0,-1-1 1 0 0,1 1 0 0 0,0 0 0 0 0,0 0-1 0 0,0 0 1 0 0,0-1 0 0 0,0 1 0 0 0,-1 0 0 0 0,1 0-1 0 0,0 0 1 0 0,0-1 0 0 0,0 1 0 0 0,0 0-1 0 0,0 0 1 0 0,0-1 0 0 0,0 1 0 0 0,0 0 0 0 0,0-1-1 0 0,0 1 1 0 0,0 0 0 0 0,0-1 0 0 0,-4-7-1163 0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7.2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110 107 1840 0 0,'-5'-3'341'0'0,"0"1"0"0"0,0 0 0 0 0,0 0 0 0 0,0 0 1 0 0,-1 1-1 0 0,1-1 0 0 0,-8 1 0 0 0,9 0 362 0 0,-1 1 1 0 0,1-1-1 0 0,0 0 1 0 0,-1 0-1 0 0,1 0 1 0 0,0-1-1 0 0,0 0 1 0 0,0 1-1 0 0,0-1 1 0 0,0-1-1 0 0,-6-3 1 0 0,10 5-582 0 0,-1 1-1 0 0,1 0 1 0 0,0-1 0 0 0,-1 1 0 0 0,1-1 0 0 0,0 1 0 0 0,0 0 0 0 0,-1-1-1 0 0,1 1 1 0 0,0-1 0 0 0,0 1 0 0 0,-1-1 0 0 0,1 1 0 0 0,0-1 0 0 0,0 1-1 0 0,0-1 1 0 0,0 1 0 0 0,0-1 0 0 0,0 1 0 0 0,0-1 0 0 0,0 1 0 0 0,0-1-1 0 0,0 1 1 0 0,0-1 0 0 0,0 1 0 0 0,0-1 0 0 0,1 1 0 0 0,-1-1 0 0 0,0 1-1 0 0,1-2 1 0 0,14-12 1896 0 0,23-4-201 0 0,-20 13-1701 0 0,0 0 1 0 0,0 1-1 0 0,0 1 0 0 0,1 0 1 0 0,-1 2-1 0 0,1 0 0 0 0,0 1 0 0 0,-1 1 1 0 0,29 4-1 0 0,-34-1-1874 0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7.5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8754 0 0,'5'0'674'0'0,"-1"-1"0"0"0,1-1 0 0 0,0 1 0 0 0,-1-1 0 0 0,1 0 0 0 0,7-4 0 0 0,6-3 1077 0 0,21-3 760 0 0,0 2 0 0 0,45-6 0 0 0,-37 7-3719 0 0,46-14-1 0 0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8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59 10594 0 0,'2'-48'6393'0'0,"0"37"-2265"0"0,1 34-2720 0 0,-1 6-1319 0 0,3 56-80 0 0,-3-1-1 0 0,-15 143 1 0 0,9-200-82 0 0,3-15-368 0 0,0 0-1 0 0,-1 0 1 0 0,-1 0-1 0 0,-5 15 1 0 0,6-23-588 0 0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9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2761 0 0,'0'-4'-12'0'0,"12"-87"1561"0"0,-9 77-448 0 0,1 0 0 0 0,-1 0 0 0 0,2 0-1 0 0,8-16 1 0 0,-13 29-867 0 0,1 0-1 0 0,0 0 1 0 0,-1 0-1 0 0,1 1 1 0 0,0-1 0 0 0,0 0-1 0 0,0 0 1 0 0,0 1-1 0 0,0-1 1 0 0,0 1-1 0 0,0-1 1 0 0,0 1 0 0 0,0-1-1 0 0,0 1 1 0 0,0-1-1 0 0,0 1 1 0 0,0 0 0 0 0,0 0-1 0 0,0 0 1 0 0,0-1-1 0 0,0 1 1 0 0,1 0-1 0 0,-1 0 1 0 0,0 1 0 0 0,0-1-1 0 0,0 0 1 0 0,0 0-1 0 0,0 0 1 0 0,0 1-1 0 0,0-1 1 0 0,2 1 0 0 0,40 19 2613 0 0,-32-14-2291 0 0,20 11-399 0 0,-1 1-1 0 0,-1 1 1 0 0,0 2-1 0 0,-2 1 1 0 0,0 1 0 0 0,-2 1-1 0 0,-1 1 1 0 0,0 2-1 0 0,-2 0 1 0 0,35 58-1 0 0,-51-73-1035 0 0,-2 0-272 0 0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29.3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7370 0 0,'7'-12'5413'0'0,"18"-12"-1532"0"0,-22 22-3421 0 0,14-14 739 0 0,2 2 1 0 0,-1 0-1 0 0,2 1 1 0 0,35-18 0 0 0,-40 24-1875 0 0,-1 1 1 0 0,30-7 0 0 0,-30 10-1213 0 0,-1 1 1 0 0,0 1-1 0 0,26 0 0 0 0,-19 2-767 0 0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0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0,'2'11'10635'0'0,"10"12"-7730"0"0,3-9-3128 0 0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1.3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 6449 0 0,'0'-7'592'0'0,"1"-13"6196"0"0,7 36-1854 0 0,33 108-1696 0 0,-11-36-2627 0 0,25 120 1 0 0,-29-12 317 0 0,-10-64-2326 0 0,-1-45-4573 0 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1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4145 0 0,'7'-34'15494'0'0,"1"45"-13267"0"0,16 45-1103 0 0,26 64-233 0 0,50 173-1 0 0,-91-257-1008 0 0,-3-16-560 0 0,0 0 0 0 0,-2 0 1 0 0,2 23-1 0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2.0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171 115 5985 0 0,'14'-41'1884'0'0,"-10"33"-549"0"0,-1 0-1 0 0,0-1 0 0 0,0 1 1 0 0,-1-1-1 0 0,2-17 0 0 0,-4 26-1271 0 0,0 0 0 0 0,0 0 0 0 0,0 0 0 0 0,0-1 0 0 0,1 1 0 0 0,-1 0-1 0 0,0 0 1 0 0,0 0 0 0 0,0-1 0 0 0,-1 1 0 0 0,1 0 0 0 0,0 0-1 0 0,0 0 1 0 0,0-1 0 0 0,0 1 0 0 0,0 0 0 0 0,0 0 0 0 0,0 0 0 0 0,0 0-1 0 0,0-1 1 0 0,0 1 0 0 0,0 0 0 0 0,-1 0 0 0 0,1 0 0 0 0,0 0 0 0 0,0-1-1 0 0,0 1 1 0 0,0 0 0 0 0,0 0 0 0 0,-1 0 0 0 0,1 0 0 0 0,0 0 0 0 0,0 0-1 0 0,0 0 1 0 0,-1-1 0 0 0,1 1 0 0 0,0 0 0 0 0,0 0 0 0 0,0 0 0 0 0,-1 0-1 0 0,1 0 1 0 0,-10 5 1068 0 0,-6 12-495 0 0,-16 27-230 0 0,1 2 1 0 0,3 1 0 0 0,1 2 0 0 0,-22 59-1 0 0,48-107-394 0 0,0 1 0 0 0,0 0 0 0 0,0 0 0 0 0,1-1 0 0 0,-1 1 0 0 0,1 0 0 0 0,-1 0 0 0 0,1 0 0 0 0,0 0 0 0 0,0 0 0 0 0,-1-1 0 0 0,1 1 0 0 0,1 0 0 0 0,-1 0 0 0 0,0 0 0 0 0,0 0 0 0 0,1 0 0 0 0,-1 0 0 0 0,1-1 0 0 0,0 3 0 0 0,1-2-5 0 0,-1-1 0 0 0,1 0 1 0 0,-1 0-1 0 0,1 1 0 0 0,0-1 0 0 0,-1 0 1 0 0,1 0-1 0 0,0 0 0 0 0,0-1 0 0 0,0 1 0 0 0,0 0 1 0 0,0-1-1 0 0,0 1 0 0 0,0-1 0 0 0,0 0 1 0 0,0 1-1 0 0,0-1 0 0 0,0 0 0 0 0,2-1 1 0 0,36 1 91 0 0,-1-3 0 0 0,1-1 0 0 0,56-13 1 0 0,64-7 65 0 0,-148 23-115 0 0,1 1-997 0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4.965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338 540 456 0 0,'-51'-33'8135'0'0,"33"16"-6973"0"0,-18-14 443 0 0,21 21-549 0 0,0 1-1 0 0,-1 0 1 0 0,0 1-1 0 0,0 1 1 0 0,-1 0-1 0 0,-21-4 1 0 0,38 11-1039 0 0,-1 0 0 0 0,1 0 1 0 0,-1 0-1 0 0,0 0 0 0 0,1-1 1 0 0,-1 1-1 0 0,1 0 0 0 0,-1 0 1 0 0,1 0-1 0 0,-1-1 0 0 0,0 1 1 0 0,1 0-1 0 0,-1 0 0 0 0,1-1 1 0 0,-1 1-1 0 0,1-1 0 0 0,0 1 1 0 0,-1 0-1 0 0,1-1 0 0 0,-1 1 1 0 0,1-1-1 0 0,0 1 0 0 0,-1-1 1 0 0,1 0-1 0 0,11-6 67 0 0,34-1-217 0 0,-37 6 190 0 0,749-101 1661 0 0,-297 61-1708 0 0,168-44 327 0 0,-538 72-227 0 0,342-49 366 0 0,3 29-328 0 0,-292 35 199 0 0,-119 1-570 0 0,0 0 1 0 0,-1 2 0 0 0,44 12 0 0 0,-80-19-53 0 0,0 0 0 0 0,0 1 0 0 0,-19 0 0 0 0,0-1 136 0 0,-279-13-1576 0 0,139 11 690 0 0,158 5 915 0 0,-582-22-1143 0 0,1 44 2744 0 0,450-4-1349 0 0,-224 57-1 0 0,-127 84-249 0 0,432-134 207 0 0,-82 44 0 0 0,121-55-75 0 0,1 1 1 0 0,0 1 0 0 0,1 1 0 0 0,0 1 0 0 0,-37 40 0 0 0,55-52-20 0 0,1 0 0 0 0,-1 0 0 0 0,1 1 1 0 0,0-1-1 0 0,0 1 0 0 0,1 0 0 0 0,-1 0 0 0 0,2 0 0 0 0,-1 0 1 0 0,1 1-1 0 0,-2 10 0 0 0,4-13 3 0 0,-1 1 0 0 0,1-1 0 0 0,0 1 0 0 0,1-1 0 0 0,-1 0 1 0 0,1 1-1 0 0,0-1 0 0 0,1 1 0 0 0,-1-1 0 0 0,1 0 0 0 0,0 0 0 0 0,0 0 0 0 0,1 0 1 0 0,-1 0-1 0 0,1-1 0 0 0,6 9 0 0 0,5 3 70 0 0,1-1 1 0 0,1 0-1 0 0,1-1 0 0 0,0 0 1 0 0,0-1-1 0 0,1-2 0 0 0,1 1 1 0 0,0-2-1 0 0,1-1 1 0 0,23 9-1 0 0,10 0 160 0 0,1-2 1 0 0,98 15 0 0 0,114 2 504 0 0,1-11 0 0 0,367-18 0 0 0,362-95-431 0 0,-290 15-337 0 0,-486 60 51 0 0,1052-105 247 0 0,-1109 93-273 0 0,-136 21 0 0 0,0 0 0 0 0,0-2 0 0 0,46-22 0 0 0,-71 30 0 0 0,0 0 0 0 0,0 0 0 0 0,-1 0 0 0 0,1 0 0 0 0,0-1 0 0 0,-1 1 0 0 0,1 0 0 0 0,0-1 0 0 0,-1 1 0 0 0,0-1 0 0 0,1 1 0 0 0,-1-1 0 0 0,0 0 0 0 0,0 1 0 0 0,0-1 0 0 0,0 0 0 0 0,1-3 0 0 0,-2 4 0 0 0,1 0 0 0 0,-1-1 0 0 0,0 1 0 0 0,0-1 0 0 0,0 1 0 0 0,-1-1 0 0 0,1 1 0 0 0,0 0 0 0 0,0-1 0 0 0,-1 1 0 0 0,1-1 0 0 0,-1 1 0 0 0,1 0 0 0 0,-1-1 0 0 0,0 1 0 0 0,0 0 0 0 0,1 0 0 0 0,-1 0 0 0 0,-1-2 0 0 0,-3-2 0 0 0,-1 0 0 0 0,0 0 0 0 0,0 0 0 0 0,0 1 0 0 0,0-1 0 0 0,-1 2 0 0 0,-12-7 0 0 0,-16-4-79 0 0,0 2 0 0 0,-1 1 1 0 0,-53-10-1 0 0,-116-6-473 0 0,99 15 365 0 0,-546-50-552 0 0,-1 67 1501 0 0,-25 69-497 0 0,6 32-1127 0 0,98-1-215 0 0,530-96 1160 0 0,0 1 1 0 0,1 2-1 0 0,0 2 0 0 0,-44 22 0 0 0,86-36-82 0 0,1 0 0 0 0,-1 0 0 0 0,1 0 0 0 0,-1 0 0 0 0,1 0 0 0 0,0 1 0 0 0,-1-1 0 0 0,1 0-1 0 0,-1 0 1 0 0,1 1 0 0 0,0-1 0 0 0,-1 0 0 0 0,1 0 0 0 0,0 1 0 0 0,-1-1 0 0 0,1 0 0 0 0,0 1 0 0 0,-1-1-1 0 0,1 1 1 0 0,0-1 0 0 0,0 0 0 0 0,-1 1 0 0 0,1-1 0 0 0,0 1 0 0 0,0-1 0 0 0,0 0 0 0 0,0 1 0 0 0,0-1-1 0 0,-1 1 1 0 0,1-1 0 0 0,0 1 0 0 0,0-1 0 0 0,0 1 0 0 0,0-1 0 0 0,0 1 0 0 0,1-1 0 0 0,-1 1 0 0 0,0-1-1 0 0,0 0 1 0 0,0 1 0 0 0,0-1 0 0 0,0 1 0 0 0,1-1 0 0 0,-1 1 0 0 0,0-1 0 0 0,0 0 0 0 0,1 1-1 0 0,-1-1 1 0 0,0 0 0 0 0,0 1 0 0 0,1-1 0 0 0,-1 0 0 0 0,1 1 0 0 0,-1-1 0 0 0,0 0 0 0 0,1 1 0 0 0,-1-1-1 0 0,0 0 1 0 0,1 0 0 0 0,-1 0 0 0 0,1 1 0 0 0,-1-1 0 0 0,1 0 0 0 0,-1 0 0 0 0,1 0 0 0 0,-1 0 0 0 0,1 0-1 0 0,37 12 22 0 0,-35-11-29 0 0,64 12-497 0 0,-1-3-1 0 0,91 3 1 0 0,-92-9 525 0 0,224 8 247 0 0,409-34-1 0 0,283-106-753 0 0,165-13 2473 0 0,-530 143-1702 0 0,-549 0-79 0 0,-140-8-106 0 0,-76 3 0 0 0,65 2-5510 0 0,0 0-1597 0 0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8.960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656 705 5065 0 0,'50'-128'13572'0'0,"-37"145"-12370"0"0,-10-9-952 0 0,0 0 1 0 0,0 0-1 0 0,-1 0 1 0 0,0 0-1 0 0,-1 1 1 0 0,1-1-1 0 0,-1 9 1 0 0,-2 64-51 0 0,0-51 186 0 0,-19 206 411 0 0,10-154-637 0 0,1 153-1 0 0,16-91-459 0 0,33 435 553 0 0,7-44-119 0 0,-28-274-97 0 0,82 578 371 0 0,-54-262-219 0 0,-32-306-186 0 0,30 119-3 0 0,-1-35 0 0 0,-29 14-66 0 0,-1-6 44 0 0,-10-291-47 0 0,-9 105 0 0 0,-21 72-184 0 0,1-20 132 0 0,-46 353 118 0 0,11-135 21 0 0,23-163 18 0 0,-2 29-66 0 0,30-223 20 0 0,-22 356 7 0 0,32 178 83 0 0,-17-234-224 0 0,0 51-13 0 0,2 20 291 0 0,9-332-143 0 0,0 203-26 0 0,5-269-55 0 0,5-109-173 0 0,-41-260 251 0 0,-3-72-420 0 0,38-224-1251 0 0,0-11 613 0 0,0-797 308 0 0,7 853 1387 0 0,23-233 1873 0 0,-8 337-2234 0 0,57-249-132 0 0,-53 531-136 0 0,7-197 4 0 0,-19 159 0 0 0,14-453 91 0 0,-22 405 26 0 0,-8 114-117 0 0,-37-245 0 0 0,8 129 0 0 0,18 114-7 0 0,-43-486 173 0 0,28-1-29 0 0,-2-107-401 0 0,22 670 264 0 0,-34-130 0 0 0,-38-60 0 0 0,64 207 0 0 0,-16-65 42 0 0,22 70-277 0 0,-28-69 0 0 0,39 114 234 0 0,0 1 1 0 0,-1-1-1 0 0,1 1 0 0 0,-1 0 1 0 0,0-1-1 0 0,1 1 0 0 0,-1-1 1 0 0,0 1-1 0 0,0 0 0 0 0,0 0 1 0 0,0 0-1 0 0,0-1 0 0 0,0 1 1 0 0,0 0-1 0 0,0 0 1 0 0,-3-1-1 0 0,4 2 1 0 0,-1 0 0 0 0,0 0 0 0 0,1 1 0 0 0,-1-1 0 0 0,1 0-1 0 0,-1 1 1 0 0,1-1 0 0 0,-1 0 0 0 0,1 1 0 0 0,-1-1 0 0 0,1 0 0 0 0,0 1 0 0 0,-1-1 0 0 0,1 1 0 0 0,-1-1 0 0 0,1 1 0 0 0,0-1-1 0 0,-1 1 1 0 0,1-1 0 0 0,0 1 0 0 0,0-1 0 0 0,0 1 0 0 0,-1 0 0 0 0,1-1 0 0 0,0 1 0 0 0,0-1 0 0 0,0 2 0 0 0,-9 58 2 0 0,9-55-3 0 0,-15 437-890 0 0,27 2-778 0 0,0 131 380 0 0,-56 448 2695 0 0,5-218 9 0 0,31-531-1402 0 0,-45 1147 60 0 0,26-854 358 0 0,-58 817 224 0 0,36-600-414 0 0,25-325-186 0 0,-34 190-2 0 0,12-103 212 0 0,49 0-348 0 0,2-487 9 0 0,2 0 1 0 0,2-1-1 0 0,4 0 0 0 0,1-1 1 0 0,4 0-1 0 0,46 104 1 0 0,8-2-146 0 0,31 61-210 0 0,-99-212 350 0 0,-2-4 19 0 0,-1 1 1 0 0,1-1 0 0 0,0 0-1 0 0,1 0 1 0 0,-1 0 0 0 0,1 0-1 0 0,0 0 1 0 0,0-1 0 0 0,0 1-1 0 0,0-1 1 0 0,1 0 0 0 0,-1 0-1 0 0,5 3 1 0 0,-7-6 46 0 0,0 0 0 0 0,0 0 0 0 0,0 0 0 0 0,0 0 0 0 0,0 0 0 0 0,0-1 0 0 0,0 1 0 0 0,-1 0 0 0 0,1 0 0 0 0,0-1 0 0 0,0 1 0 0 0,0 0 0 0 0,0-1-1 0 0,0 1 1 0 0,-1-1 0 0 0,1 1 0 0 0,0-1 0 0 0,-1 0 0 0 0,1 1 0 0 0,0-1 0 0 0,-1 0 0 0 0,1 1 0 0 0,0-1 0 0 0,-1 0 0 0 0,1 0 0 0 0,-1 1 0 0 0,0-1 0 0 0,1 0 0 0 0,0-2 0 0 0,10-29-172 0 0,-10 29 158 0 0,11-51-217 0 0,11-98 0 0 0,-9-59-357 0 0,-11 138 451 0 0,60-734-135 0 0,-44 587 257 0 0,14-670 736 0 0,2-19 24 0 0,94-352-1485 0 0,-92 841 917 0 0,4-35 441 0 0,-40 452-592 0 0,20-216 573 0 0,-20 190-588 0 0,-2 0-1 0 0,-1 1 0 0 0,-1-1 0 0 0,-2 0 0 0 0,-12-44 0 0 0,17 72-2 0 0,-1 0-1 0 0,1-1 1 0 0,0 1 0 0 0,-1-1 0 0 0,1 1 0 0 0,-1 0 0 0 0,1 0-1 0 0,-1-1 1 0 0,0 1 0 0 0,1 0 0 0 0,-1 0 0 0 0,0 0 0 0 0,0 0-1 0 0,0 0 1 0 0,0 0 0 0 0,0 0 0 0 0,0 0 0 0 0,-2-1 0 0 0,3 2-10 0 0,-1 0 0 0 0,0 0 1 0 0,1 0-1 0 0,-1 0 1 0 0,0 1-1 0 0,1-1 0 0 0,-1 0 1 0 0,0 0-1 0 0,1 1 0 0 0,-1-1 1 0 0,1 0-1 0 0,-1 1 1 0 0,1-1-1 0 0,-1 0 0 0 0,1 1 1 0 0,-1-1-1 0 0,1 1 0 0 0,-1-1 1 0 0,1 1-1 0 0,-1-1 1 0 0,1 1-1 0 0,0-1 0 0 0,-1 1 1 0 0,1-1-1 0 0,-1 2 0 0 0,-4 9-284 0 0,1-1 0 0 0,0 1 0 0 0,-3 13 0 0 0,5-20 159 0 0,-28 124-1743 0 0,-25 224 0 0 0,50-309 1817 0 0,-31 692-74 0 0,16-36 401 0 0,-32 0-30 0 0,30 316 705 0 0,21-453-539 0 0,48 351 2266 0 0,-33-781-2500 0 0,12 135 675 0 0,-24-204-658 0 0,-2 0 0 0 0,-11 81 1 0 0,2-91-163 0 0,5-33-9 0 0,1-1 0 0 0,0 1 0 0 0,1 0 0 0 0,1 0-1 0 0,1 0 1 0 0,1 0 0 0 0,5 31 0 0 0,-6-49-77 0 0,1 0 0 0 0,-1 0 0 0 0,1 0-1 0 0,0 1 1 0 0,0-1 0 0 0,0 0 0 0 0,0 0 0 0 0,0 0 0 0 0,0-1 0 0 0,1 1 0 0 0,-1 0 0 0 0,1 0-1 0 0,1 2 1 0 0,4-1-604 0 0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39.165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57 1 21661 0 0,'-22'15'960'0'0,"7"-6"192"0"0,4 1-920 0 0,4-5-232 0 0,6-2 0 0 0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46.90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516 3 6449 0 0,'-2'0'69'0'0,"1"-1"0"0"0,0 1 0 0 0,0-1 0 0 0,0 1 0 0 0,0 0 0 0 0,0 0 0 0 0,-1-1 0 0 0,1 1 0 0 0,0 0 0 0 0,0 0 0 0 0,0 0 0 0 0,-1 0 0 0 0,1 1 0 0 0,0-1 0 0 0,0 0 0 0 0,0 0 0 0 0,0 1 0 0 0,-1-1 0 0 0,1 1-1 0 0,0-1 1 0 0,0 1 0 0 0,0-1 0 0 0,0 1 0 0 0,0 0 0 0 0,0-1 0 0 0,-1 2 0 0 0,-29 21 895 0 0,21-12-792 0 0,0 1-1 0 0,0 0 1 0 0,1 0-1 0 0,0 1 1 0 0,1 0-1 0 0,1 1 0 0 0,0-1 1 0 0,1 1-1 0 0,0 1 1 0 0,-4 17-1 0 0,-5 25 147 0 0,-9 73 0 0 0,21-112-234 0 0,-59 480 709 0 0,24-159-104 0 0,-3 12 940 0 0,15 2 0 0 0,22 386 1 0 0,56-26-379 0 0,5 132-823 0 0,-47-77-48 0 0,1-3 403 0 0,-10-448-131 0 0,-57 477 0 0 0,41-679-741 0 0,1-21-30 0 0,4 2 0 0 0,4 142-1 0 0,10-206-590 0 0,-7-303-4264 0 0,-2-18 5577 0 0,-35-1522-2070 0 0,32 1586 1116 0 0,-15-1902-87 0 0,23 1688-45 0 0,3 130-19 0 0,-4-252 229 0 0,-3 456 731 0 0,-5 1 0 0 0,-4-1 0 0 0,-45-170 0 0 0,47 253 682 0 0,9 35-847 0 0,-3 761-1693 0 0,8-333 1250 0 0,16 483 374 0 0,-1 79 918 0 0,-28-540-822 0 0,-1 198-289 0 0,28 0 362 0 0,72 436 454 0 0,-5-81-621 0 0,-53-438 177 0 0,55 625 2362 0 0,-62-622-2601 0 0,-24-578-196 0 0,0 5-100 0 0,0 1 1 0 0,1-1-1 0 0,-1 0 0 0 0,5 15 0 0 0,-5-23 122 0 0,0 1 0 0 0,0-1 0 0 0,0 0 0 0 0,0 0-1 0 0,0 1 1 0 0,0-1 0 0 0,1 0 0 0 0,-1 0 0 0 0,0 1 0 0 0,0-1 0 0 0,0 0 0 0 0,1 0 0 0 0,-1 0 0 0 0,0 1 0 0 0,0-1 0 0 0,0 0 0 0 0,1 0 0 0 0,-1 0 0 0 0,0 0 0 0 0,0 0-1 0 0,1 1 1 0 0,-1-1 0 0 0,0 0 0 0 0,1 0 0 0 0,-1 0 0 0 0,0 0 0 0 0,0 0 0 0 0,1 0 0 0 0,-1 0 0 0 0,0 0 0 0 0,1 0 0 0 0,-1 0 0 0 0,0 0 0 0 0,0 0 0 0 0,1 0-1 0 0,-1 0 1 0 0,0 0 0 0 0,1-1 0 0 0,-1 1 0 0 0,0 0 0 0 0,0 0 0 0 0,1 0 0 0 0,-1 0 0 0 0,0 0 0 0 0,0-1 0 0 0,1 1 0 0 0,-1 0 0 0 0,0 0 0 0 0,0 0 0 0 0,0-1 0 0 0,1 1-1 0 0,-1 0 1 0 0,0 0 0 0 0,0-1 0 0 0,0 1 0 0 0,0 0 0 0 0,0 0 0 0 0,0-1 0 0 0,0 1 0 0 0,1 0 0 0 0,-1-1 0 0 0,0 1 0 0 0,0 0 0 0 0,0-1 0 0 0,10-18-612 0 0,6-34 9 0 0,-2-1 1 0 0,-2 0 0 0 0,-3-1-1 0 0,2-56 1 0 0,-2 27 139 0 0,89-1243-3388 0 0,-56 618 3378 0 0,-11 287 307 0 0,72-1106 1168 0 0,-80 1168-275 0 0,21-789 70 0 0,-66 632 1723 0 0,22 512-2473 0 0,0-3 61 0 0,-1-1 0 0 0,0 1-1 0 0,0 0 1 0 0,0 0 0 0 0,-1 0 0 0 0,-1 0-1 0 0,1 1 1 0 0,-1-1 0 0 0,0 0-1 0 0,-7-9 1 0 0,10 16-89 0 0,0 1 0 0 0,-1-1 0 0 0,1 1 1 0 0,0 0-1 0 0,-1-1 0 0 0,1 1 0 0 0,0 0 0 0 0,-1-1 0 0 0,1 1 0 0 0,0 0 0 0 0,-1 0 1 0 0,1-1-1 0 0,0 1 0 0 0,-1 0 0 0 0,1 0 0 0 0,-1 0 0 0 0,1-1 0 0 0,-1 1 0 0 0,1 0 1 0 0,-1 0-1 0 0,1 0 0 0 0,0 0 0 0 0,-1 0 0 0 0,1 0 0 0 0,-1 0 0 0 0,1 0 0 0 0,-1 0 1 0 0,1 0-1 0 0,-1 0 0 0 0,1 0 0 0 0,-1 1 0 0 0,0-1 0 0 0,-12 14 103 0 0,-2 22-53 0 0,0 22-310 0 0,3 1-1 0 0,-9 108 1 0 0,10-69 48 0 0,-50 637 238 0 0,35 3 861 0 0,1 4-875 0 0,-18 428 86 0 0,-7 152 675 0 0,-59-292-72 0 0,15-203-53 0 0,89-765-584 0 0,-21 195 581 0 0,19-213-541 0 0,-3 0-1 0 0,-1 0 0 0 0,-28 70 1 0 0,39-113-128 0 0,0 0 1 0 0,0-1 0 0 0,0 1 0 0 0,0 0 0 0 0,-1 0 0 0 0,1-1-1 0 0,0 1 1 0 0,-1 0 0 0 0,1 0 0 0 0,-1-1 0 0 0,1 1 0 0 0,-1 0-1 0 0,1-1 1 0 0,-1 1 0 0 0,1-1 0 0 0,-1 1 0 0 0,1-1 0 0 0,-1 1 0 0 0,0-1-1 0 0,1 1 1 0 0,-1-1 0 0 0,0 1 0 0 0,0-1 0 0 0,0 0-25 0 0,0-1-1 0 0,1 1 1 0 0,-1-1 0 0 0,1 1 0 0 0,0-1 0 0 0,-1 1 0 0 0,1-1 0 0 0,-1 0 0 0 0,1 1 0 0 0,0-1 0 0 0,-1 0-1 0 0,1 1 1 0 0,0-1 0 0 0,0 0 0 0 0,-1 1 0 0 0,1-1 0 0 0,0 0 0 0 0,0 1 0 0 0,0-2 0 0 0,-3-41-1425 0 0,30-571-6288 0 0,-9 322 6447 0 0,0-267-1568 0 0,-39 0 1288 0 0,18 531 1681 0 0,-8-70 369 0 0,9 87-452 0 0,-1 1-1 0 0,1 0 0 0 0,-2 0 1 0 0,1 0-1 0 0,-1 0 1 0 0,-11-17-1 0 0,15 26-36 0 0,0 1 1 0 0,0-1-1 0 0,-1 1 1 0 0,1-1-1 0 0,-1 1 1 0 0,1-1-1 0 0,0 1 1 0 0,-1-1-1 0 0,1 1 1 0 0,-1-1-1 0 0,1 1 1 0 0,-1 0-1 0 0,1-1 1 0 0,-1 1-1 0 0,1 0 1 0 0,-1-1-1 0 0,0 1 1 0 0,1 0-1 0 0,-1 0 1 0 0,1-1-1 0 0,-1 1 1 0 0,0 0-1 0 0,1 0 1 0 0,-1 0-1 0 0,0 0 0 0 0,1 0 1 0 0,-1 0-1 0 0,1 0 1 0 0,-2 0-1 0 0,-14 14 31 0 0,-5 26 384 0 0,10-6-154 0 0,1 0 0 0 0,1 1 0 0 0,-7 69 0 0 0,5 112 804 0 0,10-154-412 0 0,22 1179 6379 0 0,-17-1181-6512 0 0,21 347 2558 0 0,-25-405-3154 0 0,2 15 635 0 0,0 0 0 0 0,7 29 1 0 0,-7-41-685 0 0,-1 0 1 0 0,1 0 0 0 0,0-1 0 0 0,1 1 0 0 0,-1-1 0 0 0,4 5-1 0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47.10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 1 5529 0 0,'-4'1'240'0'0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02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106 150 6449 0 0,'-8'2'854'0'0,"-1"1"-1"0"0,0-1 0 0 0,1-1 1 0 0,-1 1-1 0 0,0-1 1 0 0,-16-1-1 0 0,24 0-701 0 0,-1 0 0 0 0,1 0 1 0 0,0-1-1 0 0,-1 1 0 0 0,1 0 0 0 0,0-1 0 0 0,-1 1 1 0 0,1-1-1 0 0,0 1 0 0 0,-1-1 0 0 0,1 0 0 0 0,0 1 1 0 0,0-1-1 0 0,0 0 0 0 0,0 0 0 0 0,0 0 0 0 0,0 0 1 0 0,0 0-1 0 0,0 0 0 0 0,-1-1 0 0 0,1 0 21 0 0,1 0 0 0 0,0 0 1 0 0,-1 0-1 0 0,1 0 0 0 0,0 0 0 0 0,0 0 0 0 0,0 0 0 0 0,0 0 0 0 0,0 1 0 0 0,0-1 0 0 0,1 0 1 0 0,-1 0-1 0 0,1 0 0 0 0,-1 0 0 0 0,1 0 0 0 0,0 0 0 0 0,0 1 0 0 0,0-1 0 0 0,1-2 0 0 0,2-1 67 0 0,0-1-1 0 0,0 1 1 0 0,0 0-1 0 0,1 0 0 0 0,0 1 1 0 0,0-1-1 0 0,0 1 1 0 0,1 0-1 0 0,-1 0 0 0 0,1 1 1 0 0,0 0-1 0 0,12-5 1 0 0,11-4-128 0 0,41-10 1 0 0,-69 22-98 0 0,9-3-2 0 0,0 0 0 0 0,0 1-1 0 0,0 1 1 0 0,0-1 0 0 0,0 2 0 0 0,0-1-1 0 0,17 2 1 0 0,-25 0-12 0 0,1-1-1 0 0,0 1 1 0 0,0 0 0 0 0,-1 0-1 0 0,1 0 1 0 0,-1 0 0 0 0,1 0-1 0 0,-1 0 1 0 0,1 1 0 0 0,-1-1-1 0 0,0 1 1 0 0,1 0 0 0 0,-1 0-1 0 0,0-1 1 0 0,0 1 0 0 0,0 1-1 0 0,-1-1 1 0 0,1 0 0 0 0,0 0-1 0 0,-1 1 1 0 0,1-1 0 0 0,-1 1-1 0 0,0-1 1 0 0,0 1 0 0 0,0-1-1 0 0,0 1 1 0 0,-1 0 0 0 0,1 0-1 0 0,-1-1 1 0 0,1 1 0 0 0,-1 0-1 0 0,0 3 1 0 0,0 20-49 0 0,-1 1 0 0 0,-2-1 0 0 0,0 0-1 0 0,-2 0 1 0 0,-10 34 0 0 0,-8 44 288 0 0,23-104-237 0 0,0 1 0 0 0,0 0 1 0 0,0 0-1 0 0,0-1 0 0 0,0 1 1 0 0,0 0-1 0 0,0 0 0 0 0,0 0 1 0 0,0-1-1 0 0,0 1 0 0 0,1 0 1 0 0,-1 0-1 0 0,0-1 0 0 0,0 1 1 0 0,1 0-1 0 0,-1-1 0 0 0,1 1 1 0 0,-1 0-1 0 0,0-1 0 0 0,1 1 1 0 0,-1 0-1 0 0,1-1 0 0 0,-1 1 1 0 0,1-1-1 0 0,0 1 0 0 0,-1-1 1 0 0,1 1-1 0 0,0-1 0 0 0,-1 0 1 0 0,1 1-1 0 0,0-1 0 0 0,-1 0 1 0 0,1 1-1 0 0,0-1 0 0 0,0 0 0 0 0,-1 0 1 0 0,1 0-1 0 0,0 0 0 0 0,0 0 1 0 0,-1 0-1 0 0,1 0 0 0 0,0 0 1 0 0,0 0-1 0 0,-1 0 0 0 0,1 0 1 0 0,0 0-1 0 0,1-1 0 0 0,52-11 220 0 0,-25 4-157 0 0,-12 7-62 0 0,1 0 0 0 0,0 1 0 0 0,-1 1 0 0 0,1 1 0 0 0,-1 0 0 0 0,34 9 0 0 0,-41-8 0 0 0,0 0 0 0 0,0 1 0 0 0,0 0 0 0 0,0 1 0 0 0,-1 0 0 0 0,1 0 0 0 0,-1 1 0 0 0,-1 0 0 0 0,1 1 0 0 0,-1 0 0 0 0,0 0 0 0 0,11 14 0 0 0,-17-18 15 0 0,0 0 1 0 0,0 0-1 0 0,0 0 0 0 0,-1 0 1 0 0,1 0-1 0 0,-1 0 0 0 0,0 0 1 0 0,0 1-1 0 0,0-1 1 0 0,0 0-1 0 0,-1 1 0 0 0,1-1 1 0 0,-1 1-1 0 0,0-1 0 0 0,0 1 1 0 0,0-1-1 0 0,-1 7 0 0 0,-1-4 17 0 0,0 0 0 0 0,0 0 0 0 0,0 0 0 0 0,-1-1 0 0 0,0 1 0 0 0,0-1 0 0 0,0 0 0 0 0,-1 0 0 0 0,-5 7 0 0 0,-8 5 189 0 0,-1 0 0 0 0,-1-1 0 0 0,-39 26 0 0 0,57-41-209 0 0,-8 4 84 0 0,0 1 0 0 0,-1-1 0 0 0,1 0-1 0 0,-1-1 1 0 0,0 0 0 0 0,0-1 0 0 0,0 0 0 0 0,-1-1 0 0 0,1 0-1 0 0,-14 1 1 0 0,20-3-203 0 0,1 1 0 0 0,-1-1-1 0 0,0-1 1 0 0,1 1 0 0 0,-1-1-1 0 0,1 1 1 0 0,-1-1 0 0 0,1 0 0 0 0,-1 0-1 0 0,1 0 1 0 0,0-1 0 0 0,-1 1-1 0 0,1-1 1 0 0,0 0 0 0 0,0 0 0 0 0,0 0-1 0 0,0 0 1 0 0,1-1 0 0 0,-1 1-1 0 0,1-1 1 0 0,-1 1 0 0 0,1-1 0 0 0,0 0-1 0 0,0 0 1 0 0,0 0 0 0 0,0 0-1 0 0,1 0 1 0 0,-1-1 0 0 0,1 1 0 0 0,0 0-1 0 0,0-1 1 0 0,0 1 0 0 0,-1-8-1 0 0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3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 30 5065 0 0,'-2'5'7684'0'0,"11"-7"-6126"0"0,59-13 4084 0 0,-7 2-4962 0 0,-50 11-2178 0 0,0 0 0 0 0,0 2 0 0 0,16-1-1 0 0,-24 2 1469 0 0,1 0-1 0 0,-1 0 0 0 0,0-1 0 0 0,0 2 0 0 0,0-1 0 0 0,0 0 0 0 0,0 1 0 0 0,0-1 0 0 0,0 1 0 0 0,0 0 0 0 0,-1 0 0 0 0,1 0 1 0 0,-1 0-1 0 0,1 1 0 0 0,-1-1 0 0 0,0 1 0 0 0,0-1 0 0 0,0 1 0 0 0,0 0 0 0 0,-1-1 0 0 0,3 5 0 0 0,0 3 14 0 0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46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18 6649 0 0,'-20'16'322'0'0,"19"-15"-138"0"0,-9 27 11314 0 0,10-28-11375 0 0,1 1 0 0 0,-1-1-1 0 0,1 0 1 0 0,0 0-1 0 0,-1 0 1 0 0,1 0 0 0 0,-1 0-1 0 0,1 0 1 0 0,0 0-1 0 0,-1 0 1 0 0,1 0-1 0 0,-1 0 1 0 0,1 0 0 0 0,0 0-1 0 0,-1 0 1 0 0,1 0-1 0 0,-1 0 1 0 0,1-1 0 0 0,-1 1-1 0 0,1 0 1 0 0,-1 0-1 0 0,1-1 1 0 0,-1 1 0 0 0,1 0-1 0 0,0-2 1 0 0,17-11 70 0 0,-13 9 43 0 0,36-26-2971 0 0,-23 18-4357 0 0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4.89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1 8290 0 0,'-1'1'468'0'0,"0"0"0"0"0,-1-1 1 0 0,1 1-1 0 0,0 0 0 0 0,0 0 1 0 0,-1 1-1 0 0,1-1 0 0 0,0 0 1 0 0,0 0-1 0 0,0 1 0 0 0,1-1 1 0 0,-1 0-1 0 0,0 1 0 0 0,0-1 1 0 0,1 1-1 0 0,-2 1 0 0 0,-2 30 3386 0 0,5-20-3243 0 0,1 0-1 0 0,0-1 1 0 0,3 14-1 0 0,9 33-130 0 0,10 109-1 0 0,-13 60 509 0 0,-9-187-957 0 0,-2-37-31 0 0,12 155-70 0 0,-10-143 52 0 0,1 1 0 0 0,1-1 0 0 0,0 0-1 0 0,2-1 1 0 0,-1 1 0 0 0,2-1-1 0 0,12 22 1 0 0,-8-25-1123 0 0,-12-28-4135 0 0,-2-4 1247 0 0,2 1 1128 0 0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5.1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95 9218 0 0,'0'-1'80'0'0,"-1"1"1"0"0,1 0 0 0 0,0 0-1 0 0,0 0 1 0 0,0-1-1 0 0,0 1 1 0 0,-1 0-1 0 0,1 0 1 0 0,0-1-1 0 0,0 1 1 0 0,0 0-1 0 0,0-1 1 0 0,0 1-1 0 0,0 0 1 0 0,0 0-1 0 0,0-1 1 0 0,0 1-1 0 0,0 0 1 0 0,0-1-1 0 0,0 1 1 0 0,0 0-1 0 0,0 0 1 0 0,0-1-1 0 0,0 1 1 0 0,0 0-1 0 0,0-1 1 0 0,0 1-1 0 0,0 0 1 0 0,0 0-1 0 0,0-1 1 0 0,1 1-1 0 0,-1 0 1 0 0,0 0-1 0 0,0-1 1 0 0,0 1-1 0 0,1 0 1 0 0,-1 0-1 0 0,0-1 1 0 0,16-9 2563 0 0,23-4 1315 0 0,-35 13-3500 0 0,23-8 772 0 0,112-31 894 0 0,-124 37-2231 0 0,2 0 0 0 0,-1 1 0 0 0,0 1-1 0 0,0 0 1 0 0,1 1 0 0 0,24 3 0 0 0,-4 8-2688 0 0,-19-3-4234 0 0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5.4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1 181 23501 0 0,'7'-1'2398'0'0,"23"-12"-6415"0"0,78-53 3504 0 0,-87 51-666 0 0,1 0 0 0 0,1 2 1 0 0,0 0-1 0 0,1 1 0 0 0,42-13 0 0 0,-42 18 1062 0 0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6.03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12899 0 0,'9'6'4763'0'0,"12"10"-2101"0"0,-13-7-2318 0 0,-1 0 0 0 0,0 1 0 0 0,-1-1 0 0 0,0 2-1 0 0,0-1 1 0 0,-1 0 0 0 0,0 1 0 0 0,-1 0 0 0 0,3 14-1 0 0,1 10-14 0 0,4 60 0 0 0,-9-66-1172 0 0,0 1 0 0 0,2-1 0 0 0,13 40 1 0 0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6.53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1 141 3225 0 0,'5'-8'902'0'0,"0"0"1"0"0,1 1-1 0 0,0-1 1 0 0,0 1-1 0 0,1 0 1 0 0,0 1 0 0 0,14-11-1 0 0,58-35 4702 0 0,-74 49-5250 0 0,0 1 1 0 0,0-1-1 0 0,0 1 1 0 0,1-1 0 0 0,-1 2-1 0 0,1-1 1 0 0,-1 1-1 0 0,1-1 1 0 0,0 1-1 0 0,0 1 1 0 0,-1-1-1 0 0,12 2 1 0 0,-15-1-308 0 0,1 1-1 0 0,-1-1 1 0 0,0 1-1 0 0,1 0 1 0 0,-1 0-1 0 0,0 0 1 0 0,0 0-1 0 0,0 1 1 0 0,0-1-1 0 0,0 0 1 0 0,0 1 0 0 0,0-1-1 0 0,0 1 1 0 0,0 0-1 0 0,-1 0 1 0 0,1 0-1 0 0,-1 0 1 0 0,1 0-1 0 0,-1 0 1 0 0,0 0-1 0 0,0 0 1 0 0,0 0 0 0 0,0 1-1 0 0,0-1 1 0 0,0 0-1 0 0,-1 1 1 0 0,1-1-1 0 0,-1 0 1 0 0,0 1-1 0 0,1-1 1 0 0,-1 1-1 0 0,-1 3 1 0 0,1 3-99 0 0,0 0 1 0 0,-1-1-1 0 0,0 1 1 0 0,-1 0-1 0 0,0-1 0 0 0,0 1 1 0 0,-1-1-1 0 0,-6 15 1 0 0,-6 6-362 0 0,-20 29 0 0 0,-9 20 9 0 0,44-78 404 0 0,-1 1 0 0 0,1-1 0 0 0,0 1 0 0 0,0-1 0 0 0,0 1 0 0 0,0-1 0 0 0,0 1-1 0 0,-1-1 1 0 0,1 1 0 0 0,0-1 0 0 0,0 1 0 0 0,0-1 0 0 0,1 1 0 0 0,-1 0 0 0 0,0-1-1 0 0,0 1 1 0 0,0-1 0 0 0,0 1 0 0 0,0-1 0 0 0,1 1 0 0 0,-1-1 0 0 0,0 1 0 0 0,0-1-1 0 0,1 1 1 0 0,-1-1 0 0 0,0 0 0 0 0,1 1 0 0 0,-1-1 0 0 0,0 1 0 0 0,1-1 0 0 0,-1 0-1 0 0,1 1 1 0 0,-1-1 0 0 0,1 0 0 0 0,-1 1 0 0 0,1-1 0 0 0,-1 0 0 0 0,1 0 0 0 0,-1 0-1 0 0,1 1 1 0 0,-1-1 0 0 0,1 0 0 0 0,-1 0 0 0 0,1 0 0 0 0,-1 0 0 0 0,1 0 0 0 0,-1 0-1 0 0,1 0 1 0 0,-1 0 0 0 0,1 0 0 0 0,0-1 0 0 0,41-1 10 0 0,-26 1 16 0 0,3 1 18 0 0,-1 2-1 0 0,0 0 1 0 0,0 1 0 0 0,0 0 0 0 0,0 2 0 0 0,-1 0 0 0 0,0 1 0 0 0,0 1 0 0 0,20 11-1 0 0,-29-14 44 0 0,0 0 0 0 0,-1 0 0 0 0,0 1 0 0 0,0 1 0 0 0,0-1-1 0 0,0 1 1 0 0,-1 0 0 0 0,0 0 0 0 0,0 1 0 0 0,-1 0-1 0 0,0 0 1 0 0,0 0 0 0 0,-1 1 0 0 0,0 0 0 0 0,0-1-1 0 0,0 1 1 0 0,-1 1 0 0 0,0-1 0 0 0,-1 0 0 0 0,3 18 0 0 0,-5-19-11 0 0,0 0 1 0 0,-1 0 0 0 0,0 0 0 0 0,0-1 0 0 0,0 1 0 0 0,-1 0 0 0 0,0-1 0 0 0,-1 1 0 0 0,1-1 0 0 0,-1 1 0 0 0,0-1 0 0 0,-1 0 0 0 0,1 0-1 0 0,-1-1 1 0 0,0 1 0 0 0,-1-1 0 0 0,-9 9 0 0 0,9-9-92 0 0,1 0 0 0 0,-1-1 0 0 0,-1 0 0 0 0,1-1 0 0 0,0 1 0 0 0,-1-1 0 0 0,0 0 0 0 0,0 0 0 0 0,0 0 0 0 0,0-1 0 0 0,0 0 0 0 0,-1-1 0 0 0,1 1 0 0 0,0-1 0 0 0,-1 0 0 0 0,1-1-1 0 0,-1 1 1 0 0,-11-2 0 0 0,-43-11-3824 0 0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3:56.7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 0 14283 0 0,'-2'4'4001'0'0,"-9"17"1118"0"0,5-17-4520 0 0,4-12-749 0 0,6-1-730 0 0,-2 3 425 0 0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07.1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50 170 10138 0 0,'-2'0'224'0'0,"0"0"1"0"0,0 0-1 0 0,0 0 0 0 0,0 0 0 0 0,0-1 0 0 0,0 1 1 0 0,0-1-1 0 0,0 1 0 0 0,0-1 0 0 0,0 0 0 0 0,0 0 1 0 0,0 0-1 0 0,1 0 0 0 0,-1 0 0 0 0,0 0 0 0 0,1 0 1 0 0,-1 0-1 0 0,1-1 0 0 0,0 1 0 0 0,-1-1 0 0 0,1 1 1 0 0,0-1-1 0 0,0 0 0 0 0,0 1 0 0 0,0-1 0 0 0,0 0 1 0 0,0 0-1 0 0,0 0 0 0 0,0 1 0 0 0,1-1 0 0 0,-1 0 1 0 0,1 0-1 0 0,0 0 0 0 0,-1-4 0 0 0,1 1-6 0 0,0 1 1 0 0,0 0-1 0 0,0-1 0 0 0,0 1 0 0 0,1 0 0 0 0,0-1 0 0 0,0 1 0 0 0,0 0 0 0 0,0 0 1 0 0,1 0-1 0 0,0 0 0 0 0,-1 0 0 0 0,2 0 0 0 0,-1 0 0 0 0,3-4 0 0 0,0 3-145 0 0,-1 0 0 0 0,1 1 1 0 0,0-1-1 0 0,1 1 0 0 0,-1 0 0 0 0,1 0 0 0 0,0 1 0 0 0,0 0 0 0 0,0 0 0 0 0,0 0 1 0 0,1 1-1 0 0,-1 0 0 0 0,1 0 0 0 0,-1 0 0 0 0,9 0 0 0 0,-12 2-45 0 0,0-1-1 0 0,0 1 0 0 0,1 1 0 0 0,-1-1 1 0 0,0 0-1 0 0,0 1 0 0 0,0-1 1 0 0,0 1-1 0 0,0 0 0 0 0,0 0 1 0 0,-1 0-1 0 0,1 1 0 0 0,0-1 1 0 0,0 1-1 0 0,-1-1 0 0 0,1 1 1 0 0,-1 0-1 0 0,1 0 0 0 0,-1 0 1 0 0,0 0-1 0 0,0 1 0 0 0,0-1 1 0 0,0 0-1 0 0,0 1 0 0 0,0-1 1 0 0,-1 1-1 0 0,1 0 0 0 0,-1 0 1 0 0,0 0-1 0 0,0-1 0 0 0,0 1 1 0 0,0 0-1 0 0,0 0 0 0 0,-1 1 1 0 0,1 2-1 0 0,1 11-50 0 0,0 0 0 0 0,-2-1 0 0 0,0 1 0 0 0,-1 0 0 0 0,0 0-1 0 0,-5 22 1 0 0,-31 101-195 0 0,29-113 202 0 0,0-5 49 0 0,6-16 33 0 0,-1-1 0 0 0,1 1-1 0 0,0 0 1 0 0,0-1 0 0 0,1 1-1 0 0,0 0 1 0 0,0 0 0 0 0,0 0-1 0 0,1 0 1 0 0,0 0-1 0 0,0 0 1 0 0,2 10 0 0 0,-2-15-26 0 0,1 0-1 0 0,0 0 1 0 0,0 0 0 0 0,0 0 0 0 0,0 0-1 0 0,0 0 1 0 0,0 0 0 0 0,0-1 0 0 0,0 1-1 0 0,0 0 1 0 0,1 0 0 0 0,-1-1 0 0 0,0 1-1 0 0,0-1 1 0 0,1 1 0 0 0,-1-1 0 0 0,0 0-1 0 0,1 0 1 0 0,-1 1 0 0 0,0-1 0 0 0,1 0-1 0 0,-1 0 1 0 0,0 0 0 0 0,1 0 0 0 0,-1-1-1 0 0,0 1 1 0 0,1 0 0 0 0,-1 0 0 0 0,0-1-1 0 0,2 0 1 0 0,47-16 433 0 0,-43 14-380 0 0,45-19 138 0 0,72-25-414 0 0,-107 42-360 0 0,-1 1-1 0 0,2 0 0 0 0,-1 2 0 0 0,0 0 0 0 0,28 0 1 0 0,-26 3-468 0 0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07.5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40 83 10594 0 0,'-40'-76'10434'0'0,"41"70"-8371"0"0,7 9-1364 0 0,7 9-356 0 0,-5 2-173 0 0,-1 0 1 0 0,-1 0-1 0 0,0 1 0 0 0,0 0 0 0 0,7 24 1 0 0,21 86 158 0 0,-28-94-272 0 0,-1-3-84 0 0,58 248-699 0 0,-64-238-945 0 0,-2-30 719 0 0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07.8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66 319 3801 0 0,'66'-189'2838'0'0,"-12"59"10285"0"0,-65 138-11410 0 0,-13 18-846 0 0,0 6-684 0 0,2 1 0 0 0,2 0 0 0 0,1 2 0 0 0,2 0 0 0 0,1 1-1 0 0,-12 42 1 0 0,27-77-136 0 0,0 1-1 0 0,1 0 1 0 0,-1 0-1 0 0,1 0 0 0 0,-1 0 1 0 0,1 0-1 0 0,0 0 0 0 0,0 0 1 0 0,0 0-1 0 0,0 0 1 0 0,0 0-1 0 0,0 0 0 0 0,0-1 1 0 0,1 1-1 0 0,-1 0 1 0 0,1 0-1 0 0,0 0 0 0 0,-1 0 1 0 0,1 0-1 0 0,0-1 0 0 0,0 1 1 0 0,0 0-1 0 0,0-1 1 0 0,0 1-1 0 0,2 1 0 0 0,1-1 19 0 0,-1 0 0 0 0,0 0-1 0 0,1-1 1 0 0,-1 0-1 0 0,1 0 1 0 0,0 0 0 0 0,-1 0-1 0 0,1 0 1 0 0,0-1-1 0 0,0 0 1 0 0,-1 1 0 0 0,7-2-1 0 0,96-5 623 0 0,-70 3-831 0 0,0 1-1 0 0,51 4 1 0 0,4 2-1901 0 0,-77-4 1629 0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3.1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153 97 3225 0 0,'-58'-1'2216'0'0,"-27"13"7089"0"0,75-11-8353 0 0,85-18 4946 0 0,40-21-4251 0 0,20-5-2219 0 0,-84 33-1388 0 0,-28 9-3753 0 0,-7 2-755 0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3.32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0 14283 0 0,'-1'1'54'0'0,"1"-1"1"0"0,-1 0-1 0 0,1 1 0 0 0,0-1 0 0 0,0 1 0 0 0,-1-1 1 0 0,1 1-1 0 0,0-1 0 0 0,0 0 0 0 0,0 1 1 0 0,-1-1-1 0 0,1 1 0 0 0,0-1 0 0 0,0 1 0 0 0,0-1 1 0 0,0 1-1 0 0,0-1 0 0 0,0 1 0 0 0,0-1 1 0 0,0 1-1 0 0,0-1 0 0 0,0 1 0 0 0,0-1 1 0 0,0 1-1 0 0,0-1 0 0 0,1 1 0 0 0,-1-1 0 0 0,0 1 1 0 0,0-1-1 0 0,0 1 0 0 0,1-1 0 0 0,-1 0 1 0 0,0 1-1 0 0,1-1 0 0 0,-1 1 0 0 0,0-1 1 0 0,1 1-1 0 0,23 9 1370 0 0,31-5 1290 0 0,-29-8-3336 0 0,0 0 0 0 0,25-8 0 0 0,10-1-2209 0 0,-39 8 2793 0 0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3.7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55 10594 0 0,'-1'-3'894'0'0,"0"-1"1"0"0,0 1-1 0 0,0 0 0 0 0,1-1 0 0 0,0 0 0 0 0,0 1 1 0 0,0-1-1 0 0,0 1 0 0 0,2-7 0 0 0,-2 9-800 0 0,0 0 0 0 0,1 0-1 0 0,-1 0 1 0 0,1 1 0 0 0,-1-1 0 0 0,1 0-1 0 0,-1 0 1 0 0,1 1 0 0 0,0-1-1 0 0,-1 0 1 0 0,1 1 0 0 0,0-1 0 0 0,0 1-1 0 0,-1-1 1 0 0,1 1 0 0 0,0 0-1 0 0,0-1 1 0 0,0 1 0 0 0,0-1 0 0 0,0 1-1 0 0,-1 0 1 0 0,1 0 0 0 0,0 0-1 0 0,0 0 1 0 0,0 0 0 0 0,0-1 0 0 0,0 1-1 0 0,0 1 1 0 0,0-1 0 0 0,0 0-1 0 0,0 0 1 0 0,-1 0 0 0 0,1 0 0 0 0,0 1-1 0 0,0-1 1 0 0,0 0 0 0 0,0 1-1 0 0,0-1 1 0 0,1 2 0 0 0,43 16 152 0 0,0 2-1 0 0,76 48 1 0 0,75 67-582 0 0,-76-50 298 0 0,-91-65 13 0 0,-6-6-17 0 0,-1 1 1 0 0,-1 2-1 0 0,36 34 1 0 0,-57-50 48 0 0,1 0 0 0 0,-1 0 1 0 0,1 0-1 0 0,-1 0 0 0 0,0 0 0 0 0,0 0 0 0 0,1 1 0 0 0,-1-1 1 0 0,0 0-1 0 0,0 0 0 0 0,0 0 0 0 0,0 1 0 0 0,0-1 0 0 0,0 0 0 0 0,-1 0 1 0 0,1 0-1 0 0,0 0 0 0 0,-1 1 0 0 0,1-1 0 0 0,0 0 0 0 0,-1 0 1 0 0,1 0-1 0 0,-1 0 0 0 0,0 0 0 0 0,1 0 0 0 0,-1 0 0 0 0,0 0 1 0 0,0 0-1 0 0,0 0 0 0 0,1-1 0 0 0,-3 2 0 0 0,-35 32 164 0 0,31-28-103 0 0,-356 321 532 0 0,319-282-626 0 0,21-23-39 0 0,1 1 0 0 0,-18 25 0 0 0,30-32-310 0 0,10-15 311 0 0,0-1 0 0 0,0 0 0 0 0,0 1 0 0 0,-1-1 0 0 0,1 0 0 0 0,0 1 0 0 0,0-1 0 0 0,0 0 0 0 0,0 1 0 0 0,0-1 0 0 0,0 1 0 0 0,0-1 0 0 0,-1 0 1 0 0,1 1-1 0 0,0-1 0 0 0,0 0 0 0 0,0 1 0 0 0,1-1 0 0 0,-1 1 0 0 0,0-1 0 0 0,0 0 0 0 0,0 1 0 0 0,0-1 0 0 0,0 0 0 0 0,0 1 0 0 0,0-1 0 0 0,1 0 0 0 0,-1 1 0 0 0,0-1 0 0 0,0 0 0 0 0,1 1 1 0 0,-1-1-1 0 0,0 0 0 0 0,0 0 0 0 0,1 1 0 0 0,-1-1 0 0 0,0 0 0 0 0,0 0 0 0 0,1 0 0 0 0,-1 1 0 0 0,0-1 0 0 0,1 0 0 0 0,0 0 0 0 0,7 1-855 0 0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1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85 1 21661 0 0,'-5'3'49'0'0,"-1"0"0"0"0,0 1 0 0 0,1 0 0 0 0,0 0 0 0 0,0 0 0 0 0,0 0-1 0 0,0 1 1 0 0,1 0 0 0 0,0 0 0 0 0,0 0 0 0 0,0 1 0 0 0,1-1 0 0 0,-1 1 0 0 0,1 0 0 0 0,1 0 0 0 0,-1 0 0 0 0,1 0 0 0 0,0 1 0 0 0,0-1 0 0 0,1 0 0 0 0,-1 12 0 0 0,0 10 359 0 0,2-1 0 0 0,0 0 0 0 0,2 1 0 0 0,6 26-1 0 0,-1 3-547 0 0,2 98 445 0 0,4 32-973 0 0,-9-156 627 0 0,1 0 0 0 0,2-1 0 0 0,20 58 0 0 0,-3-38-92 0 0,-9-33-6863 0 0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2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39 167 9362 0 0,'-8'-7'-275'0'0,"4"4"541"0"0,1 0 0 0 0,0 1 0 0 0,0-1-1 0 0,0-1 1 0 0,0 1 0 0 0,1 0 0 0 0,-1-1-1 0 0,-2-4 1 0 0,5 7-34 0 0,-1-1-1 0 0,1 0 0 0 0,0 1 0 0 0,0-1 0 0 0,0 1 1 0 0,0-1-1 0 0,0 0 0 0 0,0 1 0 0 0,0-1 1 0 0,0 1-1 0 0,1-1 0 0 0,-1 1 0 0 0,0-1 0 0 0,1 0 1 0 0,0 1-1 0 0,-1 0 0 0 0,1-1 0 0 0,0 1 1 0 0,0-1-1 0 0,0 1 0 0 0,0 0 0 0 0,0-1 1 0 0,0 1-1 0 0,0 0 0 0 0,0 0 0 0 0,3-2 0 0 0,4-4 243 0 0,1 0 0 0 0,0 1-1 0 0,0 0 1 0 0,1 0-1 0 0,0 1 1 0 0,0 0 0 0 0,0 0-1 0 0,15-3 1 0 0,3 0-120 0 0,0 1-1 0 0,30-3 1 0 0,-47 8-548 0 0,1 0 1 0 0,-1 1-1 0 0,0 1 0 0 0,1 0 0 0 0,-1 0 1 0 0,0 1-1 0 0,1 1 0 0 0,-1 0 0 0 0,20 6 1 0 0,-13 0-7393 0 0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85 9218 0 0,'1'2'274'0'0,"0"-1"0"0"0,0 1 0 0 0,0-1 0 0 0,0 1 0 0 0,1-1 0 0 0,-1 0 0 0 0,0 1 0 0 0,1-1 0 0 0,-1 0 0 0 0,1 0 0 0 0,-1 0 0 0 0,1 0 0 0 0,0 0 0 0 0,-1-1 0 0 0,1 1 0 0 0,0 0 0 0 0,2 0 0 0 0,2 0 395 0 0,-1 0-1 0 0,1 0 1 0 0,-1 0-1 0 0,1-1 1 0 0,9-1-1 0 0,3-1 702 0 0,0-1-1 0 0,28-8 1 0 0,-8-2-737 0 0,42-21 0 0 0,4-2-2768 0 0,-59 26-5559 0 0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4.73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15203 0 0,'0'2'449'0'0,"0"1"-1"0"0,0-1 1 0 0,1 1-1 0 0,-1-1 1 0 0,1 1-1 0 0,-1-1 1 0 0,1 0-1 0 0,0 1 1 0 0,0-1-1 0 0,2 3 1 0 0,1 5 328 0 0,8 32 181 0 0,-3 0 0 0 0,-1 1 0 0 0,1 45 1 0 0,2 6-2242 0 0,8-1-3496 0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5.14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1 114 9386 0 0,'0'-3'139'0'0,"0"0"0"0"0,0 0 0 0 0,0 0 0 0 0,1 0 0 0 0,-1 0 0 0 0,1 0 0 0 0,0 1 0 0 0,0-1 0 0 0,0 0 0 0 0,0 0 0 0 0,1 1 0 0 0,-1-1 0 0 0,1 0 0 0 0,-1 1 0 0 0,1-1 0 0 0,3-2 0 0 0,1-2 790 0 0,0 0-1 0 0,0 1 0 0 0,1 0 0 0 0,9-8 0 0 0,-12 11-629 0 0,1 0 1 0 0,-1 1-1 0 0,1-1 0 0 0,0 1 0 0 0,0 0 0 0 0,0 0 1 0 0,0 0-1 0 0,0 1 0 0 0,1 0 0 0 0,-1 0 1 0 0,0 0-1 0 0,1 1 0 0 0,-1-1 0 0 0,0 1 0 0 0,1 1 1 0 0,-1-1-1 0 0,0 1 0 0 0,1 0 0 0 0,-1 0 1 0 0,0 0-1 0 0,8 4 0 0 0,-9-4-257 0 0,0 1 0 0 0,-1 1 0 0 0,1-1 0 0 0,0 1 0 0 0,-1-1 0 0 0,0 1 0 0 0,0 0-1 0 0,0 0 1 0 0,0 0 0 0 0,0 1 0 0 0,0-1 0 0 0,-1 1 0 0 0,0 0 0 0 0,0-1 0 0 0,0 1 0 0 0,0 0 0 0 0,0 0 0 0 0,-1 0 0 0 0,0 0 0 0 0,0 1 0 0 0,0-1 0 0 0,0 0-1 0 0,-1 0 1 0 0,1 1 0 0 0,-1-1 0 0 0,-1 9 0 0 0,-1 2-159 0 0,-1 1-1 0 0,-1-1 1 0 0,0 0-1 0 0,-1-1 0 0 0,-1 1 1 0 0,0-1-1 0 0,-14 23 1 0 0,11-20 49 0 0,0 0 0 0 0,2 0 1 0 0,0 0-1 0 0,-7 29 0 0 0,13-45 67 0 0,1 0-1 0 0,0 0 1 0 0,-1 0-1 0 0,1 0 1 0 0,0 0-1 0 0,0 1 1 0 0,0-1-1 0 0,0 0 1 0 0,0 0-1 0 0,0 0 1 0 0,0 1-1 0 0,0-1 1 0 0,1 0-1 0 0,-1 0 1 0 0,0 0-1 0 0,1 0 1 0 0,-1 0-1 0 0,1 0 0 0 0,-1 0 1 0 0,1 0-1 0 0,-1 0 1 0 0,1 0-1 0 0,0 0 1 0 0,0 0-1 0 0,-1 0 1 0 0,1 0-1 0 0,0 0 1 0 0,0 0-1 0 0,0-1 1 0 0,0 1-1 0 0,0 0 1 0 0,0-1-1 0 0,0 1 1 0 0,0-1-1 0 0,0 1 1 0 0,0-1-1 0 0,1 0 1 0 0,-1 1-1 0 0,0-1 1 0 0,0 0-1 0 0,0 0 1 0 0,2 0-1 0 0,6 1-6 0 0,1-1-1 0 0,-1 0 1 0 0,1-1-1 0 0,14-3 1 0 0,1 1 9 0 0,-6 1 24 0 0,-1 2 1 0 0,1 0 0 0 0,0 2 0 0 0,0 0 0 0 0,0 1-1 0 0,26 7 1 0 0,-38-8-16 0 0,0 1 0 0 0,1 0 0 0 0,-2 0-1 0 0,1 0 1 0 0,0 1 0 0 0,-1-1 0 0 0,1 2-1 0 0,-1-1 1 0 0,0 1 0 0 0,-1 0 0 0 0,1 0-1 0 0,-1 1 1 0 0,0-1 0 0 0,0 1 0 0 0,-1 0 0 0 0,0 0-1 0 0,0 1 1 0 0,0 0 0 0 0,3 7 0 0 0,-6-10 2 0 0,0-1 1 0 0,0 0 0 0 0,0 1-1 0 0,0-1 1 0 0,-1 0 0 0 0,1 1-1 0 0,-1-1 1 0 0,0 1 0 0 0,0-1 0 0 0,0 1-1 0 0,-1-1 1 0 0,1 0 0 0 0,-1 1-1 0 0,0-1 1 0 0,0 1 0 0 0,-2 5-1 0 0,0-4 31 0 0,0 0 0 0 0,0-1 0 0 0,0 1 0 0 0,-1-1 0 0 0,1 0 0 0 0,-1 1 0 0 0,0-2 0 0 0,0 1 0 0 0,-9 5 0 0 0,3-2-411 0 0,-1-1 1 0 0,1 0-1 0 0,-2 0 0 0 0,1-2 0 0 0,-1 1 0 0 0,1-1 1 0 0,-1-1-1 0 0,-24 4 0 0 0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5.3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43 18372 0 0,'35'-4'3469'0'0,"2"-12"-1801"0"0,2 0-2997 0 0,-12 10-4972 0 0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5.5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77 6449 0 0,'-1'6'6628'0'0,"2"-6"-6512"0"0,12 1 3406 0 0,15-6-226 0 0,-6-5-3208 0 0,32-21-1 0 0,-12 6-3520 0 0,-24 13 1755 0 0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6.2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58 8290 0 0,'-12'4'1795'0'0,"1"0"1"0"0,-1-1 0 0 0,0 0 0 0 0,-1-1-1 0 0,-13 1 1 0 0,58-22 1547 0 0,-9 9-3185 0 0,1 0-1 0 0,0 1 0 0 0,1 2 0 0 0,0 1 0 0 0,0 0 0 0 0,1 2 0 0 0,-1 1 0 0 0,37 1 0 0 0,-58 1-160 0 0,0 2 0 0 0,0-1 0 0 0,1 1 0 0 0,-1-1 0 0 0,0 1 1 0 0,0 0-1 0 0,0 0 0 0 0,-1 1 0 0 0,1-1 0 0 0,0 1 0 0 0,0 0 0 0 0,-1 0 0 0 0,1 0 0 0 0,-1 1 0 0 0,0-1 0 0 0,1 1 0 0 0,-1-1 0 0 0,0 1 0 0 0,-1 0 1 0 0,1 1-1 0 0,0-1 0 0 0,-1 0 0 0 0,0 1 0 0 0,0-1 0 0 0,0 1 0 0 0,0 0 0 0 0,0-1 0 0 0,-1 1 0 0 0,0 0 0 0 0,0 0 0 0 0,0 0 0 0 0,0 0 0 0 0,0 0 1 0 0,-1 0-1 0 0,0 1 0 0 0,0-1 0 0 0,0 0 0 0 0,0 0 0 0 0,-1 0 0 0 0,-1 6 0 0 0,-2 4-51 0 0,-1 0 0 0 0,0-1 0 0 0,-1 0 0 0 0,0 0 0 0 0,-1-1 0 0 0,0 1 0 0 0,-1-1 0 0 0,-1-1 0 0 0,1 0 0 0 0,-19 17 0 0 0,13-13 138 0 0,1 1 1 0 0,0 1-1 0 0,-19 34 1 0 0,31-51-81 0 0,1 1-1 0 0,0 0 1 0 0,-1-1-1 0 0,1 1 1 0 0,0 0-1 0 0,0-1 1 0 0,0 1-1 0 0,0 0 1 0 0,-1-1-1 0 0,1 1 1 0 0,0 0-1 0 0,0-1 1 0 0,0 1-1 0 0,1 0 1 0 0,-1-1-1 0 0,0 1 1 0 0,0 0-1 0 0,0-1 1 0 0,0 1-1 0 0,1 0 1 0 0,-1-1-1 0 0,0 1 1 0 0,0-1-1 0 0,1 1 1 0 0,-1 0-1 0 0,1-1 1 0 0,-1 1-1 0 0,1-1 1 0 0,-1 1-1 0 0,0-1 1 0 0,1 1 0 0 0,0-1-1 0 0,-1 1 1 0 0,1-1-1 0 0,-1 0 1 0 0,1 1-1 0 0,-1-1 1 0 0,1 0-1 0 0,0 0 1 0 0,-1 1-1 0 0,1-1 1 0 0,0 0-1 0 0,-1 0 1 0 0,1 0-1 0 0,0 0 1 0 0,-1 0-1 0 0,1 0 1 0 0,0 0-1 0 0,1 0 1 0 0,46 2 219 0 0,-31-2-182 0 0,-6 1-37 0 0,0 1 0 0 0,1 0 0 0 0,-2 1 0 0 0,1 1 0 0 0,0-1 0 0 0,-1 2 0 0 0,1-1 0 0 0,-1 1 0 0 0,0 1 0 0 0,-1 0 0 0 0,12 9 0 0 0,-18-13-2 0 0,0 1 0 0 0,-1-1 0 0 0,1 0 0 0 0,-1 1 0 0 0,1-1 0 0 0,-1 1 0 0 0,0 0 0 0 0,0 0 0 0 0,0 0 0 0 0,0 0 0 0 0,-1 0 0 0 0,1 0 0 0 0,-1 1 0 0 0,0-1 0 0 0,0 1 0 0 0,0-1 1 0 0,-1 0-1 0 0,1 1 0 0 0,-1-1 0 0 0,1 1 0 0 0,-1-1 0 0 0,0 1 0 0 0,-1-1 0 0 0,1 1 0 0 0,0-1 0 0 0,-1 1 0 0 0,0-1 0 0 0,0 1 0 0 0,0-1 0 0 0,0 0 0 0 0,-1 1 0 0 0,1-1 0 0 0,-1 0 0 0 0,0 0 0 0 0,0 0 0 0 0,0 0 0 0 0,0-1 0 0 0,0 1 0 0 0,-4 3 0 0 0,-6 6 60 0 0,0 0 0 0 0,-1-1 0 0 0,-1 0 1 0 0,1-1-1 0 0,-2-1 0 0 0,-25 14 0 0 0,13-10-236 0 0,-1-2 0 0 0,0-1 0 0 0,-29 7 0 0 0,44-14-302 0 0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6.63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75 237 7834 0 0,'-41'-4'4908'0'0,"39"3"-4466"0"0,0 1 0 0 0,0-1 0 0 0,0 1 0 0 0,0-1 0 0 0,0 0 0 0 0,0 0-1 0 0,0 1 1 0 0,0-2 0 0 0,0 1 0 0 0,0 0 0 0 0,0 0 0 0 0,0-1 0 0 0,1 1-1 0 0,-1-1 1 0 0,-2-2 0 0 0,4 3-359 0 0,0 0-1 0 0,-1 0 1 0 0,1 0-1 0 0,0 0 1 0 0,1 0-1 0 0,-1 0 1 0 0,0 0-1 0 0,0 0 1 0 0,0 0-1 0 0,0 0 1 0 0,1 0-1 0 0,-1 0 1 0 0,1 0-1 0 0,-1 0 1 0 0,0 1-1 0 0,1-1 1 0 0,-1 0-1 0 0,1 0 1 0 0,0 0-1 0 0,-1 1 1 0 0,1-1-1 0 0,0 0 1 0 0,-1 1-1 0 0,1-1 1 0 0,0 1-1 0 0,0-1 1 0 0,0 1-1 0 0,-1-1 1 0 0,1 1-1 0 0,0-1 1 0 0,0 1-1 0 0,2-1 1 0 0,33-15 53 0 0,-33 15-31 0 0,63-19 72 0 0,2 2 0 0 0,120-15 1 0 0,-116 22-16 0 0,247-30 301 0 0,-94 14-255 0 0,-109 17-271 0 0,132 4-1 0 0,-24 3-476 0 0,-182 1-1387 0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7.0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94 3225 0 0,'-20'-21'6833'0'0,"19"21"-6479"0"0,1-1-1 0 0,1-1 0 0 0,7-16 7202 0 0,3 5-6843 0 0,-4 8-519 0 0,1 1-1 0 0,-1-1 1 0 0,1 1-1 0 0,-1 1 0 0 0,1-1 1 0 0,0 1-1 0 0,0 1 1 0 0,1-1-1 0 0,-1 2 0 0 0,0-1 1 0 0,1 1-1 0 0,-1 0 1 0 0,1 1-1 0 0,-1 0 0 0 0,1 0 1 0 0,0 1-1 0 0,13 2 1 0 0,-14-2-190 0 0,-1 1 1 0 0,1-1 0 0 0,-1 1-1 0 0,1 1 1 0 0,-1 0 0 0 0,0 0-1 0 0,0 0 1 0 0,0 0 0 0 0,0 1-1 0 0,0 1 1 0 0,-1-1 0 0 0,0 1-1 0 0,0 0 1 0 0,0 0 0 0 0,-1 1 0 0 0,0-1-1 0 0,0 1 1 0 0,0 1 0 0 0,5 9-1 0 0,-6-8-47 0 0,-1 0 0 0 0,0 1 0 0 0,-1-1-1 0 0,0 1 1 0 0,0-1 0 0 0,-1 1 0 0 0,0 0 0 0 0,-1 0-1 0 0,0 0 1 0 0,0 0 0 0 0,-2 12 0 0 0,-4 6 71 0 0,0 0 0 0 0,-14 34 1 0 0,-2 12 1063 0 0,21-73-1076 0 0,1 0 0 0 0,0 1 0 0 0,0-1 0 0 0,0 0 0 0 0,0 0 0 0 0,0 1 0 0 0,0-1 0 0 0,0 0 0 0 0,0 0 0 0 0,0 1 0 0 0,0-1 0 0 0,0 0 0 0 0,0 0 0 0 0,0 1 0 0 0,0-1 0 0 0,0 0 0 0 0,1 0 0 0 0,-1 1 0 0 0,0-1 0 0 0,0 0 0 0 0,0 0 0 0 0,0 1 0 0 0,0-1 0 0 0,0 0 0 0 0,1 0 0 0 0,-1 0 0 0 0,0 0 0 0 0,0 1 0 0 0,0-1 0 0 0,1 0 0 0 0,-1 0 0 0 0,0 0 0 0 0,0 0 0 0 0,0 0 0 0 0,1 1 0 0 0,-1-1 0 0 0,0 0 0 0 0,0 0 0 0 0,1 0 0 0 0,-1 0 0 0 0,0 0 0 0 0,0 0 0 0 0,1 0 0 0 0,-1 0 0 0 0,1 0 0 0 0,17-3 190 0 0,16-10-293 0 0,39-26-951 0 0,-32 17-5401 0 0,-11 5-827 0 0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7.67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46 10138 0 0,'0'-3'643'0'0,"0"0"0"0"0,0 1 0 0 0,1-1 0 0 0,-1 0 0 0 0,1 1 0 0 0,-1-1 0 0 0,1 1 0 0 0,0-1 0 0 0,0 1 0 0 0,0-1 0 0 0,0 1 0 0 0,0 0 0 0 0,1-1-1 0 0,1-1 1 0 0,-2 3-503 0 0,-1 1 0 0 0,1-1 0 0 0,-1 1 0 0 0,1-1 0 0 0,-1 1 0 0 0,1 0 0 0 0,-1-1 0 0 0,1 1-1 0 0,-1 0 1 0 0,1 0 0 0 0,0-1 0 0 0,-1 1 0 0 0,1 0 0 0 0,-1 0 0 0 0,1 0 0 0 0,0 0 0 0 0,-1 0 0 0 0,1-1-1 0 0,0 1 1 0 0,-1 1 0 0 0,1-1 0 0 0,1 0 0 0 0,-1 0-70 0 0,0 1 0 0 0,1 0 1 0 0,-1-1-1 0 0,0 1 0 0 0,0 0 0 0 0,0 0 0 0 0,1 0 1 0 0,-1 0-1 0 0,0 0 0 0 0,0 0 0 0 0,0 0 1 0 0,-1 0-1 0 0,1 0 0 0 0,1 2 0 0 0,7 11 192 0 0,-1 1 1 0 0,-1 0-1 0 0,0 0 0 0 0,-1 0 0 0 0,0 1 1 0 0,3 19-1 0 0,12 98 35 0 0,-16-93-771 0 0,1-1 1 0 0,13 46-1 0 0,-17-78 211 0 0,0-1 0 0 0,0-1 0 0 0,1 1 0 0 0,0 0-1 0 0,0-1 1 0 0,1 1 0 0 0,0-1 0 0 0,4 6 0 0 0,3-1-425 0 0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17.9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189 17 7834 0 0,'20'-16'8050'0'0,"-30"23"-6868"0"0,-12 8-738 0 0,2 1 0 0 0,0 1-1 0 0,0 0 1 0 0,2 2 0 0 0,0 0-1 0 0,2 1 1 0 0,0 1 0 0 0,-18 31-1 0 0,32-49-346 0 0,0 1 0 0 0,0-1 1 0 0,1 1-1 0 0,-1-1 0 0 0,1 1 0 0 0,0 0 0 0 0,0-1 0 0 0,0 1 0 0 0,0 0 1 0 0,1 0-1 0 0,-1 0 0 0 0,1-1 0 0 0,0 1 0 0 0,1 0 0 0 0,-1 0 0 0 0,0 0 1 0 0,1 0-1 0 0,0-1 0 0 0,0 1 0 0 0,3 6 0 0 0,-2-7-34 0 0,0 1 0 0 0,1-1 0 0 0,-1 0-1 0 0,1 0 1 0 0,0 0 0 0 0,0 0 0 0 0,0-1 0 0 0,0 1 0 0 0,1-1-1 0 0,-1 1 1 0 0,1-1 0 0 0,-1-1 0 0 0,1 1 0 0 0,0 0 0 0 0,0-1-1 0 0,0 0 1 0 0,0 0 0 0 0,0 0 0 0 0,5 1 0 0 0,8 0 145 0 0,-1-1 1 0 0,0-1-1 0 0,1 0 0 0 0,30-4 1 0 0,10-6-1320 0 0,-2-2-5355 0 0,-19 3-1193 0 0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25.17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626 38 10594 0 0,'-52'8'848'0'0,"1"3"0"0"0,-86 30 0 0 0,98-29-765 0 0,20-6-27 0 0,-34 11 191 0 0,-61 28 0 0 0,101-39-140 0 0,0 0 0 0 0,0 2 0 0 0,0-1 0 0 0,1 2 0 0 0,1-1 0 0 0,-1 2 0 0 0,1-1 0 0 0,1 2 0 0 0,-18 20 0 0 0,25-27-14 0 0,0 1 0 0 0,1-1 0 0 0,-1 1 0 0 0,1-1 1 0 0,0 1-1 0 0,0 0 0 0 0,0-1 0 0 0,1 1 1 0 0,0 0-1 0 0,0 0 0 0 0,0 0 0 0 0,0 0 1 0 0,1 1-1 0 0,0-1 0 0 0,0 0 0 0 0,0 0 1 0 0,2 5-1 0 0,-1-5-23 0 0,0-1 0 0 0,1 0-1 0 0,0 0 1 0 0,0 0 0 0 0,0 0 0 0 0,0 0 0 0 0,1 0 0 0 0,-1-1-1 0 0,1 1 1 0 0,0-1 0 0 0,0 0 0 0 0,1 0 0 0 0,-1 0 0 0 0,1 0 0 0 0,-1 0-1 0 0,1-1 1 0 0,0 1 0 0 0,0-1 0 0 0,6 3 0 0 0,7 1 100 0 0,1 0 0 0 0,-1-1 0 0 0,1 0 0 0 0,0-1 0 0 0,0-2 0 0 0,1 1 1 0 0,22-2-1 0 0,12-2 440 0 0,65-9-1 0 0,368-79 190 0 0,-5-35 356 0 0,-40 8-624 0 0,-266 73-866 0 0,226-47-1269 0 0,-462 117-5575 0 0,-159 43 1974 0 0,-113 22 4365 0 0,93-29 2179 0 0,4 9 0 0 0,-247 112 0 0 0,395-147-882 0 0,-133 65 506 0 0,195-88-871 0 0,0 1-1 0 0,1 2 0 0 0,1 0 0 0 0,1 2 1 0 0,-41 43-1 0 0,57-55-9 0 0,1 1 0 0 0,0 0-1 0 0,0 0 1 0 0,1 1 0 0 0,0 0 0 0 0,0 0 0 0 0,1 0-1 0 0,0 0 1 0 0,-4 17 0 0 0,7-21-47 0 0,0 0 0 0 0,1 1 0 0 0,-1-1 1 0 0,1 0-1 0 0,0 1 0 0 0,1-1 0 0 0,-1 0 0 0 0,1 1 0 0 0,0-1 0 0 0,1 0 0 0 0,-1 0 0 0 0,1 1 1 0 0,0-1-1 0 0,0-1 0 0 0,0 1 0 0 0,1 0 0 0 0,0 0 0 0 0,0-1 0 0 0,5 7 0 0 0,1-2-12 0 0,0 0 0 0 0,1 0 0 0 0,0-1 0 0 0,1 0 0 0 0,-1-1 0 0 0,2 0 1 0 0,-1-1-1 0 0,1 0 0 0 0,-1-1 0 0 0,2 0 0 0 0,19 4 0 0 0,13 2 186 0 0,87 8 0 0 0,-61-13 226 0 0,0-4 0 0 0,125-12 0 0 0,142-44 910 0 0,259-96 610 0 0,-8-34-696 0 0,-286 87-742 0 0,921-364-2357 0 0,-1216 458 1542 0 0,24-11-645 0 0,-31 14 812 0 0,0-1 0 0 0,0 1-1 0 0,1-1 1 0 0,-1 1 0 0 0,0-1-1 0 0,0 0 1 0 0,0 1 0 0 0,0-1-1 0 0,0 0 1 0 0,0 0 0 0 0,0 0-1 0 0,0 0 1 0 0,-1 0 0 0 0,1 0-1 0 0,0 0 1 0 0,0 0 0 0 0,0-2-1 0 0,-2 2-22 0 0,0 0 1 0 0,0 1-1 0 0,0-1 0 0 0,0 1 0 0 0,-1-1 0 0 0,1 1 0 0 0,0-1 0 0 0,0 1 1 0 0,-1-1-1 0 0,1 1 0 0 0,0 0 0 0 0,-1 0 0 0 0,1 0 0 0 0,0 0 0 0 0,0 0 1 0 0,-1 0-1 0 0,-1 0 0 0 0,2 0-7 0 0,-47 1-1828 0 0,0 1 0 0 0,-50 10 1 0 0,-97 25 201 0 0,107-19 1032 0 0,-1297 306 9069 0 0,914-166-8581 0 0,463-155 275 0 0,5-3 48 0 0,0 1 0 0 0,0 0 0 0 0,0 0 1 0 0,0 0-1 0 0,0 0 0 0 0,1 1 0 0 0,-1-1 0 0 0,0 1 1 0 0,1-1-1 0 0,-1 1 0 0 0,1 0 0 0 0,0 0 0 0 0,0 0 1 0 0,-4 4-1 0 0,6-5-25 0 0,1-1 0 0 0,-1 1 0 0 0,0-1-1 0 0,0 1 1 0 0,0-1 0 0 0,0 1 0 0 0,1-1 0 0 0,-1 1 0 0 0,0-1 0 0 0,0 0 0 0 0,1 1 0 0 0,-1-1 0 0 0,0 1 0 0 0,1-1 0 0 0,-1 0-1 0 0,1 1 1 0 0,-1-1 0 0 0,0 0 0 0 0,1 0 0 0 0,-1 1 0 0 0,1-1 0 0 0,-1 0 0 0 0,1 0 0 0 0,-1 0 0 0 0,1 1 0 0 0,-1-1 0 0 0,0 0-1 0 0,1 0 1 0 0,0 0 0 0 0,20 5 261 0 0,-18-4-232 0 0,38 6 269 0 0,1-2 0 0 0,0-1 0 0 0,59-4 0 0 0,129-18 602 0 0,-156 11-599 0 0,928-151 3205 0 0,-719 106-3221 0 0,510-114 373 0 0,-176 34-669 0 0,-533 114-61 0 0,152-24-1102 0 0,-358 84-2777 0 0,-357 140 2414 0 0,9 28 2061 0 0,239-105-670 0 0,84-35 130 0 0,2 5 0 0 0,4 7 0 0 0,-158 121 0 0 0,211-130 35 0 0,79-65-24 0 0,1 1-1 0 0,0 0 1 0 0,0 1-1 0 0,1-1 1 0 0,0 1-1 0 0,-10 22 1 0 0,15-30 7 0 0,1 1 0 0 0,1-1 0 0 0,-1 0 0 0 0,0 0 0 0 0,0 1 0 0 0,1-1 0 0 0,0 1 0 0 0,-1-1 0 0 0,1 0 0 0 0,0 1 0 0 0,0-1 0 0 0,0 1 0 0 0,0-1 0 0 0,1 0 0 0 0,-1 1-1 0 0,1-1 1 0 0,-1 0 0 0 0,1 1 0 0 0,0-1 0 0 0,0 0 0 0 0,0 0 0 0 0,2 3 0 0 0,0-1 42 0 0,0-1 0 0 0,0 0 0 0 0,0 0 0 0 0,0 0 0 0 0,1 0 0 0 0,-1-1-1 0 0,1 0 1 0 0,0 1 0 0 0,-1-1 0 0 0,1 0 0 0 0,7 2 0 0 0,5 1 155 0 0,1 0 0 0 0,1-2 0 0 0,-1 0 0 0 0,1 0 0 0 0,17-1 0 0 0,26-2-72 0 0,0-3 0 0 0,-1-2 1 0 0,77-18-1 0 0,178-56 721 0 0,-307 77-847 0 0,542-159 408 0 0,751-330 0 0 0,-1281 482-531 0 0,69-30-1189 0 0,-1-3 0 0 0,126-83 0 0 0,-188 102-601 0 0,-122 32-2733 0 0,20 11 2935 0 0,-113 47 0 0 0,97-33 1203 0 0,-126 42-100 0 0,-569 233-2000 0 0,481-152 2606 0 0,219-107 551 0 0,-113 88-1 0 0,192-132-521 0 0,-79 67 745 0 0,79-65-633 0 0,0 0 0 0 0,1 1 1 0 0,0-1-1 0 0,1 1 0 0 0,0 0 0 0 0,0 1 1 0 0,-8 17-1 0 0,13-24-96 0 0,0-1 0 0 0,0 1 0 0 0,1-1 0 0 0,-1 1 0 0 0,1-1 0 0 0,-1 1 0 0 0,1 0 0 0 0,0-1 0 0 0,0 1 0 0 0,0-1 0 0 0,0 1 0 0 0,0 0 0 0 0,1-1 0 0 0,-1 1 0 0 0,1-1 0 0 0,0 1 0 0 0,0-1 0 0 0,0 1 0 0 0,0-1 0 0 0,1 3 0 0 0,1-2 50 0 0,-1 0-1 0 0,1 1 1 0 0,0-1-1 0 0,0 0 1 0 0,1-1-1 0 0,-1 1 0 0 0,0 0 1 0 0,1-1-1 0 0,0 0 1 0 0,-1 0-1 0 0,6 2 1 0 0,9 3 329 0 0,0-1 0 0 0,0-1 0 0 0,0-1 0 0 0,26 3 1 0 0,16-1 471 0 0,1-2 1 0 0,0-4 0 0 0,67-6 0 0 0,183-37 1540 0 0,208-68-177 0 0,-5-27-1397 0 0,-438 116-822 0 0,1042-328 500 0 0,-352 104-819 0 0,-738 238 215 0 0,48-17-120 0 0,-69 22 110 0 0,-1 0 0 0 0,0 0-1 0 0,1 0 1 0 0,-2-1-1 0 0,1 0 1 0 0,0 0 0 0 0,-1 0-1 0 0,8-8 1 0 0,-12 11 26 0 0,-1 0 0 0 0,1 0 0 0 0,0 0 0 0 0,-1 0 0 0 0,1 0-1 0 0,-1 0 1 0 0,0 0 0 0 0,1 0 0 0 0,-1 0 0 0 0,0 0 0 0 0,1 0 0 0 0,-1 0 0 0 0,0 0 0 0 0,0-1 0 0 0,0 1 0 0 0,0 0 0 0 0,0 0-1 0 0,0 0 1 0 0,0 0 0 0 0,0 0 0 0 0,-1 0 0 0 0,1 0 0 0 0,0 0 0 0 0,-1-1 0 0 0,1 1 0 0 0,-1 0 0 0 0,1 0 0 0 0,-1 1 0 0 0,1-1 0 0 0,-1 0-1 0 0,0 0 1 0 0,0 0 0 0 0,1 0 0 0 0,-1 0 0 0 0,0 1 0 0 0,0-1 0 0 0,0 0 0 0 0,0 1 0 0 0,0-1 0 0 0,0 0 0 0 0,0 1 0 0 0,-2-1 0 0 0,-5-4-102 0 0,-1 0 0 0 0,0 1 0 0 0,-14-5 0 0 0,22 9 106 0 0,-31-10-309 0 0,0 2-1 0 0,-1 1 1 0 0,1 2-1 0 0,-1 1 1 0 0,0 2-1 0 0,-60 3 1 0 0,-198 35-2810 0 0,43 13 52 0 0,-274 90 0 0 0,501-132 3160 0 0,-47 15 415 0 0,62-19-317 0 0,-1 0 1 0 0,1 0-1 0 0,0 0 0 0 0,1 0 1 0 0,-1 1-1 0 0,1 0 0 0 0,-8 12 1054 0 0,22-14-632 0 0,14-3 94 0 0,-22 1-657 0 0,111-13 1112 0 0,-1-5 0 0 0,157-47 0 0 0,-92 20-346 0 0,662-169 1377 0 0,27-7-1920 0 0,-239 63-306 0 0,-620 156 25 0 0,36-9-379 0 0,-34 6 6 0 0,-26 4-130 0 0,-59 6 287 0 0,-117 22 0 0 0,-75 33 884 0 0,77-15-657 0 0,-460 103-1161 0 0,617-141 1037 0 0,24-6 51 0 0,1 1 0 0 0,-1 0-1 0 0,0 1 1 0 0,1 0 0 0 0,0 1 0 0 0,0 0-1 0 0,-13 7 1 0 0,23-11 78 0 0,0 0 0 0 0,0 0 0 0 0,0 0 0 0 0,0 0 0 0 0,0 0 0 0 0,0 0 0 0 0,-1 0 0 0 0,1 0 0 0 0,0 0 0 0 0,0 1 0 0 0,0-1 0 0 0,0 0 0 0 0,0 0-1 0 0,0 0 1 0 0,0 0 0 0 0,0 0 0 0 0,0 0 0 0 0,0 0 0 0 0,0 0 0 0 0,0 0 0 0 0,0 0 0 0 0,0 1 0 0 0,0-1 0 0 0,0 0 0 0 0,0 0 0 0 0,0 0 0 0 0,0 0 0 0 0,0 0 0 0 0,0 0 0 0 0,0 0 0 0 0,0 0 0 0 0,0 1 0 0 0,0-1 0 0 0,0 0 0 0 0,0 0 0 0 0,0 0 0 0 0,0 0 0 0 0,0 0 0 0 0,0 0 0 0 0,0 0 0 0 0,0 0 0 0 0,0 0 0 0 0,0 0 0 0 0,0 1 0 0 0,0-1 0 0 0,0 0 0 0 0,0 0 0 0 0,0 0 0 0 0,1 0 0 0 0,-1 0-1 0 0,0 0 1 0 0,0 0 0 0 0,0 0 0 0 0,0 0 0 0 0,0 0 0 0 0,0 0 0 0 0,0 0 0 0 0,11 4-154 0 0,12-2-46 0 0,69-2-265 0 0,93-14 0 0 0,92-25 358 0 0,-211 28 77 0 0,18-1 248 0 0,1152-160 2076 0 0,-1130 161-2159 0 0,256-26 351 0 0,-1 28-299 0 0,-356 10-206 0 0,22 0-69 0 0,33 6 0 0 0,-54-7 26 0 0,0 2 0 0 0,0-1 0 0 0,0 1 0 0 0,-1 0 1 0 0,1 0-1 0 0,0 0 0 0 0,-1 1 0 0 0,1 0 0 0 0,-1 0 1 0 0,0 1-1 0 0,7 5 0 0 0,-11-7 0 0 0,1 0 1 0 0,-1 0-1 0 0,1 0 1 0 0,-1 0-1 0 0,0 0 0 0 0,0 1 1 0 0,0-1-1 0 0,0 0 0 0 0,0 1 1 0 0,-1-1-1 0 0,1 1 1 0 0,-1-1-1 0 0,0 1 0 0 0,1-1 1 0 0,-1 1-1 0 0,0-1 1 0 0,0 1-1 0 0,-1 0 0 0 0,1-1 1 0 0,0 1-1 0 0,-1-1 1 0 0,0 0-1 0 0,0 1 0 0 0,1-1 1 0 0,-1 1-1 0 0,0-1 0 0 0,-1 0 1 0 0,1 0-1 0 0,0 0 1 0 0,-3 3-1 0 0,-4 8-378 0 0,-2 0-1 0 0,0-1 1 0 0,-17 17 0 0 0,23-25 306 0 0,-61 60-836 0 0,-3-4 1 0 0,-90 61-1 0 0,-162 88 1216 0 0,10-7 1495 0 0,301-196-1609 0 0,-90 70 1565 0 0,90-68-1406 0 0,-1 1 1 0 0,1 0-1 0 0,1 1 0 0 0,0 0 0 0 0,0 0 1 0 0,1 1-1 0 0,-8 16 0 0 0,14-25-240 0 0,0-1 0 0 0,0 0 0 0 0,1 1 1 0 0,-1-1-1 0 0,1 1 0 0 0,-1 0 0 0 0,1-1 0 0 0,-1 1 0 0 0,1-1 0 0 0,0 1 0 0 0,0 0 0 0 0,0-1 1 0 0,0 1-1 0 0,0 0 0 0 0,0-1 0 0 0,1 1 0 0 0,-1 0 0 0 0,0-1 0 0 0,1 1 0 0 0,-1-1 0 0 0,1 1 1 0 0,0-1-1 0 0,1 3 0 0 0,0-2-40 0 0,-1 0 1 0 0,1 0-1 0 0,0-1 1 0 0,0 1-1 0 0,1-1 0 0 0,-1 0 1 0 0,0 1-1 0 0,0-1 1 0 0,1 0-1 0 0,-1 0 1 0 0,0 0-1 0 0,1-1 0 0 0,3 2 1 0 0,9 0-166 0 0,0 0 1 0 0,0-1-1 0 0,29-2 1 0 0,53-10-214 0 0,-1-4 0 0 0,134-39 0 0 0,-62 13 608 0 0,782-133 2192 0 0,-929 170-2431 0 0,-5 1-20 0 0,0 1 1 0 0,-1 0-1 0 0,1 1 1 0 0,26 2-1 0 0,-41-1-33 0 0,0 0 0 0 0,0 0 0 0 0,-1 0-1 0 0,1 0 1 0 0,0 0 0 0 0,0 0 0 0 0,-1 1-1 0 0,1-1 1 0 0,0 0 0 0 0,0 0 0 0 0,-1 1-1 0 0,1-1 1 0 0,0 0 0 0 0,0 1 0 0 0,-1-1-1 0 0,1 1 1 0 0,0-1 0 0 0,-1 1 0 0 0,1-1-1 0 0,-1 1 1 0 0,1-1 0 0 0,-1 1 0 0 0,2 1-1 0 0,-2-2-6 0 0,0 1 0 0 0,-1 0 0 0 0,1-1 0 0 0,0 1 0 0 0,0 0 0 0 0,0 0 0 0 0,0-1 0 0 0,-1 1 0 0 0,1 0 0 0 0,0-1 0 0 0,-1 1-1 0 0,1 0 1 0 0,0-1 0 0 0,-1 1 0 0 0,1-1 0 0 0,-1 1 0 0 0,1-1 0 0 0,-1 1 0 0 0,1-1 0 0 0,-1 1 0 0 0,-36 26-1396 0 0,34-26 1471 0 0,-410 234 1643 0 0,368-209-1355 0 0,-37 22 293 0 0,74-42-569 0 0,1-1 0 0 0,-1 2 0 0 0,1-1 0 0 0,0 1 1 0 0,0 0-1 0 0,1 0 0 0 0,-7 10 0 0 0,12-16-20 0 0,0 0 0 0 0,1 1 0 0 0,-1-1 0 0 0,0 0 0 0 0,1 1 1 0 0,-1-1-1 0 0,1 1 0 0 0,-1-1 0 0 0,1 0 0 0 0,0 1 0 0 0,-1-1 0 0 0,1 1 0 0 0,0-1 0 0 0,0 1 0 0 0,0-1 0 0 0,0 1 1 0 0,0-1-1 0 0,1 1 0 0 0,-1-1 0 0 0,0 1 0 0 0,1-1 0 0 0,-1 1 0 0 0,1-1 0 0 0,-1 0 0 0 0,2 2 0 0 0,0 0-15 0 0,0 0-1 0 0,0-1 0 0 0,1 1 0 0 0,-1-1 0 0 0,1 1 0 0 0,0-1 0 0 0,0 0 1 0 0,0 0-1 0 0,0-1 0 0 0,5 3 0 0 0,7 2-189 0 0,0 0 0 0 0,0-2 0 0 0,27 6 0 0 0,273 25 667 0 0,-32-6 1068 0 0,30 35 448 0 0,-313-64-1983 0 0,0 0 0 0 0,0 0 1 0 0,0 0-1 0 0,1 0 0 0 0,-1 0 0 0 0,0 0 0 0 0,0 0 1 0 0,0 0-1 0 0,1 0 0 0 0,-1 0 0 0 0,0 0 1 0 0,0 0-1 0 0,0 0 0 0 0,1 0 0 0 0,-1 0 0 0 0,0 0 1 0 0,0 0-1 0 0,0 0 0 0 0,0 0 0 0 0,1 0 1 0 0,-1 1-1 0 0,0-1 0 0 0,0 0 0 0 0,0 0 0 0 0,0 0 1 0 0,1 0-1 0 0,-1 0 0 0 0,0 1 0 0 0,0-1 0 0 0,0 0 1 0 0,0 0-1 0 0,0 0 0 0 0,0 0 0 0 0,0 1 1 0 0,1-1-1 0 0,-1 0 0 0 0,0 0 0 0 0,0 0 0 0 0,0 1 1 0 0,0-1-1 0 0,0 0 0 0 0,0 0 0 0 0,0 0 1 0 0,0 1-1 0 0,0-1 0 0 0,0 0 0 0 0,0 0 0 0 0,0 1 1 0 0,-12 5-171 0 0,-18 1-56 0 0,-75 9 389 0 0,-137 4 0 0 0,127-14-274 0 0,-1057 7 243 0 0,1164-14-132 0 0,-19 0-141 0 0,-1-1 1 0 0,1-1 0 0 0,-46-12 0 0 0,72 15 129 0 0,-1-1 0 0 0,1 1 1 0 0,0 0-1 0 0,-1-1 0 0 0,1 0 0 0 0,0 1 0 0 0,-1-1 0 0 0,1 0 0 0 0,0 1 0 0 0,0-1 1 0 0,-1 0-1 0 0,1 0 0 0 0,0 0 0 0 0,0 0 0 0 0,0 0 0 0 0,0-1 0 0 0,0 1-8 0 0,1 1 0 0 0,0-1 0 0 0,0 1 0 0 0,0-1 0 0 0,0 0 0 0 0,0 1 0 0 0,0-1 0 0 0,0 1 1 0 0,0-1-1 0 0,1 1 0 0 0,-1-1 0 0 0,0 1 0 0 0,0-1 0 0 0,0 1 0 0 0,1-1 0 0 0,-1 1 0 0 0,0-1 0 0 0,0 1 0 0 0,1 0 0 0 0,-1-1 0 0 0,0 1 0 0 0,1-1 0 0 0,-1 1 0 0 0,0 0 0 0 0,1-1 0 0 0,-1 1 0 0 0,1 0 0 0 0,0-1 0 0 0,4-2-242 0 0,1-1 1 0 0,0 1-1 0 0,0 0 0 0 0,0 1 1 0 0,8-3-1 0 0,50-13-787 0 0,2 3 1 0 0,88-10-1 0 0,139 2 1259 0 0,-217 18-13 0 0,197-7 975 0 0,202-18 2337 0 0,-458 28-3316 0 0,-10 2-68 0 0,0-1 1 0 0,0 0-1 0 0,1 0 0 0 0,-1-1 1 0 0,0 0-1 0 0,11-4 1 0 0,-18 6-116 0 0,0 0 1 0 0,0 0 0 0 0,1 0-1 0 0,-1 0 1 0 0,0 0 0 0 0,0-1 0 0 0,0 1-1 0 0,0 0 1 0 0,1 0 0 0 0,-1 0-1 0 0,0 0 1 0 0,0 0 0 0 0,0 0 0 0 0,0 0-1 0 0,0-1 1 0 0,0 1 0 0 0,1 0-1 0 0,-1 0 1 0 0,0 0 0 0 0,0 0 0 0 0,0 0-1 0 0,0-1 1 0 0,0 1 0 0 0,0 0-1 0 0,0 0 1 0 0,0 0 0 0 0,0 0 0 0 0,0-1-1 0 0,0 1 1 0 0,0 0 0 0 0,0 0-1 0 0,0 0 1 0 0,0-1 0 0 0,0 1-1 0 0,0 0 1 0 0,0 0 0 0 0,0 0 0 0 0,0 0-1 0 0,0-1 1 0 0,0 1 0 0 0,0 0-1 0 0,0 0 1 0 0,0 0 0 0 0,0-1 0 0 0,-10-5 172 0 0,-15-2-63 0 0,24 8-97 0 0,-485-102 55 0 0,-5 25-1259 0 0,251 41 619 0 0,-1317-174-1190 0 0,1326 189 795 0 0,-112-14-1340 0 0,335 34 2253 0 0,-38-8-197 0 0,44 8 226 0 0,-1 1 1 0 0,1-1-1 0 0,0 1 1 0 0,0-1 0 0 0,0 0-1 0 0,0 0 1 0 0,1 0-1 0 0,-1 0 1 0 0,0 0-1 0 0,0-1 1 0 0,1 1-1 0 0,-1 0 1 0 0,0-1 0 0 0,1 0-1 0 0,0 1 1 0 0,-3-4-1 0 0,4 4 19 0 0,-1 0 0 0 0,1 0 0 0 0,0 1 0 0 0,0-1 0 0 0,0 0 0 0 0,0 0-1 0 0,0 0 1 0 0,0 0 0 0 0,0 1 0 0 0,1-1 0 0 0,-1 0 0 0 0,0 0 0 0 0,0 0 0 0 0,1 1 0 0 0,-1-1-1 0 0,0 0 1 0 0,1 0 0 0 0,-1 1 0 0 0,0-1 0 0 0,1 0 0 0 0,-1 1 0 0 0,1-1 0 0 0,0 0 0 0 0,-1 1-1 0 0,1-1 1 0 0,-1 1 0 0 0,1-1 0 0 0,1 0 0 0 0,23-14 43 0 0,-21 13-61 0 0,45-19 50 0 0,0 2 1 0 0,1 3 0 0 0,69-14 0 0 0,-25 6 113 0 0,-65 16-70 0 0,-26 8-131 0 0,-19 4-162 0 0,-312 62 2916 0 0,89-21 72 0 0,207-38-2505 0 0,-45 12 525 0 0,161-16-1103 0 0,4-6-148 0 0,1212-25-4496 0 0,-265 23 3885 0 0,-348-33 3374 0 0,-585 30-802 0 0,199-42 0 0 0,-288 45-1094 0 0,-11 0-147 0 0,-21-5-56 0 0,-37-1-217 0 0,8 5-212 0 0,0 3 0 0 0,-63 4 1 0 0,-97 16-675 0 0,110-7 436 0 0,-24 4 301 0 0,-129 32 0 0 0,247-44 615 0 0,21-2-243 0 0,29-5-50 0 0,20-8 34 0 0,832-151 1309 0 0,-886 162-1506 0 0,63-14 11 0 0,-75 16-9 0 0,0 0 0 0 0,0 0 0 0 0,0 0-1 0 0,1 0 1 0 0,-1 0 0 0 0,0 0 0 0 0,0 0 0 0 0,0 0 0 0 0,0 0 0 0 0,0 0 0 0 0,0 0 0 0 0,0 0-1 0 0,1 0 1 0 0,-1-1 0 0 0,0 1 0 0 0,0 0 0 0 0,0 0 0 0 0,0 0 0 0 0,0 0 0 0 0,0 0 0 0 0,0 0-1 0 0,1 0 1 0 0,-1 0 0 0 0,0 0 0 0 0,0 0 0 0 0,0 0 0 0 0,0-1 0 0 0,0 1 0 0 0,0 0 0 0 0,0 0-1 0 0,0 0 1 0 0,0 0 0 0 0,0 0 0 0 0,0 0 0 0 0,0 0 0 0 0,0 0 0 0 0,0-1 0 0 0,0 1 0 0 0,0 0-1 0 0,0 0 1 0 0,0 0 0 0 0,0 0 0 0 0,0 0 0 0 0,0 0 0 0 0,0-1 0 0 0,0 1 0 0 0,0 0 0 0 0,0 0-1 0 0,0 0 1 0 0,0 0 0 0 0,0 0 0 0 0,0 0 0 0 0,0 0 0 0 0,0-1 0 0 0,0 1 0 0 0,0 0-1 0 0,0 0 1 0 0,0 0 0 0 0,0 0 0 0 0,-1 0 0 0 0,1 0 0 0 0,0 0 0 0 0,0 0 0 0 0,0 0 0 0 0,0 0-1 0 0,-13-6 207 0 0,-17-3 123 0 0,-25 1-194 0 0,-1 1 0 0 0,0 4 0 0 0,-87 4 0 0 0,74 0-258 0 0,-94 3-1105 0 0,93-1-4316 0 0,69-3 5408 0 0,-52 3-6683 0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4:25.89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180 7 7370 0 0,'20'6'449'0'0,"0"-1"0"0"0,0-1 1 0 0,1 0-1 0 0,-1-2 0 0 0,1-1 1 0 0,32-1-1 0 0,-22 0-330 0 0,-2 1 465 0 0,0-2 0 0 0,0-1-1 0 0,0-2 1 0 0,0 0 0 0 0,43-13-1 0 0,-90 15-1631 0 0,-21 6-96 0 0,-163 36-3313 0 0,-89 13 4336 0 0,282-52 584 0 0,5 0-120 0 0,1 0 1 0 0,0-1-1 0 0,-1 1 0 0 0,1-1 1 0 0,-1 0-1 0 0,1 0 1 0 0,-1 0-1 0 0,1-1 1 0 0,-1 1-1 0 0,-4-2 0 0 0,37-11 1296 0 0,203-44-2522 0 0,-212 53 432 0 0,34-9-3858 0 0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09.25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376 0 10594 0 0,'-1'2'78'0'0,"1"0"0"0"0,-1 0 0 0 0,1 0-1 0 0,-1 1 1 0 0,1-1 0 0 0,0 0 0 0 0,-1 0-1 0 0,1 0 1 0 0,0 0 0 0 0,1 1 0 0 0,-1-1-1 0 0,0 0 1 0 0,1 0 0 0 0,-1 0-1 0 0,1 0 1 0 0,-1 0 0 0 0,1 1 0 0 0,1 1-1 0 0,2 11 41 0 0,91 751 1592 0 0,-109 767 963 0 0,-57-726-1956 0 0,4-91-434 0 0,-62 853 869 0 0,62 383-864 0 0,68-1837-272 0 0,7 187 568 0 0,-2-226 28 0 0,31 146-1 0 0,-37-219-617 0 0,1 0 1 0 0,0 0-1 0 0,0 0 0 0 0,0 0 0 0 0,0 0 1 0 0,0 0-1 0 0,1 0 0 0 0,-1 0 0 0 0,1-1 1 0 0,0 1-1 0 0,0 0 0 0 0,4 3 0 0 0,-6-6-11 0 0,1 1 0 0 0,-1-1 0 0 0,1 0-1 0 0,-1 1 1 0 0,1-1 0 0 0,0 0 0 0 0,-1 0-1 0 0,1 0 1 0 0,-1 1 0 0 0,1-1 0 0 0,0 0-1 0 0,-1 0 1 0 0,1 0 0 0 0,0 0 0 0 0,-1 0 0 0 0,1 0-1 0 0,0 0 1 0 0,-1 0 0 0 0,1-1 0 0 0,-1 1-1 0 0,1 0 1 0 0,0 0 0 0 0,0-1 0 0 0,1 0-43 0 0,0 0 0 0 0,0-1 0 0 0,-1 1 1 0 0,1-1-1 0 0,0 1 0 0 0,-1-1 1 0 0,1 0-1 0 0,-1 1 0 0 0,0-1 0 0 0,2-3 1 0 0,6-12-465 0 0,-1 0 1 0 0,0 0-1 0 0,-1-1 1 0 0,-1 0-1 0 0,5-26 1 0 0,12-98-985 0 0,-18 96 1086 0 0,90-1014-3627 0 0,-79-6 5680 0 0,-20-1393 2211 0 0,5 2290-3922 0 0,22-696-302 0 0,0-147-487 0 0,-26 795 2281 0 0,-31-227 0 0 0,27 480-2706 0 0,1 35 599 0 0,-55 2201-23 0 0,80-1036 474 0 0,-2 112 840 0 0,-123 286 350 0 0,-53 646 3571 0 0,141-1693-3952 0 0,9-243-730 0 0,9-321 118 0 0,0-2-640 0 0,-1 0 1 0 0,-1 0-1 0 0,-8 38 1 0 0,1-114-3801 0 0,48-799-2126 0 0,-18 511 5381 0 0,51-759 1090 0 0,57-553 4206 0 0,-71 939-1874 0 0,53-754 440 0 0,-35-1-1592 0 0,-76 1469-1037 0 0,25-430 907 0 0,-21 413-878 0 0,-4 19-34 0 0,1 0 0 0 0,-1 0 0 0 0,0 0 1 0 0,0 0-1 0 0,0 0 0 0 0,0 0 0 0 0,0 0 0 0 0,0-1 1 0 0,0 1-1 0 0,0 0 0 0 0,1 0 0 0 0,-1 0 0 0 0,0 0 1 0 0,0 0-1 0 0,0 0 0 0 0,0 0 0 0 0,0 0 0 0 0,1 0 1 0 0,-1 0-1 0 0,0 0 0 0 0,0 0 0 0 0,0 0 0 0 0,0 0 0 0 0,0 0 1 0 0,1 0-1 0 0,-1 0 0 0 0,0 0 0 0 0,0 0 0 0 0,0 0 1 0 0,0 0-1 0 0,0 0 0 0 0,1 0 0 0 0,-1 0 0 0 0,0 0 1 0 0,0 0-1 0 0,0 0 0 0 0,0 0 0 0 0,0 0 0 0 0,1 0 1 0 0,-1 0-1 0 0,0 0 0 0 0,0 1 0 0 0,0-1 0 0 0,0 0 1 0 0,0 0-1 0 0,0 0 0 0 0,0 0 0 0 0,0 0 0 0 0,1 0 0 0 0,0 3-63 0 0,1 0 0 0 0,-1 0 0 0 0,0 0 0 0 0,1 0 0 0 0,-1 0 0 0 0,0 0 0 0 0,-1 1 0 0 0,1 3-1 0 0,40 393-1900 0 0,-26-222 1697 0 0,220 3519 437 0 0,-209-2446 1305 0 0,-45 0 1372 0 0,-140 293-597 0 0,153-1504-2325 0 0,-35 183-1384 0 0,32-204 277 0 0,-9-66-3315 0 0,17 41 4328 0 0,-52-348-8552 0 0,0-183 5684 0 0,41 400 2971 0 0,-124-1812 12194 0 0,48 115-7666 0 0,87 720-4027 0 0,47 1-737 0 0,-5 176-68 0 0,-39 830 484 0 0,14-183 159 0 0,-16 291-275 0 0,0-1 1 0 0,1 0-1 0 0,-1 0 1 0 0,0 0-1 0 0,0 0 1 0 0,0 0 0 0 0,0 0-1 0 0,0 0 1 0 0,0 0-1 0 0,0 0 1 0 0,0 0-1 0 0,0 0 1 0 0,0 0-1 0 0,0 0 1 0 0,0 0-1 0 0,0 0 1 0 0,0 0-1 0 0,0 0 1 0 0,0 0 0 0 0,0 1-1 0 0,1-1 1 0 0,-1 0-1 0 0,0 0 1 0 0,0 0-1 0 0,0 0 1 0 0,0 0-1 0 0,0 0 1 0 0,0 0-1 0 0,0 0 1 0 0,0 0-1 0 0,0 0 1 0 0,0 0-1 0 0,0 0 1 0 0,0 0 0 0 0,1 0-1 0 0,-1 0 1 0 0,0-1-1 0 0,3 18-139 0 0,3 22-298 0 0,74 1614-8208 0 0,-63-1185 7852 0 0,78 1205 2145 0 0,-17-379 1092 0 0,-64 26-3162 0 0,-15-1123 1887 0 0,0-141-724 0 0,4 185 1844 0 0,0-186-1235 0 0,3 1 0 0 0,17 70 1 0 0,-21-119-991 0 0,0-1 0 0 0,0 1 0 0 0,0-1 0 0 0,1 1 0 0 0,0-1 0 0 0,7 9 0 0 0,-10-14-64 0 0,1 0 1 0 0,-1-1-1 0 0,1 1 0 0 0,-1 0 0 0 0,1-1 0 0 0,-1 1 0 0 0,1-1 0 0 0,0 1 1 0 0,-1-1-1 0 0,1 1 0 0 0,0-1 0 0 0,0 1 0 0 0,-1-1 0 0 0,1 0 0 0 0,0 1 1 0 0,0-1-1 0 0,-1 0 0 0 0,1 0 0 0 0,0 1 0 0 0,0-1 0 0 0,0 0 0 0 0,0 0 1 0 0,1 0-1 0 0,-1-1-22 0 0,0 0 1 0 0,1 1 0 0 0,-1-1 0 0 0,0 0-1 0 0,0 0 1 0 0,1 0 0 0 0,-1 0 0 0 0,0 0-1 0 0,0 0 1 0 0,0 0 0 0 0,0-1 0 0 0,0 1-1 0 0,0 0 1 0 0,-1 0 0 0 0,1-1-1 0 0,0 1 1 0 0,-1-1 0 0 0,1-1 0 0 0,5-11-102 0 0,-1 0 0 0 0,-1-1 0 0 0,0 0 0 0 0,-1 0 1 0 0,1-22-1 0 0,0-79 37 0 0,-4 88 109 0 0,-37-691 520 0 0,-53 2-25 0 0,-17-184-479 0 0,29 40-1722 0 0,4 42 143 0 0,67 721 1463 0 0,3 27-34 0 0,-2 1 1 0 0,-19-81 0 0 0,20 144 506 0 0,3 18-45 0 0,0 21 32 0 0,5 851-2575 0 0,-15-343 2359 0 0,-12 370 764 0 0,-20 501-110 0 0,37-1117 68 0 0,-33 669 2584 0 0,37-927-3178 0 0,0 0 52 0 0,1 1-1 0 0,1-1 1 0 0,7 53-1 0 0,4-120-2744 0 0,12-368-480 0 0,-19 281 2827 0 0,-2-632 1651 0 0,-29 1 722 0 0,-3-217-274 0 0,37-330-1129 0 0,25 0-770 0 0,-21 938-108 0 0,35-862-406 0 0,-6 190-602 0 0,-36 101-312 0 0,-72 4 2834 0 0,64 886-1497 0 0,2-5 45 0 0,-3 1-1 0 0,-2 0 1 0 0,-1 0 0 0 0,-25-66 0 0 0,33 107-95 0 0,1 1-1 0 0,-1 0 1 0 0,1-1 0 0 0,-1 1 0 0 0,1 0 0 0 0,-1-1 0 0 0,0 1 0 0 0,0 0 0 0 0,0 0 0 0 0,0 0-1 0 0,0 0 1 0 0,0 0 0 0 0,0 0 0 0 0,0 0 0 0 0,0 0 0 0 0,0 0 0 0 0,-3-1 0 0 0,4 2 0 0 0,-1 0 1 0 0,0 0-1 0 0,1 0 1 0 0,-1 0-1 0 0,0 1 0 0 0,1-1 1 0 0,-1 0-1 0 0,1 0 1 0 0,-1 0-1 0 0,0 1 1 0 0,1-1-1 0 0,-1 0 1 0 0,1 1-1 0 0,-1-1 1 0 0,0 0-1 0 0,1 1 1 0 0,-1-1-1 0 0,1 1 0 0 0,0-1 1 0 0,-1 1-1 0 0,1-1 1 0 0,-1 1-1 0 0,1-1 1 0 0,0 1-1 0 0,-1 1 1 0 0,-3 5-5 0 0,1 0 0 0 0,0 1 0 0 0,0-1 0 0 0,-3 15 0 0 0,-67 481-2457 0 0,60-385 2000 0 0,-88 1125-263 0 0,50 5 201 0 0,56 631 517 0 0,90-4 24 0 0,-10-105 1300 0 0,-84-1729-1321 0 0,-2-17-62 0 0,2 1 1 0 0,1-1 0 0 0,1 0-1 0 0,6 27 1 0 0,-9-51 52 0 0,0 0 0 0 0,0 1 0 0 0,0-1-1 0 0,0 0 1 0 0,0 0 0 0 0,0 0 0 0 0,0 0 0 0 0,0 0 0 0 0,0 1 0 0 0,0-1 0 0 0,0 0 0 0 0,0 0 0 0 0,0 0 0 0 0,0 0 0 0 0,0 0 0 0 0,0 1 0 0 0,0-1 0 0 0,0 0 0 0 0,1 0 0 0 0,-1 0 0 0 0,0 0 0 0 0,0 0-1 0 0,0 1 1 0 0,0-1 0 0 0,0 0 0 0 0,0 0 0 0 0,0 0 0 0 0,0 0 0 0 0,1 0 0 0 0,-1 0 0 0 0,0 0 0 0 0,0 0 0 0 0,0 0 0 0 0,0 0 0 0 0,0 1 0 0 0,1-1 0 0 0,-1 0 0 0 0,0 0 0 0 0,0 0 0 0 0,0 0 0 0 0,0 0-1 0 0,0 0 1 0 0,1 0 0 0 0,-1 0 0 0 0,0 0 0 0 0,0 0 0 0 0,0 0 0 0 0,0 0 0 0 0,0 0 0 0 0,1 0 0 0 0,-1-1 0 0 0,0 1 0 0 0,0 0 0 0 0,0 0 0 0 0,0 0 0 0 0,0 0 0 0 0,1 0 0 0 0,-1 0 0 0 0,0 0 0 0 0,7-13-334 0 0,2-21-62 0 0,-5-55 335 0 0,-3 0 0 0 0,-18-153 0 0 0,7 129 288 0 0,-54-615 1044 0 0,-14-184-778 0 0,36-3-357 0 0,62-237-895 0 0,-1 482-310 0 0,-15 432 698 0 0,30-1294-664 0 0,42 6 1407 0 0,-65 1403-352 0 0,1-16 484 0 0,-7-156 0 0 0,-5 285-383 0 0,0 4 7 0 0,0 0 1 0 0,0 0-1 0 0,-1 0 0 0 0,1 0 0 0 0,-1 0 1 0 0,0 0-1 0 0,-1 1 0 0 0,0-1 1 0 0,0 0-1 0 0,0 1 0 0 0,0-1 0 0 0,-7-1 951 0 0,7 20-804 0 0,3 12-236 0 0,95 1353-1505 0 0,-53 2 2037 0 0,-75-192-1227 0 0,6-422 348 0 0,40 2126 1270 0 0,82-1521-2144 0 0,-61-1099-5345 0 0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19.8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 10594 0 0,'15'-1'2665'0'0,"1"0"0"0"0,-1-1 0 0 0,15-4 0 0 0,48-15-257 0 0,-56 13-2479 0 0,1 2 0 0 0,0 0-1 0 0,0 2 1 0 0,1 1 0 0 0,33-2-1 0 0,-53 5 76 0 0,-1 1 0 0 0,1-1 0 0 0,-1 1 0 0 0,1-1 0 0 0,-1 1 0 0 0,1 0 0 0 0,-1 0 0 0 0,0 0 0 0 0,1 1 0 0 0,-1-1 0 0 0,0 1 0 0 0,0 0 0 0 0,0 0 0 0 0,0 0 0 0 0,-1 0 0 0 0,1 0 0 0 0,4 5 0 0 0,-4-3-7 0 0,0 1 0 0 0,0-1 0 0 0,-1 1 1 0 0,1 0-1 0 0,-1 0 0 0 0,0 0 0 0 0,0 0 0 0 0,-1 0 0 0 0,1 1 0 0 0,0 7 0 0 0,0 6-67 0 0,-2 0 0 0 0,0 0 0 0 0,0 0 0 0 0,-2 0 0 0 0,-5 25 0 0 0,-1-11-183 0 0,-12 32 0 0 0,11-38-48 0 0,1 0 0 0 0,-5 34 0 0 0,12-61 284 0 0,1 1 1 0 0,0-1 0 0 0,0 1-1 0 0,0-1 1 0 0,0 1 0 0 0,0-1-1 0 0,0 1 1 0 0,0-1 0 0 0,0 1-1 0 0,0-1 1 0 0,0 1 0 0 0,0-1-1 0 0,0 1 1 0 0,1-1 0 0 0,-1 1-1 0 0,0-1 1 0 0,0 1 0 0 0,0-1-1 0 0,1 1 1 0 0,-1-1 0 0 0,0 1-1 0 0,1-1 1 0 0,-1 1 0 0 0,0-1-1 0 0,1 0 1 0 0,-1 1 0 0 0,0-1-1 0 0,1 0 1 0 0,0 1 0 0 0,17-1-203 0 0,26-20 327 0 0,-35 16 15 0 0,3-2 44 0 0,0 2-1 0 0,1-1 1 0 0,-1 2 0 0 0,1 0-1 0 0,0 0 1 0 0,0 1 0 0 0,0 0-1 0 0,20 1 1 0 0,-28 1-136 0 0,-1 0-1 0 0,1 1 1 0 0,-1-1 0 0 0,1 1-1 0 0,-1 0 1 0 0,1 0 0 0 0,-1 1-1 0 0,1-1 1 0 0,-1 1-1 0 0,0 0 1 0 0,0 0 0 0 0,0 0-1 0 0,0 1 1 0 0,0-1 0 0 0,0 1-1 0 0,-1 0 1 0 0,1 0 0 0 0,-1 0-1 0 0,0 0 1 0 0,0 1-1 0 0,0 0 1 0 0,0-1 0 0 0,-1 1-1 0 0,0 0 1 0 0,1 0 0 0 0,-1 0-1 0 0,2 8 1 0 0,-3-7-14 0 0,0 1-1 0 0,0 0 1 0 0,-1 0 0 0 0,0 0 0 0 0,0-1-1 0 0,0 1 1 0 0,0 0 0 0 0,-1 0 0 0 0,0-1-1 0 0,-1 1 1 0 0,1 0 0 0 0,-1-1 0 0 0,0 1-1 0 0,0-1 1 0 0,-1 0 0 0 0,0 0 0 0 0,-3 6-1 0 0,-8 11 138 0 0,-2-1-1 0 0,-24 28 0 0 0,32-41-81 0 0,4-3-71 0 0,-66 70 755 0 0,61-66-740 0 0,0-1 1 0 0,-1 0-1 0 0,0-1 0 0 0,-1 0 1 0 0,0 0-1 0 0,-12 5 0 0 0,22-12-152 0 0,0 1-1 0 0,0-1 1 0 0,1 0-1 0 0,-1 1 1 0 0,-1-1-1 0 0,1 0 1 0 0,0 1-1 0 0,0-1 1 0 0,0 0-1 0 0,0 0 1 0 0,0 0-1 0 0,0 0 1 0 0,0 0-1 0 0,0 0 1 0 0,0 0-1 0 0,0-1 1 0 0,0 1-1 0 0,0 0 1 0 0,0-1-1 0 0,0 1 1 0 0,-2-1-1 0 0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1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 11058 0 0,'6'4'1550'0'0,"0"0"-1"0"0,1-1 1 0 0,-1 0-1 0 0,12 4 1 0 0,-13-5-906 0 0,1-1 0 0 0,0 0 0 0 0,0 0 1 0 0,-1 0-1 0 0,8-1 0 0 0,-2-1-400 0 0,0 0 1 0 0,0-1-1 0 0,0 0 0 0 0,0-1 1 0 0,0 0-1 0 0,11-5 0 0 0,105-45-2848 0 0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3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1 170 17972 0 0,'19'-2'815'0'0,"0"0"1"0"0,0-1-1 0 0,22-6 1 0 0,16-4 111 0 0,-17 8-837 0 0,-1-3 0 0 0,0-1 0 0 0,-1-2 0 0 0,0-1 0 0 0,48-24 0 0 0,-10-1-525 0 0,-35 14 422 0 0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7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28 2761 0 0,'-37'-27'19342'0'0,"36"27"-19263"0"0,1 0 1 0 0,-1 1-1 0 0,1-1 0 0 0,0 0 0 0 0,-1 1 0 0 0,1-1 0 0 0,0 1 0 0 0,0-1 0 0 0,-1 1 0 0 0,1-1 0 0 0,0 1 1 0 0,0-1-1 0 0,0 1 0 0 0,0-1 0 0 0,-1 1 0 0 0,1-1 0 0 0,0 1 0 0 0,0-1 0 0 0,0 1 0 0 0,0-1 0 0 0,0 1 0 0 0,0-1 1 0 0,0 1-1 0 0,0-1 0 0 0,0 1 0 0 0,1-1 0 0 0,-1 1 0 0 0,0-1 0 0 0,0 1 0 0 0,3 19 432 0 0,26 115 608 0 0,4 32-779 0 0,-20-32-286 0 0,-10-83-532 0 0,3 0 0 0 0,1 0 0 0 0,27 92 0 0 0,-29-129-1442 0 0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0.9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23 257 2761 0 0,'-13'-42'654'0'0,"10"33"1217"0"0,1 0-1 0 0,0 0 1 0 0,1-1-1 0 0,0-15 1 0 0,1 20-1082 0 0,0 1 0 0 0,1 0 0 0 0,-1 0 1 0 0,1-1-1 0 0,0 1 0 0 0,0 0 1 0 0,1 0-1 0 0,-1 0 0 0 0,1 0 0 0 0,0 0 1 0 0,4-7-1 0 0,-3 8-681 0 0,0-1 0 0 0,0 1 1 0 0,0 0-1 0 0,1 0 0 0 0,-1 0 0 0 0,1 0 1 0 0,7-4-1 0 0,10-5 163 0 0,1 1 0 0 0,-1 2 0 0 0,1 0 0 0 0,28-7 0 0 0,-41 13-423 0 0,-1 1 1 0 0,1 1-1 0 0,0-1 1 0 0,0 1-1 0 0,0 1 1 0 0,0 0-1 0 0,0 0 1 0 0,0 1-1 0 0,-1 0 1 0 0,1 0-1 0 0,0 1 1 0 0,0 0-1 0 0,-1 1 1 0 0,12 4-1 0 0,0 6-7824 0 0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1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84 7834 0 0,'10'-3'696'0'0,"-5"0"-560"0"0,1-1-136 0 0,-1 0 0 0 0,3-2 2496 0 0,-2 4-1103 0 0,2-5 7 0 0,4-3-976 0 0,5-2-192 0 0,2 1-40 0 0,-1 1 0 0 0,-1 4-192 0 0,0 2 0 0 0,-4 2 0 0 0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1.6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239 29 14283 0 0,'-1'-2'137'0'0,"0"0"0"0"0,0 0 0 0 0,0 0 0 0 0,0 1 0 0 0,-1-1 0 0 0,1 0 0 0 0,-1 1 0 0 0,1 0 0 0 0,-1-1 0 0 0,1 1-1 0 0,-1 0 1 0 0,0-1 0 0 0,1 1 0 0 0,-1 0 0 0 0,0 0 0 0 0,0 1 0 0 0,0-1 0 0 0,0 0 0 0 0,-2 0 0 0 0,-1 0 102 0 0,1 1 0 0 0,0 0-1 0 0,0 0 1 0 0,0 0 0 0 0,0 0 0 0 0,0 0 0 0 0,0 1 0 0 0,-1 0-1 0 0,-4 1 1 0 0,0 1 101 0 0,0 1 0 0 0,1-1 0 0 0,-1 1-1 0 0,1 1 1 0 0,0 0 0 0 0,0 0 0 0 0,-14 12 0 0 0,14-8-282 0 0,0 1 0 0 0,0-1 0 0 0,1 1 0 0 0,1 1 1 0 0,0 0-1 0 0,0-1 0 0 0,1 2 0 0 0,0-1 0 0 0,1 1 1 0 0,1-1-1 0 0,-1 1 0 0 0,2 0 0 0 0,0 0 0 0 0,0 1 1 0 0,1 20-1 0 0,1-17-37 0 0,0 0 1 0 0,1 0-1 0 0,1 0 0 0 0,1 0 1 0 0,0-1-1 0 0,1 1 1 0 0,0-1-1 0 0,2 0 1 0 0,0 0-1 0 0,0 0 1 0 0,14 22-1 0 0,-15-30 35 0 0,0-1-1 0 0,1 1 1 0 0,0-1-1 0 0,0 0 1 0 0,0-1 0 0 0,0 0-1 0 0,1 0 1 0 0,0 0-1 0 0,0-1 1 0 0,0 1 0 0 0,1-2-1 0 0,-1 1 1 0 0,1-1 0 0 0,0 0-1 0 0,0-1 1 0 0,0 0-1 0 0,0 0 1 0 0,0-1 0 0 0,1 0-1 0 0,-1 0 1 0 0,0-1-1 0 0,1 0 1 0 0,-1-1 0 0 0,0 1-1 0 0,1-2 1 0 0,-1 1-1 0 0,0-1 1 0 0,0 0 0 0 0,0-1-1 0 0,0 0 1 0 0,0 0 0 0 0,-1-1-1 0 0,0 0 1 0 0,1 0-1 0 0,-1-1 1 0 0,-1 0 0 0 0,1 0-1 0 0,-1 0 1 0 0,10-11-1 0 0,-1-2-1454 0 0,23-36-1 0 0,-26 35-6811 0 0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2.1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0 9706 0 0,'-11'10'724'0'0,"10"-9"-510"0"0,1-1 0 0 0,0 1 0 0 0,0 0 0 0 0,0-1 0 0 0,0 1 0 0 0,0 0 1 0 0,-1-1-1 0 0,1 1 0 0 0,0 0 0 0 0,0-1 0 0 0,1 1 0 0 0,-1 0 0 0 0,0-1 0 0 0,0 1 0 0 0,0-1 0 0 0,0 1 0 0 0,0 0 0 0 0,1-1 0 0 0,-1 1 0 0 0,0-1 0 0 0,1 1 0 0 0,-1 0 0 0 0,0-1 0 0 0,1 1 0 0 0,0 0 113 0 0,0 1 0 0 0,1-1 0 0 0,-1 0 0 0 0,0 0 0 0 0,0 0-1 0 0,1 0 1 0 0,-1 0 0 0 0,0-1 0 0 0,1 1 0 0 0,-1 0 0 0 0,1-1 0 0 0,-1 1 0 0 0,1-1 0 0 0,0 1 0 0 0,-1-1 0 0 0,1 0 0 0 0,-1 1 0 0 0,1-1-1 0 0,2 0 1 0 0,7-2 33 0 0,0 0 0 0 0,-1-1 0 0 0,1 0 0 0 0,18-8 0 0 0,-17 6-758 0 0,1 1 0 0 0,22-6 0 0 0,-35 10 344 0 0,0 0 1 0 0,0 0 0 0 0,0 1-1 0 0,-1-1 1 0 0,1 0-1 0 0,0 0-52 0 0,0 0 52 0 0,0 0 1 0 0,0 0-1 0 0,0 1 1 0 0,0-1 0 0 0,0 0-1 0 0,-1 0 1 0 0,1 0-1 0 0,0 0 1 0 0,0 1 0 0 0,0-1-1 0 0,0 0 1 0 0,0 0-1 0 0,0 0 1 0 0,0 0-1 0 0,0 1 1 0 0,0-1 0 0 0,0 0-1 0 0,0 0 1 0 0,0 0-1 0 0,0 0 1 0 0,0 1 0 0 0,0-1-1 0 0,0 0 1 0 0,0 0-1 0 0,0 0 1 0 0,1 0 0 0 0,-1 0-1 0 0,0 1 1 0 0,0-1-1 0 0,0 0 1 0 0,0 0-1 0 0,0 0 1 0 0,0 0 0 0 0,0 1-54 0 0,1-1 53 0 0,-1 0 1 0 0,0 0 0 0 0,0 0-1 0 0,0 0 1 0 0,0 0-1 0 0,0 0 1 0 0,1 0 0 0 0,-1 0-1 0 0,0 0 1 0 0,0 0-1 0 0,0 0 1 0 0,0 0 0 0 0,1 1-1 0 0,-1-1 1 0 0,0 0-1 0 0,0 0 1 0 0,0 0-1 0 0,-17 17-1669 0 0,7-6 234 0 0,6-6 1002 0 0,0 0-410 0 0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2.4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62 3169 0 0,'-16'-18'15367'0'0,"21"28"-11246"0"0,0 10-4024 0 0,-5-20-78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0,0 0 0 0 0,1 1 0 0 0,-1-1 0 0 0,1 0 0 0 0,-1 0 0 0 0,1 0 0 0 0,0 0 0 0 0,11-12 442 0 0,3-22 151 0 0,-15 34-595 0 0,4-21 852 0 0,-3 20-880 0 0,-1 1 0 0 0,0-1-1 0 0,0 0 1 0 0,1 1-1 0 0,-1-1 1 0 0,0 1 0 0 0,0-1-1 0 0,0 0 1 0 0,0 1 0 0 0,0-1-1 0 0,0 1 1 0 0,0-1-1 0 0,0 1 1 0 0,0-1 0 0 0,0 0-1 0 0,-1 1 1 0 0,1-1 0 0 0,0 1-1 0 0,0-1 1 0 0,-1 1-1 0 0,1-1 1 0 0,0 0 0 0 0,0 1-1 0 0,-1-1 1 0 0,1 1 0 0 0,-1 0-1 0 0,1-1 1 0 0,0 1-1 0 0,-1-1 1 0 0,0 1 18 0 0,0 1 0 0 0,0 0 1 0 0,0 0-1 0 0,0-1 0 0 0,0 1 0 0 0,0 0 1 0 0,1 0-1 0 0,-1 0 0 0 0,0 0 0 0 0,1 0 1 0 0,-1 0-1 0 0,1 0 0 0 0,-1 0 0 0 0,1 0 1 0 0,-1 0-1 0 0,1 1 0 0 0,0-1 0 0 0,-1 2 0 0 0,-5 24-603 0 0,6-27 623 0 0,-2 8-27 0 0,1-5-20 0 0,0 1 1 0 0,0 0-1 0 0,1-1 1 0 0,-1 1-1 0 0,1 0 1 0 0,0 0 0 0 0,0 0-1 0 0,0-1 1 0 0,2 6-1 0 0,-2-9-4 0 0,0 0 0 0 0,0 0 0 0 0,0 0 0 0 0,0 0-1 0 0,0 0 1 0 0,1 0 0 0 0,-1 0 0 0 0,0 0 0 0 0,0 0 0 0 0,0 0-1 0 0,0 0 1 0 0,1 0 0 0 0,-1 0 0 0 0,0 0 0 0 0,0 0 0 0 0,0 0-1 0 0,0 0 1 0 0,0-1 0 0 0,1 1 0 0 0,-1 0 0 0 0,0 0 0 0 0,0 0 0 0 0,0 0-1 0 0,0 0 1 0 0,0 0 0 0 0,1 0 0 0 0,-1 0 0 0 0,0-1 0 0 0,0 1-1 0 0,0 0 1 0 0,0 0 0 0 0,0 0 0 0 0,0 0 0 0 0,0 0 0 0 0,0 0-1 0 0,0-1 1 0 0,0 1 0 0 0,0 0 0 0 0,1 0 0 0 0,-1 0 0 0 0,0 0-1 0 0,0-1 1 0 0,0 1 0 0 0,0 0 0 0 0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8.7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24 140 6449 0 0,'-23'-50'11666'0'0,"23"49"-11588"0"0,0-1 1 0 0,0 1 0 0 0,1 0 0 0 0,-1 0 0 0 0,0-1 0 0 0,1 1 0 0 0,-1 0 0 0 0,1 0 0 0 0,-1 0 0 0 0,1-1 0 0 0,0 1 0 0 0,-1 0 0 0 0,1 0 0 0 0,0 0 0 0 0,0 0 0 0 0,0 1 0 0 0,0-1 0 0 0,0 0 0 0 0,1-1 0 0 0,20-16 233 0 0,-22 18-272 0 0,8-6 102 0 0,0 0 1 0 0,0 1 0 0 0,1 0 0 0 0,-1 0 0 0 0,1 1-1 0 0,0 1 1 0 0,0-1 0 0 0,0 1 0 0 0,1 1 0 0 0,-1 0 0 0 0,12-2-1 0 0,-15 4-65 0 0,0 0 1 0 0,0 0-1 0 0,-1 1 0 0 0,1 0 0 0 0,0 0 0 0 0,0 0 0 0 0,-1 1 0 0 0,1-1 0 0 0,-1 1 0 0 0,1 1 0 0 0,-1-1 0 0 0,0 1 0 0 0,0 0 0 0 0,0 0 1 0 0,0 0-1 0 0,-1 1 0 0 0,1 0 0 0 0,-1 0 0 0 0,7 8 0 0 0,-5-5-120 0 0,-1-1-1 0 0,0 1 1 0 0,0 0 0 0 0,-1 1 0 0 0,0-1-1 0 0,0 1 1 0 0,-1 0 0 0 0,0 0 0 0 0,0 0-1 0 0,-1 0 1 0 0,0 0 0 0 0,0 1 0 0 0,-1-1-1 0 0,0 0 1 0 0,-1 1 0 0 0,0-1 0 0 0,0 1-1 0 0,-1-1 1 0 0,-3 17 0 0 0,-1-4 4 0 0,-2-1 0 0 0,0 0 1 0 0,-1 0-1 0 0,-1-1 0 0 0,-1 0 0 0 0,-22 32 1 0 0,29-47 7 0 0,-11 20 203 0 0,16-18-23 0 0,12-11-74 0 0,3-5-17 0 0,0 0-1 0 0,1 2 1 0 0,0 1 0 0 0,0 0-1 0 0,1 1 1 0 0,0 1 0 0 0,0 0-1 0 0,26-2 1 0 0,-37 7-44 0 0,0 0 0 0 0,0 0 0 0 0,-1 0 0 0 0,1 1 0 0 0,0 0 0 0 0,0 1 0 0 0,-1 0 0 0 0,1 0 0 0 0,-1 0 0 0 0,1 1 0 0 0,-1 0 0 0 0,0 1 0 0 0,0-1 0 0 0,0 2 0 0 0,-1-1 0 0 0,1 1 0 0 0,-1-1 0 0 0,0 2 0 0 0,-1-1 0 0 0,1 1 0 0 0,-1 0 0 0 0,0 0 0 0 0,6 10 0 0 0,-7-10 33 0 0,-1 0-1 0 0,0 0 1 0 0,0 0-1 0 0,0 1 1 0 0,-1-1 0 0 0,0 1-1 0 0,0 0 1 0 0,0 0 0 0 0,-1 0-1 0 0,0 0 1 0 0,-1 0-1 0 0,0 10 1 0 0,0-6-12 0 0,-2-1-1 0 0,0 1 1 0 0,0-1-1 0 0,-1 0 1 0 0,0 1-1 0 0,0-1 0 0 0,-8 15 1 0 0,0-6 54 0 0,-1 0 0 0 0,0-1 0 0 0,-1 0 0 0 0,-1 0 0 0 0,-1-2 0 0 0,0 0 0 0 0,-24 19 0 0 0,-5-6 469 0 0,11-17-3740 0 0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0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 16588 0 0,'2'-7'3290'0'0,"-2"6"-3199"0"0,0 1 1 0 0,1 0-1 0 0,-1 0 0 0 0,0 0 1 0 0,0 0-1 0 0,1 0 1 0 0,-1 0-1 0 0,0 0 0 0 0,0 0 1 0 0,1 0-1 0 0,-1 0 1 0 0,0 0-1 0 0,0 0 0 0 0,0 0 1 0 0,1 0-1 0 0,-1 0 1 0 0,0 0-1 0 0,1 0 0 0 0,0 0 37 0 0,0 0 0 0 0,0 0 0 0 0,0 0 0 0 0,0 0-1 0 0,0 0 1 0 0,0 0 0 0 0,0 0 0 0 0,0 0 0 0 0,1 0 0 0 0,-1 1-1 0 0,0-1 1 0 0,0 0 0 0 0,0 1 0 0 0,2 0 0 0 0,0 3 48 0 0,1 0 1 0 0,-1 0-1 0 0,1 0 1 0 0,-1 1-1 0 0,0-1 0 0 0,-1 1 1 0 0,1 0-1 0 0,3 9 1 0 0,12 47 152 0 0,-12-39-221 0 0,8 37-50 0 0,-3 0-1 0 0,6 102 0 0 0,-4-23-1443 0 0,-3-95-24 0 0,-2-26-5082 0 0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3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97 29 11522 0 0,'0'0'22'0'0,"25"-22"1523"0"0,-24 22-1355 0 0,0-1-1 0 0,-1 0 1 0 0,1 1-1 0 0,0-1 1 0 0,0 1 0 0 0,0-1-1 0 0,0 1 1 0 0,-1-1 0 0 0,1 1-1 0 0,0 0 1 0 0,0-1-1 0 0,0 1 1 0 0,0 0 0 0 0,0 0-1 0 0,0-1 1 0 0,0 1-1 0 0,0 0 1 0 0,0 0 0 0 0,0 0-1 0 0,0 0 1 0 0,0 1-1 0 0,0-1 1 0 0,0 0 0 0 0,0 0-1 0 0,0 1 1 0 0,0-1 0 0 0,0 0-1 0 0,0 1 1 0 0,1 0-1 0 0,-2 0-58 0 0,1 0 0 0 0,-1 0 0 0 0,0 0 0 0 0,0 0 0 0 0,1 0 0 0 0,-1 0 0 0 0,0 0 0 0 0,0 1 0 0 0,0-1 0 0 0,0 0 0 0 0,0 0 0 0 0,-1 0-1 0 0,1 0 1 0 0,0 0 0 0 0,0 0 0 0 0,-1 0 0 0 0,1 0 0 0 0,-1 0 0 0 0,1 0 0 0 0,-1 0 0 0 0,1 0 0 0 0,-1 0 0 0 0,0 1 0 0 0,-19 29 200 0 0,16-26-123 0 0,-9 13-73 0 0,-6 8 28 0 0,1 1-1 0 0,2 1 0 0 0,0 0 0 0 0,-22 59 0 0 0,38-86-126 0 0,-1 0 0 0 0,1 0 0 0 0,0 0 0 0 0,-1 0 0 0 0,1 0 0 0 0,0 0 0 0 0,0 0 0 0 0,0 0 0 0 0,0 0 0 0 0,0 0 0 0 0,0 0 0 0 0,0 0 0 0 0,0 0 0 0 0,0 0 0 0 0,0 0 0 0 0,1 0 0 0 0,-1 0 0 0 0,0 0 0 0 0,1-1 0 0 0,-1 1 0 0 0,0 0 0 0 0,1 0 0 0 0,0 0 0 0 0,-1 0 0 0 0,1 0 0 0 0,-1-1 0 0 0,1 1 0 0 0,1 1 0 0 0,-1-1-3 0 0,1-1 0 0 0,0 1 0 0 0,0 0 0 0 0,0 0 0 0 0,0-1 0 0 0,0 0 1 0 0,0 1-1 0 0,0-1 0 0 0,0 0 0 0 0,1 0 0 0 0,-1 0 0 0 0,0 0 0 0 0,2 0 0 0 0,10-2-55 0 0,0-1-1 0 0,0 0 1 0 0,15-6-1 0 0,-24 7-28 0 0,88-31-1682 0 0,-66 21 916 0 0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7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4225 0 0,'6'12'11011'0'0,"-5"-11"-10510"0"0,16 3 4421 0 0,25-6-3787 0 0,-31 1-48 0 0,51-3-268 0 0,-9 2-2115 0 0,-17-1-4833 0 0,-19 2-880 0 0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29.9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48 9218 0 0,'31'-1'6645'0'0,"126"-16"133"0"0,-105 6-8111 0 0,-1-2-3878 0 0,-32 8-1700 0 0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0.4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71 1 17972 0 0,'-11'-1'949'0'0,"-23"1"222"0"0,32 0-1060 0 0,1 0 0 0 0,0 0-1 0 0,-1 1 1 0 0,1-1 0 0 0,-1 0 0 0 0,1 0 0 0 0,0 1 0 0 0,-1-1 0 0 0,1 1 0 0 0,0-1 0 0 0,-1 1 0 0 0,1 0 0 0 0,0-1 0 0 0,0 1 0 0 0,-1 0 0 0 0,1 0 0 0 0,-1 2 0 0 0,1-3-29 0 0,1 1 0 0 0,1 0 1 0 0,-1 0-1 0 0,0 0 0 0 0,0 0 0 0 0,0 0 1 0 0,0 0-1 0 0,1 0 0 0 0,-1-1 0 0 0,0 1 1 0 0,1 0-1 0 0,-1 0 0 0 0,1 0 0 0 0,-1-1 1 0 0,1 1-1 0 0,-1 0 0 0 0,1 0 0 0 0,-1-1 1 0 0,1 1-1 0 0,0-1 0 0 0,0 2 0 0 0,21 18-94 0 0,-17-16 204 0 0,32 32 43 0 0,1-2-1 0 0,2-2 1 0 0,2-2-1 0 0,0-1 1 0 0,93 44-1 0 0,-104-59-258 0 0,0 0 0 0 0,-1 2-1 0 0,-1 1 1 0 0,0 1-1 0 0,49 43 1 0 0,-77-60 27 0 0,-1 0 1 0 0,1 0-1 0 0,-1 0 1 0 0,1 0-1 0 0,-1 0 1 0 0,0 0-1 0 0,1 0 1 0 0,-1 0-1 0 0,0 0 1 0 0,0 0-1 0 0,1 0 1 0 0,-1 1-1 0 0,0-1 1 0 0,0 0-1 0 0,0 0 1 0 0,0 0-1 0 0,-1 0 1 0 0,1 0-1 0 0,0 0 1 0 0,0 0-1 0 0,-1 0 1 0 0,1 0-1 0 0,0 1 1 0 0,-1-1-1 0 0,1 0 1 0 0,-1-1-1 0 0,0 1 1 0 0,1 0-1 0 0,-1 0 1 0 0,0 0-1 0 0,1 0 1 0 0,-1 0-1 0 0,0-1 1 0 0,0 1-1 0 0,-1 1 1 0 0,-39 32-65 0 0,31-27 224 0 0,-73 62-98 0 0,4 3 0 0 0,2 4 1 0 0,4 2-1 0 0,-114 161 1 0 0,172-213-699 0 0,11-15 153 0 0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0.7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153 10 9218 0 0,'-2'-1'402'0'0,"0"0"-1"0"0,0 0 1 0 0,0 0-1 0 0,0 0 1 0 0,0 0-1 0 0,0 0 1 0 0,-1 1-1 0 0,1-1 1 0 0,0 1-1 0 0,0-1 1 0 0,0 1 0 0 0,-1 0-1 0 0,1 0 1 0 0,0 0-1 0 0,0 0 1 0 0,-5 1-1 0 0,2 0 76 0 0,-1 0 0 0 0,1 0 1 0 0,-1 0-1 0 0,1 1 0 0 0,-9 3 0 0 0,9-1-277 0 0,0-1-1 0 0,0 1 1 0 0,0 0 0 0 0,0 0 0 0 0,1 1 0 0 0,0 0 0 0 0,0-1 0 0 0,0 1-1 0 0,0 0 1 0 0,1 1 0 0 0,0-1 0 0 0,0 1 0 0 0,1-1 0 0 0,-1 1 0 0 0,1 0 0 0 0,0 0-1 0 0,1 0 1 0 0,-1 0 0 0 0,1 0 0 0 0,0 12 0 0 0,-1 8 103 0 0,2 0 1 0 0,1-1-1 0 0,6 43 0 0 0,12 59 462 0 0,21 202-459 0 0,-35-273-468 0 0,-2-33-186 0 0,-2 1-1 0 0,0 0 0 0 0,-4 42 1 0 0,-4-49-1895 0 0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0.9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12 200 6449 0 0,'-1'-2'182'0'0,"0"1"0"0"0,-1-1 0 0 0,1 1 0 0 0,0-1 0 0 0,0 1-1 0 0,0-1 1 0 0,1 0 0 0 0,-1 0 0 0 0,0 1 0 0 0,1-1 0 0 0,-1 0-1 0 0,1 0 1 0 0,0 0 0 0 0,-1 0 0 0 0,1 1 0 0 0,0-1 0 0 0,0 0-1 0 0,0 0 1 0 0,0 0 0 0 0,1 0 0 0 0,-1 0 0 0 0,0 0 0 0 0,1 1 0 0 0,0-1-1 0 0,-1 0 1 0 0,1 0 0 0 0,0 1 0 0 0,1-4 0 0 0,2-1 623 0 0,1 0 0 0 0,0 0-1 0 0,0 0 1 0 0,0 1 0 0 0,0 0 0 0 0,7-5 0 0 0,0 1-487 0 0,-1 1 0 0 0,2 1-1 0 0,-1 0 1 0 0,1 1 0 0 0,-1 0-1 0 0,2 0 1 0 0,-1 2 0 0 0,16-4 0 0 0,117-17 2686 0 0,-94 19-2668 0 0,1-1-756 0 0,-29 4-48 0 0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1.1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0 123 11522 0 0,'2'1'223'0'0,"-1"0"0"0"0,0 0 0 0 0,1 0 0 0 0,0-1 0 0 0,-1 1 0 0 0,1 0 0 0 0,-1-1 0 0 0,1 1 0 0 0,0-1 0 0 0,-1 0 0 0 0,1 1 0 0 0,0-1 0 0 0,0 0 0 0 0,-1 0 0 0 0,1 0 0 0 0,0 0 0 0 0,-1 0 0 0 0,1-1 0 0 0,0 1 0 0 0,2-2 0 0 0,40-13 4757 0 0,-28 8-5214 0 0,87-38 2010 0 0,-68 28-4399 0 0,58-20 0 0 0,-71 30 977 0 0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1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235 1 7834 0 0,'-10'2'1209'0'0,"0"0"0"0"0,-1 0 1 0 0,1 2-1 0 0,0-1 1 0 0,0 1-1 0 0,1 0 0 0 0,-1 1 1 0 0,1 0-1 0 0,0 1 1 0 0,-9 7-1 0 0,8-5-802 0 0,0 1 0 0 0,1 0-1 0 0,0 1 1 0 0,1 0 0 0 0,0 0 0 0 0,0 1-1 0 0,-10 20 1 0 0,12-18-387 0 0,-1 0-1 0 0,2 1 0 0 0,0 0 1 0 0,1 0-1 0 0,0 1 1 0 0,2-1-1 0 0,-1 1 0 0 0,2 0 1 0 0,-1-1-1 0 0,2 1 0 0 0,0 0 1 0 0,1 0-1 0 0,1-1 1 0 0,0 1-1 0 0,6 21 0 0 0,-6-31 23 0 0,0 1-1 0 0,0 0 1 0 0,0-1-1 0 0,1 1 0 0 0,0-1 1 0 0,0 0-1 0 0,0 0 1 0 0,1 0-1 0 0,0 0 1 0 0,0 0-1 0 0,0-1 1 0 0,0 0-1 0 0,1 0 0 0 0,-1 0 1 0 0,1 0-1 0 0,0-1 1 0 0,0 0-1 0 0,1 0 1 0 0,-1 0-1 0 0,1-1 1 0 0,-1 1-1 0 0,8 1 0 0 0,-5-3-212 0 0,-1 0 0 0 0,0 0-1 0 0,0-1 1 0 0,1 1 0 0 0,-1-2-1 0 0,0 1 1 0 0,0-1-1 0 0,1 0 1 0 0,-1-1 0 0 0,0 1-1 0 0,0-1 1 0 0,0-1-1 0 0,-1 1 1 0 0,1-1 0 0 0,0-1-1 0 0,-1 1 1 0 0,0-1-1 0 0,8-6 1 0 0,8-7-7936 0 0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1.8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11 12443 0 0,'-1'0'84'0'0,"0"0"0"0"0,1 0 0 0 0,-1 0-1 0 0,0 0 1 0 0,0 0 0 0 0,1 0 0 0 0,-1 1 0 0 0,0-1 0 0 0,1 0 0 0 0,-1 1 0 0 0,1-1 0 0 0,-1 0 0 0 0,0 1 0 0 0,1-1 0 0 0,-1 1 0 0 0,1-1 0 0 0,-1 0 0 0 0,1 1 0 0 0,-1 0 0 0 0,1-1 0 0 0,-1 1 0 0 0,1-1 0 0 0,0 1 0 0 0,-1-1 0 0 0,1 2 0 0 0,13 5 3981 0 0,30-2-189 0 0,-27-8-3344 0 0,1 0-1 0 0,26-10 1 0 0,-18 6-2265 0 0,0 0-3823 0 0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2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11 5065 0 0,'-2'14'44'0'0,"2"-13"132"0"0,0-1 1 0 0,1 1 0 0 0,-1-1 0 0 0,0 1-1 0 0,0-1 1 0 0,0 1 0 0 0,4 4 2297 0 0,-4-4-2297 0 0,1-1 0 0 0,0 1 0 0 0,2-1 651 0 0,-1 1 1 0 0,1-1-1 0 0,0 1 1 0 0,-1-1 0 0 0,1 0-1 0 0,0 0 1 0 0,-1-1-1 0 0,5 0 1 0 0,1 1-765 0 0,15-4 1215 0 0,0 0 0 0 0,24-8 0 0 0,-1 0-5187 0 0,-32 8 2318 0 0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2.4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86 9218 0 0,'-9'-6'4455'0'0,"9"5"-4261"0"0,-1 1-1 0 0,1-1 1 0 0,0 1 0 0 0,0-1-1 0 0,0 1 1 0 0,0-1 0 0 0,0 1 0 0 0,0-1-1 0 0,0 0 1 0 0,10-16 3244 0 0,-6 13-3064 0 0,0 0 1 0 0,0 1 0 0 0,1-1 0 0 0,-1 1 0 0 0,9-5 0 0 0,3 2-194 0 0,0 1 0 0 0,0 0 1 0 0,0 1-1 0 0,1 0 0 0 0,-1 2 1 0 0,24-2-1 0 0,-28 4-88 0 0,-1 0 0 0 0,0 0 0 0 0,0 1 0 0 0,0 1 0 0 0,0 0 0 0 0,0 0 0 0 0,0 1 0 0 0,-1 1 0 0 0,1-1 0 0 0,16 10 0 0 0,-23-11-109 0 0,0 0-1 0 0,0 1 1 0 0,-1-1 0 0 0,1 1-1 0 0,0 0 1 0 0,-1 1 0 0 0,0-1-1 0 0,0 0 1 0 0,0 1 0 0 0,0 0-1 0 0,0 0 1 0 0,-1 0-1 0 0,0 0 1 0 0,1 0 0 0 0,-1 0-1 0 0,-1 0 1 0 0,2 6 0 0 0,-2-4-38 0 0,0 0-1 0 0,0 0 1 0 0,-1 0 0 0 0,0 0 0 0 0,-1 0 0 0 0,1 0 0 0 0,-1 0-1 0 0,0 0 1 0 0,-1-1 0 0 0,1 1 0 0 0,-5 10 0 0 0,-3 2-67 0 0,0-1 0 0 0,-1 0 0 0 0,-1-1 0 0 0,0 0 0 0 0,-1-1 0 0 0,-1 0 0 0 0,-15 13 0 0 0,16-17 238 0 0,2 0 0 0 0,-19 24 1 0 0,29-34-107 0 0,0-1 0 0 0,0 1 0 0 0,-1 0 0 0 0,1-1 0 0 0,0 1 0 0 0,0 0 0 0 0,0 0 0 0 0,0-1 0 0 0,0 1 0 0 0,0 0 0 0 0,0-1 0 0 0,0 1 1 0 0,0 0-1 0 0,0-1 0 0 0,0 1 0 0 0,0 0 0 0 0,0 0 0 0 0,0-1 0 0 0,1 1 0 0 0,-1 0 0 0 0,0-1 0 0 0,1 1 0 0 0,-1-1 0 0 0,0 1 0 0 0,1 0 0 0 0,-1-1 0 0 0,1 1 1 0 0,-1-1-1 0 0,1 1 0 0 0,-1-1 0 0 0,1 1 0 0 0,-1-1 0 0 0,1 0 0 0 0,0 1 0 0 0,-1-1 0 0 0,1 1 0 0 0,-1-1 0 0 0,1 0 0 0 0,0 0 0 0 0,-1 1 0 0 0,1-1 0 0 0,1 0 0 0 0,34 11-39 0 0,-33-10 45 0 0,20 4-19 0 0,0 2 1 0 0,-1 0 0 0 0,0 1-1 0 0,41 23 1 0 0,-55-27 28 0 0,-1 1 0 0 0,0-1 0 0 0,-1 1 0 0 0,1 1 0 0 0,-1-1 0 0 0,0 1 0 0 0,0 0 0 0 0,-1 1 0 0 0,0 0 0 0 0,0-1 1 0 0,0 1-1 0 0,-1 1 0 0 0,0-1 0 0 0,-1 1 0 0 0,1-1 0 0 0,-1 1 0 0 0,2 12 0 0 0,-4-16 9 0 0,-1 0 0 0 0,1 0 0 0 0,-1 0-1 0 0,0 0 1 0 0,0 0 0 0 0,-1 0 0 0 0,1 0 0 0 0,-1 0 0 0 0,0-1 0 0 0,0 1-1 0 0,0 0 1 0 0,-1 0 0 0 0,1-1 0 0 0,-1 1 0 0 0,0-1 0 0 0,0 1 0 0 0,0-1 0 0 0,0 0-1 0 0,-1 1 1 0 0,1-1 0 0 0,-1-1 0 0 0,0 1 0 0 0,0 0 0 0 0,0-1 0 0 0,0 1-1 0 0,0-1 1 0 0,0 0 0 0 0,-1 0 0 0 0,-6 3 0 0 0,-9 3-110 0 0,0 0 0 0 0,-1-1 0 0 0,0-1 0 0 0,-26 5 0 0 0,36-9-8 0 0,-101 18-3511 0 0,89-16-3704 0 0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2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29 4609 0 0,'-58'13'2451'0'0,"-36"-1"10599"0"0,76-11-10302 0 0,247-19-1337 0 0,113-4-403 0 0,178 30-161 0 0,116-4-960 0 0,-610-5-268 0 0,-1-2 1 0 0,0 0-1 0 0,0-1 0 0 0,35-11 1 0 0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3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59 5529 0 0,'9'-1'938'0'0,"0"-1"0"0"0,0 1 0 0 0,0-2 0 0 0,12-3-1 0 0,7-2 450 0 0,-2 2-255 0 0,119-22 3438 0 0,-128 26-4063 0 0,0 1 0 0 0,0 0 0 0 0,0 1 0 0 0,0 1 0 0 0,0 1 0 0 0,25 5 0 0 0,-40-7-467 0 0,1 1-1 0 0,0-1 1 0 0,0 1-1 0 0,-1 0 1 0 0,1 0-1 0 0,-1 0 1 0 0,1 1-1 0 0,-1-1 0 0 0,1 1 1 0 0,-1-1-1 0 0,0 1 1 0 0,0 0-1 0 0,1 0 1 0 0,-1 0-1 0 0,-1 0 0 0 0,1 0 1 0 0,0 0-1 0 0,0 0 1 0 0,-1 1-1 0 0,1-1 1 0 0,-1 1-1 0 0,0-1 0 0 0,1 4 1 0 0,-1-2-40 0 0,0 0 1 0 0,-1 1-1 0 0,0-1 1 0 0,0 0-1 0 0,0 1 1 0 0,-1-1-1 0 0,1 0 1 0 0,-1 1-1 0 0,0-1 1 0 0,0 0-1 0 0,-1 0 1 0 0,1 0-1 0 0,-1 0 1 0 0,-3 6-1 0 0,-12 20-243 0 0,-37 49 1 0 0,37-56 90 0 0,1 0 0 0 0,1 1-1 0 0,-19 41 1 0 0,34-64 163 0 0,-1 0-1 0 0,0 0 1 0 0,1 0-1 0 0,-1 0 0 0 0,1 0 1 0 0,0 0-1 0 0,-1 0 1 0 0,1 0-1 0 0,0 1 1 0 0,0-1-1 0 0,-1 0 0 0 0,1 0 1 0 0,0 0-1 0 0,0 0 1 0 0,1 1-1 0 0,-1-1 0 0 0,0 0 1 0 0,0 0-1 0 0,0 0 1 0 0,1 0-1 0 0,-1 1 0 0 0,1-1 1 0 0,-1 0-1 0 0,1 0 1 0 0,-1 0-1 0 0,1 0 1 0 0,-1 0-1 0 0,1 0 0 0 0,0 0 1 0 0,0 0-1 0 0,0 0 1 0 0,-1-1-1 0 0,1 1 0 0 0,0 0 1 0 0,0 0-1 0 0,0-1 1 0 0,0 1-1 0 0,0-1 0 0 0,0 1 1 0 0,0-1-1 0 0,3 1 1 0 0,4 2 144 0 0,1-2 1 0 0,0 1-1 0 0,0-1 0 0 0,18 0 1 0 0,15 2 212 0 0,-38-2-338 0 0,0 0 0 0 0,0 1 0 0 0,0-1 0 0 0,0 1 0 0 0,-1 0 0 0 0,1 0 0 0 0,0 0 0 0 0,-1 1 0 0 0,1-1 0 0 0,-1 1 0 0 0,0 0 0 0 0,0 0 0 0 0,0 0 0 0 0,0 0 0 0 0,-1 0 0 0 0,4 6 0 0 0,-5-6-11 0 0,0 0-1 0 0,0 0 0 0 0,0 0 0 0 0,0 0 1 0 0,0 0-1 0 0,-1 0 0 0 0,0 0 0 0 0,1 0 1 0 0,-1 0-1 0 0,0 0 0 0 0,-1 0 0 0 0,1 1 1 0 0,0-1-1 0 0,-1 0 0 0 0,0 0 1 0 0,0 0-1 0 0,0 0 0 0 0,0-1 0 0 0,0 1 1 0 0,0 0-1 0 0,-1 0 0 0 0,1 0 0 0 0,-3 2 1 0 0,-5 6-5 0 0,1 0 1 0 0,-2 0 0 0 0,1-1 0 0 0,-2 0 0 0 0,1 0-1 0 0,-1-2 1 0 0,-1 1 0 0 0,-12 7 0 0 0,-29 14-3001 0 0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3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86 23 2761 0 0,'-1'-2'389'0'0,"0"0"0"0"0,0 1 1 0 0,-1-1-1 0 0,1 1 1 0 0,0-1-1 0 0,-1 1 0 0 0,1 0 1 0 0,-1-1-1 0 0,1 1 0 0 0,-1 0 1 0 0,0 0-1 0 0,1 0 1 0 0,-1 0-1 0 0,0 1 0 0 0,0-1 1 0 0,0 0-1 0 0,0 1 1 0 0,0-1-1 0 0,0 1 0 0 0,0 0 1 0 0,0-1-1 0 0,1 1 0 0 0,-1 0 1 0 0,0 0-1 0 0,0 0 1 0 0,0 1-1 0 0,0-1 0 0 0,0 0 1 0 0,0 1-1 0 0,0-1 1 0 0,0 1-1 0 0,0 0 0 0 0,0 0 1 0 0,1-1-1 0 0,-1 1 0 0 0,0 0 1 0 0,1 1-1 0 0,-1-1 1 0 0,-2 2-1 0 0,3-1-183 0 0,-1-1 0 0 0,1 1 0 0 0,0-1 0 0 0,-1 1 0 0 0,1 0 0 0 0,0 0 0 0 0,0-1 0 0 0,0 1 0 0 0,0 0 0 0 0,1 0 0 0 0,-1 0-1 0 0,1 0 1 0 0,-1 0 0 0 0,1 0 0 0 0,-1 4 0 0 0,2 16 201 0 0,1 1 0 0 0,1-1 0 0 0,1-1-1 0 0,1 1 1 0 0,15 41 0 0 0,1 4-26 0 0,-13-35-366 0 0,-2 1 1 0 0,4 52-1 0 0,-10-20-2583 0 0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33.9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1 3225 0 0,'-5'2'10664'0'0,"-13"10"-6727"0"0,10-3-3417 0 0,1 0-1 0 0,0 0 1 0 0,0 1-1 0 0,1 0 1 0 0,0 0-1 0 0,1 1 1 0 0,0 0-1 0 0,1-1 1 0 0,0 2-1 0 0,-3 17 0 0 0,6-25-472 0 0,0 1-1 0 0,0-1 1 0 0,1 0-1 0 0,0 0 0 0 0,0 1 1 0 0,0-1-1 0 0,0 0 1 0 0,1 1-1 0 0,0-1 0 0 0,0 0 1 0 0,0 0-1 0 0,0 0 1 0 0,0 0-1 0 0,1 0 0 0 0,0 0 1 0 0,0 0-1 0 0,0 0 1 0 0,0 0-1 0 0,1-1 0 0 0,-1 1 1 0 0,1-1-1 0 0,0 0 1 0 0,0 0-1 0 0,0 0 1 0 0,0 0-1 0 0,1 0 0 0 0,-1-1 1 0 0,1 0-1 0 0,0 1 1 0 0,0-1-1 0 0,5 2 0 0 0,1-1-41 0 0,-1 0 0 0 0,1 0-1 0 0,0-1 1 0 0,0 0 0 0 0,0 0-1 0 0,0-1 1 0 0,0-1 0 0 0,1 0-1 0 0,-1 0 1 0 0,13-3 0 0 0,1-1-781 0 0,0-1 0 0 0,-1-2 0 0 0,27-9 0 0 0,-27 6-7162 0 0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45.06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97 1 9218 0 0,'-27'9'581'0'0,"14"-5"89"0"0,1 0-1 0 0,0 1 1 0 0,-18 11-1 0 0,30-16-660 0 0,-1 0-1 0 0,1 0 1 0 0,0 0-1 0 0,0 0 0 0 0,0 0 1 0 0,0 0-1 0 0,0 0 1 0 0,0 1-1 0 0,0-1 0 0 0,0 0 1 0 0,-1 0-1 0 0,1 0 1 0 0,0 0-1 0 0,0 0 1 0 0,0 0-1 0 0,0 0 0 0 0,0 1 1 0 0,0-1-1 0 0,0 0 1 0 0,0 0-1 0 0,0 0 0 0 0,0 0 1 0 0,0 0-1 0 0,0 0 1 0 0,0 1-1 0 0,0-1 0 0 0,0 0 1 0 0,0 0-1 0 0,0 0 1 0 0,0 0-1 0 0,0 0 1 0 0,0 0-1 0 0,0 1 0 0 0,0-1 1 0 0,0 0-1 0 0,0 0 1 0 0,0 0-1 0 0,0 0 0 0 0,1 0 1 0 0,-1 0-1 0 0,0 0 1 0 0,0 1-1 0 0,0-1 0 0 0,0 0 1 0 0,0 0-1 0 0,0 0 1 0 0,0 0-1 0 0,0 0 1 0 0,0 0-1 0 0,1 0 0 0 0,9 6 210 0 0,13 1-52 0 0,436 96 1973 0 0,-271-63-843 0 0,47 8 70 0 0,474 32 0 0 0,-543-81-1739 0 0,-96-2-4897 0 0,-26 1-670 0 0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5:45.62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25 0 9218 0 0,'-6'4'172'0'0,"5"-2"-93"0"0,-1-1 0 0 0,0 0 0 0 0,1 0-1 0 0,-1 1 1 0 0,1-1 0 0 0,-1 0 0 0 0,1 1 0 0 0,-1 0 0 0 0,1-1 0 0 0,-2 4-1 0 0,3-3-30 0 0,0-1-1 0 0,0 0 0 0 0,0 1 1 0 0,0-1-1 0 0,0 0 0 0 0,1 1 0 0 0,-1-1 1 0 0,0 0-1 0 0,1 0 0 0 0,-1 1 1 0 0,1-1-1 0 0,-1 0 0 0 0,1 0 0 0 0,-1 0 1 0 0,1 1-1 0 0,0-1 0 0 0,0 0 1 0 0,0 0-1 0 0,-1 0 0 0 0,3 1 0 0 0,9 11 340 0 0,0-1-1 0 0,0 0 1 0 0,2-1-1 0 0,-1 0 1 0 0,2-1-1 0 0,24 13 1 0 0,102 42 1666 0 0,-107-50-1707 0 0,29 12 103 0 0,293 141 1263 0 0,-219-84-1622 0 0,54 28 908 0 0,-166-101-714 0 0,-21-10-244 0 0,1 0 1 0 0,-1 1-1 0 0,1 0 1 0 0,-1 0-1 0 0,0 0 1 0 0,0 0-1 0 0,0 1 0 0 0,0 0 1 0 0,4 3-1 0 0,-8-5-52 0 0,-1 0 1 0 0,1 0-1 0 0,0 0 0 0 0,-1-1 0 0 0,1 1 0 0 0,-1 0 0 0 0,1 0 0 0 0,-1 0 1 0 0,0-1-1 0 0,1 1 0 0 0,-1 0 0 0 0,0-1 0 0 0,1 1 0 0 0,-1 0 0 0 0,0-1 0 0 0,0 1 1 0 0,1-1-1 0 0,-1 1 0 0 0,0-1 0 0 0,0 1 0 0 0,0-1 0 0 0,-1 1 0 0 0,-26 12-184 0 0,27-12 165 0 0,-59 30-138 0 0,-72 50 0 0 0,61-36 663 0 0,-8 9-50 0 0,3 3 0 0 0,2 4 0 0 0,3 2 0 0 0,-73 84-1 0 0,90-87-789 0 0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16.2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1660 448 5529 0 0,'-9'-24'7026'0'0,"2"-2"-3900"0"0,-6-17-806 0 0,4 25-1937 0 0,0 1-1 0 0,-1 0 0 0 0,-1 0 1 0 0,0 1-1 0 0,-1 0 0 0 0,-1 1 1 0 0,0 1-1 0 0,-2 0 1 0 0,1 1-1 0 0,-1 0 0 0 0,-1 1 1 0 0,-22-12-1 0 0,-3 0-252 0 0,-1 3-1 0 0,-1 1 1 0 0,-91-28-1 0 0,92 37-92 0 0,0 2 0 0 0,-1 2-1 0 0,1 2 1 0 0,-1 2-1 0 0,-1 2 1 0 0,1 2 0 0 0,0 1-1 0 0,-49 10 1 0 0,60-5 21 0 0,0 1 1 0 0,0 1 0 0 0,1 2 0 0 0,-46 23-1 0 0,-112 73 104 0 0,167-92-183 0 0,1 1 0 0 0,1 1 1 0 0,0 0-1 0 0,1 2 1 0 0,1 0-1 0 0,1 1 1 0 0,1 1-1 0 0,1 1 1 0 0,0 0-1 0 0,-18 40 1 0 0,7-4 5 0 0,2 2 0 0 0,2 0 0 0 0,-16 79 0 0 0,27-85-5 0 0,2 0 0 0 0,3 1 0 0 0,1 80 1 0 0,27 165 146 0 0,-10-224-116 0 0,3-1-1 0 0,3 0 0 0 0,4-1 1 0 0,3-2-1 0 0,3 0 0 0 0,3-2 1 0 0,3-1-1 0 0,44 64 0 0 0,-60-107-24 0 0,2 0 0 0 0,1-1 0 0 0,0-1 0 0 0,2-2-1 0 0,1 0 1 0 0,1-1 0 0 0,54 34 0 0 0,-24-23-25 0 0,1-2 0 0 0,1-3 0 0 0,68 21 0 0 0,-79-33 41 0 0,1-3 0 0 0,0-1 0 0 0,1-3-1 0 0,0-1 1 0 0,0-3 0 0 0,0-2 0 0 0,0-2 0 0 0,1-2 0 0 0,-1-3 0 0 0,0-1-1 0 0,-1-2 1 0 0,76-24 0 0 0,-101 23 12 0 0,0-1 0 0 0,0-1 0 0 0,-1-1 0 0 0,0 0 1 0 0,-1-2-1 0 0,-1 0 0 0 0,32-31 0 0 0,-1-6 282 0 0,57-78-1 0 0,25-61-295 0 0,-79 110 0 0 0,-24 33 0 0 0,-1-2 0 0 0,-3-1 0 0 0,-1 0 0 0 0,-3-2 0 0 0,15-58 0 0 0,28-144 47 0 0,-58 213-44 0 0,-1 0 1 0 0,-1 0-1 0 0,-3 0 1 0 0,-5-56-1 0 0,-6 34 134 0 0,-2 1-1 0 0,-27-79 1 0 0,3 14-3 0 0,17 22-138 0 0,15 70 6 0 0,-3 0 0 0 0,-19-61 0 0 0,23 86 3 0 0,-1 1 0 0 0,0 0 0 0 0,0 0-1 0 0,-1 1 1 0 0,-1-1 0 0 0,1 1 0 0 0,-1 0 0 0 0,-1 0 0 0 0,1 1 0 0 0,-1 0 0 0 0,-1 0-1 0 0,1 1 1 0 0,-1 0 0 0 0,-14-8 0 0 0,-249-149 473 0 0,261 158-469 0 0,0 0 0 0 0,-1 0 1 0 0,0 1-1 0 0,1 1 0 0 0,-1 0 1 0 0,0 0-1 0 0,-1 1 0 0 0,1 0 1 0 0,0 1-1 0 0,-19 0 0 0 0,-7 4 59 0 0,-71 12-1 0 0,45-5-232 0 0,-13 3 58 0 0,1 3 1 0 0,-95 32 0 0 0,156-42-205 0 0,0 0 1 0 0,1 1 0 0 0,-1 0-1 0 0,1 1 1 0 0,1 1 0 0 0,-15 11-1 0 0,2 3-46 0 0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1.6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242 52 5529 0 0,'-2'-51'6626'0'0,"-14"92"-1553"0"0,-7 54-2973 0 0,-12 104 0 0 0,3 102-1819 0 0,13-104-25 0 0,-23 525-332 0 0,52 1 0 0 0,-39 137 183 0 0,-3-159 2 0 0,32-557 66 0 0,-8 395 1042 0 0,5-461-1195 0 0,4-1 0 0 0,12 90 1 0 0,-8-108 116 0 0,-2-1 0 0 0,-3 1 1 0 0,-14 115-1 0 0,4-133-18 0 0,8-37-346 0 0,1 0 0 0 0,0 1 0 0 0,-1-1 0 0 0,1 0 0 0 0,0 1-1 0 0,1-1 1 0 0,-1 1 0 0 0,1-1 0 0 0,0 1 0 0 0,0-1 0 0 0,1 1-1 0 0,-1-1 1 0 0,1 1 0 0 0,0-1 0 0 0,0 0 0 0 0,0 1 0 0 0,4 6 0 0 0,-4-8 316 0 0,-9-23-6317 0 0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2.1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80 3225 0 0,'-10'6'1675'0'0,"1"0"1"0"0,-1-1-1 0 0,-15 6 1 0 0,14-7 496 0 0,1 1 1 0 0,0 0 0 0 0,-14 10-1 0 0,24-15-2150 0 0,-1 0-1 0 0,1 0 0 0 0,0 0 0 0 0,0 1 1 0 0,0-1-1 0 0,-1 0 0 0 0,1 0 0 0 0,0 0 0 0 0,0 0 1 0 0,0 1-1 0 0,0-1 0 0 0,0 0 0 0 0,-1 0 1 0 0,1 1-1 0 0,0-1 0 0 0,0 0 0 0 0,0 0 1 0 0,0 1-1 0 0,0-1 0 0 0,0 0 0 0 0,0 0 1 0 0,0 1-1 0 0,0-1 0 0 0,0 0 0 0 0,0 0 1 0 0,0 1-1 0 0,0-1 0 0 0,0 0 0 0 0,0 0 0 0 0,0 1 1 0 0,0-1-1 0 0,0 0 0 0 0,0 0 0 0 0,0 1 1 0 0,0-1-1 0 0,0 0 0 0 0,1 0 0 0 0,-1 0 1 0 0,0 1-1 0 0,12 8 1374 0 0,26 6 1161 0 0,-29-12-2281 0 0,0 1-260 0 0,0 0 0 0 0,0 1-1 0 0,0 0 1 0 0,-1 0 0 0 0,0 1 0 0 0,0 0 0 0 0,0 1-1 0 0,-1 0 1 0 0,9 10 0 0 0,3 7 124 0 0,27 45 1 0 0,-30-43-58 0 0,32 40 0 0 0,-22-36-60 0 0,-4-3 0 0 0,39 36-1 0 0,-60-62-8 0 0,0 0 0 0 0,0 0 0 0 0,0-1 0 0 0,0 1 0 0 0,0 0 0 0 0,0-1 0 0 0,1 1 0 0 0,-1-1 0 0 0,0 1 0 0 0,0-1 0 0 0,0 0 0 0 0,1 1 0 0 0,-1-1 0 0 0,0 0 0 0 0,0 0 0 0 0,1 0 0 0 0,-1 0-1 0 0,0 0 1 0 0,0 0 0 0 0,1 0 0 0 0,-1 0 0 0 0,0 0 0 0 0,0-1 0 0 0,1 1 0 0 0,-1 0 0 0 0,0-1 0 0 0,0 1 0 0 0,0-1 0 0 0,0 0 0 0 0,1 1 0 0 0,-1-1 0 0 0,0 0 0 0 0,0 0 0 0 0,0 0 0 0 0,-1 1 0 0 0,1-1 0 0 0,1-1 0 0 0,4-6 140 0 0,0 1 0 0 0,0-1 0 0 0,-1 0 0 0 0,5-10 0 0 0,0 2-8 0 0,118-189 657 0 0,-104 161-1071 0 0,-3 0 1 0 0,31-89-1 0 0,-45 108-278 0 0,1 0-113 0 0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18.4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95 489 5065 0 0,'-12'-5'836'0'0,"-37"-16"3002"0"0,46 19-3479 0 0,1 1 0 0 0,0 0 1 0 0,-1-1-1 0 0,1 1 0 0 0,0-1 0 0 0,0 0 0 0 0,0 1 1 0 0,0-1-1 0 0,0 0 0 0 0,1 0 0 0 0,-1-1 0 0 0,0 1 0 0 0,1 0 1 0 0,0 0-1 0 0,-2-5 0 0 0,2 6-290 0 0,1 1 1 0 0,0-1-1 0 0,0 0 0 0 0,0 1 1 0 0,0-1-1 0 0,0 1 0 0 0,0-1 0 0 0,0 0 1 0 0,0 1-1 0 0,0-1 0 0 0,0 1 1 0 0,0-1-1 0 0,0 1 0 0 0,1-1 1 0 0,-1 0-1 0 0,0 1 0 0 0,0-1 1 0 0,1 1-1 0 0,-1-1 0 0 0,0 1 1 0 0,1-1-1 0 0,-1 1 0 0 0,0 0 0 0 0,1-1 1 0 0,-1 1-1 0 0,1-1 0 0 0,-1 1 1 0 0,0 0-1 0 0,1-1 0 0 0,-1 1 1 0 0,1 0-1 0 0,-1-1 0 0 0,1 1 1 0 0,0 0-1 0 0,-1 0 0 0 0,1 0 1 0 0,-1-1-1 0 0,1 1 0 0 0,-1 0 0 0 0,1 0 1 0 0,0 0-1 0 0,-1 0 0 0 0,1 0 1 0 0,-1 0-1 0 0,1 0 0 0 0,-1 0 1 0 0,1 0-1 0 0,0 0 0 0 0,-1 1 1 0 0,1-1-1 0 0,-1 0 0 0 0,1 0 1 0 0,0 1-1 0 0,37 10 910 0 0,-35-10-831 0 0,190 81 428 0 0,-116-46-283 0 0,93 29-1 0 0,-145-56-248 0 0,-20-7-20 0 0,-1 0-1 0 0,0 0 1 0 0,0-1 0 0 0,1 1-1 0 0,-1-1 1 0 0,1 0-1 0 0,-1-1 1 0 0,1 1-1 0 0,0-1 1 0 0,-1 1-1 0 0,1-2 1 0 0,7 0-1 0 0,2-1 317 0 0,2-3 190 0 0,-15 4-508 0 0,0-1 0 0 0,-1 1-1 0 0,1 0 1 0 0,0-1-1 0 0,-1 1 1 0 0,1-1-1 0 0,-1 1 1 0 0,0-1 0 0 0,1 0-1 0 0,-1 1 1 0 0,0-1-1 0 0,0 1 1 0 0,0-3 0 0 0,-1-10 153 0 0,0 0 0 0 0,-1 0 0 0 0,-1 1 0 0 0,0-1 0 0 0,-10-26 0 0 0,4 13 84 0 0,-50-134 532 0 0,39 113-984 0 0,2-1-1 0 0,2-2 0 0 0,-12-62 0 0 0,28 112 137 0 0,0-1-128 0 0,-1 0 0 0 0,1 0 0 0 0,-1 0 0 0 0,1 0 0 0 0,0 0 0 0 0,0-1 0 0 0,0 1 0 0 0,0 0 0 0 0,0 0 0 0 0,1 0 0 0 0,-1 0 0 0 0,1 0 0 0 0,-1 0 0 0 0,1 0 0 0 0,0 0 0 0 0,-1 0 0 0 0,3-2 0 0 0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18.8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 11058 0 0,'14'-5'5145'0'0,"-12"7"-4775"0"0,0-1 0 0 0,0 1 0 0 0,0-1 0 0 0,0 1 0 0 0,0 0 0 0 0,0 0 0 0 0,0 0 0 0 0,-1 0 0 0 0,1 0 0 0 0,0 0 0 0 0,-1 1 0 0 0,0-1 0 0 0,2 4 0 0 0,14 39 230 0 0,-10-25-242 0 0,85 161-236 0 0,-39-84-84 0 0,-21-27-76 0 0,-17-37-24 0 0,25 44-1 0 0,-34-65-1882 0 0,-17-28-3993 0 0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19.0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98 4609 0 0,'-2'-1'171'0'0,"1"0"1"0"0,-1 0-1 0 0,1 0 0 0 0,-1 1 1 0 0,1-1-1 0 0,0-1 0 0 0,-1 1 0 0 0,1 0 1 0 0,0 0-1 0 0,0 0 0 0 0,0-1 1 0 0,0 1-1 0 0,0 0 0 0 0,0-1 1 0 0,0 1-1 0 0,0-1 0 0 0,1 1 1 0 0,-1-1-1 0 0,0 0 0 0 0,1 1 0 0 0,0-1 1 0 0,-1 0-1 0 0,1 1 0 0 0,0-1 1 0 0,0 0-1 0 0,0 1 0 0 0,0-1 1 0 0,0 0-1 0 0,0 1 0 0 0,0-1 1 0 0,0 0-1 0 0,1 1 0 0 0,-1-1 0 0 0,1 0 1 0 0,-1 1-1 0 0,1-1 0 0 0,0 1 1 0 0,0-1-1 0 0,0 1 0 0 0,-1-1 1 0 0,1 1-1 0 0,2-2 0 0 0,0-1 308 0 0,0 1-1 0 0,1 0 1 0 0,-1 0-1 0 0,1 1 1 0 0,-1-1-1 0 0,1 1 1 0 0,0 0-1 0 0,0 0 1 0 0,0 0-1 0 0,0 0 0 0 0,0 1 1 0 0,1-1-1 0 0,-1 1 1 0 0,0 0-1 0 0,7 0 1 0 0,7 2-61 0 0,0 0 0 0 0,-1 2 1 0 0,1 0-1 0 0,-1 1 0 0 0,0 1 1 0 0,20 8-1 0 0,18 4-124 0 0,-14-4-317 0 0,18 5 305 0 0,-19-14-6620 0 0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19.2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0 250 11058 0 0,'3'-3'5008'0'0,"10"-19"-2696"0"0,17-35-392 0 0,-12 13-2277 0 0,30-49 0 0 0,-28 62 305 0 0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19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 4 10594 0 0,'-2'-2'732'0'0,"2"2"-610"0"0,0 0 0 0 0,-1 0 0 0 0,1-1 0 0 0,0 1-1 0 0,0 0 1 0 0,-1 0 0 0 0,1 0 0 0 0,0 0 0 0 0,-1 0 0 0 0,1 0 0 0 0,0 0 0 0 0,-1 0 0 0 0,1 0 0 0 0,0 0 0 0 0,-1 0 0 0 0,1 0 0 0 0,0 0-1 0 0,-1 0 1 0 0,1 0 0 0 0,0 0 0 0 0,-1 0 0 0 0,1 0 0 0 0,0 0 0 0 0,-1 1 0 0 0,1-1 0 0 0,0 0 0 0 0,-1 0 122 0 0,1 1-122 0 0,-11 12 2121 0 0,1 17 46 0 0,8 4-1764 0 0,2-1 0 0 0,1 1 0 0 0,2 0 0 0 0,1-1 0 0 0,13 50 0 0 0,-5-19-415 0 0,79 567 71 0 0,-80-536-181 0 0,13 185 0 0 0,-23-229 0 0 0,-2 0 0 0 0,-2 1 0 0 0,-15 75 0 0 0,6-62 18 0 0,9-40-17 0 0,-1-1 1 0 0,-2 0-1 0 0,0 0 1 0 0,-19 45-1 0 0,25-68-36 0 0,0-1 1 0 0,0 0-1 0 0,0 1 0 0 0,0-1 0 0 0,0 0 0 0 0,0 1 0 0 0,-1-1 0 0 0,1 0 1 0 0,0 1-1 0 0,0-1 0 0 0,0 0 0 0 0,0 1 0 0 0,-1-1 0 0 0,1 0 1 0 0,0 1-1 0 0,0-1 0 0 0,-1 0 0 0 0,1 0 0 0 0,0 1 0 0 0,0-1 1 0 0,-1 0-1 0 0,1 0 0 0 0,0 0 0 0 0,-1 1 0 0 0,1-1 0 0 0,0 0 0 0 0,-1 0 1 0 0,1 0-1 0 0,0 0 0 0 0,-1 0 0 0 0,1 0 0 0 0,0 0 0 0 0,-1 1 1 0 0,1-1-1 0 0,-1 0 0 0 0,1 0 0 0 0,0 0 0 0 0,-1-1 0 0 0,1 1 1 0 0,0 0-1 0 0,-1 0 0 0 0,1 0 0 0 0,0 0 0 0 0,-1 0 0 0 0,1 0 0 0 0,0 0 1 0 0,-1-1-1 0 0,1 1 0 0 0,0 0 0 0 0,-1 0 0 0 0,1 0 0 0 0,0-1 1 0 0,0 1-1 0 0,-1 0 0 0 0,1-1 0 0 0,0 1 0 0 0,0 0 0 0 0,-1 0 1 0 0,1-1-1 0 0,0 1 0 0 0,0 0 0 0 0,0-1 0 0 0,-3-7-1356 0 0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0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333 276 3225 0 0,'0'-2'19'0'0,"-3"-70"604"0"0,3 65 28 0 0,-1 0 0 0 0,-1 1 1 0 0,1-1-1 0 0,-1 0 0 0 0,0 1 0 0 0,-1 0 0 0 0,1-1 0 0 0,-6-7 0 0 0,8 13-500 0 0,-1 0 0 0 0,1 1 0 0 0,-1-1-1 0 0,1 1 1 0 0,-1-1 0 0 0,1 0 0 0 0,-1 1 0 0 0,1-1-1 0 0,-1 1 1 0 0,1-1 0 0 0,-1 1 0 0 0,0 0-1 0 0,1-1 1 0 0,-1 1 0 0 0,0 0 0 0 0,1-1-1 0 0,-1 1 1 0 0,0 0 0 0 0,1 0 0 0 0,-1-1-1 0 0,0 1 1 0 0,0 0 0 0 0,1 0 0 0 0,-1 0-1 0 0,0 0 1 0 0,0 0 0 0 0,1 0 0 0 0,-1 0-1 0 0,0 0 1 0 0,0 1 0 0 0,0-1 0 0 0,-2 1 74 0 0,1 1 1 0 0,0-1-1 0 0,-1 0 1 0 0,1 1 0 0 0,0 0-1 0 0,0-1 1 0 0,0 1-1 0 0,0 0 1 0 0,-2 3-1 0 0,-3 5 244 0 0,0 0 0 0 0,0 0 0 0 0,-5 12 0 0 0,-214 423 2293 0 0,222-438-2163 0 0,3-10-339 0 0,7-23-405 0 0,13-37-375 0 0,39-68 816 0 0,145-239-1 0 0,-200 365-178 0 0,1-1 0 0 0,0 0 0 0 0,0 1-1 0 0,0 0 1 0 0,1 0 0 0 0,0 0 0 0 0,8-6 0 0 0,-11 10-83 0 0,0 0 0 0 0,-1 0 1 0 0,1 0-1 0 0,0 0 0 0 0,0 1 1 0 0,-1-1-1 0 0,1 1 1 0 0,0-1-1 0 0,0 1 0 0 0,0-1 1 0 0,0 1-1 0 0,0 0 1 0 0,0 0-1 0 0,0 0 0 0 0,-1 0 1 0 0,1 0-1 0 0,0 1 0 0 0,0-1 1 0 0,0 1-1 0 0,0-1 1 0 0,0 1-1 0 0,-1-1 0 0 0,1 1 1 0 0,0 0-1 0 0,0 0 1 0 0,-1 0-1 0 0,1 0 0 0 0,-1 0 1 0 0,1 0-1 0 0,2 3 0 0 0,9 10 150 0 0,0 0-1 0 0,-1 1 0 0 0,0 0 0 0 0,-1 1 0 0 0,12 25 0 0 0,5 5-1863 0 0,2-3-4321 0 0,-11-22-1581 0 0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3.7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1 122 13363 0 0,'15'-10'4153'0'0,"-7"3"-3323"0"0,0 0 1 0 0,-1 0 0 0 0,12-14 0 0 0,14-27-1001 0 0,-19 26-1436 0 0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3.9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0 180 6913 0 0,'0'0'55'0'0,"0"0"0"0"0,0 0 0 0 0,0 0 0 0 0,2 3 934 0 0,-2-3-934 0 0,0 0 0 0 0,0 0-1 0 0,0 0 1 0 0,0 0 0 0 0,0 0 0 0 0,1 0 0 0 0,-1 0 0 0 0,0 0 0 0 0,0 0 0 0 0,0 0 0 0 0,0 0 0 0 0,1 0 0 0 0,-1 0 0 0 0,0 0-1 0 0,0 0 1 0 0,0 0 0 0 0,0 0 0 0 0,0 0 0 0 0,1 0 0 0 0,-1 0 0 0 0,0 0 0 0 0,0 0 0 0 0,0 0 0 0 0,0 0 0 0 0,0 0 0 0 0,1 0-1 0 0,-1 0 1 0 0,0-1 0 0 0,13-5 1960 0 0,11-12 1182 0 0,-13 6-2227 0 0,0-1-1 0 0,0 0 1 0 0,-1 0 0 0 0,-1-1-1 0 0,9-18 1 0 0,21-28-4610 0 0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4.4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12 196 3681 0 0,'-3'-12'1149'0'0,"0"0"1"0"0,1 0 0 0 0,0 0-1 0 0,1 0 1 0 0,0 0 0 0 0,1 0-1 0 0,1-13 1 0 0,-1 21-806 0 0,0 0 0 0 0,1 0 1 0 0,-1 1-1 0 0,1-1 0 0 0,0 0 0 0 0,0 0 0 0 0,0 0 0 0 0,0 1 0 0 0,1-1 1 0 0,-1 0-1 0 0,1 1 0 0 0,0 0 0 0 0,0-1 0 0 0,0 1 0 0 0,1 0 0 0 0,-1 0 1 0 0,1 0-1 0 0,0 0 0 0 0,0 0 0 0 0,0 1 0 0 0,0 0 0 0 0,0-1 1 0 0,0 1-1 0 0,1 0 0 0 0,4-2 0 0 0,-6 4-327 0 0,0-1 0 0 0,0 1 0 0 0,0 0 0 0 0,0 0 0 0 0,0 0 0 0 0,0 0 0 0 0,0 0 0 0 0,0 1 0 0 0,0-1 0 0 0,0 1 1 0 0,0-1-1 0 0,0 1 0 0 0,0 0 0 0 0,0 0 0 0 0,-1 0 0 0 0,1 0 0 0 0,0 0 0 0 0,-1 0 0 0 0,1 0 0 0 0,0 0 0 0 0,-1 1 0 0 0,1-1 0 0 0,-1 0 0 0 0,0 1 0 0 0,0 0 0 0 0,1-1 0 0 0,-1 1 0 0 0,0 0 0 0 0,0-1 0 0 0,-1 1 0 0 0,2 3 0 0 0,3 5 62 0 0,-1 0 0 0 0,0 0-1 0 0,-1 1 1 0 0,3 14 0 0 0,4 57-464 0 0,-9-60 230 0 0,2 0 1 0 0,0 0-1 0 0,6 22 0 0 0,-9-44 153 0 0,0 1 0 0 0,1 0 0 0 0,-1-1 0 0 0,0 1 1 0 0,0 0-1 0 0,0-1 0 0 0,1 1 0 0 0,-1-1 0 0 0,0 1 1 0 0,1-1-1 0 0,-1 1 0 0 0,0-1 0 0 0,1 1 0 0 0,-1-1 1 0 0,1 1-1 0 0,-1-1 0 0 0,1 1 0 0 0,-1-1 1 0 0,1 1-1 0 0,-1-1 0 0 0,1 0 0 0 0,-1 1 0 0 0,1-1 1 0 0,0 0-1 0 0,-1 0 0 0 0,1 1 0 0 0,-1-1 0 0 0,2 0 1 0 0,-1 0 0 0 0,1 0 0 0 0,-1-1 0 0 0,0 1 0 0 0,0 0 0 0 0,1-1 0 0 0,-1 1 0 0 0,0-1 0 0 0,0 0 0 0 0,0 1 0 0 0,0-1 0 0 0,1 0 0 0 0,-1 0 0 0 0,1-1 0 0 0,33-39 12 0 0,-28 32-16 0 0,1 0 26 0 0,0 0 0 0 0,1 0 1 0 0,1 1-1 0 0,-1 0 0 0 0,1 1 0 0 0,0 0 1 0 0,1 0-1 0 0,0 1 0 0 0,18-7 1 0 0,-26 11-19 0 0,1 1 0 0 0,-1 0 1 0 0,1-1-1 0 0,0 1 0 0 0,-1 1 1 0 0,1-1-1 0 0,0 1 0 0 0,0-1 1 0 0,0 1-1 0 0,-1 0 1 0 0,1 0-1 0 0,0 1 0 0 0,0-1 1 0 0,0 1-1 0 0,-1 0 0 0 0,1 0 1 0 0,0 0-1 0 0,-1 0 1 0 0,1 1-1 0 0,-1-1 0 0 0,1 1 1 0 0,-1 0-1 0 0,0 0 0 0 0,0 0 1 0 0,0 1-1 0 0,0-1 0 0 0,0 1 1 0 0,0-1-1 0 0,-1 1 1 0 0,1 0-1 0 0,-1 0 0 0 0,0 0 1 0 0,0 1-1 0 0,3 4 0 0 0,-2-2 44 0 0,-1 0 0 0 0,1 0 0 0 0,-1 0 0 0 0,-1 0 0 0 0,1 0 0 0 0,-1 0 0 0 0,0 1 0 0 0,0-1 0 0 0,-1 0 0 0 0,0 1 0 0 0,0-1 0 0 0,0 0 0 0 0,-1 1-1 0 0,0-1 1 0 0,0 0 0 0 0,-1 1 0 0 0,-4 10 0 0 0,-3 3 50 0 0,-1 0-1 0 0,0-1 1 0 0,-24 32-1 0 0,30-44-148 0 0,0-2-373 0 0,1 0-1 0 0,1 1 1 0 0,-1-1 0 0 0,1 1-1 0 0,-1 0 1 0 0,2 0-1 0 0,-3 9 1 0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24.8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49 407 6449 0 0,'-35'-46'2452'0'0,"22"12"11162"0"0,42 40-12948 0 0,-5 5-444 0 0,-1 1 0 0 0,40 30 1 0 0,-37-24-166 0 0,40 21 0 0 0,-57-34-37 0 0,0-1 0 0 0,0-1 0 0 0,1 1 0 0 0,-1-2-1 0 0,1 1 1 0 0,0-1 0 0 0,0-1 0 0 0,16 1 0 0 0,-25-2-3 0 0,0 0-1 0 0,0 0 0 0 0,0 0 1 0 0,0 0-1 0 0,0 0 1 0 0,0 0-1 0 0,0 0 0 0 0,0-1 1 0 0,0 1-1 0 0,0 0 1 0 0,0-1-1 0 0,0 1 1 0 0,0-1-1 0 0,-1 1 0 0 0,1-1 1 0 0,0 1-1 0 0,0-1 1 0 0,0 0-1 0 0,-1 1 1 0 0,1-1-1 0 0,0 0 0 0 0,-1 0 1 0 0,1 1-1 0 0,-1-1 1 0 0,1-1-1 0 0,0 0 44 0 0,0-1 1 0 0,0 1-1 0 0,-1 0 1 0 0,1-1-1 0 0,-1 1 1 0 0,1 0-1 0 0,-1-1 0 0 0,0 1 1 0 0,0-1-1 0 0,-1-3 1 0 0,-1-8 384 0 0,-1-1 0 0 0,-10-27 0 0 0,8 27-205 0 0,-15-50 847 0 0,10 37-1470 0 0,1-1-1 0 0,1 0 1 0 0,1-1 0 0 0,2 0 0 0 0,1 0-1 0 0,0-35 1 0 0,8 18-8682 0 0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33.9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913 101 12987 0 0,'-8'-8'192'0'0,"0"0"0"0"0,-1 1 0 0 0,0 0 0 0 0,-1 1 1 0 0,0 0-1 0 0,0 0 0 0 0,0 1 0 0 0,-13-5 0 0 0,0 2 25 0 0,0 0 0 0 0,-44-7 0 0 0,47 12-173 0 0,0 1 0 0 0,0 1 0 0 0,0 1-1 0 0,0 0 1 0 0,0 2 0 0 0,1 0 0 0 0,-1 2 0 0 0,0 0-1 0 0,1 1 1 0 0,0 0 0 0 0,0 2 0 0 0,0 0 0 0 0,1 2-1 0 0,0 0 1 0 0,1 1 0 0 0,0 0 0 0 0,-27 23-1 0 0,11-7 19 0 0,1 1 1 0 0,1 1-1 0 0,-33 41 0 0 0,51-52 139 0 0,1-1 0 0 0,1 1 0 0 0,1 1 0 0 0,0 0 0 0 0,2 0 0 0 0,0 1 0 0 0,0 0 0 0 0,-7 36 0 0 0,-47 386 1739 0 0,54-362-1937 0 0,3-36 67 0 0,2 0 0 0 0,2 1 0 0 0,2-1 0 0 0,2 0 0 0 0,1 0 0 0 0,3 0 0 0 0,1 0 0 0 0,2-1 0 0 0,2-1 0 0 0,20 46 0 0 0,27 43 427 0 0,76 124 1 0 0,-87-177-351 0 0,3-1 0 0 0,104 116 0 0 0,-124-161-159 0 0,1-2 0 0 0,2 0-1 0 0,0-3 1 0 0,2-1 0 0 0,0-1-1 0 0,2-2 1 0 0,1-2 0 0 0,71 26-1 0 0,-67-31 6 0 0,-1-2-1 0 0,2-2 0 0 0,-1-2 0 0 0,1-2 0 0 0,1-1 0 0 0,-1-3 0 0 0,1-2 1 0 0,66-6-1 0 0,-91 2 26 0 0,0 0 0 0 0,0-2 0 0 0,0 0-1 0 0,0-1 1 0 0,-1-1 0 0 0,0-1 0 0 0,-1-1 0 0 0,1 0 0 0 0,28-21 0 0 0,-26 14 39 0 0,0-1-1 0 0,-2-1 1 0 0,0-1 0 0 0,-1-1-1 0 0,-1 0 1 0 0,27-42 0 0 0,-20 19 18 0 0,-2 0 0 0 0,-1-2 0 0 0,-2-1 0 0 0,-3 0 0 0 0,-1-1 0 0 0,-3-1 0 0 0,11-84 0 0 0,-8-42-53 0 0,-11-216 1 0 0,-5 303 7 0 0,-20-266 89 0 0,14 301-93 0 0,-2 1 1 0 0,-3 0-1 0 0,-2 0 0 0 0,-35-84 0 0 0,38 114-11 0 0,-1 0 0 0 0,-1 0 0 0 0,0 1 0 0 0,-2 1 0 0 0,0 0 0 0 0,-1 1 0 0 0,-1 1 0 0 0,-1 1 0 0 0,0 0 0 0 0,-1 1 0 0 0,-1 1 0 0 0,-39-21 0 0 0,-4 4-59 0 0,-1 3 0 0 0,-2 3 0 0 0,-76-19 0 0 0,118 37-5 0 0,-1 0 0 0 0,0 2 0 0 0,-1 1 1 0 0,-49-1-1 0 0,63 6-48 0 0,0-1 0 0 0,0 2 0 0 0,0 0 0 0 0,0 0 0 0 0,0 1 0 0 0,1 0 0 0 0,-1 1 0 0 0,1 1 0 0 0,0 0-1 0 0,0 0 1 0 0,0 1 0 0 0,-15 11 0 0 0,-3 7-1808 0 0,-1 2-5454 0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34.9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1179 33 12899 0 0,'-93'-15'1034'0'0,"69"9"-634"0"0,0 2 0 0 0,0 0 0 0 0,-1 2 1 0 0,1 1-1 0 0,-34 2 0 0 0,30 4-325 0 0,0 1 0 0 0,-1 1-1 0 0,2 1 1 0 0,-1 2 0 0 0,1 1 0 0 0,1 1-1 0 0,-40 24 1 0 0,26-11-33 0 0,1 3 0 0 0,2 0 0 0 0,-64 64 0 0 0,72-60 388 0 0,1 1 1 0 0,2 2-1 0 0,1 0 1 0 0,-24 49-1 0 0,-67 161 286 0 0,76-154-616 0 0,15-36-86 0 0,3 1-1 0 0,2 2 0 0 0,-14 69 1 0 0,28-94 168 0 0,1 0-1 0 0,2 0 1 0 0,1 0 0 0 0,1 0-1 0 0,2 0 1 0 0,2 0 0 0 0,9 47-1 0 0,90 336-103 0 0,-92-386-67 0 0,2 0 0 0 0,0 0 0 0 0,2-1 0 0 0,31 46 0 0 0,-14-31 14 0 0,2-3 0 0 0,41 42 0 0 0,-21-28 26 0 0,2-2-1 0 0,3-3 1 0 0,2-2 0 0 0,74 45-1 0 0,-105-76-137 0 0,0-1 0 0 0,1-1 1 0 0,1-1-1 0 0,0-2 0 0 0,1-2 0 0 0,0 0 0 0 0,1-2 0 0 0,0-2 0 0 0,0-1 1 0 0,0-1-1 0 0,67-2 0 0 0,-72-5 132 0 0,-1 0 0 0 0,0-2 0 0 0,1-1 1 0 0,-1-1-1 0 0,-1-1 0 0 0,0-1 0 0 0,0-1 0 0 0,-1-2 1 0 0,0-1-1 0 0,-1 0 0 0 0,0-2 0 0 0,-1-1 0 0 0,-1-1 1 0 0,-1 0-1 0 0,0-2 0 0 0,-1-1 0 0 0,32-42 0 0 0,-24 24 142 0 0,-2-2 0 0 0,-2-1 0 0 0,-2-1 0 0 0,25-67 0 0 0,-35 75-161 0 0,-1 0-1 0 0,-3 0 1 0 0,0 0 0 0 0,-2-1 0 0 0,-2 0-1 0 0,0-63 1 0 0,-16-109 320 0 0,-53-289-1 0 0,58 455-266 0 0,-3-1-1 0 0,-1 1 1 0 0,-20-46-1 0 0,22 67-50 0 0,-1 0 0 0 0,-1 1 0 0 0,0 0 0 0 0,-2 1 1 0 0,0 0-1 0 0,-1 1 0 0 0,-32-30 0 0 0,-175-129 218 0 0,5 6-388 0 0,196 152-619 0 0,-2 0 0 0 0,-30-18 0 0 0,18 17-7145 0 0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36.5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1261 1 5985 0 0,'-167'80'2055'0'0,"-8"5"1911"0"0,145-68-3357 0 0,1 1 1 0 0,1 2 0 0 0,-45 40-1 0 0,-136 161 186 0 0,70-69-423 0 0,92-100-269 0 0,3 3-1 0 0,2 1 1 0 0,3 3-1 0 0,2 1 0 0 0,3 1 1 0 0,2 2-1 0 0,4 1 0 0 0,-27 88 1 0 0,41-102 302 0 0,2 1 0 0 0,2 1 0 0 0,-4 78 0 0 0,12 160 502 0 0,5-205-962 0 0,5 0 0 0 0,3-1 0 0 0,4 0 0 0 0,28 92 0 0 0,-27-127 42 0 0,2 0 0 0 0,2-1 0 0 0,2-1 0 0 0,3-1 0 0 0,1-2 0 0 0,2 0 0 0 0,3-2 0 0 0,35 40 0 0 0,-2-16 405 0 0,3-3 0 0 0,2-2 0 0 0,89 58 0 0 0,-116-92-353 0 0,1-2 0 0 0,1-2 1 0 0,1-2-1 0 0,1-1 0 0 0,0-3 0 0 0,78 18 0 0 0,-46-19-74 0 0,2-3 0 0 0,-1-4 0 0 0,107-2 0 0 0,-153-8 74 0 0,0-2 0 0 0,0-1 0 0 0,0-2-1 0 0,-1-1 1 0 0,0-2 0 0 0,0-1 0 0 0,-1-1 0 0 0,0-2 0 0 0,-1-1 0 0 0,-1-1 0 0 0,44-30 0 0 0,-27 12 127 0 0,-2-2-1 0 0,-1-2 1 0 0,-2-2 0 0 0,-2-2-1 0 0,-1-1 1 0 0,32-48 0 0 0,-32 33-29 0 0,-2-2 1 0 0,-4-2-1 0 0,-1 0 1 0 0,-4-2 0 0 0,32-108-1 0 0,-27 49-7 0 0,-5 0 1 0 0,13-149-1 0 0,-33 210-114 0 0,-3-1 0 0 0,-3 0 0 0 0,-3 0 0 0 0,-2 1 0 0 0,-3-1 0 0 0,-2 1 0 0 0,-4 1 0 0 0,-2 0 0 0 0,-34-90 0 0 0,-13 5 277 0 0,-6 3 0 0 0,-93-145 0 0 0,141 255-267 0 0,-2 2-1 0 0,-1 1 1 0 0,-2 0-1 0 0,0 2 1 0 0,-2 1 0 0 0,-1 1-1 0 0,-1 1 1 0 0,0 2 0 0 0,-2 1-1 0 0,-1 1 1 0 0,-1 2 0 0 0,0 1-1 0 0,-1 2 1 0 0,-1 1 0 0 0,0 1-1 0 0,-42-8 1 0 0,42 14-208 0 0,0 0 1 0 0,0 3 0 0 0,-1 1-1 0 0,-52 2 1 0 0,67 3-162 0 0,0 0-1 0 0,0 1 1 0 0,0 1 0 0 0,1 1 0 0 0,-1 1 0 0 0,1 1 0 0 0,0 1 0 0 0,-34 19-1 0 0,3 4-1504 0 0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37.6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1630 263 14747 0 0,'-114'-59'3851'0'0,"94"46"-3705"0"0,-2 0 0 0 0,0 2 0 0 0,0 0-1 0 0,-1 2 1 0 0,0 0 0 0 0,-1 2-1 0 0,-43-8 1 0 0,37 13-507 0 0,-1 2-1 0 0,1 1 0 0 0,-1 1 1 0 0,1 1-1 0 0,-47 12 1 0 0,-144 54 402 0 0,161-47 298 0 0,2 2 0 0 0,1 3 0 0 0,-76 47 0 0 0,100-52-249 0 0,1 2 0 0 0,1 1 0 0 0,1 2 0 0 0,2 1 0 0 0,0 0 0 0 0,-36 51 0 0 0,25-23-374 0 0,3 2 1 0 0,2 1 0 0 0,3 1 0 0 0,2 2-1 0 0,3 1 1 0 0,-24 92 0 0 0,37-102 328 0 0,2 1 0 0 0,3 0 0 0 0,2 0 0 0 0,2 1 0 0 0,3-1 0 0 0,2 1 0 0 0,3-1 0 0 0,14 79 0 0 0,2-50 272 0 0,4-2 0 0 0,3 0 0 0 0,72 147 0 0 0,-76-184-340 0 0,2-1-1 0 0,2-2 0 0 0,1 0 1 0 0,3-2-1 0 0,1-1 1 0 0,2-2-1 0 0,1-1 1 0 0,78 59-1 0 0,-49-47 51 0 0,1-3 0 0 0,105 52 0 0 0,-125-75 141 0 0,0-2 0 0 0,2-2 0 0 0,0-2 0 0 0,0-2 0 0 0,58 7-1 0 0,-44-13-161 0 0,1-2-1 0 0,-1-3 1 0 0,1-3-1 0 0,0-2 1 0 0,-1-3-1 0 0,0-3 1 0 0,0-2-1 0 0,-1-3 1 0 0,0-3-1 0 0,-2-2 1 0 0,0-3-1 0 0,-1-2 1 0 0,-1-3-1 0 0,59-39 1 0 0,-71 35 88 0 0,-1-2-1 0 0,-2-1 1 0 0,-1-3-1 0 0,-2-1 1 0 0,-2-2-1 0 0,-1-1 1 0 0,49-78-1 0 0,-28 26 204 0 0,-4-3 0 0 0,71-185 0 0 0,-109 242-186 0 0,-2-1 0 0 0,-2 0 0 0 0,-2 0 0 0 0,-1-1 0 0 0,-2 0 0 0 0,-1-66 0 0 0,-7 28-98 0 0,-4 1-1 0 0,-25-117 1 0 0,16 121 29 0 0,-3 0-1 0 0,-46-116 1 0 0,48 152 21 0 0,-2 1 0 0 0,0 1 0 0 0,-3 1 0 0 0,-1 0 1 0 0,-2 2-1 0 0,-43-46 0 0 0,39 51 58 0 0,-1 1 1 0 0,-2 1 0 0 0,-49-30-1 0 0,-113-49 346 0 0,93 53-343 0 0,39 18-109 0 0,-1 3 1 0 0,-2 3-1 0 0,-84-25 0 0 0,129 47-49 0 0,0 2 1 0 0,0 0 0 0 0,0 1-1 0 0,0 1 1 0 0,-1 1 0 0 0,1 1-1 0 0,0 1 1 0 0,-1 1-1 0 0,1 0 1 0 0,0 2 0 0 0,0 0-1 0 0,0 1 1 0 0,1 1 0 0 0,0 1-1 0 0,-35 17 1 0 0,16-1-1045 0 0,-67 53-1 0 0,67-44-6729 0 0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39.2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0 6913 0 0,'3'41'131'0'0,"-4"-34"-395"0"0,-1-1-1 0 0,1 1 1 0 0,-1-1 0 0 0,0 0-1 0 0,-1 0 1 0 0,0 0 0 0 0,-5 9-1 0 0,-8 20-2734 0 0,16-32 1591 0 0,6-7 1315 0 0,6-10 544 0 0,-5-1-211 0 0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1.0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51 4609 0 0,'1'-12'842'0'0,"0"9"-401"0"0,-1 1 0 0 0,0-1 0 0 0,1 0 0 0 0,-1 0 1 0 0,0 0-1 0 0,0 0 0 0 0,-1 1 0 0 0,1-1 0 0 0,0 0 1 0 0,-1 0-1 0 0,-1-5 0 0 0,-5 39 3422 0 0,4 14-2804 0 0,1 1-1 0 0,3-1 1 0 0,10 73-1 0 0,-2-22-776 0 0,39 431 161 0 0,0-10 42 0 0,-48-505-467 0 0,4 69 227 0 0,-4-73-277 0 0,-1 0 0 0 0,0 0 0 0 0,0 0 1 0 0,0 0-1 0 0,-1 0 0 0 0,0-1 0 0 0,-5 13 0 0 0,7-20-48 0 0,-1 0 0 0 0,1 1-1 0 0,0-1 1 0 0,0 0 0 0 0,-1 1 0 0 0,1-1-1 0 0,0 0 1 0 0,-1 0 0 0 0,1 1-1 0 0,0-1 1 0 0,-1 0 0 0 0,1 0 0 0 0,0 0-1 0 0,-1 1 1 0 0,1-1 0 0 0,0 0-1 0 0,-1 0 1 0 0,1 0 0 0 0,-1 0 0 0 0,1 0-1 0 0,0 0 1 0 0,-1 0 0 0 0,1 0-1 0 0,-1 0 1 0 0,1 0 0 0 0,0 0-1 0 0,-1 0 1 0 0,1 0 0 0 0,-1 0 0 0 0,1 0-1 0 0,0 0 1 0 0,-1 0 0 0 0,1-1-1 0 0,-1 1 1 0 0,1 0 0 0 0,0 0 0 0 0,-1 0-1 0 0,1-1 1 0 0,0 1 0 0 0,0 0-1 0 0,-1 0 1 0 0,1-1 0 0 0,0 1 0 0 0,-1 0-1 0 0,1-1 1 0 0,0 1 0 0 0,0 0-1 0 0,0-1 1 0 0,-1 1 0 0 0,1 0 0 0 0,0-1-1 0 0,0 1 1 0 0,0-1 0 0 0,0 1-1 0 0,0 0 1 0 0,0-1 0 0 0,0 1 0 0 0,0-1-1 0 0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1.4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376 163 1840 0 0,'-9'-79'938'0'0,"8"72"-553"0"0,-1 1 0 0 0,1 0 0 0 0,-1 0 0 0 0,0-1 0 0 0,-1 1 0 0 0,0 0 0 0 0,0 1 0 0 0,0-1 0 0 0,-8-10 0 0 0,10 15-231 0 0,0 0 1 0 0,0 0-1 0 0,0 0 0 0 0,-1 0 0 0 0,1 0 1 0 0,0 0-1 0 0,-1 0 0 0 0,1 1 0 0 0,-1-1 0 0 0,1 0 1 0 0,0 1-1 0 0,-1-1 0 0 0,0 1 0 0 0,1 0 1 0 0,-1-1-1 0 0,1 1 0 0 0,-1 0 0 0 0,1 0 1 0 0,-1 0-1 0 0,-3 0 0 0 0,2 1 73 0 0,-1 0 1 0 0,0 0-1 0 0,1 0 0 0 0,-1 1 0 0 0,0-1 1 0 0,1 1-1 0 0,0 0 0 0 0,-5 3 0 0 0,-4 4 258 0 0,0 1 0 0 0,1 1-1 0 0,-13 14 1 0 0,3 0-137 0 0,2 0 0 0 0,0 1 0 0 0,-19 40 0 0 0,-38 91 1225 0 0,56-114-1457 0 0,17-35-124 0 0,1-6 1 0 0,1 1 1 0 0,-1 0-1 0 0,1-1 0 0 0,0 1 1 0 0,0 0-1 0 0,0 0 1 0 0,0 0-1 0 0,1 0 1 0 0,-1 0-1 0 0,0 5 1 0 0,2-8 6 0 0,0 0 0 0 0,-1 0 0 0 0,1 0 0 0 0,0 0 0 0 0,-1 0 0 0 0,1 0 0 0 0,0 0 0 0 0,-1 0 0 0 0,1 0 0 0 0,0 0 0 0 0,-1 0 0 0 0,1 0 0 0 0,0-1 0 0 0,-1 1 0 0 0,1 0 0 0 0,-1-1 0 0 0,1 1 0 0 0,0 0 0 0 0,-1-1 0 0 0,1 1 0 0 0,-1 0 0 0 0,1-1 0 0 0,0 0 0 0 0,16-11 0 0 0,-5 0 138 0 0,-1-1 1 0 0,0 0 0 0 0,-1-1-1 0 0,-1 0 1 0 0,0 0 0 0 0,10-24 0 0 0,16-25 666 0 0,31-27 478 0 0,-59 81-1091 0 0,1 0 0 0 0,0 1-1 0 0,1 0 1 0 0,0 0 0 0 0,0 1-1 0 0,0 0 1 0 0,16-8 0 0 0,-23 14-143 0 0,1 0 1 0 0,-1 0 0 0 0,0 0 0 0 0,1 0-1 0 0,-1 1 1 0 0,0-1 0 0 0,1 1 0 0 0,-1-1 0 0 0,1 1-1 0 0,-1 0 1 0 0,1 0 0 0 0,-1 0 0 0 0,0 0-1 0 0,1 1 1 0 0,-1-1 0 0 0,1 1 0 0 0,-1-1 0 0 0,0 1-1 0 0,1 0 1 0 0,-1 0 0 0 0,0 0 0 0 0,0 0 0 0 0,1 0-1 0 0,-1 0 1 0 0,0 1 0 0 0,0-1 0 0 0,0 1-1 0 0,-1 0 1 0 0,4 2 0 0 0,17 29-992 0 0,-7 3-4925 0 0,-6-10-1060 0 0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2.5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0 351 3681 0 0,'3'-65'1080'0'0,"15"-84"-1"0"0,-4 13 10808 0 0,-19 166-9426 0 0,6 266-848 0 0,1-122-1449 0 0,11 44 54 0 0,0-21-1667 0 0,-13-153-2907 0 0,-6 43 1 0 0,4-70-859 0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2.9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99 6449 0 0,'-7'-9'434'0'0,"1"0"0"0"0,1 1-1 0 0,0-2 1 0 0,-7-14 0 0 0,-7-14 4400 0 0,35 69-2125 0 0,21 57 0 0 0,-22-49-2769 0 0,33 62 0 0 0,-42-91 68 0 0,0 0 1 0 0,1 0 0 0 0,0 0-1 0 0,0-1 1 0 0,1 0-1 0 0,0-1 1 0 0,1 0-1 0 0,0 0 1 0 0,0-1-1 0 0,17 10 1 0 0,-24-16 76 0 0,0 1 0 0 0,1-1 0 0 0,-1 1 0 0 0,1-1 1 0 0,0 0-1 0 0,0 0 0 0 0,-1 0 0 0 0,1-1 0 0 0,0 1 0 0 0,0-1 0 0 0,0 0 0 0 0,-1 1 1 0 0,1-1-1 0 0,0 0 0 0 0,0-1 0 0 0,0 1 0 0 0,0 0 0 0 0,0-1 0 0 0,-1 0 0 0 0,1 1 0 0 0,0-1 1 0 0,0 0-1 0 0,3-3 0 0 0,-1 1 43 0 0,-1-1 0 0 0,0 0 0 0 0,0 0 0 0 0,0 0 0 0 0,0 0 0 0 0,-1-1 0 0 0,0 1 0 0 0,0-1 0 0 0,0 0 0 0 0,0 0 0 0 0,2-7 0 0 0,48-125-3150 0 0,-47 117 1889 0 0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04.8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56 284 4145 0 0,'-5'-4'729'0'0,"0"-1"-1"0"0,0 0 1 0 0,1 0 0 0 0,-1 0 0 0 0,1 0-1 0 0,0-1 1 0 0,1 1 0 0 0,-1-1 0 0 0,1 0 0 0 0,-4-11-1 0 0,5 11-379 0 0,1 0 0 0 0,0 0 0 0 0,0 0 0 0 0,0 0 0 0 0,1 0 0 0 0,0 0 0 0 0,0 0 0 0 0,1 0 0 0 0,-1 0 0 0 0,1 0 0 0 0,0 0 0 0 0,1 0-1 0 0,0 0 1 0 0,0 1 0 0 0,4-9 0 0 0,1 0 72 0 0,0-1-1 0 0,1 2 0 0 0,1-1 0 0 0,17-19 1 0 0,-25 31-397 0 0,0 0 1 0 0,1 1 0 0 0,-1-1 0 0 0,1 0 0 0 0,0 1 0 0 0,-1-1 0 0 0,1 1 0 0 0,0 0 0 0 0,0 0-1 0 0,0 0 1 0 0,0 0 0 0 0,0 0 0 0 0,0 0 0 0 0,0 0 0 0 0,0 0 0 0 0,1 1 0 0 0,-1 0 0 0 0,0-1-1 0 0,0 1 1 0 0,5 0 0 0 0,-4 0-5 0 0,0 1 0 0 0,-1 0 0 0 0,1 0 0 0 0,0 0 0 0 0,0 0 0 0 0,0 0 0 0 0,-1 1 0 0 0,1-1 0 0 0,-1 1 0 0 0,1 0-1 0 0,-1-1 1 0 0,1 1 0 0 0,2 4 0 0 0,2 2 16 0 0,0 0 1 0 0,-1 0-1 0 0,-1 1 0 0 0,1-1 0 0 0,-1 1 0 0 0,-1 1 0 0 0,1-1 0 0 0,2 12 0 0 0,-2 0 34 0 0,-1 0-1 0 0,-1 0 0 0 0,0 24 0 0 0,-1-22-138 0 0,0 1 0 0 0,6 25 0 0 0,-8-48 66 0 0,0-1 0 0 0,0 1 0 0 0,0-1 0 0 0,0 1 0 0 0,1-1 0 0 0,-1 1 0 0 0,0-1 0 0 0,0 0 0 0 0,0 1 0 0 0,0-1 0 0 0,0 1 0 0 0,1-1 0 0 0,-1 0 0 0 0,0 1 0 0 0,0-1 0 0 0,0 0 0 0 0,1 1 0 0 0,-1-1 0 0 0,0 0 0 0 0,1 1 0 0 0,-1-1 0 0 0,0 0 0 0 0,1 1 0 0 0,-1-1 0 0 0,0 0 0 0 0,1 0 0 0 0,-1 0 0 0 0,1 1 1 0 0,-1-1-1 0 0,0 0 0 0 0,1 0 0 0 0,-1 0 0 0 0,1 0 0 0 0,-1 0 0 0 0,1 0 0 0 0,12-11-178 0 0,12-35-142 0 0,-21 38 296 0 0,0 1 61 0 0,-1 1-1 0 0,1 0 0 0 0,0 0 1 0 0,1 1-1 0 0,-1-1 0 0 0,1 1 1 0 0,0 0-1 0 0,9-6 0 0 0,-13 10-22 0 0,0 0-1 0 0,0 1 1 0 0,0-1-1 0 0,0 0 0 0 0,0 1 1 0 0,0-1-1 0 0,1 1 1 0 0,-1 0-1 0 0,0-1 0 0 0,0 1 1 0 0,0 0-1 0 0,1 0 1 0 0,-1 0-1 0 0,0 0 0 0 0,1 0 1 0 0,-1 0-1 0 0,0 0 1 0 0,0 0-1 0 0,1 0 0 0 0,-1 0 1 0 0,1 1-1 0 0,0 0-1 0 0,0 1-1 0 0,-1-1 0 0 0,1 0 1 0 0,0 1-1 0 0,-1-1 1 0 0,0 1-1 0 0,1 0 0 0 0,-1-1 1 0 0,0 1-1 0 0,0 0 1 0 0,0 0-1 0 0,0 0 0 0 0,0 0 1 0 0,0 0-1 0 0,0 0 1 0 0,-1 0-1 0 0,1 3 0 0 0,5 21 237 0 0,-1 1-1 0 0,-2-1 1 0 0,-1 1-1 0 0,-1 0 0 0 0,-2 31 1 0 0,1 33-1622 0 0,2-62-2112 0 0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05.0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31 8754 0 0,'-2'-30'11852'0'0,"17"41"-10895"0"0,3 8-681 0 0,0 1-1 0 0,-2 1 1 0 0,0 0-1 0 0,-2 2 1 0 0,13 23-1 0 0,-16-28-166 0 0,14 31 84 0 0,39 105 0 0 0,-50-114-541 0 0,1 0 1 0 0,3-1-1 0 0,1 0 0 0 0,39 58 1 0 0,-39-74-918 0 0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05.4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0 240 3913 0 0,'7'-34'11715'0'0,"-5"28"-11311"0"0,0 0-1 0 0,1 0 1 0 0,0 0 0 0 0,0 1 0 0 0,0-1 0 0 0,0 1 0 0 0,1 0 0 0 0,0 0 0 0 0,0 0-1 0 0,0 0 1 0 0,1 1 0 0 0,-1-1 0 0 0,7-3 0 0 0,-9 7-354 0 0,-1 1 1 0 0,1-1 0 0 0,0 1-1 0 0,-1-1 1 0 0,1 1-1 0 0,0 0 1 0 0,-1 0-1 0 0,1 0 1 0 0,0 0-1 0 0,0 0 1 0 0,-1 0-1 0 0,1 0 1 0 0,0 1 0 0 0,-1-1-1 0 0,1 1 1 0 0,0-1-1 0 0,-1 1 1 0 0,1-1-1 0 0,-1 1 1 0 0,1 0-1 0 0,-1 0 1 0 0,1 0-1 0 0,-1 0 1 0 0,0 0 0 0 0,1 0-1 0 0,-1 0 1 0 0,0 0-1 0 0,2 2 1 0 0,4 5 7 0 0,0 1 0 0 0,0-1 0 0 0,6 12 0 0 0,-8-12 24 0 0,35 61 145 0 0,-31-52-88 0 0,0 0-1 0 0,1-1 1 0 0,0 0 0 0 0,26 29-1 0 0,-36-45-127 0 0,0 1 0 0 0,1-1 0 0 0,-1 0 0 0 0,0 1 0 0 0,1-1 0 0 0,-1 0 0 0 0,1 1 0 0 0,-1-1 0 0 0,1 0 0 0 0,-1 0 0 0 0,1 1 0 0 0,-1-1 0 0 0,0 0 0 0 0,1 0 0 0 0,-1 0 0 0 0,1 0 0 0 0,-1 0 0 0 0,1 0 0 0 0,-1 0 0 0 0,1 0 0 0 0,0 0-1 0 0,-1 0 1 0 0,1 0 0 0 0,-1 0 0 0 0,1 0 0 0 0,-1 0 0 0 0,1 0 0 0 0,-1 0 0 0 0,1 0 0 0 0,-1-1 0 0 0,0 1 0 0 0,1 0 0 0 0,0-1 0 0 0,13-18 240 0 0,6-34-21 0 0,-19 46-215 0 0,21-70 24 0 0,-10 31-712 0 0,2 2 1 0 0,21-47 0 0 0,-16 53-7542 0 0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3.7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45 148 3681 0 0,'5'-34'3087'0'0,"-2"-1"0"0"0,-3-43 4386 0 0,-6 92-5420 0 0,-4 23-764 0 0,-3 41-839 0 0,-3 109 0 0 0,12 82 413 0 0,4-216-827 0 0,-1 45-114 0 0,-1-25-1441 0 0,12 122 0 0 0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4.1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278 163 1376 0 0,'1'-4'533'0'0,"-1"-1"0"0"0,1 1-1 0 0,-1 0 1 0 0,0-1 0 0 0,0 1 0 0 0,0-1-1 0 0,-1 1 1 0 0,1 0 0 0 0,-1-1-1 0 0,-2-6 1 0 0,2 10-399 0 0,1 1 1 0 0,0-1-1 0 0,-1 0 0 0 0,1 0 1 0 0,-1 0-1 0 0,1 1 0 0 0,-1-1 1 0 0,1 0-1 0 0,-1 1 0 0 0,0-1 1 0 0,1 0-1 0 0,-1 1 0 0 0,0-1 0 0 0,0 1 1 0 0,1-1-1 0 0,-1 1 0 0 0,0-1 1 0 0,0 1-1 0 0,0 0 0 0 0,0-1 1 0 0,-1 1-1 0 0,1 0-44 0 0,-1 0-1 0 0,0 0 1 0 0,0 0-1 0 0,1 0 1 0 0,-1 1 0 0 0,0-1-1 0 0,0 1 1 0 0,1-1 0 0 0,-1 1-1 0 0,1-1 1 0 0,-1 1 0 0 0,1 0-1 0 0,-1 0 1 0 0,1 0 0 0 0,-3 2-1 0 0,-17 15 187 0 0,2 0 1 0 0,0 1-1 0 0,1 2 0 0 0,1-1 0 0 0,1 2 0 0 0,-17 30 1 0 0,-35 45 316 0 0,63-92-620 0 0,-10 14 540 0 0,28-32 116 0 0,20-28-118 0 0,-2 0 0 0 0,38-67 0 0 0,-42 61 475 0 0,2 2-1 0 0,43-49 0 0 0,-72 94-934 0 0,0-1 0 0 0,1 1 0 0 0,-1-1 0 0 0,0 1-1 0 0,1 0 1 0 0,-1-1 0 0 0,1 1 0 0 0,-1-1 0 0 0,1 1 0 0 0,-1 0 0 0 0,1-1-1 0 0,-1 1 1 0 0,1 0 0 0 0,-1 0 0 0 0,1-1 0 0 0,0 1 0 0 0,-1 0-1 0 0,1 0 1 0 0,-1 0 0 0 0,1 0 0 0 0,0 0 0 0 0,-1 0 0 0 0,1 0-1 0 0,-1 0 1 0 0,1 0 0 0 0,0 0 0 0 0,-1 0 0 0 0,1 0 0 0 0,0 0 0 0 0,0 1 8 0 0,1 0 0 0 0,-1 0 0 0 0,0 0 1 0 0,0 0-1 0 0,0 0 0 0 0,0 0 1 0 0,0 0-1 0 0,0 0 0 0 0,-1 0 1 0 0,1 0-1 0 0,0 1 0 0 0,0 1 0 0 0,16 47 286 0 0,-16-42-316 0 0,4 8-1125 0 0,-1 0-3963 0 0,1 3-1922 0 0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4.9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100 1 8290 0 0,'-5'18'1111'0'0,"2"0"-1"0"0,0 0 1 0 0,0 35 0 0 0,1-16-280 0 0,-31 496 2839 0 0,45 2-661 0 0,-5-456-2357 0 0,-4 1 0 0 0,-2 1-1 0 0,-14 96 1 0 0,2-123-582 0 0,6-37-36 0 0,2 1-1 0 0,-3 27 1 0 0,6-35-94 0 0,-2 26-400 0 0,2-34 423 0 0,0 0 1 0 0,0-1-1 0 0,-1 1 1 0 0,1 0 0 0 0,0-1-1 0 0,-1 1 1 0 0,1 0-1 0 0,-1-1 1 0 0,0 1 0 0 0,0-1-1 0 0,1 1 1 0 0,-1-1-1 0 0,0 1 1 0 0,0-1-1 0 0,-2 2 1 0 0,3-3-128 0 0,0 0-1 0 0,-1 1 1 0 0,1-1 0 0 0,-1 0 0 0 0,1 0-1 0 0,-1 0 1 0 0,1 0 0 0 0,0 0-1 0 0,-1 0 1 0 0,1 0 0 0 0,-1 0 0 0 0,1 0-1 0 0,-1 0 1 0 0,1 0 0 0 0,-1 0-1 0 0,1 0 1 0 0,0 0 0 0 0,-1-1 0 0 0,1 1-1 0 0,-1 0 1 0 0,1 0 0 0 0,0 0-1 0 0,-1-1 1 0 0,-3-3-1807 0 0,-4-13-4671 0 0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6:45.2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112 31 2761 0 0,'-2'-3'107'0'0,"1"1"0"0"0,-1 0 0 0 0,0 0 1 0 0,0 0-1 0 0,0 0 0 0 0,0 0 1 0 0,0 1-1 0 0,0-1 0 0 0,-5-2 1 0 0,5 3 297 0 0,-1-1 0 0 0,1 1 0 0 0,-1 0 0 0 0,1 1 0 0 0,-1-1 0 0 0,1 0 0 0 0,-1 1 0 0 0,1-1 0 0 0,-1 1 0 0 0,0 0 0 0 0,1 0 0 0 0,-1 0 0 0 0,0 0 0 0 0,1 0 0 0 0,-1 1 1 0 0,1-1-1 0 0,-1 1 0 0 0,0 0 0 0 0,1-1 0 0 0,0 1 0 0 0,-1 0 0 0 0,1 1 0 0 0,-1-1 0 0 0,1 0 0 0 0,0 1 0 0 0,0-1 0 0 0,-3 3 0 0 0,4-2-152 0 0,-1 0 0 0 0,1-1 0 0 0,-1 1 0 0 0,1 0 0 0 0,0 0 0 0 0,-1 0 0 0 0,1 1 0 0 0,0-1 0 0 0,0 0 0 0 0,1 0-1 0 0,-1 0 1 0 0,0 1 0 0 0,1-1 0 0 0,0 0 0 0 0,-1 1 0 0 0,1-1 0 0 0,0 4 0 0 0,1-1-23 0 0,-1 0-1 0 0,1 0 1 0 0,0 0-1 0 0,0 0 1 0 0,1-1 0 0 0,0 1-1 0 0,3 8 1 0 0,3 0-43 0 0,0 0-1 0 0,0-1 1 0 0,1 1 0 0 0,15 14-1 0 0,-18-20-131 0 0,0-2-1 0 0,0 1 1 0 0,0-1-1 0 0,1 0 0 0 0,0 0 1 0 0,0-1-1 0 0,0 0 1 0 0,0 0-1 0 0,0-1 1 0 0,1 1-1 0 0,0-2 1 0 0,0 1-1 0 0,0-1 1 0 0,0 0-1 0 0,0-1 1 0 0,0 0-1 0 0,0 0 1 0 0,0-1-1 0 0,1 0 0 0 0,-1 0 1 0 0,0-1-1 0 0,0 0 1 0 0,0-1-1 0 0,16-4 1 0 0,4 1 193 0 0,-19 4-156 0 0,0 0-1 0 0,0-1 1 0 0,16-5 0 0 0,-23 6-94 0 0,0 0 0 0 0,0 0 0 0 0,0 0 0 0 0,0 0 0 0 0,-1 0 0 0 0,1 0 0 0 0,0 0 0 0 0,-1-1 0 0 0,1 1 0 0 0,-1-1 0 0 0,1 1 0 0 0,-1-1 0 0 0,0 1 0 0 0,1-1 1 0 0,-1 0-1 0 0,0 0 0 0 0,0 0 0 0 0,0 0 0 0 0,0 1 0 0 0,-1-1 0 0 0,2-4 0 0 0,3-46-1835 0 0,-3 11-6259 0 0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06.6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14 275 5529 0 0,'-1'-2'327'0'0,"-1"-1"0"0"0,1 1 0 0 0,-1-1 0 0 0,1 1-1 0 0,0-1 1 0 0,0 0 0 0 0,0 1 0 0 0,1-1 0 0 0,-1 0 0 0 0,1 1 0 0 0,-1-6-1 0 0,-1-33 2444 0 0,2 38-2423 0 0,2-11 296 0 0,1-1 0 0 0,0 1 0 0 0,1-1 0 0 0,0 1 0 0 0,1 0 0 0 0,0 1-1 0 0,2-1 1 0 0,-1 1 0 0 0,2 0 0 0 0,-1 1 0 0 0,12-14 0 0 0,-18 25-624 0 0,0 0 1 0 0,-1 0-1 0 0,1-1 0 0 0,0 1 0 0 0,0 0 1 0 0,0 0-1 0 0,0 0 0 0 0,0 0 0 0 0,0 0 1 0 0,0 0-1 0 0,0 1 0 0 0,1-1 0 0 0,-1 0 1 0 0,0 0-1 0 0,0 1 0 0 0,1-1 0 0 0,-1 1 1 0 0,0-1-1 0 0,1 1 0 0 0,-1 0 0 0 0,1-1 1 0 0,-1 1-1 0 0,1 0 0 0 0,-1 0 0 0 0,0 0 1 0 0,1 0-1 0 0,1 1 0 0 0,0 0-7 0 0,-1 0 0 0 0,0 0 0 0 0,1 0-1 0 0,-1 1 1 0 0,0-1 0 0 0,1 1 0 0 0,-1 0-1 0 0,0 0 1 0 0,0 0 0 0 0,0 0 0 0 0,-1 0-1 0 0,1 0 1 0 0,1 3 0 0 0,6 9 32 0 0,-1 1 1 0 0,0 0-1 0 0,7 23 1 0 0,-8-19 76 0 0,6 42 1 0 0,-10-44-162 0 0,1 1 0 0 0,0-1-1 0 0,9 22 1 0 0,-13-38 40 0 0,1 0 1 0 0,-1 0-1 0 0,0 0 0 0 0,0 0 0 0 0,1 0 0 0 0,-1 0 0 0 0,1 0 0 0 0,-1-1 1 0 0,1 1-1 0 0,-1 0 0 0 0,1 0 0 0 0,0 0 0 0 0,-1-1 0 0 0,1 1 0 0 0,0 0 1 0 0,0 0-1 0 0,-1-1 0 0 0,1 1 0 0 0,0-1 0 0 0,0 1 0 0 0,0-1 0 0 0,0 1 1 0 0,0-1-1 0 0,0 0 0 0 0,0 1 0 0 0,0-1 0 0 0,0 0 0 0 0,0 0 0 0 0,0 1 1 0 0,0-1-1 0 0,0 0 0 0 0,0 0 0 0 0,0 0 0 0 0,0 0 0 0 0,0 0 0 0 0,0-1 1 0 0,0 1-1 0 0,0 0 0 0 0,0 0 0 0 0,-1-1 0 0 0,1 1 0 0 0,0-1 1 0 0,0 1-1 0 0,0-1 0 0 0,0 1 0 0 0,0-1 0 0 0,0 1 0 0 0,-1-1 0 0 0,1 0 1 0 0,0 1-1 0 0,1-2 0 0 0,5-6-36 0 0,0 1 0 0 0,-1-1 0 0 0,1-1 0 0 0,5-10 0 0 0,-5 9 6 0 0,-3 3 44 0 0,1 0 0 0 0,0 1 1 0 0,1 0-1 0 0,-1 0 0 0 0,1 0 1 0 0,0 1-1 0 0,1 0 1 0 0,-1 0-1 0 0,1 1 0 0 0,8-5 1 0 0,-13 8 1 0 0,0 0 0 0 0,1 1 0 0 0,-1-1 0 0 0,1 0 0 0 0,-1 1 0 0 0,0-1 0 0 0,1 1 0 0 0,-1 0 0 0 0,1 0 0 0 0,-1 0 0 0 0,1 0 0 0 0,-1 1 0 0 0,1-1 0 0 0,-1 1 1 0 0,1-1-1 0 0,-1 1 0 0 0,1 0 0 0 0,-1 0 0 0 0,0 0 0 0 0,0 0 0 0 0,1 0 0 0 0,-1 0 0 0 0,0 1 0 0 0,0-1 0 0 0,0 1 0 0 0,0-1 0 0 0,-1 1 0 0 0,1 0 0 0 0,0 0 0 0 0,-1 0 0 0 0,1 0 0 0 0,-1 0 0 0 0,0 0 1 0 0,1 0-1 0 0,-1 1 0 0 0,1 2 0 0 0,4 8 93 0 0,0 1 1 0 0,-1 1-1 0 0,0-1 1 0 0,-1 1 0 0 0,-1 0-1 0 0,0 0 1 0 0,-1 0-1 0 0,-1 0 1 0 0,0 0-1 0 0,-3 28 1 0 0,-1-4 47 0 0,-3 0-1 0 0,-20 75 1 0 0,22-103-264 0 0,3-4-78 0 0,-1 0 0 0 0,0 0 0 0 0,-1 0 0 0 0,1 0 0 0 0,-1-1 0 0 0,-7 12 0 0 0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06.9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1 134 3225 0 0,'1'-50'2785'0'0,"-2"38"-398"0"0,1 1 0 0 0,0-1-1 0 0,1 1 1 0 0,5-21 0 0 0,-6 31-2303 0 0,0 1 0 0 0,0 0 0 0 0,0 0 0 0 0,0-1 0 0 0,0 1 0 0 0,0 0 0 0 0,0 0 0 0 0,0 0 0 0 0,0-1 0 0 0,2-1 757 0 0,-2 2-757 0 0,0 0 0 0 0,0 0 0 0 0,1 0 0 0 0,-1 0 0 0 0,0 0 0 0 0,0-1 0 0 0,0 1 0 0 0,1 0 1 0 0,-1 0-1 0 0,0 0 0 0 0,0 0 0 0 0,1 0 0 0 0,-1 0 0 0 0,0 0 0 0 0,0 0 0 0 0,1 0 0 0 0,-1 0 0 0 0,0 0 0 0 0,1 0 0 0 0,9 8 1168 0 0,7 15-738 0 0,14 38-234 0 0,-2 1 1 0 0,-3 2-1 0 0,24 93 1 0 0,-2-10-224 0 0,-32-100-64 0 0,-9-24-118 0 0,1 1 0 0 0,1-1 0 0 0,1 0 0 0 0,0-1 0 0 0,27 39 0 0 0,-34-58-156 0 0,0 1-1 0 0,-1-1 0 0 0,1 0 1 0 0,1-1-1 0 0,-1 1 0 0 0,0 0 1 0 0,1-1-1 0 0,4 3 0 0 0,11 4-7322 0 0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07.4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18 119 5985 0 0,'-3'-8'1112'0'0,"0"1"1"0"0,0-1-1 0 0,1 0 0 0 0,0 0 0 0 0,1 0 0 0 0,-1 0 0 0 0,1-11 0 0 0,1 16-858 0 0,0 1-1 0 0,0 0 0 0 0,0 0 1 0 0,1-1-1 0 0,-1 1 1 0 0,1 0-1 0 0,-1-1 0 0 0,1 1 1 0 0,0 0-1 0 0,0 0 0 0 0,0 0 1 0 0,0 0-1 0 0,2-3 1 0 0,-2 4-134 0 0,0 0 0 0 0,0 0 0 0 0,0 0 1 0 0,1 0-1 0 0,-1 0 0 0 0,0 1 1 0 0,0-1-1 0 0,1 0 0 0 0,-1 1 1 0 0,1-1-1 0 0,-1 1 0 0 0,0-1 1 0 0,1 1-1 0 0,-1 0 0 0 0,1 0 0 0 0,-1-1 1 0 0,1 1-1 0 0,-1 0 0 0 0,1 0 1 0 0,-1 1-1 0 0,1-1 0 0 0,2 1 1 0 0,0 0-64 0 0,-1 0 0 0 0,0 1 1 0 0,1-1-1 0 0,-1 1 1 0 0,0 0-1 0 0,0 0 1 0 0,0 0-1 0 0,0 0 1 0 0,0 1-1 0 0,-1-1 0 0 0,1 1 1 0 0,-1 0-1 0 0,0 0 1 0 0,0-1-1 0 0,0 2 1 0 0,3 3-1 0 0,26 55 92 0 0,-30-59-122 0 0,38 114 106 0 0,-9-27 339 0 0,-30-89-453 0 0,0 0 0 0 0,0 0 0 0 0,0-1 0 0 0,0 1 0 0 0,1 0 0 0 0,-1-1 0 0 0,0 1 0 0 0,0 0 1 0 0,1-1-1 0 0,-1 1 0 0 0,1 0 0 0 0,-1-1 0 0 0,0 1 0 0 0,1-1 0 0 0,-1 1 0 0 0,1-1 0 0 0,-1 1 0 0 0,1-1 0 0 0,0 1 0 0 0,-1-1 0 0 0,1 1 0 0 0,-1-1 0 0 0,1 0 0 0 0,0 1 0 0 0,-1-1 0 0 0,1 0 0 0 0,0 0 0 0 0,0 1 0 0 0,0-1 0 0 0,0-1 13 0 0,0 1 1 0 0,1-1-1 0 0,-1 1 0 0 0,0-1 0 0 0,0 0 1 0 0,0 1-1 0 0,-1-1 0 0 0,1 0 0 0 0,0 0 1 0 0,0 0-1 0 0,0 0 0 0 0,0 1 0 0 0,-1-1 0 0 0,1 0 1 0 0,1-2-1 0 0,19-47 558 0 0,-20 49-584 0 0,9-28 78 0 0,5-16-654 0 0,40-82 0 0 0,-37 95-7832 0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2.9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1507 186 10594 0 0,'-18'-18'355'0'0,"0"1"0"0"0,-1 0-1 0 0,-1 2 1 0 0,0 0 0 0 0,-1 1-1 0 0,-1 1 1 0 0,0 1-1 0 0,-1 1 1 0 0,0 1 0 0 0,-1 1-1 0 0,0 2 1 0 0,0 0 0 0 0,0 1-1 0 0,-37-4 1 0 0,25 7-274 0 0,-1 2 1 0 0,0 1-1 0 0,0 1 0 0 0,1 2 1 0 0,-1 2-1 0 0,1 1 0 0 0,-47 15 1 0 0,63-15-25 0 0,1 2 1 0 0,-1 0-1 0 0,1 1 1 0 0,1 0-1 0 0,-1 2 1 0 0,2 0-1 0 0,0 1 1 0 0,0 1-1 0 0,1 0 1 0 0,0 2 0 0 0,2-1-1 0 0,0 2 1 0 0,0 0-1 0 0,-14 23 1 0 0,1 7 223 0 0,3 1-1 0 0,-26 71 1 0 0,-25 107 197 0 0,19-52-398 0 0,-45 99-539 0 0,-64 197-1729 0 0,155-434 2123 0 0,1 1 0 0 0,2 0 0 0 0,2 0 0 0 0,1 1 0 0 0,1-1 1 0 0,3 1-1 0 0,1 0 0 0 0,1-1 0 0 0,2 1 0 0 0,2-1 0 0 0,1 0 0 0 0,2 0 0 0 0,15 38 1 0 0,12 22 271 0 0,5-2 0 0 0,3-1 0 0 0,5-3 0 0 0,90 128 1 0 0,-101-167 214 0 0,2-2 0 0 0,2-2 0 0 0,2-2 0 0 0,2-1 0 0 0,2-3 0 0 0,2-2 0 0 0,1-2 0 0 0,88 48 0 0 0,-97-65-244 0 0,2-1 0 0 0,-1-2 1 0 0,2-3-1 0 0,0-1 0 0 0,1-2 0 0 0,0-2 0 0 0,64 4 0 0 0,-82-11-103 0 0,1-2-1 0 0,0 0 0 0 0,-1-2 0 0 0,1-1 1 0 0,-1-1-1 0 0,0-2 0 0 0,0-1 0 0 0,0-1 0 0 0,-1-1 1 0 0,0-1-1 0 0,-1-2 0 0 0,0 0 0 0 0,29-21 0 0 0,-34 17-16 0 0,-1-1 0 0 0,-1 0-1 0 0,-1-2 1 0 0,-1 0-1 0 0,0-1 1 0 0,-2-1-1 0 0,0 0 1 0 0,-1-2-1 0 0,-1 1 1 0 0,-2-1-1 0 0,16-42 1 0 0,2-21-214 0 0,33-176 0 0 0,-62 261 159 0 0,47-244 287 0 0,27-414 0 0 0,-74 555-374 0 0,-5 0 0 0 0,-4 0 0 0 0,-5 0-1 0 0,-4 2 1 0 0,-4 0 0 0 0,-5 1 0 0 0,-5 1 0 0 0,-3 2 0 0 0,-66-125 0 0 0,76 174 86 0 0,-3 2 1 0 0,-2 0 0 0 0,-1 2 0 0 0,-43-46 0 0 0,56 71-15 0 0,-1 2 0 0 0,0-1 0 0 0,-2 2 1 0 0,0 1-1 0 0,0 0 0 0 0,-2 2 1 0 0,0 0-1 0 0,0 2 0 0 0,-1 0 1 0 0,-39-12-1 0 0,51 21-115 0 0,1 0 1 0 0,-1 1-1 0 0,0 1 1 0 0,1 0-1 0 0,-1 0 1 0 0,0 1-1 0 0,0 1 1 0 0,1 0-1 0 0,-1 0 1 0 0,0 1-1 0 0,1 0 1 0 0,-19 7-1 0 0,-12 9-441 0 0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3.54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1037 147 17972 0 0,'-13'1'109'0'0,"-1"-1"1"0"0,1 2-1 0 0,0 0 0 0 0,1 0 1 0 0,-1 1-1 0 0,-19 7 0 0 0,-36 14-1358 0 0,-70 33 0 0 0,115-45 1045 0 0,0 1 0 0 0,0 2 0 0 0,1 0 1 0 0,1 0-1 0 0,1 2 0 0 0,-28 29 0 0 0,16-8 29 0 0,2 1-1 0 0,1 2 1 0 0,3 1-1 0 0,-39 79 1 0 0,-62 193-594 0 0,109-266 572 0 0,-143 458-1598 0 0,144-432 1779 0 0,3 1-1 0 0,3 0 1 0 0,3 1-1 0 0,6 149 1 0 0,6-184 195 0 0,1-1 0 0 0,3-1 0 0 0,1 1 0 0 0,1-1-1 0 0,3-1 1 0 0,1 0 0 0 0,2-1 0 0 0,34 60 0 0 0,-19-48 397 0 0,3-1-1 0 0,1-3 1 0 0,2 0-1 0 0,2-3 1 0 0,66 56-1 0 0,-58-58 86 0 0,1-2 0 0 0,3-3 0 0 0,0-2 0 0 0,85 40-1 0 0,-97-56-469 0 0,0-1 1 0 0,1-3-1 0 0,0-1 0 0 0,1-2 0 0 0,1-2 0 0 0,-1-2 0 0 0,64 2 0 0 0,-61-8-88 0 0,-1-2 0 0 0,0-2 0 0 0,0-2-1 0 0,-1-2 1 0 0,0-2 0 0 0,70-25-1 0 0,-61 14 30 0 0,-1-2-1 0 0,-1-3 1 0 0,-1-1-1 0 0,81-62 1 0 0,-92 59-63 0 0,-2-2 1 0 0,0-1-1 0 0,-2-1 0 0 0,49-68 1 0 0,-48 51-44 0 0,-3-1 1 0 0,-1-1 0 0 0,28-73-1 0 0,-31 58-13 0 0,-3-2 0 0 0,-3 0 1 0 0,-3-2-1 0 0,-3 0 0 0 0,-3-1 0 0 0,-4 0 0 0 0,-2 0 0 0 0,-4-1 0 0 0,-3 0 1 0 0,-3 1-1 0 0,-4-1 0 0 0,-29-126 0 0 0,15 122-55 0 0,-3 2 0 0 0,-4 1 0 0 0,-2 1 0 0 0,-4 1 0 0 0,-82-125 0 0 0,48 100-21 0 0,-5 4 0 0 0,-3 2 0 0 0,-114-102 0 0 0,158 163 19 0 0,-1 1 1 0 0,-2 3 0 0 0,0 0-1 0 0,-43-21 1 0 0,64 39-4 0 0,-1 1-1 0 0,0 1 1 0 0,0 1-1 0 0,-1 0 1 0 0,0 1 0 0 0,0 1-1 0 0,0 0 1 0 0,0 2 0 0 0,-1 0-1 0 0,1 0 1 0 0,-1 2-1 0 0,0 0 1 0 0,-23 4 0 0 0,28-1-287 0 0,1 1 1 0 0,0 0-1 0 0,0 1 1 0 0,0 0-1 0 0,1 1 1 0 0,0 0-1 0 0,0 1 0 0 0,0 0 1 0 0,1 0-1 0 0,0 1 1 0 0,-15 16-1 0 0,-9 13-6154 0 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4.13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1202 144 16588 0 0,'-10'-5'151'0'0,"1"-1"1"0"0,-1 1 0 0 0,-1 1-1 0 0,1-1 1 0 0,-1 2 0 0 0,1 0 0 0 0,-1 0-1 0 0,-16-2 1 0 0,-23-2-231 0 0,0 1 0 0 0,0 3-1 0 0,0 2 1 0 0,-61 7 0 0 0,90-3 138 0 0,0 0 1 0 0,1 1-1 0 0,0 2 0 0 0,0 0 1 0 0,0 1-1 0 0,1 0 0 0 0,0 2 1 0 0,0 1-1 0 0,1 0 1 0 0,0 1-1 0 0,1 1 0 0 0,1 0 1 0 0,-17 17-1 0 0,5 0-32 0 0,1 2-1 0 0,2 0 1 0 0,2 2 0 0 0,-38 68-1 0 0,-55 156-319 0 0,65-123-84 0 0,5 1 0 0 0,-37 189-1 0 0,67-240 182 0 0,4 0-1 0 0,4 1 0 0 0,4 1 0 0 0,3-1 0 0 0,13 107 0 0 0,-6-148 287 0 0,3-1-1 0 0,1 0 0 0 0,2-1 0 0 0,2 0 0 0 0,1-1 0 0 0,3 0 1 0 0,34 58-1 0 0,-25-58 76 0 0,1 0 1 0 0,2-2 0 0 0,2-1-1 0 0,2-1 1 0 0,1-2-1 0 0,58 45 1 0 0,-27-32 207 0 0,1-3 1 0 0,2-4-1 0 0,2-2 1 0 0,100 39-1 0 0,-74-42 224 0 0,1-3 1 0 0,198 36-1 0 0,-248-62-581 0 0,-1-2 0 0 0,2-2 0 0 0,-1-2-1 0 0,0-2 1 0 0,0-3 0 0 0,0-1 0 0 0,51-13 0 0 0,-47 4 205 0 0,-1-1 1 0 0,0-3-1 0 0,-1-3 1 0 0,-2-1 0 0 0,0-2-1 0 0,51-36 1 0 0,-30 12 14 0 0,-2-2 0 0 0,-2-4 0 0 0,-3-2 1 0 0,76-88-1 0 0,-91 86-112 0 0,-1-1 1 0 0,-4-2-1 0 0,-2-2 0 0 0,-3-2 1 0 0,34-82-1 0 0,-54 104-96 0 0,-1-1 1 0 0,-3 0-1 0 0,-1 0 1 0 0,-3-1-1 0 0,-1-1 1 0 0,-3 0-1 0 0,-1 1 0 0 0,-3-2 1 0 0,-1 1-1 0 0,-2 0 1 0 0,-3 1-1 0 0,-1-1 1 0 0,-3 1-1 0 0,-1 0 0 0 0,-3 0 1 0 0,-1 2-1 0 0,-2-1 1 0 0,-34-63-1 0 0,-1 19-278 0 0,-3 2 0 0 0,-5 2 1 0 0,-84-93-1 0 0,55 82-10 0 0,-3 5 0 0 0,-118-90 0 0 0,148 133-479 0 0,-3 4 0 0 0,-1 2 1 0 0,-1 3-1 0 0,-128-53 0 0 0,80 50-6609 0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5.3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77 7834 0 0,'4'-17'3142'0'0,"2"-1"0"0"0,11-24 0 0 0,-19 80 1473 0 0,0 5-4343 0 0,-22 329 458 0 0,15-147-3117 0 0,9-204-1710 0 0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5.7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250 395 2761 0 0,'-48'-162'4137'0'0,"0"0"2709"0"0,38 144-5917 0 0,10 18-896 0 0,0 0 0 0 0,-1-1 0 0 0,1 1 0 0 0,0 0 0 0 0,-1 0 0 0 0,1-1 1 0 0,-1 1-1 0 0,1 0 0 0 0,0 0 0 0 0,-1 0 0 0 0,1 0 0 0 0,-1 0 0 0 0,1-1 0 0 0,-1 1 0 0 0,1 0 0 0 0,0 0 0 0 0,-1 0 0 0 0,1 0 0 0 0,-1 0 1 0 0,1 0-1 0 0,0 0 0 0 0,-1 1 0 0 0,1-1 0 0 0,-1 0 0 0 0,0 0 0 0 0,-1 2 53 0 0,-1 0 1 0 0,1 0-1 0 0,0 0 1 0 0,0 0-1 0 0,0 0 0 0 0,0 0 1 0 0,0 1-1 0 0,0-1 1 0 0,1 1-1 0 0,-3 2 1 0 0,-16 27 229 0 0,1 0 1 0 0,1 2-1 0 0,2 0 1 0 0,-18 54 0 0 0,34-88-310 0 0,0 1 0 0 0,-1-1 0 0 0,1 0 0 0 0,0 1 0 0 0,0-1 0 0 0,0 0 0 0 0,0 1 0 0 0,-1-1 1 0 0,1 1-1 0 0,0-1 0 0 0,0 0 0 0 0,0 1 0 0 0,0-1 0 0 0,0 0 0 0 0,0 1 0 0 0,0-1 1 0 0,0 1-1 0 0,0-1 0 0 0,0 0 0 0 0,1 1 0 0 0,-1-1 0 0 0,0 0 0 0 0,0 1 0 0 0,0-1 0 0 0,0 0 1 0 0,0 1-1 0 0,1-1 0 0 0,-1 0 0 0 0,0 1 0 0 0,0-1 0 0 0,1 0 0 0 0,-1 1 0 0 0,0-1 1 0 0,0 0-1 0 0,1 1 0 0 0,13-6 300 0 0,13-17 542 0 0,60-77 1367 0 0,-66 72-1984 0 0,1 1 0 0 0,1 1 1 0 0,2 1-1 0 0,0 1 0 0 0,36-25 0 0 0,-59 47-227 0 0,-1 0 1 0 0,1 0 0 0 0,0 0 0 0 0,-1 0 0 0 0,1 0-1 0 0,0 0 1 0 0,0 0 0 0 0,0 0 0 0 0,0 1-1 0 0,0-1 1 0 0,-1 1 0 0 0,1 0 0 0 0,0-1 0 0 0,0 1-1 0 0,0 0 1 0 0,0 0 0 0 0,0 0 0 0 0,0 0-1 0 0,0 1 1 0 0,0-1 0 0 0,0 0 0 0 0,0 1 0 0 0,0-1-1 0 0,0 1 1 0 0,0 0 0 0 0,0 0 0 0 0,0 0 0 0 0,-1 0-1 0 0,1 0 1 0 0,1 1 0 0 0,2 3-157 0 0,0 1-1 0 0,-1-1 1 0 0,0 1 0 0 0,0 0 0 0 0,-1 0-1 0 0,1 0 1 0 0,2 10 0 0 0,5 8-974 0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6.33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21 152 5065 0 0,'-6'-33'2605'0'0,"-5"-38"1185"0"0,8 24 2406 0 0,10 234-1804 0 0,20 95-4135 0 0,-3-45-251 0 0,-24-237-40 0 0,6 47-477 0 0,-1-29-5581 0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6.6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58 120 3225 0 0,'-8'-13'2150'0'0,"-1"1"1"0"0,2-1-1 0 0,0 0 1 0 0,0 0-1 0 0,1-1 1 0 0,-7-26 0 0 0,25 80 133 0 0,32 81-755 0 0,-38-109-1487 0 0,0 0-1 0 0,1 0 0 0 0,0-1 0 0 0,0 0 0 0 0,1 0 0 0 0,1-1 0 0 0,16 16 0 0 0,-23-24-6 0 0,0-1 0 0 0,0 1 0 0 0,0 0 0 0 0,0-1 0 0 0,1 0 0 0 0,-1 1-1 0 0,1-1 1 0 0,-1 0 0 0 0,1 0 0 0 0,-1-1 0 0 0,1 1 0 0 0,-1 0 0 0 0,1-1 0 0 0,0 1 0 0 0,-1-1 0 0 0,1 0 0 0 0,0 0 0 0 0,4-1 0 0 0,-3 0 19 0 0,1 0 1 0 0,-1 0 0 0 0,0-1-1 0 0,0 0 1 0 0,0 0-1 0 0,0 0 1 0 0,0 0-1 0 0,0 0 1 0 0,0-1-1 0 0,4-4 1 0 0,6-7 99 0 0,0 0 0 0 0,-1-1 0 0 0,-1-1 0 0 0,11-17 0 0 0,-17 24-116 0 0,29-45 120 0 0,26-35-488 0 0,-49 75-66 0 0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7.2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167 152 2304 0 0,'-3'-8'641'0'0,"-50"-93"5458"0"0,28 58-1085 0 0,21 65 2031 0 0,1 62-6696 0 0,3-55 180 0 0,-7 111-555 0 0,-37 218 0 0 0,42-348-265 0 0,-9 36-211 0 0,-4-21-4769 0 0</inkml:trace>
</inkml:ink>
</file>

<file path=ppt/ink/ink3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7.5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130 425 920 0 0,'13'-158'4606'0'0,"-8"115"-2867"0"0,-1 1 0 0 0,-2-1-1 0 0,-3-45 1 0 0,1 87-1607 0 0,0 0-1 0 0,0-1 1 0 0,0 1 0 0 0,0 0-1 0 0,0 0 1 0 0,-1-1-1 0 0,1 1 1 0 0,0 0-1 0 0,-1 0 1 0 0,1 0-1 0 0,-1-1 1 0 0,1 1 0 0 0,-1 0-1 0 0,1 0 1 0 0,-1 0-1 0 0,0 0 1 0 0,0 0-1 0 0,1 0 1 0 0,-1 0-1 0 0,-2-1 1 0 0,2 1-38 0 0,0 1 1 0 0,1 0-1 0 0,-1 0 0 0 0,0 0 1 0 0,0 0-1 0 0,0 1 0 0 0,1-1 1 0 0,-1 0-1 0 0,0 0 1 0 0,0 0-1 0 0,0 1 0 0 0,1-1 1 0 0,-1 0-1 0 0,0 1 0 0 0,0-1 1 0 0,1 1-1 0 0,-1-1 0 0 0,0 1 1 0 0,1-1-1 0 0,-1 1 1 0 0,1-1-1 0 0,-2 2 0 0 0,-4 6 306 0 0,-1-1-1 0 0,1 1 1 0 0,-8 15-1 0 0,-2 8 16 0 0,-14 38-1 0 0,17-36-384 0 0,-19 33-1 0 0,49-146-1629 0 0,-16 74 1581 0 0,6-24 35 0 0,14-40 0 0 0,-18 63 89 0 0,0 0 0 0 0,0 0 0 0 0,0 1 0 0 0,1-1 0 0 0,0 1 0 0 0,0 0 0 0 0,1 0 0 0 0,-1 0 0 0 0,1 0 0 0 0,1 1 0 0 0,8-8 1 0 0,-10 12 26 0 0,0-1 0 0 0,-1 0 1 0 0,1 1-1 0 0,0 0 1 0 0,0 0-1 0 0,0 0 1 0 0,0 1-1 0 0,0-1 1 0 0,0 1-1 0 0,0 0 1 0 0,1 0-1 0 0,-1 0 1 0 0,0 1-1 0 0,0 0 0 0 0,0-1 1 0 0,7 4-1 0 0,9 2 322 0 0,37 17-1 0 0,-48-18-432 0 0,34 16-1528 0 0</inkml:trace>
</inkml:ink>
</file>

<file path=ppt/ink/ink3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8.2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39 212 4609 0 0,'-10'-34'1567'0'0,"-7"-37"-1"0"0,13 46 1582 0 0,0 0 0 0 0,1-31 0 0 0,11 117 1451 0 0,-1-10-4211 0 0,3 154-7 0 0,7 80 54 0 0,8-43-5413 0 0</inkml:trace>
</inkml:ink>
</file>

<file path=ppt/ink/ink3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8.59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38 48 2761 0 0,'-10'-32'3674'0'0,"10"31"-3448"0"0,0 0 0 0 0,0 1 0 0 0,-1-1 0 0 0,1 0 0 0 0,0 0 0 0 0,-1 0 0 0 0,1 1 0 0 0,-1-1 0 0 0,1 0 0 0 0,-1 1 0 0 0,1-1 0 0 0,-1 0 0 0 0,1 1 0 0 0,-1-1 0 0 0,0 1 0 0 0,1-1-1 0 0,-1 1 1 0 0,0-1 0 0 0,0 1 0 0 0,1-1 0 0 0,-1 1 0 0 0,0 0 0 0 0,0-1 0 0 0,0 1 0 0 0,1 0 0 0 0,-1 0 0 0 0,0 0 0 0 0,0 0 0 0 0,0 0 0 0 0,0 0 0 0 0,0 0 0 0 0,1 0 0 0 0,-7 0 2206 0 0,6 6-936 0 0,2 1-1490 0 0,5 17 341 0 0,1-1 0 0 0,1 1 0 0 0,18 38-1 0 0,0-2-232 0 0,-17-36-58 0 0,-1-1-33 0 0,20 39 1 0 0,-26-57 20 0 0,1 0-1 0 0,0-1 0 0 0,0 1 0 0 0,0-1 1 0 0,1 0-1 0 0,-1 0 0 0 0,1 0 1 0 0,0 0-1 0 0,0-1 0 0 0,0 1 0 0 0,1-1 1 0 0,-1 0-1 0 0,11 4 0 0 0,-13-6 22 0 0,1 0-1 0 0,0-1 1 0 0,0 0 0 0 0,-1 1-1 0 0,1-1 1 0 0,0 0-1 0 0,0-1 1 0 0,0 1-1 0 0,-1 0 1 0 0,1-1 0 0 0,0 0-1 0 0,-1 1 1 0 0,1-1-1 0 0,0 0 1 0 0,-1 0-1 0 0,1-1 1 0 0,-1 1 0 0 0,1 0-1 0 0,-1-1 1 0 0,0 0-1 0 0,0 1 1 0 0,1-1-1 0 0,-1 0 1 0 0,-1 0 0 0 0,1 0-1 0 0,3-4 1 0 0,5-7 135 0 0,0 0 1 0 0,-1-1-1 0 0,9-18 0 0 0,-12 21-152 0 0,21-44 144 0 0,11-21 270 0 0,-34 69-898 0 0,1 0 0 0 0,0 0 0 0 0,0 0 1 0 0,0 1-1 0 0,1 0 0 0 0,0 0 0 0 0,9-7 0 0 0</inkml:trace>
</inkml:ink>
</file>

<file path=ppt/ink/ink3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9.2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59 117 4145 0 0,'-3'-7'582'0'0,"0"0"0"0"0,1 1 1 0 0,0-1-1 0 0,0 0 0 0 0,0 0 1 0 0,0-11-1 0 0,1 11 655 0 0,0 1 0 0 0,0-1 0 0 0,-1 0 0 0 0,0 1 0 0 0,0 0 0 0 0,-6-12 0 0 0,5 31 2589 0 0,1 10-3138 0 0,-5 257 249 0 0,-3-93-4503 0 0,8-139 1410 0 0,0-24-4019 0 0</inkml:trace>
</inkml:ink>
</file>

<file path=ppt/ink/ink3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19.5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131 245 3209 0 0,'1'-23'96'0'0,"-5"-103"1183"0"0,2 105 1521 0 0,-8-38 0 0 0,10 59-2716 0 0,0 0 0 0 0,0-1 0 0 0,0 1 1 0 0,0-1-1 0 0,0 1 0 0 0,0-1 0 0 0,0 1 1 0 0,0 0-1 0 0,0-1 0 0 0,0 1 0 0 0,0-1 1 0 0,0 1-1 0 0,0 0 0 0 0,0-1 0 0 0,-1 1 1 0 0,1-1-1 0 0,0 1 0 0 0,0 0 0 0 0,-1-1 1 0 0,1 1-1 0 0,0 0 0 0 0,0 0 1 0 0,-1-1-1 0 0,1 1 0 0 0,0 0 0 0 0,-1-1 1 0 0,1 1-1 0 0,0 0 0 0 0,-1 0 0 0 0,1 0 1 0 0,0-1-1 0 0,-1 1 0 0 0,1 0 0 0 0,-1 0 1 0 0,1 0-1 0 0,0 0 0 0 0,-1 0 0 0 0,1 0 1 0 0,-1 0-1 0 0,0 0 0 0 0,-11 16 1519 0 0,-5 28-578 0 0,17-43-977 0 0,-9 26 52 0 0,-7 23-101 0 0,-33 72 0 0 0,49-122-1 0 0,0-1 0 0 0,0 1 1 0 0,0 0-1 0 0,0 0 1 0 0,0 0-1 0 0,0 0 1 0 0,0 0-1 0 0,0 0 1 0 0,0 0-1 0 0,-1 0 1 0 0,1 0-1 0 0,0 0 1 0 0,0 0-1 0 0,0 0 1 0 0,0 0-1 0 0,0 0 1 0 0,0 0-1 0 0,0 0 0 0 0,0 0 1 0 0,0 0-1 0 0,0 0 1 0 0,-1 0-1 0 0,1 0 1 0 0,0 0-1 0 0,0 0 1 0 0,0 0-1 0 0,0 0 1 0 0,0 0-1 0 0,0 0 1 0 0,0 0-1 0 0,0 0 1 0 0,0 0-1 0 0,0 1 1 0 0,0-1-1 0 0,0 0 0 0 0,-1 0 1 0 0,1 0-1 0 0,0 0 1 0 0,0 0-1 0 0,0 0 1 0 0,0 0-1 0 0,0 0 1 0 0,0 0-1 0 0,0 0 1 0 0,0 0-1 0 0,0 0 1 0 0,0 1-1 0 0,0-1 1 0 0,0 0-1 0 0,0 0 1 0 0,0 0-1 0 0,1-13-179 0 0,4-16-135 0 0,3-1 178 0 0,-4 12 403 0 0,1 0 0 0 0,1 1-1 0 0,0 0 1 0 0,1 0 0 0 0,1 0-1 0 0,0 1 1 0 0,12-17-1 0 0,-16 29-36 0 0,0 0-1 0 0,1 1 0 0 0,-1-1 0 0 0,0 1 0 0 0,1 0 0 0 0,0 0 1 0 0,0 1-1 0 0,0-1 0 0 0,0 1 0 0 0,0 0 0 0 0,0 0 1 0 0,1 1-1 0 0,-1-1 0 0 0,0 1 0 0 0,1 1 0 0 0,-1-1 0 0 0,1 1 1 0 0,8 0-1 0 0,-5 0-288 0 0,0 1 1 0 0,0 0-1 0 0,0 0 0 0 0,-1 1 1 0 0,1 0-1 0 0,0 1 1 0 0,-1 0-1 0 0,1 0 1 0 0,-1 1-1 0 0,12 7 1 0 0,-1 2-5158 0 0,0 2-1763 0 0</inkml:trace>
</inkml:ink>
</file>

<file path=ppt/ink/ink3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20.1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6 11522 0 0,'-2'-6'4371'0'0,"-3"13"-2204"0"0,-3 11-551 0 0,1 27-982 0 0,1 0 0 0 0,3 0 0 0 0,4 88-1 0 0,1-42-354 0 0,-2-2-159 0 0,16 385-88 0 0,-7-435-1696 0 0,-8-32 274 0 0</inkml:trace>
</inkml:ink>
</file>

<file path=ppt/ink/ink3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20.4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82 14 456 0 0,'-24'-2'309'0'0,"15"1"1662"0"0,-1 1-1 0 0,-29-11 14295 0 0,55 33-16024 0 0,-1 0 1 0 0,-1 1-1 0 0,-1 1 0 0 0,-1 0 0 0 0,15 42 0 0 0,-1-4-226 0 0,-15-37 62 0 0,1 3 5 0 0,21 36 0 0 0,-30-58-46 0 0,1 0 1 0 0,0 0-1 0 0,0-1 1 0 0,1 1-1 0 0,-1-1 1 0 0,1 0-1 0 0,0 0 1 0 0,1-1-1 0 0,-1 0 1 0 0,1 1-1 0 0,10 4 1 0 0,-14-8-13 0 0,-1-1 0 0 0,1 1 1 0 0,0-1-1 0 0,-1 0 1 0 0,1 0-1 0 0,0 1 0 0 0,-1-1 1 0 0,1 0-1 0 0,0 0 1 0 0,0-1-1 0 0,-1 1 1 0 0,1 0-1 0 0,0-1 0 0 0,-1 1 1 0 0,1 0-1 0 0,0-1 1 0 0,-1 0-1 0 0,1 1 0 0 0,-1-1 1 0 0,1 0-1 0 0,-1 0 1 0 0,1 0-1 0 0,-1 0 0 0 0,0 0 1 0 0,1 0-1 0 0,-1-1 1 0 0,0 1-1 0 0,0 0 1 0 0,0-1-1 0 0,0 1 0 0 0,0 0 1 0 0,0-1-1 0 0,0 0 1 0 0,-1 1-1 0 0,1-1 0 0 0,0-2 1 0 0,5-9 0 0 0,0-1 1 0 0,-2-1-1 0 0,5-19 1 0 0,-4 14 46 0 0,10-32-400 0 0,-5 25-144 0 0</inkml:trace>
</inkml:ink>
</file>

<file path=ppt/ink/ink3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23.0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69 271 1376 0 0,'-14'-3'1062'0'0,"13"2"-870"0"0,0 1 0 0 0,-1-1 1 0 0,1 1-1 0 0,0 0 0 0 0,0-1 0 0 0,0 1 0 0 0,-1 0 0 0 0,1 0 0 0 0,0 0 0 0 0,0 0 1 0 0,0 0-1 0 0,-1 0 0 0 0,1 0 0 0 0,0 0 0 0 0,0 0 0 0 0,-1 1 0 0 0,1-1 1 0 0,0 0-1 0 0,0 1 0 0 0,0-1 0 0 0,0 1 0 0 0,0 0 0 0 0,0-1 0 0 0,-1 1 0 0 0,1 0 1 0 0,0 0-1 0 0,0 0 39 0 0,1 0 0 0 0,-1-1 0 0 0,1 1 0 0 0,-1 0 0 0 0,1-1 0 0 0,-1 1-1 0 0,0 0 1 0 0,1-1 0 0 0,-1 1 0 0 0,0-1 0 0 0,1 1 0 0 0,-1-1 0 0 0,0 0 0 0 0,1 1 0 0 0,-1-1 0 0 0,0 0 0 0 0,0 1 0 0 0,0-1 0 0 0,1 0 0 0 0,-3 0 0 0 0,-3-20 4271 0 0,6 18-4466 0 0,-1-4 271 0 0,1 0 0 0 0,0-1-1 0 0,1 1 1 0 0,0 0 0 0 0,-1 0 0 0 0,2 0-1 0 0,-1 1 1 0 0,1-1 0 0 0,0 0-1 0 0,0 0 1 0 0,1 1 0 0 0,-1-1 0 0 0,1 1-1 0 0,0 0 1 0 0,7-8 0 0 0,6-8-46 0 0,1 1 1 0 0,21-20-1 0 0,-28 29-221 0 0,1 1 0 0 0,0 0 0 0 0,1 0 0 0 0,0 2 0 0 0,22-13 0 0 0,-32 20-35 0 0,0-1 0 0 0,1 1 0 0 0,-1 0 1 0 0,0 0-1 0 0,1 1 0 0 0,-1-1 1 0 0,1 0-1 0 0,0 1 0 0 0,-1 0 0 0 0,1-1 1 0 0,-1 1-1 0 0,1 0 0 0 0,0 0 1 0 0,-1 1-1 0 0,1-1 0 0 0,-1 0 0 0 0,1 1 1 0 0,-1 0-1 0 0,1-1 0 0 0,-1 1 1 0 0,1 0-1 0 0,-1 0 0 0 0,0 1 0 0 0,1-1 1 0 0,-1 0-1 0 0,0 1 0 0 0,0 0 1 0 0,0-1-1 0 0,0 1 0 0 0,0 0 0 0 0,0 0 1 0 0,-1 0-1 0 0,1 0 0 0 0,-1 0 1 0 0,1 0-1 0 0,-1 0 0 0 0,0 1 0 0 0,0-1 1 0 0,2 5-1 0 0,2 5-8 0 0,0 1 0 0 0,-1 0 0 0 0,0 0-1 0 0,-1 0 1 0 0,2 24 0 0 0,-2 70-33 0 0,-4-71 23 0 0,7 53 1 0 0,0-68 8 0 0,-6-20 1 0 0,0 0 1 0 0,0-1 0 0 0,0 1 0 0 0,0 0 0 0 0,0 0-1 0 0,0-1 1 0 0,1 1 0 0 0,-1 0 0 0 0,0-1-1 0 0,0 1 1 0 0,1-1 0 0 0,-1 1 0 0 0,1 0 0 0 0,-1-1-1 0 0,0 1 1 0 0,1-1 0 0 0,-1 1 0 0 0,1-1 0 0 0,-1 1-1 0 0,1-1 1 0 0,0 1 0 0 0,-1-1 0 0 0,1 1 0 0 0,-1-1-1 0 0,1 0 1 0 0,0 1 0 0 0,2-11 2 0 0,-1 2 9 0 0,1-1-1 0 0,0 1 1 0 0,0 0-1 0 0,1 0 1 0 0,0 0 0 0 0,0 1-1 0 0,1-1 1 0 0,0 1-1 0 0,0 0 1 0 0,1 0 0 0 0,0 0-1 0 0,12-10 1 0 0,-15 15-6 0 0,0 0 1 0 0,0-1-1 0 0,0 1 1 0 0,1 1-1 0 0,-1-1 0 0 0,1 0 1 0 0,-1 1-1 0 0,1-1 0 0 0,-1 1 1 0 0,1 0-1 0 0,0 1 1 0 0,0-1-1 0 0,0 1 0 0 0,-1-1 1 0 0,1 1-1 0 0,0 0 1 0 0,0 0-1 0 0,0 1 0 0 0,0-1 1 0 0,-1 1-1 0 0,1 0 1 0 0,0 0-1 0 0,-1 0 0 0 0,1 0 1 0 0,0 1-1 0 0,-1 0 1 0 0,0-1-1 0 0,1 1 0 0 0,-1 0 1 0 0,0 1-1 0 0,0-1 1 0 0,5 5-1 0 0,-2-1 13 0 0,1 1 1 0 0,-1-1-1 0 0,0 2 0 0 0,-1-1 1 0 0,1 0-1 0 0,-1 1 0 0 0,-1 0 1 0 0,0 0-1 0 0,0 0 1 0 0,0 1-1 0 0,-1 0 0 0 0,0-1 1 0 0,-1 1-1 0 0,0 0 0 0 0,-1 0 1 0 0,2 14-1 0 0,-3-12 9 0 0,0 0-1 0 0,-1 0 1 0 0,0 0 0 0 0,-1 0 0 0 0,0 0-1 0 0,-1 0 1 0 0,0 0 0 0 0,0 0-1 0 0,-1-1 1 0 0,-1 0 0 0 0,0 0 0 0 0,0 0-1 0 0,-8 11 1 0 0,5-9 72 0 0,-10 13 305 0 0,-38 43 0 0 0,51-62-370 0 0,0-1 0 0 0,0 0 0 0 0,0-1-1 0 0,-1 1 1 0 0,0-1 0 0 0,0 0 0 0 0,0-1 0 0 0,0 1 0 0 0,-1-1 0 0 0,1 0 0 0 0,-1-1-1 0 0,1 0 1 0 0,-1 0 0 0 0,-8 1 0 0 0,12-2-270 0 0,1-1-1 0 0,-1 0 1 0 0,1 0-1 0 0,-1 0 1 0 0,1-1-1 0 0,-1 1 1 0 0,1-1-1 0 0,-1 1 1 0 0,1-1-1 0 0,-4-1 1 0 0</inkml:trace>
</inkml:ink>
</file>

<file path=ppt/ink/ink3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23.5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58 278 14283 0 0,'-4'-3'222'0'0,"0"0"1"0"0,1 0-1 0 0,-1 0 1 0 0,-1 1-1 0 0,1-1 1 0 0,0 1-1 0 0,-7-3 0 0 0,10 5-188 0 0,1 0 0 0 0,-1 0 1 0 0,1 0-1 0 0,-1-1 0 0 0,0 1 0 0 0,1 0 0 0 0,-1 0 0 0 0,1 0 0 0 0,-1 0 0 0 0,1 0 0 0 0,-1 0 0 0 0,0 0 0 0 0,1 1 0 0 0,-1-1 1 0 0,1 0-1 0 0,-1 0 0 0 0,1 0 0 0 0,-1 1 0 0 0,1-1 0 0 0,-1 0 0 0 0,1 0 0 0 0,-1 1 0 0 0,1-1 0 0 0,-1 0 0 0 0,1 1 0 0 0,-1 0 0 0 0,0 0 86 0 0,1 1-1 0 0,-1-1 1 0 0,1 1-1 0 0,-1-1 1 0 0,1 1-1 0 0,0-1 0 0 0,-1 1 1 0 0,1 0-1 0 0,0-1 1 0 0,0 1-1 0 0,0-1 1 0 0,1 1-1 0 0,-1-1 1 0 0,0 1-1 0 0,1 1 0 0 0,1 3-45 0 0,0 0-1 0 0,0 0 1 0 0,0 0-1 0 0,1 0 1 0 0,0-1-1 0 0,0 1 1 0 0,0-1-1 0 0,1 0 1 0 0,-1 0-1 0 0,1 0 1 0 0,5 5-1 0 0,10 7 116 0 0,29 23 0 0 0,-18-16-50 0 0,139 128 416 0 0,-113-100-474 0 0,-35-33-57 0 0,30 21 0 0 0,-43-34 9 0 0,0-1 0 0 0,0 0 0 0 0,1-1 0 0 0,0 0 0 0 0,-1 0 0 0 0,2-1 0 0 0,13 4 1 0 0,-22-7-10 0 0,-1 0 0 0 0,1 0 0 0 0,-1 0 0 0 0,1 0 0 0 0,-1 0 0 0 0,1 0 1 0 0,-1 0-1 0 0,1 0 0 0 0,-1 0 0 0 0,1 0 0 0 0,0 0 0 0 0,-1 0 0 0 0,1 0 0 0 0,-1 0 1 0 0,1 0-1 0 0,-1-1 0 0 0,1 1 0 0 0,-1 0 0 0 0,1 0 0 0 0,-1-1 0 0 0,0 1 1 0 0,1 0-1 0 0,-1-1 0 0 0,1 1 0 0 0,-1 0 0 0 0,0-1 0 0 0,1 1 0 0 0,-1-1 1 0 0,0 1-1 0 0,1 0 0 0 0,-1-1 0 0 0,0 1 0 0 0,1-1 0 0 0,-1 1 0 0 0,0-1 1 0 0,0 1-1 0 0,0-1 0 0 0,0 1 0 0 0,0-1 0 0 0,1 1 0 0 0,-1-1 0 0 0,0 0 1 0 0,0 1-1 0 0,0-1 0 0 0,0 1 0 0 0,-1-1 0 0 0,1 1 0 0 0,0-1 0 0 0,0 1 1 0 0,0-1-1 0 0,0 1 0 0 0,0-1 0 0 0,-1 1 0 0 0,1-1 0 0 0,0 1 0 0 0,-1-1 1 0 0,-17-41 690 0 0,12 28-490 0 0,-8-26 196 0 0,1-1 0 0 0,-13-80 0 0 0,0-87-415 0 0,26 204-5 0 0,-3-27-147 0 0,-6-73-136 0 0,9 89-44 0 0,0 1 0 0 0,1-1 1 0 0,1 1-1 0 0,5-28 0 0 0,-1 29-1710 0 0</inkml:trace>
</inkml:ink>
</file>

<file path=ppt/ink/ink3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24.14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128 833 7834 0 0,'-6'10'497'0'0,"0"0"0"0"0,0-1 0 0 0,0 0 0 0 0,-1 0 0 0 0,-1 0 0 0 0,1-1 0 0 0,-18 14 0 0 0,12-9-47 0 0,6-7-83 0 0,5-3-164 0 0,0 0 0 0 0,-1-1 1 0 0,1 1-1 0 0,-1-1 1 0 0,1 0-1 0 0,-1 0 0 0 0,0 0 1 0 0,0 0-1 0 0,0 0 0 0 0,0-1 1 0 0,-4 2-1 0 0,21-26 2296 0 0,3 7-2036 0 0,1 1 0 0 0,1 1-1 0 0,0 0 1 0 0,25-12-1 0 0,91-41 827 0 0,-76 40-892 0 0,296-183 584 0 0,-191 105-901 0 0,49-31-42 0 0,84-50-1 0 0,-58 68-1456 0 0,-218 110-575 0 0</inkml:trace>
</inkml:ink>
</file>

<file path=ppt/ink/ink3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7:24.8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84 7834 0 0,'-10'8'503'0'0,"3"-1"588"0"0,-1 0 0 0 0,1-1 0 0 0,-1-1 0 0 0,-1 1 0 0 0,-8-6 4599 0 0,28-26-3831 0 0,-6 19-1765 0 0,0 0 0 0 0,0 0 0 0 0,1 0 0 0 0,0 0 0 0 0,0 1 0 0 0,1 0 0 0 0,-1 1 0 0 0,1-1 1 0 0,1 1-1 0 0,-1 1 0 0 0,1-1 0 0 0,-1 1 0 0 0,1 0 0 0 0,0 1 0 0 0,1 0 0 0 0,-1 0 1 0 0,1 1-1 0 0,-1 0 0 0 0,1 1 0 0 0,10-1 0 0 0,-16 2-94 0 0,-1 0 1 0 0,1 0-1 0 0,-1 1 0 0 0,0-1 1 0 0,1 1-1 0 0,-1 0 0 0 0,0 0 1 0 0,1 0-1 0 0,-1 0 0 0 0,0 0 0 0 0,0 0 1 0 0,0 1-1 0 0,0-1 0 0 0,0 1 1 0 0,0-1-1 0 0,-1 1 0 0 0,1 0 1 0 0,2 2-1 0 0,-1 1-13 0 0,0-1 0 0 0,0 1 1 0 0,-1 0-1 0 0,1 1 0 0 0,-1-1 0 0 0,0 0 0 0 0,2 9 0 0 0,-1 6-93 0 0,0 0 1 0 0,-1 0-1 0 0,-1 27 0 0 0,-3-9-33 0 0,1-30 100 0 0,0 1 0 0 0,0-1 0 0 0,1 1 0 0 0,0 0 0 0 0,0 0 1 0 0,1-1-1 0 0,1 1 0 0 0,-1 0 0 0 0,6 14 0 0 0,-6-21 45 0 0,0-1 0 0 0,0 0 0 0 0,0 0 0 0 0,1 1 0 0 0,-1-1 0 0 0,0 0 0 0 0,1 0 0 0 0,-1 0 0 0 0,1-1 0 0 0,-1 1 0 0 0,1 0 0 0 0,0-1 0 0 0,-1 1 0 0 0,1-1 0 0 0,0 1 0 0 0,-1-1 0 0 0,1 0 0 0 0,0 1 0 0 0,1-1 0 0 0,44 0 214 0 0,-20 0-117 0 0,-20 0-47 0 0,1 1 0 0 0,-1 0 0 0 0,0 1 1 0 0,1-1-1 0 0,-1 1 0 0 0,0 1 0 0 0,0 0 1 0 0,0 0-1 0 0,0 0 0 0 0,-1 0 0 0 0,1 1 1 0 0,-1 1-1 0 0,9 6 0 0 0,-11-7 25 0 0,-1 0 0 0 0,0 0 0 0 0,0 0-1 0 0,0 0 1 0 0,0 1 0 0 0,0-1 0 0 0,-1 1 0 0 0,0-1-1 0 0,0 1 1 0 0,0 0 0 0 0,-1 0 0 0 0,0 0 0 0 0,1 0-1 0 0,-2 0 1 0 0,1 0 0 0 0,-1 0 0 0 0,1 0 0 0 0,-1 1-1 0 0,-1-1 1 0 0,-1 9 0 0 0,0 0 71 0 0,-2 0 1 0 0,1-1-1 0 0,-2 1 1 0 0,0-1-1 0 0,0 0 0 0 0,-1 0 1 0 0,-1-1-1 0 0,-10 15 1 0 0,13-21-155 0 0,0 0 1 0 0,0-1 0 0 0,0 0-1 0 0,-1 0 1 0 0,0 0 0 0 0,0 0 0 0 0,0-1-1 0 0,-1 0 1 0 0,1 0 0 0 0,-1 0-1 0 0,0-1 1 0 0,0 0 0 0 0,0 0-1 0 0,0 0 1 0 0,-1-1 0 0 0,1 0 0 0 0,-1 0-1 0 0,0-1 1 0 0,-6 1 0 0 0,9-2-130 0 0,1 0 0 0 0,0-1 0 0 0,0 1 0 0 0,-1-1 0 0 0,1 0 0 0 0,0 0 0 0 0,0 0 0 0 0,0 0 0 0 0,0 0 0 0 0,0-1 0 0 0,0 1 1 0 0,0-1-1 0 0,1 0 0 0 0,-1 0 0 0 0,1 0 0 0 0,-4-3 0 0 0,-13-14-708 0 0</inkml:trace>
</inkml:ink>
</file>

<file path=ppt/ink/ink3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21.3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88 3 3681 0 0,'-3'-1'276'0'0,"0"1"0"0"0,0-1 0 0 0,0 1 0 0 0,0 0 0 0 0,0 0 0 0 0,0 0 1 0 0,0 0-1 0 0,-6 1 0 0 0,9-1-266 0 0,-1 0 0 0 0,1 0 1 0 0,-1 0-1 0 0,1 0 0 0 0,-1 0 1 0 0,1 1-1 0 0,-1-1 0 0 0,0 0 1 0 0,1 0-1 0 0,-1 0 0 0 0,1 1 1 0 0,-1-1-1 0 0,1 0 0 0 0,-1 0 1 0 0,1 1-1 0 0,0-1 0 0 0,-1 0 1 0 0,1 1-1 0 0,-1-1 0 0 0,1 1 1 0 0,0-1-1 0 0,-1 1 0 0 0,1-1 1 0 0,0 0-1 0 0,-1 1 0 0 0,1-1 1 0 0,0 1-1 0 0,0 0 0 0 0,0-1 1 0 0,-1 1-1 0 0,1-1 0 0 0,0 1 1 0 0,0-1-1 0 0,0 1 0 0 0,0-1 1 0 0,0 1-1 0 0,0-1 0 0 0,0 1 1 0 0,0 0-1 0 0,0-1 0 0 0,0 1 1 0 0,0-1-1 0 0,1 1 0 0 0,-1-1 1 0 0,0 1-1 0 0,0-1 0 0 0,0 1 1 0 0,1-1-1 0 0,-1 1 0 0 0,0-1 1 0 0,1 1-1 0 0,0 0 0 0 0,5 12-75 0 0,1 0 0 0 0,-2 1-1 0 0,1 0 1 0 0,3 18 0 0 0,-7-22 197 0 0,1 1 1 0 0,0-1-1 0 0,1 0 1 0 0,0 0 0 0 0,0 0-1 0 0,1-1 1 0 0,0 1-1 0 0,1-1 1 0 0,10 12-1 0 0,-15-19-71 0 0,1-1-1 0 0,0 1 0 0 0,-1 0 0 0 0,1-1 1 0 0,0 0-1 0 0,0 1 0 0 0,0-1 0 0 0,0 0 0 0 0,0 0 1 0 0,0 0-1 0 0,0 0 0 0 0,1 0 0 0 0,-1-1 1 0 0,0 1-1 0 0,0-1 0 0 0,1 1 0 0 0,-1-1 1 0 0,0 0-1 0 0,1 0 0 0 0,-1 0 0 0 0,0 0 1 0 0,1 0-1 0 0,-1-1 0 0 0,0 1 0 0 0,0-1 1 0 0,1 1-1 0 0,-1-1 0 0 0,0 0 0 0 0,0 0 1 0 0,0 0-1 0 0,0 0 0 0 0,0 0 0 0 0,0-1 0 0 0,0 1 1 0 0,0 0-1 0 0,-1-1 0 0 0,1 0 0 0 0,2-2 1 0 0,-1 1-39 0 0,0-1 1 0 0,0 1-1 0 0,-1-1 0 0 0,1 1 1 0 0,-1-1-1 0 0,0 0 1 0 0,0 0-1 0 0,-1 0 1 0 0,1 0-1 0 0,-1 0 1 0 0,1 0-1 0 0,-2-1 0 0 0,1 1 1 0 0,0 0-1 0 0,-1-1 1 0 0,1 1-1 0 0,-1 0 1 0 0,-1-1-1 0 0,1 1 0 0 0,-1-5 1 0 0,-2 1 17 0 0,0 0 0 0 0,-1 1 1 0 0,1-1-1 0 0,-2 1 0 0 0,1 0 1 0 0,-1 0-1 0 0,0 0 0 0 0,-6-6 0 0 0,7 8-57 0 0,0 1-1 0 0,0 0 1 0 0,0 0-1 0 0,0 1 1 0 0,0-1-1 0 0,-1 1 1 0 0,0 0-1 0 0,0 0 1 0 0,0 1-1 0 0,0 0 1 0 0,0-1-1 0 0,0 1 1 0 0,-6-1-1 0 0,6 3 35 0 0,1 1 0 0 0,0-1 0 0 0,0 1 0 0 0,0-1 1 0 0,0 1-1 0 0,0 1 0 0 0,0-1 0 0 0,0 0 0 0 0,1 1 0 0 0,-1 0 0 0 0,0 0 0 0 0,1 0 0 0 0,-1 0 0 0 0,1 1 0 0 0,0-1 0 0 0,0 1 0 0 0,0 0 0 0 0,0 0 0 0 0,0 0 0 0 0,1 0 0 0 0,-1 1 0 0 0,1-1 0 0 0,-4 7 0 0 0,0 0-7 0 0,1 0 0 0 0,-1 0 0 0 0,2 1 0 0 0,-1 0 0 0 0,1 0 0 0 0,1 0 0 0 0,-3 15-1 0 0,5-14 94 0 0,1 1-1 0 0,0-1 1 0 0,1 0-1 0 0,0 1 1 0 0,1-1-1 0 0,0 0 1 0 0,1 0-1 0 0,0 0 1 0 0,9 20-1 0 0,-10-26-69 0 0,1 0-1 0 0,-1-1 0 0 0,1 0 0 0 0,0 0 1 0 0,0 1-1 0 0,0-2 0 0 0,1 1 0 0 0,0 0 1 0 0,0-1-1 0 0,0 0 0 0 0,0 1 0 0 0,1-2 1 0 0,-1 1-1 0 0,1 0 0 0 0,0-1 1 0 0,1 0-1 0 0,-1 0 0 0 0,0-1 0 0 0,1 0 1 0 0,-1 1-1 0 0,1-2 0 0 0,6 2 0 0 0,-10-2 45 0 0,1-1-1 0 0,-1 0 0 0 0,1 0 0 0 0,-1 0 0 0 0,0-1 0 0 0,1 1 1 0 0,-1 0-1 0 0,1-1 0 0 0,-1 0 0 0 0,0 1 0 0 0,1-1 1 0 0,-1 0-1 0 0,0 0 0 0 0,0-1 0 0 0,1 1 0 0 0,-1 0 0 0 0,0-1 1 0 0,2-2-1 0 0,0 1 38 0 0,-1-1-1 0 0,0 0 1 0 0,0 0 0 0 0,-1 0 0 0 0,1 0 0 0 0,-1 0 0 0 0,0 0-1 0 0,0-1 1 0 0,1-4 0 0 0,1-2 5 0 0,-2 0 0 0 0,1 0 0 0 0,-2 0 0 0 0,1-1 0 0 0,-2 1 0 0 0,1 0 0 0 0,-3-18 1 0 0,-3 4-171 0 0,-1 2 1 0 0,-2-1-1 0 0,0 1 1 0 0,-1 0 0 0 0,-2 1-1 0 0,0 0 1 0 0,-18-26 0 0 0,29 47 48 0 0,-1 0 0 0 0,1 0 0 0 0,-1 0 0 0 0,0 0 0 0 0,1 0 0 0 0,-1 0 0 0 0,0 0 1 0 0,0 0-1 0 0,1 0 0 0 0,-1 0 0 0 0,0 1 0 0 0,0-1 0 0 0,0 0 0 0 0,0 1 0 0 0,0-1 0 0 0,0 1 0 0 0,0-1 1 0 0,0 1-1 0 0,0-1 0 0 0,0 1 0 0 0,-1 0 0 0 0,1-1 0 0 0,0 1 0 0 0,0 0 0 0 0,-1 0 0 0 0,0 0-1 0 0,1 1-1 0 0,-1-1 0 0 0,1 1 0 0 0,-1 0 1 0 0,1 0-1 0 0,-1-1 0 0 0,1 1 0 0 0,0 0 1 0 0,0 0-1 0 0,-1 0 0 0 0,1 0 1 0 0,0 1-1 0 0,0-1 0 0 0,0 0 0 0 0,-1 3 1 0 0,-5 6-142 0 0,2 1 1 0 0,-1 0-1 0 0,-5 19 1 0 0,10-28 81 0 0,-10 28-301 0 0,1 1-1 0 0,-6 33 1 0 0,15-56 361 0 0,-1 0 1 0 0,1 0-1 0 0,1 0 1 0 0,-1 0-1 0 0,1 0 1 0 0,1 0-1 0 0,-1 0 1 0 0,1-1-1 0 0,1 1 1 0 0,-1 0-1 0 0,1 0 1 0 0,1-1-1 0 0,0 1 1 0 0,4 8-1 0 0,-7-15 14 0 0,1 1-1 0 0,0-1 1 0 0,0 1-1 0 0,0-1 1 0 0,0 0-1 0 0,0 1 1 0 0,0-1-1 0 0,0 0 1 0 0,0 0-1 0 0,0 0 1 0 0,1 0-1 0 0,-1 0 1 0 0,1 0-1 0 0,-1 0 1 0 0,0 0-1 0 0,1 0 0 0 0,0-1 1 0 0,-1 1-1 0 0,1 0 1 0 0,-1-1-1 0 0,1 0 1 0 0,0 1-1 0 0,-1-1 1 0 0,4 0-1 0 0,-3 0 53 0 0,1-1 0 0 0,-1 0-1 0 0,1 0 1 0 0,-1 0-1 0 0,0 0 1 0 0,1 0 0 0 0,-1 0-1 0 0,0-1 1 0 0,0 1 0 0 0,0-1-1 0 0,0 1 1 0 0,0-1 0 0 0,0 0-1 0 0,2-3 1 0 0,4-5 142 0 0,0 0 1 0 0,-1-1-1 0 0,-1 0 0 0 0,0 0 1 0 0,6-15-1 0 0,-4 7-116 0 0,-1-1 0 0 0,-1 0 0 0 0,5-32 0 0 0,-10 45-80 0 0,0 0 0 0 0,0 0 0 0 0,-1 0 0 0 0,0 0 0 0 0,-1 0 0 0 0,1 0 0 0 0,-1 1 0 0 0,-1-1 0 0 0,1 0 0 0 0,-1 0 0 0 0,0 1 0 0 0,-1-1 0 0 0,1 1 0 0 0,-7-10 0 0 0,9 16-9 0 0,0-1 0 0 0,0 1 0 0 0,0 0-1 0 0,0 0 1 0 0,0-1 0 0 0,-1 1 0 0 0,1 0 0 0 0,0 0 0 0 0,0-1-1 0 0,0 1 1 0 0,-1 0 0 0 0,1 0 0 0 0,0 0 0 0 0,0-1 0 0 0,0 1-1 0 0,-1 0 1 0 0,1 0 0 0 0,0 0 0 0 0,-1 0 0 0 0,1 0 0 0 0,0-1-1 0 0,0 1 1 0 0,-1 0 0 0 0,1 0 0 0 0,0 0 0 0 0,-1 0 0 0 0,1 0-1 0 0,0 0 1 0 0,-1 0 0 0 0,1 0 0 0 0,0 0 0 0 0,0 0 0 0 0,-1 0-1 0 0,1 0 1 0 0,-1 1 0 0 0,-7 10-102 0 0,-2 25-192 0 0,8-29 224 0 0,-12 42-232 0 0,6-25 318 0 0,1 1-1 0 0,-5 40 0 0 0,12-64 4 0 0,0 1 1 0 0,0-1-1 0 0,0 1 1 0 0,0-1-1 0 0,0 1 1 0 0,1 0-1 0 0,-1-1 0 0 0,1 1 1 0 0,-1-1-1 0 0,1 1 1 0 0,0-1-1 0 0,-1 0 1 0 0,1 1-1 0 0,0-1 1 0 0,0 0-1 0 0,0 1 1 0 0,0-1-1 0 0,0 0 0 0 0,0 0 1 0 0,1 0-1 0 0,-1 0 1 0 0,0 0-1 0 0,0 0 1 0 0,1 0-1 0 0,-1 0 1 0 0,1-1-1 0 0,-1 1 1 0 0,3 0-1 0 0,8 4-256 0 0</inkml:trace>
</inkml:ink>
</file>

<file path=ppt/ink/ink3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22.5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25 181 6913 0 0,'-1'0'56'0'0,"0"0"-1"0"0,0-1 0 0 0,1 1 0 0 0,-1 0 0 0 0,0 0 0 0 0,0 0 1 0 0,0 0-1 0 0,1 0 0 0 0,-1 0 0 0 0,0 0 0 0 0,0 0 0 0 0,0 0 1 0 0,1 1-1 0 0,-1-1 0 0 0,0 0 0 0 0,0 0 0 0 0,1 1 0 0 0,-1-1 0 0 0,0 0 1 0 0,1 1-1 0 0,-1-1 0 0 0,0 1 0 0 0,1-1 0 0 0,-1 1 0 0 0,1-1 1 0 0,-1 1-1 0 0,1-1 0 0 0,-1 1 0 0 0,1 0 0 0 0,-1-1 0 0 0,1 1 1 0 0,-1 0-1 0 0,1-1 0 0 0,0 1 0 0 0,-1 0 0 0 0,1 0 0 0 0,0-1 0 0 0,0 1 1 0 0,0 0-1 0 0,-1 0 0 0 0,1-1 0 0 0,0 1 0 0 0,0 0 0 0 0,0 0 1 0 0,0 0-1 0 0,0-1 0 0 0,1 1 0 0 0,-1 1 0 0 0,0 4 60 0 0,0 0 0 0 0,1 0 0 0 0,-1 0 0 0 0,1-1 0 0 0,3 9 0 0 0,12 44 1013 0 0,-10-33-614 0 0,1 0 0 0 0,14 34 0 0 0,-18-53-451 0 0,-1-1-1 0 0,1 1 1 0 0,1-1 0 0 0,-1 1 0 0 0,1-1 0 0 0,0 0 0 0 0,0 0 0 0 0,0-1 0 0 0,0 1 0 0 0,1-1-1 0 0,0 0 1 0 0,0-1 0 0 0,0 1 0 0 0,12 5 0 0 0,-14-8-36 0 0,0 0 0 0 0,0 0 0 0 0,0-1 0 0 0,0 1 0 0 0,0-1 0 0 0,0 0 0 0 0,0 0 0 0 0,0 0 0 0 0,1 0 0 0 0,-1 0 0 0 0,0-1 0 0 0,0 1 0 0 0,0-1 1 0 0,0 0-1 0 0,0 0 0 0 0,0 0 0 0 0,0-1 0 0 0,-1 1 0 0 0,1-1 0 0 0,0 1 0 0 0,-1-1 0 0 0,1 0 0 0 0,-1 0 0 0 0,1 0 0 0 0,-1 0 0 0 0,0 0 0 0 0,0-1 0 0 0,0 1 0 0 0,2-4 0 0 0,6-8 88 0 0,1-1 0 0 0,-2-1 1 0 0,13-27-1 0 0,-20 41-127 0 0,5-16-127 0 0,0 0 1 0 0,-2-1-1 0 0,0 0 0 0 0,-1 0 0 0 0,0 0 0 0 0,-2 0 0 0 0,0-1 0 0 0,-1 1 1 0 0,-1-1-1 0 0,-1 1 0 0 0,-1 0 0 0 0,-1-1 0 0 0,0 1 0 0 0,-2 0 0 0 0,0 0 1 0 0,-9-22-1 0 0,14 40 149 0 0,-1-1-1 0 0,1 1 1 0 0,-1 0 0 0 0,1-1 0 0 0,-1 1 0 0 0,0 0-1 0 0,1-1 1 0 0,-1 1 0 0 0,0 0 0 0 0,0 0-1 0 0,0 0 1 0 0,0 0 0 0 0,0 0 0 0 0,0 0 0 0 0,0 0-1 0 0,0 0 1 0 0,0 0 0 0 0,-3-1 0 0 0,4 2 6 0 0,-1 0 0 0 0,0 0 1 0 0,0 0-1 0 0,1 0 0 0 0,-1 0 0 0 0,0 0 1 0 0,0 0-1 0 0,0 1 0 0 0,1-1 1 0 0,-1 0-1 0 0,0 0 0 0 0,0 1 0 0 0,1-1 1 0 0,-1 0-1 0 0,0 1 0 0 0,1-1 0 0 0,-1 1 1 0 0,0-1-1 0 0,1 1 0 0 0,-1-1 0 0 0,1 1 1 0 0,-1-1-1 0 0,1 1 0 0 0,-1 0 1 0 0,-2 2 26 0 0,1 1 0 0 0,0-1 1 0 0,0 0-1 0 0,0 1 1 0 0,1 0-1 0 0,-1-1 1 0 0,1 1-1 0 0,0 0 1 0 0,0 0-1 0 0,0-1 0 0 0,0 1 1 0 0,1 5-1 0 0,2 21 129 0 0,1-1 0 0 0,2 1-1 0 0,16 57 1 0 0,-20-84-77 0 0,-1 0 0 0 0,2 0 0 0 0,-1 0 0 0 0,0 0 0 0 0,1 0 0 0 0,-1-1 0 0 0,1 1 0 0 0,0 0 0 0 0,0-1 0 0 0,0 1 0 0 0,0-1 0 0 0,0 0 0 0 0,1 1 1 0 0,-1-1-1 0 0,1 0 0 0 0,-1-1 0 0 0,1 1 0 0 0,0 0 0 0 0,0-1 0 0 0,0 1 0 0 0,0-1 0 0 0,4 1 0 0 0,-5-2-48 0 0,0 1 0 0 0,0-1 0 0 0,0 0 1 0 0,0 0-1 0 0,0-1 0 0 0,0 1 0 0 0,0 0 1 0 0,0-1-1 0 0,0 1 0 0 0,0-1 0 0 0,0 0 1 0 0,0 1-1 0 0,0-1 0 0 0,0 0 0 0 0,0 0 1 0 0,-1 0-1 0 0,1-1 0 0 0,0 1 0 0 0,-1 0 0 0 0,1-1 1 0 0,-1 1-1 0 0,1-1 0 0 0,-1 1 0 0 0,0-1 1 0 0,0 0-1 0 0,0 1 0 0 0,0-1 0 0 0,0 0 1 0 0,0 0-1 0 0,0 0 0 0 0,0 0 0 0 0,-1 0 1 0 0,1 0-1 0 0,-1 0 0 0 0,1-3 0 0 0,2-6-279 0 0,-1-1 0 0 0,0 0 0 0 0,-1 0 0 0 0,-1 0-1 0 0,1 0 1 0 0,-2 1 0 0 0,-3-24 0 0 0,3 29 96 0 0,0 1 1 0 0,0 0-1 0 0,0 0 1 0 0,-1 0-1 0 0,1 0 1 0 0,-1 1-1 0 0,0-1 1 0 0,-1 0-1 0 0,1 1 1 0 0,-1-1-1 0 0,0 1 1 0 0,0 0-1 0 0,-1 0 0 0 0,1 0 1 0 0,-1 0-1 0 0,0 1 1 0 0,1-1-1 0 0,-2 1 1 0 0,1 0-1 0 0,-8-4 1 0 0,11 7 99 0 0,0-1 1 0 0,0 1-1 0 0,0-1 0 0 0,0 1 1 0 0,0 0-1 0 0,0-1 1 0 0,0 1-1 0 0,0 0 1 0 0,0 0-1 0 0,0 0 1 0 0,0 0-1 0 0,0 0 0 0 0,-1 0 1 0 0,1 0-1 0 0,0 0 1 0 0,0 0-1 0 0,0 1 1 0 0,0-1-1 0 0,0 0 0 0 0,0 1 1 0 0,0-1-1 0 0,0 1 1 0 0,0-1-1 0 0,0 1 1 0 0,0-1-1 0 0,0 1 1 0 0,-1 1-1 0 0,0 0 32 0 0,1 0 0 0 0,-1 1 0 0 0,1-1 0 0 0,0 1 0 0 0,0-1 0 0 0,0 1-1 0 0,0-1 1 0 0,0 1 0 0 0,0 0 0 0 0,0 5 0 0 0,-1 7 275 0 0,1 0 0 0 0,1 1 0 0 0,1 15 0 0 0,-1-28-202 0 0,1 15 197 0 0,1 0 0 0 0,1 0 1 0 0,0-1-1 0 0,7 20 0 0 0,-8-32-226 0 0,-1 0 0 0 0,1 0-1 0 0,0 0 1 0 0,0-1 0 0 0,1 1-1 0 0,-1-1 1 0 0,1 1-1 0 0,0-1 1 0 0,0 0 0 0 0,0 0-1 0 0,1-1 1 0 0,0 1 0 0 0,-1-1-1 0 0,1 1 1 0 0,1-1 0 0 0,-1 0-1 0 0,0-1 1 0 0,1 1-1 0 0,4 1 1 0 0,-8-3-9 0 0,-1-1 0 0 0,0 0 0 0 0,1 0 1 0 0,-1 0-1 0 0,1 0 0 0 0,-1 0 0 0 0,0 1 0 0 0,1-1 0 0 0,-1 0 0 0 0,1 0 0 0 0,-1 0 1 0 0,0 0-1 0 0,1 0 0 0 0,-1 0 0 0 0,1-1 0 0 0,-1 1 0 0 0,0 0 0 0 0,1 0 0 0 0,-1 0 1 0 0,1 0-1 0 0,-1 0 0 0 0,0 0 0 0 0,1-1 0 0 0,-1 1 0 0 0,0 0 0 0 0,1 0 0 0 0,-1-1 1 0 0,0 1-1 0 0,1 0 0 0 0,-1 0 0 0 0,0-1 0 0 0,1 1 0 0 0,-1 0 0 0 0,0-1 0 0 0,1 0 0 0 0,0-19 283 0 0,-11-28-775 0 0,8 43 375 0 0,-2-8-309 0 0,-1 0 1 0 0,0 0-1 0 0,0 1 0 0 0,-2 0 0 0 0,1 0 1 0 0,-2 1-1 0 0,-12-17 0 0 0,16 24 202 0 0,0-1 0 0 0,-1 0-1 0 0,0 1 1 0 0,0 0 0 0 0,0 0-1 0 0,0 1 1 0 0,0-1 0 0 0,-7-2-1 0 0,8 5 145 0 0,1-1-1 0 0,0 1 0 0 0,0 0 1 0 0,-1 0-1 0 0,1 1 0 0 0,-1-1 0 0 0,1 1 1 0 0,-1 0-1 0 0,1 0 0 0 0,0 0 0 0 0,-1 0 1 0 0,1 0-1 0 0,-1 1 0 0 0,1 0 0 0 0,-6 1 1 0 0,5 0 88 0 0,1 0 0 0 0,0 0 0 0 0,0 0 1 0 0,0 1-1 0 0,0-1 0 0 0,1 1 0 0 0,-1-1 0 0 0,1 1 1 0 0,-1 0-1 0 0,1 0 0 0 0,0 0 0 0 0,0 0 0 0 0,0 0 1 0 0,1 1-1 0 0,-1-1 0 0 0,1 1 0 0 0,0-1 0 0 0,-1 1 0 0 0,2-1 1 0 0,-1 1-1 0 0,0-1 0 0 0,1 1 0 0 0,-1 5 0 0 0,0 10 313 0 0,0-1 0 0 0,1 1-1 0 0,3 21 1 0 0,-3-38-350 0 0,0 0 1 0 0,1 1-1 0 0,-1-1 0 0 0,0 0 1 0 0,1 0-1 0 0,0 0 0 0 0,-1 0 1 0 0,1 1-1 0 0,0-1 1 0 0,0 0-1 0 0,0 0 0 0 0,0-1 1 0 0,0 1-1 0 0,1 0 0 0 0,-1 0 1 0 0,0 0-1 0 0,1-1 1 0 0,2 3-1 0 0,-3-4-2 0 0,0 1-1 0 0,-1-1 1 0 0,1 0 0 0 0,0 0 0 0 0,-1 1-1 0 0,1-1 1 0 0,0 0 0 0 0,0 0-1 0 0,-1 0 1 0 0,1 0 0 0 0,0 0 0 0 0,0 0-1 0 0,-1 0 1 0 0,1 0 0 0 0,0 0 0 0 0,0 0-1 0 0,-1-1 1 0 0,1 1 0 0 0,0 0 0 0 0,-1 0-1 0 0,2-1 1 0 0,0 0 5 0 0,0-1 0 0 0,-1 1 1 0 0,1 0-1 0 0,0-1 0 0 0,0 0 0 0 0,-1 1 0 0 0,1-1 0 0 0,-1 0 0 0 0,3-3 1 0 0,0-3 54 0 0,0 0 1 0 0,-1 0 0 0 0,1-1-1 0 0,-2 1 1 0 0,1-1-1 0 0,-1 1 1 0 0,0-1 0 0 0,-1 0-1 0 0,0 0 1 0 0,-1 0 0 0 0,1 1-1 0 0,-2-12 1 0 0,0 12-110 0 0,0 0-1 0 0,0 0 1 0 0,0 0-1 0 0,-1 0 1 0 0,0 0 0 0 0,-1 1-1 0 0,0-1 1 0 0,0 1 0 0 0,-1 0-1 0 0,1 0 1 0 0,-1 0 0 0 0,-1 0-1 0 0,-9-10 1 0 0,14 16 53 0 0,-1 0 0 0 0,1 0-1 0 0,-1 1 1 0 0,0-1 0 0 0,1 0 0 0 0,-1 1 0 0 0,0-1-1 0 0,0 1 1 0 0,0-1 0 0 0,0 1 0 0 0,1-1 0 0 0,-1 1-1 0 0,0 0 1 0 0,0-1 0 0 0,0 1 0 0 0,0 0 0 0 0,0 0-1 0 0,0 0 1 0 0,0 0 0 0 0,0 0 0 0 0,0 0 0 0 0,0 0 0 0 0,0 0-1 0 0,0 0 1 0 0,0 0 0 0 0,0 0 0 0 0,0 0 0 0 0,-1 1-1 0 0,0 1 24 0 0,0-1-1 0 0,0 1 1 0 0,0-1-1 0 0,0 1 1 0 0,1 0-1 0 0,-1-1 0 0 0,0 1 1 0 0,1 0-1 0 0,0 0 1 0 0,-1 0-1 0 0,0 4 1 0 0,-4 7 219 0 0,0 0 1 0 0,-6 28 0 0 0,11-38-215 0 0,0 2-32 0 0,-6 18 297 0 0,-5 45 0 0 0,12-62-432 0 0,-1-1-1 0 0,1 1 1 0 0,0 0 0 0 0,0 0 0 0 0,1 0-1 0 0,0 0 1 0 0,0 0 0 0 0,0 0-1 0 0,1-1 1 0 0,-1 1 0 0 0,2 0 0 0 0,-1-1-1 0 0,4 7 1 0 0,5 3-4830 0 0</inkml:trace>
</inkml:ink>
</file>

<file path=ppt/ink/ink3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23.8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241 152 6913 0 0,'-4'2'86'0'0,"-1"1"0"0"0,1 0 0 0 0,-1 0-1 0 0,1 1 1 0 0,0-1 0 0 0,0 1 0 0 0,0 0-1 0 0,1 0 1 0 0,-1 0 0 0 0,1 0 0 0 0,0 1-1 0 0,0-1 1 0 0,1 1 0 0 0,-1 0-1 0 0,1 0 1 0 0,0 0 0 0 0,0 0 0 0 0,-1 9-1 0 0,-1 2 498 0 0,0 0 0 0 0,2 1-1 0 0,0-1 1 0 0,1 32 0 0 0,1-35-263 0 0,1 0 0 0 0,1-1 1 0 0,3 15-1 0 0,-4-24-259 0 0,-1 0 0 0 0,1 0 0 0 0,0 0 0 0 0,0 0 1 0 0,1 0-1 0 0,-1 0 0 0 0,0 0 0 0 0,1-1 0 0 0,0 1 0 0 0,0 0 0 0 0,0-1 0 0 0,0 1 0 0 0,0-1 0 0 0,0 0 0 0 0,1 0 0 0 0,-1 0 0 0 0,1 0 1 0 0,3 2-1 0 0,-6-4-61 0 0,1 0 0 0 0,0 1 1 0 0,0-1-1 0 0,0 0 0 0 0,0 0 0 0 0,0 0 1 0 0,0 0-1 0 0,0 0 0 0 0,0 0 1 0 0,0-1-1 0 0,0 1 0 0 0,0 0 1 0 0,0 0-1 0 0,0-1 0 0 0,0 1 0 0 0,0 0 1 0 0,0-1-1 0 0,-1 1 0 0 0,1-1 1 0 0,0 1-1 0 0,0-1 0 0 0,0 0 0 0 0,-1 1 1 0 0,1-1-1 0 0,0 0 0 0 0,-1 1 1 0 0,1-1-1 0 0,-1 0 0 0 0,1 0 1 0 0,-1 0-1 0 0,1 0 0 0 0,-1 1 0 0 0,1-1 1 0 0,-1 0-1 0 0,0 0 0 0 0,1-2 1 0 0,12-39 17 0 0,-13 38 23 0 0,5-19-232 0 0,-1 0 0 0 0,-1 1-1 0 0,-2-1 1 0 0,-1-39 0 0 0,-1 50-167 0 0,0 0 1 0 0,-1 1-1 0 0,0-1 1 0 0,-1 1-1 0 0,0 0 1 0 0,-1 0-1 0 0,0 0 1 0 0,-1 0-1 0 0,0 1 1 0 0,0 0-1 0 0,-9-12 1 0 0,13 21 319 0 0,1 1 0 0 0,-1-1-1 0 0,1 0 1 0 0,-1 0 0 0 0,1 1 0 0 0,-1-1 0 0 0,0 1 0 0 0,1-1-1 0 0,-1 0 1 0 0,0 1 0 0 0,1 0 0 0 0,-1-1 0 0 0,0 1 0 0 0,0-1-1 0 0,0 1 1 0 0,1 0 0 0 0,-1-1 0 0 0,0 1 0 0 0,0 0 0 0 0,0 0-1 0 0,0 0 1 0 0,0 0 0 0 0,1 0 0 0 0,-1 0 0 0 0,0 0 0 0 0,0 0 0 0 0,-1 0-1 0 0,0 1 57 0 0,1 0-1 0 0,-1-1 0 0 0,0 1 0 0 0,1 0 0 0 0,-1 0 0 0 0,1 1 1 0 0,-1-1-1 0 0,1 0 0 0 0,0 0 0 0 0,-1 1 0 0 0,1-1 0 0 0,-1 3 0 0 0,-5 6 419 0 0,1 1 0 0 0,0 0-1 0 0,-4 13 1 0 0,7-17-242 0 0,-4 9 315 0 0,0 1-1 0 0,2 1 1 0 0,0-1 0 0 0,1 1 0 0 0,-4 34 0 0 0,8-46-333 0 0,0-1 0 0 0,0 1 0 0 0,1 0 0 0 0,-1-1 0 0 0,1 1 0 0 0,0 0 0 0 0,1-1 0 0 0,-1 1 0 0 0,1-1 0 0 0,3 7 0 0 0,-3-9-75 0 0,0 0 1 0 0,0-1 0 0 0,0 1-1 0 0,0 0 1 0 0,1-1 0 0 0,-1 1-1 0 0,1-1 1 0 0,-1 0-1 0 0,1 0 1 0 0,0 0 0 0 0,0 0-1 0 0,0 0 1 0 0,0-1 0 0 0,0 0-1 0 0,0 1 1 0 0,0-1 0 0 0,0 0-1 0 0,6 1 1 0 0,-6-2-96 0 0,0 1 0 0 0,-1-1 1 0 0,1 1-1 0 0,0-1 0 0 0,0 0 0 0 0,0 0 1 0 0,0-1-1 0 0,0 1 0 0 0,0 0 0 0 0,0-1 0 0 0,0 0 1 0 0,-1 0-1 0 0,1 0 0 0 0,0 0 0 0 0,-1 0 1 0 0,1 0-1 0 0,0-1 0 0 0,-1 1 0 0 0,3-3 1 0 0,-1 1-23 0 0,0-1 0 0 0,-1 0 0 0 0,1 0 1 0 0,-1 0-1 0 0,0-1 0 0 0,0 1 1 0 0,0-1-1 0 0,-1 0 0 0 0,4-9 0 0 0,-1 1-141 0 0,-1 0 0 0 0,-1 0 0 0 0,-1 0 0 0 0,1 0 0 0 0,-2-1 0 0 0,0 1-1 0 0,-1-22 1 0 0,-1 28 77 0 0,-7-51-1074 0 0,7 54 1018 0 0,0 0 1 0 0,0 0-1 0 0,-1 1 0 0 0,1-1 0 0 0,-1 0 0 0 0,0 0 0 0 0,0 1 0 0 0,0-1 0 0 0,-1 1 0 0 0,1 0 1 0 0,-6-6-1 0 0,8 9 131 0 0,-1-1-1 0 0,0 1 1 0 0,1 0 0 0 0,-1-1 0 0 0,0 1 0 0 0,1 0 0 0 0,-1-1 0 0 0,0 1 0 0 0,0 0 0 0 0,1 0-1 0 0,-1 0 1 0 0,0 0 0 0 0,0 0 0 0 0,1 0 0 0 0,-1 0 0 0 0,0 0 0 0 0,0 0 0 0 0,1 0 0 0 0,-1 0-1 0 0,0 0 1 0 0,0 0 0 0 0,1 1 0 0 0,-1-1 0 0 0,0 0 0 0 0,0 1 0 0 0,1-1 0 0 0,-1 0 0 0 0,0 1-1 0 0,1-1 1 0 0,-1 1 0 0 0,1-1 0 0 0,-1 1 0 0 0,1-1 0 0 0,-1 1 0 0 0,1-1 0 0 0,-1 1-1 0 0,1 0 1 0 0,-1-1 0 0 0,0 2 0 0 0,-18 33 487 0 0,15-27-343 0 0,-10 17 237 0 0,-18 50 1 0 0,29-67-265 0 0,1 0 1 0 0,0 0 0 0 0,0 0-1 0 0,0 0 1 0 0,1 0-1 0 0,1 0 1 0 0,-1 0 0 0 0,1 0-1 0 0,1 0 1 0 0,-1 0 0 0 0,4 12-1 0 0,-4-19-98 0 0,0-1 0 0 0,0 1 0 0 0,0 0 0 0 0,0-1 0 0 0,0 1 0 0 0,0-1 0 0 0,0 1 0 0 0,1 0 0 0 0,-1-1-1 0 0,0 1 1 0 0,1-1 0 0 0,-1 1 0 0 0,0-1 0 0 0,1 1 0 0 0,-1-1 0 0 0,0 1 0 0 0,1-1 0 0 0,-1 1 0 0 0,1-1 0 0 0,-1 1 0 0 0,1-1 0 0 0,-1 0-1 0 0,1 1 1 0 0,-1-1 0 0 0,1 0 0 0 0,0 1 0 0 0,0-1 0 0 0,0 0-1 0 0,-1-1-1 0 0,1 1 0 0 0,0 0 1 0 0,0-1-1 0 0,-1 1 1 0 0,1 0-1 0 0,0-1 1 0 0,-1 1-1 0 0,1-1 0 0 0,-1 1 1 0 0,1-1-1 0 0,0 0 1 0 0,-1 1-1 0 0,1-1 1 0 0,-1 1-1 0 0,0-1 0 0 0,1-1 1 0 0,15-35-147 0 0,-12 21-29 0 0,-1 1-1 0 0,0-1 0 0 0,-2 0 1 0 0,0 0-1 0 0,0 0 1 0 0,-2 0-1 0 0,0 1 0 0 0,0-1 1 0 0,-2 0-1 0 0,0 0 1 0 0,-1 1-1 0 0,0 0 0 0 0,-1 0 1 0 0,-1 0-1 0 0,0 0 0 0 0,-2 1 1 0 0,1 0-1 0 0,-18-23 1 0 0,24 35 158 0 0,0 0 1 0 0,-1 0 0 0 0,1 0-1 0 0,-1 1 1 0 0,1-1 0 0 0,-1 0-1 0 0,0 1 1 0 0,0-1 0 0 0,1 1-1 0 0,-1 0 1 0 0,0 0 0 0 0,0 0-1 0 0,0 0 1 0 0,0 0-1 0 0,-1 0 1 0 0,1 0 0 0 0,-4 0-1 0 0,4 1 5 0 0,0 0-1 0 0,0 0 1 0 0,1 0-1 0 0,-1 1 1 0 0,0-1-1 0 0,1 1 1 0 0,-1-1-1 0 0,0 1 1 0 0,1-1-1 0 0,-1 1 1 0 0,0 0-1 0 0,1 0 1 0 0,-1 0-1 0 0,1 0 1 0 0,0 0-1 0 0,-1 0 1 0 0,1 1-1 0 0,-1 0 1 0 0,-3 3 6 0 0,1 1-1 0 0,0 0 1 0 0,1-1-1 0 0,0 1 1 0 0,0 0-1 0 0,0 0 1 0 0,0 1-1 0 0,1-1 1 0 0,0 1-1 0 0,-1 9 1 0 0,0 2 255 0 0,-11 92 625 0 0,13-100-755 0 0,1 0 0 0 0,0-1 0 0 0,1 1 0 0 0,0 0 0 0 0,0 0 1 0 0,1-1-1 0 0,1 1 0 0 0,5 16 0 0 0,-6-22-77 0 0,0 0 0 0 0,0-1 1 0 0,0 0-1 0 0,1 1 0 0 0,-1-1 0 0 0,1 0 0 0 0,-1 0 0 0 0,1 0 0 0 0,0 0 1 0 0,0-1-1 0 0,0 1 0 0 0,1-1 0 0 0,-1 0 0 0 0,1 0 0 0 0,-1 0 0 0 0,1 0 1 0 0,0-1-1 0 0,-1 1 0 0 0,1-1 0 0 0,0 0 0 0 0,0 0 0 0 0,0-1 0 0 0,0 1 0 0 0,0-1 1 0 0,0 0-1 0 0,0 0 0 0 0,0 0 0 0 0,0 0 0 0 0,0-1 0 0 0,0 1 0 0 0,0-1 1 0 0,0 0-1 0 0,0 0 0 0 0,-1-1 0 0 0,1 1 0 0 0,0-1 0 0 0,-1 0 0 0 0,1 0 1 0 0,-1 0-1 0 0,1 0 0 0 0,-1-1 0 0 0,0 1 0 0 0,0-1 0 0 0,0 0 0 0 0,-1 0 1 0 0,4-4-1 0 0,2-3-112 0 0,-1-1 0 0 0,0 0 0 0 0,-1 0 1 0 0,0-1-1 0 0,0 1 0 0 0,-2-1 0 0 0,1-1 1 0 0,-1 1-1 0 0,3-21 0 0 0,-4 15-152 0 0,-1-1 1 0 0,0 0-1 0 0,-2 1 0 0 0,0-1 0 0 0,-1 1 1 0 0,-4-21-1 0 0,5 38 154 0 0,0 0-1 0 0,0 0 1 0 0,0 0 0 0 0,0 0 0 0 0,0 0-1 0 0,0 0 1 0 0,-1 1 0 0 0,1-1 0 0 0,0 0-1 0 0,-1 0 1 0 0,1 0 0 0 0,0 0 0 0 0,-1 0-1 0 0,1 0 1 0 0,-1 1 0 0 0,1-1 0 0 0,-1 0-1 0 0,0 0 1 0 0,1 1 0 0 0,-1-1 0 0 0,0 1-1 0 0,0-1 1 0 0,1 0 0 0 0,-1 1 0 0 0,0-1-1 0 0,0 1 1 0 0,0 0 0 0 0,0-1 0 0 0,0 1-1 0 0,-1 0 2 0 0,0 0 0 0 0,1 0-1 0 0,-1 1 1 0 0,1-1 0 0 0,-1 1-1 0 0,1-1 1 0 0,-1 1 0 0 0,1 0-1 0 0,0-1 1 0 0,-1 1-1 0 0,1 0 1 0 0,0 0 0 0 0,-1 0-1 0 0,1 0 1 0 0,-1 2 0 0 0,-6 4 13 0 0,1 1 1 0 0,0 1-1 0 0,-11 17 1 0 0,9-9 239 0 0,0 0 1 0 0,0 1-1 0 0,2 0 1 0 0,0 0-1 0 0,2 1 0 0 0,0 0 1 0 0,0 0-1 0 0,2 0 1 0 0,1 1-1 0 0,-1 26 1 0 0,4-32-5415 0 0</inkml:trace>
</inkml:ink>
</file>

<file path=ppt/ink/ink3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25.3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30 10594 0 0,'-3'5'74'0'0,"0"0"0"0"0,0 0-1 0 0,1 0 1 0 0,0 1 0 0 0,0-1-1 0 0,0 1 1 0 0,0-1 0 0 0,1 1-1 0 0,-2 11 1 0 0,-2 58 309 0 0,5-61-366 0 0,-1 4-26 0 0,2-1 0 0 0,0 1 1 0 0,0-1-1 0 0,2 0 0 0 0,0 1 0 0 0,1-1 1 0 0,1 0-1 0 0,0-1 0 0 0,1 1 1 0 0,1-1-1 0 0,1-1 0 0 0,0 1 1 0 0,1-1-1 0 0,0 0 0 0 0,2-1 1 0 0,-1-1-1 0 0,2 1 0 0 0,0-1 1 0 0,0-1-1 0 0,1-1 0 0 0,29 21 1 0 0,-38-30 91 0 0,0 1 1 0 0,0-1-1 0 0,0 0 1 0 0,0-1-1 0 0,0 1 1 0 0,0-1-1 0 0,1 0 1 0 0,-1 0-1 0 0,0 0 1 0 0,1 0-1 0 0,-1-1 1 0 0,1 0-1 0 0,-1 0 1 0 0,1 0-1 0 0,-1 0 1 0 0,1-1 0 0 0,-1 1-1 0 0,7-3 1 0 0,-5 0 29 0 0,-1 1 1 0 0,1-1-1 0 0,-1 0 1 0 0,0-1-1 0 0,0 1 1 0 0,0-1 0 0 0,0 0-1 0 0,0 0 1 0 0,-1-1-1 0 0,0 1 1 0 0,0-1 0 0 0,6-9-1 0 0,-2 1 1 0 0,-1 0 0 0 0,-1-1 0 0 0,0 1 0 0 0,0-1 0 0 0,-2-1-1 0 0,0 1 1 0 0,0-1 0 0 0,-1 1 0 0 0,-1-1 0 0 0,-1 0 0 0 0,0 0 0 0 0,-1 0 0 0 0,-2-24 0 0 0,-1 19-73 0 0,0 0 0 0 0,0 1 1 0 0,-2 0-1 0 0,-1 0 1 0 0,0 0-1 0 0,-1 1 0 0 0,-1 0 1 0 0,-1 0-1 0 0,-21-31 1 0 0,26 43-34 0 0,0 1 0 0 0,-1 0 0 0 0,1 0 0 0 0,-1 1 0 0 0,-1-1 0 0 0,1 1 0 0 0,-7-4 0 0 0,10 7-192 0 0,0-1-1 0 0,-1 1 1 0 0,0 0 0 0 0,1-1 0 0 0,-1 1 0 0 0,0 1-1 0 0,1-1 1 0 0,-1 0 0 0 0,0 1 0 0 0,0-1 0 0 0,0 1 0 0 0,1 0-1 0 0,-1 0 1 0 0,0 0 0 0 0,0 0 0 0 0,0 0 0 0 0,0 1-1 0 0,1 0 1 0 0,-5 0 0 0 0</inkml:trace>
</inkml:ink>
</file>

<file path=ppt/ink/ink3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25.7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1 331 17972 0 0,'37'7'1626'0'0,"4"6"-1579"0"0,0 2 1 0 0,0 1-1 0 0,70 41 1 0 0,-4-3 432 0 0,-99-50-392 0 0,28 13 503 0 0,-25-14 202 0 0,-15-7 572 0 0,0 1-1288 0 0,1-1 1 0 0,0 1-1 0 0,0 0 0 0 0,1-1 1 0 0,-1 0-1 0 0,1 1 0 0 0,-1-1 1 0 0,1 0-1 0 0,0 0 0 0 0,1-1 1 0 0,-1 1-1 0 0,1 0 1 0 0,0 0-1 0 0,-1-6 0 0 0,-1-7-22 0 0,1 0 0 0 0,-1-24-1 0 0,4 13-305 0 0,2 0-1 0 0,0 0 1 0 0,2 0 0 0 0,1 0-1 0 0,2 1 1 0 0,0-1 0 0 0,2 2-1 0 0,0 0 1 0 0,18-30-1 0 0,8-16-562 0 0</inkml:trace>
</inkml:ink>
</file>

<file path=ppt/ink/ink3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29.6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191 213 2304 0 0,'0'-9'149'0'0,"0"1"-1"0"0,-1 0 0 0 0,0 0 0 0 0,0 0 0 0 0,-1-1 0 0 0,0 1 0 0 0,0 1 1 0 0,-5-9-1 0 0,0-7 279 0 0,3 8-32 0 0,-1 0 523 0 0,1 0 0 0 0,0 0-1 0 0,2 0 1 0 0,-2-19 0 0 0,2 49-269 0 0,0-1 0 0 0,0 1 0 0 0,-2-1 1 0 0,-8 25-1 0 0,0 1-325 0 0,3-8-243 0 0,-17 74 121 0 0,24-92-240 0 0,0-1 0 0 0,1 1 1 0 0,0 0-1 0 0,1 0 0 0 0,3 22 0 0 0,-3-31 33 0 0,1-1 1 0 0,1 0 0 0 0,-1 0-1 0 0,0 0 1 0 0,1 0 0 0 0,0 0 0 0 0,0 0-1 0 0,0-1 1 0 0,0 1 0 0 0,1-1-1 0 0,0 1 1 0 0,-1-1 0 0 0,1 0-1 0 0,0 0 1 0 0,0 0 0 0 0,4 2-1 0 0,-5-3-3 0 0,0-1 0 0 0,0 0 1 0 0,0 0-1 0 0,0 0 0 0 0,0 0 0 0 0,1-1 0 0 0,-1 1 0 0 0,0 0 0 0 0,0-1 0 0 0,1 0 0 0 0,-1 1 0 0 0,0-1 0 0 0,0 0 0 0 0,1 0 0 0 0,-1 0 0 0 0,0-1 0 0 0,0 1 0 0 0,1 0 0 0 0,-1-1 0 0 0,0 0 0 0 0,0 1 0 0 0,0-1 0 0 0,0 0 0 0 0,0 0 0 0 0,0 0 0 0 0,0 0 0 0 0,0-1 0 0 0,0 1 1 0 0,0 0-1 0 0,0-1 0 0 0,1-1 0 0 0,13-13 47 0 0,-1 0 1 0 0,0-1-1 0 0,-2-1 1 0 0,0 0-1 0 0,-1-1 1 0 0,-1 0-1 0 0,9-21 1 0 0,-13 26-98 0 0,-2-1 0 0 0,0 1 0 0 0,0-1 0 0 0,-2 0 1 0 0,1 0-1 0 0,-2 0 0 0 0,0-1 0 0 0,-1 1 0 0 0,-1-1 0 0 0,-3-29 1 0 0,3 44 33 0 0,0-1 0 0 0,0 0 0 0 0,0 0 1 0 0,0 1-1 0 0,-1-1 0 0 0,1 0 1 0 0,-1 1-1 0 0,1-1 0 0 0,-1 0 1 0 0,0 1-1 0 0,0-1 0 0 0,1 1 1 0 0,-1-1-1 0 0,0 1 0 0 0,0 0 1 0 0,-1-1-1 0 0,1 1 0 0 0,0 0 0 0 0,-3-2 1 0 0,3 2-9 0 0,0 1 0 0 0,0 0-1 0 0,0 0 1 0 0,0 0 0 0 0,0 0 0 0 0,0 0 0 0 0,0 0 0 0 0,0 0 0 0 0,0 0 0 0 0,-1 0-1 0 0,1 0 1 0 0,0 1 0 0 0,0-1 0 0 0,0 0 0 0 0,0 1 0 0 0,0-1 0 0 0,0 1 0 0 0,0-1 0 0 0,0 1-1 0 0,0 0 1 0 0,1-1 0 0 0,-2 2 0 0 0,-5 4-113 0 0,1 0-1 0 0,1 0 1 0 0,-1 0 0 0 0,1 1-1 0 0,0 0 1 0 0,-6 11 0 0 0,-36 81 852 0 0,43-89-622 0 0,1-1 1 0 0,0 0 0 0 0,0 1-1 0 0,1 0 1 0 0,1 0-1 0 0,0-1 1 0 0,0 1 0 0 0,1 20-1 0 0,0-28-74 0 0,1 1 0 0 0,-1-1-1 0 0,1 0 1 0 0,-1 1 0 0 0,1-1-1 0 0,0 0 1 0 0,0 0 0 0 0,0 0-1 0 0,0 1 1 0 0,0-1 0 0 0,0 0-1 0 0,1 0 1 0 0,-1 0 0 0 0,1-1-1 0 0,-1 1 1 0 0,1 0 0 0 0,0-1-1 0 0,0 1 1 0 0,0-1 0 0 0,3 2-1 0 0,-2-1 28 0 0,0-1 0 0 0,1 1 0 0 0,-1-1 0 0 0,1 0 0 0 0,-1-1-1 0 0,1 1 1 0 0,0-1 0 0 0,-1 1 0 0 0,1-1 0 0 0,0 0 0 0 0,-1 0 0 0 0,6-1 0 0 0,-3 0 6 0 0,0 0 1 0 0,0-1 0 0 0,0 0 0 0 0,0 1-1 0 0,0-2 1 0 0,-1 1 0 0 0,1-1 0 0 0,-1 0-1 0 0,1 0 1 0 0,-1 0 0 0 0,0-1 0 0 0,0 1-1 0 0,-1-1 1 0 0,1-1 0 0 0,6-7 0 0 0,-9 7-51 0 0,0 1 1 0 0,0-1 0 0 0,-1 1 0 0 0,0-1-1 0 0,0 0 1 0 0,0 1 0 0 0,0-1-1 0 0,-1 0 1 0 0,0 0 0 0 0,0 1-1 0 0,0-1 1 0 0,0 0 0 0 0,-1 0 0 0 0,0 1-1 0 0,0-1 1 0 0,0 0 0 0 0,-1 1-1 0 0,1-1 1 0 0,-1 1 0 0 0,-3-5 0 0 0,-3-8-30 0 0,-1 1 1 0 0,0 1 0 0 0,-23-29 0 0 0,28 38 35 0 0,-1 1 0 0 0,0-1 0 0 0,0 1-1 0 0,-1 0 1 0 0,0 0 0 0 0,1 0 0 0 0,-2 1 0 0 0,1 0 0 0 0,0 0 0 0 0,-1 1 0 0 0,0 0 0 0 0,-11-4 0 0 0,12 6 41 0 0,0 0 1 0 0,0 0-1 0 0,0 0 0 0 0,0 1 1 0 0,0 0-1 0 0,0 1 0 0 0,0-1 1 0 0,0 1-1 0 0,0 0 0 0 0,0 1 1 0 0,0 0-1 0 0,1-1 0 0 0,-1 2 1 0 0,0-1-1 0 0,-9 6 0 0 0,8-4 56 0 0,1 1-1 0 0,-1-1 0 0 0,1 1 1 0 0,-1 0-1 0 0,2 1 0 0 0,-1-1 1 0 0,0 1-1 0 0,1 1 0 0 0,0-1 1 0 0,1 1-1 0 0,0-1 1 0 0,0 1-1 0 0,0 1 0 0 0,0-1 1 0 0,1 0-1 0 0,1 1 0 0 0,-4 12 1 0 0,4-11-38 0 0,1 0 0 0 0,0 1 0 0 0,0-1 0 0 0,1 1 1 0 0,0-1-1 0 0,1 1 0 0 0,0-1 0 0 0,0 1 0 0 0,1-1 1 0 0,0 0-1 0 0,1 0 0 0 0,0 0 0 0 0,0 0 0 0 0,8 15 0 0 0,-9-22-61 0 0,0 1 0 0 0,-1-1 0 0 0,1 0 0 0 0,0 0 0 0 0,0 0 0 0 0,0 0 0 0 0,0 0 0 0 0,0 0 0 0 0,1 0 0 0 0,-1 0 0 0 0,1-1-1 0 0,-1 0 1 0 0,1 1 0 0 0,-1-1 0 0 0,1 0 0 0 0,0 0 0 0 0,-1 0 0 0 0,5 0 0 0 0,0 0-277 0 0,0 0-1 0 0,0-1 1 0 0,1 1 0 0 0,-1-2 0 0 0,0 1-1 0 0,9-3 1 0 0,4-1-4747 0 0</inkml:trace>
</inkml:ink>
</file>

<file path=ppt/ink/ink3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0.7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1 219 5985 0 0,'0'9'59'0'0,"0"0"-1"0"0,1 0 1 0 0,1 0 0 0 0,-1 0-1 0 0,1 0 1 0 0,1 0-1 0 0,-1-1 1 0 0,9 17 0 0 0,-6-12 92 0 0,-2-4-23 0 0,1-1 0 0 0,-1 0 0 0 0,2 0 0 0 0,-1 0 0 0 0,1-1 0 0 0,0 1 0 0 0,1-1-1 0 0,-1 0 1 0 0,1-1 0 0 0,1 1 0 0 0,8 6 0 0 0,-11-10 45 0 0,0-1 0 0 0,1 1-1 0 0,-1-1 1 0 0,1 0 0 0 0,0 0 0 0 0,0 0 0 0 0,0-1-1 0 0,-1 1 1 0 0,1-1 0 0 0,0 0 0 0 0,1-1-1 0 0,-1 1 1 0 0,0-1 0 0 0,0 0 0 0 0,0 0-1 0 0,0-1 1 0 0,0 1 0 0 0,0-1 0 0 0,0-1-1 0 0,0 1 1 0 0,6-3 0 0 0,-1 0-3 0 0,0-1 1 0 0,0-1-1 0 0,-1 0 0 0 0,1 0 1 0 0,-1-1-1 0 0,0-1 0 0 0,-1 1 1 0 0,0-1-1 0 0,10-13 0 0 0,-1 1 13 0 0,-1-2 0 0 0,24-43-1 0 0,-30 43-270 0 0,0 1 0 0 0,-2-2 0 0 0,0 1-1 0 0,-1-1 1 0 0,-2 0 0 0 0,0-1 0 0 0,-2 1 0 0 0,2-44 0 0 0,-5 67 63 0 0,0 0 1 0 0,0 0 0 0 0,0 0 0 0 0,0-1 0 0 0,0 1 0 0 0,0 0 0 0 0,0 0 0 0 0,0 0 0 0 0,0 0 0 0 0,0 0 0 0 0,0 0 0 0 0,0 0 0 0 0,0-1 0 0 0,0 1 0 0 0,0 0 0 0 0,-1 0 0 0 0,1 0 0 0 0,0 0 0 0 0,0 0 0 0 0,0 0 0 0 0,0 0 0 0 0,0 0 0 0 0,0-1-1 0 0,0 1 1 0 0,0 0 0 0 0,0 0 0 0 0,0 0 0 0 0,0 0 0 0 0,0 0 0 0 0,-1 0 0 0 0,1 0 0 0 0,0 0 0 0 0,0 0 0 0 0,0 0 0 0 0,0 0 0 0 0,0 0 0 0 0,0 0 0 0 0,0 0 0 0 0,-1 0 0 0 0,1 0 0 0 0,0 0 0 0 0,0 0 0 0 0,0 0 0 0 0,0 0 0 0 0,0 0 0 0 0,0 0-1 0 0,0 0 1 0 0,-1 0 0 0 0,1 0 0 0 0,0 0 0 0 0,0 0 0 0 0,0 0 0 0 0,0 0 0 0 0,0 0 0 0 0,0 0 0 0 0,0 0 0 0 0,-1 0 0 0 0,-9 8-855 0 0,-13 17-222 0 0,19-20 676 0 0,-13 13-599 0 0,0-1 320 0 0,2 1 0 0 0,-16 22 1 0 0,28-35 771 0 0,0-1 1 0 0,0 1-1 0 0,0-1 1 0 0,1 1-1 0 0,0 0 1 0 0,0 0-1 0 0,0 0 1 0 0,1 0-1 0 0,0 0 1 0 0,0 0-1 0 0,0 0 1 0 0,0 0-1 0 0,1 1 1 0 0,0-1-1 0 0,1 8 1 0 0,0-10 12 0 0,0 1 0 0 0,0-1 0 0 0,0 0-1 0 0,0 0 1 0 0,1 0 0 0 0,0 1 0 0 0,-1-2 0 0 0,1 1 0 0 0,0 0 0 0 0,1 0-1 0 0,-1-1 1 0 0,0 1 0 0 0,1-1 0 0 0,-1 1 0 0 0,1-1 0 0 0,0 0 0 0 0,0 0 0 0 0,0-1-1 0 0,0 1 1 0 0,0 0 0 0 0,0-1 0 0 0,0 0 0 0 0,1 0 0 0 0,-1 0 0 0 0,0 0-1 0 0,1 0 1 0 0,-1-1 0 0 0,1 1 0 0 0,-1-1 0 0 0,1 0 0 0 0,-1 0 0 0 0,0 0 0 0 0,1-1-1 0 0,-1 1 1 0 0,1-1 0 0 0,-1 0 0 0 0,0 0 0 0 0,1 0 0 0 0,-1 0 0 0 0,0-1-1 0 0,0 1 1 0 0,0-1 0 0 0,0 0 0 0 0,0 0 0 0 0,0 0 0 0 0,-1 0 0 0 0,1 0 0 0 0,0-1-1 0 0,-1 1 1 0 0,0-1 0 0 0,0 1 0 0 0,0-1 0 0 0,0 0 0 0 0,2-4 0 0 0,-1 0-60 0 0,-1 0 1 0 0,-1 0 0 0 0,1 0 0 0 0,-1 0 0 0 0,-1-1 0 0 0,1 1 0 0 0,-1 0 0 0 0,0 0 0 0 0,-1 0-1 0 0,0-1 1 0 0,0 1 0 0 0,0 0 0 0 0,-1 0 0 0 0,-4-10 0 0 0,5 13-66 0 0,0 1 0 0 0,0 0-1 0 0,-1 0 1 0 0,1 0 0 0 0,-1 0 0 0 0,0 0 0 0 0,1 1 0 0 0,-1-1-1 0 0,-1 0 1 0 0,1 1 0 0 0,0 0 0 0 0,-1-1 0 0 0,1 1-1 0 0,-1 0 1 0 0,1 0 0 0 0,-1 0 0 0 0,0 1 0 0 0,0-1 0 0 0,0 1-1 0 0,0-1 1 0 0,0 1 0 0 0,0 0 0 0 0,0 0 0 0 0,-1 1 0 0 0,1-1-1 0 0,0 0 1 0 0,-1 1 0 0 0,1 0 0 0 0,0 0 0 0 0,-1 0 0 0 0,1 0-1 0 0,0 1 1 0 0,-5 0 0 0 0,4 1 110 0 0,0-1 0 0 0,0 1 0 0 0,0 0 1 0 0,0 1-1 0 0,0-1 0 0 0,0 1 0 0 0,1-1 0 0 0,-1 1 0 0 0,1 0 1 0 0,0 0-1 0 0,0 1 0 0 0,0-1 0 0 0,0 1 0 0 0,-4 7 0 0 0,-5 8 95 0 0,-15 37-1 0 0,14-28-398 0 0,3-11 75 0 0,7-14 172 0 0,1 0 1 0 0,0 0 0 0 0,-1 1-1 0 0,1-1 1 0 0,1 1 0 0 0,-1-1-1 0 0,0 1 1 0 0,1 0 0 0 0,0 0-1 0 0,0-1 1 0 0,0 1 0 0 0,0 0-1 0 0,0 7 1 0 0,2-10 27 0 0,-1-1 0 0 0,1 1 0 0 0,0-1 0 0 0,-1 0 0 0 0,1 1 0 0 0,-1-1 0 0 0,1 0 0 0 0,0 0 0 0 0,-1 1 0 0 0,1-1 0 0 0,0 0 0 0 0,-1 0 0 0 0,1 0 0 0 0,0 0 0 0 0,0 0 1 0 0,-1 0-1 0 0,1 0 0 0 0,0 0 0 0 0,-1 0 0 0 0,1 0 0 0 0,0 0 0 0 0,-1-1 0 0 0,1 1 0 0 0,0 0 0 0 0,-1 0 0 0 0,1-1 0 0 0,-1 1 0 0 0,1 0 0 0 0,0-1 0 0 0,0 0 0 0 0,23-11 696 0 0,-22 11-652 0 0,15-9 72 0 0,0 0 1 0 0,-1-2-1 0 0,30-25 1 0 0,-41 32-233 0 0,0 0 0 0 0,0-1 0 0 0,-1 0 1 0 0,1 0-1 0 0,-1 0 0 0 0,-1 0 0 0 0,1 0 0 0 0,-1-1 0 0 0,0 0 1 0 0,0 0-1 0 0,-1 1 0 0 0,0-2 0 0 0,2-13 0 0 0,-4-12 109 0 0,0 33-20 0 0,0-1 0 0 0,0 1 1 0 0,0 0-1 0 0,-1 0 0 0 0,1-1 1 0 0,0 1-1 0 0,0 0 0 0 0,0 0 1 0 0,0-1-1 0 0,0 1 0 0 0,0 0 1 0 0,-1 0-1 0 0,1-1 0 0 0,0 1 1 0 0,0 0-1 0 0,0 0 0 0 0,-1-1 0 0 0,1 1 1 0 0,0 0-1 0 0,0 0 0 0 0,-1 0 1 0 0,1 0-1 0 0,0-1 0 0 0,0 1 1 0 0,-1 0-1 0 0,1 0 0 0 0,0 0 1 0 0,-1 0-1 0 0,1 0 0 0 0,0 0 1 0 0,0 0-1 0 0,-1 0 0 0 0,-14 11-156 0 0,2 5-104 0 0,1 0-1 0 0,1 1 0 0 0,-15 29 0 0 0,21-36 231 0 0,0 1-1 0 0,1-1 0 0 0,1 1 0 0 0,-1-1 1 0 0,2 1-1 0 0,0 0 0 0 0,0 0 0 0 0,0 13 1 0 0,0-33 352 0 0,0-1 1 0 0,0 1-1 0 0,-1 0 1 0 0,-1 0-1 0 0,0 0 0 0 0,0 0 1 0 0,0 0-1 0 0,-1 1 1 0 0,-10-14-1 0 0,14 21-339 0 0,0 0 0 0 0,0 0 0 0 0,0 0-1 0 0,0 0 1 0 0,0 0 0 0 0,-1 0-1 0 0,1 0 1 0 0,0 0 0 0 0,0 1 0 0 0,-1-1-1 0 0,1 1 1 0 0,0-1 0 0 0,-1 1 0 0 0,1-1-1 0 0,0 1 1 0 0,-1 0 0 0 0,1-1 0 0 0,-1 1-1 0 0,1 0 1 0 0,-1 0 0 0 0,1 0-1 0 0,-1 0 1 0 0,1 0 0 0 0,-1 1 0 0 0,1-1-1 0 0,0 0 1 0 0,-1 1 0 0 0,1-1 0 0 0,0 1-1 0 0,-1-1 1 0 0,-1 2 0 0 0,2-1-93 0 0,0 0 1 0 0,0 0 0 0 0,0 0 0 0 0,0 0-1 0 0,0 0 1 0 0,0 1 0 0 0,0-1-1 0 0,1 0 1 0 0,-1 1 0 0 0,0-1 0 0 0,1 1-1 0 0,-1-1 1 0 0,1 1 0 0 0,0-1-1 0 0,-1 1 1 0 0,1-1 0 0 0,0 1 0 0 0,0-1-1 0 0,0 1 1 0 0,0-1 0 0 0,0 1-1 0 0,0-1 1 0 0,0 1 0 0 0,1-1-1 0 0,-1 1 1 0 0,0-1 0 0 0,1 1 0 0 0,-1-1-1 0 0,2 3 1 0 0,10 19-1776 0 0,-8-18 1520 0 0</inkml:trace>
</inkml:ink>
</file>

<file path=ppt/ink/ink3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1.8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0 208 5985 0 0,'1'-1'-9'0'0,"0"1"-1"0"0,0-1 0 0 0,0 1 1 0 0,0 0-1 0 0,0-1 0 0 0,0 1 1 0 0,0 0-1 0 0,0 0 0 0 0,0 0 1 0 0,0 0-1 0 0,0 0 1 0 0,0 0-1 0 0,0 0 0 0 0,0 0 1 0 0,0 0-1 0 0,0 0 0 0 0,0 0 1 0 0,0 1-1 0 0,0-1 0 0 0,0 0 1 0 0,0 1-1 0 0,0-1 0 0 0,1 2 1 0 0,28 14-1164 0 0,-19-9 1500 0 0,0-1 316 0 0,1-1-1 0 0,-1-1 1 0 0,1 0 0 0 0,0 0 0 0 0,0-1 0 0 0,0-1-1 0 0,18 2 1 0 0,-20-4-520 0 0,1 0 0 0 0,-1-1 0 0 0,0 0-1 0 0,0 0 1 0 0,0-1 0 0 0,0-1 0 0 0,0 0-1 0 0,0 0 1 0 0,-1-1 0 0 0,1 0 0 0 0,-1 0 0 0 0,0-1-1 0 0,0-1 1 0 0,14-11 0 0 0,-6 4 75 0 0,0-1-1 0 0,-2 0 1 0 0,25-29-1 0 0,-37 40-205 0 0,0-1 0 0 0,0 1-1 0 0,0-1 1 0 0,0 0 0 0 0,-1 0-1 0 0,0 0 1 0 0,0-1-1 0 0,0 1 1 0 0,0 0 0 0 0,-1-1-1 0 0,1 1 1 0 0,-1-1 0 0 0,0 0-1 0 0,-1 1 1 0 0,1-1-1 0 0,-1 0 1 0 0,0 0 0 0 0,0 1-1 0 0,0-1 1 0 0,-1 0-1 0 0,0 1 1 0 0,1-1 0 0 0,-3-6-1 0 0,2 10 5 0 0,1 1-1 0 0,0-1 0 0 0,0 0 1 0 0,-1 0-1 0 0,1 1 0 0 0,-1-1 0 0 0,1 0 1 0 0,0 1-1 0 0,-1-1 0 0 0,1 0 1 0 0,-1 1-1 0 0,0-1 0 0 0,1 1 0 0 0,-1-1 1 0 0,1 1-1 0 0,-1-1 0 0 0,0 1 1 0 0,1-1-1 0 0,-1 1 0 0 0,0-1 1 0 0,0 1-1 0 0,1 0 0 0 0,-1 0 0 0 0,0-1 1 0 0,0 1-1 0 0,0 0 0 0 0,1 0 1 0 0,-1 0-1 0 0,0 0 0 0 0,-1 0 0 0 0,1 0 39 0 0,-1 1 0 0 0,0 0-1 0 0,0-1 1 0 0,1 1 0 0 0,-1 0-1 0 0,1 0 1 0 0,-1 0 0 0 0,1 0-1 0 0,-1 1 1 0 0,1-1 0 0 0,-1 0-1 0 0,-1 3 1 0 0,-3 4 253 0 0,0 0 0 0 0,0 0 1 0 0,-8 17-1 0 0,10-16-236 0 0,0 0 1 0 0,1 0 0 0 0,0 1 0 0 0,1-1 0 0 0,0 1 0 0 0,0 0-1 0 0,1-1 1 0 0,0 1 0 0 0,1 0 0 0 0,0 0 0 0 0,3 18 0 0 0,-2-23-52 0 0,0 0 0 0 0,0 0 0 0 0,0 0-1 0 0,1 0 1 0 0,0 0 0 0 0,0-1 0 0 0,0 1 0 0 0,1-1 0 0 0,-1 1 0 0 0,1-1 0 0 0,0 0 0 0 0,1 0 0 0 0,-1 0 0 0 0,1 0 0 0 0,-1 0 0 0 0,1-1 0 0 0,0 0 0 0 0,0 0 0 0 0,1 0 0 0 0,-1 0 0 0 0,1 0 0 0 0,-1-1 0 0 0,1 0 0 0 0,6 2 0 0 0,-9-4-7 0 0,-1 1 1 0 0,1 0-1 0 0,0-1 0 0 0,0 0 0 0 0,0 1 1 0 0,0-1-1 0 0,0 0 0 0 0,0 0 0 0 0,0 0 1 0 0,0-1-1 0 0,0 1 0 0 0,0 0 0 0 0,-1-1 1 0 0,1 1-1 0 0,0-1 0 0 0,0 1 0 0 0,0-1 1 0 0,-1 0-1 0 0,1 0 0 0 0,0 0 1 0 0,2-2-1 0 0,-1 1 12 0 0,-1-1 0 0 0,1 0-1 0 0,-1 1 1 0 0,0-1 0 0 0,0 0 0 0 0,0-1 0 0 0,0 1 0 0 0,0 0 0 0 0,-1 0 0 0 0,3-7-1 0 0,-2 0-40 0 0,1 0 0 0 0,-1-1 0 0 0,-1 1 0 0 0,0 0 0 0 0,0 0-1 0 0,-1-1 1 0 0,-1-13 0 0 0,-1 13 26 0 0,-1 0 1 0 0,0 0-1 0 0,0 0 1 0 0,-1 0-1 0 0,-1 1 0 0 0,0-1 1 0 0,0 1-1 0 0,-11-15 0 0 0,14 22 11 0 0,0 1 0 0 0,0-1 0 0 0,0 1 0 0 0,0 0 0 0 0,-1 0 0 0 0,1 0 0 0 0,-1 0 0 0 0,1 0 0 0 0,-1 0 0 0 0,0 1-1 0 0,0-1 1 0 0,0 1 0 0 0,0 0 0 0 0,-6-2 0 0 0,7 3-2 0 0,-1 0 0 0 0,0 0-1 0 0,1 0 1 0 0,-1 0 0 0 0,0 1 0 0 0,1-1-1 0 0,-1 1 1 0 0,0-1 0 0 0,1 1 0 0 0,-1 0 0 0 0,1 0-1 0 0,-1 1 1 0 0,1-1 0 0 0,-1 0 0 0 0,1 1-1 0 0,0-1 1 0 0,0 1 0 0 0,0 0 0 0 0,0 0 0 0 0,-3 3-1 0 0,-1 2-132 0 0,0-1 0 0 0,1 2 0 0 0,0-1 0 0 0,0 0 0 0 0,1 1 1 0 0,-1 0-1 0 0,-4 15 0 0 0,7-19 122 0 0,1 0 1 0 0,0 0 0 0 0,-1 0 0 0 0,1 0-1 0 0,1 1 1 0 0,-1-1 0 0 0,1 0 0 0 0,0 1 0 0 0,0-1-1 0 0,0 0 1 0 0,0 1 0 0 0,1-1 0 0 0,0 0 0 0 0,0 1-1 0 0,0-1 1 0 0,0 0 0 0 0,4 8 0 0 0,-4-11 32 0 0,-1 0-1 0 0,1 0 1 0 0,0 0 0 0 0,0 0 0 0 0,-1 0 0 0 0,1 0 0 0 0,0 0 0 0 0,0 0-1 0 0,0 0 1 0 0,0 0 0 0 0,0 0 0 0 0,1-1 0 0 0,-1 1 0 0 0,0 0 0 0 0,0-1-1 0 0,0 1 1 0 0,1-1 0 0 0,-1 0 0 0 0,0 1 0 0 0,0-1 0 0 0,1 0 0 0 0,-1 1-1 0 0,0-1 1 0 0,1 0 0 0 0,1 0 0 0 0,0-1 38 0 0,0 0 0 0 0,0 1 0 0 0,0-1 0 0 0,0 0 0 0 0,1-1 0 0 0,-2 1 0 0 0,1-1 0 0 0,0 1 0 0 0,0-1 0 0 0,3-2 0 0 0,4-5 172 0 0,1 0 1 0 0,-1-1-1 0 0,15-19 0 0 0,-21 24-246 0 0,0-1-1 0 0,-1 0 1 0 0,0 0 0 0 0,0-1-1 0 0,0 1 1 0 0,2-9 0 0 0,-5 14 17 0 0,1 0 0 0 0,0-1 0 0 0,-1 1 0 0 0,1-1 1 0 0,-1 0-1 0 0,0 1 0 0 0,0-1 0 0 0,1 1 0 0 0,-1-1 1 0 0,0 1-1 0 0,0-1 0 0 0,0 0 0 0 0,-1 1 0 0 0,1-1 1 0 0,0 1-1 0 0,-1-1 0 0 0,1 1 0 0 0,-1-1 0 0 0,1 1 1 0 0,-1-1-1 0 0,0 1 0 0 0,1-1 0 0 0,-1 1 0 0 0,0 0 0 0 0,0-1 1 0 0,0 1-1 0 0,0 0 0 0 0,0 0 0 0 0,0 0 0 0 0,-1 0 1 0 0,-1-2-1 0 0,1 3-14 0 0,1-1-1 0 0,0 1 1 0 0,0 0 0 0 0,-1 0 0 0 0,1 0-1 0 0,0 0 1 0 0,0 0 0 0 0,-1 1-1 0 0,1-1 1 0 0,0 0 0 0 0,0 1 0 0 0,-1-1-1 0 0,1 0 1 0 0,0 1 0 0 0,0 0 0 0 0,0-1-1 0 0,0 1 1 0 0,0-1 0 0 0,0 1 0 0 0,0 0-1 0 0,0 0 1 0 0,0 0 0 0 0,0 0-1 0 0,0 0 1 0 0,0 0 0 0 0,0 1 0 0 0,-22 30 55 0 0,20-28-71 0 0,-7 12 89 0 0,2 0 0 0 0,-1 0 0 0 0,2 1 1 0 0,0 0-1 0 0,1 0 0 0 0,-4 20 0 0 0,9-32-1 0 0,0-1 0 0 0,0 1 0 0 0,1 0 0 0 0,0 0-1 0 0,0 0 1 0 0,0-1 0 0 0,1 1 0 0 0,-1 0-1 0 0,1 0 1 0 0,0-1 0 0 0,1 1 0 0 0,1 5 0 0 0,-1-7-29 0 0,0 0 0 0 0,0 0 0 0 0,0 0 0 0 0,0-1 1 0 0,0 1-1 0 0,1-1 0 0 0,-1 1 0 0 0,1-1 0 0 0,-1 0 1 0 0,1 0-1 0 0,0 0 0 0 0,0 0 0 0 0,0-1 0 0 0,0 1 1 0 0,0-1-1 0 0,0 0 0 0 0,1 0 0 0 0,-1 0 0 0 0,5 1 1 0 0,-1-1-24 0 0,0 0 0 0 0,0-1 1 0 0,0 1-1 0 0,0-1 0 0 0,0-1 1 0 0,0 0-1 0 0,0 0 0 0 0,0 0 1 0 0,0 0-1 0 0,0-1 0 0 0,0-1 1 0 0,-1 1-1 0 0,1-1 0 0 0,-1 0 1 0 0,0 0-1 0 0,0-1 1 0 0,0 0-1 0 0,8-6 0 0 0,1-4-511 0 0</inkml:trace>
</inkml:ink>
</file>

<file path=ppt/ink/ink3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3.3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2 171 10594 0 0,'0'-2'81'0'0,"-1"0"-1"0"0,1 0 0 0 0,0-1 1 0 0,0 1-1 0 0,0 0 0 0 0,0 0 1 0 0,0 0-1 0 0,0-1 0 0 0,1 1 1 0 0,-1 0-1 0 0,1 0 0 0 0,-1 0 1 0 0,1 0-1 0 0,0 0 0 0 0,0 0 1 0 0,0 0-1 0 0,0 0 0 0 0,0 0 1 0 0,0 0-1 0 0,1 0 0 0 0,-1 1 1 0 0,1-1-1 0 0,-1 0 0 0 0,4-1 1 0 0,2-5-198 0 0,0 1 0 0 0,1 0 0 0 0,0 0 0 0 0,12-8 1 0 0,0 3-81 0 0,1 1 1 0 0,0 0-1 0 0,1 2 1 0 0,0 0-1 0 0,0 1 1 0 0,28-5 0 0 0,-48 13 214 0 0,1-1 0 0 0,-1 1 0 0 0,0 0 0 0 0,0 0 0 0 0,0 0 0 0 0,1 0 1 0 0,-1 0-1 0 0,0 1 0 0 0,0-1 0 0 0,0 1 0 0 0,0 0 0 0 0,1-1 0 0 0,-1 1 0 0 0,0 0 1 0 0,0 0-1 0 0,-1 0 0 0 0,1 0 0 0 0,0 1 0 0 0,0-1 0 0 0,2 3 0 0 0,-1-1 49 0 0,0 0-1 0 0,-1 1 0 0 0,1 0 1 0 0,-1-1-1 0 0,0 1 0 0 0,0 0 1 0 0,0 0-1 0 0,0 0 0 0 0,1 8 1 0 0,0 1 118 0 0,-1 0 1 0 0,0 0-1 0 0,-1 0 1 0 0,-1 1 0 0 0,0-1-1 0 0,-1 14 1 0 0,-14 46 341 0 0,10-58-404 0 0,2 0 0 0 0,-1 0 0 0 0,2 0 0 0 0,0 0 1 0 0,1 0-1 0 0,1 0 0 0 0,2 29 0 0 0,-2-42-119 0 0,1-1-1 0 0,-1 0 1 0 0,0 0 0 0 0,1 0 0 0 0,-1 0-1 0 0,1 1 1 0 0,-1-1 0 0 0,1 0-1 0 0,0 0 1 0 0,-1 0 0 0 0,1 0-1 0 0,0 0 1 0 0,0 0 0 0 0,0 0 0 0 0,0-1-1 0 0,0 1 1 0 0,0 0 0 0 0,0 0-1 0 0,0-1 1 0 0,0 1 0 0 0,0 0-1 0 0,0-1 1 0 0,0 0 0 0 0,0 1 0 0 0,1-1-1 0 0,-1 1 1 0 0,0-1 0 0 0,0 0-1 0 0,0 0 1 0 0,1 0 0 0 0,-1 0-1 0 0,0 0 1 0 0,0 0 0 0 0,1 0-1 0 0,-1 0 1 0 0,2-1 0 0 0,6-1-24 0 0,0 0 0 0 0,0-1 0 0 0,0 0 1 0 0,9-5-1 0 0,0 1 321 0 0,-2 1-77 0 0,50-14 308 0 0,-62 19-514 0 0,0 0-1 0 0,1 0 1 0 0,-1 1-1 0 0,0-1 1 0 0,0 1-1 0 0,1 0 1 0 0,-1 1-1 0 0,0-1 1 0 0,1 1-1 0 0,-1-1 1 0 0,0 1 0 0 0,7 3-1 0 0,-9-3-15 0 0,-1-1 0 0 0,0 1 1 0 0,0 0-1 0 0,0 0 0 0 0,0 0 0 0 0,1 0 1 0 0,-1-1-1 0 0,0 2 0 0 0,0-1 0 0 0,-1 0 0 0 0,1 0 1 0 0,0 0-1 0 0,0 0 0 0 0,0 0 0 0 0,-1 1 0 0 0,1-1 1 0 0,-1 0-1 0 0,1 1 0 0 0,-1-1 0 0 0,1 0 1 0 0,-1 1-1 0 0,0 1 0 0 0,0 1-1 0 0,0-1-1 0 0,0 1 1 0 0,0 0 0 0 0,-1-1-1 0 0,0 1 1 0 0,1 0 0 0 0,-1-1-1 0 0,-3 6 1 0 0,-2 5 1 0 0,-1-1 0 0 0,0 0 0 0 0,-12 15 0 0 0,-1-1 0 0 0,-2-1 1 0 0,-1 0-1 0 0,0-2 0 0 0,-2-1 0 0 0,-1 0 0 0 0,-48 31 0 0 0,54-45-3641 0 0</inkml:trace>
</inkml:ink>
</file>

<file path=ppt/ink/ink3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3.7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21 203 5065 0 0,'-2'-2'-913'0'0,"-17"-33"12687"0"0,20 34-11523 0 0,12-6 1076 0 0,-6 5-1466 0 0,0 1 1 0 0,-1 0-1 0 0,1 0 1 0 0,0 0-1 0 0,0 1 1 0 0,-1 0-1 0 0,1 1 1 0 0,0 0 0 0 0,-1 0-1 0 0,1 0 1 0 0,7 3-1 0 0,1 0-174 0 0,0 1 1 0 0,-1 1-1 0 0,24 12 0 0 0,-23-9 324 0 0,-1 1 0 0 0,-1 0-1 0 0,0 1 1 0 0,0 0 0 0 0,-1 1 0 0 0,12 15-1 0 0,-1 3 1332 0 0,32 53-1 0 0,-51-121 2202 0 0,-1 5-3196 0 0,28-240-2142 0 0,-21 221-5214 0 0</inkml:trace>
</inkml:ink>
</file>

<file path=ppt/ink/ink3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4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1 212 7834 0 0,'0'0'-14'0'0,"0"-1"1"0"0,-1 1 0 0 0,1-1-1 0 0,0 1 1 0 0,0-1-1 0 0,0 1 1 0 0,0 0 0 0 0,0-1-1 0 0,0 1 1 0 0,0-1-1 0 0,1 1 1 0 0,-1-1 0 0 0,0 1-1 0 0,0-1 1 0 0,0 1-1 0 0,0 0 1 0 0,1-1 0 0 0,-1 1-1 0 0,0-1 1 0 0,0 1 0 0 0,1 0-1 0 0,-1-1 1 0 0,0 1-1 0 0,0 0 1 0 0,1-1 0 0 0,-1 1-1 0 0,0 0 1 0 0,1-1-1 0 0,-1 1 1 0 0,1 0 0 0 0,-1 0-1 0 0,0-1 1 0 0,2 1-1 0 0,16-15-843 0 0,-17 14 841 0 0,50-36 693 0 0,68-38 0 0 0,-99 63-44 0 0,1 2 0 0 0,1 0-1 0 0,-1 2 1 0 0,2 0 0 0 0,-1 1-1 0 0,40-6 1 0 0,-59 12-642 0 0,1 1 0 0 0,0-1 0 0 0,0 1 0 0 0,0 0 0 0 0,0 0 0 0 0,0 0 0 0 0,0 0 0 0 0,-1 0 0 0 0,1 1 0 0 0,0 0 0 0 0,0 0 0 0 0,0 0 0 0 0,-1 0 0 0 0,1 1 0 0 0,-1-1 0 0 0,1 1 0 0 0,-1 0 0 0 0,0 0 0 0 0,1 0 0 0 0,-1 1 0 0 0,0-1 0 0 0,0 1 0 0 0,-1-1-1 0 0,1 1 1 0 0,0 0 0 0 0,-1 0 0 0 0,0 0 0 0 0,0 1 0 0 0,0-1 0 0 0,0 0 0 0 0,0 1 0 0 0,-1-1 0 0 0,1 1 0 0 0,1 6 0 0 0,0 10-73 0 0,0 0 1 0 0,-1 0-1 0 0,-1 0 0 0 0,0 0 0 0 0,-5 31 0 0 0,2-14 43 0 0,2-31 59 0 0,0 0 0 0 0,0 0 0 0 0,0-1 0 0 0,1 1 0 0 0,0 0-1 0 0,0-1 1 0 0,0 1 0 0 0,1-1 0 0 0,-1 1 0 0 0,1-1 0 0 0,1 1-1 0 0,-1-1 1 0 0,1 0 0 0 0,5 6 0 0 0,-6-8-4 0 0,1 0 1 0 0,0-1-1 0 0,0 1 0 0 0,0-1 1 0 0,0 0-1 0 0,0 0 1 0 0,0 0-1 0 0,1-1 0 0 0,-1 1 1 0 0,1-1-1 0 0,-1 1 1 0 0,1-1-1 0 0,-1 0 0 0 0,1-1 1 0 0,0 1-1 0 0,0-1 1 0 0,-1 1-1 0 0,1-1 0 0 0,0 0 1 0 0,0-1-1 0 0,-1 1 0 0 0,1 0 1 0 0,4-2-1 0 0,6-2 250 0 0,1 0 0 0 0,-1 0 1 0 0,0-2-1 0 0,20-9 0 0 0,-24 9-370 0 0,0 1 1 0 0,0 1-1 0 0,0 0 0 0 0,0 0 1 0 0,1 1-1 0 0,0 0 1 0 0,0 1-1 0 0,0 0 1 0 0,18 0-1 0 0,-14 2-4386 0 0</inkml:trace>
</inkml:ink>
</file>

<file path=ppt/ink/ink3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5.1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6913 0 0,'4'-4'22'0'0,"1"1"-1"0"0,0 0 1 0 0,-1 0-1 0 0,2 0 1 0 0,-1 1-1 0 0,0 0 1 0 0,0 0-1 0 0,1 0 1 0 0,-1 0-1 0 0,1 1 1 0 0,-1 0-1 0 0,1 0 1 0 0,7 0-1 0 0,-6 1-185 0 0,0-1-1 0 0,1 1 0 0 0,-1 1 0 0 0,0-1 0 0 0,0 1 0 0 0,0 1 0 0 0,0-1 1 0 0,0 1-1 0 0,0 0 0 0 0,8 4 0 0 0,-12-4 161 0 0,0 0 0 0 0,0 0 0 0 0,0 0-1 0 0,0 1 1 0 0,-1-1 0 0 0,1 1 0 0 0,0-1 0 0 0,-1 1 0 0 0,0 0-1 0 0,0 0 1 0 0,0 0 0 0 0,0 0 0 0 0,0 0 0 0 0,-1 1 0 0 0,1-1 0 0 0,0 5-1 0 0,0-1 96 0 0,-1 0 0 0 0,0 0-1 0 0,0 0 1 0 0,0 0 0 0 0,-1 0-1 0 0,-1 0 1 0 0,1 0 0 0 0,-2 9-1 0 0,-1-3 147 0 0,0 0 1 0 0,-1 0-1 0 0,0 0 0 0 0,-1-1 0 0 0,0 1 0 0 0,-1-1 0 0 0,-1 0 0 0 0,-11 16 0 0 0,2-10 167 0 0,0-1-1 0 0,-1-1 0 0 0,-1 0 0 0 0,0-2 0 0 0,-33 21 1 0 0,39-28-606 0 0</inkml:trace>
</inkml:ink>
</file>

<file path=ppt/ink/ink3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5.5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3 224 3225 0 0,'-1'-1'84'0'0,"1"1"0"0"0,0 0 1 0 0,0 0-1 0 0,0-1 0 0 0,-1 1 1 0 0,1 0-1 0 0,0-1 0 0 0,0 1 1 0 0,0-1-1 0 0,0 1 1 0 0,0 0-1 0 0,0-1 0 0 0,0 1 1 0 0,0 0-1 0 0,0-1 0 0 0,0 1 1 0 0,0 0-1 0 0,0-1 0 0 0,0 1 1 0 0,0-1-1 0 0,0 1 0 0 0,0 0 1 0 0,0-1-1 0 0,1 1 0 0 0,-1 0 1 0 0,0-1-1 0 0,0 1 0 0 0,0 0 1 0 0,0 0-1 0 0,1-1 0 0 0,-1 1 1 0 0,0 0-1 0 0,0-1 1 0 0,1 1-1 0 0,-1 0 0 0 0,16-1 4266 0 0,27 15 599 0 0,-35-11-6133 0 0,25 10 734 0 0,-1 2 0 0 0,-1 1-1 0 0,0 1 1 0 0,-1 1 0 0 0,54 45-1 0 0,-65-53-1544 0 0,-19-10 1996 0 0,0 0 0 0 0,1 0 1 0 0,-1 0-1 0 0,0 0 0 0 0,1 0 0 0 0,-1 0 1 0 0,0 0-1 0 0,1-1 0 0 0,-1 1 0 0 0,0 0 1 0 0,1 0-1 0 0,-1 0 0 0 0,0 0 0 0 0,1 0 1 0 0,-1-1-1 0 0,0 1 0 0 0,1 0 0 0 0,-1 0 1 0 0,0 0-1 0 0,0-1 0 0 0,1 1 1 0 0,-1 0-1 0 0,0-1 0 0 0,0 1 0 0 0,0 0 1 0 0,1 0-1 0 0,-1-1 0 0 0,0 1 0 0 0,0 0 1 0 0,0-1-1 0 0,1-3 473 0 0,0-1 0 0 0,-1 1 0 0 0,1 0 0 0 0,-1-1-1 0 0,0 1 1 0 0,-1-7 0 0 0,0-2 759 0 0,-7-110 3078 0 0,1 40-4261 0 0,0 7-5037 0 0,4 35-869 0 0</inkml:trace>
</inkml:ink>
</file>

<file path=ppt/ink/ink3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6.3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0 111 9674 0 0,'4'-5'119'0'0,"-1"0"1"0"0,1 0-1 0 0,0 1 1 0 0,0-1-1 0 0,1 1 1 0 0,-1 0-1 0 0,1 0 0 0 0,0 0 1 0 0,9-5-1 0 0,51-25-307 0 0,-52 29-19 0 0,-1 0 1 0 0,1 1 0 0 0,0 0 0 0 0,0 1 0 0 0,1 1-1 0 0,-1 0 1 0 0,23-1 0 0 0,-32 3 145 0 0,0 1-1 0 0,-1-1 1 0 0,1 1 0 0 0,0-1-1 0 0,0 1 1 0 0,-1 0 0 0 0,1 0-1 0 0,-1 1 1 0 0,1-1 0 0 0,-1 1-1 0 0,1-1 1 0 0,-1 1-1 0 0,5 4 1 0 0,-6-4 57 0 0,0 0 0 0 0,0 1 1 0 0,0-1-1 0 0,-1 1 0 0 0,1-1 0 0 0,-1 1 0 0 0,1-1 0 0 0,-1 1 0 0 0,0 0 0 0 0,0 0 1 0 0,0-1-1 0 0,-1 1 0 0 0,1 0 0 0 0,0 0 0 0 0,-1 0 0 0 0,0 0 0 0 0,0 0 0 0 0,0 0 1 0 0,-1 6-1 0 0,-10 40 233 0 0,9-42-10 0 0,-1 1-1 0 0,2-1 0 0 0,-1 0 1 0 0,1 1-1 0 0,0-1 1 0 0,0 0-1 0 0,1 1 0 0 0,1 11 1 0 0,-1-17-170 0 0,0-1-1 0 0,1 0 1 0 0,-1 0 0 0 0,1 0-1 0 0,-1 0 1 0 0,1 0 0 0 0,-1 0-1 0 0,1 0 1 0 0,0 0 0 0 0,-1 0 0 0 0,1 0-1 0 0,0 0 1 0 0,0 0 0 0 0,0 0-1 0 0,-1 0 1 0 0,1-1 0 0 0,0 1-1 0 0,0 0 1 0 0,0-1 0 0 0,0 1 0 0 0,3 0-1 0 0,-1 0-2 0 0,0 0-1 0 0,0 0 0 0 0,0-1 1 0 0,0 1-1 0 0,0-1 1 0 0,0 0-1 0 0,0 0 0 0 0,5-1 1 0 0,4-1-12 0 0,1 0 0 0 0,-1-1 0 0 0,13-6 0 0 0,-23 9-14 0 0,-1-1-40 0 0,17-5-163 0 0,-1 0 0 0 0,1 1 1 0 0,0 1-1 0 0,0 0 0 0 0,20 0 1 0 0,-35 4 185 0 0,0-1 1 0 0,0 1 0 0 0,0 0 0 0 0,-1 1 0 0 0,1-1 0 0 0,0 0 0 0 0,0 1 0 0 0,0 0 0 0 0,0-1 0 0 0,0 1 0 0 0,-1 0 0 0 0,1 1 0 0 0,0-1 0 0 0,-1 0 0 0 0,1 1 0 0 0,-1-1 0 0 0,1 1 0 0 0,-1 0 0 0 0,0 0-1 0 0,0 0 1 0 0,0 0 0 0 0,0 0 0 0 0,0 0 0 0 0,0 1 0 0 0,0-1 0 0 0,-1 1 0 0 0,1-1 0 0 0,-1 1 0 0 0,0-1 0 0 0,0 1 0 0 0,0 0 0 0 0,0 0 0 0 0,0 0 0 0 0,-1 0 0 0 0,1-1 0 0 0,-1 1 0 0 0,0 0 0 0 0,0 0-1 0 0,0 0 1 0 0,0 4 0 0 0,-2 11-14 0 0,-1 0 0 0 0,0-1 0 0 0,-1 1 0 0 0,-1-1-1 0 0,0 0 1 0 0,-2-1 0 0 0,0 1 0 0 0,0-1 0 0 0,-2 0 0 0 0,-18 26-1 0 0,6-21-1372 0 0,16-17 550 0 0</inkml:trace>
</inkml:ink>
</file>

<file path=ppt/ink/ink3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36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9 117 12443 0 0,'-1'-1'62'0'0,"0"0"-1"0"0,0 0 1 0 0,1 0 0 0 0,-1 0 0 0 0,0 0 0 0 0,1 0 0 0 0,-1 0-1 0 0,1 0 1 0 0,-1 0 0 0 0,1 0 0 0 0,0 0 0 0 0,-1 0 0 0 0,1 0 0 0 0,0 0-1 0 0,0 0 1 0 0,0 0 0 0 0,0 0 0 0 0,0-1 0 0 0,0 1 0 0 0,0-1 0 0 0,0 1-43 0 0,1 0 1 0 0,-1 1 0 0 0,1-1 0 0 0,-1 1 0 0 0,1-1 0 0 0,-1 1 0 0 0,1 0 0 0 0,0-1 0 0 0,-1 1 0 0 0,1-1 0 0 0,0 1-1 0 0,-1 0 1 0 0,1 0 0 0 0,0-1 0 0 0,-1 1 0 0 0,1 0 0 0 0,0 0 0 0 0,-1 0 0 0 0,1 0 0 0 0,0 0 0 0 0,0 0-1 0 0,-1 0 1 0 0,2 0 0 0 0,4 0-8 0 0,-1 1-1 0 0,1 0 0 0 0,0 0 1 0 0,-1 0-1 0 0,1 1 1 0 0,9 3-1 0 0,0 4-69 0 0,0 1-1 0 0,0 0 1 0 0,-1 1 0 0 0,-1 0-1 0 0,15 15 1 0 0,22 19-383 0 0,-36-33 311 0 0,1-1 0 0 0,0-1 0 0 0,0-1-1 0 0,1 0 1 0 0,0-1 0 0 0,0 0 0 0 0,27 7 0 0 0,-42-15 133 0 0,0 1 1 0 0,0-1 0 0 0,0 0-1 0 0,-1 0 1 0 0,1 0-1 0 0,0 0 1 0 0,0 0 0 0 0,0 0-1 0 0,0 0 1 0 0,0 0 0 0 0,0 0-1 0 0,0 0 1 0 0,0 0-1 0 0,-1 0 1 0 0,1-1 0 0 0,0 1-1 0 0,0 0 1 0 0,0-1 0 0 0,0 1-1 0 0,-1-1 1 0 0,1 1-1 0 0,0-1 1 0 0,0 1 0 0 0,-1-1-1 0 0,1 1 1 0 0,1-2 0 0 0,-2 0 57 0 0,1 0 1 0 0,0 1 0 0 0,0-1 0 0 0,-1 0-1 0 0,1 0 1 0 0,-1 0 0 0 0,1 1 0 0 0,-1-1-1 0 0,0 0 1 0 0,0 0 0 0 0,0 0 0 0 0,0-3-1 0 0,-2-8 494 0 0,0 0-1 0 0,-1 0 0 0 0,-4-14 0 0 0,4 16-108 0 0,-1-4-336 0 0,0 1 1 0 0,2-1-1 0 0,0 0 1 0 0,0 0-1 0 0,2 0 0 0 0,-1 0 1 0 0,2 0-1 0 0,3-18 1 0 0,6-6-6173 0 0</inkml:trace>
</inkml:ink>
</file>

<file path=ppt/ink/ink3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1.9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58 705 6913 0 0,'-3'-1'280'0'0,"-1"-1"0"0"0,1 1 0 0 0,0-1 0 0 0,0 0 0 0 0,-1 0 0 0 0,1 0 0 0 0,1 0 0 0 0,-1 0 0 0 0,0-1 0 0 0,0 1 0 0 0,1-1 0 0 0,0 0 0 0 0,-1 0 0 0 0,1 0-1 0 0,0 0 1 0 0,0 0 0 0 0,1 0 0 0 0,-1-1 0 0 0,1 1 0 0 0,-1 0 0 0 0,1-1 0 0 0,0 1 0 0 0,1-1 0 0 0,-1 0 0 0 0,0 1 0 0 0,1-1 0 0 0,0 0 0 0 0,0 1 0 0 0,0-1 0 0 0,0 0-1 0 0,2-4 1 0 0,-2 7-157 0 0,0 0 0 0 0,0-1 0 0 0,1 1-1 0 0,-1 0 1 0 0,1-1 0 0 0,-1 1-1 0 0,1 0 1 0 0,0 0 0 0 0,0 0 0 0 0,-1 0-1 0 0,1-1 1 0 0,0 1 0 0 0,0 0-1 0 0,0 0 1 0 0,0 1 0 0 0,0-1 0 0 0,0 0-1 0 0,0 0 1 0 0,0 0 0 0 0,1 1 0 0 0,-1-1-1 0 0,2 0 1 0 0,0 0-7 0 0,-1 1 0 0 0,1 0 1 0 0,-1 0-1 0 0,0-1 0 0 0,1 2 0 0 0,-1-1 0 0 0,1 0 1 0 0,-1 0-1 0 0,0 1 0 0 0,1 0 0 0 0,-1-1 1 0 0,3 2-1 0 0,8 4 146 0 0,-1 0 1 0 0,0 1 0 0 0,19 14-1 0 0,-21-14-82 0 0,17 12-88 0 0,0-1 0 0 0,1-1-1 0 0,1-1 1 0 0,1-2-1 0 0,0-1 1 0 0,36 11 0 0 0,-63-23-82 0 0,0 0 0 0 0,1-1 0 0 0,-1 1 0 0 0,0-1 0 0 0,0 1 0 0 0,1-1 0 0 0,-1 0 0 0 0,0 0 0 0 0,1-1 0 0 0,-1 1 0 0 0,0-1 0 0 0,0 1 0 0 0,0-1 0 0 0,1 0 0 0 0,-1 0 0 0 0,0 0 0 0 0,0-1 0 0 0,0 1 0 0 0,3-3 0 0 0,-3 1 5 0 0,-1 1 1 0 0,0-1-1 0 0,0 0 1 0 0,0 0 0 0 0,0 0-1 0 0,0 0 1 0 0,0 0-1 0 0,-1-1 1 0 0,1 1-1 0 0,-1 0 1 0 0,0-1-1 0 0,0 1 1 0 0,-1-1 0 0 0,1 1-1 0 0,0-1 1 0 0,-1 1-1 0 0,0-7 1 0 0,-3-140 432 0 0,-31-221 0 0 0,27 315-484 0 0,6 42-88 0 0,-1 6-204 0 0,1-1-1 0 0,0 0 1 0 0,0 1 0 0 0,1-1 0 0 0,1 0 0 0 0,-1 0-1 0 0,1 1 1 0 0,3-14 0 0 0</inkml:trace>
</inkml:ink>
</file>

<file path=ppt/ink/ink3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2.1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2 270 9674 0 0,'-1'-7'233'0'0,"1"1"-1"0"0,0-1 1 0 0,0 0-1 0 0,1 1 1 0 0,0-1 0 0 0,0 1-1 0 0,4-12 1 0 0,18-46 1201 0 0,-15 45-1128 0 0,-5 9-409 0 0,1 1 0 0 0,0 0 0 0 0,0 0 1 0 0,1 1-1 0 0,0-1 0 0 0,0 1 0 0 0,1 0 1 0 0,0 1-1 0 0,1-1 0 0 0,-1 1 0 0 0,2 0 0 0 0,12-9 1 0 0,-8 8 86 0 0</inkml:trace>
</inkml:ink>
</file>

<file path=ppt/ink/ink3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2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4 138 7834 0 0,'-1'0'696'0'0,"-2"0"-560"0"0,6-3 552 0 0,-2 0 112 0 0,1 0 16 0 0,0-2 9 0 0,2-5-249 0 0,3-1-40 0 0,1-1-16 0 0,2-2 0 0 0,-1 1-1032 0 0,2-1-216 0 0,0 2-40 0 0,-1 0-1 0 0,4-1 585 0 0,-3 1 184 0 0</inkml:trace>
</inkml:ink>
</file>

<file path=ppt/ink/ink3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2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111 65 4145 0 0,'-33'-8'2478'0'0,"2"-4"10204"0"0,27 10-12433 0 0,-1-1 0 0 0,2 1-1 0 0,-1-1 1 0 0,0 0-1 0 0,0 0 1 0 0,1 0 0 0 0,0-1-1 0 0,-1 1 1 0 0,1-1 0 0 0,1 0-1 0 0,-5-6 1 0 0,27 27 187 0 0,-5 6-436 0 0,-2 1 0 0 0,0 0 0 0 0,-2 1 0 0 0,10 33 0 0 0,11 21 0 0 0,-14-41-53 0 0,1-1-1 0 0,2-1 1 0 0,41 55 0 0 0,6-14-6900 0 0,-47-56 252 0 0</inkml:trace>
</inkml:ink>
</file>

<file path=ppt/ink/ink3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2.9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24 171 3225 0 0,'-11'-11'288'0'0,"4"2"-288"0"0,3 1 0 0 0,3 1 0 0 0,2 1 776 0 0,0 2 104 0 0,2-1 16 0 0,2-6 8 0 0,2-5-423 0 0,4-6-97 0 0,4 1-8 0 0,2 3-8 0 0,0 3-304 0 0,0 6-64 0 0,-1 1 0 0 0</inkml:trace>
</inkml:ink>
</file>

<file path=ppt/ink/ink3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3.1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2 140 3681 0 0,'-1'0'392'0'0,"2"-1"-392"0"0,0-1 0 0 0,2 1 320 0 0,-1 0 40 0 0,0-2 16 0 0,4-2 0 0 0,2-4-312 0 0,4-2-64 0 0,2 0 0 0 0,1-4 0 0 0,0-1-456 0 0,-1 0-88 0 0,-2 1-24 0 0,-1-3 0 0 0,0 3 440 0 0</inkml:trace>
</inkml:ink>
</file>

<file path=ppt/ink/ink3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3.3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12 10594 0 0,'-12'-7'519'0'0,"3"3"287"0"0,20 18 911 0 0,7 10-740 0 0,-1 0 0 0 0,-1 1 0 0 0,14 28 0 0 0,33 86-935 0 0,-7-15-2081 0 0,-41-92-1479 0 0,-8-20-1077 0 0</inkml:trace>
</inkml:ink>
</file>

<file path=ppt/ink/ink3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3.7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31 207 4145 0 0,'-5'-12'615'0'0,"0"0"0"0"0,0-1 0 0 0,1 0 0 0 0,1 0 0 0 0,0 0-1 0 0,0 0 1 0 0,2 0 0 0 0,-1-1 0 0 0,2-21 0 0 0,0 35-605 0 0,0-1-1 0 0,0 1 1 0 0,0 0-1 0 0,0 0 1 0 0,0 0-1 0 0,0 0 1 0 0,0 0-1 0 0,0 0 1 0 0,0-1-1 0 0,0 1 1 0 0,0 0-1 0 0,0 0 1 0 0,0 0-1 0 0,0 0 1 0 0,0 0-1 0 0,0 0 1 0 0,0-1-1 0 0,1 1 1 0 0,-1 0 0 0 0,0 0-1 0 0,0 0 1 0 0,0 0-1 0 0,0 0 1 0 0,0 0-1 0 0,0 0 1 0 0,0-1-1 0 0,0 1 1 0 0,0 0-1 0 0,1 0 1 0 0,-1 0-1 0 0,0 0 1 0 0,0 0-1 0 0,0 0 1 0 0,0 0-1 0 0,0 0 1 0 0,0 0-1 0 0,1 0 1 0 0,-1 0-1 0 0,0 0 1 0 0,0 0-1 0 0,0 0 1 0 0,0 0-1 0 0,0 0 1 0 0,0 0-1 0 0,1 0 1 0 0,-1 0-1 0 0,0 0 1 0 0,0 0-1 0 0,0 0 1 0 0,0 0-1 0 0,0 0 1 0 0,0 0 0 0 0,1 0-1 0 0,-1 0 1 0 0,0 0-1 0 0,0 0 1 0 0,0 0-1 0 0,0 1 1 0 0,0-1-1 0 0,0 0 1 0 0,1 0-1 0 0,8 11 446 0 0,6 15 297 0 0,20 32 230 0 0,-26-46-700 0 0,-2 0 0 0 0,1 0 0 0 0,-2 1 0 0 0,1 0 0 0 0,6 22-1 0 0,-13-34-183 0 0,0 0-1 0 0,0 0 0 0 0,1 0 1 0 0,-1-1-1 0 0,0 1 0 0 0,0 0 0 0 0,1 0 1 0 0,-1 0-1 0 0,0 0 0 0 0,1-1 1 0 0,-1 1-1 0 0,1 0 0 0 0,-1-1 0 0 0,1 1 1 0 0,-1 0-1 0 0,1-1 0 0 0,0 1 0 0 0,-1 0 1 0 0,1-1-1 0 0,0 1 0 0 0,0-1 1 0 0,-1 1-1 0 0,1-1 0 0 0,0 0 0 0 0,0 1 1 0 0,1-1-1 0 0,0 0 18 0 0,-1 0 0 0 0,0 0-1 0 0,1 0 1 0 0,-1-1 0 0 0,1 1 0 0 0,-1-1 0 0 0,0 1 0 0 0,1-1-1 0 0,-1 1 1 0 0,0-1 0 0 0,0 0 0 0 0,0 0 0 0 0,1 0 0 0 0,-1 0-1 0 0,1-1 1 0 0,7-7 386 0 0,-1 0-1 0 0,1-1 0 0 0,6-11 0 0 0,-10 14-256 0 0,21-28 53 0 0,-6 7 122 0 0,33-37 0 0 0,-46 58-728 0 0,1 0 0 0 0,0 0-1 0 0,0 0 1 0 0,1 1 0 0 0,-1 0 0 0 0,2 0 0 0 0,-1 1 0 0 0,0 1-1 0 0,12-5 1 0 0,-5 5-6764 0 0</inkml:trace>
</inkml:ink>
</file>

<file path=ppt/ink/ink3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6.1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16 206 456 0 0,'-1'0'72'0'0,"0"0"0"0"0,0-1 0 0 0,1 1 0 0 0,-1-1 0 0 0,0 1 0 0 0,0 0 0 0 0,1-1 0 0 0,-1 1 0 0 0,0-1 0 0 0,0 0 0 0 0,1 1 0 0 0,-1-1 0 0 0,1 1 0 0 0,-1-1 0 0 0,1 0 0 0 0,-1 0 0 0 0,1 1 0 0 0,-1-1 0 0 0,1 0 0 0 0,-1 0 0 0 0,1 0 0 0 0,0 1 0 0 0,0-1 0 0 0,-1 0 0 0 0,1 0 0 0 0,0 0 0 0 0,0 0 0 0 0,0 0 0 0 0,0 0 0 0 0,0 1-1 0 0,0-1 1 0 0,0-1 0 0 0,3-30 4252 0 0,0 21-2980 0 0,-2 8-697 0 0,0-1 1 0 0,0 0-1 0 0,1 1 1 0 0,-1-1 0 0 0,1 1-1 0 0,0 0 1 0 0,-1-1-1 0 0,2 1 1 0 0,-1 0-1 0 0,3-3 1 0 0,16-25 1332 0 0,-19 25-1649 0 0,1 2-1 0 0,0-1 1 0 0,0 0-1 0 0,0 0 1 0 0,1 1 0 0 0,4-5-1 0 0,-5 6-324 0 0,0 0-1 0 0,1 0 1 0 0,-1 0-1 0 0,1 1 0 0 0,0-1 1 0 0,0 1-1 0 0,0 0 1 0 0,0 0-1 0 0,0 1 1 0 0,0-1-1 0 0,1 1 0 0 0,-1 0 1 0 0,0 0-1 0 0,1 0 1 0 0,-1 1-1 0 0,1 0 0 0 0,-1-1 1 0 0,1 1-1 0 0,-1 1 1 0 0,1-1-1 0 0,4 2 1 0 0,-3 0 0 0 0,0 0 0 0 0,-1 0 0 0 0,1 1 0 0 0,-1 0 1 0 0,0 0-1 0 0,0 0 0 0 0,0 0 0 0 0,0 1 0 0 0,0 0 1 0 0,-1 0-1 0 0,0 0 0 0 0,0 1 0 0 0,0 0 1 0 0,0-1-1 0 0,4 9 0 0 0,3 8-1 0 0,0 1-1 0 0,16 44 1 0 0,-5-6 308 0 0,-21-60-310 0 0,-1 1 1 0 0,0-1 0 0 0,1 1 0 0 0,-1-1 0 0 0,0 0-1 0 0,1 1 1 0 0,-1-1 0 0 0,0 0 0 0 0,1 1-1 0 0,-1-1 1 0 0,1 0 0 0 0,-1 1 0 0 0,1-1-1 0 0,-1 0 1 0 0,1 0 0 0 0,-1 0 0 0 0,1 0-1 0 0,-1 1 1 0 0,1-1 0 0 0,-1 0 0 0 0,1 0-1 0 0,-1 0 1 0 0,1 0 0 0 0,-1 0 0 0 0,1 0 0 0 0,-1 0-1 0 0,1 0 1 0 0,-1 0 0 0 0,1-1 0 0 0,-1 1-1 0 0,1 0 1 0 0,-1 0 0 0 0,1 0 0 0 0,-1-1-1 0 0,1 1 1 0 0,-1 0 0 0 0,1 0 0 0 0,-1-1-1 0 0,1 1 1 0 0,-1 0 0 0 0,0-1 0 0 0,1 1 0 0 0,-1-1-1 0 0,0 1 1 0 0,1 0 0 0 0,-1-1 0 0 0,1 0-1 0 0,24-26 39 0 0,-17 18 38 0 0,-7 8-74 0 0,1-1-1 0 0,-1 1 0 0 0,1 0 1 0 0,-1-1-1 0 0,1 1 0 0 0,0 0 1 0 0,0 0-1 0 0,0 0 0 0 0,0 0 1 0 0,-1 0-1 0 0,1 0 0 0 0,0 1 1 0 0,1-1-1 0 0,-1 1 0 0 0,0-1 1 0 0,0 1-1 0 0,0 0 0 0 0,0 0 1 0 0,0 0-1 0 0,0 0 0 0 0,0 0 1 0 0,0 0-1 0 0,0 1 0 0 0,0-1 1 0 0,1 1-1 0 0,-1-1 0 0 0,0 1 1 0 0,-1 0-1 0 0,1 0 0 0 0,0 0 1 0 0,0 0-1 0 0,0 0 0 0 0,0 0 1 0 0,-1 0-1 0 0,1 1 0 0 0,0-1 1 0 0,-1 0-1 0 0,2 3 0 0 0,0-1 4 0 0,-1 0-1 0 0,0 0 1 0 0,0 0-1 0 0,0 0 0 0 0,-1 0 1 0 0,1 1-1 0 0,-1-1 0 0 0,0 1 1 0 0,0-1-1 0 0,0 1 0 0 0,0-1 1 0 0,0 1-1 0 0,-1 0 1 0 0,0-1-1 0 0,0 1 0 0 0,0 0 1 0 0,0-1-1 0 0,0 1 0 0 0,-1 0 1 0 0,1-1-1 0 0,-3 7 1 0 0,-12 23-1176 0 0,11-26 647 0 0,0 0-1 0 0,1 0 1 0 0,0 1-1 0 0,1-1 1 0 0,-1 1-1 0 0,1-1 1 0 0,1 1-1 0 0,-2 9 1 0 0,3-13-1103 0 0</inkml:trace>
</inkml:ink>
</file>

<file path=ppt/ink/ink3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6.3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20 116 9674 0 0,'-2'-1'167'0'0,"1"-1"0"0"0,-1 1 0 0 0,1 0-1 0 0,0-1 1 0 0,-1 1 0 0 0,1-1 0 0 0,0 1 0 0 0,0-1 0 0 0,0 0-1 0 0,0 1 1 0 0,0-1 0 0 0,0 0 0 0 0,1 0 0 0 0,-1 0-1 0 0,0 1 1 0 0,1-1 0 0 0,0 0 0 0 0,-1 0 0 0 0,1 0 0 0 0,0 0-1 0 0,0 0 1 0 0,0 0 0 0 0,0 0 0 0 0,0 0 0 0 0,1 0 0 0 0,-1 0-1 0 0,1 1 1 0 0,-1-1 0 0 0,1 0 0 0 0,-1 0 0 0 0,1 0 0 0 0,0 0-1 0 0,0 1 1 0 0,1-3 0 0 0,1 0-275 0 0,0 0-1 0 0,0 0 1 0 0,0 0 0 0 0,0 0-1 0 0,1 1 1 0 0,-1-1 0 0 0,1 1-1 0 0,0 0 1 0 0,0 0-1 0 0,0 0 1 0 0,0 0 0 0 0,9-3-1 0 0,-1 2-4985 0 0</inkml:trace>
</inkml:ink>
</file>

<file path=ppt/ink/ink3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6.5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1 147 6913 0 0,'0'0'737'0'0,"0"-3"-57"0"0,1 0 120 0 0,3 0 16 0 0,1-3 8 0 0,0-4-216 0 0,5-4-47 0 0,1 1-9 0 0,1-2 0 0 0,1 0-1088 0 0,0 0-216 0 0,2 0-49 0 0,-2 1 1 0 0,3 3 640 0 0,-4 1 160 0 0</inkml:trace>
</inkml:ink>
</file>

<file path=ppt/ink/ink3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6.9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3 5985 0 0,'-1'0'295'0'0,"1"-1"0"0"0,-1 1-1 0 0,0 0 1 0 0,0-1 0 0 0,0 1-1 0 0,1 0 1 0 0,-1 0 0 0 0,0 0 0 0 0,0-1-1 0 0,0 1 1 0 0,0 0 0 0 0,1 0-1 0 0,-1 0 1 0 0,0 0 0 0 0,0 0-1 0 0,0 1 1 0 0,1-1 0 0 0,-1 0-1 0 0,-1 1 1 0 0,6 10 3696 0 0,30 25-54 0 0,-21-23-3156 0 0,33 46 291 0 0,71 118 0 0 0,-69-100-986 0 0,-30-47-66 0 0,22 46 0 0 0,-35-66-651 0 0,-1 1 0 0 0,0-1 0 0 0,-1 1 0 0 0,0 0 0 0 0,-1 0 0 0 0,0 0 1 0 0,0 1-1 0 0,-1 17 0 0 0,-2-20-1211 0 0,-2-2-13 0 0</inkml:trace>
</inkml:ink>
</file>

<file path=ppt/ink/ink3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7.0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3 193 7370 0 0,'-1'-3'205'0'0,"0"0"1"0"0,1 0 0 0 0,0 0 0 0 0,-1 0-1 0 0,1-1 1 0 0,0 1 0 0 0,1 0 0 0 0,-1 0-1 0 0,0 0 1 0 0,1 0 0 0 0,0 0 0 0 0,0 0-1 0 0,0 0 1 0 0,0 0 0 0 0,0 0 0 0 0,3-5-1 0 0,32-47 2340 0 0,-28 44-2242 0 0,-2 3-132 0 0,1-1 1 0 0,0 1-1 0 0,0 0 1 0 0,11-8 0 0 0,-15 14-298 0 0,-1 0 1 0 0,1 0-1 0 0,0 0 0 0 0,-1 0 1 0 0,1 0-1 0 0,0 1 1 0 0,0 0-1 0 0,1-1 1 0 0,-1 1-1 0 0,0 0 1 0 0,0 1-1 0 0,0-1 1 0 0,1 0-1 0 0,-1 1 1 0 0,0 0-1 0 0,1 0 1 0 0,5 0-1 0 0,5 5-689 0 0</inkml:trace>
</inkml:ink>
</file>

<file path=ppt/ink/ink3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7.2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0 147 6913 0 0,'4'-9'6355'0'0,"1"-8"-4480"0"0,3-9-1219 0 0,13-16-1335 0 0,7 3-3328 0 0,-17 26 2408 0 0</inkml:trace>
</inkml:ink>
</file>

<file path=ppt/ink/ink3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8.2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 6913 0 0,'0'-1'168'0'0,"0"-1"-1"0"0,-1 1 1 0 0,1-1-1 0 0,0 0 0 0 0,0 1 1 0 0,0-1-1 0 0,1 1 1 0 0,-1-1-1 0 0,0 1 0 0 0,1-1 1 0 0,-1 1-1 0 0,0-1 1 0 0,1 1-1 0 0,0-1 0 0 0,-1 1 1 0 0,1 0-1 0 0,0-1 0 0 0,0 1 1 0 0,0 0-1 0 0,0-1 1 0 0,0 1-1 0 0,0 0 0 0 0,0 0 1 0 0,0 0-1 0 0,0 0 1 0 0,3-1-1 0 0,-2 1 138 0 0,1 0 1 0 0,-1 0-1 0 0,1 0 1 0 0,0 0-1 0 0,0 0 0 0 0,-1 1 1 0 0,1-1-1 0 0,0 1 1 0 0,0 0-1 0 0,0 0 0 0 0,0 0 1 0 0,-1 0-1 0 0,1 1 1 0 0,4 0-1 0 0,-2 1-73 0 0,0-1 0 0 0,0 1 0 0 0,-1 1 0 0 0,1-1 0 0 0,0 1 0 0 0,-1 0 0 0 0,0 0 0 0 0,1 0 0 0 0,-1 0 0 0 0,0 1 0 0 0,-1 0 0 0 0,1 0 0 0 0,-1 0 0 0 0,6 8 0 0 0,5 10 246 0 0,20 41 0 0 0,-24-43-278 0 0,36 73 70 0 0,20 38-1324 0 0,-17-46-2877 0 0,-41-72 1782 0 0</inkml:trace>
</inkml:ink>
</file>

<file path=ppt/ink/ink3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8.6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 6913 0 0,'6'-19'4537'0'0,"-5"32"-3580"0"0,-4 21-79 0 0,5 66 0 0 0,0-84-309 0 0,0 0 0 0 0,2 0 0 0 0,-1-1 0 0 0,2 1 0 0 0,0-1 0 0 0,10 20 1 0 0,-14-34-511 0 0,-1 0 1 0 0,0-1 0 0 0,0 1-1 0 0,1-1 1 0 0,-1 1-1 0 0,0 0 1 0 0,0-1 0 0 0,1 1-1 0 0,-1-1 1 0 0,1 1 0 0 0,-1-1-1 0 0,1 1 1 0 0,-1-1 0 0 0,1 1-1 0 0,-1-1 1 0 0,1 0 0 0 0,-1 1-1 0 0,1-1 1 0 0,-1 0 0 0 0,1 1-1 0 0,0-1 1 0 0,-1 0 0 0 0,2 1-1 0 0,12-9 1104 0 0,-6 3-1092 0 0,1-1-51 0 0,15-11 591 0 0,51-24 0 0 0,-66 36-1049 0 0,1 1-1 0 0,0 1 0 0 0,1 0 0 0 0,-1 1 0 0 0,0 0 1 0 0,1 0-1 0 0,0 1 0 0 0,20 1 0 0 0</inkml:trace>
</inkml:ink>
</file>

<file path=ppt/ink/ink3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6:58.7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14283 0 0,'-4'1'632'0'0,"1"-1"136"0"0,3 2-616 0 0,0-1-152 0 0,1 2 0 0 0,1-2 0 0 0</inkml:trace>
</inkml:ink>
</file>

<file path=ppt/ink/ink3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1.3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25 120 6913 0 0,'-5'1'56'0'0,"-10"-1"617"0"0,15 0-620 0 0,0 0 1 0 0,0 0 0 0 0,0 0 0 0 0,0 0-1 0 0,-1 0 1 0 0,1 0 0 0 0,0 0 0 0 0,0 0-1 0 0,0 0 1 0 0,-1 0 0 0 0,1 0 0 0 0,0 0-1 0 0,0 0 1 0 0,0 0 0 0 0,0 0 0 0 0,-1 0-1 0 0,1-1 1 0 0,0 1 0 0 0,0 0 0 0 0,0 0-1 0 0,0 0 1 0 0,-1 0 0 0 0,1 0 0 0 0,0 0-1 0 0,0-1 1 0 0,0 1 0 0 0,0 0 0 0 0,0 0 0 0 0,0 0-1 0 0,-1 0 1 0 0,1-1 0 0 0,0 1 0 0 0,0 0-1 0 0,0 0 1 0 0,0 0 0 0 0,0 0 0 0 0,0-1-1 0 0,0 1 1 0 0,0 0 0 0 0,0 0 0 0 0,0 0-1 0 0,0-1 1 0 0,0 1 0 0 0,0 0 0 0 0,0 0-1 0 0,0 0 1 0 0,0-1 0 0 0,0 1 0 0 0,0 0-1 0 0,0 0 1 0 0,1 0 0 0 0,5-14 1319 0 0,-1 3-487 0 0,0 0 0 0 0,0 1 0 0 0,2-1 0 0 0,-1 1 0 0 0,1 0 0 0 0,0 1 1 0 0,14-14-1 0 0,-19 22-874 0 0,-1 0 1 0 0,0 1-1 0 0,1-1 1 0 0,-1 1 0 0 0,1-1-1 0 0,-1 1 1 0 0,1-1-1 0 0,-1 1 1 0 0,1 0-1 0 0,-1 0 1 0 0,1 0-1 0 0,-1 0 1 0 0,1 0 0 0 0,-1 0-1 0 0,1 0 1 0 0,0 0-1 0 0,-1 1 1 0 0,1-1-1 0 0,-1 0 1 0 0,0 1 0 0 0,1 0-1 0 0,-1-1 1 0 0,1 1-1 0 0,-1 0 1 0 0,0-1-1 0 0,1 1 1 0 0,-1 0-1 0 0,0 0 1 0 0,0 0 0 0 0,0 0-1 0 0,0 1 1 0 0,0-1-1 0 0,0 0 1 0 0,2 3-1 0 0,1 1 32 0 0,0 0 0 0 0,0 1 0 0 0,-1 0-1 0 0,1 0 1 0 0,-1 0 0 0 0,3 10-1 0 0,-3-1-64 0 0,0 0 0 0 0,-1 1 0 0 0,-1 0 0 0 0,0-1 0 0 0,-1 1 0 0 0,-1-1 0 0 0,-4 29 0 0 0,-2 37-43 0 0,7-81 65 0 0,0 0-1 0 0,0 0 1 0 0,0 0-1 0 0,0 1 1 0 0,0-1-1 0 0,0 0 1 0 0,0 0 0 0 0,0 0-1 0 0,0 0 1 0 0,0 0-1 0 0,0 1 1 0 0,0-1-1 0 0,0 0 1 0 0,0 0-1 0 0,0 0 1 0 0,0 0 0 0 0,0 1-1 0 0,0-1 1 0 0,0 0-1 0 0,1 0 1 0 0,-1 0-1 0 0,0 0 1 0 0,0 0-1 0 0,0 1 1 0 0,0-1-1 0 0,0 0 1 0 0,0 0 0 0 0,0 0-1 0 0,1 0 1 0 0,-1 0-1 0 0,0 0 1 0 0,0 0-1 0 0,0 0 1 0 0,0 0-1 0 0,0 0 1 0 0,1 1 0 0 0,-1-1-1 0 0,0 0 1 0 0,0 0-1 0 0,0 0 1 0 0,0 0-1 0 0,1 0 1 0 0,-1 0-1 0 0,0 0 1 0 0,0 0-1 0 0,0 0 1 0 0,0 0 0 0 0,1 0-1 0 0,-1 0 1 0 0,0 0-1 0 0,0-1 1 0 0,0 1-1 0 0,0 0 1 0 0,0 0-1 0 0,1 0 1 0 0,-1 0 0 0 0,0 0-1 0 0,0 0 1 0 0,14-11 70 0 0,10-16 33 0 0,-10 9 6 0 0,1 2-1 0 0,19-18 0 0 0,-29 29-79 0 0,0 1-1 0 0,0-1 0 0 0,1 1 1 0 0,0 1-1 0 0,0-1 0 0 0,0 1 1 0 0,0 0-1 0 0,1 0 0 0 0,-1 1 1 0 0,1 0-1 0 0,8-2 0 0 0,-13 4-26 0 0,0-1-1 0 0,0 1 0 0 0,0 0 0 0 0,-1 0 0 0 0,1 0 0 0 0,0 1 1 0 0,0-1-1 0 0,0 0 0 0 0,-1 1 0 0 0,1-1 0 0 0,0 1 0 0 0,-1 0 1 0 0,1-1-1 0 0,0 1 0 0 0,-1 0 0 0 0,1 0 0 0 0,-1 0 1 0 0,1 0-1 0 0,-1 0 0 0 0,3 3 0 0 0,-2-1 0 0 0,1 0-1 0 0,-1 0 1 0 0,0 1-1 0 0,0-1 0 0 0,-1 1 1 0 0,1-1-1 0 0,-1 1 1 0 0,1 0-1 0 0,0 5 1 0 0,0 5-7 0 0,0 0 0 0 0,0 0-1 0 0,-1 0 1 0 0,-2 18 0 0 0,1-26 8 0 0,0 0 0 0 0,0 0-1 0 0,-1 0 1 0 0,0 0 0 0 0,0-1 0 0 0,-1 1 0 0 0,1 0-1 0 0,-1-1 1 0 0,0 1 0 0 0,-1-1 0 0 0,1 1 0 0 0,-1-1 0 0 0,0 0-1 0 0,-1 0 1 0 0,1 0 0 0 0,-1-1 0 0 0,0 1 0 0 0,-9 7-1 0 0,-32 30-3618 0 0</inkml:trace>
</inkml:ink>
</file>

<file path=ppt/ink/ink3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1.8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25 288 6449 0 0,'-20'-13'520'0'0,"20"13"-440"0"0,0-1-1 0 0,-1 1 1 0 0,1 0-1 0 0,0 0 1 0 0,-1-1 0 0 0,1 1-1 0 0,0-1 1 0 0,-1 1-1 0 0,1 0 1 0 0,0-1-1 0 0,0 1 1 0 0,-1 0 0 0 0,1-1-1 0 0,0 1 1 0 0,0-1-1 0 0,0 1 1 0 0,0-1-1 0 0,0 1 1 0 0,-1-1 0 0 0,1 1-1 0 0,0 0 1 0 0,0-1-1 0 0,0 1 1 0 0,0-1-1 0 0,0 1 1 0 0,0-1 0 0 0,1 1-1 0 0,-1-1 1 0 0,0 1-1 0 0,0-1 1 0 0,0 1-1 0 0,0 0 1 0 0,0-1 0 0 0,1 1-1 0 0,-1-1 1 0 0,0 1-1 0 0,0 0 1 0 0,1-1-1 0 0,-1 1 1 0 0,0 0 0 0 0,1-1-1 0 0,-1 1 1 0 0,0 0-1 0 0,1-1 1 0 0,-1 1-1 0 0,0 0 1 0 0,1 0 0 0 0,-1-1-1 0 0,1 1 1 0 0,4-1 370 0 0,-1 1-1 0 0,1 0 1 0 0,-1 0 0 0 0,1 0 0 0 0,-1 1 0 0 0,1-1 0 0 0,-1 1 0 0 0,0 0 0 0 0,1 0-1 0 0,4 2 1 0 0,1 0 92 0 0,3 1-319 0 0,0-1 0 0 0,0 2-1 0 0,-1 0 1 0 0,0 0 0 0 0,0 1 0 0 0,-1 1 0 0 0,1 0-1 0 0,11 10 1 0 0,2 5-68 0 0,45 50-1 0 0,-65-66-109 0 0,-2-3-9 0 0,-1 0 0 0 0,0 0 0 0 0,1 0 0 0 0,0 0 0 0 0,0 0 0 0 0,-1-1 0 0 0,2 1 0 0 0,-1-1 0 0 0,0 0 0 0 0,0 0 0 0 0,1 0 0 0 0,-1 0 0 0 0,6 1 0 0 0,-8-3 36 0 0,-1-1 0 0 0,1 0 0 0 0,0 1-1 0 0,-1-1 1 0 0,1 0 0 0 0,-1 0 0 0 0,1 1-1 0 0,-1-1 1 0 0,0 0 0 0 0,1 0 0 0 0,-1 0-1 0 0,0 0 1 0 0,0 1 0 0 0,1-1 0 0 0,-1 0-1 0 0,0 0 1 0 0,0 0 0 0 0,0 0 0 0 0,0 0-1 0 0,0 0 1 0 0,0 0 0 0 0,0 0 0 0 0,0 0-1 0 0,-1 1 1 0 0,1-1 0 0 0,-1-2 0 0 0,-4-28 845 0 0,5 31-898 0 0,-13-57 514 0 0,-18-100-21 0 0,28 134-597 0 0,0 0-1 0 0,2 0 0 0 0,1 0 0 0 0,6-43 1 0 0,-6 63-232 0 0,1 1 1 0 0,-1-1-1 0 0,1 1 1 0 0,-1-1 0 0 0,1 0-1 0 0,0 1 1 0 0,0-1-1 0 0,0 1 1 0 0,0 0 0 0 0,1-1-1 0 0,1-2 1 0 0</inkml:trace>
</inkml:ink>
</file>

<file path=ppt/ink/ink3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3.3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121 963 3225 0 0,'-14'9'308'0'0,"0"0"1"0"0,-14 14 0 0 0,17-13 570 0 0,0-1-1 0 0,-1-1 1 0 0,-18 11 0 0 0,61-37 2547 0 0,16-16-2464 0 0,-19 13-137 0 0,9-5 119 0 0,6-6 31 0 0,1 2-1 0 0,2 2 1 0 0,80-37-1 0 0,-70 39-664 0 0,-2-3 0 0 0,-1-2 0 0 0,78-60 0 0 0,57-35 620 0 0,-97 68-526 0 0,-2-4 1 0 0,-3-4-1 0 0,96-94 1 0 0,-154 133-267 0 0,1 2 1 0 0,1 1 0 0 0,2 1-1 0 0,37-20 1 0 0,-68 42-435 0 0,8-3 313 0 0</inkml:trace>
</inkml:ink>
</file>

<file path=ppt/ink/ink3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4.5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22 299 3225 0 0,'-4'-11'677'0'0,"0"0"0"0"0,0 0 0 0 0,1 0 0 0 0,1-1 0 0 0,0 1 1 0 0,1-1-1 0 0,0 0 0 0 0,0 0 0 0 0,1 1 0 0 0,1-1 0 0 0,0 0 0 0 0,1 1 1 0 0,0-1-1 0 0,1 0 0 0 0,4-12 0 0 0,-3 16-440 0 0,0 0-1 0 0,0 1 1 0 0,1 0-1 0 0,-1 0 1 0 0,2 0-1 0 0,-1 0 1 0 0,1 1 0 0 0,0 0-1 0 0,0 0 1 0 0,1 1-1 0 0,12-9 1 0 0,-17 12-204 0 0,1 1 1 0 0,-1-1-1 0 0,1 1 1 0 0,-1 0-1 0 0,1-1 1 0 0,0 1-1 0 0,0 1 1 0 0,-1-1 0 0 0,1 0-1 0 0,0 1 1 0 0,0-1-1 0 0,0 1 1 0 0,0 0-1 0 0,0 0 1 0 0,0 0-1 0 0,-1 0 1 0 0,1 1-1 0 0,0-1 1 0 0,0 1-1 0 0,0-1 1 0 0,0 1-1 0 0,-1 0 1 0 0,1 0-1 0 0,0 1 1 0 0,-1-1 0 0 0,1 0-1 0 0,-1 1 1 0 0,1-1-1 0 0,-1 1 1 0 0,0 0-1 0 0,0 0 1 0 0,0 0-1 0 0,0 0 1 0 0,0 0-1 0 0,0 1 1 0 0,0-1-1 0 0,1 4 1 0 0,5 10 24 0 0,0-1 0 0 0,-2 1-1 0 0,0 0 1 0 0,-1 1 0 0 0,0 0 0 0 0,-1 0 0 0 0,-1 0-1 0 0,1 22 1 0 0,-3-22-7 0 0,1-1 1 0 0,0 1-1 0 0,2-1 0 0 0,0 0 0 0 0,0 0 0 0 0,2 0 1 0 0,0 0-1 0 0,1-1 0 0 0,10 18 0 0 0,-15-30 8 0 0,-1-1 0 0 0,1 1 0 0 0,0-1 0 0 0,0 1-1 0 0,1-1 1 0 0,-1 0 0 0 0,0 0 0 0 0,1 0 0 0 0,-1 0 0 0 0,1 0 0 0 0,-1-1-1 0 0,1 1 1 0 0,0-1 0 0 0,0 0 0 0 0,0 1 0 0 0,0-1 0 0 0,0-1 0 0 0,6 2-1 0 0,-5-2 18 0 0,-1 0 0 0 0,1-1 0 0 0,0 1 0 0 0,-1-1 0 0 0,1 0 0 0 0,-1 0 0 0 0,1 0 0 0 0,-1-1-1 0 0,1 1 1 0 0,-1-1 0 0 0,0 0 0 0 0,0 0 0 0 0,0 0 0 0 0,0 0 0 0 0,0 0 0 0 0,3-4 0 0 0,21-22-148 0 0,-1 0 0 0 0,-2-2 0 0 0,22-33 0 0 0,12-17-5340 0 0,-41 60-571 0 0</inkml:trace>
</inkml:ink>
</file>

<file path=ppt/ink/ink3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4.8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11 5985 0 0,'-24'-10'9263'0'0,"32"23"-8085"0"0,130 166 3199 0 0,4-3-6068 0 0,-134-166-283 0 0</inkml:trace>
</inkml:ink>
</file>

<file path=ppt/ink/ink3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5.1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104 1 3225 0 0,'-5'3'84'0'0,"0"1"-1"0"0,0 0 1 0 0,0 0 0 0 0,1 0 0 0 0,0 1 0 0 0,0 0-1 0 0,0-1 1 0 0,-4 8 0 0 0,7-10 127 0 0,-8 11 401 0 0,1 0 0 0 0,0 1 0 0 0,1-1 0 0 0,-7 21 0 0 0,11-27-234 0 0,1-1 1 0 0,0 1-1 0 0,0-1 1 0 0,1 1-1 0 0,0-1 0 0 0,0 1 1 0 0,0 0-1 0 0,1 0 1 0 0,0 0-1 0 0,1-1 0 0 0,-1 1 1 0 0,3 10-1 0 0,-2-15-228 0 0,0 1 1 0 0,-1-1-1 0 0,2 1 0 0 0,-1-1 0 0 0,0 0 1 0 0,0 1-1 0 0,1-1 0 0 0,-1 0 0 0 0,1 0 0 0 0,-1 0 1 0 0,1 0-1 0 0,0 0 0 0 0,0 0 0 0 0,0-1 1 0 0,0 1-1 0 0,0-1 0 0 0,0 1 0 0 0,1-1 0 0 0,-1 0 1 0 0,0 0-1 0 0,1 0 0 0 0,-1 0 0 0 0,1 0 1 0 0,-1 0-1 0 0,1-1 0 0 0,0 1 0 0 0,-1-1 0 0 0,1 0 1 0 0,-1 0-1 0 0,1 0 0 0 0,0 0 0 0 0,-1 0 1 0 0,1 0-1 0 0,-1-1 0 0 0,1 1 0 0 0,0-1 0 0 0,-1 0 1 0 0,5-2-1 0 0,9-3 380 0 0,0-1-1 0 0,-1-1 1 0 0,1 0 0 0 0,21-17 0 0 0,-28 19-356 0 0,19-13 67 0 0,27-18 63 0 0,-50 34-883 0 0,1 1 0 0 0,-1-1 0 0 0,1 1 0 0 0,0 0-1 0 0,6 0 1 0 0,-1 0-754 0 0</inkml:trace>
</inkml:ink>
</file>

<file path=ppt/ink/ink3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6.1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50 232 2040 0 0,'-6'-8'294'0'0,"-2"-1"1013"0"0,1 0 1 0 0,0 0-1 0 0,-7-12 0 0 0,13 19-1157 0 0,0 1-1 0 0,0-1 0 0 0,0 1 0 0 0,1-1 0 0 0,-1 0 1 0 0,0 1-1 0 0,1-1 0 0 0,-1 0 0 0 0,1 1 1 0 0,0-1-1 0 0,-1 0 0 0 0,1 0 0 0 0,0 1 0 0 0,0-1 1 0 0,0 0-1 0 0,0 0 0 0 0,0 1 0 0 0,1-1 0 0 0,-1 0 1 0 0,1 1-1 0 0,-1-1 0 0 0,1 0 0 0 0,-1 1 0 0 0,1-1 1 0 0,0 0-1 0 0,0 1 0 0 0,0-1 0 0 0,1-1 1 0 0,0 2 15 0 0,-1 0 0 0 0,1 0 0 0 0,-1 0 1 0 0,1 0-1 0 0,-1 1 0 0 0,1-1 1 0 0,0 1-1 0 0,-1-1 0 0 0,1 1 1 0 0,0-1-1 0 0,-1 1 0 0 0,1 0 1 0 0,0 0-1 0 0,-1 0 0 0 0,1 0 1 0 0,0 0-1 0 0,0 0 0 0 0,-1 1 1 0 0,1-1-1 0 0,0 0 0 0 0,-1 1 1 0 0,1 0-1 0 0,-1-1 0 0 0,1 1 1 0 0,-1 0-1 0 0,1 0 0 0 0,-1-1 0 0 0,1 1 1 0 0,-1 0-1 0 0,2 2 0 0 0,6 3 137 0 0,-1 1-1 0 0,0 0 0 0 0,10 10 0 0 0,25 36 117 0 0,-24-29-265 0 0,27 28 0 0 0,-40-47-84 0 0,0 0 0 0 0,0 0 0 0 0,0 0 1 0 0,1 0-1 0 0,-1-1 0 0 0,1 0 0 0 0,0-1 1 0 0,0 1-1 0 0,14 3 0 0 0,-19-7 0 0 0,0 1-1 0 0,-1-1 0 0 0,1 0 1 0 0,0-1-1 0 0,-1 1 0 0 0,1 0 1 0 0,0 0-1 0 0,-1-1 0 0 0,1 1 1 0 0,-1-1-1 0 0,1 1 0 0 0,-1-1 1 0 0,1 0-1 0 0,-1 1 0 0 0,1-1 1 0 0,-1 0-1 0 0,0 0 0 0 0,1 0 1 0 0,-1 0-1 0 0,0-1 0 0 0,0 1 1 0 0,0 0-1 0 0,0 0 0 0 0,0-1 1 0 0,2-2-1 0 0,23-44 989 0 0,-19 33-943 0 0,18-35 200 0 0,5-9-303 0 0,42-63 0 0 0,-69 119-469 0 0,0-1 1 0 0,0 1-1 0 0,1-1 1 0 0,-1 1-1 0 0,1 0 1 0 0,6-4 0 0 0</inkml:trace>
</inkml:ink>
</file>

<file path=ppt/ink/ink3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07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31 300 1840 0 0,'-5'-7'657'0'0,"-15"-23"2081"0"0,19 28-2458 0 0,1 1 0 0 0,-1 0 0 0 0,0 0 0 0 0,1 0-1 0 0,-1-1 1 0 0,1 1 0 0 0,-1 0 0 0 0,1-1 0 0 0,0 1 0 0 0,-1 0-1 0 0,1-1 1 0 0,0 1 0 0 0,0 0 0 0 0,0-1 0 0 0,0 1 0 0 0,0 0-1 0 0,0-1 1 0 0,1 1 0 0 0,-1-1 0 0 0,1-1 0 0 0,0 2-136 0 0,-1 1 0 0 0,1-1 0 0 0,0 1 1 0 0,0-1-1 0 0,0 1 0 0 0,-1 0 0 0 0,1-1 1 0 0,0 1-1 0 0,0 0 0 0 0,0 0 0 0 0,0-1 1 0 0,0 1-1 0 0,0 0 0 0 0,0 0 0 0 0,0 0 1 0 0,-1 0-1 0 0,1 0 0 0 0,0 0 0 0 0,0 0 1 0 0,0 1-1 0 0,0-1 0 0 0,0 0 0 0 0,0 0 1 0 0,0 1-1 0 0,-1-1 0 0 0,1 0 0 0 0,0 1 1 0 0,0-1-1 0 0,0 1 0 0 0,-1-1 0 0 0,2 2 1 0 0,25 16 1175 0 0,-27-18-1292 0 0,59 50 2031 0 0,-24-20-1529 0 0,67 46 1 0 0,-99-75-472 0 0,0 0 0 0 0,-1 1 1 0 0,1-1-1 0 0,0 0 0 0 0,-1 0 0 0 0,1-1 0 0 0,0 1 0 0 0,0 0 0 0 0,0-1 0 0 0,0 0 0 0 0,0 0 0 0 0,0 0 0 0 0,0 0 0 0 0,-1 0 0 0 0,7-2 0 0 0,-4 1 38 0 0,1-1 1 0 0,-1 0-1 0 0,1 0 0 0 0,-1-1 0 0 0,0 0 0 0 0,0 0 0 0 0,7-5 1 0 0,3-4 78 0 0,-1-1-1 0 0,0 0 1 0 0,21-28 0 0 0,-23 22-104 0 0,0 0 0 0 0,-1 0-1 0 0,-1-1 1 0 0,-1 0 0 0 0,10-35 0 0 0,-12 34-164 0 0,0 0 0 0 0,2 0 0 0 0,1 1 0 0 0,0 0 0 0 0,15-21 0 0 0,-11 25-68 0 0</inkml:trace>
</inkml:ink>
</file>

<file path=ppt/ink/ink3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3.4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1 328 456 0 0,'2'-6'483'0'0,"0"0"0"0"0,1 0 0 0 0,0 1 0 0 0,0-1 0 0 0,0 1 0 0 0,1-1 0 0 0,-1 1-1 0 0,8-7 424 0 0,2 6 3948 0 0,-12 5-4712 0 0,0 0 1 0 0,0 1 0 0 0,0-1 0 0 0,0 0 0 0 0,0 1 0 0 0,0-1-1 0 0,0 1 1 0 0,0-1 0 0 0,0 1 0 0 0,0-1 0 0 0,1 1 0 0 0,-1 0-1 0 0,0 0 1 0 0,0-1 0 0 0,1 1 0 0 0,0 0 0 0 0,3 1 87 0 0,-1 0 1 0 0,1 1-1 0 0,0-1 1 0 0,-1 1-1 0 0,0 0 1 0 0,1 0-1 0 0,-1 0 1 0 0,0 1-1 0 0,0-1 1 0 0,-1 1-1 0 0,1 0 1 0 0,3 4-1 0 0,43 48 282 0 0,-8-7-208 0 0,-37-44-258 0 0,-1 0-1 0 0,1-1 1 0 0,0 1-1 0 0,0-1 0 0 0,0 0 1 0 0,1 0-1 0 0,-1 0 0 0 0,1-1 1 0 0,-1 0-1 0 0,1 0 0 0 0,0-1 1 0 0,7 2-1 0 0,-10-3 62 0 0,0 0 1 0 0,0 0-1 0 0,0 0 0 0 0,0 0 0 0 0,0-1 0 0 0,0 0 1 0 0,0 1-1 0 0,0-1 0 0 0,-1 0 0 0 0,1 0 1 0 0,0-1-1 0 0,-1 1 0 0 0,1 0 0 0 0,-1-1 1 0 0,1 0-1 0 0,-1 1 0 0 0,1-1 0 0 0,-1 0 0 0 0,0 0 1 0 0,0 0-1 0 0,0-1 0 0 0,0 1 0 0 0,-1 0 1 0 0,1-1-1 0 0,-1 1 0 0 0,3-6 0 0 0,26-57 1184 0 0,32-100-1 0 0,-8 19-2304 0 0,-53 144 770 0 0,2-5-966 0 0</inkml:trace>
</inkml:ink>
</file>

<file path=ppt/ink/ink3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4.0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103 252 2761 0 0,'-19'-3'972'0'0,"0"0"0"0"0,0 2 0 0 0,-21 0 0 0 0,40 1-917 0 0,0 0-1 0 0,0 0 1 0 0,0 0-1 0 0,-1 0 1 0 0,1 0-1 0 0,0 0 0 0 0,0 0 1 0 0,0 0-1 0 0,-1 0 1 0 0,1 1-1 0 0,0-1 1 0 0,0 0-1 0 0,-1 0 0 0 0,1 0 1 0 0,0 0-1 0 0,0 0 1 0 0,0 0-1 0 0,0 0 1 0 0,-1 1-1 0 0,1-1 1 0 0,0 0-1 0 0,0 0 0 0 0,0 0 1 0 0,0 1-1 0 0,0-1 1 0 0,0 0-1 0 0,-1 0 1 0 0,1 0-1 0 0,0 0 0 0 0,0 1 1 0 0,0-1-1 0 0,0 0 1 0 0,0 0-1 0 0,0 1 1 0 0,0-1-1 0 0,0 0 0 0 0,0 0 1 0 0,0 0-1 0 0,0 1 1 0 0,0-1-1 0 0,0 0 1 0 0,0 0-1 0 0,0 1 0 0 0,0-1 1 0 0,0 0-1 0 0,0 0 1 0 0,0 0-1 0 0,1 1 1 0 0,-1-1-1 0 0,0 0 0 0 0,0 0 1 0 0,11 19 1226 0 0,18 17 241 0 0,-18-25-1071 0 0,0 0 1 0 0,1 0-1 0 0,0-1 1 0 0,0-1-1 0 0,1 0 1 0 0,1-1-1 0 0,0 0 1 0 0,20 8-1 0 0,-29-14-321 0 0,1 0 0 0 0,-1 0 0 0 0,1-1 1 0 0,-1 0-1 0 0,1 0 0 0 0,0 0 0 0 0,0-1 0 0 0,-1 0 0 0 0,1 0 1 0 0,0 0-1 0 0,0-1 0 0 0,-1 0 0 0 0,1 0 0 0 0,0 0 0 0 0,-1-1 1 0 0,1 0-1 0 0,-1 0 0 0 0,0 0 0 0 0,1-1 0 0 0,-1 1 0 0 0,0-1 0 0 0,-1-1 1 0 0,1 1-1 0 0,-1-1 0 0 0,1 0 0 0 0,4-5 0 0 0,13-17 333 0 0,0-2-1 0 0,-2-1 1 0 0,29-55 0 0 0,-31 51-486 0 0,2 0 0 0 0,42-54 0 0 0,-56 81-532 0 0,-1 1 0 0 0,1-1 1 0 0,0 1-1 0 0,0 0 0 0 0,11-6 0 0 0,-1 3-6140 0 0</inkml:trace>
</inkml:ink>
</file>

<file path=ppt/ink/ink3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4.6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1 436 6913 0 0,'0'0'529'0'0,"26"13"3497"0"0,50 17-256 0 0,-51-21-3241 0 0,0 2 1 0 0,0 0-1 0 0,24 16 1 0 0,-21-8 160 0 0,-2-2 1017 0 0,45 23-1 0 0,-70-39-1663 0 0,0-1-1 0 0,1 1 0 0 0,-1-1 0 0 0,1 0 1 0 0,0 0-1 0 0,-1 0 0 0 0,1 0 0 0 0,-1 0 1 0 0,1 0-1 0 0,-1 0 0 0 0,1 0 0 0 0,-1-1 1 0 0,1 1-1 0 0,-1-1 0 0 0,1 1 1 0 0,-1-1-1 0 0,0 1 0 0 0,1-1 0 0 0,-1 0 1 0 0,0 0-1 0 0,1 0 0 0 0,-1 0 0 0 0,0 0 1 0 0,0 0-1 0 0,0 0 0 0 0,0 0 0 0 0,0 0 1 0 0,0 0-1 0 0,0-1 0 0 0,0 1 1 0 0,0 0-1 0 0,-1-1 0 0 0,2-1 0 0 0,4-7 26 0 0,0-2 0 0 0,-1 1 0 0 0,4-13-1 0 0,-5 13 67 0 0,25-76 157 0 0,21-106 1 0 0,-3 11-2135 0 0,-27 120-6043 0 0</inkml:trace>
</inkml:ink>
</file>

<file path=ppt/ink/ink3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6.8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29 225 920 0 0,'-1'-7'760'0'0,"1"1"1"0"0,-1 0-1 0 0,-1 0 0 0 0,1 0 0 0 0,-1 0 0 0 0,0 0 0 0 0,-4-8 0 0 0,4 10-331 0 0,0 0 0 0 0,0 0 1 0 0,0-1-1 0 0,1 1 0 0 0,0 0 0 0 0,0-1 0 0 0,0 1 0 0 0,0-1 0 0 0,1 1 0 0 0,-1-1 0 0 0,1 0 0 0 0,0 1 0 0 0,1-1 0 0 0,-1 1 0 0 0,1-1 0 0 0,1-4 0 0 0,1 3-175 0 0,0 1 1 0 0,0 0-1 0 0,0 0 0 0 0,1 0 0 0 0,-1 0 1 0 0,1 1-1 0 0,0-1 0 0 0,1 1 1 0 0,-1 0-1 0 0,1 0 0 0 0,0 1 0 0 0,0-1 1 0 0,0 1-1 0 0,0 0 0 0 0,7-2 1 0 0,-6 2-191 0 0,-1 0 0 0 0,1 1 0 0 0,0 0 0 0 0,0 0 0 0 0,0 0 0 0 0,0 1 0 0 0,0 0 0 0 0,1 0 0 0 0,-1 0 0 0 0,0 1 0 0 0,0 0 0 0 0,1 0 0 0 0,-1 1 0 0 0,9 1 0 0 0,-11 0-62 0 0,-1-1 1 0 0,0 1-1 0 0,0 0 1 0 0,-1 0-1 0 0,1 0 0 0 0,0 0 1 0 0,-1 1-1 0 0,1-1 0 0 0,-1 1 1 0 0,0-1-1 0 0,1 1 0 0 0,-1 0 1 0 0,-1 0-1 0 0,1 0 0 0 0,0 0 1 0 0,-1 0-1 0 0,1 0 1 0 0,-1 0-1 0 0,0 1 0 0 0,0-1 1 0 0,0 0-1 0 0,-1 1 0 0 0,1-1 1 0 0,-1 6-1 0 0,2 10-21 0 0,-2 0 0 0 0,0-1 1 0 0,-4 23-1 0 0,3-32 27 0 0,-4 31 31 0 0,2-29 10 0 0,1 0 0 0 0,1 0 0 0 0,0 0 0 0 0,0 1 0 0 0,1-1 0 0 0,1 0 0 0 0,0 1 0 0 0,4 19 0 0 0,-4-29-43 0 0,-1-1-1 0 0,1 0 0 0 0,0 0 1 0 0,0 1-1 0 0,0-1 0 0 0,0 0 0 0 0,0 0 1 0 0,0 0-1 0 0,1 0 0 0 0,-1 0 1 0 0,0 0-1 0 0,0-1 0 0 0,1 1 1 0 0,-1 0-1 0 0,0-1 0 0 0,1 1 1 0 0,-1-1-1 0 0,1 1 0 0 0,-1-1 1 0 0,1 1-1 0 0,-1-1 0 0 0,1 0 1 0 0,-1 0-1 0 0,1 0 0 0 0,-1 0 1 0 0,1 0-1 0 0,-1 0 0 0 0,1 0 0 0 0,2-2 1 0 0,52-12 238 0 0,-44 10-136 0 0,-8 3-104 0 0,-1 0 0 0 0,1 0 0 0 0,0 0 0 0 0,-1 0 0 0 0,1 1 0 0 0,0 0 0 0 0,-1 0-1 0 0,1 0 1 0 0,0 0 0 0 0,-1 0 0 0 0,1 1 0 0 0,0-1 0 0 0,-1 1 0 0 0,1 0 0 0 0,-1 0-1 0 0,7 4 1 0 0,-8-4-3 0 0,0 1 0 0 0,0-1 0 0 0,-1 1-1 0 0,1-1 1 0 0,-1 1 0 0 0,1 0 0 0 0,-1 0-1 0 0,0 0 1 0 0,0 0 0 0 0,0 0 0 0 0,0 0-1 0 0,0 0 1 0 0,0 0 0 0 0,-1 0 0 0 0,1 0-1 0 0,0 0 1 0 0,-1 0 0 0 0,0 1 0 0 0,0-1 0 0 0,0 0-1 0 0,0 0 1 0 0,0 1 0 0 0,0-1 0 0 0,0 0-1 0 0,-1 0 1 0 0,1 1 0 0 0,-1-1 0 0 0,-1 4-1 0 0,-8 24-373 0 0,-1-1 0 0 0,-2 0-1 0 0,0-1 1 0 0,-29 43 0 0 0,30-52-343 0 0</inkml:trace>
</inkml:ink>
</file>

<file path=ppt/ink/ink3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7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0 256 5985 0 0,'7'-12'4532'0'0,"-4"16"-3591"0"0,18 34 749 0 0,64 107 1864 0 0,-71-124-3161 0 0,0-1 0 0 0,2 0 1 0 0,1-2-1 0 0,32 30 0 0 0,-49-48-364 0 0,0 1-1 0 0,1-1 1 0 0,-1 1-1 0 0,1-1 1 0 0,-1 1-1 0 0,1-1 1 0 0,-1 1-1 0 0,1-1 1 0 0,-1 1-1 0 0,1-1 1 0 0,-1 0-1 0 0,1 1 1 0 0,-1-1-1 0 0,1 0 1 0 0,0 1 0 0 0,-1-1-1 0 0,1 0 1 0 0,0 0-1 0 0,-1 0 1 0 0,1 0-1 0 0,0 0 1 0 0,-1 1-1 0 0,1-1 1 0 0,0 0-1 0 0,-1 0 1 0 0,1-1-1 0 0,0 1 1 0 0,-1 0-1 0 0,1 0 1 0 0,0 0 0 0 0,-1 0-1 0 0,1-1 1 0 0,0 1-1 0 0,-1 0 1 0 0,1 0-1 0 0,-1-1 1 0 0,1 1-1 0 0,0-1 1 0 0,-1 1-1 0 0,1 0 1 0 0,-1-1-1 0 0,1 1 1 0 0,-1-1-1 0 0,1 1 1 0 0,-1-1-1 0 0,0 1 1 0 0,1-1 0 0 0,-1 0-1 0 0,0 1 1 0 0,1-1-1 0 0,-1 0 1 0 0,0 1-1 0 0,0-1 1 0 0,0 1-1 0 0,1-1 1 0 0,-1 0-1 0 0,0 1 1 0 0,0-1-1 0 0,0 0 1 0 0,0-1 0 0 0,1-7 240 0 0,0-1 0 0 0,-1 1 0 0 0,-1-15 0 0 0,1 16-173 0 0,-15-144 1070 0 0,-1-7-564 0 0,16 138-1717 0 0,0 1 0 0 0,2 0 0 0 0,0 0 0 0 0,1-1 0 0 0,10-33 1 0 0,-6 33-6040 0 0</inkml:trace>
</inkml:ink>
</file>

<file path=ppt/ink/ink3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7.6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53 664 9218 0 0,'-4'1'253'0'0,"-1"0"1"0"0,0-1-1 0 0,1 0 0 0 0,-1 0 1 0 0,0 0-1 0 0,1 0 1 0 0,-6-2-1 0 0,9 2-155 0 0,1 0-1 0 0,-1 0 1 0 0,1 0 0 0 0,-1-1 0 0 0,1 1 0 0 0,-1 0-1 0 0,1 0 1 0 0,-1-1 0 0 0,1 1 0 0 0,-1 0 0 0 0,1-1-1 0 0,-1 1 1 0 0,1 0 0 0 0,-1-1 0 0 0,1 1-1 0 0,0-1 1 0 0,-1 1 0 0 0,1-1 0 0 0,0 1 0 0 0,0-1-1 0 0,-1 1 1 0 0,1-1 0 0 0,0 1 0 0 0,0-1 0 0 0,-1 0-1 0 0,2-1 27 0 0,-1 1 0 0 0,0-1-1 0 0,0 1 1 0 0,1 0 0 0 0,-1-1 0 0 0,0 1-1 0 0,1-1 1 0 0,0 1 0 0 0,-1 0 0 0 0,1-1-1 0 0,0 1 1 0 0,0 0 0 0 0,-1-1 0 0 0,3-1-1 0 0,13-13 432 0 0,1 0-1 0 0,0 1 0 0 0,1 1 0 0 0,0 0 1 0 0,1 1-1 0 0,30-14 0 0 0,-16 8 215 0 0,77-43 128 0 0,182-75-1 0 0,-193 91-893 0 0,94-58 0 0 0,26-14-76 0 0,-207 112-574 0 0,1 1 0 0 0,-1 0 1 0 0,1 1-1 0 0,26-5 0 0 0</inkml:trace>
</inkml:ink>
</file>

<file path=ppt/ink/ink3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8.1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29 177 1840 0 0,'-2'-1'216'0'0,"0"-1"0"0"0,0 1 0 0 0,0-1 0 0 0,0 1 0 0 0,0-1 0 0 0,0 1 0 0 0,1-1-1 0 0,-1 0 1 0 0,1 0 0 0 0,-1 0 0 0 0,1 0 0 0 0,0 0 0 0 0,0 0 0 0 0,0 0 0 0 0,0-1-1 0 0,0 1 1 0 0,0 0 0 0 0,1-1 0 0 0,-1 1 0 0 0,1 0 0 0 0,0-1 0 0 0,-1 1 0 0 0,1-1-1 0 0,0 1 1 0 0,0 0 0 0 0,1-1 0 0 0,-1 1 0 0 0,0 0 0 0 0,2-5 0 0 0,-1 2 205 0 0,1 0 0 0 0,-1 1 1 0 0,1-1-1 0 0,0 1 0 0 0,0-1 1 0 0,0 1-1 0 0,0 0 0 0 0,1 0 1 0 0,0 0-1 0 0,0 0 0 0 0,0 1 0 0 0,0-1 1 0 0,1 1-1 0 0,4-4 0 0 0,1 0 54 0 0,1 2 0 0 0,0-1-1 0 0,0 2 1 0 0,0-1-1 0 0,0 1 1 0 0,1 1-1 0 0,0-1 1 0 0,0 2-1 0 0,20-3 1 0 0,-27 5-447 0 0,0 0 0 0 0,1 0 0 0 0,-1 0 0 0 0,0 0 0 0 0,0 1 0 0 0,0-1 0 0 0,0 1 0 0 0,0 0 0 0 0,0 1 0 0 0,0-1 0 0 0,0 1 0 0 0,0-1 0 0 0,-1 1 0 0 0,1 0 0 0 0,-1 1 0 0 0,1-1 0 0 0,-1 1 0 0 0,0-1 0 0 0,0 1 0 0 0,0 0 0 0 0,0 0 0 0 0,0 0 0 0 0,-1 1 0 0 0,1-1 0 0 0,-1 0 0 0 0,0 1 0 0 0,0 0 0 0 0,3 7 0 0 0,-2 1-53 0 0,0-1 0 0 0,0 1 0 0 0,-1 0 0 0 0,1 14 0 0 0,-2-14 23 0 0,0 0 1 0 0,1-1-1 0 0,1 1 0 0 0,4 14 0 0 0,-6-24 2 0 0,0 0 0 0 0,0-1 0 0 0,0 1 0 0 0,0-1 0 0 0,0 1 0 0 0,1 0 0 0 0,-1-1 0 0 0,0 0 0 0 0,1 1 0 0 0,-1-1 0 0 0,1 0 0 0 0,-1 0 0 0 0,1 0 0 0 0,-1 0 0 0 0,1 0 0 0 0,0 0 0 0 0,0 0 0 0 0,-1 0 0 0 0,1-1 0 0 0,0 1 0 0 0,3 0 0 0 0,5 0 0 0 0,0 0 0 0 0,0 0 0 0 0,14-2 0 0 0,-18 0 0 0 0,0 1 0 0 0,0 0 0 0 0,0 0 0 0 0,0 0 0 0 0,0 1 0 0 0,0 0 0 0 0,0 0 0 0 0,0 0 0 0 0,10 4 0 0 0,-13-3 4 0 0,1 1-1 0 0,-1-1 1 0 0,0 0 0 0 0,0 1-1 0 0,0 0 1 0 0,0-1-1 0 0,0 1 1 0 0,-1 0 0 0 0,1 1-1 0 0,-1-1 1 0 0,0 0-1 0 0,0 1 1 0 0,0-1-1 0 0,0 1 1 0 0,-1 0 0 0 0,1 0-1 0 0,0 5 1 0 0,0-3 39 0 0,-2 1 0 0 0,1 0 1 0 0,-1 0-1 0 0,0 0 0 0 0,0 0 1 0 0,-1 0-1 0 0,0 0 0 0 0,0 0 1 0 0,-3 8-1 0 0,-4 7 108 0 0,0-1 0 0 0,-2 0 0 0 0,0 0 1 0 0,-26 37-1 0 0,13-28-141 0 0,16-20-123 0 0,-1 0 1 0 0,1 0-1 0 0,0 1 1 0 0,1 0-1 0 0,-6 14 0 0 0,11-20-660 0 0,0-2-226 0 0</inkml:trace>
</inkml:ink>
</file>

<file path=ppt/ink/ink3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18.6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 9674 0 0,'0'-9'6510'0'0,"0"8"-6324"0"0,12 2 3543 0 0,15 11-2173 0 0,-17-3-1354 0 0,-1 1-1 0 0,0 0 0 0 0,-1 1 1 0 0,0 0-1 0 0,0 0 0 0 0,9 19 1 0 0,31 81-117 0 0,-18-37 10 0 0,0-7-145 0 0,48 96-2087 0 0,-66-145 1018 0 0,-11-16 511 0 0,1 0 0 0 0,-1 0 0 0 0,1-1 0 0 0,-1 1 0 0 0,1-1 0 0 0,0 1 0 0 0,0-1 0 0 0,0 0 0 0 0,3 2 0 0 0,-5-2 409 0 0,1-1-1 0 0,-1 0 0 0 0,1 0 0 0 0,-1 0 1 0 0,1 0-1 0 0,-1 0 0 0 0,1 0 0 0 0,0 0 1 0 0,-1 1-1 0 0,1-2 0 0 0,-1 1 1 0 0,1 0-1 0 0,-1 0 0 0 0,1 0 0 0 0,0 0 1 0 0,-1 0-1 0 0,1 0 0 0 0,-1-1 0 0 0,1 1 1 0 0,-1 0-1 0 0,1 0 0 0 0,-1-1 0 0 0,1 1 1 0 0,-1 0-1 0 0,2-1 0 0 0,-1-1 74 0 0,0 0-1 0 0,0 1 1 0 0,0-1-1 0 0,0 0 1 0 0,0 0-1 0 0,0 0 1 0 0,0 0-1 0 0,0 0 1 0 0,-1 0-1 0 0,1 0 1 0 0,-1-2-1 0 0,6-29 47 0 0,1-45 0 0 0,-6 46 20 0 0,10-49 0 0 0,-1 38 108 0 0,-3 16-8 0 0,-1 0-1 0 0,-1 0 1 0 0,-1-1-1 0 0,-1 1 1 0 0,-2-38 0 0 0,-1 63 163 0 0,-1 0 1 0 0,1 0 0 0 0,0 0 0 0 0,-1 0 0 0 0,1 0-1 0 0,-1 0 1 0 0,1 0 0 0 0,-1 0 0 0 0,0 0 0 0 0,0 0 0 0 0,0 0-1 0 0,0 0 1 0 0,0 1 0 0 0,0-1 0 0 0,0 0 0 0 0,-1 1-1 0 0,1-1 1 0 0,-1 1 0 0 0,1 0 0 0 0,-1-1 0 0 0,0 1-1 0 0,-2-1 1 0 0,1 1 17 0 0,1 0-1 0 0,-2 0 1 0 0,1 0-1 0 0,0 1 0 0 0,0-1 1 0 0,0 1-1 0 0,0 0 1 0 0,0 0-1 0 0,0 0 0 0 0,0 0 1 0 0,0 1-1 0 0,-1-1 1 0 0,-2 2-1 0 0,-7 2 71 0 0,0 0 0 0 0,0 2 1 0 0,1-1-1 0 0,0 1 0 0 0,-18 13 0 0 0,18-11-97 0 0,0 1 0 0 0,1 1 0 0 0,0 0 0 0 0,-19 22-1 0 0,27-27 47 0 0,-1-1 0 0 0,1 1 0 0 0,0-1-1 0 0,0 1 1 0 0,0 0 0 0 0,1 0 0 0 0,0 0-1 0 0,0 1 1 0 0,0-1 0 0 0,1 0 0 0 0,-1 1 0 0 0,1-1-1 0 0,1 1 1 0 0,-1-1 0 0 0,1 1 0 0 0,0 6-1 0 0,1-9-194 0 0,-1-1-1 0 0,1 0 0 0 0,0 1 1 0 0,0-1-1 0 0,0 0 0 0 0,0 1 1 0 0,1-1-1 0 0,-1 0 0 0 0,1 0 1 0 0,-1 0-1 0 0,1 0 0 0 0,0 0 1 0 0,-1-1-1 0 0,1 1 0 0 0,0 0 1 0 0,0-1-1 0 0,0 1 0 0 0,1-1 1 0 0,-1 0-1 0 0,0 0 1 0 0,0 0-1 0 0,1 0 0 0 0,-1 0 1 0 0,1 0-1 0 0,-1-1 0 0 0,1 1 1 0 0,-1-1-1 0 0,1 1 0 0 0,-1-1 1 0 0,1 0-1 0 0,3-1 0 0 0,6 2 182 0 0,1-2 1 0 0,-1 0-1 0 0,1 0 0 0 0,23-6 0 0 0,74-32-710 0 0,-80 27 114 0 0,0 1 0 0 0,51-11-1 0 0,-62 19-474 0 0</inkml:trace>
</inkml:ink>
</file>

<file path=ppt/ink/ink3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4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1 122 10138 0 0,'0'-9'860'0'0,"-1"0"0"0"0,2 0-1 0 0,-1 0 1 0 0,1 0 0 0 0,0 0 0 0 0,1 0-1 0 0,0 1 1 0 0,1-1 0 0 0,-1 0 0 0 0,2 1-1 0 0,6-13 1 0 0,-10 21-829 0 0,0-1 0 0 0,0 1-1 0 0,0 0 1 0 0,0 0 0 0 0,0 0 0 0 0,0 0-1 0 0,0-1 1 0 0,1 1 0 0 0,-1 0 0 0 0,0 0-1 0 0,0 0 1 0 0,0 0 0 0 0,0-1 0 0 0,0 1 0 0 0,1 0-1 0 0,-1 0 1 0 0,0 0 0 0 0,0 0 0 0 0,0 0-1 0 0,0 0 1 0 0,1 0 0 0 0,-1 0 0 0 0,0 0-1 0 0,0-1 1 0 0,0 1 0 0 0,1 0 0 0 0,-1 0 0 0 0,0 0-1 0 0,0 0 1 0 0,0 0 0 0 0,1 0 0 0 0,-1 0-1 0 0,0 0 1 0 0,0 1 0 0 0,0-1 0 0 0,1 0-1 0 0,-1 0 1 0 0,0 0 0 0 0,0 0 0 0 0,0 0 0 0 0,1 0-1 0 0,-1 0 1 0 0,0 0 0 0 0,0 0 0 0 0,1 1-1 0 0,5 11 506 0 0,0 18-314 0 0,-6-29-189 0 0,39 351 387 0 0,-28-208-78 0 0,56 260 0 0 0,-1-211-792 0 0,-14-50-2034 0 0,-42-111-5056 0 0</inkml:trace>
</inkml:ink>
</file>

<file path=ppt/ink/ink3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5.0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0 920 0 0,'-3'2'80'0'0,"0"-1"-80"0"0,3 1 0 0 0,0-1 0 0 0,0 0 0 0 0,-1 1 0 0 0,1 2 64 0 0,-1 0 32 0 0,1 1 0 0 0,1 1 0 0 0,0-3 0 0 0,2 1-96 0 0,1-2 80 0 0,0 0-80 0 0,2 0 80 0 0</inkml:trace>
</inkml:ink>
</file>

<file path=ppt/ink/ink3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8.3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78 0 7370 0 0,'-12'1'1728'0'0,"0"1"0"0"0,1 0 0 0 0,-1 0 0 0 0,-18 8 0 0 0,73-2 1914 0 0,-2-6-3314 0 0,39 4 572 0 0,-74-6-849 0 0,0 2-1 0 0,0-1 1 0 0,0 1 0 0 0,0-1 0 0 0,0 2 0 0 0,0-1 0 0 0,-1 1 0 0 0,1 0 0 0 0,9 7 0 0 0,-13-9-53 0 0,-1 1 0 0 0,1 0 0 0 0,-1 0 0 0 0,0 0 0 0 0,0-1 0 0 0,0 1 0 0 0,0 1 0 0 0,0-1 1 0 0,0 0-1 0 0,0 0 0 0 0,-1 0 0 0 0,1 0 0 0 0,-1 1 0 0 0,0-1 0 0 0,1 0 0 0 0,-1 0 0 0 0,0 1 0 0 0,0-1 1 0 0,-1 0-1 0 0,1 0 0 0 0,0 1 0 0 0,-1-1 0 0 0,1 0 0 0 0,-1 0 0 0 0,0 0 0 0 0,0 0 0 0 0,0 0 0 0 0,0 0 1 0 0,0 0-1 0 0,-2 3 0 0 0,-5 9-17 0 0,-1 0 1 0 0,0-1-1 0 0,-13 14 1 0 0,15-18 15 0 0,7-8 3 0 0,-9 8-6 0 0,1 2 1 0 0,1-1-1 0 0,0 1 1 0 0,0 0 0 0 0,-5 15-1 0 0,11-24 6 0 0,0 0-1 0 0,0 0 0 0 0,0 0 0 0 0,1 1 0 0 0,-1-1 0 0 0,1 0 0 0 0,0 1 0 0 0,-1-1 1 0 0,1 0-1 0 0,0 1 0 0 0,1-1 0 0 0,-1 0 0 0 0,0 0 0 0 0,1 1 0 0 0,-1-1 1 0 0,1 0-1 0 0,-1 0 0 0 0,1 1 0 0 0,0-1 0 0 0,0 0 0 0 0,0 0 0 0 0,1 0 1 0 0,-1 0-1 0 0,0 0 0 0 0,1 0 0 0 0,-1-1 0 0 0,1 1 0 0 0,-1 0 0 0 0,1-1 1 0 0,0 1-1 0 0,0-1 0 0 0,0 1 0 0 0,0-1 0 0 0,0 0 0 0 0,0 0 0 0 0,2 1 1 0 0,5 2 0 0 0,0-1 0 0 0,0 0 0 0 0,15 2 0 0 0,-17-3 0 0 0,1-1 0 0 0,-1 1 0 0 0,1 1 0 0 0,-1 0 0 0 0,0-1 0 0 0,9 6 0 0 0,-16-7 1 0 0,1-1 0 0 0,-1 0 0 0 0,1 1 0 0 0,-1-1 0 0 0,1 0 0 0 0,-1 1 0 0 0,0-1 0 0 0,1 1 1 0 0,-1-1-1 0 0,0 1 0 0 0,1-1 0 0 0,-1 1 0 0 0,0-1 0 0 0,1 1 0 0 0,-1-1 0 0 0,0 1 0 0 0,0-1 1 0 0,0 1-1 0 0,0-1 0 0 0,1 1 0 0 0,-1-1 0 0 0,0 1 0 0 0,0 0 0 0 0,0-1 0 0 0,0 1 1 0 0,0-1-1 0 0,0 1 0 0 0,0-1 0 0 0,-1 2 0 0 0,-11 16 83 0 0,-30 14 133 0 0,35-28-169 0 0,-14 11 191 0 0,13-11-161 0 0,1 1 0 0 0,-1-1 0 0 0,1 1 0 0 0,0 1 0 0 0,1 0 0 0 0,-1 0 0 0 0,1 0 1 0 0,1 0-1 0 0,-1 1 0 0 0,-8 13 0 0 0,14-18-76 0 0,-1-1 0 0 0,1 1-1 0 0,0 0 1 0 0,0-1 0 0 0,0 1 0 0 0,0-1 0 0 0,0 1 0 0 0,0-1 0 0 0,0 1-1 0 0,0 0 1 0 0,0-1 0 0 0,1 1 0 0 0,-1-1 0 0 0,1 1 0 0 0,-1-1 0 0 0,1 1-1 0 0,0-1 1 0 0,-1 1 0 0 0,1-1 0 0 0,0 0 0 0 0,0 1 0 0 0,1 0 0 0 0,32 31 41 0 0,-8-7-25 0 0,-24-23-215 0 0,0 1 1 0 0,0 0-1 0 0,0-1 1 0 0,-1 1-1 0 0,1 0 0 0 0,-1 0 1 0 0,0 0-1 0 0,0 0 1 0 0,-1 0-1 0 0,1 0 1 0 0,-1 0-1 0 0,0 0 0 0 0,0 0 1 0 0,0 5-1 0 0</inkml:trace>
</inkml:ink>
</file>

<file path=ppt/ink/ink3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8.5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0,'0'2'284'0'0,"1"0"1"0"0,-1 0-1 0 0,1-1 0 0 0,-1 1 1 0 0,1 0-1 0 0,0 0 0 0 0,-1-1 1 0 0,1 1-1 0 0,0 0 0 0 0,0-1 0 0 0,0 1 1 0 0,1-1-1 0 0,-1 0 0 0 0,0 1 1 0 0,0-1-1 0 0,2 2 0 0 0,4 6 1283 0 0,12 21 1040 0 0,19 43-1 0 0,6 39-770 0 0,16 119-883 0 0,-36-103-603 0 0,13 228 0 0 0,-39-148-7637 0 0,1-172-432 0 0</inkml:trace>
</inkml:ink>
</file>

<file path=ppt/ink/ink3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9.0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95 5065 0 0,'-10'-4'384'0'0,"6"3"-190"0"0,0 0 0 0 0,0 0 1 0 0,0-1-1 0 0,0 0 0 0 0,1 1 1 0 0,-1-1-1 0 0,1 0 0 0 0,-6-4 1 0 0,9 5-72 0 0,0 1 0 0 0,0 0 0 0 0,0-1 0 0 0,0 1 0 0 0,1 0 1 0 0,-1-1-1 0 0,3-3 1971 0 0,-3 3-1971 0 0,0 1 0 0 0,1 0 0 0 0,-1 0 0 0 0,0 0 0 0 0,1 0 1 0 0,-1 0-1 0 0,0-1 0 0 0,1 1 0 0 0,-1 0 0 0 0,0 0 0 0 0,1 0 1 0 0,-1 0-1 0 0,1 0 0 0 0,16-3 981 0 0,-15 2-763 0 0,87-8 2510 0 0,135 2 0 0 0,-91 6-1769 0 0,375-18 1118 0 0,563-4-1611 0 0,-1034 24-766 0 0,21-1-343 0 0,0 2 1 0 0,0 3-1 0 0,89 19 0 0 0,-121-16-6925 0 0</inkml:trace>
</inkml:ink>
</file>

<file path=ppt/ink/ink3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9.3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5985 0 0,'7'2'6251'0'0,"11"4"-2776"0"0,-11-2-2837 0 0,0-1 0 0 0,0 1 0 0 0,0 0 0 0 0,-1 1 0 0 0,1 0 0 0 0,-1 0 0 0 0,0 0 0 0 0,-1 1 0 0 0,10 11 0 0 0,-7-6-356 0 0,-1 0-1 0 0,0 1 1 0 0,-1-1-1 0 0,-1 1 1 0 0,6 18-1 0 0,0 10-476 0 0,-1 1 1 0 0,6 75 0 0 0,-13-91 583 0 0,74 448-329 0 0,-64-413-562 0 0,-5-20-5592 0 0,-2-10-1234 0 0</inkml:trace>
</inkml:ink>
</file>

<file path=ppt/ink/ink3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39.8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147 0 4145 0 0,'-8'1'934'0'0,"1"0"-1"0"0,-1 0 1 0 0,1 0 0 0 0,-1 1-1 0 0,1 0 1 0 0,-9 4 0 0 0,9-3-419 0 0,-1 0 0 0 0,1 1 0 0 0,-1 0 0 0 0,1 0 0 0 0,0 1 0 0 0,0 0 0 0 0,1 0 0 0 0,0 0 0 0 0,-10 11 0 0 0,15-15-457 0 0,0 0 0 0 0,0 0 0 0 0,1 0 0 0 0,-1 0 0 0 0,1 0 0 0 0,-1 0 1 0 0,1 1-1 0 0,-1-1 0 0 0,1 0 0 0 0,0 0 0 0 0,0 0 0 0 0,-1 0 0 0 0,1 0 0 0 0,0 1 0 0 0,0-1 0 0 0,0 0 0 0 0,0 0 0 0 0,0 0 0 0 0,1 1 0 0 0,-1-1 0 0 0,0 0 0 0 0,0 0 0 0 0,1 0 0 0 0,-1 0 0 0 0,1 0 0 0 0,-1 0 0 0 0,1 0 0 0 0,-1 0 0 0 0,1 0 0 0 0,0 0 0 0 0,-1 0 0 0 0,1 0 0 0 0,0 0 0 0 0,0 0 0 0 0,0 0 0 0 0,0-1 0 0 0,0 1 0 0 0,0 0 0 0 0,0-1 0 0 0,0 1 0 0 0,0 0 0 0 0,0-1 0 0 0,0 0 0 0 0,1 1 0 0 0,8 4 324 0 0,0-1 0 0 0,1-1 0 0 0,18 5 0 0 0,-19-6-73 0 0,7 2-238 0 0,42 13 54 0 0,-57-17-123 0 0,0 1 0 0 0,-1 0 0 0 0,1 0-1 0 0,0-1 1 0 0,0 1 0 0 0,0 1 0 0 0,0-1-1 0 0,-1 0 1 0 0,1 0 0 0 0,0 1 0 0 0,-1-1 0 0 0,1 1-1 0 0,-1-1 1 0 0,0 1 0 0 0,0 0 0 0 0,1-1 0 0 0,-1 1-1 0 0,0 0 1 0 0,0 0 0 0 0,-1 0 0 0 0,1 0 0 0 0,1 4-1 0 0,-2-4-1 0 0,0 1 0 0 0,-1-1 0 0 0,1 1 0 0 0,-1-1 0 0 0,0 1-1 0 0,1-1 1 0 0,-1 1 0 0 0,0-1 0 0 0,0 0 0 0 0,-1 1 0 0 0,1-1-1 0 0,0 0 1 0 0,-1 0 0 0 0,1 0 0 0 0,-4 3 0 0 0,-34 31 4 0 0,24-23 6 0 0,-5 4 53 0 0,-23 23 17 0 0,41-37-69 0 0,0-1 0 0 0,-1 1 0 0 0,2 0 0 0 0,-1-1-1 0 0,0 1 1 0 0,0 0 0 0 0,1 0 0 0 0,0 0 0 0 0,0 0 0 0 0,0 1-1 0 0,0-1 1 0 0,0 0 0 0 0,0 1 0 0 0,0 3 0 0 0,2-5-3 0 0,-1 0 1 0 0,0-1 0 0 0,0 1-1 0 0,1 0 1 0 0,-1 0 0 0 0,1-1-1 0 0,0 1 1 0 0,-1 0 0 0 0,1-1-1 0 0,0 1 1 0 0,0-1-1 0 0,0 1 1 0 0,0-1 0 0 0,0 1-1 0 0,1-1 1 0 0,-1 0 0 0 0,0 1-1 0 0,0-1 1 0 0,1 0 0 0 0,-1 0-1 0 0,1 0 1 0 0,-1 0-1 0 0,4 1 1 0 0,5 3 65 0 0,0-1 1 0 0,1 0-1 0 0,11 2 1 0 0,22 10 255 0 0,-43-15-328 0 0,1 0 1 0 0,-1 0 0 0 0,1 0 0 0 0,-1 0-1 0 0,1 1 1 0 0,-1-1 0 0 0,0 0 0 0 0,0 1-1 0 0,1-1 1 0 0,-1 1 0 0 0,0 0 0 0 0,0-1 0 0 0,-1 1-1 0 0,1 0 1 0 0,0-1 0 0 0,-1 1 0 0 0,1 0-1 0 0,0 0 1 0 0,-1 0 0 0 0,0 2 0 0 0,0-1-2 0 0,0 1 0 0 0,0-1 0 0 0,0 1 0 0 0,-1-1 0 0 0,0 1 0 0 0,0-1 0 0 0,0 0 0 0 0,0 1 0 0 0,0-1 0 0 0,-3 5 0 0 0,-5 6-2 0 0,-1 0 0 0 0,0 0 1 0 0,-20 21-1 0 0,19-23 13 0 0,7-8 31 0 0,-3 4-13 0 0,0 0 0 0 0,0 1-1 0 0,1 0 1 0 0,-9 16-1 0 0,14-23-23 0 0,0-1 0 0 0,1 0-1 0 0,-1 1 1 0 0,0-1 0 0 0,1 0-1 0 0,0 1 1 0 0,-1-1 0 0 0,1 0-1 0 0,0 1 1 0 0,-1-1 0 0 0,1 1-1 0 0,0-1 1 0 0,0 1 0 0 0,0-1-1 0 0,0 1 1 0 0,1-1 0 0 0,-1 0 0 0 0,0 1-1 0 0,1-1 1 0 0,-1 1 0 0 0,1-1-1 0 0,-1 0 1 0 0,1 1 0 0 0,0-1-1 0 0,-1 0 1 0 0,1 0 0 0 0,0 1-1 0 0,0-1 1 0 0,0 0 0 0 0,0 0-1 0 0,0 0 1 0 0,0 0 0 0 0,0 0-1 0 0,0 0 1 0 0,0 0 0 0 0,1-1-1 0 0,-1 1 1 0 0,0 0 0 0 0,0-1-1 0 0,1 1 1 0 0,-1-1 0 0 0,1 1-1 0 0,-1-1 1 0 0,0 0 0 0 0,2 1-1 0 0,39 8-757 0 0,8 3-3783 0 0,-41-9 2442 0 0</inkml:trace>
</inkml:ink>
</file>

<file path=ppt/ink/ink3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0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2304 0 0,'11'16'2608'0'0,"-2"-2"-1228"0"0,-1 1 0 0 0,0 0 1 0 0,-2 1-1 0 0,1 0 1 0 0,-2 0-1 0 0,0 0 0 0 0,-1 0 1 0 0,-1 1-1 0 0,3 28 0 0 0,-3 17 672 0 0,-7 81-1 0 0,1-68-1629 0 0,4 81 224 0 0,34 261 1 0 0,-4-41-382 0 0,-38-215-2966 0 0,3-127-5265 0 0</inkml:trace>
</inkml:ink>
</file>

<file path=ppt/ink/ink3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0.5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141 0 456 0 0,'-37'11'1049'0'0,"28"-7"289"0"0,1 1-1 0 0,0 0 1 0 0,0 0 0 0 0,0 0-1 0 0,0 1 1 0 0,1 0 0 0 0,-12 13-1 0 0,-1 7-1139 0 0,19-25-114 0 0,0-1-1 0 0,1 1 1 0 0,-1 0 0 0 0,0 0-1 0 0,1 0 1 0 0,-1 0 0 0 0,1 0-1 0 0,-1 0 1 0 0,1 0 0 0 0,-1 0-1 0 0,1 0 1 0 0,0 0 0 0 0,-1 0-1 0 0,1 0 1 0 0,0 0 0 0 0,0 0-1 0 0,0 0 1 0 0,0 0 0 0 0,0 0-1 0 0,0 0 1 0 0,0 0 0 0 0,0 0-1 0 0,0 1 1 0 0,0-1-1 0 0,1 0 1 0 0,-1 0 0 0 0,0 0-1 0 0,1 0 1 0 0,-1 0 0 0 0,1 0-1 0 0,-1 0 1 0 0,1 0 0 0 0,0-1-1 0 0,-1 1 1 0 0,1 0 0 0 0,0 0-1 0 0,0 0 1 0 0,-1-1 0 0 0,1 1-1 0 0,0 0 1 0 0,0-1 0 0 0,0 1-1 0 0,0 0 1 0 0,0-1 0 0 0,0 0-1 0 0,0 1 1 0 0,0-1 0 0 0,0 1-1 0 0,1-1 1 0 0,8 2 359 0 0,-1 0 1 0 0,1 0-1 0 0,-1-1 1 0 0,16 0-1 0 0,-17-1-307 0 0,350-7 3034 0 0,-89-1-2763 0 0,848 62-808 0 0,-1116-54 398 0 0,120 15-4177 0 0,-87-8-2455 0 0</inkml:trace>
</inkml:ink>
</file>

<file path=ppt/ink/ink3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0.8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4 10450 0 0,'0'0'71'0'0,"-1"-1"-1"0"0,1 1 1 0 0,-1 0-1 0 0,1-1 1 0 0,-1 1-1 0 0,1 0 1 0 0,-1 0-1 0 0,1-1 0 0 0,-1 1 1 0 0,1 0-1 0 0,-1 0 1 0 0,0 0-1 0 0,1 0 1 0 0,-1-1-1 0 0,1 1 1 0 0,-1 0-1 0 0,1 0 1 0 0,-1 0-1 0 0,0 0 1 0 0,1 0-1 0 0,-1 1 1 0 0,1-1-1 0 0,-1 0 1 0 0,1 0-1 0 0,-1 0 0 0 0,0 0 1 0 0,1 1-1 0 0,-1-1 1 0 0,1 0-1 0 0,-1 1 1 0 0,1-1-1 0 0,-1 0 1 0 0,1 1-1 0 0,0-1 1 0 0,-1 0-1 0 0,0 1 1 0 0,2 26 4247 0 0,-1-27-4284 0 0,33 184 5077 0 0,-5-37-4412 0 0,-5-15-546 0 0,5 0 0 0 0,7-1 0 0 0,66 166 0 0 0,-33-130-2430 0 0,-55-135-5475 0 0</inkml:trace>
</inkml:ink>
</file>

<file path=ppt/ink/ink3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1.2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13 920 0 0,'27'-13'13794'0'0,"-40"31"-12024"0"0,2-4-908 0 0,10-13-835 0 0,1 0-1 0 0,-1 0 1 0 0,1 0-1 0 0,-1-1 1 0 0,1 2-1 0 0,0-1 1 0 0,-1 0-1 0 0,1 0 1 0 0,0 0-1 0 0,0 0 1 0 0,0 0-1 0 0,0 0 1 0 0,0 0-1 0 0,0 0 1 0 0,0 0-1 0 0,0 0 1 0 0,1 0-1 0 0,-1 0 1 0 0,0 0-1 0 0,0 0 1 0 0,1 0-1 0 0,-1 0 1 0 0,1 0-1 0 0,0 1 1 0 0,1 0-15 0 0,0 0 0 0 0,-1 0-1 0 0,1-1 1 0 0,0 1 0 0 0,0-1 0 0 0,0 1 0 0 0,0-1 0 0 0,0 0 0 0 0,1 0-1 0 0,3 2 1 0 0,7 1 2 0 0,0-1-1 0 0,0 0 1 0 0,17 1-1 0 0,-22-2 127 0 0,30 2 106 0 0,-22-3-50 0 0,0 1 0 0 0,0 1 0 0 0,0 0 0 0 0,-1 1 0 0 0,27 10 0 0 0,-41-13-192 0 0,0-1 1 0 0,0 1 0 0 0,0-1-1 0 0,0 1 1 0 0,0 0-1 0 0,0-1 1 0 0,0 1 0 0 0,0 0-1 0 0,0 0 1 0 0,-1-1-1 0 0,1 1 1 0 0,0 0 0 0 0,0 0-1 0 0,-1 0 1 0 0,1 0-1 0 0,0 0 1 0 0,-1 0 0 0 0,1 0-1 0 0,-1 0 1 0 0,0 1-1 0 0,1-1 1 0 0,-1 0 0 0 0,0 0-1 0 0,1 2 1 0 0,-2 0-3 0 0,1-1 0 0 0,0 0 0 0 0,-1 0 0 0 0,0 1 0 0 0,1-1 0 0 0,-1 0 0 0 0,0 0 0 0 0,0 0-1 0 0,0 1 1 0 0,0-1 0 0 0,-1 0 0 0 0,0 1 0 0 0,-8 8 33 0 0,1 0-1 0 0,-2-1 0 0 0,-15 13 0 0 0,19-17 52 0 0,-5 4 1 0 0,-49 46 343 0 0,56-50-378 0 0,-1 0 0 0 0,1 1 1 0 0,0-1-1 0 0,0 1 1 0 0,1 0-1 0 0,0 1 0 0 0,-5 12 1 0 0,8-18-53 0 0,1 0 1 0 0,0 0-1 0 0,-1 0 1 0 0,1 0 0 0 0,0 0-1 0 0,0 0 1 0 0,0 0-1 0 0,0 0 1 0 0,0 0-1 0 0,1 0 1 0 0,-1 0-1 0 0,1 0 1 0 0,-1 0-1 0 0,1 0 1 0 0,0 0-1 0 0,-1 0 1 0 0,1 0 0 0 0,0 0-1 0 0,1 0 1 0 0,-1 0-1 0 0,0-1 1 0 0,0 1-1 0 0,1-1 1 0 0,-1 1-1 0 0,1-1 1 0 0,-1 1-1 0 0,1-1 1 0 0,3 2-1 0 0,6 5 0 0 0,1-1 0 0 0,0-1 0 0 0,21 9-1 0 0,6 3 15 0 0,-37-17-12 0 0,0 0-1 0 0,0 0 1 0 0,0 0 0 0 0,0 1-1 0 0,0-1 1 0 0,0 0 0 0 0,0 1-1 0 0,0 0 1 0 0,-1-1 0 0 0,1 1-1 0 0,-1 0 1 0 0,1 0 0 0 0,-1 0-1 0 0,0 0 1 0 0,1 0 0 0 0,-1 0-1 0 0,0 0 1 0 0,0 0 0 0 0,-1 0-1 0 0,1 1 1 0 0,0-1 0 0 0,-1 0-1 0 0,0 1 1 0 0,1-1 0 0 0,-1 0-1 0 0,0 1 1 0 0,0-1 0 0 0,-1 5-1 0 0,-1 0 8 0 0,-1 0 0 0 0,0 0 0 0 0,-1 0 0 0 0,0 0 0 0 0,0-1 0 0 0,0 1-1 0 0,-8 7 1 0 0,7-9-106 0 0,1 1-1 0 0,-1 0 0 0 0,1 1 1 0 0,0-1-1 0 0,1 0 1 0 0,0 1-1 0 0,-5 14 0 0 0,6-13-190 0 0</inkml:trace>
</inkml:ink>
</file>

<file path=ppt/ink/ink3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1.9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5043 1 10594 0 0,'1'0'246'0'0,"0"0"0"0"0,0 1 0 0 0,0-1-1 0 0,-1 1 1 0 0,1-1 0 0 0,0 1 0 0 0,0 0-1 0 0,-1-1 1 0 0,1 1 0 0 0,0 0 0 0 0,-1 0 0 0 0,1-1-1 0 0,-1 1 1 0 0,1 0 0 0 0,-1 0 0 0 0,1 0-1 0 0,-1 0 1 0 0,0 0 0 0 0,1 0 0 0 0,-1-1 0 0 0,0 3-1 0 0,7 22 1643 0 0,-6-23-1589 0 0,14 95 3890 0 0,-5 52-2947 0 0,-1-4-988 0 0,1-66-161 0 0,4-1 0 0 0,27 85 1 0 0,64 147 12 0 0,-82-247-117 0 0,20 88 0 0 0,-36-116-25 0 0,-2 0-1 0 0,-1-1 0 0 0,-1 1 0 0 0,-4 48 0 0 0,4-27-35 0 0,-6-55 102 0 0,1-1 0 0 0,-1 1 0 0 0,1-1 0 0 0,-1 0 0 0 0,1 0 0 0 0,-1 0 0 0 0,1 0 0 0 0,-1 0-1 0 0,1 0 1 0 0,-1-1 0 0 0,-4-1 0 0 0,6 2 27 0 0,-45-6 230 0 0,0 3-1 0 0,-76 3 1 0 0,24 1-81 0 0,-331 2 313 0 0,124 1-463 0 0,-1148-6-120 0 0,504 33 74 0 0,280-4-4 0 0,-262 23 66 0 0,756-47-60 0 0,101-7-7451 0 0,53 1-570 0 0</inkml:trace>
</inkml:ink>
</file>

<file path=ppt/ink/ink3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2.6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8290 0 0,'5'12'8359'0'0,"2"3"-6676"0"0,4 59 680 0 0,1 76-1 0 0,9 67-2217 0 0,-4-127-1834 0 0,-12-64-6013 0 0</inkml:trace>
</inkml:ink>
</file>

<file path=ppt/ink/ink3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2.8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10594 0 0,'1'0'114'0'0,"0"0"0"0"0,-1-1 0 0 0,1 1 0 0 0,0 0 0 0 0,-1-1 0 0 0,1 1 1 0 0,0 0-1 0 0,-1 0 0 0 0,1 0 0 0 0,0 0 0 0 0,0-1 0 0 0,-1 1 0 0 0,1 0 0 0 0,0 0 0 0 0,-1 0 0 0 0,1 0 0 0 0,0 1 0 0 0,0-1 0 0 0,-1 0 0 0 0,1 0 0 0 0,0 0 0 0 0,-1 1 0 0 0,1-1 0 0 0,0 0 0 0 0,-1 1 0 0 0,1-1 0 0 0,0 0 0 0 0,-1 1 0 0 0,1-1 0 0 0,-1 1 0 0 0,1-1 0 0 0,-1 1 1 0 0,1-1-1 0 0,0 2 0 0 0,23 19 2160 0 0,-15-12-1739 0 0,-2 2 1 0 0,1-1-1 0 0,-1 1 1 0 0,-1 0-1 0 0,0 0 1 0 0,0 1-1 0 0,-1-1 1 0 0,-1 1-1 0 0,5 21 1 0 0,1 13-370 0 0,4 62 0 0 0,-4-26-20 0 0,-9-79-95 0 0,2 19-1166 0 0,0 0-4092 0 0,-1-1-1853 0 0</inkml:trace>
</inkml:ink>
</file>

<file path=ppt/ink/ink3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3.1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321 1 6449 0 0,'-1'2'41'0'0,"0"1"0"0"0,-1-1 0 0 0,0 0 0 0 0,1 1 0 0 0,-1-1 0 0 0,0 0 0 0 0,0 0 0 0 0,0 0 0 0 0,0 0 0 0 0,-1 0 0 0 0,1-1 0 0 0,0 1 0 0 0,-1-1 0 0 0,-3 2-1 0 0,-6 5 43 0 0,-57 42 1874 0 0,-40 32 4788 0 0,97-71-6008 0 0,-1 0-1 0 0,2 1 1 0 0,0 0-1 0 0,0 1 1 0 0,-16 27-1 0 0,25-37-639 0 0,0 0-1 0 0,1 0 1 0 0,0-1-1 0 0,-1 1 1 0 0,1 1 0 0 0,0-1-1 0 0,1 0 1 0 0,-1 0-1 0 0,0 0 1 0 0,1 0 0 0 0,0 1-1 0 0,-1-1 1 0 0,1 0-1 0 0,1 0 1 0 0,-1 1-1 0 0,0-1 1 0 0,1 0 0 0 0,0 0-1 0 0,-1 0 1 0 0,3 4-1 0 0,-1-4-73 0 0,-1 0 0 0 0,1 0 0 0 0,1 0 0 0 0,-1 0 0 0 0,0-1 0 0 0,1 1 0 0 0,0-1 0 0 0,-1 1-1 0 0,1-1 1 0 0,0 0 0 0 0,0 0 0 0 0,0 0 0 0 0,0 0 0 0 0,1-1 0 0 0,-1 1 0 0 0,0-1-1 0 0,1 0 1 0 0,3 1 0 0 0,11 1-179 0 0,0 0 0 0 0,0-1-1 0 0,0-1 1 0 0,1-1 0 0 0,-1 0-1 0 0,0-2 1 0 0,0 0 0 0 0,30-7-1 0 0,-17 2-7475 0 0</inkml:trace>
</inkml:ink>
</file>

<file path=ppt/ink/ink3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3.5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 12443 0 0,'0'-1'74'0'0,"0"0"-1"0"0,1 0 1 0 0,-1 1 0 0 0,0-1 0 0 0,0 0 0 0 0,0 1 0 0 0,0-1 0 0 0,1 0 0 0 0,-1 0 0 0 0,0 1 0 0 0,1-1 0 0 0,-1 1 0 0 0,0-1 0 0 0,1 0-1 0 0,-1 1 1 0 0,1-1 0 0 0,-1 1 0 0 0,1-1 0 0 0,-1 1 0 0 0,1-1 0 0 0,0 1 0 0 0,-1 0 0 0 0,1-1 0 0 0,-1 1 0 0 0,1 0 0 0 0,0-1-1 0 0,-1 1 1 0 0,1 0 0 0 0,0 0 0 0 0,0-1 0 0 0,-1 1 0 0 0,1 0 0 0 0,0 0 0 0 0,1 0 0 0 0,31-5 1809 0 0,-28 5-1702 0 0,5-1 164 0 0,1 0-1 0 0,0 1 1 0 0,-1 0-1 0 0,1 1 1 0 0,0 0-1 0 0,-1 1 1 0 0,0 0-1 0 0,1 1 1 0 0,-1 0-1 0 0,0 0 1 0 0,0 1-1 0 0,12 7 1 0 0,-16-7-314 0 0,1 0 1 0 0,-1 1 0 0 0,0-1 0 0 0,-1 2 0 0 0,1-1 0 0 0,-1 1 0 0 0,0-1 0 0 0,-1 1-1 0 0,1 1 1 0 0,-1-1 0 0 0,0 1 0 0 0,-1-1 0 0 0,1 1 0 0 0,-2 0 0 0 0,1 0-1 0 0,-1 1 1 0 0,0-1 0 0 0,1 8 0 0 0,5 41 477 0 0,-2-12-1817 0 0,0-15-4444 0 0</inkml:trace>
</inkml:ink>
</file>

<file path=ppt/ink/ink3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3.7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 6449 0 0,'1'-1'177'0'0,"0"1"0"0"0,-1-1 0 0 0,1 1-1 0 0,0 0 1 0 0,0-1 0 0 0,0 1 0 0 0,0 0-1 0 0,-1 0 1 0 0,1-1 0 0 0,0 1 0 0 0,0 0-1 0 0,0 0 1 0 0,0 0 0 0 0,0 0 0 0 0,-1 0-1 0 0,1 0 1 0 0,0 0 0 0 0,0 1 0 0 0,0-1 0 0 0,0 0-1 0 0,0 0 1 0 0,-1 1 0 0 0,1-1 0 0 0,0 0-1 0 0,0 1 1 0 0,0-1 0 0 0,-1 1 0 0 0,1-1-1 0 0,0 1 1 0 0,-1-1 0 0 0,1 1 0 0 0,0 0-1 0 0,-1-1 1 0 0,1 1 0 0 0,-1 0 0 0 0,1-1-1 0 0,-1 1 1 0 0,1 1 0 0 0,25 37 3613 0 0,-23-32-3119 0 0,55 103 3734 0 0,16 64-2881 0 0,-58-129-1821 0 0,-7-15-3212 0 0</inkml:trace>
</inkml:ink>
</file>

<file path=ppt/ink/ink3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4.0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17 1840 0 0,'-1'-17'4578'0'0,"1"17"-4512"0"0,-19 25 8219 0 0,12-15-8734 0 0,-3 3 1334 0 0,1 1 0 0 0,1 0-1 0 0,0 0 1 0 0,-11 26 0 0 0,18-36-734 0 0,0-1 0 0 0,0 1 1 0 0,0-1-1 0 0,0 1 1 0 0,1-1-1 0 0,0 1 1 0 0,-1-1-1 0 0,1 1 0 0 0,0 0 1 0 0,1-1-1 0 0,-1 1 1 0 0,2 4-1 0 0,-1-6-62 0 0,0 0 0 0 0,0 0 0 0 0,0 0-1 0 0,0 0 1 0 0,1 0 0 0 0,-1 0 0 0 0,0 0 0 0 0,1 0 0 0 0,0-1-1 0 0,-1 1 1 0 0,1 0 0 0 0,0-1 0 0 0,0 0 0 0 0,0 1-1 0 0,0-1 1 0 0,0 0 0 0 0,0 0 0 0 0,0 0 0 0 0,0 0 0 0 0,1-1-1 0 0,2 2 1 0 0,4-1 12 0 0,1 0 0 0 0,-1-1-1 0 0,1 0 1 0 0,0 0 0 0 0,-1-1 0 0 0,1 0-1 0 0,-1-1 1 0 0,1 0 0 0 0,-1 0 0 0 0,1-1-1 0 0,12-6 1 0 0,-2 3-335 0 0,7-3-194 0 0</inkml:trace>
</inkml:ink>
</file>

<file path=ppt/ink/ink3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4.5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10138 0 0,'54'-4'3111'0'0,"0"1"1"0"0,72 6-1 0 0,-124-3-3050 0 0,0 0 0 0 0,0 0 0 0 0,0 0 0 0 0,0 0 1 0 0,0 1-1 0 0,0-1 0 0 0,0 0 0 0 0,0 1 0 0 0,0-1 0 0 0,-1 1 0 0 0,1 0 0 0 0,0 0 0 0 0,0 0 0 0 0,-1 0 0 0 0,1 0 0 0 0,0 0 0 0 0,-1 0 1 0 0,1 0-1 0 0,-1 0 0 0 0,1 1 0 0 0,-1-1 0 0 0,0 1 0 0 0,2 2 0 0 0,-2-1-42 0 0,-1-1 0 0 0,0 1-1 0 0,0-1 1 0 0,0 0 0 0 0,0 1 0 0 0,0-1 0 0 0,0 1-1 0 0,-1-1 1 0 0,1 1 0 0 0,-1-1 0 0 0,0 1 0 0 0,0-1-1 0 0,0 0 1 0 0,0 0 0 0 0,0 1 0 0 0,0-1 0 0 0,0 0-1 0 0,-3 3 1 0 0,-32 40 43 0 0,23-29-40 0 0,0 0-1 0 0,-13 23 1 0 0,23-35-19 0 0,1 0 0 0 0,0 0 0 0 0,1 0 1 0 0,-1 0-1 0 0,0 0 0 0 0,1 0 0 0 0,0 0 1 0 0,0 0-1 0 0,1 1 0 0 0,-1-1 0 0 0,1 0 0 0 0,0 1 1 0 0,0-1-1 0 0,0 0 0 0 0,0 1 0 0 0,2 4 1 0 0,1-3-5 0 0,-1 1 1 0 0,2-2 0 0 0,-1 1-1 0 0,0 0 1 0 0,1-1 0 0 0,0 1-1 0 0,1-1 1 0 0,-1 0-1 0 0,1-1 1 0 0,0 1 0 0 0,6 4-1 0 0,-6-6 6 0 0,0 1-1 0 0,0 1 0 0 0,0-1 0 0 0,-1 1 0 0 0,0-1 0 0 0,0 1 0 0 0,0 1 0 0 0,0-1 0 0 0,-1 0 0 0 0,0 1 1 0 0,0 0-1 0 0,-1 0 0 0 0,4 9 0 0 0,-6-11-1 0 0,1 0 1 0 0,-1 1-1 0 0,0-1 1 0 0,0 1-1 0 0,0-1 1 0 0,0 0-1 0 0,-1 1 0 0 0,0-1 1 0 0,0 0-1 0 0,0 0 1 0 0,0 1-1 0 0,-1-1 1 0 0,0 0-1 0 0,0 0 1 0 0,0 0-1 0 0,0-1 0 0 0,0 1 1 0 0,-1 0-1 0 0,-4 4 1 0 0,1-2-1 0 0,-1 1 0 0 0,0-1-1 0 0,0 0 1 0 0,-1-1 0 0 0,1 0 0 0 0,-1 0 0 0 0,0 0 0 0 0,-11 3 0 0 0,-1-1-151 0 0</inkml:trace>
</inkml:ink>
</file>

<file path=ppt/ink/ink3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4.7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3209 0 0,'9'28'5950'0'0,"3"22"2604"0"0,-3-1-4856 0 0,-5-23-3393 0 0,1 0 1 0 0,1-1-1 0 0,16 41 1 0 0,-13-45-516 0 0,1 0-112 0 0</inkml:trace>
</inkml:ink>
</file>

<file path=ppt/ink/ink3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4.9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248 24 6449 0 0,'0'-1'139'0'0,"0"0"-1"0"0,0 0 0 0 0,0 1 0 0 0,0-1 0 0 0,0 0 0 0 0,0 0 1 0 0,0 0-1 0 0,0 0 0 0 0,0 0 0 0 0,-1 0 0 0 0,1 0 0 0 0,0 0 1 0 0,0 1-1 0 0,-1-1 0 0 0,1 0 0 0 0,-1 0 0 0 0,1 0 1 0 0,-1 0-1 0 0,1 1 0 0 0,-1-1 0 0 0,1 0 0 0 0,-1 1 0 0 0,0-1 1 0 0,0 0-1 0 0,-1 0 269 0 0,-1 1-1 0 0,1-1 1 0 0,0 1 0 0 0,0 0 0 0 0,0 0 0 0 0,0 0 0 0 0,-1 0 0 0 0,1 0-1 0 0,-4 2 1 0 0,-8 0-68 0 0,1 1 0 0 0,0 1 0 0 0,0 0 0 0 0,0 1 0 0 0,0 1 0 0 0,1 0 0 0 0,0 0 0 0 0,0 2-1 0 0,0-1 1 0 0,1 1 0 0 0,0 1 0 0 0,1 0 0 0 0,0 0 0 0 0,0 1 0 0 0,-14 20 0 0 0,22-28-285 0 0,1 0 1 0 0,0 0 0 0 0,0 0-1 0 0,0 0 1 0 0,0 1-1 0 0,0-1 1 0 0,0 0-1 0 0,1 1 1 0 0,-1-1 0 0 0,1 0-1 0 0,0 1 1 0 0,-1-1-1 0 0,1 0 1 0 0,0 1-1 0 0,0-1 1 0 0,1 0 0 0 0,-1 1-1 0 0,0-1 1 0 0,1 0-1 0 0,0 1 1 0 0,-1-1 0 0 0,1 0-1 0 0,0 0 1 0 0,0 1-1 0 0,0-1 1 0 0,0 0-1 0 0,1 0 1 0 0,-1 0 0 0 0,1 0-1 0 0,-1-1 1 0 0,1 1-1 0 0,-1 0 1 0 0,1-1-1 0 0,0 1 1 0 0,0-1 0 0 0,0 1-1 0 0,0-1 1 0 0,0 0-1 0 0,2 1 1 0 0,6 4 56 0 0,0-2 0 0 0,1 1 1 0 0,-1-1-1 0 0,1-1 0 0 0,-1 0 1 0 0,23 4-1 0 0,54-4-15 0 0,-54-3-176 0 0</inkml:trace>
</inkml:ink>
</file>

<file path=ppt/ink/ink3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5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905 0 1376 0 0,'62'5'613'0'0,"-31"-1"1000"0"0,2-2 4678 0 0,-55 7-843 0 0,1 0-4642 0 0,-58 9 218 0 0,-1-3 0 0 0,-101 6 0 0 0,154-18-867 0 0,-92 5 53 0 0,-1-5 0 0 0,-173-17 0 0 0,234 11-3132 0 0,29 2 1417 0 0</inkml:trace>
</inkml:ink>
</file>

<file path=ppt/ink/ink3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6.0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0 6913 0 0,'-2'0'285'0'0,"1"0"-1"0"0,-1 0 1 0 0,1 1-1 0 0,-1-1 0 0 0,1 0 1 0 0,-1 0-1 0 0,1 1 1 0 0,-1-1-1 0 0,1 1 0 0 0,0-1 1 0 0,-1 1-1 0 0,1 0 1 0 0,0-1-1 0 0,-1 1 0 0 0,1 0 1 0 0,0 0-1 0 0,0 0 1 0 0,0 0-1 0 0,0 0 0 0 0,0 0 1 0 0,0 0-1 0 0,0 1 0 0 0,0-1 1 0 0,0 0-1 0 0,0 0 1 0 0,1 1-1 0 0,-1-1 0 0 0,0 1 1 0 0,1-1-1 0 0,-1 0 1 0 0,1 1-1 0 0,0-1 0 0 0,-1 1 1 0 0,1-1-1 0 0,0 1 1 0 0,0-1-1 0 0,0 1 0 0 0,0 1 1 0 0,1 9 441 0 0,0-1-1 0 0,0 1 1 0 0,1-1 0 0 0,3 14 0 0 0,0-5-523 0 0,21 129 95 0 0,10 59 557 0 0,80 258 0 0 0,-2-147-1175 0 0,-109-303 0 0 0,-1 0-1 0 0,3 26 0 0 0,-4-6-637 0 0</inkml:trace>
</inkml:ink>
</file>

<file path=ppt/ink/ink3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6.4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64 11522 0 0,'178'-4'9820'0'0,"299"-25"-7661"0"0,-375 20-2487 0 0,92-8 483 0 0,-66 13-7965 0 0,-107 4 1118 0 0</inkml:trace>
</inkml:ink>
</file>

<file path=ppt/ink/ink3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6.6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32 4609 0 0,'0'0'63'0'0,"0"0"0"0"0,-1 0-1 0 0,1 0 1 0 0,0 0 0 0 0,0 0 0 0 0,0 0-1 0 0,0 0 1 0 0,-1 0 0 0 0,-1 2 1067 0 0,2-2-1068 0 0,0 0 1 0 0,0 0 0 0 0,-1 0 0 0 0,1 0-1 0 0,0 0 1 0 0,0 1 0 0 0,0-1 0 0 0,0 0-1 0 0,0 0 1 0 0,0 0 0 0 0,0 0 0 0 0,0 1 0 0 0,0-1-1 0 0,0 0 1 0 0,0 0 0 0 0,0 0 0 0 0,0 1-1 0 0,0-1 1 0 0,0 0 0 0 0,0 0 0 0 0,0 0-1 0 0,1 2 629 0 0,0-2-628 0 0,14 4 3128 0 0,22-2 961 0 0,-14-3-2491 0 0,-1-1 0 0 0,25-6 0 0 0,42-17-2391 0 0,-68 17-6445 0 0</inkml:trace>
</inkml:ink>
</file>

<file path=ppt/ink/ink3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7.0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2304 0 0,'2'7'1762'0'0,"-1"0"0"0"0,1 0 0 0 0,0-1 0 0 0,0 1 0 0 0,5 7 0 0 0,2 8 936 0 0,198 754 1968 0 0,-62 14-829 0 0,-38-207-3773 0 0,-86-469 63 0 0,15 62 141 0 0,-35-175-384 0 0,2 9 410 0 0,-3-10-324 0 0,0 0 0 0 0,0 0 0 0 0,0 0 0 0 0,0 1 0 0 0,0-1 0 0 0,1 0-1 0 0,-1 0 1 0 0,0 0 0 0 0,0 0 0 0 0,0 0 0 0 0,0 0 0 0 0,0 0 0 0 0,0 0 0 0 0,0 1 0 0 0,0-1 0 0 0,0 0 0 0 0,0 0-1 0 0,1 0 1 0 0,-1 0 0 0 0,0 0 0 0 0,0 0 0 0 0,0 0 0 0 0,0 0 0 0 0,0 0 0 0 0,0 0 0 0 0,0 0 0 0 0,1 0 0 0 0,-1 0 0 0 0,0 0-1 0 0,0 0 1 0 0,0 0 0 0 0,0 0 0 0 0,0 0 0 0 0,0 0 0 0 0,1 0 0 0 0,-1 0 0 0 0,0 0 0 0 0,0 0 0 0 0,0 0 0 0 0,0 0-1 0 0,0 0 1 0 0,0 0 0 0 0,1 0 0 0 0,-1 0 0 0 0,0 0 0 0 0,0 0 0 0 0,0 0 0 0 0,0 0 0 0 0,0-1 0 0 0,0 1 0 0 0,0 0 0 0 0,0 0-1 0 0,0 0 1 0 0,1 0 0 0 0,-1 0 0 0 0,0 0 0 0 0,0 0 0 0 0,0-1 0 0 0,0 1 0 0 0,0 0 0 0 0,0 0 0 0 0,0 0 0 0 0,0 0-1 0 0,0 0 1 0 0,0 0 0 0 0,0-1 0 0 0</inkml:trace>
</inkml:ink>
</file>

<file path=ppt/ink/ink3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7:47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 17508 0 0,'2'0'1712'0'0,"0"-1"-1520"0"0,1-1-192 0 0,0 1 0 0 0,1 0 0 0 0,5-2-448 0 0,5-4-120 0 0,8-4-24 0 0,12-3-8 0 0</inkml:trace>
</inkml:ink>
</file>

<file path=ppt/ink/ink3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2.4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87 4609 0 0,'-3'-2'526'0'0,"0"-1"1"0"0,0 1-1 0 0,1 0 0 0 0,-1-1 1 0 0,1 1-1 0 0,-1-1 1 0 0,1 0-1 0 0,0 1 0 0 0,0-1 1 0 0,0 0-1 0 0,1-1 0 0 0,-3-4 1 0 0,3 7-96 0 0,0-1 1 0 0,1 0-1 0 0,-1 1 0 0 0,0-1 1 0 0,1 0-1 0 0,-1 0 0 0 0,1 0 1 0 0,0 1-1 0 0,-1-1 0 0 0,1 0 1 0 0,0 0-1 0 0,0 0 0 0 0,0 0 1 0 0,0 0-1 0 0,1 0 0 0 0,-1 1 1 0 0,0-1-1 0 0,1 0 0 0 0,0 0 1 0 0,-1 0-1 0 0,1 1 0 0 0,0-1 1 0 0,0 0-1 0 0,1-1 0 0 0,-3 4-379 0 0,0 0 0 0 0,0 0-1 0 0,-1 1 1 0 0,1-1-1 0 0,1 1 1 0 0,-1-1 0 0 0,0 1-1 0 0,0-1 1 0 0,1 1-1 0 0,-1-1 1 0 0,0 1 0 0 0,1 0-1 0 0,0-1 1 0 0,-1 1-1 0 0,1 0 1 0 0,0 0 0 0 0,0-1-1 0 0,0 1 1 0 0,0 3-1 0 0,14 37 855 0 0,14 40-884 0 0,24 117-1 0 0,6 16-18 0 0,2-50 10 0 0,29 101 64 0 0,-85-244-69 0 0,-1 0 0 0 0,-1 0 1 0 0,-1 0-1 0 0,-1-1 0 0 0,-3 33 0 0 0,-1 22 7 0 0,7-40-2445 0 0</inkml:trace>
</inkml:ink>
</file>

<file path=ppt/ink/ink3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3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418 0 3681 0 0,'-74'9'2714'0'0,"1"3"1"0"0,0 4 0 0 0,-106 36-1 0 0,178-52-2572 0 0,0 1-1 0 0,-1-1 1 0 0,1 0-1 0 0,0 1 1 0 0,0-1-1 0 0,0 1 1 0 0,0-1-1 0 0,0 1 1 0 0,0 0-1 0 0,0 0 1 0 0,0-1-1 0 0,0 1 1 0 0,0 0-1 0 0,0 0 1 0 0,0 0-1 0 0,0 1 1 0 0,1-2-62 0 0,0 1 0 0 0,0-1 1 0 0,0 1-1 0 0,1-1 1 0 0,-1 0-1 0 0,0 1 1 0 0,0-1-1 0 0,1 0 1 0 0,-1 1-1 0 0,0-1 0 0 0,0 0 1 0 0,1 1-1 0 0,-1-1 1 0 0,0 0-1 0 0,1 1 1 0 0,-1-1-1 0 0,0 0 1 0 0,1 0-1 0 0,-1 0 0 0 0,0 1 1 0 0,1-1-1 0 0,-1 0 1 0 0,1 0-1 0 0,-1 0 1 0 0,0 0-1 0 0,1 0 1 0 0,-1 0-1 0 0,1 0 0 0 0,43 6 1533 0 0,475-32 730 0 0,-293 8-1859 0 0,-5 5-117 0 0,320-30-262 0 0,-515 40-162 0 0,-3-1-305 0 0,0 1 0 0 0,0 2 0 0 0,0 0 0 0 0,35 3 0 0 0,-56-1 17 0 0</inkml:trace>
</inkml:ink>
</file>

<file path=ppt/ink/ink3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3.2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 5985 0 0,'23'-5'1624'0'0,"0"1"0"0"0,0 2 0 0 0,45-1 0 0 0,118 6 7590 0 0,-116-1-7920 0 0,-23-2-2758 0 0,52-6 1 0 0,-82 3-5812 0 0</inkml:trace>
</inkml:ink>
</file>

<file path=ppt/ink/ink3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3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 8754 0 0,'-1'2'434'0'0,"0"0"1"0"0,1 0-1 0 0,-1 0 1 0 0,1 0-1 0 0,-1 0 1 0 0,1 1-1 0 0,0-1 1 0 0,0 0-1 0 0,0 0 0 0 0,0 0 1 0 0,0 1-1 0 0,1-1 1 0 0,-1 0-1 0 0,1 0 1 0 0,0 2-1 0 0,14 44 3937 0 0,-4-17-3030 0 0,42 280-391 0 0,-24 3 171 0 0,-17-159-924 0 0,-8-110-263 0 0,11 50 0 0 0,-11-78-114 0 0</inkml:trace>
</inkml:ink>
</file>

<file path=ppt/ink/ink3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4.1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242 121 4609 0 0,'-119'31'1947'0'0,"94"-23"-151"0"0,1 2 1 0 0,-39 20-1 0 0,62-30-1720 0 0,1 0-1 0 0,0 0 0 0 0,-1 1 1 0 0,1-1-1 0 0,-1 0 1 0 0,1 0-1 0 0,-1 0 0 0 0,1 0 1 0 0,-1 1-1 0 0,1-1 0 0 0,0 0 1 0 0,-1 1-1 0 0,1-1 1 0 0,-1 0-1 0 0,1 0 0 0 0,0 1 1 0 0,-1-1-1 0 0,1 1 1 0 0,0-1-1 0 0,0 0 0 0 0,-1 1 1 0 0,1-1-1 0 0,0 1 0 0 0,0-1 1 0 0,-1 1-1 0 0,1-1 1 0 0,0 1-1 0 0,0-1 0 0 0,0 1 1 0 0,0-1-1 0 0,0 0 1 0 0,0 1-1 0 0,0-1 0 0 0,0 1 1 0 0,0-1-1 0 0,0 1 1 0 0,0 0-1 0 0,18 7 1385 0 0,28-4-366 0 0,293-32 1162 0 0,-205 23-2042 0 0,360-10 420 0 0,-15 3 254 0 0,-369 9-754 0 0,679-68 168 0 0,-619 52-289 0 0,145-25 40 0 0,-184 16-3198 0 0</inkml:trace>
</inkml:ink>
</file>

<file path=ppt/ink/ink3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4.4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1 10594 0 0,'-1'0'140'0'0,"0"-1"0"0"0,0 1 0 0 0,1 0 0 0 0,-1 0 0 0 0,0 0 0 0 0,0 0 1 0 0,0 0-1 0 0,0 0 0 0 0,0 1 0 0 0,0-1 0 0 0,0 0 0 0 0,1 0 0 0 0,-1 1 0 0 0,0-1 0 0 0,0 0 0 0 0,0 1 0 0 0,1-1 0 0 0,-1 1 0 0 0,0-1 0 0 0,0 1 0 0 0,1-1 0 0 0,-1 1 0 0 0,0-1 0 0 0,1 1 0 0 0,-1 0 0 0 0,0 1 0 0 0,0 0 114 0 0,-1 0 1 0 0,1 1-1 0 0,0-1 0 0 0,1 1 0 0 0,-1-1 1 0 0,0 1-1 0 0,1-1 0 0 0,-1 1 0 0 0,1 3 0 0 0,0 9 593 0 0,0 0-1 0 0,5 24 0 0 0,-4-33-675 0 0,48 232 2542 0 0,0-12-2176 0 0,-6 285-2261 0 0,-42-485-5858 0 0</inkml:trace>
</inkml:ink>
</file>

<file path=ppt/ink/ink3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4.9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198 4 2304 0 0,'-6'-1'337'0'0,"1"0"0"0"0,-1 0 0 0 0,1 1-1 0 0,-1 0 1 0 0,0 0 0 0 0,1 1-1 0 0,-1-1 1 0 0,1 1 0 0 0,-1 0-1 0 0,1 1 1 0 0,0-1 0 0 0,-1 1-1 0 0,1 0 1 0 0,0 1 0 0 0,0-1 0 0 0,-8 6-1 0 0,-2 1 1440 0 0,0 2 0 0 0,0 0-1 0 0,-24 24 1 0 0,38-35-1648 0 0,-1 1 1 0 0,1 0-1 0 0,0 0 0 0 0,0 1 0 0 0,0-1 0 0 0,1 0 1 0 0,-1 0-1 0 0,0 0 0 0 0,0 1 0 0 0,1-1 0 0 0,-1 0 0 0 0,0 1 1 0 0,1-1-1 0 0,-1 0 0 0 0,1 1 0 0 0,0-1 0 0 0,0 1 1 0 0,-1 2-1 0 0,2-3-94 0 0,-1 0 0 0 0,0 0 0 0 0,1 0 1 0 0,-1 0-1 0 0,1 0 0 0 0,-1 0 0 0 0,1 0 0 0 0,-1 0 1 0 0,1 0-1 0 0,0 0 0 0 0,0-1 0 0 0,-1 1 0 0 0,1 0 0 0 0,0 0 1 0 0,0-1-1 0 0,0 1 0 0 0,0-1 0 0 0,0 1 0 0 0,1 0 1 0 0,8 3-60 0 0,-1-1 1 0 0,1 0 0 0 0,0-1-1 0 0,15 2 1 0 0,-7-1 619 0 0,35 7 264 0 0,-31-6-650 0 0,1 0 0 0 0,-1 1 0 0 0,0 2 0 0 0,29 11 0 0 0,-50-17-206 0 0,-1-1 0 0 0,0 0 0 0 0,0 0 0 0 0,1 0 0 0 0,-1 0 0 0 0,0 0 0 0 0,0 0 0 0 0,0 1-1 0 0,1-1 1 0 0,-1 0 0 0 0,0 0 0 0 0,0 0 0 0 0,0 1 0 0 0,1-1 0 0 0,-1 0 0 0 0,0 0 0 0 0,0 0 0 0 0,0 1-1 0 0,0-1 1 0 0,0 0 0 0 0,0 0 0 0 0,0 1 0 0 0,0-1 0 0 0,1 0 0 0 0,-1 0 0 0 0,0 1 0 0 0,0-1 0 0 0,0 0-1 0 0,0 1 1 0 0,0-1 0 0 0,0 0 0 0 0,0 0 0 0 0,-1 1 0 0 0,1-1 0 0 0,0 0 0 0 0,0 0 0 0 0,0 1-1 0 0,-10 10 86 0 0,-19 9 63 0 0,25-17-108 0 0,-41 25 293 0 0,-43 29-3 0 0,79-51-333 0 0,1 1 1 0 0,0 0-1 0 0,1 1 1 0 0,0 0-1 0 0,0 0 1 0 0,0 0-1 0 0,-7 14 1 0 0,13-21-4 0 0,0 0 1 0 0,1 0-1 0 0,0 0 1 0 0,-1 0 0 0 0,1 0-1 0 0,-1 0 1 0 0,1 1-1 0 0,0-1 1 0 0,0 0-1 0 0,0 0 1 0 0,0 0 0 0 0,0 0-1 0 0,0 0 1 0 0,0 0-1 0 0,0 0 1 0 0,0 0-1 0 0,0 0 1 0 0,0 0 0 0 0,1 1-1 0 0,-1-1 1 0 0,1 0-1 0 0,-1 0 1 0 0,1 1 0 0 0,1 0 1 0 0,-1 0 0 0 0,1 0 1 0 0,0 0-1 0 0,0-1 0 0 0,0 1 0 0 0,0 0 1 0 0,0-1-1 0 0,0 0 0 0 0,0 1 1 0 0,3 0-1 0 0,7 3-6 0 0,0 0 0 0 0,1-1-1 0 0,15 3 1 0 0,-18-5-26 0 0,27 5 33 0 0,-29-7 0 0 0,-1 1 0 0 0,1 0 0 0 0,-1 0 0 0 0,0 1 0 0 0,1 0 0 0 0,-1 1 0 0 0,0-1 0 0 0,0 1 0 0 0,-1 1 0 0 0,9 4 0 0 0,-15-7 1 0 0,1-1 0 0 0,-1 1 1 0 0,1 0-1 0 0,-1 0 1 0 0,1 0-1 0 0,-1 0 1 0 0,1 0-1 0 0,-1-1 0 0 0,0 1 1 0 0,1 0-1 0 0,-1 0 1 0 0,0 0-1 0 0,0 0 1 0 0,0 0-1 0 0,0 0 0 0 0,0 0 1 0 0,0 0-1 0 0,0 0 1 0 0,0 0-1 0 0,0 0 1 0 0,0 0-1 0 0,-1 0 0 0 0,1 0 1 0 0,0 0-1 0 0,-1-1 1 0 0,1 1-1 0 0,0 0 1 0 0,-1 0-1 0 0,1 0 1 0 0,-1 0-1 0 0,1-1 0 0 0,-1 1 1 0 0,0 0-1 0 0,1 0 1 0 0,-1-1-1 0 0,0 1 1 0 0,-1 0-1 0 0,-31 27 190 0 0,31-26-164 0 0,-32 22 36 0 0,-67 53 575 0 0,88-65-1057 0 0,1 0 0 0 0,0 0 0 0 0,1 1 0 0 0,1 0 0 0 0,-14 22 0 0 0</inkml:trace>
</inkml:ink>
</file>

<file path=ppt/ink/ink3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5.8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2532 0 6913 0 0,'6'1'653'0'0,"0"0"-1"0"0,0 0 0 0 0,-1 1 0 0 0,1-1 0 0 0,0 1 0 0 0,-1 1 0 0 0,1-1 1 0 0,-1 1-1 0 0,0 0 0 0 0,0 0 0 0 0,0 0 0 0 0,0 1 0 0 0,-1-1 0 0 0,1 1 1 0 0,5 7-1 0 0,-1-1 65 0 0,0 0-1 0 0,-1 0 1 0 0,0 1 0 0 0,0 0 0 0 0,10 23 0 0 0,-10-14-478 0 0,-1 0 0 0 0,-1 1 0 0 0,0-1 0 0 0,-2 1 1 0 0,2 30-1 0 0,0 111-124 0 0,-5-56-69 0 0,3-5-46 0 0,17 208 0 0 0,-2-154-15 0 0,-18-150-51 0 0,0 0 0 0 0,0 0-1 0 0,0 0 1 0 0,1-1-1 0 0,0 1 1 0 0,0-1 0 0 0,0 1-1 0 0,1-1 1 0 0,-1 1-1 0 0,1-1 1 0 0,0 0 0 0 0,0 0-1 0 0,0-1 1 0 0,1 1-1 0 0,7 6 1 0 0,-6-6 133 0 0,0 1 1 0 0,0 0-1 0 0,-1 0 1 0 0,0 0-1 0 0,0 1 1 0 0,0 0 0 0 0,-1-1-1 0 0,4 8 1 0 0,-6-11-15 0 0,0 0 1 0 0,0 0 0 0 0,-1 0 0 0 0,1 1 0 0 0,0-1 0 0 0,-1 0-1 0 0,0 0 1 0 0,1 0 0 0 0,-1 0 0 0 0,0 1 0 0 0,0-1 0 0 0,0 0-1 0 0,0 0 1 0 0,-1 0 0 0 0,1 1 0 0 0,-1-1 0 0 0,1 0 0 0 0,-1 0-1 0 0,0 0 1 0 0,1 0 0 0 0,-1 0 0 0 0,0 0 0 0 0,-2 2 0 0 0,0-1-39 0 0,0 0-1 0 0,0-1 1 0 0,0 0 0 0 0,-1 0 0 0 0,1 1 0 0 0,-1-2 0 0 0,1 1 0 0 0,-1 0 0 0 0,0-1 0 0 0,0 0-1 0 0,1 0 1 0 0,-7 1 0 0 0,-321 54-162 0 0,-2-24-488 0 0,93-12 302 0 0,29 8 237 0 0,119-13-23 0 0,-1-4 0 0 0,-171-2 0 0 0,106-23-256 0 0,-127-3-386 0 0,-67-8 668 0 0,267 17 90 0 0,27 2 42 0 0,-5-1 129 0 0,-89 1 1 0 0,147 6-241 0 0,0 0 24 0 0,0 0-1 0 0,1 0 1 0 0,-1 0 0 0 0,0 1 0 0 0,0-1-1 0 0,0 1 1 0 0,1 1 0 0 0,-1-1-1 0 0,0 0 1 0 0,1 1 0 0 0,0 0 0 0 0,-1 0-1 0 0,1 1 1 0 0,0-1 0 0 0,-6 5-1 0 0</inkml:trace>
</inkml:ink>
</file>

<file path=ppt/ink/ink3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6.4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11522 0 0,'0'5'7946'0'0,"8"12"-6353"0"0,-6-13-1357 0 0,4 12 54 0 0,0 1 0 0 0,-2 0 0 0 0,0 0 1 0 0,-1 0-1 0 0,0 1 0 0 0,0 18 1 0 0,-7 108-130 0 0,0-6-150 0 0,6-104-114 0 0,5 63 291 0 0,-6-88-377 0 0,1 0 0 0 0,0 0-1 0 0,0 0 1 0 0,1-1 0 0 0,0 1 0 0 0,1-1 0 0 0,-1 0 0 0 0,7 10-1 0 0,-3-11-586 0 0,0-3-7 0 0</inkml:trace>
</inkml:ink>
</file>

<file path=ppt/ink/ink3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6.8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13 101 2304 0 0,'-1'0'130'0'0,"0"-1"0"0"0,0 0 0 0 0,0 0 0 0 0,0 0-1 0 0,0 0 1 0 0,0 0 0 0 0,1 0 0 0 0,-1 0 0 0 0,0 0-1 0 0,1 0 1 0 0,-1 0 0 0 0,1-1 0 0 0,-1 1-1 0 0,1 0 1 0 0,0 0 0 0 0,-1 0 0 0 0,1-1 0 0 0,0 1-1 0 0,0 0 1 0 0,0-1 0 0 0,0 1 0 0 0,0 0-1 0 0,0 0 1 0 0,0-1 0 0 0,0 1 0 0 0,1 0 0 0 0,-1 0-1 0 0,1-2 1 0 0,1 0 365 0 0,0 0 0 0 0,0 0 0 0 0,0 0 0 0 0,1 0 0 0 0,-1 0 0 0 0,1 1 0 0 0,0-1 0 0 0,0 1 0 0 0,3-3 0 0 0,2 0-220 0 0,0 1 0 0 0,1-1 1 0 0,-1 1-1 0 0,1 1 0 0 0,0-1 0 0 0,0 2 0 0 0,0-1 0 0 0,1 1 0 0 0,-1 1 0 0 0,1-1 0 0 0,10 1 0 0 0,-13 1-119 0 0,0 0 0 0 0,0 0 0 0 0,0 0 0 0 0,-1 1 0 0 0,1 0 0 0 0,0 0 0 0 0,0 1 0 0 0,-1 0 0 0 0,1 0 0 0 0,-1 0 0 0 0,1 1 0 0 0,-1 0 0 0 0,0 0 1 0 0,0 1-1 0 0,-1-1 0 0 0,7 6 0 0 0,-10-7-140 0 0,-1 0 1 0 0,0 0-1 0 0,0 0 1 0 0,0 0-1 0 0,0 0 0 0 0,0 0 1 0 0,0 1-1 0 0,0-1 1 0 0,-1 0-1 0 0,1 0 1 0 0,-1 1-1 0 0,0-1 1 0 0,1 0-1 0 0,-1 0 1 0 0,0 1-1 0 0,-1-1 1 0 0,1 0-1 0 0,0 1 1 0 0,0-1-1 0 0,-1 0 1 0 0,0 0-1 0 0,1 1 1 0 0,-1-1-1 0 0,0 0 1 0 0,0 0-1 0 0,0 0 0 0 0,0 0 1 0 0,-1 0-1 0 0,-2 3 1 0 0,-5 9 168 0 0,-1-1 0 0 0,-1 0-1 0 0,-12 12 1 0 0,14-16-99 0 0,-15 15 427 0 0,-19 21 544 0 0,40-42-903 0 0,0 1-1 0 0,1-1 1 0 0,0 1-1 0 0,-1-1 1 0 0,1 1-1 0 0,1 0 1 0 0,-1 0-1 0 0,0 0 1 0 0,1 0-1 0 0,0 0 1 0 0,-1 5-1 0 0,2-7-114 0 0,0 1-1 0 0,1-1 1 0 0,-1 0-1 0 0,0 0 1 0 0,1 0-1 0 0,0 0 1 0 0,-1 0 0 0 0,1 0-1 0 0,0 0 1 0 0,0 0-1 0 0,0 0 1 0 0,0 0-1 0 0,1-1 1 0 0,-1 1-1 0 0,0 0 1 0 0,1-1-1 0 0,-1 1 1 0 0,1-1-1 0 0,-1 1 1 0 0,1-1-1 0 0,0 0 1 0 0,0 0-1 0 0,0 0 1 0 0,0 0 0 0 0,-1 0-1 0 0,1 0 1 0 0,1 0-1 0 0,2 0 1 0 0,9 4-27 0 0,0-1-1 0 0,0-1 1 0 0,17 2 0 0 0,-20-3 32 0 0,89 13-3334 0 0,-77-12-3857 0 0</inkml:trace>
</inkml:ink>
</file>

<file path=ppt/ink/ink3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7.0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0 1840 0 0,'-1'2'549'0'0,"0"-1"-1"0"0,0 1 1 0 0,-1-1-1 0 0,1 1 0 0 0,0 0 1 0 0,0-1-1 0 0,1 1 1 0 0,-1 0-1 0 0,0 0 1 0 0,1-1-1 0 0,-1 1 0 0 0,1 0 1 0 0,-1 0-1 0 0,1 0 1 0 0,0 0-1 0 0,0 0 1 0 0,0 0-1 0 0,0 0 0 0 0,0 3 1 0 0,8 45 3468 0 0,-5-31-2730 0 0,8 63 1705 0 0,-5-31-2605 0 0,1-1 0 0 0,3 0 0 0 0,23 68 0 0 0,-29-107-296 0 0,0-2-691 0 0,-1 1 1 0 0,0-1-1 0 0,3 18 0 0 0,-5-25 206 0 0,-1 0 0 0 0,0-1 0 0 0,1 1 0 0 0,-1 0 0 0 0,0 0-1 0 0,-1 0 1 0 0,1 0 0 0 0,0 0 0 0 0,0 0 0 0 0,-1 0 0 0 0,1 0 0 0 0,-1-1 0 0 0,0 1 0 0 0,1 0-1 0 0,-1 0 1 0 0,0 0 0 0 0,0-1 0 0 0,0 1 0 0 0,0-1 0 0 0,0 1 0 0 0,-1-1 0 0 0,1 1-1 0 0,0-1 1 0 0,-1 0 0 0 0,-2 2 0 0 0,-4 2 226 0 0</inkml:trace>
</inkml:ink>
</file>

<file path=ppt/ink/ink3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7.4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5 185 4609 0 0,'0'0'101'0'0,"-1"-1"0"0"0,1 1 0 0 0,0-1 0 0 0,-1 1-1 0 0,1 0 1 0 0,0-1 0 0 0,-1 1 0 0 0,1-1 0 0 0,0 1 0 0 0,0-1 0 0 0,-1 1 0 0 0,1-1-1 0 0,0 1 1 0 0,0-1 0 0 0,0 1 0 0 0,-1-1 0 0 0,1 1 0 0 0,0-1 0 0 0,0 0 0 0 0,0 1-1 0 0,0-1 1 0 0,0 1 0 0 0,0-1 0 0 0,0 1 0 0 0,1-1 0 0 0,-1 1 0 0 0,0-1 0 0 0,0 1-1 0 0,0-1 1 0 0,0 1 0 0 0,1-2 0 0 0,18-13 2077 0 0,40-7 16 0 0,-45 17-1824 0 0,80-30 678 0 0,-22 8-1676 0 0,131-33 0 0 0,-201 59 612 0 0,0 0 1 0 0,0 1-1 0 0,0 0 1 0 0,0-1 0 0 0,1 1-1 0 0,-1 0 1 0 0,0 0-1 0 0,0 0 1 0 0,0 0-1 0 0,1 1 1 0 0,1-1 0 0 0,-4 1 90 0 0,1 0 1 0 0,-1-1 0 0 0,1 1-1 0 0,-1 0 1 0 0,0 0 0 0 0,1-1-1 0 0,-1 1 1 0 0,0 0 0 0 0,1 0-1 0 0,-1-1 1 0 0,0 1 0 0 0,0 0-1 0 0,0 0 1 0 0,0 0 0 0 0,0-1-1 0 0,0 1 1 0 0,0 0 0 0 0,0 0-1 0 0,0-1 1 0 0,0 1-1 0 0,-1 0 1 0 0,1 0 0 0 0,0 0-1 0 0,0-1 1 0 0,-1 1 0 0 0,1 0-1 0 0,-1-1 1 0 0,1 1 0 0 0,0 0-1 0 0,-2 0 1 0 0,-2 10 531 0 0,0-1 0 0 0,0 0 0 0 0,1 1 0 0 0,1-1 0 0 0,0 1 0 0 0,0 0 0 0 0,1 0 0 0 0,0 15 0 0 0,1-19-556 0 0,1-1 0 0 0,0 1 0 0 0,1-1 0 0 0,0 1 1 0 0,0-1-1 0 0,0 0 0 0 0,1 1 0 0 0,-1-1 0 0 0,1-1 0 0 0,1 1 0 0 0,-1 0 0 0 0,1-1 0 0 0,0 0 0 0 0,1 1 0 0 0,5 4 0 0 0,-7-7-2 0 0,1 0 1 0 0,-1 1-1 0 0,1-2 0 0 0,0 1 1 0 0,0 0-1 0 0,0-1 0 0 0,0 0 0 0 0,0 0 1 0 0,0 0-1 0 0,1-1 0 0 0,-1 1 0 0 0,1-1 1 0 0,-1 0-1 0 0,1 0 0 0 0,-1-1 1 0 0,1 1-1 0 0,0-1 0 0 0,-1 0 0 0 0,1 0 1 0 0,0-1-1 0 0,-1 1 0 0 0,1-1 1 0 0,0 0-1 0 0,-1 0 0 0 0,1-1 0 0 0,-1 1 1 0 0,6-4-1 0 0,-7 3-41 0 0,1 0 1 0 0,-1 0-1 0 0,0 0 1 0 0,0 0-1 0 0,0-1 0 0 0,-1 0 1 0 0,1 1-1 0 0,0-1 1 0 0,-1 0-1 0 0,0 0 0 0 0,0 0 1 0 0,0-1-1 0 0,0 1 1 0 0,0 0-1 0 0,-1-1 0 0 0,1 1 1 0 0,-1-1-1 0 0,0 0 1 0 0,0 1-1 0 0,-1-1 1 0 0,1 0-1 0 0,-1 0 0 0 0,1 1 1 0 0,-1-1-1 0 0,0 0 1 0 0,-1 0-1 0 0,1 0 0 0 0,-1 1 1 0 0,1-1-1 0 0,-1 0 1 0 0,0 1-1 0 0,-1-1 0 0 0,-1-5 1 0 0,1 5-59 0 0,0 0 0 0 0,0 0 0 0 0,0 1 0 0 0,0-1 0 0 0,-1 1 0 0 0,0-1 0 0 0,1 1 0 0 0,-1 0 0 0 0,0 0 0 0 0,0 0 1 0 0,-1 0-1 0 0,1 1 0 0 0,-1-1 0 0 0,1 1 0 0 0,-1 0 0 0 0,0 0 0 0 0,-8-3 0 0 0,6 3-906 0 0,-1 0 0 0 0,0 0 1 0 0,-1 1-1 0 0,1 0 0 0 0,-14 0 0 0 0,12 1-708 0 0</inkml:trace>
</inkml:ink>
</file>

<file path=ppt/ink/ink3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7.7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 11979 0 0,'1'0'96'0'0,"-1"-1"1"0"0,0 0 0 0 0,0 1-1 0 0,0-1 1 0 0,1 0 0 0 0,-1 1-1 0 0,0-1 1 0 0,1 1 0 0 0,-1-1-1 0 0,1 0 1 0 0,-1 1 0 0 0,1-1-1 0 0,-1 1 1 0 0,1-1 0 0 0,-1 1-1 0 0,1 0 1 0 0,-1-1 0 0 0,1 1 0 0 0,-1-1-1 0 0,1 1 1 0 0,0 0 0 0 0,-1-1-1 0 0,1 1 1 0 0,0 0 0 0 0,-1 0-1 0 0,1 0 1 0 0,0 0 0 0 0,0-1-1 0 0,1 2 112 0 0,0-1 1 0 0,0 0-1 0 0,0 0 0 0 0,-1 1 0 0 0,1-1 0 0 0,0 1 0 0 0,-1 0 0 0 0,1-1 0 0 0,0 1 0 0 0,-1 0 0 0 0,2 1 0 0 0,3 2 352 0 0,-1 0 0 0 0,1 1 0 0 0,-1-1 0 0 0,-1 1 0 0 0,7 8 0 0 0,-2 1-296 0 0,-1 1 0 0 0,0 0 0 0 0,-1 0 0 0 0,-1 0 0 0 0,0 1 0 0 0,-2 0-1 0 0,1 0 1 0 0,1 18 0 0 0,0 10-76 0 0,0 82 0 0 0,-12-14-114 0 0,0 24-222 0 0,12-111-353 0 0,-6-26 436 0 0,0 1 0 0 0,0 0 0 0 0,0 0 0 0 0,0-1-1 0 0,0 1 1 0 0,1 0 0 0 0,-1 0 0 0 0,0-1 0 0 0,0 1 0 0 0,0 0 0 0 0,1 0 0 0 0,-1 0 0 0 0,0-1 0 0 0,0 1 0 0 0,0 0 0 0 0,1 0 0 0 0,-1 0 0 0 0,0-1 0 0 0,0 1 0 0 0,1 0 0 0 0,-1 0 0 0 0,0 0 0 0 0,1 0 0 0 0,-1 0 0 0 0,0 0 0 0 0,0 0 0 0 0,1 0 0 0 0,-1 0-1 0 0,0 0 1 0 0,1 0 0 0 0,-1 0 0 0 0,0 0 0 0 0,0 0 0 0 0,1 0 0 0 0,-1 0 0 0 0,0 0 0 0 0,1 0 0 0 0,-1 0 0 0 0,0 0 0 0 0,0 0 0 0 0,1 1 0 0 0,-1-1 0 0 0,0 0 0 0 0,0 0 0 0 0,1 0 0 0 0,-1 0 0 0 0,0 1 0 0 0,0-1 0 0 0,0 0 0 0 0,1 0 0 0 0,-1 0 0 0 0,0 1-1 0 0,0-1 1 0 0,0 0 0 0 0,0 0 0 0 0,1 1 0 0 0,-1-1 0 0 0,0 0 0 0 0,0 1 0 0 0,0-1 0 0 0,0 0 0 0 0,0 0 0 0 0,0 1 0 0 0,3-7-1247 0 0</inkml:trace>
</inkml:ink>
</file>

<file path=ppt/ink/ink3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7.9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22 186 5985 0 0,'-2'0'156'0'0,"1"-1"0"0"0,0 1-1 0 0,0-1 1 0 0,-1 0 0 0 0,1 1-1 0 0,0-1 1 0 0,0 0 0 0 0,0 0 0 0 0,0 0-1 0 0,0 0 1 0 0,0 0 0 0 0,0 0-1 0 0,0 0 1 0 0,0 0 0 0 0,0 0-1 0 0,1 0 1 0 0,-1 0 0 0 0,0-1-1 0 0,1 1 1 0 0,-1 0 0 0 0,1 0 0 0 0,-1-3-1 0 0,1 3 175 0 0,0 0-1 0 0,1-1 1 0 0,-1 1-1 0 0,0 0 0 0 0,1-1 1 0 0,-1 1-1 0 0,1 0 1 0 0,-1-1-1 0 0,1 1 1 0 0,0 0-1 0 0,-1 0 1 0 0,1-1-1 0 0,0 1 0 0 0,0 0 1 0 0,0 0-1 0 0,0 0 1 0 0,2-1-1 0 0,32-22 5201 0 0,-13 14-5469 0 0,100-34 1681 0 0,4-3-3839 0 0,-94 33-5352 0 0</inkml:trace>
</inkml:ink>
</file>

<file path=ppt/ink/ink3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19.5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3 133 7834 0 0,'0'-1'161'0'0,"-1"-1"0"0"0,1 1 0 0 0,-1 0 0 0 0,1-1 0 0 0,0 1 0 0 0,0 0 0 0 0,-1-1 0 0 0,1 1 0 0 0,0 0 0 0 0,0-1 0 0 0,1 1 0 0 0,-1 0 0 0 0,0-1 0 0 0,0 1 0 0 0,1 0 0 0 0,-1-1 0 0 0,0 1 0 0 0,1 0 0 0 0,0-1 0 0 0,-1 1 0 0 0,1 0 0 0 0,0 0 0 0 0,-1 0 0 0 0,1 0 0 0 0,2-2 0 0 0,23-29 2039 0 0,-15 24-1791 0 0,0 0 0 0 0,1 1 0 0 0,-1 1 0 0 0,1-1-1 0 0,0 2 1 0 0,1 0 0 0 0,17-5 0 0 0,-22 8-290 0 0,-1 0 0 0 0,1 0 0 0 0,0 1 0 0 0,0 0 0 0 0,0 0 1 0 0,0 1-1 0 0,0 0 0 0 0,0 0 0 0 0,0 1 0 0 0,0 0 0 0 0,0 1 0 0 0,0-1 1 0 0,12 6-1 0 0,-17-6-117 0 0,0 1 0 0 0,-1-1 0 0 0,1 1 0 0 0,-1-1 0 0 0,0 1 0 0 0,1 0 0 0 0,-1 0 0 0 0,0 1 0 0 0,0-1 0 0 0,0 0 1 0 0,0 1-1 0 0,0-1 0 0 0,-1 1 0 0 0,1-1 0 0 0,-1 1 0 0 0,0 0 0 0 0,0-1 0 0 0,0 1 0 0 0,0 0 0 0 0,0 0 0 0 0,0 0 0 0 0,-1 0 0 0 0,1 0 0 0 0,-1 0 1 0 0,0 3-1 0 0,-1 9 3 0 0,0 0 1 0 0,-1 0-1 0 0,0 0 1 0 0,-6 16-1 0 0,5-19 71 0 0,0 0-1 0 0,1 0 1 0 0,0 0-1 0 0,0 20 1 0 0,3-30-75 0 0,-1 0 0 0 0,1 0 0 0 0,-1 0 0 0 0,1 0 1 0 0,0-1-1 0 0,0 1 0 0 0,-1 0 0 0 0,1 0 0 0 0,1-1 1 0 0,-1 1-1 0 0,0-1 0 0 0,0 1 0 0 0,1-1 0 0 0,-1 0 0 0 0,0 1 1 0 0,1-1-1 0 0,0 0 0 0 0,-1 0 0 0 0,1 0 0 0 0,0 0 1 0 0,-1 0-1 0 0,1 0 0 0 0,0 0 0 0 0,0-1 0 0 0,0 1 1 0 0,0-1-1 0 0,-1 1 0 0 0,5-1 0 0 0,9 2-35 0 0,-1 0 0 0 0,1-1 0 0 0,15-1 0 0 0,3 0 5 0 0,-22 1 25 0 0,0 1 0 0 0,0 0 0 0 0,0 1 1 0 0,0 0-1 0 0,0 1 0 0 0,0 0 0 0 0,-1 0 0 0 0,0 1 0 0 0,19 13 1 0 0,-26-16 25 0 0,0 0 1 0 0,0 0 0 0 0,-1 1 0 0 0,1-1-1 0 0,-1 1 1 0 0,1 0 0 0 0,-1 0-1 0 0,0 0 1 0 0,0 0 0 0 0,0 0 0 0 0,-1 1-1 0 0,1-1 1 0 0,-1 0 0 0 0,1 1 0 0 0,-1-1-1 0 0,0 1 1 0 0,-1-1 0 0 0,1 1 0 0 0,-1 0-1 0 0,1-1 1 0 0,-1 1 0 0 0,0 0-1 0 0,0-1 1 0 0,-1 1 0 0 0,1 0 0 0 0,-1-1-1 0 0,0 1 1 0 0,0-1 0 0 0,0 1 0 0 0,0-1-1 0 0,0 1 1 0 0,-1-1 0 0 0,0 0 0 0 0,-2 4-1 0 0,-3 5 109 0 0,-1-1 1 0 0,-1 0-1 0 0,0 0 0 0 0,0-1 0 0 0,-1 0 0 0 0,0 0 0 0 0,-1-1 0 0 0,0-1 1 0 0,0 1-1 0 0,-1-2 0 0 0,0 0 0 0 0,0 0 0 0 0,-1-1 0 0 0,1-1 0 0 0,-1 0 1 0 0,-1-1-1 0 0,-24 5 0 0 0,33-8-251 0 0,1-1-1 0 0,0 0 1 0 0,-1 0 0 0 0,1 0 0 0 0,0-1 0 0 0,0 0 0 0 0,0 1-1 0 0,-7-3 1 0 0,-2-5-302 0 0</inkml:trace>
</inkml:ink>
</file>

<file path=ppt/ink/ink3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0.9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38 1840 0 0,'-7'-38'18051'0'0,"16"56"-17692"0"0,-8-17-328 0 0,0 0 0 0 0,1 1 0 0 0,-1-1 0 0 0,1 0 1 0 0,-1 0-1 0 0,1 0 0 0 0,0 0 0 0 0,-1 0 0 0 0,1 0 0 0 0,0 0 1 0 0,0-1-1 0 0,0 1 0 0 0,-1-1 0 0 0,1 1 0 0 0,0-1 1 0 0,0 0-1 0 0,3 1 0 0 0,32-1 252 0 0,-34 0-263 0 0,79-11 551 0 0,-73 12-576 0 0,-1 1 1 0 0,1 0-1 0 0,-1 1 1 0 0,1-1 0 0 0,-1 2-1 0 0,0-1 1 0 0,0 1 0 0 0,-1 0-1 0 0,1 1 1 0 0,8 6-1 0 0,27 14 6 0 0,4-6-1 0 0,-29-12 0 0 0,34 17 0 0 0,-32-13 36 0 0,-17-10-4 0 0,0 0 0 0 0,-1 0 0 0 0,1 1 1 0 0,0-1-1 0 0,0 1 0 0 0,-1-1 0 0 0,1 1 0 0 0,-1 0 0 0 0,1 0 0 0 0,-1 0 0 0 0,0 1 1 0 0,0-1-1 0 0,0 0 0 0 0,0 1 0 0 0,0 0 0 0 0,-1-1 0 0 0,1 1 0 0 0,0 3 0 0 0,-2-5 9 0 0,0 0-1 0 0,-1 0 1 0 0,1 0-1 0 0,0 0 1 0 0,-1 0-1 0 0,1 0 1 0 0,-1 0 0 0 0,0 0-1 0 0,1 0 1 0 0,-1 0-1 0 0,0 0 1 0 0,1-1-1 0 0,-1 1 1 0 0,0 0-1 0 0,0 0 1 0 0,0-1-1 0 0,0 1 1 0 0,0-1-1 0 0,0 1 1 0 0,0-1-1 0 0,0 1 1 0 0,0-1-1 0 0,-2 1 1 0 0,-29 13 564 0 0,30-13-565 0 0,-16 7-8 0 0,0 1-1 0 0,1 1 1 0 0,0 0-1 0 0,1 1 0 0 0,0 1 1 0 0,-20 19-1 0 0,-77 90-112 0 0,98-103-438 0 0,1 0 0 0 0,1 1-1 0 0,-13 22 1 0 0,13-11-7361 0 0</inkml:trace>
</inkml:ink>
</file>

<file path=ppt/ink/ink3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6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652 57 10594 0 0,'-3'0'90'0'0,"0"0"-1"0"0,0 0 0 0 0,-1 0 1 0 0,1 0-1 0 0,0 0 0 0 0,-1 1 1 0 0,1-1-1 0 0,0 1 0 0 0,0 0 1 0 0,0 0-1 0 0,-3 2 0 0 0,-2-1 176 0 0,-5 1 272 0 0,0 0 1 0 0,0 0 0 0 0,0-1 0 0 0,-1-1-1 0 0,1 0 1 0 0,0-1 0 0 0,-1-1 0 0 0,1 0-1 0 0,0 0 1 0 0,-1-2 0 0 0,1 1 0 0 0,-19-8-1 0 0,-19-6 24 0 0,0 2 0 0 0,-1 2 0 0 0,-55-4 0 0 0,96 14-856 0 0,0 2 1 0 0,0-1-1 0 0,0 2 1 0 0,-1-1 0 0 0,1 2-1 0 0,0-1 1 0 0,1 1 0 0 0,-1 1-1 0 0,0 0 1 0 0,-12 5-1 0 0,6 1-6261 0 0</inkml:trace>
</inkml:ink>
</file>

<file path=ppt/ink/ink3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7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315 115 6913 0 0,'0'-2'153'0'0,"-1"1"-1"0"0,1-1 0 0 0,-1 0 1 0 0,1 1-1 0 0,-1-1 0 0 0,1 0 1 0 0,-1 1-1 0 0,0-1 0 0 0,0 1 0 0 0,0-1 1 0 0,0 1-1 0 0,0-1 0 0 0,0 1 1 0 0,0-1-1 0 0,-1 1 0 0 0,1 0 0 0 0,0 0 1 0 0,-1 0-1 0 0,-1-1 0 0 0,-29-16 850 0 0,30 17-909 0 0,-26-12 130 0 0,-1 2-1 0 0,0 1 1 0 0,-1 1-1 0 0,0 2 1 0 0,-48-6-1 0 0,42 10-568 0 0</inkml:trace>
</inkml:ink>
</file>

<file path=ppt/ink/ink3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7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99 13827 0 0,'-1'-4'63'0'0,"0"-1"1"0"0,0 1-1 0 0,0 0 1 0 0,0 0-1 0 0,0 0 1 0 0,-1-1-1 0 0,0 1 1 0 0,0 0-1 0 0,0 1 1 0 0,0-1-1 0 0,-1 0 1 0 0,1 1-1 0 0,-1-1 1 0 0,0 1-1 0 0,0 0 1 0 0,0 0-1 0 0,-1 0 1 0 0,1 0-1 0 0,-1 0 1 0 0,1 1-1 0 0,-1 0 1 0 0,0 0-1 0 0,0 0 0 0 0,0 0 1 0 0,0 0-1 0 0,0 1 1 0 0,-1 0-1 0 0,1 0 1 0 0,-9-1-1 0 0,-4-1-276 0 0,-1 1-1 0 0,1 0 0 0 0,-1 2 1 0 0,0 0-1 0 0,1 1 0 0 0,-24 3 1 0 0,-102 30-3989 0 0,49-9 87 0 0,52-17 3397 0 0</inkml:trace>
</inkml:ink>
</file>

<file path=ppt/ink/ink3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8.3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293 32 10594 0 0,'-14'-6'944'0'0,"3"2"-751"0"0,4 3-193 0 0,5 1 0 0 0,-1 0-281 0 0,-4-2-87 0 0,-7 0-16 0 0,-9-2-8 0 0,-6-2 104 0 0,-2 1 32 0 0,0 3 0 0 0,0 2 0 0 0,3 4-1024 0 0,-2-4-193 0 0,-2-2-47 0 0</inkml:trace>
</inkml:ink>
</file>

<file path=ppt/ink/ink3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8.7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293 14 13827 0 0,'-7'-4'1224'0'0,"1"1"-976"0"0,2 3-248 0 0,2 0 0 0 0,-3 0 120 0 0,0-1-24 0 0,-7-1-8 0 0,-9 0 0 0 0,-9 0-456 0 0,-4 2-88 0 0,-4 4-24 0 0,-5 2 0 0 0,0 1 480 0 0,0-7 0 0 0</inkml:trace>
</inkml:ink>
</file>

<file path=ppt/ink/ink3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8:29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161 24 14283 0 0,'-38'-15'1272'0'0,"5"8"-1016"0"0,1 5-256 0 0,0 2 0 0 0,6 0 0 0 0</inkml:trace>
</inkml:ink>
</file>

<file path=ppt/ink/ink3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4.9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67 352 6913 0 0,'-26'-41'3479'0'0,"-7"-8"1083"0"0,25 41-2027 0 0,11 14-715 0 0,4 9-1754 0 0,13 42 357 0 0,3-1-1 0 0,31 54 1 0 0,-41-86-380 0 0,1-1 0 0 0,2-1 0 0 0,0 0 0 0 0,1-1-1 0 0,1 0 1 0 0,38 32 0 0 0,-52-50-14 0 0,1 1-1 0 0,0-1 1 0 0,0 0-1 0 0,0 0 1 0 0,0 0-1 0 0,0-1 1 0 0,1 0 0 0 0,-1 0-1 0 0,7 2 1 0 0,-10-4-1 0 0,-1 0 0 0 0,1 0 1 0 0,0 0-1 0 0,0 0 1 0 0,-1 0-1 0 0,1 0 1 0 0,0 0-1 0 0,-1 0 0 0 0,1-1 1 0 0,0 1-1 0 0,-1-1 1 0 0,1 1-1 0 0,0-1 1 0 0,-1 0-1 0 0,1 1 0 0 0,-1-1 1 0 0,1 0-1 0 0,-1 0 1 0 0,0 0-1 0 0,1 0 1 0 0,-1-1-1 0 0,0 1 0 0 0,0 0 1 0 0,0 0-1 0 0,0-1 1 0 0,0 1-1 0 0,0-1 0 0 0,0 1 1 0 0,0-1-1 0 0,0 1 1 0 0,-1-1-1 0 0,1 1 1 0 0,-1-1-1 0 0,1-2 0 0 0,11-39 368 0 0,-3 0-1 0 0,7-74 1 0 0,-9 58-324 0 0,5-85 52 0 0,-10 92-1070 0 0,3 0 0 0 0,17-82 0 0 0,-16 115-4195 0 0,2 2-1588 0 0</inkml:trace>
</inkml:ink>
</file>

<file path=ppt/ink/ink3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5.3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41 9674 0 0,'0'0'5'0'0,"-6"-23"3534"0"0,6 22-3242 0 0,0 0 1 0 0,0 0-1 0 0,0 0 0 0 0,-1 0 0 0 0,1 0 0 0 0,0 0 0 0 0,-1 0 0 0 0,1 1 0 0 0,-1-1 0 0 0,1 0 1 0 0,-1 0-1 0 0,0 0 0 0 0,1 1 0 0 0,-1-1 0 0 0,0 0 0 0 0,1 1 0 0 0,-1-1 0 0 0,0 0 1 0 0,0 1-1 0 0,1-1 0 0 0,-3 0 247 0 0,5 9-362 0 0,0-1 1 0 0,-1 1-1 0 0,0 0 1 0 0,0-1 0 0 0,-1 1-1 0 0,0 0 1 0 0,-1 0-1 0 0,1-1 1 0 0,-2 1 0 0 0,-1 10-1 0 0,-2 13 13 0 0,-6 247 257 0 0,8-151-1018 0 0,1-90-681 0 0,0-21 143 0 0</inkml:trace>
</inkml:ink>
</file>

<file path=ppt/ink/ink3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5.6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51 3225 0 0,'8'-26'1040'0'0,"-8"24"-648"0"0,1 0 0 0 0,0 1 0 0 0,0-1 0 0 0,0 1 0 0 0,1-1 0 0 0,-1 1 0 0 0,0-1 0 0 0,0 1 0 0 0,1 0 1 0 0,-1 0-1 0 0,1-1 0 0 0,-1 1 0 0 0,1 0 0 0 0,3-1 0 0 0,-4 1-5 0 0,1 1 1 0 0,0-1-1 0 0,0 1 0 0 0,0 0 1 0 0,0-1-1 0 0,0 1 0 0 0,0 0 1 0 0,0 0-1 0 0,0 0 0 0 0,0 1 1 0 0,0-1-1 0 0,0 0 0 0 0,0 1 1 0 0,2 0-1 0 0,20 12 526 0 0,-10-3-552 0 0,0 1 0 0 0,-1 1 0 0 0,-1 0 0 0 0,0 1 0 0 0,0 1 0 0 0,-1 0 0 0 0,-1 0 0 0 0,14 26 0 0 0,2 12-1345 0 0,25 71 0 0 0,-35-81-1124 0 0,-10-27-3812 0 0</inkml:trace>
</inkml:ink>
</file>

<file path=ppt/ink/ink3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5.8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38 8754 0 0,'-7'1'384'0'0,"3"-1"88"0"0,1 0-376 0 0,2-1-96 0 0,2-1 0 0 0,1 2 0 0 0,0-1-96 0 0,4 0 16 0 0,1-2 8 0 0,4 0-784 0 0,5-1-152 0 0,4 0-33 0 0,2-1-7 0 0,0-1 824 0 0,3-2 160 0 0</inkml:trace>
</inkml:ink>
</file>

<file path=ppt/ink/ink3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6.2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10594 0 0,'22'-1'3152'0'0,"198"-28"2341"0"0,114 3-7502 0 0,-277 27-951 0 0,-28 1-2348 0 0</inkml:trace>
</inkml:ink>
</file>

<file path=ppt/ink/ink3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6.6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17 272 6913 0 0,'-3'-5'688'0'0,"1"0"-1"0"0,0-1 0 0 0,0 1 0 0 0,0-1 1 0 0,-1-7-1 0 0,3 11-412 0 0,-1 1-1 0 0,1-1 1 0 0,-1 0 0 0 0,1 1 0 0 0,0-1-1 0 0,0 0 1 0 0,-1 1 0 0 0,1-1-1 0 0,0 0 1 0 0,1 1 0 0 0,-1-1 0 0 0,0 0-1 0 0,0 1 1 0 0,1-1 0 0 0,-1 1 0 0 0,1-1-1 0 0,0 0 1 0 0,-1 1 0 0 0,1-1 0 0 0,0 1-1 0 0,0-1 1 0 0,1-1 0 0 0,-1 3-165 0 0,0 0 1 0 0,1 0 0 0 0,-1-1-1 0 0,0 1 1 0 0,0 0-1 0 0,0 0 1 0 0,0 0-1 0 0,1 1 1 0 0,-1-1 0 0 0,0 0-1 0 0,0 0 1 0 0,0 1-1 0 0,0-1 1 0 0,0 1 0 0 0,0-1-1 0 0,0 1 1 0 0,0-1-1 0 0,0 1 1 0 0,0-1 0 0 0,0 1-1 0 0,0 0 1 0 0,0 0-1 0 0,0-1 1 0 0,0 1 0 0 0,0 0-1 0 0,-1 0 1 0 0,2 1-1 0 0,20 27 787 0 0,22 46-11 0 0,-30-49-801 0 0,0-1 1 0 0,2-1-1 0 0,31 38 1 0 0,-43-59-77 0 0,13 16 36 0 0,30 24 1 0 0,-42-39-53 0 0,0 1 1 0 0,1-2-1 0 0,0 1 1 0 0,0 0-1 0 0,0-1 0 0 0,0 0 1 0 0,1-1-1 0 0,-1 1 1 0 0,1-1-1 0 0,11 2 1 0 0,-16-4 22 0 0,0 0 1 0 0,0 0 0 0 0,0 0-1 0 0,0 0 1 0 0,0 0-1 0 0,0-1 1 0 0,-1 1-1 0 0,1-1 1 0 0,0 1-1 0 0,0-1 1 0 0,0 0 0 0 0,0 0-1 0 0,-1 1 1 0 0,1-1-1 0 0,0 0 1 0 0,-1-1-1 0 0,1 1 1 0 0,-1 0 0 0 0,1 0-1 0 0,-1-1 1 0 0,1 1-1 0 0,-1-1 1 0 0,0 1-1 0 0,0-1 1 0 0,0 1 0 0 0,0-1-1 0 0,0 0 1 0 0,0 0-1 0 0,0 0 1 0 0,-1 1-1 0 0,1-1 1 0 0,-1 0-1 0 0,1 0 1 0 0,0-3 0 0 0,1-9 115 0 0,0 1 1 0 0,-1-1-1 0 0,-1-26 0 0 0,0 20-50 0 0,10-163 55 0 0,-7 152-585 0 0,2 0-1 0 0,1 1 1 0 0,19-55-1 0 0,-10 52-1388 0 0,-7 20 331 0 0</inkml:trace>
</inkml:ink>
</file>

<file path=ppt/ink/ink3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7.0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 1840 0 0,'-10'13'9520'0'0,"9"-11"-9019"0"0,2 22 4266 0 0,18 31-3114 0 0,-9-28-252 0 0,1 28-694 0 0,-2 0 0 0 0,3 98 1 0 0,-3-25-1984 0 0,-5-90-1091 0 0,12 49 0 0 0,-13-75 872 0 0</inkml:trace>
</inkml:ink>
</file>

<file path=ppt/ink/ink3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7.2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96 3225 0 0,'3'-5'333'0'0,"1"0"0"0"0,-1 0 0 0 0,1 1 1 0 0,0 0-1 0 0,1 0 0 0 0,-1 0 1 0 0,1 0-1 0 0,0 1 0 0 0,-1-1 0 0 0,9-3 1 0 0,56-25 5014 0 0,-64 29-5340 0 0,1 1 0 0 0,0 0 1 0 0,0 0-1 0 0,0 1 0 0 0,0-1 0 0 0,0 1 1 0 0,0 0-1 0 0,0 1 0 0 0,10 0 1 0 0,-13 0-92 0 0,-1 1-1 0 0,0-1 1 0 0,0 1 0 0 0,1 0 0 0 0,-1 0 0 0 0,0 0 0 0 0,0 0 0 0 0,0 0 0 0 0,0 0-1 0 0,0 1 1 0 0,0-1 0 0 0,-1 1 0 0 0,1-1 0 0 0,0 1 0 0 0,-1 0 0 0 0,1-1 0 0 0,-1 1-1 0 0,1 0 1 0 0,-1 0 0 0 0,0 0 0 0 0,0 0 0 0 0,0 0 0 0 0,0 0 0 0 0,0 1 0 0 0,-1-1-1 0 0,1 0 1 0 0,0 5 0 0 0,2 8 83 0 0,-3 0 0 0 0</inkml:trace>
</inkml:ink>
</file>

<file path=ppt/ink/ink3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7.4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84 4609 0 0,'-3'2'107'0'0,"-10"13"6068"0"0,29-23-4418 0 0,53-31 546 0 0,40-8-9987 0 0,-93 41 7507 0 0</inkml:trace>
</inkml:ink>
</file>

<file path=ppt/ink/ink3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7.9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192 1 5985 0 0,'-3'2'807'0'0,"1"-1"1"0"0,-1 1-1 0 0,1 0 0 0 0,-1 0 0 0 0,1 1 0 0 0,0-1 0 0 0,0 0 0 0 0,-4 6 1 0 0,-22 45 3744 0 0,21-38-3770 0 0,-37 66 1482 0 0,17-32-3438 0 0,-24 62 0 0 0,41-86-5523 0 0</inkml:trace>
</inkml:ink>
</file>

<file path=ppt/ink/ink3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8.5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9674 0 0,'3'19'5405'0'0,"4"23"-2855"0"0,10 156 1224 0 0,-13-122-3728 0 0,3 0 0 0 0,31 135 0 0 0,-18-143-524 0 0,0 1-1304 0 0,-8-23-3333 0 0,-4-10-993 0 0</inkml:trace>
</inkml:ink>
</file>

<file path=ppt/ink/ink3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8.7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75 9674 0 0,'0'-1'115'0'0,"1"0"-1"0"0,-1 0 1 0 0,0 0 0 0 0,1 0-1 0 0,-1 0 1 0 0,0 0 0 0 0,1 1-1 0 0,0-1 1 0 0,-1 0 0 0 0,1 0-1 0 0,-1 0 1 0 0,1 0-1 0 0,0 1 1 0 0,-1-1 0 0 0,1 0-1 0 0,0 1 1 0 0,0-1 0 0 0,0 0-1 0 0,0 1 1 0 0,0-1 0 0 0,-1 1-1 0 0,1-1 1 0 0,0 1 0 0 0,2-1-1 0 0,29-16 1392 0 0,-18 10-1241 0 0,1 1 1 0 0,0 0 0 0 0,0 1-1 0 0,0 1 1 0 0,0 1 0 0 0,23-3-1 0 0,-30 5-437 0 0,1 0-1 0 0,-1 1 1 0 0,0 1 0 0 0,1-1-1 0 0,-1 1 1 0 0,1 0-1 0 0,-1 1 1 0 0,0 0-1 0 0,0 0 1 0 0,0 1-1 0 0,0 0 1 0 0,-1 1-1 0 0,13 6 1 0 0,-4 2 252 0 0</inkml:trace>
</inkml:ink>
</file>

<file path=ppt/ink/ink3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8.9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17 6449 0 0,'-3'5'577'0'0,"2"-1"-465"0"0,2-1-112 0 0,2-2 0 0 0,1 2 224 0 0,-1-3 16 0 0,2 0 8 0 0,2-1 0 0 0,7 1 256 0 0,4-2 48 0 0,5 0 16 0 0,6-2 0 0 0,-1 0-1496 0 0,2-1-288 0 0,2 1-65 0 0,2 0-15 0 0,1 1 1016 0 0,2-1 208 0 0</inkml:trace>
</inkml:ink>
</file>

<file path=ppt/ink/ink3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9.2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182 1 7834 0 0,'-4'1'319'0'0,"1"0"0"0"0,-1 0 0 0 0,1 0 0 0 0,-1 0 0 0 0,1 0 0 0 0,-1 1 0 0 0,1 0 0 0 0,0 0 0 0 0,-1 0 0 0 0,1 0 0 0 0,0 0 0 0 0,1 1 0 0 0,-1-1 0 0 0,0 1 0 0 0,1 0 0 0 0,-1 0 0 0 0,-2 5 0 0 0,-5 5 893 0 0,1 0-1 0 0,-13 27 0 0 0,3 0 180 0 0,-24 78-1 0 0,38-101-1383 0 0,0 0 0 0 0,2 0 0 0 0,0 0-1 0 0,1 0 1 0 0,1 0 0 0 0,0 0 0 0 0,4 33 0 0 0,14 9-4426 0 0</inkml:trace>
</inkml:ink>
</file>

<file path=ppt/ink/ink3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9.5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1 103 3225 0 0,'-1'-3'122'0'0,"1"0"1"0"0,0 1 0 0 0,0-1-1 0 0,0 0 1 0 0,0 1 0 0 0,1-1-1 0 0,-1 0 1 0 0,1 1 0 0 0,0-1-1 0 0,-1 1 1 0 0,1-1 0 0 0,0 1 0 0 0,1-1-1 0 0,-1 1 1 0 0,0 0 0 0 0,1-1-1 0 0,-1 1 1 0 0,1 0 0 0 0,0 0-1 0 0,-1 0 1 0 0,1 0 0 0 0,0 1-1 0 0,4-4 1 0 0,1-1 695 0 0,-1 1-1 0 0,1-1 1 0 0,0 1 0 0 0,1 1 0 0 0,-1-1-1 0 0,12-4 1 0 0,-16 9-557 0 0,0-1 1 0 0,0 0-1 0 0,0 1 0 0 0,0 0 0 0 0,0 0 0 0 0,0 0 0 0 0,0 0 0 0 0,0 1 1 0 0,0-1-1 0 0,1 1 0 0 0,-1-1 0 0 0,-1 1 0 0 0,1 0 0 0 0,0 0 0 0 0,0 1 1 0 0,0-1-1 0 0,0 0 0 0 0,-1 1 0 0 0,1 0 0 0 0,-1 0 0 0 0,1 0 1 0 0,-1 0-1 0 0,0 0 0 0 0,4 4 0 0 0,6 8 259 0 0,0 0 0 0 0,-2 1-1 0 0,11 18 1 0 0,-8-13-194 0 0,7 9-585 0 0,45 74 720 0 0,-56-86-3002 0 0,-1 0 0 0 0,8 21 0 0 0,-12-24-3239 0 0</inkml:trace>
</inkml:ink>
</file>

<file path=ppt/ink/ink3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9.6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19 129 2761 0 0,'-1'0'51'0'0,"0"0"0"0"0,0 0 0 0 0,0 0 0 0 0,0 0 0 0 0,0 0-1 0 0,0 0 1 0 0,0-1 0 0 0,0 1 0 0 0,0 0 0 0 0,0-1 0 0 0,0 1 0 0 0,1-1 0 0 0,-1 1 0 0 0,0-1 0 0 0,0 1 0 0 0,0-1 0 0 0,1 1 0 0 0,-2-2 0 0 0,2 1 33 0 0,0 1-1 0 0,0-1 0 0 0,0 1 1 0 0,0-1-1 0 0,0 1 1 0 0,0-1-1 0 0,0 1 0 0 0,0-1 1 0 0,0 1-1 0 0,1-1 0 0 0,-1 1 1 0 0,0-1-1 0 0,0 1 1 0 0,1-1-1 0 0,-1 1 0 0 0,0 0 1 0 0,1-1-1 0 0,-1 1 0 0 0,0-1 1 0 0,1 1-1 0 0,-1 0 1 0 0,0-1-1 0 0,1 1 0 0 0,-1 0 1 0 0,1-1-1 0 0,43-22 3798 0 0,-32 18-3913 0 0,14-8-516 0 0,2 2-1 0 0,54-15 0 0 0,-15 5-2877 0 0,-39 11 2905 0 0</inkml:trace>
</inkml:ink>
</file>

<file path=ppt/ink/ink3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4:59.9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 62 4609 0 0,'-26'-6'6073'0'0,"26"6"-6013"0"0,15-5 3105 0 0,83-16 2133 0 0,51 0-8419 0 0,-120 18 1785 0 0,9-3-4178 0 0</inkml:trace>
</inkml:ink>
</file>

<file path=ppt/ink/ink3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0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6913 0 0,'0'0'294'0'0,"0"1"0"0"0,-1 0-1 0 0,1 0 1 0 0,0 0 0 0 0,0-1-1 0 0,0 1 1 0 0,-1 0 0 0 0,1 0-1 0 0,0 0 1 0 0,0 0 0 0 0,0 0-1 0 0,0-1 1 0 0,0 1 0 0 0,1 0-1 0 0,-1 0 1 0 0,0 0-1 0 0,0 0 1 0 0,1 0 0 0 0,-1-1-1 0 0,0 1 1 0 0,1 0 0 0 0,0 1-1 0 0,14 41 3214 0 0,-2-3-1244 0 0,11 61-231 0 0,-13-46-1820 0 0,2 0 0 0 0,3-2 0 0 0,43 99 0 0 0,7-20-2489 0 0,-4 1-4766 0 0,-53-113 2128 0 0</inkml:trace>
</inkml:ink>
</file>

<file path=ppt/ink/ink3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0.5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19 181 6913 0 0,'-1'0'96'0'0,"0"0"-1"0"0,0-1 0 0 0,0 1 1 0 0,1 0-1 0 0,-1 0 0 0 0,0-1 1 0 0,0 1-1 0 0,0 0 0 0 0,1-1 0 0 0,-1 1 1 0 0,0-1-1 0 0,0 1 0 0 0,1-1 1 0 0,-1 1-1 0 0,0-1 0 0 0,1 0 1 0 0,-1 1-1 0 0,1-1 0 0 0,-1 0 0 0 0,1 1 1 0 0,-1-1-1 0 0,1 0 0 0 0,-1 0 1 0 0,1 1-1 0 0,0-1 0 0 0,-1 0 1 0 0,1 0-1 0 0,0 0 0 0 0,0 0 0 0 0,0 1 1 0 0,0-1-1 0 0,-1 0 0 0 0,1 0 1 0 0,0 0-1 0 0,1 0 0 0 0,-1 0 1 0 0,0 1-1 0 0,0-1 0 0 0,0 0 0 0 0,0 0 1 0 0,1 0-1 0 0,-1 0 0 0 0,0 1 1 0 0,1-1-1 0 0,-1 0 0 0 0,1 0 1 0 0,0-1-1 0 0,1-2 130 0 0,0 1 1 0 0,1-1-1 0 0,0 1 1 0 0,-1 0-1 0 0,1-1 1 0 0,0 1 0 0 0,0 0-1 0 0,5-3 1 0 0,26-13 322 0 0,1 2 1 0 0,1 0-1 0 0,1 3 1 0 0,0 1-1 0 0,43-9 1 0 0,-63 18-1624 0 0,0 1 0 0 0,28-2 0 0 0,-18 4-3955 0 0</inkml:trace>
</inkml:ink>
</file>

<file path=ppt/ink/ink3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0.7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91 7370 0 0,'11'-2'829'0'0,"-1"1"1"0"0,0-2 0 0 0,1 1 0 0 0,-1-1 0 0 0,0-1 0 0 0,15-7 0 0 0,5-2 73 0 0,126-32-4700 0 0,-135 39 3786 0 0</inkml:trace>
</inkml:ink>
</file>

<file path=ppt/ink/ink3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1.0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0 7370 0 0,'-3'5'11160'0'0,"16"5"-6674"0"0,-7-3-6059 0 0,1 10 1705 0 0,0 1 0 0 0,-2 0-1 0 0,0 0 1 0 0,-1 0 0 0 0,-1 0-1 0 0,1 25 1 0 0,4 15-583 0 0,23 69-4678 0 0,-31-126 5038 0 0,7 22-6121 0 0</inkml:trace>
</inkml:ink>
</file>

<file path=ppt/ink/ink3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1.3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5 212 5641 0 0,'-1'-4'251'0'0,"0"-1"-1"0"0,0 1 1 0 0,0-1 0 0 0,1 1-1 0 0,0-1 1 0 0,0 1-1 0 0,0-1 1 0 0,0 1 0 0 0,0 0-1 0 0,1-1 1 0 0,0 1 0 0 0,0-1-1 0 0,0 1 1 0 0,1 0-1 0 0,-1 0 1 0 0,1-1 0 0 0,0 1-1 0 0,0 0 1 0 0,1 1-1 0 0,-1-1 1 0 0,1 0 0 0 0,0 1-1 0 0,-1-1 1 0 0,2 1-1 0 0,-1 0 1 0 0,0 0 0 0 0,1 0-1 0 0,-1 1 1 0 0,7-5 0 0 0,10-4 487 0 0,1 1 0 0 0,0 0 0 0 0,0 1 0 0 0,36-9 0 0 0,-32 11-598 0 0,56-16-2223 0 0,-67 21 915 0 0</inkml:trace>
</inkml:ink>
</file>

<file path=ppt/ink/ink3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1.5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2 5065 0 0,'-1'2'164'0'0,"-1"0"1"0"0,1 0-1 0 0,0 0 1 0 0,0 0-1 0 0,0 0 0 0 0,0 1 1 0 0,0-1-1 0 0,0 0 1 0 0,1 0-1 0 0,-1 1 0 0 0,1-1 1 0 0,-1 0-1 0 0,1 5 1 0 0,0-6-49 0 0,0 0 0 0 0,1 0 0 0 0,-1 0 0 0 0,1 0 0 0 0,-1 0 0 0 0,1 0 0 0 0,-1 0 0 0 0,1 0 0 0 0,-1 0 0 0 0,1 0 0 0 0,0 0 0 0 0,0 0 0 0 0,-1-1 0 0 0,1 1 0 0 0,0 0 0 0 0,0-1 0 0 0,0 1 0 0 0,0 0 0 0 0,0-1-1 0 0,0 1 1 0 0,0-1 0 0 0,0 0 0 0 0,0 1 0 0 0,0-1 0 0 0,0 0 0 0 0,0 1 0 0 0,0-1 0 0 0,0 0 0 0 0,0 0 0 0 0,1 0 0 0 0,-1 0 0 0 0,2 0 0 0 0,5 0 275 0 0,0-1-1 0 0,0 1 1 0 0,0-1-1 0 0,0-1 1 0 0,13-3-1 0 0,5-4-964 0 0,37-18-1 0 0,-41 16 422 0 0</inkml:trace>
</inkml:ink>
</file>

<file path=ppt/ink/ink3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8.6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86 54 5529 0 0,'3'5'4006'0'0,"9"14"-3305"0"0,-4-7-507 0 0,-6-9-32 0 0,0 0 0 0 0,0-1-1 0 0,0 1 1 0 0,0-1 0 0 0,0 0-1 0 0,0 1 1 0 0,1-1 0 0 0,-1 0-1 0 0,1 0 1 0 0,-1-1 0 0 0,1 1-1 0 0,0-1 1 0 0,0 1 0 0 0,0-1-1 0 0,0 0 1 0 0,0 0 0 0 0,0 0-1 0 0,0 0 1 0 0,4 0-1 0 0,-6-1-24 0 0,0 0-1 0 0,0 0 0 0 0,1 0 0 0 0,-1 0 0 0 0,0 0 0 0 0,0 0 0 0 0,0-1 0 0 0,1 1 0 0 0,-1-1 0 0 0,0 1 0 0 0,0 0 0 0 0,0-1 1 0 0,0 0-1 0 0,0 1 0 0 0,0-1 0 0 0,0 0 0 0 0,0 1 0 0 0,0-1 0 0 0,2-2 0 0 0,-2 1-70 0 0,0 0-1 0 0,0 1 1 0 0,0-1 0 0 0,0 0-1 0 0,-1 0 1 0 0,1 0 0 0 0,0-1-1 0 0,-1 1 1 0 0,0 0 0 0 0,1 0-1 0 0,-1 0 1 0 0,0 0 0 0 0,0 0-1 0 0,0-1 1 0 0,-1-1 0 0 0,-9-46 171 0 0,9 48-253 0 0,1 1 1 0 0,0-1-1 0 0,-1 1 1 0 0,1 0-1 0 0,0-1 1 0 0,-1 1 0 0 0,0 0-1 0 0,1-1 1 0 0,-1 1-1 0 0,0 0 1 0 0,1 0-1 0 0,-1-1 1 0 0,0 1-1 0 0,0 0 1 0 0,0 0 0 0 0,0 0-1 0 0,0 0 1 0 0,0 0-1 0 0,-1 1 1 0 0,1-1-1 0 0,0 0 1 0 0,0 0-1 0 0,-1 1 1 0 0,1-1-1 0 0,0 1 1 0 0,-1-1 0 0 0,1 1-1 0 0,0-1 1 0 0,-1 1-1 0 0,1 0 1 0 0,-3 0-1 0 0,3 1-32 0 0,-1-1-1 0 0,1 1 0 0 0,0 0 0 0 0,-1 0 0 0 0,1 0 1 0 0,0 1-1 0 0,0-1 0 0 0,0 0 0 0 0,0 0 0 0 0,0 1 0 0 0,0-1 1 0 0,0 0-1 0 0,0 1 0 0 0,1-1 0 0 0,-1 1 0 0 0,0-1 1 0 0,1 1-1 0 0,-1 2 0 0 0,-8 31-483 0 0,8-32 466 0 0,0 4-61 0 0,-10 59-647 0 0,11-60 767 0 0,0 0 0 0 0,-1 0 0 0 0,2-1 0 0 0,-1 1 0 0 0,1 0 0 0 0,0 0 0 0 0,0-1 0 0 0,0 1 0 0 0,3 6 0 0 0,-2-10 99 0 0,-1 0 1 0 0,1 1-1 0 0,0-1 0 0 0,-1 0 1 0 0,1 0-1 0 0,0 0 1 0 0,0-1-1 0 0,0 1 1 0 0,1 0-1 0 0,-1-1 0 0 0,0 1 1 0 0,1-1-1 0 0,-1 0 1 0 0,1 0-1 0 0,-1 0 1 0 0,1 0-1 0 0,-1 0 0 0 0,1-1 1 0 0,0 1-1 0 0,0-1 1 0 0,-1 1-1 0 0,1-1 0 0 0,0 0 1 0 0,-1 0-1 0 0,4-1 1 0 0,-4 1-21 0 0,0 0 1 0 0,0 0 0 0 0,0 0 0 0 0,0 0-1 0 0,-1-1 1 0 0,1 1 0 0 0,0-1 0 0 0,0 1-1 0 0,0-1 1 0 0,-1 0 0 0 0,1 0 0 0 0,0 0-1 0 0,-1 0 1 0 0,1 0 0 0 0,-1 0 0 0 0,1 0-1 0 0,-1 0 1 0 0,1-1 0 0 0,-1 1 0 0 0,0-1-1 0 0,0 1 1 0 0,0-1 0 0 0,0 1 0 0 0,0-1-1 0 0,0 1 1 0 0,0-1 0 0 0,0 0 0 0 0,-1 0-1 0 0,1 1 1 0 0,0-1 0 0 0,-1 0 0 0 0,0 0-1 0 0,1 0 1 0 0,-1 0 0 0 0,0 0-1 0 0,0-2 1 0 0,-1-5 45 0 0,-1 0 0 0 0,1 0 0 0 0,-1 0 0 0 0,-1 1 0 0 0,0-1 0 0 0,0 1-1 0 0,0 0 1 0 0,-1-1 0 0 0,-1 2 0 0 0,1-1 0 0 0,-1 0 0 0 0,-1 1 0 0 0,1 0 0 0 0,-8-7-1 0 0,9 10-112 0 0,0 1-1 0 0,0-1 1 0 0,-1 0-1 0 0,1 1 0 0 0,-1 0 1 0 0,0 0-1 0 0,0 0 0 0 0,-1 1 1 0 0,1 0-1 0 0,0 0 0 0 0,-1 0 1 0 0,1 1-1 0 0,-1-1 0 0 0,1 1 1 0 0,-1 1-1 0 0,0-1 0 0 0,0 1 1 0 0,1 0-1 0 0,-1 0 0 0 0,0 1 1 0 0,1-1-1 0 0,-1 1 0 0 0,-6 2 1 0 0,10-2-10 0 0,0-1 0 0 0,0 1 0 0 0,0 0-1 0 0,0 0 1 0 0,1 0 0 0 0,-1 0 0 0 0,0 0 0 0 0,1 0 0 0 0,-1 0 0 0 0,1 0 0 0 0,-1 0 0 0 0,1 1 0 0 0,0-1 0 0 0,-1 1 0 0 0,1-1 0 0 0,0 1 0 0 0,0-1 0 0 0,0 1 0 0 0,0 0 0 0 0,0 0 0 0 0,0 1 0 0 0,0 0-12 0 0,0 1 0 0 0,1-1 0 0 0,-1 0 0 0 0,1 0 0 0 0,0 1 0 0 0,0-1 0 0 0,0 0 0 0 0,0 0 0 0 0,1 1 0 0 0,0-1 0 0 0,-1 0 1 0 0,2 3-1 0 0,-1-2 2 0 0,1 0 0 0 0,-1 0 0 0 0,1 0 0 0 0,0 0 0 0 0,0 0 0 0 0,0 0 0 0 0,0-1 0 0 0,1 1 0 0 0,-1-1 0 0 0,1 0 1 0 0,0 1-1 0 0,0-1 0 0 0,0-1 0 0 0,1 1 0 0 0,-1 0 0 0 0,1-1 0 0 0,-1 0 0 0 0,1 0 0 0 0,0 0 0 0 0,4 2 0 0 0,-3-4 45 0 0,0 1 0 0 0,-1-1 0 0 0,1 0 0 0 0,0 0 0 0 0,0-1-1 0 0,0 1 1 0 0,0-1 0 0 0,-1 0 0 0 0,1 0 0 0 0,0-1-1 0 0,-1 0 1 0 0,1 1 0 0 0,-1-2 0 0 0,1 1 0 0 0,-1 0-1 0 0,0-1 1 0 0,0 0 0 0 0,0 0 0 0 0,-1 0 0 0 0,1 0-1 0 0,-1-1 1 0 0,1 1 0 0 0,-1-1 0 0 0,0 0 0 0 0,0 0-1 0 0,-1 0 1 0 0,1 0 0 0 0,-1 0 0 0 0,0-1 0 0 0,0 1-1 0 0,-1-1 1 0 0,1 0 0 0 0,-1 1 0 0 0,0-1 0 0 0,0 0-1 0 0,0 0 1 0 0,-1 0 0 0 0,0 1 0 0 0,0-9 0 0 0,0 11-42 0 0,-1 1 1 0 0,1-1-1 0 0,0 1 1 0 0,-1-1-1 0 0,1 1 1 0 0,-1-1-1 0 0,1 1 1 0 0,-1-1-1 0 0,0 1 1 0 0,0-1-1 0 0,0 1 1 0 0,0 0-1 0 0,0 0 1 0 0,0-1-1 0 0,0 1 1 0 0,0 0-1 0 0,0 0 1 0 0,0 0-1 0 0,-1 0 1 0 0,1 0-1 0 0,0 0 1 0 0,-1 1-1 0 0,1-1 1 0 0,-1 0-1 0 0,1 1 1 0 0,-1-1-1 0 0,1 1 1 0 0,-1-1-1 0 0,1 1 1 0 0,-1 0-1 0 0,0-1 1 0 0,1 1-1 0 0,-1 0 0 0 0,0 0 1 0 0,1 0-1 0 0,-1 1 1 0 0,1-1-1 0 0,-1 0 1 0 0,1 1-1 0 0,-1-1 1 0 0,0 1-1 0 0,1-1 1 0 0,-3 2-1 0 0,2-1-504 0 0,1 0 0 0 0,-1 0 0 0 0,0 0-1 0 0,0 0 1 0 0,1 0 0 0 0,-1 1 0 0 0,1-1 0 0 0,-1 1-1 0 0,1-1 1 0 0,-1 1 0 0 0,1-1 0 0 0,0 1-1 0 0,-2 3 1 0 0</inkml:trace>
</inkml:ink>
</file>

<file path=ppt/ink/ink3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9.4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51 123 5065 0 0,'-2'2'268'0'0,"0"0"-1"0"0,0 0 0 0 0,-1 0 1 0 0,1 0-1 0 0,0-1 1 0 0,-1 1-1 0 0,0-1 1 0 0,-4 3-1 0 0,-12 6 4665 0 0,18-9-4757 0 0,1 0 1 0 0,-1 0 0 0 0,0 0-1 0 0,1 0 1 0 0,-1 1-1 0 0,1-1 1 0 0,0 0-1 0 0,-1 0 1 0 0,1 0-1 0 0,0 0 1 0 0,0 1-1 0 0,-1-1 1 0 0,1 0-1 0 0,0 0 1 0 0,0 1-1 0 0,0-1 1 0 0,1 0-1 0 0,-1 2 1 0 0,5 27 650 0 0,-4-24-494 0 0,2 7-2 0 0,-1-1 0 0 0,2 0 1 0 0,-1 0-1 0 0,11 20 0 0 0,-13-29-284 0 0,1 0-1 0 0,-1 0 0 0 0,1-1 1 0 0,0 1-1 0 0,-1 0 0 0 0,1-1 1 0 0,1 1-1 0 0,-1-1 0 0 0,0 0 1 0 0,1 1-1 0 0,-1-1 0 0 0,1-1 1 0 0,-1 1-1 0 0,1 0 0 0 0,0 0 1 0 0,0-1-1 0 0,0 0 0 0 0,0 1 1 0 0,0-1-1 0 0,0 0 0 0 0,0-1 1 0 0,0 1-1 0 0,6 0 0 0 0,-6-1-14 0 0,0-1 0 0 0,-1 0 0 0 0,1 1 0 0 0,-1-1 0 0 0,1 0 0 0 0,-1-1 0 0 0,1 1 0 0 0,-1 0 0 0 0,0-1 1 0 0,0 1-1 0 0,0-1 0 0 0,0 1 0 0 0,0-1 0 0 0,0 0 0 0 0,0 0 0 0 0,0 0 0 0 0,-1 0 0 0 0,1 0 0 0 0,-1-1 0 0 0,1 1 0 0 0,-1 0 0 0 0,0-1 0 0 0,0 1 0 0 0,0-1 0 0 0,0 1 0 0 0,0-5 0 0 0,4-8 129 0 0,-1 0 1 0 0,3-32-1 0 0,-6 33-120 0 0,0 0 0 0 0,-1 0 0 0 0,-1 0 0 0 0,0 0 0 0 0,-1 0 0 0 0,-5-19 0 0 0,6 28-29 0 0,0 0 1 0 0,-1-1-1 0 0,0 1 1 0 0,0 0-1 0 0,0 0 1 0 0,0 0-1 0 0,-1 0 1 0 0,0 0-1 0 0,0 1 0 0 0,-1-1 1 0 0,1 1-1 0 0,-1 0 1 0 0,0 0-1 0 0,0 0 1 0 0,0 0-1 0 0,0 1 1 0 0,-1 0-1 0 0,-9-6 1 0 0,13 8-24 0 0,-1 1 1 0 0,1-1-1 0 0,-1 1 1 0 0,0-1 0 0 0,1 1-1 0 0,-1 0 1 0 0,1-1-1 0 0,-1 1 1 0 0,0 0-1 0 0,1 0 1 0 0,-1 0 0 0 0,0 0-1 0 0,1 1 1 0 0,-1-1-1 0 0,0 0 1 0 0,1 1 0 0 0,-1-1-1 0 0,0 1 1 0 0,1-1-1 0 0,-1 1 1 0 0,1 0-1 0 0,-3 1 1 0 0,2 0-37 0 0,0 0 0 0 0,0 1 0 0 0,-1-1-1 0 0,2 0 1 0 0,-1 1 0 0 0,0-1 0 0 0,0 1 0 0 0,1 0 0 0 0,0 0 0 0 0,-1-1 0 0 0,0 6-1 0 0,-1 0-44 0 0,1 0 0 0 0,0 1-1 0 0,1-1 1 0 0,0 1 0 0 0,0-1-1 0 0,1 1 1 0 0,0-1 0 0 0,2 11-1 0 0,-2-16 96 0 0,1 0 0 0 0,-1 0-1 0 0,1 0 1 0 0,0 0 0 0 0,0 0 0 0 0,0 0-1 0 0,1 0 1 0 0,-1 0 0 0 0,0 0-1 0 0,1-1 1 0 0,0 1 0 0 0,0-1 0 0 0,0 1-1 0 0,0-1 1 0 0,0 0 0 0 0,0 0-1 0 0,1 0 1 0 0,-1 0 0 0 0,1 0 0 0 0,-1 0-1 0 0,1 0 1 0 0,0-1 0 0 0,0 0-1 0 0,-1 1 1 0 0,1-1 0 0 0,0 0 0 0 0,0 0-1 0 0,0-1 1 0 0,0 1 0 0 0,1-1-1 0 0,-1 1 1 0 0,0-1 0 0 0,0 0 0 0 0,0 0-1 0 0,0-1 1 0 0,0 1 0 0 0,0 0-1 0 0,6-3 1 0 0,-4 2 55 0 0,0 0 0 0 0,0-1-1 0 0,0 0 1 0 0,0 0 0 0 0,0 0 0 0 0,0 0-1 0 0,-1-1 1 0 0,1 0 0 0 0,-1 0 0 0 0,0 0-1 0 0,0 0 1 0 0,0-1 0 0 0,0 0 0 0 0,-1 0-1 0 0,0 0 1 0 0,1 0 0 0 0,-1 0 0 0 0,-1-1 0 0 0,1 1-1 0 0,-1-1 1 0 0,1 0 0 0 0,2-9 0 0 0,-5 8-218 0 0,0 0 1 0 0,-1 1 0 0 0,1-1 0 0 0,-1 0 0 0 0,0 0 0 0 0,-1 1 0 0 0,1-1 0 0 0,-1 1 0 0 0,0-1 0 0 0,-1 1 0 0 0,1 0 0 0 0,-1 0 0 0 0,0 0 0 0 0,0 0 0 0 0,-7-7 0 0 0</inkml:trace>
</inkml:ink>
</file>

<file path=ppt/ink/ink3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0.5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140 89 6913 0 0,'-1'-7'236'0'0,"1"0"0"0"0,-1 0 0 0 0,-1 1-1 0 0,1-1 1 0 0,-1 1 0 0 0,0-1-1 0 0,0 1 1 0 0,-6-11 0 0 0,7 16-188 0 0,1 0 1 0 0,-1 0-1 0 0,1 0 1 0 0,-1 0-1 0 0,1 0 1 0 0,-1 0-1 0 0,0 0 0 0 0,0 0 1 0 0,1 0-1 0 0,-1 0 1 0 0,0 0-1 0 0,0 0 1 0 0,0 1-1 0 0,0-1 1 0 0,0 0-1 0 0,0 1 0 0 0,0-1 1 0 0,-1 1-1 0 0,1-1 1 0 0,0 1-1 0 0,0-1 1 0 0,0 1-1 0 0,0 0 1 0 0,-1 0-1 0 0,1-1 0 0 0,0 1 1 0 0,0 0-1 0 0,-1 0 1 0 0,1 0-1 0 0,0 0 1 0 0,0 1-1 0 0,0-1 1 0 0,-1 0-1 0 0,1 0 0 0 0,0 1 1 0 0,0-1-1 0 0,0 1 1 0 0,0-1-1 0 0,-1 1 1 0 0,1-1-1 0 0,0 1 1 0 0,0 0-1 0 0,0-1 0 0 0,0 1 1 0 0,0 0-1 0 0,1 0 1 0 0,-1 0-1 0 0,0 0 1 0 0,0 0-1 0 0,0 0 1 0 0,1 0-1 0 0,-2 2 0 0 0,-6 8 205 0 0,1 0-1 0 0,-1 1 1 0 0,2-1-1 0 0,0 2 1 0 0,0-1-1 0 0,1 1 1 0 0,1-1-1 0 0,0 1 1 0 0,1 1-1 0 0,-3 19 1 0 0,3-15-52 0 0,2 1 1 0 0,0-1 0 0 0,1 0 0 0 0,1 1 0 0 0,1-1-1 0 0,1 0 1 0 0,5 23 0 0 0,-5-34-205 0 0,-1 0 0 0 0,1 0 0 0 0,0 0-1 0 0,1-1 1 0 0,-1 1 0 0 0,1-1 0 0 0,1 0 0 0 0,-1 0 0 0 0,1 0 0 0 0,0-1-1 0 0,1 0 1 0 0,-1 0 0 0 0,1 0 0 0 0,0 0 0 0 0,0-1 0 0 0,0 0 0 0 0,1-1-1 0 0,-1 1 1 0 0,1-1 0 0 0,0 0 0 0 0,0-1 0 0 0,14 4 0 0 0,-13-4-3 0 0,1-1 0 0 0,-1 0 1 0 0,1 0-1 0 0,-1-1 0 0 0,1 0 1 0 0,0 0-1 0 0,-1-1 0 0 0,1 0 1 0 0,-1-1-1 0 0,1 0 1 0 0,-1 0-1 0 0,0 0 0 0 0,1-1 1 0 0,-1-1-1 0 0,-1 1 0 0 0,1-1 1 0 0,0-1-1 0 0,-1 1 0 0 0,11-10 1 0 0,-17 13 17 0 0,1-1 0 0 0,0 1 0 0 0,-1 0 0 0 0,0-1 0 0 0,1 1 0 0 0,-1-1 0 0 0,0 0 0 0 0,0 1 0 0 0,0-1 0 0 0,0 0 0 0 0,0 0 0 0 0,0 0 0 0 0,-1 1 0 0 0,1-1 0 0 0,-1 0 0 0 0,1 0 0 0 0,-1 0 0 0 0,0 0 0 0 0,1 0 0 0 0,-1 0 0 0 0,0 0 0 0 0,-1-2 0 0 0,1 0-19 0 0,-1 1 1 0 0,0 0-1 0 0,0 0 0 0 0,-1 1 1 0 0,1-1-1 0 0,-1 0 0 0 0,1 0 1 0 0,-1 0-1 0 0,0 1 0 0 0,0-1 1 0 0,0 1-1 0 0,-4-4 0 0 0,-2-1-22 0 0,0 1 0 0 0,-1 0 0 0 0,1 0 0 0 0,-1 1 0 0 0,0 0 0 0 0,-1 0 0 0 0,-14-4 0 0 0,23 9 31 0 0,0 0 0 0 0,1 0-1 0 0,-1-1 1 0 0,0 1 0 0 0,1 0 0 0 0,-1 0 0 0 0,0-1-1 0 0,1 1 1 0 0,-1-1 0 0 0,0 1 0 0 0,1 0 0 0 0,-1-1-1 0 0,1 1 1 0 0,-1-1 0 0 0,1 1 0 0 0,-1-1 0 0 0,1 0-1 0 0,-1 1 1 0 0,1-1 0 0 0,-1 1 0 0 0,1-1 0 0 0,0 0-1 0 0,-1 1 1 0 0,1-1 0 0 0,0 0 0 0 0,0 0 0 0 0,-1 1-1 0 0,1-1 1 0 0,0 0 0 0 0,0 1 0 0 0,0-1 0 0 0,0-1-1 0 0,0 0 13 0 0,1 0 0 0 0,0-1 0 0 0,-1 1 0 0 0,1 0-1 0 0,0 0 1 0 0,0-1 0 0 0,0 1 0 0 0,1 0 0 0 0,-1 0-1 0 0,2-2 1 0 0,4-5 15 0 0,1 1 1 0 0,-1 0-1 0 0,17-12 0 0 0,-14 13 96 0 0,1 0 0 0 0,0 1-1 0 0,0 0 1 0 0,0 0 0 0 0,1 2 0 0 0,0-1 0 0 0,0 1-1 0 0,1 1 1 0 0,-1 0 0 0 0,21-1 0 0 0,-28 3-81 0 0,1 1 1 0 0,-1 0-1 0 0,1 0 1 0 0,-1 0-1 0 0,0 1 1 0 0,1 0-1 0 0,-1 0 1 0 0,0 0 0 0 0,0 1-1 0 0,1-1 1 0 0,-1 1-1 0 0,-1 0 1 0 0,1 1-1 0 0,0-1 1 0 0,0 1-1 0 0,-1 0 1 0 0,1 0-1 0 0,-1 1 1 0 0,0-1 0 0 0,0 1-1 0 0,0 0 1 0 0,-1 0-1 0 0,0 0 1 0 0,1 1-1 0 0,-1-1 1 0 0,4 10-1 0 0,0 3 231 0 0,-2 0-1 0 0,0 1 1 0 0,-1-1-1 0 0,3 25 1 0 0,-6-29-183 0 0,1 0 0 0 0,0 0 0 0 0,1 0 0 0 0,0-1 0 0 0,1 1 1 0 0,1-1-1 0 0,0 1 0 0 0,0-2 0 0 0,12 19 0 0 0,-17-29-249 0 0,1 0 0 0 0,0 0-1 0 0,0 0 1 0 0,0 0 0 0 0,0-1 0 0 0,0 1-1 0 0,0 0 1 0 0,0 0 0 0 0,0-1 0 0 0,0 1 0 0 0,1-1-1 0 0,-1 1 1 0 0,0-1 0 0 0,0 1 0 0 0,1-1-1 0 0,-1 0 1 0 0,2 1 0 0 0,0-1-402 0 0,-1-1 0 0 0,0 1 1 0 0,1 0-1 0 0,-1 0 0 0 0,0-1 1 0 0,1 0-1 0 0,-1 1 0 0 0,0-1 1 0 0,0 0-1 0 0,1 0 0 0 0,-1 0 1 0 0,0 0-1 0 0,0-1 0 0 0,2-1 1 0 0,7-7-2330 0 0</inkml:trace>
</inkml:ink>
</file>

<file path=ppt/ink/ink3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0.8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0 2761 0 0,'-6'5'7525'0'0,"6"-5"-7403"0"0,5 40 1349 0 0,1 0-1 0 0,3-1 1 0 0,1 0 0 0 0,23 57 0 0 0,6 22-8513 0 0,-36-114 6966 0 0,-5-9-68 0 0,-3 0 54 0 0</inkml:trace>
</inkml:ink>
</file>

<file path=ppt/ink/ink3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1.1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6 107 6913 0 0,'-6'-12'9218'0'0,"21"13"-4710"0"0,-3 5-5910 0 0,8 8 1984 0 0,0 0-1 0 0,32 33 1 0 0,-41-36-476 0 0,1 1 0 0 0,0-1 0 0 0,1-1 0 0 0,0 0 0 0 0,1-1 0 0 0,0-1 1 0 0,0 0-1 0 0,29 12 0 0 0,-42-20-103 0 0,0 1 0 0 0,0-1 0 0 0,0 1 0 0 0,-1-1 0 0 0,1 0 0 0 0,0 1 0 0 0,0-1 0 0 0,0 0 0 0 0,0 0 0 0 0,0 0 0 0 0,0 1 0 0 0,0-1 0 0 0,0 0 0 0 0,0 0 0 0 0,-1 0 0 0 0,1-1 0 0 0,0 1 0 0 0,0 0 0 0 0,0 0 0 0 0,0 0 0 0 0,0-1 0 0 0,0 1 0 0 0,0 0 0 0 0,0-1 0 0 0,-1 1 0 0 0,1-1 0 0 0,0 1 0 0 0,0-1 0 0 0,-1 1 1 0 0,1-1-1 0 0,0 0 0 0 0,-1 1 0 0 0,1-1 0 0 0,0 0 0 0 0,-1 1 0 0 0,1-1 0 0 0,-1 0 0 0 0,1 0 0 0 0,-1 0 0 0 0,0 0 0 0 0,1 1 0 0 0,-1-1 0 0 0,0 0 0 0 0,1 0 0 0 0,-1 0 0 0 0,0 0 0 0 0,0 0 0 0 0,0 0 0 0 0,0 0 0 0 0,0 0 0 0 0,0 0 0 0 0,0 0 0 0 0,0 0 0 0 0,-1-1 0 0 0,-1-9 77 0 0,0 0 0 0 0,-1 1 0 0 0,-8-21-1 0 0,5 14-152 0 0,5 13 39 0 0,-23-84-926 0 0,16 28-3026 0 0,8 40-2461 0 0</inkml:trace>
</inkml:ink>
</file>

<file path=ppt/ink/ink3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1.3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10594 0 0,'6'79'4766'0'0,"0"-49"-3921"0"0,16 52-1 0 0,-2-17-170 0 0,-12-35-705 0 0,1-1-1 0 0,1 0 1 0 0,2 0 0 0 0,23 41-1 0 0</inkml:trace>
</inkml:ink>
</file>

<file path=ppt/ink/ink3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1.7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19 5985 0 0,'-1'-3'3344'0'0,"0"3"-3258"0"0,20-6 2194 0 0,30-3 899 0 0,-35 9-2944 0 0,-1 2 0 0 0,1 0 0 0 0,0 0 0 0 0,-1 1 0 0 0,0 1 0 0 0,0 0 0 0 0,0 1 0 0 0,0 1 0 0 0,-1-1 0 0 0,1 2 0 0 0,-2 0 0 0 0,1 1 0 0 0,-1 0 0 0 0,0 0 0 0 0,0 1 0 0 0,-1 1 0 0 0,-1-1 0 0 0,0 2 0 0 0,0-1 0 0 0,0 1-1 0 0,-2 1 1 0 0,1-1 0 0 0,-2 1 0 0 0,1 1 0 0 0,-2-1 0 0 0,0 1 0 0 0,0 0 0 0 0,-1 0 0 0 0,4 25 0 0 0,-7-16-146 0 0,0-1 0 0 0,-2 0-1 0 0,0 1 1 0 0,-2-1-1 0 0,-8 34 1 0 0,2-19-404 0 0,-3-1-1 0 0,-21 48 1 0 0,24-68 315 0 0</inkml:trace>
</inkml:ink>
</file>

<file path=ppt/ink/ink3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3.6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57 10138 0 0,'0'-1'80'0'0,"0"1"1"0"0,1 0-1 0 0,-1-1 0 0 0,0 1 0 0 0,0 0 1 0 0,0 0-1 0 0,0-1 0 0 0,0 1 0 0 0,0 0 0 0 0,0-1 1 0 0,0 1-1 0 0,0 0 0 0 0,0-1 0 0 0,0 1 1 0 0,0 0-1 0 0,0-1 0 0 0,0 1 0 0 0,0 0 1 0 0,0-1-1 0 0,0 1 0 0 0,0 0 0 0 0,0-1 0 0 0,-1 1 1 0 0,1 0-1 0 0,0-1 0 0 0,0 1 0 0 0,0 0 1 0 0,0 0-1 0 0,-1-1 0 0 0,1 1 0 0 0,0 0 1 0 0,0 0-1 0 0,-1 0 0 0 0,1-1 0 0 0,0 1 0 0 0,0 0 1 0 0,-1 0-1 0 0,1 0 0 0 0,0 0 0 0 0,-1-1 1 0 0,1 1-1 0 0,0 0 0 0 0,-1 0 0 0 0,1 0 1 0 0,0 0-1 0 0,-1 0 0 0 0,1 0 0 0 0,0 0 0 0 0,-1 0 1 0 0,1 0-1 0 0,0 0 0 0 0,-1 0 0 0 0,1 0 1 0 0,0 0-1 0 0,-1 0 0 0 0,1 0 0 0 0,0 1 1 0 0,0-1-1 0 0,-1 0 0 0 0,1 0 0 0 0,0 0 0 0 0,-1 0 1 0 0,1 1-1 0 0,0-1 0 0 0,0 0 0 0 0,-1 0 1 0 0,1 0-1 0 0,0 1 0 0 0,-1-1 0 0 0,11-22 1260 0 0,-7 20-1334 0 0,-1-1 0 0 0,1 1 0 0 0,-1 0 0 0 0,1 0 0 0 0,0 0 1 0 0,0 0-1 0 0,0 0 0 0 0,0 1 0 0 0,0-1 0 0 0,0 1 0 0 0,0 0 0 0 0,1 0 0 0 0,-1 0 0 0 0,6-1 0 0 0,17 3-4994 0 0,-11 1-264 0 0</inkml:trace>
</inkml:ink>
</file>

<file path=ppt/ink/ink3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3.8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1 126 6449 0 0,'0'-3'604'0'0,"1"1"0"0"0,0-1-1 0 0,0 0 1 0 0,0 1-1 0 0,1 0 1 0 0,-1-1 0 0 0,0 1-1 0 0,1 0 1 0 0,2-3 0 0 0,33-40-1711 0 0,-36 45 1102 0 0,5-6-580 0 0,0 0 0 0 0,1 0 0 0 0,0 1-1 0 0,0 0 1 0 0,1 0 0 0 0,0 1-1 0 0,-1 0 1 0 0,10-3 0 0 0,-3 1 567 0 0</inkml:trace>
</inkml:ink>
</file>

<file path=ppt/ink/ink3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4.3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80 10594 0 0,'-2'-1'439'0'0,"0"0"-1"0"0,0 0 1 0 0,0 0-1 0 0,0 0 1 0 0,0 0 0 0 0,0 0-1 0 0,0 0 1 0 0,-1 1-1 0 0,1-1 1 0 0,0 1-1 0 0,-1 0 1 0 0,1 0-1 0 0,0-1 1 0 0,0 1-1 0 0,-1 1 1 0 0,1-1 0 0 0,0 0-1 0 0,-1 1 1 0 0,1-1-1 0 0,-4 2 1 0 0,5 0-347 0 0,-1-1 1 0 0,1 1-1 0 0,-1-1 1 0 0,1 1 0 0 0,0 0-1 0 0,0 0 1 0 0,0 0-1 0 0,0 0 1 0 0,0 0-1 0 0,0 0 1 0 0,0 0-1 0 0,1 0 1 0 0,-1 0 0 0 0,1 0-1 0 0,-1 0 1 0 0,1 0-1 0 0,0 0 1 0 0,0 1-1 0 0,0-1 1 0 0,0 0 0 0 0,0 0-1 0 0,1 3 1 0 0,1 12 19 0 0,0 0 1 0 0,2-1 0 0 0,0 1 0 0 0,0-1 0 0 0,2 1-1 0 0,13 26 1 0 0,-2-8-76 0 0,42 60 0 0 0,-43-73-18 0 0,0-1 1 0 0,2 0 0 0 0,0-1-1 0 0,22 18 1 0 0,-34-33-43 0 0,0 0 0 0 0,1 0-1 0 0,-1 0 1 0 0,1-1 0 0 0,0 0 0 0 0,0 0-1 0 0,1 0 1 0 0,-1-1 0 0 0,1 0 0 0 0,0-1-1 0 0,0 0 1 0 0,0 0 0 0 0,0-1 0 0 0,0 0-1 0 0,0 0 1 0 0,0-1 0 0 0,14 0-1 0 0,-19-1 17 0 0,0 1 0 0 0,-1-1 0 0 0,1 0 0 0 0,0 0 0 0 0,-1 0 0 0 0,1 0 0 0 0,-1 0 0 0 0,0 0 0 0 0,1-1 0 0 0,-1 1 0 0 0,0-1 0 0 0,0 1 0 0 0,0-1 0 0 0,0 0 0 0 0,0 0 0 0 0,0 0 0 0 0,0 0 0 0 0,2-5 0 0 0,-2 2 19 0 0,1 1 0 0 0,-1-1 1 0 0,-1 0-1 0 0,1-1 0 0 0,-1 1 0 0 0,0 0 0 0 0,0 0 0 0 0,0 0 1 0 0,-1-7-1 0 0,-1-8 81 0 0,0 1 0 0 0,-1-1 0 0 0,-1 1 0 0 0,-7-24 0 0 0,2 16-69 0 0,-1 1 0 0 0,0 0 0 0 0,-2 1 0 0 0,-1 0 0 0 0,-1 0 1 0 0,-1 1-1 0 0,-1 1 0 0 0,-2 1 0 0 0,0 0 0 0 0,-1 1 0 0 0,-1 1 0 0 0,0 0 0 0 0,-33-23 0 0 0,31 34-498 0 0,21 9 401 0 0,0 0 0 0 0,-1 0 0 0 0,1 0 0 0 0,-1 0 0 0 0,1 0 1 0 0,0 0-1 0 0,-1 0 0 0 0,1 0 0 0 0,-1 0 0 0 0,1 0 0 0 0,0 0 0 0 0,-1 0 1 0 0,1 0-1 0 0,-1 0 0 0 0,1 0 0 0 0,0 1 0 0 0,-1-1 0 0 0,1 0 0 0 0,0 0 0 0 0,-1 0 1 0 0,1 1-1 0 0,0-1 0 0 0,-1 0 0 0 0,1 1 0 0 0,0-1 0 0 0,0 0 0 0 0,-1 0 1 0 0,1 1-1 0 0,0-1 0 0 0,0 1 0 0 0,-1-1 0 0 0,1 0 0 0 0,0 1 0 0 0,0-1 0 0 0,0 0 1 0 0,0 1-1 0 0,0-1 0 0 0,0 1 0 0 0,0-1 0 0 0,0 0 0 0 0,0 1 0 0 0,0-1 1 0 0,0 1-1 0 0,0-1 0 0 0,0 0 0 0 0,0 1 0 0 0,0-1 0 0 0,0 1 0 0 0,0-1 0 0 0,0 0 1 0 0,1 1-1 0 0</inkml:trace>
</inkml:ink>
</file>

<file path=ppt/ink/ink3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4.7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67 10138 0 0,'-2'0'-162'0'0,"-1"0"775"0"0,0 0 0 0 0,0 0 1 0 0,0 0-1 0 0,0 0 0 0 0,0 1 1 0 0,-11 9 5491 0 0,25 6-5011 0 0,60 56 608 0 0,42 49-638 0 0,-107-113-1080 0 0,2 1 669 0 0,-7-21 56 0 0,-16-127 272 0 0,12 46-8118 0 0,5 33-936 0 0</inkml:trace>
</inkml:ink>
</file>

<file path=ppt/ink/ink3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7.9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178 151 4745 0 0,'-4'-2'13'0'0,"-1"1"-1"0"0,0-1 1 0 0,1 1 0 0 0,-1 0 0 0 0,0 0-1 0 0,0 0 1 0 0,0 0 0 0 0,0 1 0 0 0,0 0-1 0 0,0 0 1 0 0,0 1 0 0 0,-6 0-1 0 0,10 0 111 0 0,1 0 0 0 0,-1 0 0 0 0,1 0 0 0 0,0 0-1 0 0,0 0 1 0 0,-1 0 0 0 0,1 0 0 0 0,0 0 0 0 0,0 0-1 0 0,0 0 1 0 0,0 0 0 0 0,0 0 0 0 0,0 0 0 0 0,1 0 0 0 0,-1-1-1 0 0,0 1 1 0 0,0 0 0 0 0,1 0 0 0 0,-1 0 0 0 0,1 2-1 0 0,8 21 928 0 0,-3-11-430 0 0,20 41 1597 0 0,-25-51-2156 0 0,1-1-1 0 0,-1 0 1 0 0,1 1 0 0 0,0-1 0 0 0,-1 0 0 0 0,1 0-1 0 0,0 0 1 0 0,0 0 0 0 0,0-1 0 0 0,1 1-1 0 0,-1 0 1 0 0,0-1 0 0 0,1 0 0 0 0,-1 1 0 0 0,1-1-1 0 0,-1 0 1 0 0,1 0 0 0 0,3 0 0 0 0,-4-1 0 0 0,-1 0 1 0 0,1 0 0 0 0,-1-1 0 0 0,1 1-1 0 0,-1 0 1 0 0,1-1 0 0 0,-1 1 0 0 0,1-1-1 0 0,-1 0 1 0 0,0 1 0 0 0,1-1 0 0 0,-1 0-1 0 0,0 0 1 0 0,0 0 0 0 0,1 0 0 0 0,-1 0-1 0 0,0 0 1 0 0,0 0 0 0 0,0 0 0 0 0,0-1-1 0 0,0 1 1 0 0,-1 0 0 0 0,1 0 0 0 0,0-1-1 0 0,-1 1 1 0 0,1-1 0 0 0,0 1 0 0 0,-1-1-1 0 0,0 1 1 0 0,1-1 0 0 0,-1 1 0 0 0,0-3-1 0 0,2-2 267 0 0,-1-1-1 0 0,0 1 0 0 0,-1-1 1 0 0,0 1-1 0 0,0-1 0 0 0,-1-9 1 0 0,-1 6-77 0 0,-1 1 0 0 0,0-1 0 0 0,0 1 0 0 0,-1-1 0 0 0,0 1 0 0 0,-10-16 0 0 0,12 22-215 0 0,0 0 0 0 0,0 0-1 0 0,0 0 1 0 0,0 0-1 0 0,0 0 1 0 0,-1 1 0 0 0,1-1-1 0 0,-1 1 1 0 0,0 0-1 0 0,0 0 1 0 0,0 0 0 0 0,0 0-1 0 0,0 0 1 0 0,0 1-1 0 0,0-1 1 0 0,-1 1 0 0 0,1 0-1 0 0,-1 0 1 0 0,1 0-1 0 0,-1 0 1 0 0,1 1 0 0 0,-7-1-1 0 0,8 2-52 0 0,0-1-1 0 0,-1 1 1 0 0,1 0 0 0 0,0 0-1 0 0,0 0 1 0 0,0 0-1 0 0,0 1 1 0 0,0-1 0 0 0,1 0-1 0 0,-1 1 1 0 0,0-1-1 0 0,0 1 1 0 0,1 0 0 0 0,-1 0-1 0 0,1-1 1 0 0,0 1-1 0 0,0 0 1 0 0,-1 0 0 0 0,1 0-1 0 0,0 1 1 0 0,1-1-1 0 0,-1 0 1 0 0,0 0 0 0 0,0 0-1 0 0,1 1 1 0 0,0-1 0 0 0,-1 0-1 0 0,1 3 1 0 0,-2 8-185 0 0,1 0 0 0 0,0 0 0 0 0,2 21 0 0 0,-1-27 90 0 0,1 1-1 0 0,0-1 1 0 0,0 0 0 0 0,1 1-1 0 0,0-1 1 0 0,0 0 0 0 0,1 0-1 0 0,-1 0 1 0 0,6 8 0 0 0,-7-13 95 0 0,1 0 0 0 0,-1 0 0 0 0,1 0 0 0 0,-1-1 0 0 0,1 1 1 0 0,0-1-1 0 0,-1 1 0 0 0,1-1 0 0 0,0 1 0 0 0,0-1 0 0 0,0 0 0 0 0,0 0 1 0 0,0 0-1 0 0,1 0 0 0 0,-1 0 0 0 0,0-1 0 0 0,0 1 0 0 0,0-1 0 0 0,1 1 1 0 0,-1-1-1 0 0,0 0 0 0 0,1 0 0 0 0,-1 0 0 0 0,0 0 0 0 0,1 0 0 0 0,-1-1 1 0 0,0 1-1 0 0,0-1 0 0 0,1 1 0 0 0,-1-1 0 0 0,0 0 0 0 0,0 0 0 0 0,3-1 1 0 0,1-1 98 0 0,-1 0 0 0 0,1 0 0 0 0,-1-1 0 0 0,1 0 0 0 0,-1 0 0 0 0,0 0 0 0 0,-1-1 0 0 0,1 1 0 0 0,-1-1 0 0 0,0 0 0 0 0,0-1 0 0 0,0 1 0 0 0,-1-1 1 0 0,0 1-1 0 0,0-1 0 0 0,0 0 0 0 0,-1 0 0 0 0,0 0 0 0 0,0-1 0 0 0,-1 1 0 0 0,1 0 0 0 0,-1-1 0 0 0,-1 1 0 0 0,1-1 0 0 0,-1 1 0 0 0,0-1 1 0 0,-1 1-1 0 0,1-1 0 0 0,-1 1 0 0 0,-3-11 0 0 0,2 10 35 0 0,0 1 0 0 0,0-1 0 0 0,0 0 0 0 0,-1 1 1 0 0,0-1-1 0 0,-1 1 0 0 0,1 0 0 0 0,-1 0 0 0 0,0 0 0 0 0,-1 0 0 0 0,1 1 1 0 0,-9-8-1 0 0,9 10-80 0 0,-1 0-1 0 0,1-1 1 0 0,-1 2 0 0 0,0-1 0 0 0,1 0-1 0 0,-1 1 1 0 0,0 0 0 0 0,-1 0 0 0 0,1 1-1 0 0,0-1 1 0 0,0 1 0 0 0,-1 0 0 0 0,1 1-1 0 0,-1-1 1 0 0,1 1 0 0 0,0 0 0 0 0,-10 2 0 0 0,9-1-9 0 0,1 0 1 0 0,0 1-1 0 0,-1 0 1 0 0,1 0-1 0 0,0 0 1 0 0,0 1-1 0 0,1-1 1 0 0,-1 1-1 0 0,0 1 1 0 0,1-1-1 0 0,0 0 1 0 0,0 1-1 0 0,0 0 1 0 0,0 0-1 0 0,0 0 1 0 0,1 1-1 0 0,0-1 1 0 0,0 1-1 0 0,0 0 1 0 0,0 0-1 0 0,-3 10 1 0 0,4-12-135 0 0,1 1 0 0 0,0 0 0 0 0,-1 0 0 0 0,1 0 0 0 0,1 0 1 0 0,-1 0-1 0 0,1 1 0 0 0,-1-1 0 0 0,1 0 0 0 0,0 0 0 0 0,1 0 0 0 0,-1 0 1 0 0,1 0-1 0 0,-1 0 0 0 0,1 0 0 0 0,1 0 0 0 0,-1 0 0 0 0,0 0 0 0 0,1 0 1 0 0,0 0-1 0 0,0-1 0 0 0,0 1 0 0 0,0-1 0 0 0,1 1 0 0 0,0-1 0 0 0,-1 0 1 0 0,1 0-1 0 0,0 0 0 0 0,6 4 0 0 0,8 4-6627 0 0</inkml:trace>
</inkml:ink>
</file>

<file path=ppt/ink/ink3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9.0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168 36 6913 0 0,'-24'-12'903'0'0,"-24"-8"1419"0"0,46 19-2167 0 0,-1 0-1 0 0,1 1 1 0 0,-1-1-1 0 0,1 1 1 0 0,-1-1-1 0 0,0 1 1 0 0,1 0 0 0 0,-1 0-1 0 0,0 0 1 0 0,1 1-1 0 0,-1-1 1 0 0,0 0-1 0 0,1 1 1 0 0,-1 0-1 0 0,-2 1 1 0 0,3-1-79 0 0,0 0 0 0 0,1 1 0 0 0,-1-1 0 0 0,1 1 0 0 0,0-1 1 0 0,-1 1-1 0 0,1 0 0 0 0,0 0 0 0 0,0-1 0 0 0,0 1 0 0 0,0 0 0 0 0,0 0 1 0 0,1 0-1 0 0,-1 0 0 0 0,1 0 0 0 0,-1 0 0 0 0,0 3 0 0 0,-3 42 317 0 0,3-37-341 0 0,0 6 18 0 0,0 0 0 0 0,1 0-1 0 0,1 0 1 0 0,1 0 0 0 0,4 19 0 0 0,-5-31-66 0 0,-1-1-1 0 0,1 1 1 0 0,0-1-1 0 0,0 0 1 0 0,1 0-1 0 0,-1 0 1 0 0,1 1 0 0 0,-1-1-1 0 0,1-1 1 0 0,0 1-1 0 0,0 0 1 0 0,1 0-1 0 0,-1-1 1 0 0,0 1-1 0 0,1-1 1 0 0,0 0-1 0 0,-1 1 1 0 0,1-1 0 0 0,0-1-1 0 0,0 1 1 0 0,0 0-1 0 0,0-1 1 0 0,0 1-1 0 0,1-1 1 0 0,-1 0-1 0 0,0 0 1 0 0,1-1 0 0 0,-1 1-1 0 0,1 0 1 0 0,5-1-1 0 0,-6 0 23 0 0,-1-1 0 0 0,1 1-1 0 0,-1-1 1 0 0,1 0 0 0 0,-1 0-1 0 0,1 0 1 0 0,-1 0 0 0 0,1 0-1 0 0,-1-1 1 0 0,0 1 0 0 0,0-1-1 0 0,0 1 1 0 0,0-1 0 0 0,0 0-1 0 0,0 0 1 0 0,0 0 0 0 0,0 0-1 0 0,-1 0 1 0 0,1 0 0 0 0,-1 0-1 0 0,0 0 1 0 0,0-1 0 0 0,1 1-1 0 0,-1-1 1 0 0,-1 1 0 0 0,1-1-1 0 0,0 1 1 0 0,0-4 0 0 0,2-5 87 0 0,-1-1 0 0 0,0 0 1 0 0,0 1-1 0 0,-1-1 0 0 0,-1-12 1 0 0,-1 13 20 0 0,0 0 1 0 0,-1 0-1 0 0,-1 0 1 0 0,1 0 0 0 0,-2 1-1 0 0,-8-21 1 0 0,11 29-70 0 0,0-1 0 0 0,-1 0 0 0 0,0 0 0 0 0,0 1 0 0 0,0-1 0 0 0,0 1 0 0 0,0-1 0 0 0,0 1 1 0 0,-1 0-1 0 0,1 0 0 0 0,-1 0 0 0 0,-4-3 0 0 0,5 4 4 0 0,1 1 0 0 0,-1-1 0 0 0,0 1 0 0 0,0-1 0 0 0,0 1 0 0 0,0 0 0 0 0,0 0 0 0 0,0 0 0 0 0,0 0 0 0 0,0 0 0 0 0,0 0 1 0 0,0 0-1 0 0,0 1 0 0 0,0-1 0 0 0,0 1 0 0 0,1-1 0 0 0,-1 1 0 0 0,0 0 0 0 0,0 0 0 0 0,0 0 0 0 0,1 0 0 0 0,-3 1 0 0 0,-2 3 39 0 0,1 0 1 0 0,0 0-1 0 0,0 0 0 0 0,1 0 0 0 0,-1 1 0 0 0,1 0 1 0 0,0 0-1 0 0,1 0 0 0 0,0 0 0 0 0,0 1 0 0 0,0-1 1 0 0,1 1-1 0 0,-3 11 0 0 0,0 1-65 0 0,0 1 1 0 0,2 0-1 0 0,-2 31 1 0 0,5-49-44 0 0,0 1 1 0 0,0-1-1 0 0,0 1 1 0 0,0-1-1 0 0,1 1 1 0 0,-1-1-1 0 0,1 1 1 0 0,-1-1-1 0 0,1 1 1 0 0,0-1-1 0 0,0 0 1 0 0,0 1-1 0 0,2 2 1 0 0,-2-4-2 0 0,0 0 0 0 0,0 0 0 0 0,0 0 0 0 0,-1 0 0 0 0,1-1 0 0 0,0 1 0 0 0,0 0 1 0 0,1 0-1 0 0,-1-1 0 0 0,0 1 0 0 0,0-1 0 0 0,0 1 0 0 0,0-1 0 0 0,0 0 0 0 0,1 1 1 0 0,-1-1-1 0 0,0 0 0 0 0,0 0 0 0 0,3 1 0 0 0,-1-2 8 0 0,0 1-1 0 0,0-1 1 0 0,0 0-1 0 0,0 0 1 0 0,0 0-1 0 0,0 0 1 0 0,0 0-1 0 0,0-1 1 0 0,0 1-1 0 0,0-1 1 0 0,-1 0-1 0 0,1 0 1 0 0,-1 0-1 0 0,1 0 1 0 0,-1 0-1 0 0,0-1 1 0 0,0 1 0 0 0,0-1-1 0 0,3-4 1 0 0,0-2 91 0 0,0-1 0 0 0,0 1 0 0 0,-1-1 1 0 0,6-21-1 0 0,-8 25-313 0 0,-1 1-1 0 0,0-1 1 0 0,0 1-1 0 0,-1-1 1 0 0,1 0-1 0 0,-1 1 1 0 0,0-1 0 0 0,-1 0-1 0 0,0 0 1 0 0,1 1-1 0 0,-3-7 1 0 0,0 6-996 0 0,0 3-5 0 0</inkml:trace>
</inkml:ink>
</file>

<file path=ppt/ink/ink3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19.8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68 104 8290 0 0,'-2'0'104'0'0,"1"1"1"0"0,0-1-1 0 0,0 0 1 0 0,0 1-1 0 0,0-1 1 0 0,0 1-1 0 0,0-1 1 0 0,0 1-1 0 0,0 0 0 0 0,0-1 1 0 0,0 1-1 0 0,0 0 1 0 0,0-1-1 0 0,0 1 1 0 0,0 0-1 0 0,1 0 1 0 0,-1 0-1 0 0,0 0 1 0 0,1 0-1 0 0,-1 0 1 0 0,1 0-1 0 0,-2 1 1 0 0,-13 27 846 0 0,9-16-622 0 0,1-1 0 0 0,1 1 1 0 0,0 0-1 0 0,0 0 0 0 0,2 1 1 0 0,-1-1-1 0 0,1 25 0 0 0,2-33-226 0 0,0 0-1 0 0,0-1 1 0 0,1 1 0 0 0,0-1-1 0 0,0 1 1 0 0,0-1-1 0 0,0 0 1 0 0,1 1-1 0 0,-1-1 1 0 0,1 0-1 0 0,5 7 1 0 0,-5-8-14 0 0,0-1 0 0 0,0 1 0 0 0,1-1 0 0 0,-1 0 1 0 0,0 0-1 0 0,1 0 0 0 0,0 0 0 0 0,0-1 1 0 0,-1 1-1 0 0,1-1 0 0 0,0 0 0 0 0,0 1 0 0 0,0-1 1 0 0,0-1-1 0 0,0 1 0 0 0,1 0 0 0 0,-1-1 0 0 0,6 1 1 0 0,-5-2-41 0 0,0 1 0 0 0,-1-1 0 0 0,1 1 0 0 0,0-1 0 0 0,0 0 0 0 0,-1-1 0 0 0,1 1 0 0 0,0-1 0 0 0,-1 0 0 0 0,1 1 0 0 0,-1-1-1 0 0,0-1 1 0 0,0 1 0 0 0,0 0 0 0 0,0-1 0 0 0,0 0 0 0 0,0 0 0 0 0,-1 0 0 0 0,1 0 0 0 0,-1 0 0 0 0,0 0 0 0 0,0 0 0 0 0,0-1 0 0 0,2-6 0 0 0,2-2 46 0 0,0-1 0 0 0,-1-1-1 0 0,-1 1 1 0 0,0-1-1 0 0,3-21 1 0 0,-6 21-57 0 0,0 1 0 0 0,-1-1 0 0 0,0 0 0 0 0,-1 1 0 0 0,-1-1 0 0 0,0 1 0 0 0,-5-15 0 0 0,5 21-7 0 0,0 1 0 0 0,0 0 0 0 0,-1-1 0 0 0,0 1 0 0 0,-1 0 0 0 0,1 1 0 0 0,-6-8 0 0 0,7 10 7 0 0,-1 1-1 0 0,1 0 0 0 0,-1-1 1 0 0,1 1-1 0 0,-1 0 0 0 0,0 0 1 0 0,1 0-1 0 0,-1 1 0 0 0,0-1 1 0 0,0 1-1 0 0,-1-1 0 0 0,1 1 1 0 0,0 0-1 0 0,0 0 0 0 0,-5 0 1 0 0,6 1-1 0 0,-1 0 0 0 0,1 0 1 0 0,-1 1-1 0 0,0-1 0 0 0,1 1 1 0 0,-1-1-1 0 0,1 1 0 0 0,0 0 1 0 0,-1 0-1 0 0,1 0 0 0 0,0 0 1 0 0,-1 0-1 0 0,1 1 0 0 0,0-1 1 0 0,0 1-1 0 0,0 0 0 0 0,0-1 1 0 0,0 1-1 0 0,1 0 0 0 0,-1 0 1 0 0,0 0-1 0 0,1 0 0 0 0,-1 0 1 0 0,1 1-1 0 0,0-1 0 0 0,0 0 1 0 0,0 1-1 0 0,0-1 0 0 0,0 0 1 0 0,1 1-1 0 0,-1 2 0 0 0,0-3-49 0 0,0 1-1 0 0,0-1 0 0 0,1 1 0 0 0,-1-1 0 0 0,1 1 0 0 0,0-1 1 0 0,-1 1-1 0 0,1 0 0 0 0,1-1 0 0 0,-1 1 0 0 0,0-1 0 0 0,1 1 1 0 0,-1-1-1 0 0,1 1 0 0 0,0-1 0 0 0,-1 0 0 0 0,1 1 0 0 0,0-1 1 0 0,1 0-1 0 0,-1 1 0 0 0,0-1 0 0 0,1 0 0 0 0,-1 0 0 0 0,1 0 1 0 0,0 0-1 0 0,-1 0 0 0 0,1-1 0 0 0,0 1 0 0 0,0 0 0 0 0,0-1 1 0 0,5 3-1 0 0,-4-3 56 0 0,1 0 1 0 0,0 0-1 0 0,-1 0 0 0 0,1 0 1 0 0,0 0-1 0 0,-1-1 1 0 0,1 0-1 0 0,0 0 1 0 0,0 0-1 0 0,-1 0 0 0 0,1-1 1 0 0,0 1-1 0 0,0-1 1 0 0,-1 0-1 0 0,1 0 0 0 0,-1 0 1 0 0,1 0-1 0 0,-1-1 1 0 0,1 0-1 0 0,-1 1 0 0 0,0-1 1 0 0,0-1-1 0 0,5-2 1 0 0,-6 3-63 0 0,-1 0-1 0 0,0 1 1 0 0,1-1 0 0 0,-1 0 0 0 0,0 1 0 0 0,0-1-1 0 0,0 0 1 0 0,0 0 0 0 0,0 0 0 0 0,0 0 0 0 0,0 0-1 0 0,-1 0 1 0 0,1 0 0 0 0,-1 0 0 0 0,1 0 0 0 0,-1-1-1 0 0,0-1 1 0 0,0 1-328 0 0,-1 0-1 0 0,1 0 1 0 0,-1 0-1 0 0,0 0 1 0 0,0 0 0 0 0,0 0-1 0 0,0 0 1 0 0,-1 1-1 0 0,1-1 1 0 0,-1 0 0 0 0,1 1-1 0 0,-1 0 1 0 0,0-1-1 0 0,0 1 1 0 0,-3-3-1 0 0</inkml:trace>
</inkml:ink>
</file>

<file path=ppt/ink/ink3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21.3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101 198 2761 0 0,'-5'0'439'0'0,"0"0"0"0"0,0-1 1 0 0,0 0-1 0 0,0 0 1 0 0,-1 0-1 0 0,1 0 1 0 0,1-1-1 0 0,-1 0 1 0 0,0 0-1 0 0,0-1 0 0 0,1 1 1 0 0,-1-1-1 0 0,1 0 1 0 0,0 0-1 0 0,-8-7 1 0 0,10 8-263 0 0,1 0 1 0 0,-1 0 0 0 0,1 0-1 0 0,-1 0 1 0 0,1 0 0 0 0,0 0 0 0 0,0-1-1 0 0,0 1 1 0 0,0 0 0 0 0,0-1-1 0 0,0 1 1 0 0,0-1 0 0 0,1 1 0 0 0,0-1-1 0 0,-1 1 1 0 0,1-1 0 0 0,0 1-1 0 0,0-1 1 0 0,0 1 0 0 0,0-1-1 0 0,1 1 1 0 0,-1-1 0 0 0,1 1 0 0 0,0-1-1 0 0,-1 1 1 0 0,1 0 0 0 0,0-1-1 0 0,0 1 1 0 0,1 0 0 0 0,-1 0 0 0 0,0 0-1 0 0,1 0 1 0 0,-1 0 0 0 0,3-2-1 0 0,3-4 108 0 0,0 1-1 0 0,0 0 0 0 0,0 1 0 0 0,1 0 0 0 0,0 0 0 0 0,1 0 1 0 0,-1 1-1 0 0,1 0 0 0 0,0 1 0 0 0,0 0 0 0 0,1 1 0 0 0,-1 0 0 0 0,1 0 1 0 0,-1 1-1 0 0,1 0 0 0 0,0 0 0 0 0,17 1 0 0 0,-20 0-256 0 0,-1 2 0 0 0,0-1 0 0 0,0 1 0 0 0,0 0 0 0 0,0 0 0 0 0,0 0 0 0 0,0 1 0 0 0,0 0 0 0 0,0 0 0 0 0,-1 1 0 0 0,1 0 0 0 0,-1 0 0 0 0,0 0-1 0 0,1 0 1 0 0,-2 1 0 0 0,1 0 0 0 0,0 0 0 0 0,-1 0 0 0 0,1 1 0 0 0,-1-1 0 0 0,-1 1 0 0 0,1 0 0 0 0,-1 0 0 0 0,1 0 0 0 0,-1 1 0 0 0,-1-1 0 0 0,1 1 0 0 0,-1 0 0 0 0,2 8 0 0 0,-1-3-29 0 0,-1-1-1 0 0,-1 0 1 0 0,1 1 0 0 0,-2-1 0 0 0,0 1 0 0 0,0 0 0 0 0,-2 15 0 0 0,-4 3 27 0 0,-11 38 1 0 0,3-19 185 0 0,14-48-214 0 0,0 1 0 0 0,0-1 1 0 0,0 0-1 0 0,0 0 1 0 0,0 0-1 0 0,0 0 0 0 0,0 0 1 0 0,0 1-1 0 0,0-1 0 0 0,0 0 1 0 0,0 0-1 0 0,0 0 1 0 0,0 0-1 0 0,0 1 0 0 0,0-1 1 0 0,0 0-1 0 0,0 0 0 0 0,0 0 1 0 0,0 0-1 0 0,0 0 1 0 0,0 1-1 0 0,0-1 0 0 0,0 0 1 0 0,0 0-1 0 0,1 0 0 0 0,-1 0 1 0 0,0 0-1 0 0,0 0 0 0 0,0 1 1 0 0,0-1-1 0 0,0 0 1 0 0,0 0-1 0 0,0 0 0 0 0,1 0 1 0 0,-1 0-1 0 0,0 0 0 0 0,0 0 1 0 0,0 0-1 0 0,0 0 1 0 0,0 0-1 0 0,1 0 0 0 0,-1 1 1 0 0,0-1-1 0 0,0 0 0 0 0,0 0 1 0 0,0 0-1 0 0,0 0 0 0 0,1 0 1 0 0,-1 0-1 0 0,0 0 1 0 0,0 0-1 0 0,0-1 0 0 0,0 1 1 0 0,1 0-1 0 0,13-5-14 0 0,13-11 36 0 0,-9 3 73 0 0,2 1 0 0 0,0 1 0 0 0,30-13 0 0 0,-45 21-95 0 0,1 1 0 0 0,-1 0 1 0 0,1 0-1 0 0,0 1 1 0 0,0 0-1 0 0,0 0 1 0 0,0 0-1 0 0,0 1 0 0 0,0-1 1 0 0,0 1-1 0 0,0 1 1 0 0,0-1-1 0 0,0 1 1 0 0,0 0-1 0 0,0 1 0 0 0,0-1 1 0 0,0 1-1 0 0,6 3 1 0 0,-10-4-2 0 0,-1 0 0 0 0,1 0 1 0 0,0 0-1 0 0,0 1 0 0 0,-1-1 1 0 0,1 1-1 0 0,-1-1 0 0 0,0 1 1 0 0,1-1-1 0 0,-1 1 0 0 0,0-1 1 0 0,0 1-1 0 0,0 0 0 0 0,0 0 1 0 0,0 0-1 0 0,0 0 0 0 0,0 0 1 0 0,-1 0-1 0 0,1 0 0 0 0,-1 0 1 0 0,1 3-1 0 0,-1-1-5 0 0,0 1-1 0 0,-1-1 1 0 0,1 1-1 0 0,-1-1 1 0 0,0 1-1 0 0,0-1 1 0 0,0 1-1 0 0,-1-1 1 0 0,-2 6-1 0 0,-4 6 5 0 0,-1-1 0 0 0,0-1-1 0 0,-1 1 1 0 0,-12 12-1 0 0,2-2 76 0 0,-1-1-1 0 0,-1-1 0 0 0,-1-1 0 0 0,-1-2 1 0 0,-48 34-1 0 0,43-45-1088 0 0,16-9 190 0 0,12-1 813 0 0,1 1-1 0 0,0 0 0 0 0,0 0 1 0 0,0 0-1 0 0,-1-1 0 0 0,1 1 0 0 0,0 0 1 0 0,0 0-1 0 0,0-1 0 0 0,0 1 1 0 0,0 0-1 0 0,-1 0 0 0 0,1-1 0 0 0,0 1 1 0 0,0 0-1 0 0,0 0 0 0 0,0-1 1 0 0,0 1-1 0 0,0 0 0 0 0,0 0 0 0 0,0-1 1 0 0,0 1-1 0 0,0 0 0 0 0,0-1 1 0 0,0 1-1 0 0,0 0 0 0 0,0 0 0 0 0,0-1 1 0 0,1 1-1 0 0,-1 0 0 0 0,0 0 0 0 0,0-1 1 0 0,0 1-1 0 0,0 0 0 0 0,0 0 1 0 0,1 0-1 0 0,-1-1 0 0 0,0 1 0 0 0,0 0 1 0 0,1-1-1 0 0,3-5-895 0 0</inkml:trace>
</inkml:ink>
</file>

<file path=ppt/ink/ink3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22.3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42 201 1840 0 0,'-3'0'256'0'0,"1"-1"0"0"0,0 0 0 0 0,0 1 0 0 0,0-1 0 0 0,0 0 0 0 0,0 0-1 0 0,0-1 1 0 0,0 1 0 0 0,0 0 0 0 0,1 0 0 0 0,-1-1 0 0 0,0 0-1 0 0,1 1 1 0 0,-1-1 0 0 0,1 0 0 0 0,-1 1 0 0 0,1-1 0 0 0,0 0 0 0 0,0 0-1 0 0,0 0 1 0 0,0 0 0 0 0,0 0 0 0 0,0 0 0 0 0,1-1 0 0 0,-1 1 0 0 0,1 0-1 0 0,-1 0 1 0 0,1 0 0 0 0,0-1 0 0 0,0 1 0 0 0,0 0 0 0 0,0 0-1 0 0,0-1 1 0 0,1 1 0 0 0,-1 0 0 0 0,1 0 0 0 0,-1 0 0 0 0,1 0 0 0 0,0-1-1 0 0,0 1 1 0 0,0 0 0 0 0,0 0 0 0 0,0 0 0 0 0,0 1 0 0 0,2-3 0 0 0,4-8 218 0 0,1 1 1 0 0,1 0-1 0 0,-1 0 1 0 0,2 1 0 0 0,0 0-1 0 0,0 1 1 0 0,0 0 0 0 0,15-9-1 0 0,-22 16-384 0 0,0 0 1 0 0,0 0-1 0 0,0 1 0 0 0,0-1 0 0 0,0 1 0 0 0,1-1 0 0 0,-1 1 1 0 0,0 0-1 0 0,1 1 0 0 0,-1-1 0 0 0,1 0 0 0 0,-1 1 1 0 0,1 0-1 0 0,-1 0 0 0 0,1 0 0 0 0,-1 0 0 0 0,1 1 0 0 0,-1-1 1 0 0,1 1-1 0 0,-1 0 0 0 0,1 0 0 0 0,-1 0 0 0 0,0 1 1 0 0,0-1-1 0 0,1 1 0 0 0,-1-1 0 0 0,0 1 0 0 0,0 0 0 0 0,-1 0 1 0 0,1 1-1 0 0,0-1 0 0 0,-1 0 0 0 0,1 1 0 0 0,-1 0 1 0 0,0-1-1 0 0,3 6 0 0 0,-1-2-81 0 0,-1-1 1 0 0,0 1-1 0 0,-1-1 0 0 0,1 1 0 0 0,-1 0 1 0 0,0 0-1 0 0,0 0 0 0 0,-1 1 1 0 0,0-1-1 0 0,0 0 0 0 0,-1 0 1 0 0,1 1-1 0 0,-2 9 0 0 0,-1 7 6 0 0,-2 1-1 0 0,-8 30 0 0 0,0 7 90 0 0,12-61-102 0 0,0 0 0 0 0,0 0 0 0 0,0 0 0 0 0,0 1 0 0 0,0-1 0 0 0,0 0 0 0 0,0 0 0 0 0,0 0-1 0 0,0 1 1 0 0,0-1 0 0 0,0 0 0 0 0,0 0 0 0 0,0 0 0 0 0,0 0 0 0 0,0 1 0 0 0,0-1 0 0 0,0 0 0 0 0,0 0 0 0 0,0 0-1 0 0,0 0 1 0 0,0 1 0 0 0,1-1 0 0 0,-1 0 0 0 0,0 0 0 0 0,0 0 0 0 0,0 0 0 0 0,0 0 0 0 0,0 1 0 0 0,1-1 0 0 0,-1 0-1 0 0,0 0 1 0 0,0 0 0 0 0,0 0 0 0 0,1 0 0 0 0,-1 0 0 0 0,0 0 0 0 0,0 0 0 0 0,0 0 0 0 0,0 0 0 0 0,1 0-1 0 0,-1 0 1 0 0,0 0 0 0 0,0 0 0 0 0,0 0 0 0 0,1 0 0 0 0,-1 0 0 0 0,0 0 0 0 0,16-5-15 0 0,16-12 15 0 0,-30 16 25 0 0,6-3-26 0 0,0-1-1 0 0,0 1 1 0 0,0 1-1 0 0,0 0 0 0 0,1 0 1 0 0,0 1-1 0 0,-1 0 1 0 0,18-2-1 0 0,-21 4-1 0 0,0 0 0 0 0,1 0 0 0 0,-1 1 0 0 0,0-1 0 0 0,0 1-1 0 0,1 0 1 0 0,-1 1 0 0 0,0-1 0 0 0,0 1 0 0 0,0 0 0 0 0,0 0 0 0 0,-1 1 0 0 0,1-1 0 0 0,-1 1 0 0 0,1 0 0 0 0,5 6 0 0 0,-8-8 5 0 0,-1 0 0 0 0,0 0 1 0 0,0 0-1 0 0,0 0 0 0 0,0 1 1 0 0,-1-1-1 0 0,1 0 1 0 0,0 1-1 0 0,0-1 0 0 0,-1 0 1 0 0,1 1-1 0 0,-1-1 0 0 0,1 1 1 0 0,-1-1-1 0 0,0 1 1 0 0,1-1-1 0 0,-1 1 0 0 0,0-1 1 0 0,0 1-1 0 0,0 0 0 0 0,0 1 1 0 0,-1 0 19 0 0,0 1 1 0 0,0-1-1 0 0,0 1 1 0 0,-1-1-1 0 0,1 1 1 0 0,-1-1-1 0 0,1 0 0 0 0,-5 6 1 0 0,-4 3 75 0 0,-1 0 0 0 0,0 0 0 0 0,-14 12-1 0 0,21-21-88 0 0,-43 40 214 0 0,20-17-105 0 0,-1-1 0 0 0,-46 32 0 0 0,73-57-176 0 0,0 1-92 0 0,0 0-1 0 0,0 0 0 0 0,-1 0 1 0 0,1 0-1 0 0,-1 0 0 0 0,1-1 1 0 0,-1 1-1 0 0,1 0 1 0 0,-1-1-1 0 0,0 1 0 0 0,1-1 1 0 0,-1 0-1 0 0,1 0 1 0 0,-1 1-1 0 0,0-1 0 0 0,-2-1 1 0 0</inkml:trace>
</inkml:ink>
</file>

<file path=ppt/ink/ink3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23.3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21 127 5985 0 0,'-1'0'155'0'0,"0"0"-1"0"0,1 0 1 0 0,-1 0-1 0 0,0 1 1 0 0,0-1-1 0 0,1 0 1 0 0,-1 0-1 0 0,0 0 1 0 0,0 0-1 0 0,1-1 1 0 0,-1 1 0 0 0,0 0-1 0 0,1 0 1 0 0,-1 0-1 0 0,0 0 1 0 0,0-1-1 0 0,1 1 1 0 0,-1 0-1 0 0,0-1 1 0 0,1 1-1 0 0,-1-1 1 0 0,1 1-1 0 0,-1 0 1 0 0,0-1-1 0 0,1 1 1 0 0,-1-1-1 0 0,1 0 1 0 0,-1 1-1 0 0,1-1 1 0 0,0-1-25 0 0,0 1 1 0 0,0 0 0 0 0,1 0-1 0 0,-1 0 1 0 0,1 0 0 0 0,-1 0-1 0 0,1 0 1 0 0,0 0-1 0 0,-1 0 1 0 0,1 0 0 0 0,0 0-1 0 0,0 1 1 0 0,-1-1-1 0 0,1 0 1 0 0,0 0 0 0 0,1 0-1 0 0,45-30 1921 0 0,-46 30-1836 0 0,19-11 557 0 0,1 2 0 0 0,0 1 0 0 0,0 0 0 0 0,1 2 0 0 0,0 0 0 0 0,1 2 0 0 0,40-6 0 0 0,-60 11-764 0 0,-1 0 0 0 0,0 0 0 0 0,0 0 0 0 0,0 0 0 0 0,1 0 0 0 0,-1 0 0 0 0,0 1 0 0 0,0-1 0 0 0,0 1 0 0 0,0-1 0 0 0,0 1-1 0 0,0 0 1 0 0,0 0 0 0 0,0 0 0 0 0,0 0 0 0 0,0 0 0 0 0,0 0 0 0 0,0 1 0 0 0,-1-1 0 0 0,1 1 0 0 0,0-1 0 0 0,1 3 0 0 0,-1-1 2 0 0,-1 0 0 0 0,1 1 0 0 0,-1-1 0 0 0,1 0 0 0 0,-1 1 0 0 0,0-1 0 0 0,0 1 1 0 0,-1 0-1 0 0,1-1 0 0 0,-1 1 0 0 0,0-1 0 0 0,0 6 0 0 0,-1 6 41 0 0,-1 1-1 0 0,0 0 1 0 0,-2-1-1 0 0,0 1 1 0 0,-5 14 0 0 0,-11 17 17 0 0,13-34-69 0 0,2 1 0 0 0,-1-1 0 0 0,2 1 1 0 0,-5 19-1 0 0,9-32 5 0 0,0-1 1 0 0,0 1 0 0 0,0 0 0 0 0,1-1 0 0 0,-1 1-1 0 0,0-1 1 0 0,0 1 0 0 0,0-1 0 0 0,0 1-1 0 0,1-1 1 0 0,-1 1 0 0 0,0-1 0 0 0,1 1-1 0 0,-1-1 1 0 0,0 0 0 0 0,1 1 0 0 0,-1-1 0 0 0,0 1-1 0 0,1-1 1 0 0,-1 0 0 0 0,1 1 0 0 0,-1-1-1 0 0,1 0 1 0 0,-1 1 0 0 0,1-1 0 0 0,-1 0-1 0 0,1 0 1 0 0,-1 0 0 0 0,1 0 0 0 0,-1 1 0 0 0,1-1-1 0 0,0 0 1 0 0,-1 0 0 0 0,1 0 0 0 0,-1 0-1 0 0,1 0 1 0 0,-1 0 0 0 0,1 0 0 0 0,-1 0-1 0 0,1 0 1 0 0,-1-1 0 0 0,1 1 0 0 0,0 0 0 0 0,-1 0-1 0 0,1 0 1 0 0,0-1 0 0 0,29-8 321 0 0,-28 9-248 0 0,9-4-47 0 0,-1 0 0 0 0,1 1 1 0 0,0 1-1 0 0,1 0 0 0 0,-1 0 0 0 0,0 1 0 0 0,21 1 1 0 0,-29 0-29 0 0,0 0 1 0 0,-1 0 0 0 0,1 1-1 0 0,0 0 1 0 0,0-1-1 0 0,-1 1 1 0 0,1 0 0 0 0,0 1-1 0 0,-1-1 1 0 0,1 0 0 0 0,-1 1-1 0 0,0-1 1 0 0,1 1-1 0 0,-1 0 1 0 0,0-1 0 0 0,0 1-1 0 0,0 0 1 0 0,0 1 0 0 0,0-1-1 0 0,-1 0 1 0 0,1 0-1 0 0,-1 1 1 0 0,1-1 0 0 0,-1 1-1 0 0,0-1 1 0 0,0 1 0 0 0,0 0-1 0 0,0-1 1 0 0,0 1 0 0 0,-1 0-1 0 0,1 0 1 0 0,-1 0-1 0 0,0-1 1 0 0,0 1 0 0 0,0 0-1 0 0,0 3 1 0 0,-1 3 25 0 0,1 1 0 0 0,-1-1 0 0 0,-1 1 0 0 0,0-1 0 0 0,0 0 0 0 0,0 0 0 0 0,-2 0 0 0 0,1 0 0 0 0,-1-1 0 0 0,0 1 0 0 0,0-1 0 0 0,-7 8 0 0 0,-6 6 213 0 0,0-1-1 0 0,-36 33 1 0 0,-18 21-149 0 0,66-66-1875 0 0</inkml:trace>
</inkml:ink>
</file>

<file path=ppt/ink/ink3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38.3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48 310 4145 0 0,'0'-14'1128'0'0,"-1"1"-1"0"0,-1-1 1 0 0,-1 1 0 0 0,1 0 0 0 0,-9-21-1 0 0,-16-29 7038 0 0,25 55-6164 0 0,8 13-1092 0 0,8 14-608 0 0,3 22-115 0 0,16 58-1 0 0,-20-56-19 0 0,25 57-1 0 0,-24-71-154 0 0,2-2-1 0 0,0 0 1 0 0,2-1-1 0 0,32 37 1 0 0,-37-49-3 0 0,0 0 0 0 0,1-1 0 0 0,0-1-1 0 0,1 0 1 0 0,0-1 0 0 0,1-1 0 0 0,0 0 0 0 0,35 14 0 0 0,-49-23 24 0 0,1 0 1 0 0,-1 0-1 0 0,1-1 1 0 0,-1 1-1 0 0,1-1 1 0 0,-1 1-1 0 0,1-1 1 0 0,0 0-1 0 0,-1 0 1 0 0,1 0-1 0 0,-1 0 1 0 0,1-1-1 0 0,-1 1 1 0 0,1-1-1 0 0,0 1 1 0 0,-1-1-1 0 0,0 0 1 0 0,1 0-1 0 0,-1 0 1 0 0,1 0-1 0 0,-1 0 1 0 0,0-1-1 0 0,0 1 1 0 0,0-1-1 0 0,0 0 1 0 0,0 1-1 0 0,0-1 1 0 0,0 0-1 0 0,-1 0 1 0 0,1 0-1 0 0,0 0 1 0 0,-1-1-1 0 0,2-2 1 0 0,3-8 27 0 0,0 0-1 0 0,0-1 1 0 0,-1 0 0 0 0,5-26-1 0 0,-6 25 86 0 0,66-362 404 0 0,-39 184-1258 0 0,-24 164-1555 0 0</inkml:trace>
</inkml:ink>
</file>

<file path=ppt/ink/ink3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38.8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 47 8290 0 0,'-6'-22'2737'0'0,"6"21"-2320"0"0,0-1 0 0 0,0 0 0 0 0,0 0 0 0 0,-1 1 0 0 0,1-1 1 0 0,0 0-1 0 0,-1 1 0 0 0,0-1 0 0 0,1 0 0 0 0,-1 1 0 0 0,0-1 0 0 0,-2-2 0 0 0,-3 42 3386 0 0,-6 78-2670 0 0,7 225-1 0 0,6-307-1415 0 0,0 54-1737 0 0,-1-79 1792 0 0,-1 0 0 0 0,-1 0 0 0 0,1 0 0 0 0,-1 0 0 0 0,-1 0-1 0 0,0 0 1 0 0,-4 8 0 0 0,2-8-845 0 0</inkml:trace>
</inkml:ink>
</file>

<file path=ppt/ink/ink3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39.1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63 4609 0 0,'2'-4'243'0'0,"-1"0"1"0"0,1 0-1 0 0,0 0 1 0 0,0 0-1 0 0,0 0 1 0 0,1 0-1 0 0,-1 0 1 0 0,1 1-1 0 0,0-1 1 0 0,0 1-1 0 0,0 0 1 0 0,5-4-1 0 0,-6 6 24 0 0,0 0 0 0 0,0-1 0 0 0,1 1-1 0 0,-1 0 1 0 0,0 0 0 0 0,0 1 0 0 0,1-1 0 0 0,-1 0-1 0 0,0 1 1 0 0,1-1 0 0 0,-1 1 0 0 0,1 0 0 0 0,-1 0-1 0 0,1 0 1 0 0,-1 0 0 0 0,0 0 0 0 0,1 1 0 0 0,-1-1 0 0 0,1 1-1 0 0,-1-1 1 0 0,0 1 0 0 0,1 0 0 0 0,-1 0 0 0 0,3 2-1 0 0,14 9 695 0 0,0 2-1 0 0,-1-1 0 0 0,-1 2 0 0 0,25 27 0 0 0,-26-25-797 0 0,-7-8-159 0 0,-2 0 0 0 0,1 0 0 0 0,-1 1 0 0 0,-1 0 0 0 0,1 1 1 0 0,-2-1-1 0 0,0 1 0 0 0,5 14 0 0 0,-6-14-639 0 0,-1 0 0 0 0,0 1 0 0 0,-1 0 0 0 0,1 21 0 0 0,-2-15-5305 0 0</inkml:trace>
</inkml:ink>
</file>

<file path=ppt/ink/ink3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39.2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0 120 8754 0 0,'1'-2'100'0'0,"1"1"0"0"0,-1-1 1 0 0,0 0-1 0 0,1 0 0 0 0,-1 1 0 0 0,1-1 1 0 0,0 1-1 0 0,0 0 0 0 0,-1-1 1 0 0,1 1-1 0 0,0 0 0 0 0,0 0 0 0 0,0 0 1 0 0,0 0-1 0 0,0 0 0 0 0,0 1 0 0 0,3-1 1 0 0,4-4 278 0 0,34-18 591 0 0,53-26-1406 0 0,-86 45 111 0 0,0 1 0 0 0,0 0 0 0 0,1 0 0 0 0,-1 1 0 0 0,0 0 0 0 0,1 1 0 0 0,20 0 1 0 0,-7 3 237 0 0</inkml:trace>
</inkml:ink>
</file>

<file path=ppt/ink/ink3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39.5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58 8754 0 0,'36'-23'7881'0'0,"7"-5"-6759"0"0,-40 27-1219 0 0,0 0-1 0 0,0 0 1 0 0,0 0 0 0 0,0 0-1 0 0,0 1 1 0 0,0-1 0 0 0,0 1-1 0 0,0 0 1 0 0,0-1 0 0 0,0 1-1 0 0,1 1 1 0 0,-1-1 0 0 0,0 0-1 0 0,0 1 1 0 0,0 0-1 0 0,0 0 1 0 0,0 0 0 0 0,4 1-1 0 0,4 5-1230 0 0</inkml:trace>
</inkml:ink>
</file>

<file path=ppt/ink/ink3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39.7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57 9218 0 0,'-3'-5'3351'0'0,"4"5"-3299"0"0,11-13 1654 0 0,17-9 52 0 0,-24 19-1826 0 0,-1 1 1 0 0,1 0-1 0 0,0 0 0 0 0,-1 0 1 0 0,1 1-1 0 0,0 0 1 0 0,0 0-1 0 0,0 0 0 0 0,0 0 1 0 0,0 1-1 0 0,0 0 1 0 0,0 0-1 0 0,0 0 0 0 0,0 1 1 0 0,9 1-1 0 0,0 2 68 0 0</inkml:trace>
</inkml:ink>
</file>

<file path=ppt/ink/ink3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0.4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2 129 8754 0 0,'-1'-1'122'0'0,"1"-1"0"0"0,0 1 0 0 0,0 0 0 0 0,-1 0 0 0 0,1 0 0 0 0,0 0 0 0 0,0-1 0 0 0,0 1 1 0 0,0 0-1 0 0,1 0 0 0 0,-1 0 0 0 0,0 0 0 0 0,0-1 0 0 0,1 1 0 0 0,-1 0 0 0 0,0 0 0 0 0,1 0 0 0 0,-1 0 0 0 0,1 0 0 0 0,1-1 1 0 0,13-27 1716 0 0,-13 27-1600 0 0,2-4 94 0 0,0 1 0 0 0,0-1 0 0 0,0 1 0 0 0,1 0-1 0 0,0 0 1 0 0,0 1 0 0 0,1-1 0 0 0,-1 1 0 0 0,1 1 0 0 0,0-1-1 0 0,0 1 1 0 0,0 0 0 0 0,0 0 0 0 0,1 1 0 0 0,-1-1 0 0 0,1 1 0 0 0,-1 1-1 0 0,10-2 1 0 0,-12 3-246 0 0,1-1-1 0 0,-1 1 1 0 0,0 0-1 0 0,0 0 1 0 0,0 1 0 0 0,1-1-1 0 0,-1 1 1 0 0,0 0-1 0 0,0 0 1 0 0,0 0-1 0 0,0 0 1 0 0,0 1 0 0 0,0 0-1 0 0,-1 0 1 0 0,1 0-1 0 0,-1 0 1 0 0,1 1-1 0 0,-1-1 1 0 0,0 1-1 0 0,1 0 1 0 0,-1 0 0 0 0,-1 0-1 0 0,1 0 1 0 0,0 0-1 0 0,-1 1 1 0 0,0-1-1 0 0,0 1 1 0 0,0 0-1 0 0,0-1 1 0 0,0 1 0 0 0,1 4-1 0 0,0 3-75 0 0,0 1-1 0 0,-1-1 0 0 0,0 0 1 0 0,0 1-1 0 0,-2-1 0 0 0,1 1 1 0 0,-2 18-1 0 0,-4 4 61 0 0,-9 41 0 0 0,6-44 8 0 0,-4 56 1 0 0,12-86-77 0 0,-1 0 0 0 0,1 0-1 0 0,0 0 1 0 0,0 1 0 0 0,0-1 0 0 0,0 0 0 0 0,0 0-1 0 0,0 0 1 0 0,1 1 0 0 0,-1-1 0 0 0,0 0-1 0 0,1 0 1 0 0,-1 0 0 0 0,1 0 0 0 0,-1 0-1 0 0,1 0 1 0 0,-1 0 0 0 0,1 0 0 0 0,-1 0-1 0 0,1 0 1 0 0,0 0 0 0 0,0 0 0 0 0,0 0-1 0 0,0 0 1 0 0,-1 0 0 0 0,1-1 0 0 0,0 1-1 0 0,0 0 1 0 0,0-1 0 0 0,0 1 0 0 0,1-1-1 0 0,-1 1 1 0 0,0-1 0 0 0,0 0 0 0 0,0 1-1 0 0,0-1 1 0 0,0 0 0 0 0,1 0 0 0 0,-1 1-1 0 0,0-1 1 0 0,0 0 0 0 0,2-1 0 0 0,6 1-9 0 0,0-2 0 0 0,1 1 0 0 0,-1-1 1 0 0,15-6-1 0 0,4 0-44 0 0,-8 4 59 0 0,0 1 0 0 0,0 1-1 0 0,0 1 1 0 0,0 0 0 0 0,32 4-1 0 0,-46-2-20 0 0,1 0 1 0 0,-1 1-1 0 0,1 0 0 0 0,-1 0 0 0 0,0 0 0 0 0,0 1 0 0 0,0 0 0 0 0,0 0 0 0 0,0 0 0 0 0,-1 1 1 0 0,1 0-1 0 0,-1 0 0 0 0,0 0 0 0 0,0 1 0 0 0,-1 0 0 0 0,1 0 0 0 0,-1 0 0 0 0,0 0 1 0 0,-1 1-1 0 0,7 10 0 0 0,-7-7 2 0 0,0-1 0 0 0,0 1-1 0 0,-1-1 1 0 0,0 1 0 0 0,0 0 0 0 0,-1 0 0 0 0,0 0 0 0 0,-1 0-1 0 0,0-1 1 0 0,0 1 0 0 0,-1 0 0 0 0,0 0 0 0 0,0 0 0 0 0,-1 0-1 0 0,-1-1 1 0 0,1 1 0 0 0,-1-1 0 0 0,-1 1 0 0 0,1-1 0 0 0,-6 8-1 0 0,1-2 92 0 0,0-1-1 0 0,-1 1 1 0 0,-1-2-1 0 0,0 1 1 0 0,-1-1-1 0 0,0-1 1 0 0,0 0-1 0 0,-2 0 1 0 0,1-2 0 0 0,-22 14-1 0 0,29-20-102 0 0,-1 0 1 0 0,0 0-1 0 0,1-1 1 0 0,-1 0-1 0 0,0 0 1 0 0,0 0-1 0 0,-1-1 1 0 0,1 0-1 0 0,0 0 1 0 0,0 0-1 0 0,-1-1 1 0 0,1 0-1 0 0,0 0 1 0 0,-1-1-1 0 0,1 0 1 0 0,0 0-1 0 0,0 0 1 0 0,0-1-1 0 0,0 0 1 0 0,0 0-1 0 0,-10-5 1 0 0,-1-3-314 0 0</inkml:trace>
</inkml:ink>
</file>

<file path=ppt/ink/ink3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8.3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48 240 5529 0 0,'-8'-52'2939'0'0,"-3"-11"-368"0"0,10 58-1766 0 0,-1 0 0 0 0,1 0 1 0 0,-1 0-1 0 0,0 1 0 0 0,-1-1 1 0 0,1 1-1 0 0,-1-1 0 0 0,0 1 1 0 0,-6-8 614 0 0,31 79 1350 0 0,-3-14-2750 0 0,2 17 103 0 0,46 100 0 0 0,-56-146-112 0 0,2 0 0 0 0,0-2 0 0 0,1 1 0 0 0,2-2 0 0 0,0 0-1 0 0,1-1 1 0 0,33 31 0 0 0,-47-49-5 0 0,-1 0 0 0 0,0-1 0 0 0,1 1 0 0 0,-1 0 0 0 0,1-1 0 0 0,-1 1 0 0 0,1-1 0 0 0,0 0 0 0 0,-1 0 0 0 0,1 0 0 0 0,0 0 0 0 0,0-1 0 0 0,0 1 0 0 0,0-1 0 0 0,-1 1 0 0 0,1-1 0 0 0,0 0 0 0 0,0 0 0 0 0,5-1 0 0 0,-4 0 25 0 0,0-1-1 0 0,0 1 0 0 0,0-1 1 0 0,0 0-1 0 0,0 0 0 0 0,0 0 1 0 0,-1-1-1 0 0,1 1 0 0 0,-1-1 1 0 0,1 0-1 0 0,4-6 1 0 0,4-5 73 0 0,-2 0 0 0 0,0 0 1 0 0,-1-1-1 0 0,0-1 1 0 0,9-23-1 0 0,-4-1 0 0 0,-2 0 1 0 0,-2-1-1 0 0,-2 0 0 0 0,-1 0 1 0 0,1-48-1 0 0,-2 27-469 0 0,16-72 0 0 0,-21 133 250 0 0,6-20-511 0 0</inkml:trace>
</inkml:ink>
</file>

<file path=ppt/ink/ink3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8.8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0 1840 0 0,'-8'10'12327'0'0,"8"-9"-12019"0"0,2 10 3085 0 0,24 99-301 0 0,-10-48-2437 0 0,21 118 154 0 0,6 28-4574 0 0</inkml:trace>
</inkml:ink>
</file>

<file path=ppt/ink/ink3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9.3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22 231 920 0 0,'-10'-50'727'0'0,"7"36"431"0"0,0 0 0 0 0,1 0 0 0 0,0 0 1 0 0,1 0-1 0 0,0 0 0 0 0,3-20 0 0 0,-1 31-832 0 0,0 0-1 0 0,0 0 1 0 0,0 0-1 0 0,1 0 1 0 0,-1 0-1 0 0,1 0 1 0 0,0 0-1 0 0,0 1 1 0 0,0-1-1 0 0,0 1 0 0 0,1-1 1 0 0,-1 1-1 0 0,1 0 1 0 0,-1 0-1 0 0,1 0 1 0 0,0 0-1 0 0,-1 1 1 0 0,1-1-1 0 0,0 0 1 0 0,0 1-1 0 0,0 0 1 0 0,1 0-1 0 0,-1 0 1 0 0,5-1-1 0 0,3 0 249 0 0,0 0-1 0 0,1 0 0 0 0,-1 1 1 0 0,1 1-1 0 0,18 1 0 0 0,-22-1-457 0 0,0 1 0 0 0,0 0 0 0 0,0 0-1 0 0,0 1 1 0 0,0 0 0 0 0,0 1 0 0 0,-1 0 0 0 0,1 0-1 0 0,7 5 1 0 0,-13-6-108 0 0,1 0-1 0 0,0 0 1 0 0,0 0-1 0 0,-1 1 1 0 0,0-1-1 0 0,1 1 1 0 0,-1 0-1 0 0,0 0 1 0 0,0 0-1 0 0,-1 0 1 0 0,1 0-1 0 0,-1 0 0 0 0,1 0 1 0 0,-1 0-1 0 0,0 1 1 0 0,0-1-1 0 0,0 1 1 0 0,-1-1-1 0 0,1 0 1 0 0,-1 1-1 0 0,0-1 1 0 0,0 1-1 0 0,0 3 1 0 0,-11 58-8 0 0,8-54 0 0 0,0 1 0 0 0,1 0 0 0 0,1 0 0 0 0,-1 21 0 0 0,2-32-1 0 0,0 0 0 0 0,0 0-1 0 0,1 0 1 0 0,-1 0 0 0 0,0 0 0 0 0,0 0 0 0 0,1 0 0 0 0,-1 0-1 0 0,1 0 1 0 0,-1 0 0 0 0,1 0 0 0 0,-1 0 0 0 0,1 0 0 0 0,0 0-1 0 0,-1 0 1 0 0,1 0 0 0 0,0 0 0 0 0,0-1 0 0 0,-1 1 0 0 0,1 0-1 0 0,0 0 1 0 0,0-1 0 0 0,0 1 0 0 0,0-1 0 0 0,0 1 0 0 0,0-1 0 0 0,0 1-1 0 0,0-1 1 0 0,0 0 0 0 0,0 0 0 0 0,1 1 0 0 0,-1-1 0 0 0,0 0-1 0 0,0 0 1 0 0,2 0 0 0 0,5 0-14 0 0,1-1 0 0 0,0 0 0 0 0,-1 0 0 0 0,10-3 0 0 0,22-2-20 0 0,-34 7 38 0 0,-1 0 1 0 0,0 0-1 0 0,1 0 1 0 0,-1 0-1 0 0,0 1 1 0 0,0 0 0 0 0,1 0-1 0 0,-2 0 1 0 0,1 1-1 0 0,0 0 1 0 0,0 0-1 0 0,-1 0 1 0 0,0 0-1 0 0,1 1 1 0 0,-1 0-1 0 0,6 7 1 0 0,-8-7 0 0 0,1-1 0 0 0,-1 1 0 0 0,-1 0 0 0 0,1 0 0 0 0,-1 0 0 0 0,1 0 0 0 0,-1 0 0 0 0,0 0 0 0 0,-1 0 0 0 0,1 1 0 0 0,-1-1 0 0 0,0 0 0 0 0,0 0 0 0 0,0 1 0 0 0,0-1 0 0 0,-1 0 0 0 0,0 0 0 0 0,0 0 0 0 0,0 0 0 0 0,0 0 0 0 0,-1 0 0 0 0,-2 6 0 0 0,-3 4 80 0 0,0 1 0 0 0,-2-1 0 0 0,1 0 0 0 0,-2-1 0 0 0,0 0 0 0 0,0 0 0 0 0,-1-1 0 0 0,-18 14 0 0 0,22-19-643 0 0,-1-1 0 0 0,-1-1-1 0 0,1 1 1 0 0,-1-2 0 0 0,-9 5 0 0 0</inkml:trace>
</inkml:ink>
</file>

<file path=ppt/ink/ink3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9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66 6 9218 0 0,'6'-5'6592'0'0,"-5"5"-6463"0"0,2 13 2453 0 0,-3 19-1557 0 0,-6 11-322 0 0,-1 1 1 0 0,-18 54-1 0 0,12-48-1253 0 0,-8 56-1 0 0,18-80-184 0 0</inkml:trace>
</inkml:ink>
</file>

<file path=ppt/ink/ink3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50.9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19 9674 0 0,'-6'-19'8516'0'0,"7"19"-8430"0"0,1 1 138 0 0,0-1 1 0 0,0 1 0 0 0,1 0 0 0 0,-1 0-1 0 0,0-1 1 0 0,0 1 0 0 0,0 1 0 0 0,0-1-1 0 0,0 0 1 0 0,0 0 0 0 0,3 3-1 0 0,11 15-21 0 0,-1 0-1 0 0,0 1 1 0 0,-2 0-1 0 0,0 1 1 0 0,-1 0-1 0 0,13 35 0 0 0,1-1-18 0 0,0-3-184 0 0,5 10 0 0 0,41 63 0 0 0,-61-109 0 0 0,1 1 0 0 0,0-2 0 0 0,1 0 0 0 0,1 0 0 0 0,0-1 0 0 0,1-1 0 0 0,1-1 0 0 0,24 16 0 0 0,-36-26 15 0 0,-1 1 0 0 0,1-1 1 0 0,0 0-1 0 0,0-1 0 0 0,1 1 1 0 0,-1-1-1 0 0,0 0 0 0 0,0 0 1 0 0,1 0-1 0 0,-1 0 0 0 0,0-1 1 0 0,1 0-1 0 0,-1 0 0 0 0,7 0 1 0 0,-8-1 1 0 0,1 0 0 0 0,-1-1 0 0 0,1 1 0 0 0,-1-1 0 0 0,0 1 0 0 0,0-1 0 0 0,0 0 0 0 0,0 0 0 0 0,0 0 0 0 0,0-1 1 0 0,-1 1-1 0 0,1-1 0 0 0,-1 0 0 0 0,1 1 0 0 0,-1-1 0 0 0,0 0 0 0 0,3-6 0 0 0,10-22 181 0 0,-1 0-1 0 0,-2-1 1 0 0,-1-1-1 0 0,12-56 1 0 0,-6 21-171 0 0,1-10-149 0 0,-14 53-188 0 0,2 0 1 0 0,0 0 0 0 0,2 1 0 0 0,0 0 0 0 0,18-34-1 0 0,-16 43-1642 0 0</inkml:trace>
</inkml:ink>
</file>

<file path=ppt/ink/ink3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51.3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192 116 2304 0 0,'-2'-4'742'0'0,"1"-1"-1"0"0,-1 0 1 0 0,1 0-1 0 0,0 0 0 0 0,-1-8 1 0 0,-5-22 3731 0 0,6 32-4119 0 0,0 0-1 0 0,-1 0 0 0 0,1 1 0 0 0,-1-1 1 0 0,1 0-1 0 0,-1 1 0 0 0,0-1 0 0 0,0 1 1 0 0,0-1-1 0 0,0 1 0 0 0,0 0 0 0 0,0 0 1 0 0,-1 0-1 0 0,1 0 0 0 0,-1 0 0 0 0,-3-1 1 0 0,4 2-223 0 0,0 1 1 0 0,0 0 0 0 0,0 0 0 0 0,0-1 0 0 0,0 1 0 0 0,0 1-1 0 0,0-1 1 0 0,0 0 0 0 0,0 0 0 0 0,0 1 0 0 0,0-1 0 0 0,1 1-1 0 0,-1 0 1 0 0,0-1 0 0 0,0 1 0 0 0,0 0 0 0 0,0 0-1 0 0,1 0 1 0 0,-1 0 0 0 0,0 1 0 0 0,1-1 0 0 0,-1 0 0 0 0,1 1-1 0 0,0-1 1 0 0,-3 4 0 0 0,-6 7 2 0 0,0 1 1 0 0,1 0-1 0 0,0 1 0 0 0,1 0 1 0 0,1 1-1 0 0,0-1 0 0 0,1 1 1 0 0,0 0-1 0 0,1 1 0 0 0,1-1 1 0 0,1 1-1 0 0,0 0 0 0 0,1 0 1 0 0,0 32-1 0 0,3-43-112 0 0,-1 1-1 0 0,1-1 1 0 0,1 0 0 0 0,-1 1-1 0 0,1-1 1 0 0,-1 0 0 0 0,2 0-1 0 0,-1 0 1 0 0,0 0-1 0 0,1 0 1 0 0,0-1 0 0 0,0 1-1 0 0,1-1 1 0 0,-1 0 0 0 0,1 0-1 0 0,0 0 1 0 0,0 0 0 0 0,0 0-1 0 0,0-1 1 0 0,1 0-1 0 0,0 0 1 0 0,-1 0 0 0 0,1-1-1 0 0,0 1 1 0 0,0-1 0 0 0,0 0-1 0 0,1-1 1 0 0,-1 1 0 0 0,8 0-1 0 0,0 0-129 0 0,1 0 0 0 0,0-1-1 0 0,0 0 1 0 0,0-1 0 0 0,0-1 0 0 0,0-1 0 0 0,0 1-1 0 0,0-2 1 0 0,0 0 0 0 0,19-7 0 0 0,-11 1-828 0 0</inkml:trace>
</inkml:ink>
</file>

<file path=ppt/ink/ink3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51.6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73 26 2304 0 0,'-73'20'14729'0'0,"103"-36"-11989"0"0,-2 1-2227 0 0,-23 13-881 0 0,16-7-198 0 0,-5 5-4931 0 0</inkml:trace>
</inkml:ink>
</file>

<file path=ppt/ink/ink3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51.8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0 105 5065 0 0,'2'4'1576'0'0,"-2"-4"-1518"0"0,0 0 0 0 0,1 0 1 0 0,-1 0-1 0 0,0 0 0 0 0,0 0 1 0 0,0 0-1 0 0,0 0 0 0 0,0 0 1 0 0,1 0-1 0 0,-1 0 0 0 0,0 0 1 0 0,0 0-1 0 0,0 0 0 0 0,0 0 1 0 0,0 0-1 0 0,1 0 0 0 0,-1 0 1 0 0,0 0-1 0 0,0 0 1 0 0,0 0 57 0 0,1-1-57 0 0,15-1 2379 0 0,16-5 1080 0 0,-11-3-2708 0 0,0-1 0 0 0,21-15 0 0 0,-21 13-1940 0 0,34-17-1 0 0,-35 21 1106 0 0</inkml:trace>
</inkml:ink>
</file>

<file path=ppt/ink/ink3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52.1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53 9218 0 0,'1'-2'301'0'0,"-1"0"1"0"0,1 0-1 0 0,0 0 1 0 0,0 0-1 0 0,0 1 1 0 0,0-1-1 0 0,0 0 0 0 0,0 0 1 0 0,0 1-1 0 0,1-1 1 0 0,-1 0-1 0 0,0 1 1 0 0,1-1-1 0 0,0 1 0 0 0,-1 0 1 0 0,1 0-1 0 0,1-2 1 0 0,2 0 288 0 0,0 0 1 0 0,0 0 0 0 0,0 0 0 0 0,0 1-1 0 0,7-3 1 0 0,-9 4-474 0 0,0 0 0 0 0,0 1 1 0 0,-1 0-1 0 0,1-1 0 0 0,0 1 1 0 0,0 0-1 0 0,0 0 0 0 0,-1 0 1 0 0,1 1-1 0 0,0-1 0 0 0,0 1 1 0 0,0-1-1 0 0,-1 1 0 0 0,1 0 0 0 0,0 0 1 0 0,-1 0-1 0 0,4 2 0 0 0,-2 0-35 0 0,0 0 0 0 0,0 0 0 0 0,-1 1-1 0 0,1-1 1 0 0,-1 1 0 0 0,1-1 0 0 0,-1 1 0 0 0,0 0-1 0 0,2 5 1 0 0,2 5 5 0 0,0 0 0 0 0,-1 1 0 0 0,0 0 0 0 0,-2 0 0 0 0,4 17 0 0 0,3 35-559 0 0,-3 1-1 0 0,-2 113 0 0 0,0 10 510 0 0,-2-162-388 0 0,-3-15-80 0 0</inkml:trace>
</inkml:ink>
</file>

<file path=ppt/ink/ink3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52.4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0 14283 0 0,'-3'4'1272'0'0,"2"-1"-1016"0"0,1 0-256 0 0,1-3 0 0 0,0 0 240 0 0,-1 1 0 0 0,0 3 1 0 0,0-1-1 0 0,2 1-336 0 0,-1 0-64 0 0,3-1-9 0 0,0 0-7 0 0,4-1 176 0 0,-2 0 0 0 0,-3-5 0 0 0</inkml:trace>
</inkml:ink>
</file>

<file path=ppt/ink/ink3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5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53 87 4145 0 0,'-3'0'392'0'0,"1"0"1"0"0,-1 0 0 0 0,0 0-1 0 0,0-1 1 0 0,0 1-1 0 0,1-1 1 0 0,-1 0-1 0 0,0 0 1 0 0,1 0 0 0 0,-1 0-1 0 0,1 0 1 0 0,-1-1-1 0 0,1 1 1 0 0,-1-1-1 0 0,1 1 1 0 0,-4-5-1 0 0,5 6-255 0 0,1-1 0 0 0,0 1 0 0 0,-1-1 0 0 0,1 0 0 0 0,-1 1 0 0 0,1-1 0 0 0,0 0 0 0 0,0 1 0 0 0,-1-1-1 0 0,1 0 1 0 0,0 0 0 0 0,0 1 0 0 0,0-1 0 0 0,0 0 0 0 0,0 0 0 0 0,0 1 0 0 0,0-1 0 0 0,0 0 0 0 0,0 0-1 0 0,0 1 1 0 0,0-1 0 0 0,0 0 0 0 0,0 0 0 0 0,1 0 0 0 0,0-1 14 0 0,0 1 0 0 0,0-1 0 0 0,0 1 0 0 0,1-1 0 0 0,-1 1 0 0 0,0 0 0 0 0,1 0 0 0 0,-1-1 0 0 0,1 1 0 0 0,-1 0 0 0 0,1 0 0 0 0,0 0 0 0 0,3-1 0 0 0,9-4 520 0 0,0 1-1 0 0,1 0 0 0 0,-1 1 0 0 0,28-4 0 0 0,-34 7-560 0 0,-1 0 0 0 0,0 0 1 0 0,1 1-1 0 0,-1 0 0 0 0,1 1 0 0 0,-1 0 0 0 0,0 0 1 0 0,0 0-1 0 0,1 1 0 0 0,-1 0 0 0 0,13 5 0 0 0,-17-4-99 0 0,1-1 0 0 0,-1 1 0 0 0,0 0 0 0 0,0 0 0 0 0,0 0 0 0 0,0 0 0 0 0,-1 1 0 0 0,1-1 0 0 0,-1 1-1 0 0,0-1 1 0 0,0 1 0 0 0,0 0 0 0 0,-1 0 0 0 0,1 0 0 0 0,-1 0 0 0 0,0 0 0 0 0,0 0 0 0 0,0 0-1 0 0,-1 0 1 0 0,1 7 0 0 0,-1 9-41 0 0,0 0-1 0 0,-5 38 0 0 0,4-52 15 0 0,-9 45-58 0 0,7-41 61 0 0,1 1-1 0 0,0-1 1 0 0,0 1-1 0 0,1 0 1 0 0,0 0-1 0 0,1-1 1 0 0,0 1-1 0 0,1 0 1 0 0,2 13-1 0 0,-2-22 13 0 0,0 0 0 0 0,0-1 0 0 0,0 1 0 0 0,0 0 0 0 0,0-1 0 0 0,0 1-1 0 0,0-1 1 0 0,0 0 0 0 0,1 1 0 0 0,-1-1 0 0 0,1 0 0 0 0,-1 0 0 0 0,1 0 0 0 0,-1 0-1 0 0,1 0 1 0 0,0 0 0 0 0,0-1 0 0 0,-1 1 0 0 0,1 0 0 0 0,0-1 0 0 0,0 1-1 0 0,0-1 1 0 0,-1 0 0 0 0,1 0 0 0 0,0 1 0 0 0,0-1 0 0 0,0 0 0 0 0,0-1-1 0 0,0 1 1 0 0,2-1 0 0 0,11-1-13 0 0,0 0-1 0 0,27-9 1 0 0,-20 5 15 0 0,-17 4 6 0 0,1 1 0 0 0,-1 0 0 0 0,1 1 0 0 0,-1-1 0 0 0,0 1 1 0 0,1 0-1 0 0,6 1 0 0 0,-12-1-8 0 0,1 0 1 0 0,0 0 0 0 0,-1 1 0 0 0,1-1 0 0 0,0 0-1 0 0,0 0 1 0 0,-1 1 0 0 0,1-1 0 0 0,-1 0-1 0 0,1 1 1 0 0,0-1 0 0 0,-1 1 0 0 0,1-1-1 0 0,-1 1 1 0 0,1-1 0 0 0,-1 1 0 0 0,1-1-1 0 0,-1 1 1 0 0,1 0 0 0 0,-1-1 0 0 0,0 1 0 0 0,1 1-1 0 0,-1-1 2 0 0,1 1 1 0 0,-1-1-1 0 0,0 1 0 0 0,0-1 0 0 0,0 1 0 0 0,-1-1 0 0 0,1 1 0 0 0,0-1 1 0 0,-1 1-1 0 0,1-1 0 0 0,0 1 0 0 0,-1-1 0 0 0,0 1 0 0 0,1-1 0 0 0,-2 2 0 0 0,-13 20 198 0 0,-1-1 0 0 0,-1-1 0 0 0,-1-1 0 0 0,0-1 0 0 0,-34 28 0 0 0,18-16-132 0 0,-43 37 54 0 0,10-10-1281 0 0,25-17-2828 0 0,27-26-2416 0 0</inkml:trace>
</inkml:ink>
</file>

<file path=ppt/ink/ink3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5.9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403 2 14747 0 0,'0'0'93'0'0,"0"0"0"0"0,1 0 0 0 0,-1-1 0 0 0,0 1 0 0 0,1 0 0 0 0,-1 0 0 0 0,0 0 0 0 0,1 0-1 0 0,-1 0 1 0 0,0 0 0 0 0,1 0 0 0 0,-1 0 0 0 0,1 0 0 0 0,-1 0 0 0 0,0 0 0 0 0,1 0 0 0 0,-1 0 0 0 0,0 0 0 0 0,1 0 0 0 0,-1 0 0 0 0,0 0-1 0 0,1 1 1 0 0,-1-1 0 0 0,0 0 0 0 0,1 0 0 0 0,-1 0 0 0 0,0 0 0 0 0,0 1 0 0 0,1-1 0 0 0,-1 0 0 0 0,0 0 0 0 0,0 1 0 0 0,1-1 0 0 0,-1 0-1 0 0,0 0 1 0 0,0 1 0 0 0,1 16 1625 0 0,-15 26-555 0 0,11-36-824 0 0,-203 488 1695 0 0,155-381-1897 0 0,-40 106-247 0 0,47-68-3025 0 0,42-147 2146 0 0,1 1 0 0 0,0 0 0 0 0,1 0 0 0 0,-1 0 0 0 0,1 0 0 0 0,0 0 0 0 0,0 0 0 0 0,3 11 0 0 0,0-6-2295 0 0</inkml:trace>
</inkml:ink>
</file>

<file path=ppt/ink/ink3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6.2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4145 0 0,'10'-14'731'0'0,"1"0"1"0"0,0 1-1 0 0,1 0 0 0 0,0 1 1 0 0,1 0-1 0 0,0 1 0 0 0,1 1 1 0 0,20-13-1 0 0,-27 19-310 0 0,0 1-1 0 0,0 0 0 0 0,0 0 1 0 0,0 1-1 0 0,0 0 1 0 0,1 0-1 0 0,-1 0 0 0 0,1 1 1 0 0,11 0-1 0 0,-14 1-179 0 0,0 0 0 0 0,0 1 0 0 0,0 0 0 0 0,-1 0 0 0 0,1 0 0 0 0,0 0 1 0 0,0 1-1 0 0,-1 0 0 0 0,1 0 0 0 0,-1 0 0 0 0,1 1 0 0 0,-1-1 0 0 0,0 1 0 0 0,0 0 0 0 0,6 6 0 0 0,-7-6-126 0 0,0 1 1 0 0,0-1-1 0 0,0 1 1 0 0,0 0-1 0 0,-1 0 1 0 0,0 0-1 0 0,0 0 1 0 0,0 0-1 0 0,0 1 1 0 0,-1-1-1 0 0,1 1 1 0 0,-1-1-1 0 0,0 1 0 0 0,-1-1 1 0 0,1 1-1 0 0,-1 8 1 0 0,-1 6 292 0 0,0 0-1 0 0,-9 36 1 0 0,6-40-159 0 0,2-1 1 0 0,0 1-1 0 0,0 0 1 0 0,1 18-1 0 0,1-31-209 0 0,0 0 0 0 0,0 0 0 0 0,1 0 0 0 0,-1 0 0 0 0,0 0 0 0 0,1-1 0 0 0,-1 1-1 0 0,1 0 1 0 0,0 0 0 0 0,0 0 0 0 0,0-1 0 0 0,0 1 0 0 0,0 0 0 0 0,0-1 0 0 0,0 1 0 0 0,0-1 0 0 0,0 1 0 0 0,1-1 0 0 0,-1 0 0 0 0,1 1 0 0 0,-1-1 0 0 0,1 0 0 0 0,3 2 0 0 0,-2-2-5 0 0,1 0 1 0 0,-1 0 0 0 0,1-1-1 0 0,-1 1 1 0 0,1-1 0 0 0,0 0-1 0 0,-1 0 1 0 0,1 0 0 0 0,-1 0-1 0 0,1 0 1 0 0,0-1 0 0 0,3-1-1 0 0,6-1-57 0 0,1-2 0 0 0,-1 0 0 0 0,0 0 0 0 0,-1-1 0 0 0,20-12 0 0 0,66-61-2718 0 0,-69 56-5116 0 0</inkml:trace>
</inkml:ink>
</file>

<file path=ppt/ink/ink3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6.4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1 11058 0 0,'-6'7'488'0'0,"3"-5"105"0"0,1 1-473 0 0,0 0-120 0 0,2-2 368 0 0,2-1-176 0 0,-1-1 0 0 0,0-1-624 0 0</inkml:trace>
</inkml:ink>
</file>

<file path=ppt/ink/ink3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6.6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1 107 7834 0 0,'1'3'696'0'0,"0"-2"-560"0"0,2 1-136 0 0,1-2 0 0 0,-1 0 912 0 0,1-2 152 0 0,3 1 33 0 0,4-3 7 0 0,6-3-272 0 0,8-3-48 0 0,5-2-16 0 0,2-2 0 0 0,0-1-1480 0 0,-3 2-304 0 0,-2 2-56 0 0,-1 0-16 0 0,0 4 888 0 0,-4 1 200 0 0</inkml:trace>
</inkml:ink>
</file>

<file path=ppt/ink/ink3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6.9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 14283 0 0,'-1'0'174'0'0,"1"0"0"0"0,-1 1 0 0 0,1-1 0 0 0,-1 1 0 0 0,1-1 0 0 0,-1 1 0 0 0,1-1 0 0 0,0 1 0 0 0,-1-1 0 0 0,1 1 0 0 0,0 0 0 0 0,0-1 0 0 0,-1 1 0 0 0,1-1 0 0 0,0 1 0 0 0,0 0 1 0 0,0-1-1 0 0,0 1 0 0 0,0-1 0 0 0,0 1 0 0 0,0 0 0 0 0,0-1 0 0 0,0 1 0 0 0,0 0 0 0 0,0-1 0 0 0,0 2 0 0 0,2 25 1167 0 0,-1-19-603 0 0,5 123 1091 0 0,-1 272-39 0 0,-10-350-1683 0 0,-3 100 63 0 0,9-129-315 0 0,0 1-1 0 0,1-1 0 0 0,2 0 1 0 0,7 28-1 0 0,-9-45-33 0 0,0-1 0 0 0,0 0-1 0 0,1 0 1 0 0,0 0 0 0 0,0-1-1 0 0,1 1 1 0 0,5 7 0 0 0,-6-10-264 0 0,0 0-1 0 0,0 0 1 0 0,0 0 0 0 0,0 0 0 0 0,0-1 0 0 0,0 1-1 0 0,1-1 1 0 0,-1 0 0 0 0,1 0 0 0 0,0 0-1 0 0,0-1 1 0 0,6 3 0 0 0,7-2-1667 0 0</inkml:trace>
</inkml:ink>
</file>

<file path=ppt/ink/ink3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7.1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12899 0 0,'0'15'7601'0'0,"3"-13"-7798"0"0,0 0 3 0 0,0 1 0 0 0,0 0 0 0 0,0 0 0 0 0,0 0 0 0 0,0 1 1 0 0,-1-1-1 0 0,1 0 0 0 0,-1 1 0 0 0,2 4 0 0 0,-1 0 194 0 0</inkml:trace>
</inkml:ink>
</file>

<file path=ppt/ink/ink3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7.4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59 7834 0 0,'0'0'82'0'0,"-1"0"0"0"0,1 0 0 0 0,0 0 0 0 0,0 0-1 0 0,0 0 1 0 0,-1 0 0 0 0,1 0 0 0 0,0 0 0 0 0,0 0 0 0 0,-1 0 0 0 0,1 1 0 0 0,-2 0 656 0 0,2-1-656 0 0,0 0 0 0 0,0 0 0 0 0,0 1 0 0 0,0-1 0 0 0,0 0 0 0 0,0 0 0 0 0,-1 1 0 0 0,1-1 0 0 0,0 0 0 0 0,0 0-1 0 0,0 0 1 0 0,0 1 0 0 0,0-1 0 0 0,0 0 0 0 0,0 0 0 0 0,0 1 0 0 0,0-1 0 0 0,0 0 0 0 0,0 0 0 0 0,0 1 0 0 0,0-1 0 0 0,0 0 0 0 0,0 0 0 0 0,1 1 0 0 0,-1-1 0 0 0,0 0 0 0 0,0 0 0 0 0,0 0 0 0 0,1 1 328 0 0,-1 0-328 0 0,20 0 3343 0 0,28-7 380 0 0,-48 6-3764 0 0,111-21 2606 0 0,-92 16-2893 0 0,0 0 1 0 0,0-2 0 0 0,29-13 0 0 0,-39 14-1596 0 0</inkml:trace>
</inkml:ink>
</file>

<file path=ppt/ink/ink3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7.7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86 0 2304 0 0,'-8'4'286'0'0,"1"0"-1"0"0,-1 1 0 0 0,1 0 1 0 0,0 0-1 0 0,0 0 0 0 0,1 1 0 0 0,0 0 1 0 0,-8 10-1 0 0,12-14-75 0 0,0 0 1 0 0,1 1 0 0 0,-1-1-1 0 0,1 0 1 0 0,0 1-1 0 0,0-1 1 0 0,0 1-1 0 0,0-1 1 0 0,0 1 0 0 0,0 0-1 0 0,1-1 1 0 0,-1 1-1 0 0,1 0 1 0 0,0 0 0 0 0,0-1-1 0 0,0 1 1 0 0,0 0-1 0 0,0 0 1 0 0,0-1-1 0 0,1 1 1 0 0,0 0 0 0 0,-1-1-1 0 0,1 1 1 0 0,0 0-1 0 0,0-1 1 0 0,0 1-1 0 0,1-1 1 0 0,-1 1 0 0 0,1-1-1 0 0,2 3 1 0 0,11 12 1104 0 0,2 0 1 0 0,0-1 0 0 0,31 22-1 0 0,17 17 1602 0 0,-58-48-2693 0 0,0 0 0 0 0,0 0 0 0 0,-1 0 0 0 0,0 1 0 0 0,0 0 0 0 0,-1 1 0 0 0,5 8 0 0 0,-9-15-185 0 0,0 1 0 0 0,-1-1 0 0 0,1 0 0 0 0,0 0-1 0 0,-1 1 1 0 0,0-1 0 0 0,1 1 0 0 0,-1-1 0 0 0,0 0 0 0 0,0 1 0 0 0,0-1 0 0 0,0 1 0 0 0,-1-1 0 0 0,1 0 0 0 0,-1 1 0 0 0,1-1-1 0 0,-1 0 1 0 0,0 0 0 0 0,0 1 0 0 0,0-1 0 0 0,0 0 0 0 0,-1 0 0 0 0,1 0 0 0 0,0 0 0 0 0,-1 0 0 0 0,1 0 0 0 0,-1-1-1 0 0,0 1 1 0 0,0 0 0 0 0,1-1 0 0 0,-1 1 0 0 0,0-1 0 0 0,0 0 0 0 0,-4 2 0 0 0,-3 2-291 0 0,-1 0-1 0 0,-1-1 1 0 0,1 0-1 0 0,-1 0 1 0 0,0-1 0 0 0,1-1-1 0 0,-1 0 1 0 0,-15 1 0 0 0</inkml:trace>
</inkml:ink>
</file>

<file path=ppt/ink/ink3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18.2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0 400 4609 0 0,'6'15'12452'0'0,"4"-9"-12316"0"0,11 11 1715 0 0,-1 2 0 0 0,31 36 0 0 0,18 18-1714 0 0,-61-66-60 0 0,0 0 1 0 0,1 0-1 0 0,0-1 1 0 0,0-1-1 0 0,1 1 0 0 0,-1-1 1 0 0,11 3-1 0 0,-18-7-50 0 0,-1-1-1 0 0,1 0 0 0 0,-1 1 0 0 0,1-1 0 0 0,-1 0 0 0 0,1 0 1 0 0,-1 0-1 0 0,1 0 0 0 0,-1 0 0 0 0,1 0 0 0 0,-1 0 1 0 0,1-1-1 0 0,-1 1 0 0 0,1-1 0 0 0,-1 1 0 0 0,0-1 1 0 0,1 1-1 0 0,-1-1 0 0 0,0 0 0 0 0,1 1 0 0 0,-1-1 0 0 0,0 0 1 0 0,0 0-1 0 0,0 0 0 0 0,1 0 0 0 0,-1 0 0 0 0,0 0 1 0 0,-1-1-1 0 0,1 1 0 0 0,0 0 0 0 0,0 0 0 0 0,0-1 1 0 0,-1 1-1 0 0,1 0 0 0 0,-1-1 0 0 0,1-1 0 0 0,4-9 153 0 0,-2 1 1 0 0,0-1-1 0 0,3-20 0 0 0,-3 16-54 0 0,-1 6-99 0 0,58-266 881 0 0,0 97-3304 0 0,-33 116-6181 0 0</inkml:trace>
</inkml:ink>
</file>

<file path=ppt/ink/ink3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0.9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15 180 8290 0 0,'-14'-17'9519'0'0,"17"27"-8256"0"0,20 58-689 0 0,14 73-1 0 0,14 45 884 0 0,-42-161-1336 0 0,0-1 1 0 0,2 1-1 0 0,2-2 1 0 0,0 1-1 0 0,18 23 1 0 0,-26-40-91 0 0,1 1 1 0 0,0-1-1 0 0,1 0 1 0 0,0-1-1 0 0,0 0 1 0 0,0 0-1 0 0,11 6 1 0 0,-17-11-24 0 0,1 0 0 0 0,0 0 0 0 0,0 0 0 0 0,0 0 0 0 0,0 0 0 0 0,0-1 1 0 0,0 1-1 0 0,1 0 0 0 0,-1-1 0 0 0,0 0 0 0 0,0 1 0 0 0,0-1 1 0 0,0 0-1 0 0,1 0 0 0 0,-1-1 0 0 0,0 1 0 0 0,0 0 0 0 0,0-1 0 0 0,0 1 1 0 0,0-1-1 0 0,0 1 0 0 0,0-1 0 0 0,0 0 0 0 0,0 0 0 0 0,0 0 1 0 0,0 0-1 0 0,0-1 0 0 0,0 1 0 0 0,-1 0 0 0 0,1-1 0 0 0,0 1 0 0 0,-1-1 1 0 0,0 1-1 0 0,1-1 0 0 0,-1 0 0 0 0,2-2 0 0 0,2-5 43 0 0,0 1 0 0 0,-1-1 0 0 0,0-1 0 0 0,-1 1 0 0 0,1 0 1 0 0,-2-1-1 0 0,3-10 0 0 0,7-74 207 0 0,-9 62-174 0 0,16-172 99 0 0,16-128-1638 0 0,-28 303-1715 0 0,-7 28 3119 0 0,0 1-1 0 0,0 0 0 0 0,0 0 0 0 0,0 0 0 0 0,0 0 0 0 0,0 0 1 0 0,1 0-1 0 0,-1-1 0 0 0,0 1-156 0 0,0 0 157 0 0,0 0-1 0 0,1 0 0 0 0,-1 0 0 0 0,0 0 0 0 0,0 0 0 0 0,0-1 1 0 0,0 1-1 0 0,0 0 0 0 0,1 0 0 0 0,-1 0 0 0 0,0 0 0 0 0,0 0 1 0 0,0 0-1 0 0,0 0 0 0 0,1 0 0 0 0,-1 0 0 0 0,0 0 0 0 0,0 0 1 0 0,0 0-1 0 0,0 0 0 0 0,1 0 0 0 0,-1 0 0 0 0,0 1 0 0 0,0-1 0 0 0,0 0 1 0 0,0 0-1 0 0,0 0 0 0 0,1 0 0 0 0,-1 0 0 0 0,0 0 0 0 0,0 0 1 0 0,9 16-355 0 0,-3 1 393 0 0,0 1 13 0 0</inkml:trace>
</inkml:ink>
</file>

<file path=ppt/ink/ink3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1.5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83 9 2304 0 0,'-5'-2'901'0'0,"0"1"-1"0"0,0-1 0 0 0,0 1 1 0 0,0 0-1 0 0,0 1 0 0 0,0-1 1 0 0,0 1-1 0 0,0 0 0 0 0,-5 1 1 0 0,8-1-703 0 0,1 0 1 0 0,0 0 0 0 0,0 0 0 0 0,0 0-1 0 0,0 0 1 0 0,-1 1 0 0 0,1-1-1 0 0,0 1 1 0 0,0-1 0 0 0,0 1 0 0 0,0-1-1 0 0,0 1 1 0 0,0-1 0 0 0,0 1-1 0 0,0 0 1 0 0,0 0 0 0 0,0-1 0 0 0,1 1-1 0 0,-1 0 1 0 0,0 0 0 0 0,0 0-1 0 0,1 0 1 0 0,-1 0 0 0 0,0 0-1 0 0,1 0 1 0 0,-1 0 0 0 0,1 0 0 0 0,0 0-1 0 0,-1 1 1 0 0,1-1 0 0 0,0 0-1 0 0,0 0 1 0 0,-1 0 0 0 0,1 0 0 0 0,0 1-1 0 0,0-1 1 0 0,0 0 0 0 0,1 0-1 0 0,-1 0 1 0 0,0 0 0 0 0,0 1 0 0 0,1 0-1 0 0,15 78 826 0 0,-3 0 1 0 0,3 124-1 0 0,-8-109-952 0 0,-4-60-196 0 0,-2 0 0 0 0,-1 0 0 0 0,-5 52 0 0 0,-4-56-1410 0 0,5-25 315 0 0</inkml:trace>
</inkml:ink>
</file>

<file path=ppt/ink/ink3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1.8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0 133 4145 0 0,'1'-5'593'0'0,"-1"-1"-1"0"0,0 1 1 0 0,1 0 0 0 0,0 0 0 0 0,1-1-1 0 0,-1 1 1 0 0,1 0 0 0 0,0 1 0 0 0,0-1-1 0 0,0 0 1 0 0,1 0 0 0 0,0 1 0 0 0,-1-1-1 0 0,5-3 1 0 0,-2 3-144 0 0,-1 0 0 0 0,1 1 1 0 0,0-1-1 0 0,0 1 0 0 0,1 0 0 0 0,-1 0 0 0 0,1 1 1 0 0,0 0-1 0 0,0 0 0 0 0,9-3 0 0 0,-10 4-320 0 0,0 0 0 0 0,0 1 0 0 0,0 0 0 0 0,0 0-1 0 0,0 0 1 0 0,1 0 0 0 0,-1 1 0 0 0,0 0 0 0 0,0 0 0 0 0,0 1-1 0 0,0-1 1 0 0,0 1 0 0 0,1 0 0 0 0,-1 0 0 0 0,0 1 0 0 0,-1 0 0 0 0,1 0-1 0 0,0 0 1 0 0,0 0 0 0 0,-1 1 0 0 0,0-1 0 0 0,1 1 0 0 0,-1 0-1 0 0,0 1 1 0 0,0-1 0 0 0,-1 1 0 0 0,1-1 0 0 0,-1 1 0 0 0,1 0 0 0 0,2 6-1 0 0,0 1-105 0 0,-1 0 0 0 0,-1 1 0 0 0,1 0-1 0 0,-2 0 1 0 0,0 0 0 0 0,0 0 0 0 0,-1 0-1 0 0,-1 1 1 0 0,0-1 0 0 0,0 1 0 0 0,-2-1-1 0 0,1 0 1 0 0,-2 1 0 0 0,-3 15-1 0 0,2-9 17 0 0,-2 0-1 0 0,-1-1 0 0 0,0 0 0 0 0,-1 0 0 0 0,-1-1 0 0 0,-1 0 0 0 0,0 0 0 0 0,-19 26 1 0 0,22-37-93 0 0,0 1 0 0 0,0-1 1 0 0,-1 0-1 0 0,1 0 1 0 0,-1-1-1 0 0,-1 0 1 0 0,1 0-1 0 0,-1-1 0 0 0,1 0 1 0 0,-1 0-1 0 0,-13 4 1 0 0,14-6-1045 0 0,0 0 0 0 0,0-1 0 0 0,-1 0 0 0 0,-12 1 1 0 0</inkml:trace>
</inkml:ink>
</file>

<file path=ppt/ink/ink3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2.1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103 1 14747 0 0,'-11'23'5016'0'0,"3"-10"-4032"0"0,-42 113 1384 0 0,36-83-4112 0 0,1 0-3382 0 0,7-22-1861 0 0</inkml:trace>
</inkml:ink>
</file>

<file path=ppt/ink/ink3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3.0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11979 0 0,'-2'17'7934'0'0,"3"-16"-7700"0"0,6 16 598 0 0,14 41-91 0 0,-3 1 0 0 0,-3 1 0 0 0,15 121 0 0 0,-10-51-1383 0 0,-7-46-2967 0 0</inkml:trace>
</inkml:ink>
</file>

<file path=ppt/ink/ink3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3.2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0 183 6913 0 0,'73'-84'4092'0'0,"-64"75"-3785"0"0,6-7 619 0 0,1 1 0 0 0,21-15 0 0 0,-32 26-1186 0 0,0 1 0 0 0,0 0 1 0 0,0 0-1 0 0,0 0 1 0 0,0 1-1 0 0,1 0 1 0 0,-1 0-1 0 0,1 0 0 0 0,-1 1 1 0 0,1 0-1 0 0,0 0 1 0 0,0 0-1 0 0,8 1 1 0 0,-3 1-4228 0 0</inkml:trace>
</inkml:ink>
</file>

<file path=ppt/ink/ink3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3.4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0 174 5985 0 0,'63'-79'-784'0'0,"-60"76"709"0"0,10-12-60 0 0,1 1 0 0 0,0 1 0 0 0,20-13 0 0 0,-30 23 126 0 0,-1 0 1 0 0,1 1-1 0 0,0-1 1 0 0,0 1-1 0 0,1 0 0 0 0,-1 1 1 0 0,0-1-1 0 0,1 1 1 0 0,-1 0-1 0 0,1 0 1 0 0,-1 0-1 0 0,1 0 0 0 0,0 1 1 0 0,-1 0-1 0 0,1 0 1 0 0,0 0-1 0 0,-1 1 0 0 0,1-1 1 0 0,6 3-1 0 0,0 2-4 0 0</inkml:trace>
</inkml:ink>
</file>

<file path=ppt/ink/ink3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3.6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73 9218 0 0,'-1'8'1494'0'0,"9"-11"-1033"0"0,27-24-1984 0 0,-25 18-403 0 0,1 0 0 0 0,22-12-1 0 0,-11 12 1349 0 0,-17 6 566 0 0</inkml:trace>
</inkml:ink>
</file>

<file path=ppt/ink/ink3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3.9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93 1 9218 0 0,'-15'33'8467'0'0,"2"1"-4023"0"0,-17 73-4105 0 0,12-39 89 0 0,5-15-1128 0 0,9-30-5379 0 0</inkml:trace>
</inkml:ink>
</file>

<file path=ppt/ink/ink3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4.2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0 12899 0 0,'-1'1'320'0'0,"0"0"0"0"0,0 0 0 0 0,1 0 0 0 0,-1 0 0 0 0,0 0 0 0 0,0 0 0 0 0,1 0 0 0 0,-1 0 0 0 0,0 0 1 0 0,1 1-1 0 0,-1-1 0 0 0,1 0 0 0 0,0 0 0 0 0,-1 1 0 0 0,1-1 0 0 0,0 0 0 0 0,0 1 0 0 0,0-1 0 0 0,0 0 0 0 0,0 3 0 0 0,3 37 1643 0 0,-1-18-1256 0 0,-6 124 47 0 0,0 50-546 0 0,6-156-534 0 0,1 0 1 0 0,15 68-1 0 0,-8-72-1519 0 0,-5-25 179 0 0</inkml:trace>
</inkml:ink>
</file>

<file path=ppt/ink/ink3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4.4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36 5065 0 0,'7'-5'596'0'0,"0"1"0"0"0,1 0 0 0 0,-1 0 0 0 0,1 1-1 0 0,0 0 1 0 0,0 0 0 0 0,1 0 0 0 0,-1 1 0 0 0,0 1 0 0 0,1-1 0 0 0,-1 1 0 0 0,1 1-1 0 0,8 0 1 0 0,-7 1-645 0 0,0 0-1 0 0,0 1 1 0 0,-1 0 0 0 0,1 0-1 0 0,-1 1 1 0 0,17 8-1 0 0</inkml:trace>
</inkml:ink>
</file>

<file path=ppt/ink/ink3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4.6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0 161 6913 0 0,'4'-1'95'0'0,"0"-1"-1"0"0,0 1 0 0 0,0-1 0 0 0,0 0 0 0 0,0 0 0 0 0,-1-1 1 0 0,1 1-1 0 0,-1-1 0 0 0,4-2 0 0 0,6-5 213 0 0,193-105-759 0 0,-184 103 512 0 0</inkml:trace>
</inkml:ink>
</file>

<file path=ppt/ink/ink3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4.9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76 12899 0 0,'-3'1'1311'0'0,"6"-4"-289"0"0,15-9 337 0 0,26-14-92 0 0,-33 20-1204 0 0,2-1-1 0 0,-1 2 1 0 0,21-7-1 0 0,-27 10-495 0 0,-1 1 0 0 0,1 0 0 0 0,-1 0 0 0 0,1 1 0 0 0,0 0-1 0 0,-1 0 1 0 0,1 0 0 0 0,0 0 0 0 0,-1 1 0 0 0,1 0 0 0 0,7 3 0 0 0,-1 0-4404 0 0</inkml:trace>
</inkml:ink>
</file>

<file path=ppt/ink/ink3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5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54 10594 0 0,'-16'15'4442'0'0,"29"-16"-904"0"0,30-16-1476 0 0,-42 17-2102 0 0,101-42-2792 0 0,-83 34-3666 0 0</inkml:trace>
</inkml:ink>
</file>

<file path=ppt/ink/ink3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7.8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11 211 4145 0 0,'-1'-2'342'0'0,"-1"-1"1"0"0,1 1-1 0 0,0-1 1 0 0,0 1-1 0 0,0-1 1 0 0,0 1-1 0 0,0-1 1 0 0,0 0-1 0 0,1 1 1 0 0,0-1-1 0 0,-1 0 1 0 0,1 1-1 0 0,0-5 1 0 0,4-36 3270 0 0,-1 36-3148 0 0,0 0 0 0 0,0 1 0 0 0,0-1 0 0 0,1 1 0 0 0,-1 0 0 0 0,2 0 0 0 0,-1 1 0 0 0,1-1 0 0 0,0 1 0 0 0,0 0 0 0 0,0 0 0 0 0,11-7 0 0 0,-8 6-180 0 0,0 0-1 0 0,0 1 1 0 0,0 1-1 0 0,0-1 1 0 0,1 1-1 0 0,0 1 1 0 0,0 0-1 0 0,0 0 1 0 0,13-2-1 0 0,-19 5-251 0 0,1 0 1 0 0,0 0-1 0 0,0 0 0 0 0,-1 0 0 0 0,1 1 0 0 0,0 0 0 0 0,0 0 0 0 0,-1 0 1 0 0,1 0-1 0 0,-1 0 0 0 0,1 1 0 0 0,-1-1 0 0 0,0 1 0 0 0,1 0 0 0 0,-1 0 1 0 0,0 0-1 0 0,0 1 0 0 0,-1-1 0 0 0,1 1 0 0 0,0 0 0 0 0,-1-1 0 0 0,1 1 1 0 0,-1 0-1 0 0,0 0 0 0 0,0 1 0 0 0,0-1 0 0 0,-1 0 0 0 0,3 6 1 0 0,0 2-32 0 0,0-1 1 0 0,-1 1 0 0 0,0 0 0 0 0,0-1 0 0 0,-1 1 0 0 0,-1 1-1 0 0,0-1 1 0 0,-1 16 0 0 0,-2-3-96 0 0,-2 0 0 0 0,-1 0 0 0 0,-10 30 0 0 0,7-26-18 0 0,-8 47 1 0 0,16-74 112 0 0,-1 0 1 0 0,1 0 0 0 0,0 0 0 0 0,0 0 0 0 0,0 0 0 0 0,0 0-1 0 0,0 0 1 0 0,0 0 0 0 0,0 0 0 0 0,0 0 0 0 0,0 0-1 0 0,0 0 1 0 0,1 0 0 0 0,-1 0 0 0 0,0 0 0 0 0,1 0 0 0 0,-1 0-1 0 0,1 0 1 0 0,-1 0 0 0 0,1 0 0 0 0,-1 0 0 0 0,1 0-1 0 0,0-1 1 0 0,-1 1 0 0 0,1 0 0 0 0,1 1 0 0 0,-1-2 6 0 0,1 0 0 0 0,-1 1 0 0 0,1-1 0 0 0,-1 0 0 0 0,1 0 0 0 0,-1 0 0 0 0,1 0 0 0 0,-1 0 0 0 0,1 0 0 0 0,-1 0 0 0 0,1 0 0 0 0,-1-1 0 0 0,1 1 0 0 0,-1-1 0 0 0,3 0 0 0 0,8-5 46 0 0,0 0-1 0 0,0 0 1 0 0,12-11 0 0 0,-18 14-57 0 0,1-2 24 0 0,1 0-1 0 0,-1 0 1 0 0,1 1-1 0 0,0 1 1 0 0,1-1 0 0 0,-1 1-1 0 0,1 1 1 0 0,-1 0-1 0 0,1 0 1 0 0,14-1-1 0 0,-20 3-13 0 0,1 0 0 0 0,-1 0-1 0 0,1 0 1 0 0,0 1 0 0 0,-1 0-1 0 0,1 0 1 0 0,-1 0 0 0 0,0 0-1 0 0,1 0 1 0 0,-1 1-1 0 0,0-1 1 0 0,0 1 0 0 0,0 0-1 0 0,0 0 1 0 0,0 0 0 0 0,0 0-1 0 0,0 1 1 0 0,-1-1 0 0 0,1 1-1 0 0,-1-1 1 0 0,0 1-1 0 0,0 0 1 0 0,0 0 0 0 0,0 0-1 0 0,0 0 1 0 0,-1 1 0 0 0,1-1-1 0 0,1 7 1 0 0,-1-5 3 0 0,0 1 0 0 0,-1-1 0 0 0,0 1 0 0 0,0-1 0 0 0,0 1-1 0 0,-1-1 1 0 0,0 1 0 0 0,0 0 0 0 0,0-1 0 0 0,-1 1 0 0 0,0 0 0 0 0,0-1 0 0 0,-2 7 0 0 0,0-3 31 0 0,-1-1 1 0 0,0 1-1 0 0,0-1 0 0 0,0 0 1 0 0,-1 0-1 0 0,-1-1 1 0 0,-8 11-1 0 0,0-4 32 0 0,0 0-1 0 0,0-2 1 0 0,-1 1 0 0 0,-1-2 0 0 0,0 0-1 0 0,-35 17 1 0 0,48-26-216 0 0,-1 0 0 0 0,1-1-1 0 0,0 0 1 0 0,-1 1 0 0 0,1-1 0 0 0,-1-1-1 0 0,1 1 1 0 0,-1 0 0 0 0,1-1 0 0 0,-1 0 0 0 0,0 0-1 0 0,1 0 1 0 0,-1 0 0 0 0,1 0 0 0 0,-1-1-1 0 0,-3 0 1 0 0</inkml:trace>
</inkml:ink>
</file>

<file path=ppt/ink/ink3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8.2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521 32 9674 0 0,'-10'-32'8103'0'0,"-1"43"-5586"0"0,-108 195 704 0 0,55-89-2811 0 0,-6 1-157 0 0,-70 130 255 0 0,118-203-694 0 0,2 1-1 0 0,3 0 1 0 0,-21 81 0 0 0,35-116-298 0 0,1 1 0 0 0,0-1-1 0 0,1 0 1 0 0,0 1 0 0 0,1-1 0 0 0,0 1-1 0 0,1-1 1 0 0,3 20 0 0 0,2-13 81 0 0</inkml:trace>
</inkml:ink>
</file>

<file path=ppt/ink/ink3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8.8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30 112 7370 0 0,'-1'1'137'0'0,"0"-1"0"0"0,-1 0 1 0 0,1 0-1 0 0,-1 0 1 0 0,1-1-1 0 0,-1 1 0 0 0,1 0 1 0 0,0 0-1 0 0,-1-1 1 0 0,1 1-1 0 0,0-1 0 0 0,-1 1 1 0 0,1-1-1 0 0,0 0 1 0 0,0 1-1 0 0,-1-1 0 0 0,1 0 1 0 0,0 0-1 0 0,0 0 1 0 0,-1-1-1 0 0,1 1 6 0 0,1 0-1 0 0,0 0 1 0 0,0 0-1 0 0,-1-1 1 0 0,1 1 0 0 0,0 0-1 0 0,0 0 1 0 0,0 0 0 0 0,0 0-1 0 0,0-1 1 0 0,0 1-1 0 0,1 0 1 0 0,-1 0 0 0 0,0 0-1 0 0,0 0 1 0 0,1 0-1 0 0,-1-1 1 0 0,1 1 0 0 0,-1 0-1 0 0,1 0 1 0 0,0 0 0 0 0,-1 0-1 0 0,1 0 1 0 0,0 1-1 0 0,1-3 1 0 0,3-3 308 0 0,1 0-1 0 0,0 0 1 0 0,0 0-1 0 0,1 0 1 0 0,0 1-1 0 0,0 0 1 0 0,0 1-1 0 0,0 0 1 0 0,1 0-1 0 0,0 0 1 0 0,0 1-1 0 0,0 0 1 0 0,10-2-1 0 0,-15 4-387 0 0,0 0 0 0 0,0 0 0 0 0,1 1 0 0 0,-1-1-1 0 0,0 1 1 0 0,0 0 0 0 0,1 0 0 0 0,-1 0 0 0 0,0 0-1 0 0,1 1 1 0 0,-1-1 0 0 0,0 1 0 0 0,0 0 0 0 0,0 0-1 0 0,0 0 1 0 0,0 0 0 0 0,0 0 0 0 0,0 1 0 0 0,0-1-1 0 0,0 1 1 0 0,0 0 0 0 0,-1 0 0 0 0,1 0 0 0 0,-1 0-1 0 0,1 1 1 0 0,-1-1 0 0 0,0 1 0 0 0,0-1 0 0 0,0 1 0 0 0,0 0-1 0 0,-1-1 1 0 0,1 1 0 0 0,-1 0 0 0 0,0 0 0 0 0,1 0-1 0 0,0 5 1 0 0,1 8-50 0 0,0 1 0 0 0,-1-1-1 0 0,-1 1 1 0 0,-1-1 0 0 0,0 1 0 0 0,-1-1 0 0 0,-4 19-1 0 0,0 44 90 0 0,4-77-99 0 0,1 0 1 0 0,0 0-1 0 0,0 0 0 0 0,0 0 0 0 0,0 0 1 0 0,0-1-1 0 0,0 1 0 0 0,1 0 0 0 0,-1 0 1 0 0,1 0-1 0 0,-1-1 0 0 0,1 1 0 0 0,0 0 1 0 0,-1 0-1 0 0,1-1 0 0 0,0 1 0 0 0,0-1 1 0 0,0 1-1 0 0,0-1 0 0 0,1 1 0 0 0,-1-1 1 0 0,0 0-1 0 0,1 1 0 0 0,-1-1 0 0 0,1 0 1 0 0,-1 0-1 0 0,2 1 0 0 0,2-1-31 0 0,-1 0 0 0 0,1 0 1 0 0,-1-1-1 0 0,1 0 0 0 0,0 1 0 0 0,-1-2 0 0 0,1 1 0 0 0,-1 0 0 0 0,1-1 0 0 0,4-1 0 0 0,6-1-4 0 0,0 1-1 0 0,0 1 1 0 0,0 1-1 0 0,0 0 0 0 0,0 0 1 0 0,23 5-1 0 0,-33-4 34 0 0,-1 0-1 0 0,1 1 0 0 0,-1-1 1 0 0,0 1-1 0 0,1 0 0 0 0,-1 0 1 0 0,0 0-1 0 0,0 1 1 0 0,0-1-1 0 0,-1 1 0 0 0,6 4 1 0 0,-7-4 2 0 0,0-1 0 0 0,-1 1 0 0 0,1-1 0 0 0,0 1 0 0 0,-1 0 0 0 0,1 0 0 0 0,-1 0 0 0 0,0 0 0 0 0,0 0 0 0 0,0 0 0 0 0,-1 0 0 0 0,1 0 0 0 0,0 0 0 0 0,-1 0 1 0 0,0 0-1 0 0,0 0 0 0 0,0 0 0 0 0,-1 5 0 0 0,-1 0 37 0 0,1 0 0 0 0,-2 0 0 0 0,1-1 0 0 0,-1 1 0 0 0,-1-1-1 0 0,1 0 1 0 0,-1 0 0 0 0,0 0 0 0 0,-1 0 0 0 0,1-1 0 0 0,-2 1 0 0 0,1-1 0 0 0,0-1 0 0 0,-1 1 0 0 0,0-1 0 0 0,-10 7 0 0 0,-3 2 92 0 0,-1-2 0 0 0,-1 0 1 0 0,0 0-1 0 0,-29 10 0 0 0,40-18-163 0 0,5-2-19 0 0,1 0 0 0 0,-1 0 0 0 0,1 0 0 0 0,-1 0 0 0 0,1-1 0 0 0,-1 0 0 0 0,0 0 0 0 0,0 0 0 0 0,-9 0 0 0 0</inkml:trace>
</inkml:ink>
</file>

<file path=ppt/ink/ink3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9.1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40 11522 0 0,'10'1'4240'0'0,"13"-7"-2102"0"0,-6 0-1440 0 0,9-2-450 0 0,48-10 0 0 0,-65 17-1198 0 0,0 0-1 0 0,0 1 0 0 0,16 0 1 0 0,-21 1 39 0 0,1-1 1 0 0,-1 1-1 0 0,1 0 1 0 0,-1 1-1 0 0,1-1 1 0 0,-1 1-1 0 0,0 0 1 0 0,5 3 0 0 0,-1 0 53 0 0</inkml:trace>
</inkml:ink>
</file>

<file path=ppt/ink/ink3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9.2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63 11522 0 0,'0'5'1121'0'0,"1"-3"-993"0"0,0-1-128 0 0,1-1 0 0 0,1 0 0 0 0,1-1 656 0 0,2-1 112 0 0,5-2 16 0 0,4-3 8 0 0,2-1-792 0 0,2-3-96 0 0,1-1-56 0 0,1 0-8 0 0,-1-2 160 0 0</inkml:trace>
</inkml:ink>
</file>

<file path=ppt/ink/ink3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29.7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47 9218 0 0,'0'-2'393'0'0,"0"-1"0"0"0,0 0 0 0 0,0 1 0 0 0,1-1 0 0 0,-1 1-1 0 0,1-1 1 0 0,0 0 0 0 0,-1 1 0 0 0,1-1 0 0 0,1-2 0 0 0,-1 4-196 0 0,-1 1-1 0 0,0-1 1 0 0,1 0 0 0 0,-1 0-1 0 0,1 0 1 0 0,-1 0 0 0 0,1 1-1 0 0,-1-1 1 0 0,1 0-1 0 0,0 1 1 0 0,-1-1 0 0 0,1 0-1 0 0,0 1 1 0 0,0-1 0 0 0,-1 1-1 0 0,1-1 1 0 0,0 1-1 0 0,0-1 1 0 0,0 1 0 0 0,-1-1-1 0 0,1 1 1 0 0,0 0 0 0 0,0 0-1 0 0,0-1 1 0 0,0 1-1 0 0,0 0 1 0 0,0 0 0 0 0,0 0-1 0 0,0 0 1 0 0,0 0 0 0 0,1 0-1 0 0,0 1-68 0 0,-1 0-1 0 0,0 0 0 0 0,1 0 1 0 0,-1 0-1 0 0,0 0 1 0 0,0 0-1 0 0,0 0 0 0 0,0 0 1 0 0,0 0-1 0 0,0 1 0 0 0,-1-1 1 0 0,1 0-1 0 0,0 1 1 0 0,0-1-1 0 0,-1 0 0 0 0,1 1 1 0 0,-1-1-1 0 0,1 3 1 0 0,7 34 279 0 0,-6-26-207 0 0,25 149 880 0 0,9 220 1 0 0,-20-249-1351 0 0,-6-77-6621 0 0,-3-27-791 0 0</inkml:trace>
</inkml:ink>
</file>

<file path=ppt/ink/ink3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6:30.3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29 267 11058 0 0,'-3'-4'498'0'0,"-1"-1"-1"0"0,1 0 0 0 0,0 0 1 0 0,1-1-1 0 0,-1 1 0 0 0,1 0 1 0 0,0-1-1 0 0,1 1 0 0 0,-1-1 0 0 0,1 0 1 0 0,0 0-1 0 0,0 1 0 0 0,1-1 1 0 0,0 0-1 0 0,0 0 0 0 0,0 0 1 0 0,1 0-1 0 0,0 1 0 0 0,2-9 0 0 0,-3 13-437 0 0,0 1-1 0 0,0-1 0 0 0,0 0 1 0 0,1 1-1 0 0,-1-1 0 0 0,0 1 0 0 0,1-1 1 0 0,-1 1-1 0 0,0-1 0 0 0,1 1 0 0 0,-1-1 1 0 0,1 1-1 0 0,-1-1 0 0 0,1 1 0 0 0,-1-1 1 0 0,1 1-1 0 0,-1 0 0 0 0,1-1 0 0 0,-1 1 1 0 0,1 0-1 0 0,0-1 0 0 0,-1 1 0 0 0,1 0 1 0 0,-1 0-1 0 0,1 0 0 0 0,0 0 1 0 0,-1 0-1 0 0,2-1 0 0 0,18 9 710 0 0,11 22-148 0 0,-19-12-472 0 0,0 1 0 0 0,-2 1-1 0 0,0 0 1 0 0,-1 0 0 0 0,6 24-1 0 0,-9-25-128 0 0,0-1 0 0 0,1-1 0 0 0,1 0 0 0 0,0 0 0 0 0,2 0 0 0 0,0-1 0 0 0,22 27 0 0 0,-25-35-12 0 0,0-1-1 0 0,1 0 0 0 0,0 0 0 0 0,0-1 1 0 0,14 9-1 0 0,-21-15 8 0 0,1 1 1 0 0,-1 0 0 0 0,1 0-1 0 0,-1-1 1 0 0,1 1-1 0 0,-1-1 1 0 0,1 0-1 0 0,0 1 1 0 0,-1-1 0 0 0,1 0-1 0 0,-1 0 1 0 0,1 0-1 0 0,0 0 1 0 0,-1 0 0 0 0,1 0-1 0 0,0 0 1 0 0,-1-1-1 0 0,1 1 1 0 0,0-1-1 0 0,-1 1 1 0 0,1-1 0 0 0,-1 1-1 0 0,1-1 1 0 0,-1 0-1 0 0,1 0 1 0 0,-1 0 0 0 0,0 0-1 0 0,1 0 1 0 0,-1 0-1 0 0,0 0 1 0 0,0 0-1 0 0,0-1 1 0 0,0 1 0 0 0,0 0-1 0 0,0-1 1 0 0,0 1-1 0 0,0-1 1 0 0,-1 1 0 0 0,1-1-1 0 0,0 1 1 0 0,-1-1-1 0 0,1-2 1 0 0,10-30 203 0 0,-1-1-1 0 0,-2-1 1 0 0,-2 1 0 0 0,3-39-1 0 0,-1 8-128 0 0,-2 24-104 0 0,18-108-1236 0 0,-17 119 505 0 0</inkml:trace>
</inkml:ink>
</file>

<file path=ppt/ink/ink3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6.3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87 204 1840 0 0,'-7'-25'910'0'0,"-28"-83"1974"0"0,30 95-1682 0 0,-1 1 0 0 0,0-1 0 0 0,-19-19 5366 0 0,25 32-6415 0 0,-3 12 1930 0 0,8 25-1700 0 0,-5-32 66 0 0,86 515 2528 0 0,-72-468-3059 0 0,2-1 1 0 0,30 63 0 0 0,-28-71 17 0 0,-14-21-2424 0 0</inkml:trace>
</inkml:ink>
</file>

<file path=ppt/ink/ink3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6.6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71 10594 0 0,'30'-4'5478'0'0,"21"-11"-4539"0"0,-20 5-245 0 0,-31 10-693 0 0,42-12 609 0 0,1 1 1 0 0,64-6 0 0 0,-92 16-852 0 0,1 0 0 0 0,-1 1-1 0 0,0 1 1 0 0,0 1 0 0 0,0 0-1 0 0,0 1 1 0 0,0 1 0 0 0,-1 0-1 0 0,1 1 1 0 0,26 13 0 0 0,-11-1-5881 0 0</inkml:trace>
</inkml:ink>
</file>

<file path=ppt/ink/ink3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6.8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11 121 15203 0 0,'-10'4'2808'0'0,"25"-21"-1259"0"0,30-25 129 0 0,-34 34-1687 0 0,0 1 1 0 0,1 0 0 0 0,-1 1-1 0 0,1 1 1 0 0,1-1-1 0 0,23-5 1 0 0,13 0-6065 0 0,-19 6-423 0 0</inkml:trace>
</inkml:ink>
</file>

<file path=ppt/ink/ink3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7.3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53 8290 0 0,'-11'-52'11083'0'0,"19"153"-7425"0"0,0-3-3628 0 0,-8 19 73 0 0,0-22-133 0 0,20 174 1 0 0,-17-242-1782 0 0</inkml:trace>
</inkml:ink>
</file>

<file path=ppt/ink/ink3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7.6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18 11058 0 0,'35'-6'7455'0'0,"-19"2"-6830"0"0,-1 1-1 0 0,24-2 1 0 0,-24 6-418 0 0,0 0 0 0 0,-1 1 0 0 0,1 0 0 0 0,0 2 1 0 0,-1-1-1 0 0,1 2 0 0 0,-1 0 0 0 0,0 0 0 0 0,0 2 0 0 0,-1-1 0 0 0,19 14 0 0 0,3 5-1972 0 0,-1 2-1 0 0,52 54 1 0 0</inkml:trace>
</inkml:ink>
</file>

<file path=ppt/ink/ink3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7.8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0 166 4609 0 0,'20'-20'6301'0'0,"39"-38"1037"0"0,-45 45-7341 0 0,0 2-1 0 0,0 0 1 0 0,1 0 0 0 0,0 1-1 0 0,26-12 1 0 0,-18 13-6494 0 0</inkml:trace>
</inkml:ink>
</file>

<file path=ppt/ink/ink3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8.1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 11522 0 0,'16'-4'4786'0'0,"-11"1"-5472"0"0,0 1-1 0 0,0 0 1 0 0,1 0-1 0 0,-1 1 1 0 0,0-1 0 0 0,1 1-1 0 0,11-1 1 0 0,-1 6 655 0 0,-9-3-49 0 0</inkml:trace>
</inkml:ink>
</file>

<file path=ppt/ink/ink3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08.2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25 10138 0 0,'0'1'65'0'0,"0"-1"1"0"0,0 0-1 0 0,0 1 0 0 0,0-1 0 0 0,0 0 1 0 0,0 1-1 0 0,0-1 0 0 0,0 0 0 0 0,0 1 1 0 0,0-1-1 0 0,0 0 0 0 0,0 0 0 0 0,0 1 1 0 0,0-1-1 0 0,0 0 0 0 0,0 1 0 0 0,1-1 0 0 0,-1 0 1 0 0,0 1-1 0 0,0-1 0 0 0,0 0 0 0 0,0 0 1 0 0,1 1-1 0 0,-1-1 0 0 0,0 0 0 0 0,0 0 1 0 0,1 1-1 0 0,-1-1 0 0 0,0 0 0 0 0,0 0 1 0 0,1 0-1 0 0,-1 0 0 0 0,0 1 0 0 0,0-1 1 0 0,1 0-1 0 0,-1 0 0 0 0,0 0 0 0 0,1 0 0 0 0,-1 0 1 0 0,21-1 1908 0 0,32-17-585 0 0,-36 11-2223 0 0,32-1-661 0 0,-32 8 1476 0 0</inkml:trace>
</inkml:ink>
</file>

<file path=ppt/ink/ink3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0.9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16 242 6913 0 0,'-6'-15'2312'0'0,"5"12"-1806"0"0,-1 0 0 0 0,1 1 1 0 0,0-1-1 0 0,0 0 0 0 0,0 0 0 0 0,0 0 0 0 0,1 0 1 0 0,-1 0-1 0 0,1 0 0 0 0,0 0 0 0 0,0 0 1 0 0,0 0-1 0 0,0 0 0 0 0,1-6 0 0 0,0 9-395 0 0,0 0-1 0 0,-1 0 1 0 0,1 0 0 0 0,0 0-1 0 0,0 0 1 0 0,-1 0-1 0 0,1 0 1 0 0,0 0-1 0 0,0 0 1 0 0,-1 0 0 0 0,1 1-1 0 0,0-1 1 0 0,-1 0-1 0 0,1 0 1 0 0,0 1 0 0 0,-1-1-1 0 0,1 1 1 0 0,0-1-1 0 0,-1 1 1 0 0,1-1-1 0 0,-1 1 1 0 0,1-1 0 0 0,-1 1-1 0 0,1-1 1 0 0,0 1-1 0 0,16 16 488 0 0,8 17-180 0 0,-1 2 0 0 0,-1 0 1 0 0,29 67-1 0 0,-27-52-321 0 0,38 59 0 0 0,-56-101-92 0 0,48 66 8 0 0,-49-69-13 0 0,-1 0 0 0 0,0 0-1 0 0,1-1 1 0 0,0 0 0 0 0,1 0-1 0 0,-1-1 1 0 0,1 1-1 0 0,0-1 1 0 0,10 4 0 0 0,-16-8 4 0 0,1 1 0 0 0,-1-1 0 0 0,1 1 0 0 0,0-1 0 0 0,-1 0 0 0 0,1 0 0 0 0,-1 0 0 0 0,1 0 0 0 0,-1 0 0 0 0,1 0 0 0 0,0 0 0 0 0,-1 0 0 0 0,1-1 0 0 0,-1 1 0 0 0,1 0 0 0 0,-1-1 0 0 0,1 0 0 0 0,-1 1 0 0 0,0-1 0 0 0,1 0 0 0 0,-1 0 0 0 0,0 1 0 0 0,1-1 0 0 0,-1 0 0 0 0,0-1 0 0 0,0 1 0 0 0,0 0 0 0 0,0 0 0 0 0,0 0 0 0 0,0-1 0 0 0,0 1 0 0 0,0 0 0 0 0,0-1 0 0 0,-1 1 0 0 0,1 0 0 0 0,-1-1 0 0 0,1 1 0 0 0,-1-1 1 0 0,1 0-1 0 0,-1-2 0 0 0,3-9 64 0 0,0-1 1 0 0,-2 0 0 0 0,1-24 0 0 0,-1 23-21 0 0,3-70 103 0 0,14-158 203 0 0,-13 211-690 0 0,1 0-1 0 0,2 0 1 0 0,1 0-1 0 0,1 1 1 0 0,20-40-1 0 0,-17 45-782 0 0</inkml:trace>
</inkml:ink>
</file>

<file path=ppt/ink/ink3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1.3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7 148 7834 0 0,'0'0'37'0'0,"0"0"0"0"0,0 0 0 0 0,-1 0 0 0 0,1 0 1 0 0,0 0-1 0 0,0 0 0 0 0,0 0 0 0 0,-1 0 0 0 0,1 0 0 0 0,0 0 0 0 0,0 0 1 0 0,0 0-1 0 0,0 0 0 0 0,-1 0 0 0 0,1 0 0 0 0,0 0 0 0 0,0 0 1 0 0,0 0-1 0 0,-1 0 0 0 0,1 0 0 0 0,0 0 0 0 0,0 0 0 0 0,0 0 1 0 0,0-1-1 0 0,0 1 0 0 0,-1 0 0 0 0,1 0 0 0 0,0 0 0 0 0,0 0 1 0 0,0 0-1 0 0,0 0 0 0 0,0-1 0 0 0,-1 1 0 0 0,1 0 0 0 0,0 0 1 0 0,0 0-1 0 0,0 0 0 0 0,0 0 0 0 0,0-1 0 0 0,0 1 0 0 0,0 0 1 0 0,0 0-1 0 0,0 0 0 0 0,0 0 0 0 0,0-1 0 0 0,0 1 0 0 0,0 0 1 0 0,0-1-1 0 0,4-12 1470 0 0,14-16-210 0 0,-7 21-1017 0 0,0-1 0 0 0,0 2 0 0 0,1-1 0 0 0,0 2 1 0 0,0 0-1 0 0,1 0 0 0 0,0 1 0 0 0,25-6 0 0 0,8 0 979 0 0,57-6 0 0 0,-60 13-488 0 0,-1 2-1 0 0,81 6 0 0 0,83 23-366 0 0,-15-2-6831 0 0,-162-22 499 0 0</inkml:trace>
</inkml:ink>
</file>

<file path=ppt/ink/ink3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1.6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3 11058 0 0,'-4'-3'6818'0'0,"9"4"-6013"0"0,-1 1-632 0 0,0 0 1 0 0,0 0-1 0 0,1 0 0 0 0,-1 1 0 0 0,-1-1 0 0 0,1 1 0 0 0,0 0 0 0 0,-1 0 0 0 0,1 0 0 0 0,-1 1 0 0 0,0-1 0 0 0,0 1 1 0 0,0 0-1 0 0,0-1 0 0 0,-1 1 0 0 0,0 1 0 0 0,0-1 0 0 0,2 5 0 0 0,9 25-38 0 0,-2 1-1 0 0,-2 0 1 0 0,-1 0 0 0 0,-2 1-1 0 0,3 38 1 0 0,4 22 12 0 0,11 26-3362 0 0</inkml:trace>
</inkml:ink>
</file>

<file path=ppt/ink/ink3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2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0 131 3209 0 0,'1'-6'331'0'0,"0"0"0"0"0,1 0 0 0 0,-1 0 0 0 0,1 1 0 0 0,0-1 0 0 0,0 0 0 0 0,1 1 1 0 0,0-1-1 0 0,0 1 0 0 0,0 0 0 0 0,0 0 0 0 0,1 0 0 0 0,0 1 0 0 0,0-1 0 0 0,0 1 0 0 0,1 0 0 0 0,0 0 1 0 0,-1 1-1 0 0,11-7 0 0 0,-11 7 16 0 0,1 0 0 0 0,-1 1 0 0 0,1-1 0 0 0,0 1 1 0 0,-1 0-1 0 0,1 0 0 0 0,0 0 0 0 0,0 1 0 0 0,0 0 0 0 0,0 0 1 0 0,1 0-1 0 0,-1 0 0 0 0,0 1 0 0 0,0 0 0 0 0,0 0 0 0 0,1 1 0 0 0,-1-1 1 0 0,0 1-1 0 0,0 0 0 0 0,0 0 0 0 0,0 1 0 0 0,0-1 0 0 0,7 5 1 0 0,-10-4-339 0 0,0 0 0 0 0,0 0 0 0 0,0 0 0 0 0,-1 0 0 0 0,1 0 0 0 0,-1 1 0 0 0,1-1 0 0 0,-1 1 1 0 0,0-1-1 0 0,0 1 0 0 0,0 0 0 0 0,0-1 0 0 0,0 1 0 0 0,-1 0 0 0 0,1 0 0 0 0,-1-1 0 0 0,0 1 1 0 0,0 0-1 0 0,0 0 0 0 0,0 0 0 0 0,0-1 0 0 0,-1 1 0 0 0,1 0 0 0 0,-2 4 0 0 0,-1 8-119 0 0,-1 0-1 0 0,-1 0 0 0 0,-6 15 1 0 0,-3-1-152 0 0,6-12 168 0 0,-12 34-1 0 0,19-47 125 0 0,0 0 0 0 0,0 0 0 0 0,0 0 0 0 0,0 0 0 0 0,1 1 0 0 0,0-1 0 0 0,0 0 0 0 0,0 0 0 0 0,0 0 0 0 0,1 1 1 0 0,-1-1-1 0 0,1 0 0 0 0,0 0 0 0 0,2 5 0 0 0,-1-7-16 0 0,0 1 0 0 0,0 0 1 0 0,0-1-1 0 0,0 0 0 0 0,0 1 0 0 0,1-1 1 0 0,-1 0-1 0 0,1 0 0 0 0,-1 0 0 0 0,1 0 1 0 0,0-1-1 0 0,0 1 0 0 0,0-1 0 0 0,0 0 1 0 0,0 0-1 0 0,0 0 0 0 0,0 0 0 0 0,0 0 0 0 0,0-1 1 0 0,1 1-1 0 0,-1-1 0 0 0,0 0 0 0 0,0 0 1 0 0,1 0-1 0 0,-1 0 0 0 0,4-1 0 0 0,11-1 250 0 0,1-1 0 0 0,0-1 0 0 0,18-6 0 0 0,-32 8-144 0 0,95-29-277 0 0,-84 26-646 0 0</inkml:trace>
</inkml:ink>
</file>

<file path=ppt/ink/ink3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2.3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4145 0 0,'0'0'210'0'0,"0"1"0"0"0,0 0 0 0 0,0-1 0 0 0,0 1 0 0 0,0-1 0 0 0,0 1 0 0 0,0 0 0 0 0,5 6 3150 0 0,-4-6-3150 0 0,-1-1 0 0 0,1 0 0 0 0,-1 1 0 0 0,1-1 0 0 0,0 0 0 0 0,-1 0 0 0 0,1 0 0 0 0,-1 1 0 0 0,1-1 0 0 0,-1 0 0 0 0,1 0 0 0 0,0 0 0 0 0,-1 0 0 0 0,1 0 0 0 0,-1 0 0 0 0,1 0 0 0 0,0 0 0 0 0,-1 0 0 0 0,1 0 0 0 0,0-1 0 0 0,43-3 653 0 0,-16 2-3617 0 0,-15 3 2511 0 0,-8-1 296 0 0</inkml:trace>
</inkml:ink>
</file>

<file path=ppt/ink/ink3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2.5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86 4609 0 0,'2'11'5407'0'0,"-1"-11"-5289"0"0,19-2 3025 0 0,29-14-1110 0 0,-44 14-1941 0 0,146-63-715 0 0,-128 54 623 0 0</inkml:trace>
</inkml:ink>
</file>

<file path=ppt/ink/ink3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4.5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16 121 2761 0 0,'-1'0'147'0'0,"1"0"0"0"0,-1 0 0 0 0,0 0 0 0 0,0 0 0 0 0,1-1-1 0 0,-1 1 1 0 0,0 0 0 0 0,1 0 0 0 0,-1-1 0 0 0,0 1 0 0 0,1-1 0 0 0,-1 1 0 0 0,1 0 0 0 0,-1-1 0 0 0,1 1 0 0 0,-1-1 0 0 0,0 0 0 0 0,1 1 0 0 0,0-1 0 0 0,-1 1 0 0 0,1-1 0 0 0,-1 0 0 0 0,1 1 0 0 0,0-1 0 0 0,-1 0 0 0 0,1 1 0 0 0,0-1 0 0 0,0 0 0 0 0,0 0 0 0 0,0 1 0 0 0,0-1 0 0 0,-1 0 0 0 0,1 0 0 0 0,0 1 0 0 0,0-1 0 0 0,1 0 0 0 0,-1-1 0 0 0,6-26 3804 0 0,-4 25-3549 0 0,1-1-1 0 0,-1 1 1 0 0,1 0-1 0 0,0 0 1 0 0,0 0-1 0 0,0 1 1 0 0,0-1-1 0 0,0 1 0 0 0,1-1 1 0 0,-1 1-1 0 0,1 0 1 0 0,6-2-1 0 0,51-18 2092 0 0,-52 19-2282 0 0,-1 1-145 0 0,0 0-1 0 0,1 0 0 0 0,0 1 1 0 0,-1 0-1 0 0,1 0 0 0 0,0 1 1 0 0,-1 0-1 0 0,1 1 0 0 0,0-1 1 0 0,-1 2-1 0 0,12 2 0 0 0,-17-3-46 0 0,0 0-1 0 0,1 0 1 0 0,-1 1 0 0 0,0-1-1 0 0,0 1 1 0 0,0 0-1 0 0,-1 0 1 0 0,1 0-1 0 0,0 0 1 0 0,-1 0-1 0 0,1 0 1 0 0,-1 1-1 0 0,0 0 1 0 0,0-1-1 0 0,0 1 1 0 0,0 0-1 0 0,0 0 1 0 0,0 0-1 0 0,-1 0 1 0 0,0 0-1 0 0,1 0 1 0 0,-1 0-1 0 0,0 1 1 0 0,-1-1-1 0 0,1 0 1 0 0,0 1-1 0 0,-1-1 1 0 0,0 0-1 0 0,0 1 1 0 0,0-1-1 0 0,-1 6 1 0 0,-2 10-19 0 0,0 0 0 0 0,-1 0 0 0 0,-13 32 0 0 0,9-29 0 0 0,-8 41 0 0 0,16-62 0 0 0,-1 1 0 0 0,1-1 0 0 0,0 0 0 0 0,-1 1 0 0 0,1-1 0 0 0,0 1 0 0 0,0-1 0 0 0,0 0 0 0 0,0 1 0 0 0,0-1 0 0 0,0 1 0 0 0,1-1 0 0 0,-1 0 0 0 0,0 1 0 0 0,1-1 0 0 0,-1 0 0 0 0,1 1 0 0 0,-1-1 0 0 0,1 0 0 0 0,-1 0 0 0 0,1 1 0 0 0,0-1 0 0 0,0 0 0 0 0,0 0 0 0 0,0 0 0 0 0,0 0 0 0 0,0 0 0 0 0,0 0 0 0 0,0 0 0 0 0,0 0 0 0 0,0-1 0 0 0,0 1 0 0 0,1 0 0 0 0,-1-1 0 0 0,0 1 0 0 0,0-1 0 0 0,1 1 0 0 0,-1-1 0 0 0,1 1 0 0 0,1-1 0 0 0,7 1 0 0 0,0-1 0 0 0,-1-1 0 0 0,1 0 0 0 0,-1 0 0 0 0,13-3 0 0 0,17-2 0 0 0,-32 6 1 0 0,0 0 1 0 0,0 1 0 0 0,-1 0 0 0 0,1 0-1 0 0,0 0 1 0 0,0 1 0 0 0,-1 0 0 0 0,1 0-1 0 0,-1 1 1 0 0,0-1 0 0 0,9 6 0 0 0,-13-6-1 0 0,1 0 0 0 0,-1 0 1 0 0,0 0-1 0 0,0 0 0 0 0,0 0 1 0 0,0 1-1 0 0,0-1 0 0 0,0 0 1 0 0,-1 1-1 0 0,1 0 0 0 0,-1-1 1 0 0,0 1-1 0 0,0 0 0 0 0,0-1 1 0 0,0 1-1 0 0,0 0 0 0 0,-1 0 1 0 0,1 0-1 0 0,-1 0 1 0 0,1 0-1 0 0,-1 0 0 0 0,0 0 1 0 0,-1 0-1 0 0,1 0 0 0 0,0 0 1 0 0,-1 0-1 0 0,0 0 0 0 0,-1 4 1 0 0,-1 2 40 0 0,-1 0 0 0 0,0 0 0 0 0,-1 0 0 0 0,0 0 0 0 0,0-1 0 0 0,-1 0 0 0 0,0 0 0 0 0,0 0 0 0 0,-1-1 0 0 0,-9 9 0 0 0,6-7 34 0 0,-1-1 0 0 0,0 1-1 0 0,0-2 1 0 0,0 1 0 0 0,-1-2-1 0 0,0 1 1 0 0,-13 3 0 0 0,18-7-237 0 0,0-1 1 0 0,0-1 0 0 0,0 1-1 0 0,0-1 1 0 0,0 0-1 0 0,0-1 1 0 0,0 0 0 0 0,0 0-1 0 0,0 0 1 0 0,-13-3-1 0 0</inkml:trace>
</inkml:ink>
</file>

<file path=ppt/ink/ink3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5.0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178 271 1376 0 0,'-48'-27'2650'0'0,"39"21"-2011"0"0,-1 0 1 0 0,0 0 0 0 0,0 1-1 0 0,-1 0 1 0 0,0 1 0 0 0,1 0 0 0 0,-1 0-1 0 0,-1 1 1 0 0,1 1 0 0 0,-14-6 4322 0 0,75-10-3519 0 0,425-59 3815 0 0,-189 39-4316 0 0,-236 30-838 0 0,299-41-60 0 0,-309 50-504 0 0,-38-1 194 0 0,0 0 1 0 0,-1 1-1 0 0,1-1 1 0 0,-1 1 0 0 0,1-1-1 0 0,-1 1 1 0 0,1 0-1 0 0,-1 0 1 0 0,1 0 0 0 0,-1-1-1 0 0,0 1 1 0 0,0 0-1 0 0,3 2 1 0 0</inkml:trace>
</inkml:ink>
</file>

<file path=ppt/ink/ink3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6.6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38 2761 0 0,'0'-2'786'0'0,"0"0"1"0"0,1 0-1 0 0,-1 1 1 0 0,0-1-1 0 0,1 0 1 0 0,-1 0-1 0 0,1 0 1 0 0,-1 0 0 0 0,1 0-1 0 0,0 0 1 0 0,1-2-1 0 0,-1 3-413 0 0,0 0 0 0 0,-1 0-1 0 0,2-1 373 0 0,-1 1-372 0 0,0 0 0 0 0,0 1-1 0 0,0-1 1 0 0,0 0 0 0 0,0 1-1 0 0,0-1 1 0 0,0 1 0 0 0,0-1-1 0 0,0 1 1 0 0,2-1-1 0 0,-1 1-227 0 0,-1 0-1 0 0,1 0 1 0 0,0 0-1 0 0,-1 0 0 0 0,1 0 1 0 0,0 0-1 0 0,-1 1 0 0 0,1-1 1 0 0,-1 1-1 0 0,1-1 0 0 0,0 1 1 0 0,-1 0-1 0 0,1-1 0 0 0,-1 1 1 0 0,0 0-1 0 0,1 0 0 0 0,-1 0 1 0 0,0 0-1 0 0,1 0 1 0 0,-1 0-1 0 0,0 1 0 0 0,0-1 1 0 0,0 0-1 0 0,0 0 0 0 0,0 1 1 0 0,0-1-1 0 0,0 3 0 0 0,11 21 57 0 0,-2 0-1 0 0,-1 1 1 0 0,-1 1-1 0 0,-1-1 1 0 0,-2 1-1 0 0,5 47 1 0 0,-7-40-707 0 0,3-1 0 0 0,0 0 0 0 0,21 60 0 0 0,-19-75-7234 0 0</inkml:trace>
</inkml:ink>
</file>

<file path=ppt/ink/ink3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6.9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5065 0 0,'23'1'14317'0'0,"-21"-1"-14165"0"0,0 1-1 0 0,-1 0 1 0 0,1-1-1 0 0,0 1 1 0 0,-1 0 0 0 0,1 0-1 0 0,-1 0 1 0 0,1 0 0 0 0,-1 0-1 0 0,1 0 1 0 0,-1 0-1 0 0,0 1 1 0 0,2 1 0 0 0,7 12 97 0 0,0 0 0 0 0,-1 1 0 0 0,0 0 0 0 0,-1 0 0 0 0,-1 1 0 0 0,-1 0 0 0 0,6 22 0 0 0,-2-8-112 0 0,87 301-726 0 0,-94-315-1225 0 0</inkml:trace>
</inkml:ink>
</file>

<file path=ppt/ink/ink3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7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94 106 456 0 0,'18'-26'1502'0'0,"0"1"-1"0"0,26-29 8779 0 0,-68 71-6430 0 0,-30 33-1536 0 0,29-22-1764 0 0,-20 28 121 0 0,41-52-602 0 0,1 1 1 0 0,0 0-1 0 0,0 0 1 0 0,1 0 0 0 0,0 1-1 0 0,-1-1 1 0 0,2 1-1 0 0,-1-1 1 0 0,-1 9-1 0 0,3-12-47 0 0,0 0 0 0 0,1-1 0 0 0,-1 1 0 0 0,0 0 0 0 0,1-1 0 0 0,-1 1 0 0 0,1 0 0 0 0,0-1 0 0 0,-1 1 0 0 0,1-1 0 0 0,0 1 0 0 0,0-1 0 0 0,0 1 0 0 0,0-1 0 0 0,0 0 0 0 0,0 1-1 0 0,1-1 1 0 0,-1 0 0 0 0,0 0 0 0 0,1 0 0 0 0,-1 0 0 0 0,0 0 0 0 0,1 0 0 0 0,-1 0 0 0 0,1-1 0 0 0,0 1 0 0 0,-1 0 0 0 0,1-1 0 0 0,0 1 0 0 0,-1-1 0 0 0,1 0 0 0 0,2 1 0 0 0,9 1 81 0 0,1 0 1 0 0,-1-1-1 0 0,15 0 1 0 0,-19 0-25 0 0,23-1-116 0 0,1-1 0 0 0,-1-2 1 0 0,0-1-1 0 0,37-9 0 0 0,-32 3-123 0 0</inkml:trace>
</inkml:ink>
</file>

<file path=ppt/ink/ink3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9.3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0 3681 0 0,'-2'2'519'0'0,"1"-1"1"0"0,-1 1 0 0 0,0 0-1 0 0,0-1 1 0 0,1 1-1 0 0,-1 0 1 0 0,1 0-1 0 0,-1 0 1 0 0,1 0 0 0 0,0 0-1 0 0,0 1 1 0 0,0-1-1 0 0,0 0 1 0 0,0 1-1 0 0,0-1 1 0 0,0 5 0 0 0,0 0 596 0 0,1 1 0 0 0,0-1 0 0 0,1 0 0 0 0,1 11 0 0 0,1 1-1239 0 0,62 471 4717 0 0,-50-413-5896 0 0,-8-41-1535 0 0,4 37 1 0 0</inkml:trace>
</inkml:ink>
</file>

<file path=ppt/ink/ink3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9.6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 56 3225 0 0,'-48'-4'-340'0'0,"45"4"542"0"0,0-1-1 0 0,0 1 0 0 0,0-1 0 0 0,0 0 0 0 0,0 0 0 0 0,0 0 0 0 0,0 0 0 0 0,1-1 1 0 0,-1 1-1 0 0,0-1 0 0 0,1 1 0 0 0,-1-1 0 0 0,-2-3 0 0 0,5 5-49 0 0,0-1-1 0 0,0 1 1 0 0,0-1-1 0 0,0 1 1 0 0,0-1 0 0 0,1 1-1 0 0,-1-1 1 0 0,0 1-1 0 0,0-1 1 0 0,0 1-1 0 0,1-1 1 0 0,-1 1-1 0 0,0 0 1 0 0,0-1-1 0 0,1 1 1 0 0,-1-1 0 0 0,1 1-1 0 0,-1 0 1 0 0,0-1-1 0 0,1 1 1 0 0,-1 0-1 0 0,1-1 1 0 0,-1 1-1 0 0,0 0 1 0 0,1 0-1 0 0,-1 0 1 0 0,1-1 0 0 0,-1 1-1 0 0,1 0 1 0 0,-1 0-1 0 0,1 0 1 0 0,-1 0-1 0 0,1 0 1 0 0,-1 0-1 0 0,1 0 1 0 0,24-7 1867 0 0,-24 6-1691 0 0,19-3 1294 0 0,-1 0 0 0 0,37-1 0 0 0,-43 4-1539 0 0,0 1 1 0 0,1 1 0 0 0,-1 0-1 0 0,0 1 1 0 0,0 1 0 0 0,0 0-1 0 0,-1 0 1 0 0,24 11 0 0 0,-14-4-499 0 0</inkml:trace>
</inkml:ink>
</file>

<file path=ppt/ink/ink3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19.8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67 9218 0 0,'-24'19'6578'0'0,"36"-27"-5382"0"0,3-2-1040 0 0,1 1 1 0 0,-1 0-1 0 0,2 0 0 0 0,-1 2 1 0 0,1 0-1 0 0,1 1 1 0 0,-1 1-1 0 0,1 0 1 0 0,0 2-1 0 0,0 0 1 0 0,0 1-1 0 0,31 0 0 0 0,-14 2-1597 0 0,0 1-4885 0 0</inkml:trace>
</inkml:ink>
</file>

<file path=ppt/ink/ink3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0.3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23 8754 0 0,'-3'-23'9099'0'0,"12"42"-6088"0"0,9 21-2660 0 0,-3 1-1 0 0,-1 1 0 0 0,-1 1 0 0 0,8 57 0 0 0,-14-64-248 0 0,10 31-347 0 0,-6-39-6301 0 0</inkml:trace>
</inkml:ink>
</file>

<file path=ppt/ink/ink3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0.8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76 1824 0 0,'-1'0'20'0'0,"1"0"0"0"0,0 0 0 0 0,0 0-1 0 0,0-1 1 0 0,0 1 0 0 0,-1 0-1 0 0,1 0 1 0 0,0-1 0 0 0,0 1 0 0 0,0 0-1 0 0,0 0 1 0 0,0-1 0 0 0,0 1-1 0 0,0 0 1 0 0,-1 0 0 0 0,1-1 0 0 0,0 1-1 0 0,0 0 1 0 0,0-1 0 0 0,0 1-1 0 0,0 0 1 0 0,0 0 0 0 0,1-1 0 0 0,-1 1-1 0 0,0 0 1 0 0,0 0 0 0 0,0-1-1 0 0,0 1 1 0 0,0 0 0 0 0,0-1 0 0 0,0 1-1 0 0,0 0 1 0 0,1 0 0 0 0,-1 0-1 0 0,0-1 1 0 0,0 1 0 0 0,0 0 0 0 0,1 0-1 0 0,-1 0 1 0 0,0-1 0 0 0,0 1-1 0 0,0 0 1 0 0,1 0 0 0 0,7-11 1373 0 0,1 4-756 0 0,-1 1 1 0 0,1 0 0 0 0,1 1-1 0 0,-1 0 1 0 0,1 0 0 0 0,-1 1-1 0 0,1 1 1 0 0,1 0-1 0 0,-1 0 1 0 0,0 0 0 0 0,1 2-1 0 0,-1-1 1 0 0,1 1 0 0 0,0 1-1 0 0,-1 0 1 0 0,1 0-1 0 0,17 4 1 0 0,-25-3-598 0 0,0 0-1 0 0,0 0 1 0 0,1 0-1 0 0,-1 0 1 0 0,0 1 0 0 0,0 0-1 0 0,-1 0 1 0 0,1 0-1 0 0,0 0 1 0 0,-1 0 0 0 0,1 0-1 0 0,-1 0 1 0 0,1 1-1 0 0,-1 0 1 0 0,0-1 0 0 0,2 5-1 0 0,-1-2-33 0 0,0 1-1 0 0,-1 0 0 0 0,0 0 1 0 0,0 0-1 0 0,0 0 1 0 0,-1 1-1 0 0,1-1 1 0 0,-1 7-1 0 0,0 11-52 0 0,-2-1 0 0 0,0 1-1 0 0,-7 36 1 0 0,7-56 67 0 0,-2 11-42 0 0,1-11 8 0 0,1 0 1 0 0,0 0-1 0 0,0 0 1 0 0,1 0-1 0 0,-1 0 1 0 0,1 0-1 0 0,0 0 1 0 0,0 0 0 0 0,1 4-1 0 0,39-14-149 0 0,-30 5 186 0 0,0 1-1 0 0,1 0 0 0 0,-1 0 0 0 0,0 1 0 0 0,0 1 0 0 0,0 0 0 0 0,0 0 1 0 0,18 7-1 0 0,-25-8-13 0 0,0 0-1 0 0,-1 1 1 0 0,1-1 0 0 0,0 1 0 0 0,-1-1 0 0 0,1 1 0 0 0,-1 0-1 0 0,1 0 1 0 0,-1 0 0 0 0,0 0 0 0 0,0 1 0 0 0,0-1 0 0 0,0 1-1 0 0,-1-1 1 0 0,1 1 0 0 0,-1-1 0 0 0,1 1 0 0 0,-1 0 0 0 0,0 0-1 0 0,0 0 1 0 0,0 0 0 0 0,0 0 0 0 0,-1 0 0 0 0,1 0-1 0 0,-1 0 1 0 0,0 0 0 0 0,0 0 0 0 0,0 0 0 0 0,0 0 0 0 0,0 0-1 0 0,-1 0 1 0 0,-1 6 0 0 0,-1 2 216 0 0,0-1 0 0 0,0 0-1 0 0,-2 1 1 0 0,1-2 0 0 0,-1 1-1 0 0,-1 0 1 0 0,0-1 0 0 0,0 0 0 0 0,-12 13-1 0 0,-28 22-494 0 0,-5-6-4711 0 0</inkml:trace>
</inkml:ink>
</file>

<file path=ppt/ink/ink3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1.0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96 0 6449 0 0,'-14'54'7884'0'0,"-2"-1"-3825"0"0,-41 102-2099 0 0,49-130-3379 0 0</inkml:trace>
</inkml:ink>
</file>

<file path=ppt/ink/ink3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1.4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177 0 8754 0 0,'-7'4'596'0'0,"-2"0"-56"0"0,1 0 0 0 0,-1 0 0 0 0,1 1 1 0 0,0 0-1 0 0,1 1 0 0 0,-1 0 0 0 0,1 0 0 0 0,-11 12 0 0 0,7-4 52 0 0,1 1 0 0 0,1 0 0 0 0,0 0-1 0 0,0 1 1 0 0,2 0 0 0 0,-9 26 0 0 0,12-30-350 0 0,1-1-1 0 0,0 1 1 0 0,1 0 0 0 0,0-1-1 0 0,1 1 1 0 0,0 0 0 0 0,1 0-1 0 0,0 0 1 0 0,1 0 0 0 0,4 19 0 0 0,-4-26-189 0 0,1 0 1 0 0,-1 0-1 0 0,1-1 1 0 0,1 1-1 0 0,-1-1 1 0 0,0 1-1 0 0,1-1 1 0 0,0 0-1 0 0,0 0 1 0 0,0 0-1 0 0,1-1 1 0 0,-1 1 0 0 0,1-1-1 0 0,0 0 1 0 0,0 0-1 0 0,0 0 1 0 0,0 0-1 0 0,1-1 1 0 0,-1 0-1 0 0,1 1 1 0 0,5 0-1 0 0,-4-1-51 0 0,0 0 0 0 0,0-1 0 0 0,0 0 0 0 0,0 0-1 0 0,0-1 1 0 0,0 1 0 0 0,0-2 0 0 0,1 1-1 0 0,-1 0 1 0 0,0-1 0 0 0,0 0 0 0 0,0-1 0 0 0,0 1-1 0 0,0-1 1 0 0,0 0 0 0 0,9-5 0 0 0,0-2-1083 0 0,0 0 0 0 0,23-19 1 0 0,-20 12-103 0 0</inkml:trace>
</inkml:ink>
</file>

<file path=ppt/ink/ink3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1.7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10 1840 0 0,'-17'18'11746'0'0,"28"-29"-9321"0"0,-9 10-2349 0 0,-1-1 0 0 0,1 0 0 0 0,0 1 0 0 0,0 0 0 0 0,0-1 0 0 0,1 1 0 0 0,-1 0 0 0 0,0 0 0 0 0,0 0 0 0 0,1 0 0 0 0,-1 0-1 0 0,0 1 1 0 0,1-1 0 0 0,-1 1 0 0 0,1-1 0 0 0,2 1 0 0 0,0 1-448 0 0,-1-1 0 0 0,1 1 0 0 0,-1 0 0 0 0,1 1 0 0 0,-1-1 0 0 0,1 1 0 0 0,5 3 0 0 0</inkml:trace>
</inkml:ink>
</file>

<file path=ppt/ink/ink3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2.0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88 5529 0 0,'0'0'70'0'0,"0"1"0"0"0,1-1 0 0 0,-1 1 0 0 0,0-1 0 0 0,0 0 0 0 0,0 1 0 0 0,1-1 0 0 0,-1 0-1 0 0,0 1 1 0 0,0-1 0 0 0,1 0 0 0 0,-1 0 0 0 0,0 1 0 0 0,0-1 0 0 0,1 0 0 0 0,-1 0 0 0 0,0 1 0 0 0,1-1 0 0 0,-1 0 0 0 0,1 0-1 0 0,-1 0 1 0 0,0 1 0 0 0,1-1 0 0 0,-1 0 0 0 0,0 0 0 0 0,1 0 0 0 0,-1 0 0 0 0,1 0 0 0 0,-1 0 0 0 0,0 0 0 0 0,1 0 0 0 0,-1 0 0 0 0,1 0-1 0 0,-1 0 1 0 0,0 0 0 0 0,1 0 0 0 0,-1-1 0 0 0,1 1 0 0 0,-1 0 0 0 0,0 0 0 0 0,1 0 0 0 0,-1 0 0 0 0,1-1 0 0 0,24-8 2409 0 0,-19 6-2174 0 0,88-31 4057 0 0,17-6-3224 0 0,-95 34-1464 0 0</inkml:trace>
</inkml:ink>
</file>

<file path=ppt/ink/ink3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5.8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 79 5281 0 0,'-1'-1'23'0'0,"0"0"0"0"0,0 0 0 0 0,0 0 0 0 0,0 1 0 0 0,0-1 0 0 0,-1 0 0 0 0,1 0 0 0 0,0 1 0 0 0,0-1 0 0 0,-1 0 0 0 0,1 1 0 0 0,0 0 0 0 0,0-1 0 0 0,-1 1-1 0 0,1 0 1 0 0,-1-1 0 0 0,1 1 0 0 0,0 0 0 0 0,-1 0 0 0 0,1 0 0 0 0,-1 0 0 0 0,-1 1 0 0 0,2-1 31 0 0,0 0 1 0 0,0 0-1 0 0,-1 0 0 0 0,1 0 1 0 0,0 0-1 0 0,0 0 0 0 0,-1 0 1 0 0,1 0-1 0 0,0 0 0 0 0,0-1 1 0 0,-1 1-1 0 0,1-1 0 0 0,0 1 1 0 0,0-1-1 0 0,0 1 0 0 0,0-1 1 0 0,0 1-1 0 0,0-1 0 0 0,0 0 1 0 0,0 0-1 0 0,-1-1 0 0 0,1 1 217 0 0,1 0 0 0 0,0 0 0 0 0,0 0 0 0 0,0 0 0 0 0,0 0 0 0 0,0 0-1 0 0,0 0 1 0 0,0-1 0 0 0,0 1 0 0 0,1 0 0 0 0,-1 0 0 0 0,0 0 0 0 0,1 0 0 0 0,-1 0 0 0 0,1 0 0 0 0,-1 0 0 0 0,1 0-1 0 0,-1 0 1 0 0,1 0 0 0 0,0 1 0 0 0,-1-1 0 0 0,1 0 0 0 0,0 0 0 0 0,0 0 0 0 0,0 1 0 0 0,0-1 0 0 0,-1 1-1 0 0,1-1 1 0 0,0 0 0 0 0,0 1 0 0 0,0-1 0 0 0,1 1 0 0 0,37-19 2705 0 0,-36 18-2840 0 0,2-1-96 0 0,0 0-1 0 0,0 1 1 0 0,0-1 0 0 0,0 1-1 0 0,1 0 1 0 0,-1 0 0 0 0,0 1-1 0 0,0 0 1 0 0,1 0 0 0 0,-1 0-1 0 0,0 0 1 0 0,1 1 0 0 0,-1 0-1 0 0,0 0 1 0 0,0 0 0 0 0,0 1-1 0 0,0 0 1 0 0,0 0 0 0 0,0 0-1 0 0,-1 1 1 0 0,1-1 0 0 0,-1 1-1 0 0,1 0 1 0 0,-1 0 0 0 0,0 1-1 0 0,0-1 1 0 0,0 1 0 0 0,-1 0-1 0 0,1 0 1 0 0,-1 0 0 0 0,0 0-1 0 0,0 1 1 0 0,-1-1 0 0 0,1 1-1 0 0,-1 0 1 0 0,0 0 0 0 0,0 0-1 0 0,2 8 1 0 0,-2-2-62 0 0,0 0-1 0 0,-1 0 1 0 0,0 0 0 0 0,-1 0-1 0 0,0 0 1 0 0,0 1 0 0 0,-3 10-1 0 0,1-11 3 0 0,1 1 0 0 0,1-1 0 0 0,0 1 0 0 0,0-1 0 0 0,1 0 0 0 0,3 15 0 0 0,-4-25 20 0 0,1 0 0 0 0,-1 1 0 0 0,1-1 0 0 0,-1 0 0 0 0,1 0 0 0 0,0 1 0 0 0,0-1 0 0 0,0 0 0 0 0,-1 0 0 0 0,1 0 0 0 0,0 0 0 0 0,0 0 0 0 0,1 0 0 0 0,-1 0 0 0 0,0 0 0 0 0,0 0 0 0 0,0-1 0 0 0,1 1 0 0 0,-1 0 0 0 0,0-1 0 0 0,1 1 0 0 0,-1-1 0 0 0,0 1 0 0 0,1-1 0 0 0,-1 0 0 0 0,1 0 0 0 0,-1 0 0 0 0,0 1 0 0 0,1-1 0 0 0,-1 0 0 0 0,3-1 0 0 0,6 0 0 0 0,1 0 0 0 0,-1-1 0 0 0,17-5 0 0 0,8-1 0 0 0,-31 8 3 0 0,0-1 0 0 0,1 1 0 0 0,-1 0 0 0 0,0 1 0 0 0,0-1 0 0 0,0 1 0 0 0,0 0 0 0 0,0-1 0 0 0,0 2 0 0 0,0-1 0 0 0,0 0 0 0 0,0 1 0 0 0,0 0 0 0 0,-1 0 0 0 0,1 0 0 0 0,-1 0 0 0 0,1 1 0 0 0,-1-1 0 0 0,0 1 0 0 0,0 0 0 0 0,0 0 0 0 0,0 0 0 0 0,-1 0 0 0 0,1 1 0 0 0,-1-1 0 0 0,0 1 0 0 0,0-1 0 0 0,0 1 0 0 0,0 0 0 0 0,-1 0 0 0 0,0 0 0 0 0,1 0 0 0 0,-1 0 0 0 0,-1 0 0 0 0,1 0 0 0 0,0 0 0 0 0,-1 0 0 0 0,0 0 0 0 0,0 0 0 0 0,0 1 0 0 0,-1-1 0 0 0,0 0 0 0 0,1 0 0 0 0,-1 0 0 0 0,0 0 0 0 0,-1 0 0 0 0,-1 4 0 0 0,-2 3 88 0 0,-1 0-1 0 0,1 0 1 0 0,-1-1-1 0 0,-1 0 1 0 0,0 0-1 0 0,-1-1 1 0 0,0 0-1 0 0,0 0 0 0 0,0-1 1 0 0,-1 0-1 0 0,-1-1 1 0 0,-13 10-1 0 0,13-12-212 0 0,1 1-1 0 0,-1-2 0 0 0,0 1 1 0 0,0-1-1 0 0,-1-1 1 0 0,1 0-1 0 0,-17 3 0 0 0,19-5-721 0 0,-1 0 0 0 0,0-1 0 0 0,0 0-1 0 0,0-1 1 0 0,-15-2 0 0 0</inkml:trace>
</inkml:ink>
</file>

<file path=ppt/ink/ink3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6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191 219 3681 0 0,'-13'3'1138'0'0,"0"-1"0"0"0,-1 0 1 0 0,-25 0-1 0 0,29-2-330 0 0,0 0 0 0 0,0 1 1 0 0,0 0-1 0 0,0 0 0 0 0,0 1 0 0 0,0 1 0 0 0,-18 6 0 0 0,27-9-697 0 0,0 0 0 0 0,0 1 1 0 0,1-1-1 0 0,-1 0 0 0 0,0 1 0 0 0,1-1 0 0 0,-1 0 1 0 0,0 1-1 0 0,1-1 0 0 0,-1 1 0 0 0,0-1 0 0 0,1 1 0 0 0,-1 0 1 0 0,1-1-1 0 0,-1 1 0 0 0,1-1 0 0 0,-1 1 0 0 0,1 0 0 0 0,-1 0 1 0 0,1 0-1 0 0,10 5 1469 0 0,26-4-825 0 0,752-70 2145 0 0,-782 67-2894 0 0,311-35 211 0 0,-226 21-193 0 0,127-38 1 0 0,-132 25-244 0 0,50-15 25 0 0,-68 29-2842 0 0,0 9-3832 0 0,-40 6 2454 0 0</inkml:trace>
</inkml:ink>
</file>

<file path=ppt/ink/ink3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6.9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70 5985 0 0,'-1'0'131'0'0,"0"0"0"0"0,0 1 0 0 0,0-1-1 0 0,0-1 1 0 0,0 1 0 0 0,0 0 0 0 0,0 0-1 0 0,0 0 1 0 0,0 0 0 0 0,0-1 0 0 0,-1 1 0 0 0,1 0-1 0 0,0-1 1 0 0,1 1 0 0 0,-1-1 0 0 0,0 1-1 0 0,-2-2 1 0 0,3 1 10 0 0,0 1-1 0 0,0-1 1 0 0,0 1-1 0 0,0 0 0 0 0,-1-1 1 0 0,1 1-1 0 0,0-1 1 0 0,0 1-1 0 0,0-1 1 0 0,0 1-1 0 0,0-1 1 0 0,0 1-1 0 0,0-1 1 0 0,1 1-1 0 0,-1-1 0 0 0,0 1 1 0 0,0 0-1 0 0,0-1 1 0 0,0 1-1 0 0,0-1 1 0 0,1 1-1 0 0,-1-1 1 0 0,0 1-1 0 0,0 0 0 0 0,1-1 1 0 0,0 0-1 0 0,1-2 446 0 0,1 0 0 0 0,0 0 0 0 0,0 1 0 0 0,0-1 1 0 0,1 1-1 0 0,-1-1 0 0 0,7-2 0 0 0,1 0-58 0 0,0 0 1 0 0,0 1 0 0 0,0 1 0 0 0,0 0 0 0 0,1 0-1 0 0,-1 1 1 0 0,19-1 0 0 0,-26 3-502 0 0,-1 0 0 0 0,0 0-1 0 0,0 0 1 0 0,1 1 0 0 0,-1-1 0 0 0,0 1 0 0 0,0-1 0 0 0,0 1-1 0 0,0 0 1 0 0,0 1 0 0 0,0-1 0 0 0,0 0 0 0 0,0 1 0 0 0,0-1-1 0 0,0 1 1 0 0,-1 0 0 0 0,1 0 0 0 0,-1 0 0 0 0,1 1 0 0 0,-1-1-1 0 0,0 0 1 0 0,0 1 0 0 0,0-1 0 0 0,0 1 0 0 0,-1 0 0 0 0,1 0-1 0 0,-1 0 1 0 0,1 0 0 0 0,-1 0 0 0 0,0 0 0 0 0,1 4 0 0 0,0 9-29 0 0,0-1 0 0 0,-1 1 0 0 0,-1-1 0 0 0,0 1 0 0 0,-1-1 0 0 0,-1 1 0 0 0,0-1 0 0 0,-1 1 0 0 0,-1-1 0 0 0,-7 17 0 0 0,4-5 156 0 0,0-1 0 0 0,-3 29 0 0 0,10-54-145 0 0,0 0 0 0 0,0-1 0 0 0,0 1 0 0 0,0 0 0 0 0,0 0 0 0 0,0-1 0 0 0,0 1 0 0 0,1 0 0 0 0,-1-1 0 0 0,0 1 0 0 0,0 0 0 0 0,0-1 0 0 0,1 1 0 0 0,-1 0 0 0 0,0-1 0 0 0,1 1 0 0 0,-1-1 0 0 0,0 1 0 0 0,1 0 0 0 0,-1-1 0 0 0,1 1 0 0 0,-1-1 0 0 0,1 0 0 0 0,-1 1 0 0 0,1-1 0 0 0,0 1 0 0 0,0 0 0 0 0,23 3 104 0 0,31-13-25 0 0,-48 8-57 0 0,12-4-65 0 0,1 2 0 0 0,31-1 0 0 0,-40 4-688 0 0,1 0 1 0 0,-1 1 0 0 0,16 4 0 0 0,-9-1-6466 0 0</inkml:trace>
</inkml:ink>
</file>

<file path=ppt/ink/ink3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7.4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63 2304 0 0,'-33'-63'20628'0'0,"36"86"-20626"0"0,-1-6 316 0 0,18 121-18 0 0,-13-78-209 0 0,26 107-1 0 0,-32-164-96 0 0,2 7-151 0 0,0 0 1 0 0,0 0 0 0 0,1-1-1 0 0,0 0 1 0 0,10 16 0 0 0</inkml:trace>
</inkml:ink>
</file>

<file path=ppt/ink/ink3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27.7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152 2 3945 0 0,'-2'-1'3209'0'0,"2"1"-3155"0"0,-9 5 3292 0 0,-6 6-1476 0 0,-2 6-794 0 0,1 1 0 0 0,1 1 0 0 0,1 0 0 0 0,1 1 0 0 0,0 1 0 0 0,-17 40 0 0 0,29-59-1030 0 0,0-1 0 0 0,0 0 0 0 0,0 1 0 0 0,1 0 0 0 0,-1-1-1 0 0,0 1 1 0 0,1-1 0 0 0,0 1 0 0 0,-1 0 0 0 0,1-1 0 0 0,0 1-1 0 0,0 0 1 0 0,0 0 0 0 0,0-1 0 0 0,0 1 0 0 0,0 0 0 0 0,0-1 0 0 0,1 1-1 0 0,-1 0 1 0 0,1-1 0 0 0,-1 1 0 0 0,1 0 0 0 0,-1-1 0 0 0,1 1-1 0 0,0-1 1 0 0,0 1 0 0 0,0-1 0 0 0,2 3 0 0 0,1-2 96 0 0,1 1-1 0 0,-1-1 1 0 0,1 1 0 0 0,0-1-1 0 0,0-1 1 0 0,0 1 0 0 0,0-1 0 0 0,6 2-1 0 0,-6-2-129 0 0,13 2-136 0 0,-1 0 0 0 0,1-1 0 0 0,0-1 0 0 0,0-1 1 0 0,0-1-1 0 0,-1 0 0 0 0,35-7 0 0 0,-20 0-958 0 0</inkml:trace>
</inkml:ink>
</file>

<file path=ppt/ink/ink3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1.4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2 124 5985 0 0,'-1'-13'1157'0'0,"1"0"0"0"0,1 0 0 0 0,0 0 0 0 0,0-1 0 0 0,2 1 0 0 0,0 1 0 0 0,6-21 0 0 0,1 76 2034 0 0,-5 51-1682 0 0,-7 114-1 0 0,-1-57-1162 0 0,6 90-165 0 0,54 387 0 0 0,3-232-193 0 0,7 432 0 0 0,-63-661 32 0 0,44 989 401 0 0,-28-647 365 0 0,-20-291-7574 0 0,0-184-334 0 0</inkml:trace>
</inkml:ink>
</file>

<file path=ppt/ink/ink3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2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9674 0 0,'6'8'6854'0'0,"10"29"-3724"0"0,-3-1-2002 0 0,-2 0 1 0 0,12 68 0 0 0,0 80-889 0 0,-8-60 49 0 0,109 625-253 0 0,-121-737-463 0 0,1-3-110 0 0</inkml:trace>
</inkml:ink>
</file>

<file path=ppt/ink/ink3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2.3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39 101 10138 0 0,'-1'1'258'0'0,"0"-1"-1"0"0,-1 0 0 0 0,1 0 1 0 0,-1 0-1 0 0,1 0 1 0 0,0 0-1 0 0,-1 0 1 0 0,1 0-1 0 0,-1 0 1 0 0,1-1-1 0 0,0 1 0 0 0,-1 0 1 0 0,1-1-1 0 0,-1 1 1 0 0,1-1-1 0 0,0 0 1 0 0,0 1-1 0 0,-1-1 0 0 0,1 0 1 0 0,0 0-1 0 0,0 0 1 0 0,0 0-1 0 0,0 0 1 0 0,0 0-1 0 0,0 0 0 0 0,0 0 1 0 0,0 0-1 0 0,1 0 1 0 0,-1-1-1 0 0,0 1 1 0 0,0-3-1 0 0,1 2-127 0 0,0 0 1 0 0,0 0-1 0 0,1 1 0 0 0,-1-1 0 0 0,1 0 0 0 0,0 0 1 0 0,-1 0-1 0 0,1 0 0 0 0,0 0 0 0 0,0 1 1 0 0,0-1-1 0 0,0 0 0 0 0,0 1 0 0 0,1-1 0 0 0,-1 1 1 0 0,0-1-1 0 0,1 1 0 0 0,-1 0 0 0 0,1-1 1 0 0,0 1-1 0 0,-1 0 0 0 0,4-2 0 0 0,6-3-31 0 0,-1 1 0 0 0,0 0-1 0 0,1 1 1 0 0,0 0-1 0 0,0 0 1 0 0,1 1 0 0 0,-1 1-1 0 0,15-2 1 0 0,25 1-6324 0 0,-29 4-663 0 0</inkml:trace>
</inkml:ink>
</file>

<file path=ppt/ink/ink3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2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4 100 10514 0 0,'-1'1'26'0'0,"1"-1"-1"0"0,0 1 1 0 0,0-1 0 0 0,-1 1-1 0 0,1-1 1 0 0,0 0-1 0 0,0 1 1 0 0,-1-1 0 0 0,1 1-1 0 0,0 0 1 0 0,0-1-1 0 0,0 1 1 0 0,0-1 0 0 0,0 1-1 0 0,0-1 1 0 0,0 1-1 0 0,0-1 1 0 0,0 1 0 0 0,0-1-1 0 0,0 1 1 0 0,0-1-1 0 0,0 1 1 0 0,1-1 0 0 0,-1 1-1 0 0,0-1 1 0 0,0 1-1 0 0,0-1 1 0 0,1 1-1 0 0,-1-1 1 0 0,0 1 0 0 0,1-1-1 0 0,-1 1 1 0 0,0-1-1 0 0,1 0 1 0 0,-1 1 0 0 0,1-1-1 0 0,0 1 1 0 0,23-6 735 0 0,-20 4-650 0 0,33-12 525 0 0,49-24 1 0 0,-56 22-233 0 0,1 2-1 0 0,57-17 1 0 0,-62 26-404 0 0</inkml:trace>
</inkml:ink>
</file>

<file path=ppt/ink/ink3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3.6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7370 0 0,'1'6'1317'0'0,"0"0"1"0"0,0 0-1 0 0,1 0 1 0 0,0 0-1 0 0,3 9 1 0 0,4 10 1064 0 0,3 24-1091 0 0,-3 1 0 0 0,-2 0-1 0 0,1 53 1 0 0,-13 152-1988 0 0,4-240-348 0 0,-1 23-804 0 0</inkml:trace>
</inkml:ink>
</file>

<file path=ppt/ink/ink3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3.9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73 9674 0 0,'2'-3'236'0'0,"0"0"1"0"0,0 0-1 0 0,1 1 1 0 0,-1-1-1 0 0,1 1 1 0 0,-1-1-1 0 0,1 1 1 0 0,0 0-1 0 0,-1 0 0 0 0,1 1 1 0 0,6-4-1 0 0,40-14 1745 0 0,-36 14-1458 0 0,-1 1-276 0 0,0 0-1 0 0,0 1 0 0 0,0 1 1 0 0,1 0-1 0 0,-1 0 0 0 0,1 2 1 0 0,0-1-1 0 0,-1 2 0 0 0,1-1 1 0 0,-1 2-1 0 0,1 0 1 0 0,-1 0-1 0 0,0 1 0 0 0,1 0 1 0 0,12 7-1 0 0,-17-7-112 0 0,-1 1 0 0 0,0-1-1 0 0,0 2 1 0 0,0-1 0 0 0,0 1 0 0 0,-1 0-1 0 0,0 0 1 0 0,0 1 0 0 0,0 0 0 0 0,-1 0-1 0 0,1 0 1 0 0,-1 1 0 0 0,-1-1 0 0 0,0 1-1 0 0,0 0 1 0 0,0 1 0 0 0,-1-1 0 0 0,0 1-1 0 0,0-1 1 0 0,0 1 0 0 0,-1 0 0 0 0,-1 0-1 0 0,1 0 1 0 0,-1 12 0 0 0,-1-6-139 0 0,-1-1 1 0 0,0 0-1 0 0,-1 0 1 0 0,0 0-1 0 0,-2 0 1 0 0,1 0-1 0 0,-1-1 1 0 0,-1 1-1 0 0,0-1 0 0 0,-1 0 1 0 0,-11 16-1 0 0,5-9-21 0 0,-1 0-1 0 0,-1-1 0 0 0,-1-1 1 0 0,-1 0-1 0 0,-33 27 0 0 0,43-39-288 0 0,-1-1-1 0 0,0 0 1 0 0,1-1-1 0 0,-2 1 1 0 0,-12 3 0 0 0,7-3-1091 0 0</inkml:trace>
</inkml:ink>
</file>

<file path=ppt/ink/ink3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4.2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99 1 16588 0 0,'-12'21'960'0'0,"1"1"1"0"0,1 1-1 0 0,2 0 1 0 0,-11 39-1 0 0,5-15-241 0 0,-8 29-6813 0 0,20-59-783 0 0</inkml:trace>
</inkml:ink>
</file>

<file path=ppt/ink/ink3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4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0 9218 0 0,'0'1'213'0'0,"0"-1"0"0"0,0 1 0 0 0,0-1-1 0 0,-1 1 1 0 0,1 0 0 0 0,0-1 0 0 0,0 1 0 0 0,0-1 0 0 0,0 1 0 0 0,0 0 0 0 0,0-1 0 0 0,0 1-1 0 0,0 0 1 0 0,0-1 0 0 0,0 1 0 0 0,0-1 0 0 0,1 1 0 0 0,-1 0 0 0 0,0-1 0 0 0,0 1-1 0 0,1-1 1 0 0,-1 1 0 0 0,0-1 0 0 0,1 1 0 0 0,0 0 0 0 0,13 30 1807 0 0,-7-14-790 0 0,5 15-329 0 0,-2 0 1 0 0,-1 1 0 0 0,-2 1 0 0 0,4 37 0 0 0,-7-33-2146 0 0,-3 62 0 0 0</inkml:trace>
</inkml:ink>
</file>

<file path=ppt/ink/ink3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4.7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0 112 10594 0 0,'1'-2'132'0'0,"-1"0"-1"0"0,1 0 1 0 0,-1 1 0 0 0,1-1-1 0 0,0 0 1 0 0,-1 0-1 0 0,1 1 1 0 0,0-1-1 0 0,0 1 1 0 0,0-1 0 0 0,1 1-1 0 0,-1-1 1 0 0,0 1-1 0 0,0 0 1 0 0,1 0-1 0 0,-1-1 1 0 0,3 0 0 0 0,33-21 1692 0 0,-26 16-1648 0 0,-5 4-60 0 0,56-32 1101 0 0,-56 32-1298 0 0,-1 1 0 0 0,0 0 0 0 0,0 0 1 0 0,0 1-1 0 0,1-1 0 0 0,-1 1 0 0 0,1 1 1 0 0,-1-1-1 0 0,1 1 0 0 0,8 0 0 0 0,-5 2-1382 0 0</inkml:trace>
</inkml:ink>
</file>

<file path=ppt/ink/ink3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4.8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99 7834 0 0,'9'-3'3389'0'0,"50"-29"541"0"0,-57 30-3925 0 0,15-10-1316 0 0,1 0 0 0 0,21-10 0 0 0,-34 19 1033 0 0,0 1 1 0 0,0 0-1 0 0,0 0 0 0 0,1 0 1 0 0,-1 1-1 0 0,0 0 0 0 0,1 0 1 0 0,-1 0-1 0 0,1 1 0 0 0,-1-1 1 0 0,1 1-1 0 0,-1 1 0 0 0,9 0 1 0 0,-3 2 277 0 0</inkml:trace>
</inkml:ink>
</file>

<file path=ppt/ink/ink3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5.0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1 6913 0 0,'-2'6'436'0'0,"0"1"0"0"0,0-1-1 0 0,0 1 1 0 0,0 0-1 0 0,1 0 1 0 0,0 11-1 0 0,1-17-276 0 0,0 0-1 0 0,0 1 0 0 0,0-1 1 0 0,0 0-1 0 0,1 0 1 0 0,-1 0-1 0 0,0 1 0 0 0,1-1 1 0 0,-1 0-1 0 0,1 0 0 0 0,-1 0 1 0 0,1 0-1 0 0,0 0 1 0 0,-1 0-1 0 0,1 0 0 0 0,0 0 1 0 0,0 0-1 0 0,1 1 0 0 0,-1-1-63 0 0,1 0 0 0 0,-1-1 0 0 0,1 1 0 0 0,-1-1-1 0 0,1 1 1 0 0,-1-1 0 0 0,1 1 0 0 0,-1-1 0 0 0,1 0-1 0 0,0 0 1 0 0,-1 0 0 0 0,1 0 0 0 0,0 0 0 0 0,-1 0-1 0 0,1 0 1 0 0,-1-1 0 0 0,1 1 0 0 0,2-1-1 0 0,50-20-2313 0 0,-38 13 1917 0 0,-1 2 302 0 0</inkml:trace>
</inkml:ink>
</file>

<file path=ppt/ink/ink3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5.2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43 0 8290 0 0,'-3'2'520'0'0,"1"-1"-1"0"0,-1 1 1 0 0,1-1 0 0 0,0 1 0 0 0,0 0-1 0 0,-1 0 1 0 0,1 0 0 0 0,1 0 0 0 0,-1 1-1 0 0,0-1 1 0 0,0 0 0 0 0,1 1 0 0 0,-2 3 0 0 0,0 0 124 0 0,1 0 1 0 0,0 0 0 0 0,1 0 0 0 0,-1 0 0 0 0,0 12 0 0 0,1 3 314 0 0,1 0 0 0 0,5 35 0 0 0,-4-51-805 0 0,42 367-250 0 0,-41-354-1752 0 0</inkml:trace>
</inkml:ink>
</file>

<file path=ppt/ink/ink3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5.4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5 121 9674 0 0,'0'-1'48'0'0,"-1"1"-1"0"0,1 0 0 0 0,-1-1 1 0 0,1 1-1 0 0,0-1 1 0 0,0 1-1 0 0,-1-1 1 0 0,1 1-1 0 0,0-1 0 0 0,0 1 1 0 0,-1-1-1 0 0,1 0 1 0 0,0 1-1 0 0,0-1 1 0 0,0 1-1 0 0,0-1 0 0 0,0 1 1 0 0,0-1-1 0 0,0 1 1 0 0,0-1-1 0 0,0 0 1 0 0,0 1-1 0 0,0-1 0 0 0,0 1 1 0 0,1-1-1 0 0,-1 1 1 0 0,0-1-1 0 0,0 1 1 0 0,1-1-1 0 0,15-17 940 0 0,28-11 366 0 0,-39 27-1122 0 0,12-8 290 0 0,43-23 746 0 0,-55 31-1488 0 0,0 0 1 0 0,1 0-1 0 0,-1 0 0 0 0,0 1 1 0 0,0 0-1 0 0,1 0 0 0 0,-1 0 1 0 0,1 1-1 0 0,9 0 1 0 0,-13 0 176 0 0,0 1 0 0 0,0-1 1 0 0,-1 1-1 0 0,1 0 1 0 0,0-1-1 0 0,0 1 0 0 0,-1 0 1 0 0,1 0-1 0 0,-1 0 1 0 0,1 0-1 0 0,-1 0 0 0 0,1 1 1 0 0,-1-1-1 0 0,0 0 1 0 0,1 1-1 0 0,-1-1 1 0 0,0 1-1 0 0,0-1 0 0 0,0 1 1 0 0,0-1-1 0 0,1 4 1 0 0,2 7 43 0 0</inkml:trace>
</inkml:ink>
</file>

<file path=ppt/ink/ink3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5.5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66 8754 0 0,'-1'3'952'0'0,"2"-3"-952"0"0,0-1 0 0 0,2-1 0 0 0,1 0 160 0 0,3-2 8 0 0,4-3 8 0 0,4-3 0 0 0,3-2-176 0 0,1 1 0 0 0,1 1 0 0 0,0 1 0 0 0</inkml:trace>
</inkml:ink>
</file>

<file path=ppt/ink/ink3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5.9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67 0 13363 0 0,'3'5'4065'0'0,"-2"-5"-3889"0"0,-1 0 0 0 0,0 1 1 0 0,1-1-1 0 0,-1 1 0 0 0,1-1 1 0 0,-1 1-1 0 0,0-1 1 0 0,1 1-1 0 0,-1-1 0 0 0,0 1 1 0 0,1-1-1 0 0,-1 1 1 0 0,0-1-1 0 0,0 1 0 0 0,0-1 1 0 0,0 1-1 0 0,1-1 1 0 0,-1 1-1 0 0,0 0 0 0 0,0-1 1 0 0,0 1-1 0 0,0 0 1 0 0,0 10 27 0 0,-1 0 0 0 0,0 0 1 0 0,0 0-1 0 0,-1 0 1 0 0,-1-1-1 0 0,-5 18 0 0 0,-31 64-845 0 0,28-69 256 0 0,1 0-419 0 0</inkml:trace>
</inkml:ink>
</file>

<file path=ppt/ink/ink3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6.3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41 10594 0 0,'21'-6'9060'0'0,"41"-14"-6865"0"0,-53 16-2032 0 0,-6 3-239 0 0,0-1-1 0 0,0 1 1 0 0,0-1 0 0 0,1 1-1 0 0,-1 0 1 0 0,0 0 0 0 0,0 1-1 0 0,1-1 1 0 0,-1 1 0 0 0,1-1-1 0 0,-1 1 1 0 0,0 0 0 0 0,1 0-1 0 0,5 2 1 0 0,-3 0-955 0 0</inkml:trace>
</inkml:ink>
</file>

<file path=ppt/ink/ink3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6.4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63 6913 0 0,'1'3'609'0'0,"1"-3"-481"0"0,-1 0-128 0 0,2 0 0 0 0,4-1 2688 0 0,-3-1-1183 0 0,1 0-1 0 0,5-3-528 0 0,3-1-112 0 0,4-3-16 0 0,2 0-7 0 0,0-1-1834 0 0,0 1-375 0 0,-2 2-72 0 0,-2 1-9 0 0</inkml:trace>
</inkml:ink>
</file>

<file path=ppt/ink/ink3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7.6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49 6449 0 0,'0'-1'171'0'0,"1"0"0"0"0,0 0 0 0 0,-1 0 0 0 0,1 0 0 0 0,0-1 0 0 0,0 1 0 0 0,0 0-1 0 0,0 0 1 0 0,0 0 0 0 0,0 1 0 0 0,0-1 0 0 0,0 0 0 0 0,0 0 0 0 0,0 1 0 0 0,0-1 0 0 0,1 0-1 0 0,-1 1 1 0 0,0-1 0 0 0,0 1 0 0 0,2-1 0 0 0,34-11 2004 0 0,-30 10-1681 0 0,6-3-165 0 0,1 2 0 0 0,0 0 1 0 0,0 1-1 0 0,0 0 0 0 0,1 1 1 0 0,-1 0-1 0 0,0 1 0 0 0,0 1 1 0 0,0 0-1 0 0,23 6 0 0 0,-32-6-215 0 0,1 1-1 0 0,-1-1 1 0 0,1 1-1 0 0,-1 1 1 0 0,0-1-1 0 0,0 1 1 0 0,0 0-1 0 0,0 0 1 0 0,-1 1-1 0 0,1-1 1 0 0,-1 1-1 0 0,0 0 1 0 0,0 0-1 0 0,0 0 1 0 0,0 1-1 0 0,-1-1 1 0 0,1 1-1 0 0,-1 0 0 0 0,-1 0 1 0 0,1 0-1 0 0,-1 1 1 0 0,0-1-1 0 0,0 0 1 0 0,0 1-1 0 0,-1-1 1 0 0,0 1-1 0 0,0 0 1 0 0,1 8-1 0 0,-2-2-106 0 0,0-1 0 0 0,-1 1-1 0 0,0-1 1 0 0,-1 1 0 0 0,0-1 0 0 0,-1 0-1 0 0,0 1 1 0 0,-7 15 0 0 0,-5 5 44 0 0,-26 43-1 0 0,2-5-20 0 0,39-69-24 0 0,-1-1-1 0 0,1 1 0 0 0,0 0 1 0 0,0-1-1 0 0,0 1 1 0 0,0-1-1 0 0,0 1 0 0 0,0 0 1 0 0,0-1-1 0 0,0 1 1 0 0,0 0-1 0 0,0-1 1 0 0,0 1-1 0 0,0-1 0 0 0,0 1 1 0 0,0 0-1 0 0,0-1 1 0 0,1 1-1 0 0,-1-1 0 0 0,0 1 1 0 0,1-1-1 0 0,-1 1 1 0 0,0 0-1 0 0,1-1 0 0 0,-1 1 1 0 0,0-1-1 0 0,1 0 1 0 0,-1 1-1 0 0,1-1 0 0 0,-1 1 1 0 0,1-1-1 0 0,-1 0 1 0 0,1 1-1 0 0,-1-1 0 0 0,1 0 1 0 0,-1 1-1 0 0,1-1 1 0 0,0 0-1 0 0,-1 0 0 0 0,1 0 1 0 0,-1 0-1 0 0,1 1 1 0 0,0-1-1 0 0,-1 0 1 0 0,1 0-1 0 0,0 0 0 0 0,0-1 1 0 0,43 5 454 0 0,-27-4-298 0 0,1 3 9 0 0,0 0-1 0 0,0 1 1 0 0,-1 0 0 0 0,19 9 0 0 0,-31-11-164 0 0,0 0-1 0 0,0 0 1 0 0,0 0 0 0 0,0 1 0 0 0,0 0-1 0 0,0 0 1 0 0,-1 1 0 0 0,1-1-1 0 0,-1 1 1 0 0,0 0 0 0 0,0 0-1 0 0,0 0 1 0 0,-1 1 0 0 0,0-1 0 0 0,0 1-1 0 0,0 0 1 0 0,3 6 0 0 0,-5-7 18 0 0,-1-1 0 0 0,1 1 0 0 0,-1-1 1 0 0,0 1-1 0 0,0 0 0 0 0,0-1 0 0 0,-1 1 0 0 0,1-1 1 0 0,-1 1-1 0 0,0-1 0 0 0,0 1 0 0 0,0-1 0 0 0,-1 1 1 0 0,1-1-1 0 0,-1 0 0 0 0,1 0 0 0 0,-1 0 1 0 0,0 0-1 0 0,0 0 0 0 0,-1 0 0 0 0,1 0 0 0 0,-1-1 1 0 0,1 1-1 0 0,-7 3 0 0 0,-6 7 134 0 0,-1-1-1 0 0,0-1 1 0 0,-19 10 0 0 0,34-21-160 0 0,-10 7 36 0 0,-1-1-1 0 0,-1 0 1 0 0,1-1 0 0 0,-1 0 0 0 0,0 0-1 0 0,0-2 1 0 0,-15 3 0 0 0,21-5-1141 0 0,-1-1 0 0 0,1 0 1 0 0,0 0-1 0 0,-1-1 1 0 0,-8-1-1 0 0</inkml:trace>
</inkml:ink>
</file>

<file path=ppt/ink/ink3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8.0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249 42 5529 0 0,'-74'7'3000'0'0,"-101"4"4637"0"0,233-22-4823 0 0,644-29 1603 0 0,167 34-3187 0 0,-849 5-1306 0 0,-2 0-94 0 0,0 1 0 0 0,0 0 0 0 0,1 2 0 0 0,-1 0 0 0 0,34 8-1 0 0,-43-6-1733 0 0</inkml:trace>
</inkml:ink>
</file>

<file path=ppt/ink/ink3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8.6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23 11058 0 0,'27'-6'1507'0'0,"0"0"1"0"0,50-4-1 0 0,-69 10-1313 0 0,0-1 0 0 0,-1 2 0 0 0,1-1 1 0 0,0 1-1 0 0,0 0 0 0 0,-1 1 0 0 0,1 0 1 0 0,-1 0-1 0 0,1 0 0 0 0,-1 1 0 0 0,0 0 1 0 0,0 1-1 0 0,0 0 0 0 0,12 8 0 0 0,-17-9-146 0 0,0-1 0 0 0,0 0 0 0 0,0 1 0 0 0,0-1 0 0 0,-1 1 0 0 0,1 0 0 0 0,-1-1 0 0 0,0 1 0 0 0,1 0 0 0 0,-1 0 0 0 0,0 0 0 0 0,-1 0-1 0 0,1 0 1 0 0,0 0 0 0 0,-1 0 0 0 0,0 0 0 0 0,0 0 0 0 0,0 0 0 0 0,0 0 0 0 0,0 0 0 0 0,-1 1 0 0 0,1-1 0 0 0,-1 0 0 0 0,0 0 0 0 0,-1 4 0 0 0,-4 10 46 0 0,-1-1 1 0 0,0 1-1 0 0,-12 18 1 0 0,9-16 47 0 0,5-10-70 0 0,0 0-1 0 0,1 0 1 0 0,1 0-1 0 0,-1 1 0 0 0,2 0 1 0 0,-1-1-1 0 0,-1 13 1 0 0,4-19-133 0 0,0-1 1 0 0,0 0-1 0 0,0 0 1 0 0,0 0-1 0 0,1 1 1 0 0,-1-1-1 0 0,1 0 1 0 0,-1 0 0 0 0,1 0-1 0 0,0 0 1 0 0,-1 0-1 0 0,1 0 1 0 0,0 0-1 0 0,0 0 1 0 0,1 0-1 0 0,-1 0 1 0 0,0 0 0 0 0,1-1-1 0 0,-1 1 1 0 0,1 0-1 0 0,-1-1 1 0 0,1 1-1 0 0,0-1 1 0 0,0 0-1 0 0,0 0 1 0 0,-1 1 0 0 0,1-1-1 0 0,0-1 1 0 0,0 1-1 0 0,1 0 1 0 0,-1 0-1 0 0,0-1 1 0 0,0 1-1 0 0,0-1 1 0 0,0 1 0 0 0,1-1-1 0 0,3 0 1 0 0,32 0-1583 0 0,-32-1 1581 0 0,0 1 0 0 0,0 0-1 0 0,1 0 1 0 0,-1 0 0 0 0,0 1-1 0 0,0 0 1 0 0,1 0 0 0 0,-1 1-1 0 0,10 3 1 0 0,-16-5 77 0 0,1 1 1 0 0,-1-1-1 0 0,0 0 0 0 0,1 0 1 0 0,-1 0-1 0 0,0 1 0 0 0,0-1 1 0 0,1 0-1 0 0,-1 0 0 0 0,0 1 1 0 0,0-1-1 0 0,0 0 0 0 0,1 0 1 0 0,-1 1-1 0 0,0-1 0 0 0,0 0 1 0 0,0 1-1 0 0,0-1 0 0 0,0 0 1 0 0,1 1-1 0 0,-1-1 0 0 0,0 0 1 0 0,0 1-1 0 0,0-1 0 0 0,0 0 1 0 0,0 1-1 0 0,0-1 0 0 0,0 1 1 0 0,0-1-1 0 0,0 0 0 0 0,0 1 1 0 0,-1-1-1 0 0,1 0 0 0 0,0 1 1 0 0,0-1-1 0 0,-11 14 473 0 0,-17 7 343 0 0,-51 17 451 0 0,25-14-7713 0 0</inkml:trace>
</inkml:ink>
</file>

<file path=ppt/ink/ink3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8.9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10594 0 0,'3'4'913'0'0,"0"0"0"0"0,0 0 0 0 0,0 1 0 0 0,-1-1 0 0 0,1 1-1 0 0,-1 0 1 0 0,0-1 0 0 0,0 1 0 0 0,1 9 0 0 0,8 49 1143 0 0,-10-55-1680 0 0,9 194 845 0 0,-10-139-1749 0 0,16 117 1 0 0,-13-167-615 0 0,1-1-305 0 0</inkml:trace>
</inkml:ink>
</file>

<file path=ppt/ink/ink3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7:39.2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172 1 7258 0 0,'-4'1'486'0'0,"0"1"0"0"0,0-1 0 0 0,1 1 1 0 0,-1 0-1 0 0,0 1 0 0 0,1-1 1 0 0,-1 0-1 0 0,1 1 0 0 0,0 0 1 0 0,0 0-1 0 0,-5 6 0 0 0,-1 0 404 0 0,-6 4 723 0 0,1 1 0 0 0,0 0-1 0 0,1 1 1 0 0,1 0 0 0 0,-20 34 0 0 0,29-46-1498 0 0,1 1 1 0 0,0 0 0 0 0,1 0-1 0 0,-1 0 1 0 0,1 0-1 0 0,0 0 1 0 0,0 1 0 0 0,0-1-1 0 0,0 0 1 0 0,1 1-1 0 0,-1-1 1 0 0,1 0-1 0 0,1 1 1 0 0,-1-1 0 0 0,0 0-1 0 0,1 1 1 0 0,0-1-1 0 0,0 0 1 0 0,0 0 0 0 0,1 0-1 0 0,-1 1 1 0 0,1-2-1 0 0,0 1 1 0 0,0 0 0 0 0,1 0-1 0 0,-1-1 1 0 0,1 1-1 0 0,-1-1 1 0 0,1 1 0 0 0,0-1-1 0 0,0 0 1 0 0,1 0-1 0 0,3 2 1 0 0,1 1-147 0 0,1 0-1 0 0,-1-1 1 0 0,1 0 0 0 0,0-1-1 0 0,0 0 1 0 0,0 0 0 0 0,0-1-1 0 0,1 0 1 0 0,-1-1 0 0 0,16 2-1 0 0,-13-2-751 0 0,0-2 0 0 0,0 0 0 0 0,0 0 0 0 0,22-4 0 0 0</inkml:trace>
</inkml:ink>
</file>

<file path=ppt/ink/ink3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6.1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177 231 1376 0 0,'-10'8'167'0'0,"-1"0"0"0"0,0 0 0 0 0,0-2 0 0 0,-1 1-1 0 0,1-1 1 0 0,-1-1 0 0 0,-1 0 0 0 0,1-1 0 0 0,-21 4 0 0 0,-8 5 4854 0 0,49-16-3987 0 0,1-1 0 0 0,-1 0 0 0 0,15-10 1 0 0,-13 7-771 0 0,0-1 0 0 0,0 0 1 0 0,0 0-1 0 0,-1-1 1 0 0,11-15-1 0 0,-15 17-294 0 0,-1 1 0 0 0,0 0 0 0 0,0-1 0 0 0,0 0 0 0 0,-1 0 0 0 0,0 0 0 0 0,-1 0 0 0 0,3-9-1 0 0,-4 12 88 0 0,-1 0-1 0 0,1-1 0 0 0,-1 1 0 0 0,0-1 1 0 0,0 1-1 0 0,0-1 0 0 0,-1 1 0 0 0,1 0 0 0 0,-1-1 1 0 0,0 1-1 0 0,0 0 0 0 0,-1-1 0 0 0,1 1 1 0 0,-5-7-1 0 0,6 10 0 0 0,-1-1 1 0 0,0 1 0 0 0,0 0 0 0 0,0-1-1 0 0,0 1 1 0 0,0 0 0 0 0,0-1 0 0 0,0 1-1 0 0,0 0 1 0 0,0 0 0 0 0,-1 0 0 0 0,1 0-1 0 0,0 0 1 0 0,-1 0 0 0 0,1 1 0 0 0,-2-2-1 0 0,2 2-17 0 0,0 0 0 0 0,0 0 0 0 0,0 0 0 0 0,0 0 0 0 0,0 0 0 0 0,0 0 0 0 0,0 0-1 0 0,1 0 1 0 0,-1 0 0 0 0,0 0 0 0 0,0 1 0 0 0,0-1 0 0 0,0 0 0 0 0,0 1 0 0 0,1-1-1 0 0,-1 0 1 0 0,0 1 0 0 0,0-1 0 0 0,1 1 0 0 0,-1 0 0 0 0,-1 0 0 0 0,0 1 34 0 0,0 1 0 0 0,0-1 1 0 0,1 1-1 0 0,-1-1 1 0 0,0 1-1 0 0,1 0 0 0 0,0 0 1 0 0,0 0-1 0 0,0-1 0 0 0,0 1 1 0 0,0 0-1 0 0,0 0 1 0 0,1 1-1 0 0,-1-1 0 0 0,1 3 1 0 0,0 3-68 0 0,1 0 1 0 0,0-1-1 0 0,0 0 1 0 0,1 1-1 0 0,0-1 0 0 0,0 0 1 0 0,1 0-1 0 0,0 0 1 0 0,1 0-1 0 0,-1 0 1 0 0,2-1-1 0 0,5 10 1 0 0,-8-15-8 0 0,0 1 1 0 0,0-1 0 0 0,1 1-1 0 0,-1-1 1 0 0,0 0 0 0 0,1 0-1 0 0,0 0 1 0 0,-1 0 0 0 0,1 0-1 0 0,0 0 1 0 0,0-1 0 0 0,0 1-1 0 0,0-1 1 0 0,0 0 0 0 0,0 0-1 0 0,1 0 1 0 0,-1-1 0 0 0,0 1-1 0 0,0-1 1 0 0,1 1 0 0 0,-1-1-1 0 0,0 0 1 0 0,1-1 0 0 0,-1 1-1 0 0,0 0 1 0 0,1-1-1 0 0,-1 0 1 0 0,0 0 0 0 0,0 0-1 0 0,0 0 1 0 0,0 0 0 0 0,0-1-1 0 0,0 1 1 0 0,4-3 0 0 0,-3 1 16 0 0,0 1 0 0 0,0-1 1 0 0,-1 0-1 0 0,1 0 0 0 0,-1-1 0 0 0,1 1 1 0 0,-1-1-1 0 0,0 1 0 0 0,-1-1 0 0 0,1 0 1 0 0,0 0-1 0 0,-1 0 0 0 0,0-1 0 0 0,0 1 1 0 0,0 0-1 0 0,-1-1 0 0 0,0 1 1 0 0,1-1-1 0 0,-2 0 0 0 0,1 1 0 0 0,0-1 1 0 0,-1 0-1 0 0,0 1 0 0 0,0-1 0 0 0,0 0 1 0 0,-1 0-1 0 0,0 1 0 0 0,1-1 1 0 0,-4-6-1 0 0,3 4 10 0 0,-2 0-1 0 0,1 0 1 0 0,-1 0 0 0 0,0 0-1 0 0,0 1 1 0 0,-1 0 0 0 0,0-1-1 0 0,0 2 1 0 0,-1-1 0 0 0,1 0-1 0 0,-1 1 1 0 0,0 0 0 0 0,-1 0-1 0 0,1 0 1 0 0,-1 0 0 0 0,0 1 0 0 0,0 0-1 0 0,-10-4 1 0 0,14 7-26 0 0,1 0-1 0 0,-1 1 1 0 0,0-1 0 0 0,1 1 0 0 0,-1-1 0 0 0,0 1-1 0 0,1 0 1 0 0,-1 0 0 0 0,0 0 0 0 0,0 0 0 0 0,1 0-1 0 0,-1 0 1 0 0,0 0 0 0 0,1 0 0 0 0,-1 1-1 0 0,0-1 1 0 0,1 1 0 0 0,-1-1 0 0 0,0 1 0 0 0,1 0-1 0 0,-1-1 1 0 0,-2 3 0 0 0,2-1-1 0 0,-1 1-1 0 0,1-1 1 0 0,0 1 0 0 0,0-1 0 0 0,0 1-1 0 0,0 0 1 0 0,0 0 0 0 0,0 0 0 0 0,1 0-1 0 0,0 0 1 0 0,-2 3 0 0 0,0 7-9 0 0,0-1 0 0 0,0 1 0 0 0,1-1 0 0 0,1 1 0 0 0,0 14 0 0 0,0-24 3 0 0,1 1 0 0 0,0 0 1 0 0,1-1-1 0 0,-1 1 0 0 0,1-1 0 0 0,-1 1 1 0 0,1-1-1 0 0,0 0 0 0 0,0 1 0 0 0,1-1 1 0 0,-1 0-1 0 0,1 1 0 0 0,-1-1 0 0 0,1 0 1 0 0,0 0-1 0 0,0 0 0 0 0,0-1 0 0 0,1 1 1 0 0,-1 0-1 0 0,1-1 0 0 0,0 0 1 0 0,-1 1-1 0 0,1-1 0 0 0,0 0 0 0 0,0-1 1 0 0,0 1-1 0 0,0 0 0 0 0,1-1 0 0 0,-1 0 1 0 0,0 1-1 0 0,1-1 0 0 0,-1-1 0 0 0,1 1 1 0 0,-1 0-1 0 0,1-1 0 0 0,-1 0 0 0 0,1 0 1 0 0,0 0-1 0 0,-1 0 0 0 0,1 0 0 0 0,-1-1 1 0 0,1 0-1 0 0,-1 1 0 0 0,0-1 0 0 0,1-1 1 0 0,-1 1-1 0 0,0 0 0 0 0,1-1 0 0 0,-1 0 1 0 0,4-3-1 0 0,-4 4 66 0 0,-1-1 0 0 0,1 0 0 0 0,-1 1 0 0 0,0-1-1 0 0,0 0 1 0 0,0 0 0 0 0,0-1 0 0 0,0 1 0 0 0,0 0 0 0 0,-1-1 0 0 0,1 1 0 0 0,-1-1 0 0 0,0 1 0 0 0,0-1 0 0 0,0 0 0 0 0,0 0 0 0 0,0 1-1 0 0,0-1 1 0 0,-1 0 0 0 0,1 0 0 0 0,-1 0 0 0 0,0 0 0 0 0,0 0 0 0 0,0 1 0 0 0,0-1 0 0 0,0 0 0 0 0,-1 0 0 0 0,1 0 0 0 0,-1 0 0 0 0,0 0-1 0 0,0 1 1 0 0,0-1 0 0 0,-2-4 0 0 0,1 4-14 0 0,0 0 0 0 0,1 1 0 0 0,-1-1-1 0 0,0 0 1 0 0,0 1 0 0 0,-1-1 0 0 0,1 1-1 0 0,0 0 1 0 0,-1 0 0 0 0,1 0 0 0 0,-1 0-1 0 0,0 0 1 0 0,0 0 0 0 0,0 1 0 0 0,0-1-1 0 0,0 1 1 0 0,0 0 0 0 0,0 0 0 0 0,0 0-1 0 0,0 0 1 0 0,-1 1 0 0 0,1-1 0 0 0,0 1-1 0 0,-1 0 1 0 0,1 0 0 0 0,0 0 0 0 0,0 1-1 0 0,-1-1 1 0 0,-5 2 0 0 0,4 0-20 0 0,0 0 0 0 0,0 1-1 0 0,0 0 1 0 0,0-1 0 0 0,1 2 0 0 0,-1-1 0 0 0,1 1 0 0 0,0-1-1 0 0,0 1 1 0 0,0 0 0 0 0,0 0 0 0 0,1 1 0 0 0,-1-1 0 0 0,1 1-1 0 0,0 0 1 0 0,-3 8 0 0 0,3-6-25 0 0,-1 0 0 0 0,1 1 0 0 0,1-1-1 0 0,-1 1 1 0 0,1 0 0 0 0,1-1 0 0 0,0 1 0 0 0,0 0-1 0 0,0 0 1 0 0,1 0 0 0 0,1 10 0 0 0,-1-17-46 0 0,0 1 1 0 0,0-1-1 0 0,0 1 1 0 0,1 0-1 0 0,-1-1 1 0 0,1 1-1 0 0,-1-1 0 0 0,1 1 1 0 0,0-1-1 0 0,0 0 1 0 0,-1 1-1 0 0,1-1 0 0 0,0 0 1 0 0,0 1-1 0 0,0-1 1 0 0,0 0-1 0 0,1 0 1 0 0,-1 0-1 0 0,0 0 0 0 0,0 0 1 0 0,1 0-1 0 0,-1 0 1 0 0,1 0-1 0 0,-1-1 1 0 0,0 1-1 0 0,1 0 0 0 0,-1-1 1 0 0,1 1-1 0 0,0-1 1 0 0,-1 0-1 0 0,1 0 0 0 0,-1 1 1 0 0,4-1-1 0 0,9-2-986 0 0</inkml:trace>
</inkml:ink>
</file>

<file path=ppt/ink/ink3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07.3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19 175 3225 0 0,'-2'3'91'0'0,"0"1"1"0"0,-1 0-1 0 0,1-1 1 0 0,1 1-1 0 0,-1 0 1 0 0,1 0-1 0 0,-1 0 1 0 0,1 0 0 0 0,0 0-1 0 0,1 1 1 0 0,-1-1-1 0 0,1 0 1 0 0,0 0-1 0 0,0 1 1 0 0,0-1-1 0 0,0 0 1 0 0,1 0-1 0 0,0 0 1 0 0,0 1 0 0 0,0-1-1 0 0,3 7 1 0 0,-3-8 58 0 0,0 0 1 0 0,1 0 0 0 0,-1 0 0 0 0,1 0 0 0 0,0 0-1 0 0,0 0 1 0 0,0 0 0 0 0,0-1 0 0 0,0 1 0 0 0,0-1-1 0 0,1 1 1 0 0,4 2 0 0 0,-5-4-58 0 0,0 0 0 0 0,0 0 1 0 0,0 0-1 0 0,0 0 0 0 0,0 0 0 0 0,0-1 0 0 0,0 1 1 0 0,0-1-1 0 0,0 0 0 0 0,0 0 0 0 0,0 1 1 0 0,1-1-1 0 0,-1 0 0 0 0,0-1 0 0 0,0 1 1 0 0,0 0-1 0 0,0-1 0 0 0,0 1 0 0 0,1-1 1 0 0,-1 0-1 0 0,2 0 0 0 0,-1-1-2 0 0,0 0-1 0 0,0-1 1 0 0,0 1 0 0 0,0 0 0 0 0,-1-1-1 0 0,1 0 1 0 0,-1 1 0 0 0,0-1-1 0 0,1 0 1 0 0,-1 0 0 0 0,0-1 0 0 0,-1 1-1 0 0,1 0 1 0 0,-1-1 0 0 0,1 1-1 0 0,-1-1 1 0 0,0 1 0 0 0,0-1 0 0 0,0-5-1 0 0,1 2 94 0 0,-1-1-1 0 0,0 1 0 0 0,-1-1 1 0 0,0 1-1 0 0,0 0 1 0 0,-1-1-1 0 0,1 1 0 0 0,-4-14 1 0 0,3 20-197 0 0,1-1 1 0 0,-1 0 0 0 0,0 0-1 0 0,1 1 1 0 0,-1-1 0 0 0,0 0-1 0 0,0 1 1 0 0,0-1-1 0 0,0 1 1 0 0,0-1 0 0 0,0 1-1 0 0,0 0 1 0 0,-1-1 0 0 0,1 1-1 0 0,-1 0 1 0 0,1 0 0 0 0,-1 0-1 0 0,1 0 1 0 0,-1 0 0 0 0,1 0-1 0 0,-1 0 1 0 0,0 1-1 0 0,1-1 1 0 0,-1 1 0 0 0,0-1-1 0 0,0 1 1 0 0,0-1 0 0 0,1 1-1 0 0,-1 0 1 0 0,0 0 0 0 0,0 0-1 0 0,0 0 1 0 0,1 0 0 0 0,-1 1-1 0 0,0-1 1 0 0,0 0-1 0 0,0 1 1 0 0,1-1 0 0 0,-1 1-1 0 0,0 0 1 0 0,1 0 0 0 0,-4 1-1 0 0,1 0-21 0 0,1 0 0 0 0,-1 0 0 0 0,0 1 0 0 0,1-1-1 0 0,0 1 1 0 0,-1 0 0 0 0,1 0 0 0 0,0 0 0 0 0,1 0-1 0 0,-1 1 1 0 0,0-1 0 0 0,1 1 0 0 0,0-1 0 0 0,0 1-1 0 0,0 0 1 0 0,0 0 0 0 0,-1 7 0 0 0,2-7 28 0 0,1 0 0 0 0,-1 1 1 0 0,1-1-1 0 0,0 0 0 0 0,1 0 1 0 0,-1 0-1 0 0,1 0 0 0 0,0 0 1 0 0,0 0-1 0 0,0 0 0 0 0,0-1 1 0 0,1 1-1 0 0,-1 0 0 0 0,1 0 1 0 0,0-1-1 0 0,0 1 0 0 0,1-1 1 0 0,-1 0-1 0 0,1 0 0 0 0,3 4 1 0 0,-4-5 45 0 0,0-1 0 0 0,0 1 0 0 0,0 0 0 0 0,1-1 0 0 0,-1 0 0 0 0,1 1 0 0 0,-1-1 0 0 0,1 0 0 0 0,-1 0 0 0 0,1-1 0 0 0,0 1 0 0 0,-1 0 0 0 0,1-1 0 0 0,0 0 0 0 0,-1 1 0 0 0,1-1 0 0 0,0 0 0 0 0,0-1 0 0 0,-1 1 0 0 0,1 0 0 0 0,0-1 0 0 0,-1 1 0 0 0,1-1 0 0 0,0 0 0 0 0,-1 0 0 0 0,1 0 0 0 0,-1 0 0 0 0,1-1 0 0 0,-1 1 0 0 0,0-1 0 0 0,3-1 0 0 0,-2 1 41 0 0,-1-1 0 0 0,1 1 0 0 0,-1-1 0 0 0,1 1 0 0 0,-1-1-1 0 0,0 0 1 0 0,0 0 0 0 0,0 0 0 0 0,-1 0 0 0 0,1 0 0 0 0,-1 0-1 0 0,1 0 1 0 0,-1-1 0 0 0,0 1 0 0 0,-1-1 0 0 0,1 1 0 0 0,0 0-1 0 0,-1-1 1 0 0,0 1 0 0 0,0-1 0 0 0,0 1 0 0 0,0-1 0 0 0,0 1-1 0 0,-1-1 1 0 0,0 1 0 0 0,1-1 0 0 0,-1 1 0 0 0,-2-5 0 0 0,1 4 18 0 0,1-1 1 0 0,-1 1 0 0 0,0 0-1 0 0,0 0 1 0 0,-1 0 0 0 0,1 0 0 0 0,-1 0-1 0 0,0 1 1 0 0,0-1 0 0 0,0 1 0 0 0,0-1-1 0 0,-1 1 1 0 0,1 0 0 0 0,-1 1 0 0 0,0-1-1 0 0,0 1 1 0 0,0-1 0 0 0,0 1-1 0 0,0 0 1 0 0,0 1 0 0 0,-7-3 0 0 0,10 4-101 0 0,0 0 1 0 0,0-1 0 0 0,0 1 0 0 0,0 0-1 0 0,0 0 1 0 0,0 0 0 0 0,0 0-1 0 0,1 0 1 0 0,-1 0 0 0 0,0 1-1 0 0,0-1 1 0 0,0 0 0 0 0,0 0 0 0 0,0 1-1 0 0,0-1 1 0 0,1 0 0 0 0,-1 1-1 0 0,0-1 1 0 0,0 1 0 0 0,1-1 0 0 0,-1 1-1 0 0,0-1 1 0 0,0 1 0 0 0,1 0-1 0 0,-1-1 1 0 0,0 2 0 0 0,0 0-2 0 0,0 0 0 0 0,0 0 0 0 0,0 1 1 0 0,0-1-1 0 0,1 0 0 0 0,-1 0 0 0 0,1 0 1 0 0,0 1-1 0 0,-1-1 0 0 0,1 4 0 0 0,1 3-7 0 0,-1 0-1 0 0,2 0 1 0 0,-1 0-1 0 0,4 11 1 0 0,-3-15-17 0 0,-1-1 0 0 0,1 1 0 0 0,0-1 0 0 0,0 1-1 0 0,0-1 1 0 0,0 0 0 0 0,1 0 0 0 0,0 0 0 0 0,0 0 0 0 0,0-1 0 0 0,0 1 0 0 0,1-1 0 0 0,-1 0 0 0 0,1 0-1 0 0,0 0 1 0 0,0 0 0 0 0,0 0 0 0 0,0-1 0 0 0,8 4 0 0 0,-8-5 19 0 0,1 0-1 0 0,-1-1 1 0 0,0 1-1 0 0,1-1 1 0 0,-1 0-1 0 0,1 0 1 0 0,-1 0 0 0 0,0 0-1 0 0,1-1 1 0 0,-1 0-1 0 0,0 0 1 0 0,1 0-1 0 0,-1 0 1 0 0,0-1 0 0 0,0 0-1 0 0,0 1 1 0 0,0-2-1 0 0,0 1 1 0 0,0 0-1 0 0,-1-1 1 0 0,6-4 0 0 0,-2 1 133 0 0,0-1 0 0 0,0 0 0 0 0,-1-1 0 0 0,1 1 0 0 0,-2-1 0 0 0,1 0 0 0 0,-1-1 0 0 0,0 1 0 0 0,-1-1 0 0 0,0 0 0 0 0,0-1 0 0 0,-1 1 1 0 0,2-13-1 0 0,-3 17-62 0 0,-1-1 0 0 0,-1 1 0 0 0,1-1 0 0 0,-1 1 0 0 0,0-1 0 0 0,0 1 1 0 0,0-1-1 0 0,-1 1 0 0 0,0-1 0 0 0,0 1 0 0 0,0-1 0 0 0,-1 1 1 0 0,1 0-1 0 0,-2-1 0 0 0,1 1 0 0 0,0 0 0 0 0,-1 1 0 0 0,0-1 0 0 0,0 0 1 0 0,0 1-1 0 0,-1-1 0 0 0,0 1 0 0 0,1 0 0 0 0,-7-5 0 0 0,8 8-46 0 0,1 1 0 0 0,0-1-1 0 0,-1 0 1 0 0,1 1 0 0 0,-1-1-1 0 0,1 0 1 0 0,0 1 0 0 0,-1 0-1 0 0,1-1 1 0 0,-1 1 0 0 0,1 0-1 0 0,-1 0 1 0 0,0 0 0 0 0,1 0 0 0 0,-1 0-1 0 0,1 0 1 0 0,-1 0 0 0 0,1 1-1 0 0,-1-1 1 0 0,1 0 0 0 0,-1 1-1 0 0,1-1 1 0 0,0 1 0 0 0,-1 0-1 0 0,1-1 1 0 0,0 1 0 0 0,-1 0-1 0 0,1 0 1 0 0,0 0 0 0 0,0 0 0 0 0,0 0-1 0 0,-1 0 1 0 0,1 0 0 0 0,0 0-1 0 0,1 0 1 0 0,-1 1 0 0 0,-1 1-1 0 0,-5 7 80 0 0,-1 0 0 0 0,2 1-1 0 0,-9 17 1 0 0,9-15 4 0 0,-7 12-121 0 0,1 1 0 0 0,-9 29-1 0 0,17-43-31 0 0,1 0 0 0 0,1-1-1 0 0,-1 1 1 0 0,2 0 0 0 0,-1 0-1 0 0,2 0 1 0 0,1 19-1 0 0,-1-29-35 0 0,0-1-1 0 0,0 1 0 0 0,0-1 0 0 0,0 0 0 0 0,1 1 0 0 0,-1-1 0 0 0,1 1 0 0 0,-1-1 1 0 0,1 0-1 0 0,0 1 0 0 0,-1-1 0 0 0,1 0 0 0 0,0 0 0 0 0,0 1 0 0 0,0-1 0 0 0,0 0 1 0 0,0 0-1 0 0,0 0 0 0 0,0 0 0 0 0,0 0 0 0 0,0-1 0 0 0,0 1 0 0 0,1 0 0 0 0,1 1 1 0 0</inkml:trace>
</inkml:ink>
</file>

<file path=ppt/ink/ink3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3.3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532 32 1376 0 0,'-2'-3'114'0'0,"0"1"-1"0"0,0 0 1 0 0,0-1-1 0 0,0 1 1 0 0,0 0-1 0 0,0 0 1 0 0,-1 0-1 0 0,1 1 1 0 0,0-1-1 0 0,-1 1 1 0 0,0-1-1 0 0,1 1 1 0 0,-1 0-1 0 0,0 0 1 0 0,0 0-1 0 0,0 0 1 0 0,0 0-1 0 0,1 1 1 0 0,-1-1-1 0 0,0 1 1 0 0,0 0-1 0 0,0 0 1 0 0,0 0-1 0 0,0 0 1 0 0,0 0-1 0 0,0 1 1 0 0,0-1-1 0 0,0 1 1 0 0,0 0-1 0 0,0 0 1 0 0,0 0-1 0 0,1 0 1 0 0,-1 1-1 0 0,0-1 1 0 0,1 1-1 0 0,-1-1 1 0 0,1 1-1 0 0,0 0 1 0 0,-1 0-1 0 0,1 0 1 0 0,0 0-1 0 0,0 0 1 0 0,0 1-1 0 0,1-1 1 0 0,-1 1-1 0 0,1-1 0 0 0,-1 1 1 0 0,-1 4-1 0 0,-4 11 47 0 0,1 1 0 0 0,1 0 0 0 0,1 1 0 0 0,-3 30 0 0 0,1 82 38 0 0,4-59-75 0 0,-20 1277 1076 0 0,-41 551-1166 0 0,49 542 1059 0 0,-3-934-2424 0 0,-108 321 3236 0 0,34-138 1169 0 0,73-1388-2005 0 0,-4 167-640 0 0,22-333-1951 0 0,25 198-1 0 0,0-216-755 0 0,-20-100-1413 0 0</inkml:trace>
</inkml:ink>
</file>

<file path=ppt/ink/ink3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3.7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0 201 6449 0 0,'35'-7'106'0'0,"0"1"-1"0"0,0 2 1 0 0,62 0 0 0 0,107 16 848 0 0,52-1-466 0 0,-163-18-336 0 0,176-37-1 0 0,85-47 1648 0 0,-295 74-1281 0 0,-10 5 357 0 0,1 1 0 0 0,1 2 0 0 0,0 3 1 0 0,0 2-1 0 0,0 2 0 0 0,93 9 0 0 0,-122-5-708 0 0,25 4-684 0 0,53-2 0 0 0,-73-6-5314 0 0</inkml:trace>
</inkml:ink>
</file>

<file path=ppt/ink/ink3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5.0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696 13 8290 0 0,'0'0'53'0'0,"0"-1"1"0"0,0 1 0 0 0,0-1-1 0 0,0 1 1 0 0,-1 0 0 0 0,1-1-1 0 0,0 1 1 0 0,0-1 0 0 0,0 1-1 0 0,0-1 1 0 0,0 1 0 0 0,0-1-1 0 0,0 1 1 0 0,0-1 0 0 0,1 1-1 0 0,-1 0 1 0 0,0-1-1 0 0,0 1 1 0 0,0-1 0 0 0,0 1-1 0 0,0-1 1 0 0,1 1 0 0 0,-1 0-1 0 0,0-1 1 0 0,1 1 0 0 0,-1 0-1 0 0,0-1 1 0 0,0 1 0 0 0,1-1-1 0 0,0 2-6 0 0,-1-1-1 0 0,1 0 0 0 0,-1 1 0 0 0,1-1 1 0 0,-1 0-1 0 0,0 1 0 0 0,1-1 1 0 0,-1 1-1 0 0,0-1 0 0 0,1 1 1 0 0,-1-1-1 0 0,0 1 0 0 0,0-1 0 0 0,1 1 1 0 0,-1 0-1 0 0,0-1 0 0 0,0 1 1 0 0,0-1-1 0 0,0 1 0 0 0,0 0 0 0 0,0-1 1 0 0,0 1-1 0 0,0-1 0 0 0,0 1 1 0 0,0-1-1 0 0,0 1 0 0 0,0 0 1 0 0,0-1-1 0 0,0 1 0 0 0,-1 0 0 0 0,-3 81 279 0 0,-4 216-1134 0 0,-7 193-428 0 0,-27-1 1043 0 0,-16 458 417 0 0,60-698-223 0 0,-6 536 0 0 0,-92 692 1596 0 0,-43-245-1180 0 0,62-601-347 0 0,-65 990 2427 0 0,86 74-2432 0 0,24-764 969 0 0,0-4 107 0 0,37-707-298 0 0,41 266 1 0 0,-27-268-243 0 0,-17-125-6478 0 0,-2-76 337 0 0</inkml:trace>
</inkml:ink>
</file>

<file path=ppt/ink/ink3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5:45.9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0 393 3225 0 0,'479'-116'5178'0'0,"-111"33"-3699"0"0,-107 20-745 0 0,-13 3 108 0 0,-162 38 269 0 0,174-20 0 0 0,-198 37-575 0 0,-1 3 0 0 0,1 3 1 0 0,105 14-1 0 0,-144-12-522 0 0,0 2 1 0 0,0 0-1 0 0,0 2 1 0 0,-1 0-1 0 0,0 2 1 0 0,0 0-1 0 0,-1 2 1 0 0,36 23-1 0 0,-21-6-158 0 0</inkml:trace>
</inkml:ink>
</file>

<file path=ppt/ink/ink3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7.0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392 61 1840 0 0,'-4'-5'566'0'0,"0"-3"-168"0"0,-1 1 0 0 0,-1-1 0 0 0,0 1 0 0 0,-7-7 0 0 0,12 13-263 0 0,1 1-1 0 0,-1-1 1 0 0,0 0 0 0 0,0 1 0 0 0,0-1-1 0 0,1 1 1 0 0,-1-1 0 0 0,0 1-1 0 0,0-1 1 0 0,0 1 0 0 0,0 0 0 0 0,0-1-1 0 0,0 1 1 0 0,0 0 0 0 0,0 0-1 0 0,0 0 1 0 0,0 0 0 0 0,-2 0 0 0 0,2 0 113 0 0,-1 1 0 0 0,1-1 1 0 0,1 1-1 0 0,-1 0 1 0 0,0-1-1 0 0,0 1 1 0 0,0 0-1 0 0,0 0 1 0 0,0-1-1 0 0,1 1 0 0 0,-1 0 1 0 0,0 0-1 0 0,1 0 1 0 0,-1 0-1 0 0,1 0 1 0 0,-1 0-1 0 0,1 0 1 0 0,-1 0-1 0 0,1 0 0 0 0,0 1 1 0 0,-1 1-1 0 0,-7 19 491 0 0,-2-1 0 0 0,0 0 0 0 0,-2 0 0 0 0,-21 29 0 0 0,3-3-242 0 0,-29 53-78 0 0,-87 202 1 0 0,137-283-204 0 0,7-25 266 0 0,13-35 276 0 0,8-5-777 0 0,3 0 0 0 0,30-47 0 0 0,64-81-11 0 0,10-18 965 0 0,-111 162 1435 0 0,-13 49-2219 0 0,1 0-1 0 0,0 1 1 0 0,2-1 0 0 0,0-1-1 0 0,2 1 1 0 0,12 26 0 0 0,-5-9-59 0 0,-2-7-42 0 0,2 0-1 0 0,0-1 1 0 0,2-1-1 0 0,37 48 1 0 0,93 87 227 0 0,-124-139-270 0 0,-6-6-1543 0 0,-1 0-3492 0 0,-1 1-2379 0 0</inkml:trace>
</inkml:ink>
</file>

<file path=ppt/ink/ink3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8.1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2 2304 0 0,'-26'-1'17590'0'0,"33"11"-18220"0"0,195 220 3836 0 0,-23-30-2954 0 0,-137-149-390 0 0,140 190-1743 0 0,-167-215-322 0 0,-2-1-4615 0 0</inkml:trace>
</inkml:ink>
</file>

<file path=ppt/ink/ink3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8.4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0 252 10138 0 0,'75'-82'8854'0'0,"-36"38"-8877"0"0,71-64-1 0 0,-88 90-1213 0 0</inkml:trace>
</inkml:ink>
</file>

<file path=ppt/ink/ink3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8.6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10138 0 0,'19'23'9430'0'0,"8"14"-6590"0"0,43 53-2576 0 0,56 45-1198 0 0,-114-121-970 0 0</inkml:trace>
</inkml:ink>
</file>

<file path=ppt/ink/ink3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9.0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1 372 7370 0 0,'57'-103'3419'0'0,"-35"67"-2793"0"0,-2-2 0 0 0,29-73 0 0 0,-49 114-448 0 0,-1-1 1 0 0,1 1-1 0 0,0-1 0 0 0,0 1 1 0 0,0-1-1 0 0,0 1 1 0 0,0 0-1 0 0,0-1 1 0 0,1 1-1 0 0,-1-1 1 0 0,1 1-1 0 0,0-1 1 0 0,0 1-1 0 0,1 3 0 0 0,2 2 164 0 0,0-1 0 0 0,0 0 0 0 0,1 0 0 0 0,9 11 0 0 0,-5-9-61 0 0,0 0-1 0 0,0 0 1 0 0,1-1 0 0 0,0 0 0 0 0,0-1 0 0 0,1 0 0 0 0,12 6 0 0 0,-16-10-134 0 0,0 0 0 0 0,1-1 0 0 0,-1 0 0 0 0,0-1 0 0 0,1 0 0 0 0,-1 0 0 0 0,1 0 0 0 0,-1-1-1 0 0,1 0 1 0 0,-1 0 0 0 0,1-1 0 0 0,9-2 0 0 0,-14 3-130 0 0,-1-1 0 0 0,1 0 0 0 0,0 0 0 0 0,-1 0 0 0 0,0 0 0 0 0,1 0 0 0 0,-1 0 1 0 0,0-1-1 0 0,1 1 0 0 0,-1-1 0 0 0,0 0 0 0 0,0 1 0 0 0,0-1 0 0 0,0 0 0 0 0,-1 0 0 0 0,1 0 0 0 0,0-1 0 0 0,-1 1 0 0 0,0 0 0 0 0,1-1 0 0 0,-1 1 0 0 0,0 0 0 0 0,0-1 0 0 0,0 0 0 0 0,-1 1 0 0 0,1-1 0 0 0,0 1 1 0 0,-1-1-1 0 0,0 0 0 0 0,0 1 0 0 0,0-1 0 0 0,0 0 0 0 0,0 1 0 0 0,0-1 0 0 0,-1 0 0 0 0,1 1 0 0 0,-2-4 0 0 0,-1-8 35 0 0,-1 1 1 0 0,-1-1-1 0 0,0 1 0 0 0,-13-24 0 0 0,14 29-44 0 0,-1 1 0 0 0,0-1-1 0 0,0 1 1 0 0,0 0 0 0 0,-1 0 0 0 0,0 1-1 0 0,-1 0 1 0 0,-13-11 0 0 0,18 16-109 0 0,-1 0 1 0 0,1 0 0 0 0,-1 0 0 0 0,1 0-1 0 0,-1 0 1 0 0,0 0 0 0 0,1 1 0 0 0,-1-1-1 0 0,0 1 1 0 0,0 0 0 0 0,1 0 0 0 0,-1 0-1 0 0,0 0 1 0 0,0 1 0 0 0,1-1 0 0 0,-1 1-1 0 0,0-1 1 0 0,0 1 0 0 0,1 0 0 0 0,-1 0-1 0 0,1 0 1 0 0,-1 0 0 0 0,1 1 0 0 0,0-1-1 0 0,-1 1 1 0 0,1-1 0 0 0,-2 3-1 0 0</inkml:trace>
</inkml:ink>
</file>

<file path=ppt/ink/ink3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9.3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60 6913 0 0,'-22'-28'4100'0'0,"21"27"-3589"0"0,0 0 0 0 0,0-1 0 0 0,0 0 0 0 0,0 1-1 0 0,0-1 1 0 0,1 1 0 0 0,-1-1 0 0 0,0 0 0 0 0,1 0 0 0 0,0 1 0 0 0,-1-1-1 0 0,1 0 1 0 0,0 0 0 0 0,0 0 0 0 0,0 1 0 0 0,0-5 0 0 0,22 29 2310 0 0,3 11-2370 0 0,46 47-1 0 0,-60-70-435 0 0,1-1 0 0 0,0 0 0 0 0,1-1 0 0 0,0 0 1 0 0,0-1-1 0 0,1 0 0 0 0,23 8 0 0 0,-17-8-517 0 0,38 8 1 0 0,-25-12-6846 0 0</inkml:trace>
</inkml:ink>
</file>

<file path=ppt/ink/ink3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9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47 6913 0 0,'-5'3'699'0'0,"-1"1"0"0"0,1-1 0 0 0,0 1 0 0 0,1 0 0 0 0,-1 0 0 0 0,1 1 0 0 0,0-1 0 0 0,-6 13 2596 0 0,18-21-2373 0 0,9-9-362 0 0,40-47-1214 0 0,-42 42-5268 0 0</inkml:trace>
</inkml:ink>
</file>

<file path=ppt/ink/ink3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39.8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61 5529 0 0,'3'-7'2954'0'0,"-1"3"-3063"0"0,-1 0-1 0 0,1 1 0 0 0,0-1 0 0 0,0 0 0 0 0,0 1 0 0 0,0-1 0 0 0,0 1 1 0 0,1-1-1 0 0,0 1 0 0 0,0 0 0 0 0,0 0 0 0 0,0 0 0 0 0,6-4 0 0 0,-4 6 94 0 0</inkml:trace>
</inkml:ink>
</file>

<file path=ppt/ink/ink3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0.0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1 156 12755 0 0,'0'0'84'0'0,"1"1"0"0"0,-1-1 0 0 0,1 0 0 0 0,-1 1 0 0 0,1-1-1 0 0,-1 0 1 0 0,1 1 0 0 0,-1-1 0 0 0,1 0 0 0 0,-1 0 0 0 0,1 0 0 0 0,0 0 0 0 0,-1 1 0 0 0,1-1 0 0 0,-1 0 0 0 0,1 0 0 0 0,-1 0 0 0 0,1 0 0 0 0,0 0 0 0 0,-1 0 0 0 0,1-1 0 0 0,-1 1 0 0 0,1 0 0 0 0,-1 0 0 0 0,1 0 0 0 0,0 0 0 0 0,0-1-1 0 0,18-14 1443 0 0,9-21-652 0 0,40-55-4075 0 0,-56 75 1972 0 0</inkml:trace>
</inkml:ink>
</file>

<file path=ppt/ink/ink3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4.8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3 205 8290 0 0,'0'-1'89'0'0,"-1"-1"0"0"0,1 0 1 0 0,-1 1-1 0 0,1-1 0 0 0,0 0 0 0 0,0 0 1 0 0,0 1-1 0 0,0-1 0 0 0,0 0 1 0 0,0 0-1 0 0,0 1 0 0 0,0-1 0 0 0,1 0 1 0 0,-1 1-1 0 0,1-1 0 0 0,-1 0 1 0 0,1 1-1 0 0,0-1 0 0 0,1-2 0 0 0,21-36 1299 0 0,-16 29-946 0 0,38-56 1499 0 0,-42 62-1798 0 0,1 0 0 0 0,0 1 0 0 0,-1 0 0 0 0,2 0-1 0 0,-1 0 1 0 0,0 0 0 0 0,1 1 0 0 0,0-1 0 0 0,0 1 0 0 0,0 0 0 0 0,9-3 0 0 0,-13 6-135 0 0,0-1 1 0 0,1 1 0 0 0,-1 0-1 0 0,0 0 1 0 0,0 0 0 0 0,1 0-1 0 0,-1 0 1 0 0,0 0-1 0 0,0 0 1 0 0,1 0 0 0 0,-1 1-1 0 0,0-1 1 0 0,0 0 0 0 0,1 1-1 0 0,-1-1 1 0 0,0 1 0 0 0,0-1-1 0 0,0 1 1 0 0,0 0 0 0 0,0-1-1 0 0,1 2 1 0 0,1 1 11 0 0,-1-1-1 0 0,0 1 1 0 0,1-1 0 0 0,-1 1 0 0 0,0 0-1 0 0,-1 0 1 0 0,4 6 0 0 0,1 5 121 0 0,-1 1-1 0 0,6 26 1 0 0,-9-31-3 0 0,7 37 4 0 0,6 24 74 0 0,-13-65-205 0 0,0-1-1 0 0,0 0 1 0 0,0 1-1 0 0,1-1 1 0 0,0 0-1 0 0,0 0 0 0 0,0-1 1 0 0,1 1-1 0 0,6 7 1 0 0,-8-10 8 0 0,0 0 1 0 0,0-1 0 0 0,0 1-1 0 0,0-1 1 0 0,1 1 0 0 0,-1-1 0 0 0,0 0-1 0 0,1 0 1 0 0,-1 0 0 0 0,1 0-1 0 0,-1 0 1 0 0,1-1 0 0 0,-1 1-1 0 0,1-1 1 0 0,-1 0 0 0 0,1 1 0 0 0,0-1-1 0 0,-1 0 1 0 0,1-1 0 0 0,2 1-1 0 0,3-2 147 0 0,0-1-1 0 0,1 1 1 0 0,-2-2-1 0 0,15-6 1 0 0,-17 7-92 0 0,1 0-1 0 0,0 0 1 0 0,0 1 0 0 0,0-1-1 0 0,0 1 1 0 0,1 1 0 0 0,-1-1-1 0 0,7 0 1 0 0,-12 2-29 0 0,0 1 0 0 0,0-1 0 0 0,0 0 0 0 0,0 1 0 0 0,0-1 1 0 0,0 0-1 0 0,0 1 0 0 0,0-1 0 0 0,0 1 0 0 0,0 0 0 0 0,0-1 0 0 0,-1 1 0 0 0,1 0 0 0 0,0-1 0 0 0,0 1 0 0 0,-1 0 0 0 0,1 0 1 0 0,-1 0-1 0 0,1-1 0 0 0,-1 1 0 0 0,1 0 0 0 0,-1 0 0 0 0,1 0 0 0 0,-1 0 0 0 0,0 0 0 0 0,1 0 0 0 0,-1 0 0 0 0,0 0 0 0 0,0 0 1 0 0,0 0-1 0 0,0 0 0 0 0,0 0 0 0 0,0 0 0 0 0,0 0 0 0 0,0 2 0 0 0,-5 41 895 0 0,4-42-846 0 0,-5 24 253 0 0,-2-2 1 0 0,-13 32-1 0 0,13-38-1148 0 0,1 1 0 0 0,1 0 0 0 0,0 0 1 0 0,-5 40-1 0 0,11-58 601 0 0,-1-1-1 0 0,1 1 1 0 0,0-1 0 0 0,0 1 0 0 0,0 0 0 0 0,0-1 0 0 0,0 1 0 0 0,0 0-1 0 0,0-1 1 0 0,0 1 0 0 0,1-1 0 0 0,-1 1 0 0 0,0 0 0 0 0,0-1 0 0 0,0 1 0 0 0,1-1-1 0 0,-1 1 1 0 0,0-1 0 0 0,1 1 0 0 0,-1 0 0 0 0,0-1 0 0 0,1 0 0 0 0,-1 1-1 0 0,1 0-399 0 0,0 0 400 0 0,-1-1 0 0 0,1 0 0 0 0,0 1 0 0 0,-1-1-1 0 0,1 0 1 0 0,-1 0 0 0 0,1 1 0 0 0,-1-1 0 0 0,1 0 0 0 0,0 0 0 0 0,-1 0 0 0 0,1 0-1 0 0,-1 0 1 0 0,1 0 0 0 0,0 0 0 0 0,-1 0 0 0 0,1 0 0 0 0,0 0 0 0 0,-1 0-1 0 0,1 0 1 0 0,-1 0 0 0 0,1 0 0 0 0,0 0 0 0 0,-1-1 0 0 0,1 1 0 0 0,-1 0 0 0 0,1-1-1 0 0,-1 1 1 0 0,1 0 0 0 0,-1-1 0 0 0,1 1 0 0 0,-1 0 0 0 0,2-2 0 0 0,5-6-10 0 0</inkml:trace>
</inkml:ink>
</file>

<file path=ppt/ink/ink3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5.2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8290 0 0,'2'-11'331'0'0,"-2"4"690"0"0,1-1 0 0 0,0 0-1 0 0,0 0 1 0 0,1 1 0 0 0,0-1-1 0 0,0 1 1 0 0,1-1 0 0 0,0 1-1 0 0,5-9 222 0 0,-7 16-1198 0 0,-1 0 0 0 0,0 0 1 0 0,0-1-1 0 0,0 1 0 0 0,0 0 0 0 0,0 0 0 0 0,0 0 0 0 0,0 0 1 0 0,1 0-1 0 0,-1 0 0 0 0,0 0 0 0 0,0 0 0 0 0,0 0 1 0 0,0 0-1 0 0,0 0 0 0 0,0 0 0 0 0,1 0 0 0 0,-1 0 0 0 0,0 0 1 0 0,0 0-1 0 0,1 1 619 0 0,0-1-619 0 0,-1 1 0 0 0,0-1 0 0 0,0 0 0 0 0,0 0 1 0 0,0 0-1 0 0,0 0 0 0 0,0 0 0 0 0,0 0 0 0 0,0 1 0 0 0,0-1 1 0 0,0 0-1 0 0,0 0 0 0 0,0 0 0 0 0,0 0 0 0 0,4 14 722 0 0,1 14-483 0 0,-2 238 566 0 0,1-9-708 0 0,0-202-202 0 0,2 0 0 0 0,23 91 0 0 0,8-33-3282 0 0,-25-79-3885 0 0</inkml:trace>
</inkml:ink>
</file>

<file path=ppt/ink/ink3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5.7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 58 3681 0 0,'-26'-45'5908'0'0,"22"34"-2974"0"0,5 11-2763 0 0,-1 0-1 0 0,1 0 1 0 0,-1-1 0 0 0,1 1 0 0 0,-1 0 0 0 0,0 0-1 0 0,1 0 1 0 0,-1 0 0 0 0,1 0 0 0 0,-1 0-1 0 0,1 0 1 0 0,-1 0 0 0 0,7 3 2732 0 0,-7-2-2732 0 0,18 7 407 0 0,-9 0-273 0 0,-1 0 1 0 0,1 1 0 0 0,-2-1 0 0 0,1 2 0 0 0,-2-1-1 0 0,1 1 1 0 0,-1 0 0 0 0,-1 0 0 0 0,6 15 0 0 0,5 5 95 0 0,2 1-609 0 0,1 0 0 0 0,2-1 1 0 0,1-1-1 0 0,1-1 0 0 0,51 47 0 0 0</inkml:trace>
</inkml:ink>
</file>

<file path=ppt/ink/ink3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6.0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 7370 0 0,'-1'-4'7723'0'0,"9"4"-4471"0"0,9 5-2401 0 0,6 5-91 0 0,-1 1 0 0 0,0 1 1 0 0,34 25-1 0 0,-10-6-466 0 0,93 61-2310 0 0</inkml:trace>
</inkml:ink>
</file>

<file path=ppt/ink/ink3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6.3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2 5065 0 0,'0'-1'122'0'0,"-1"1"-1"0"0,1 0 1 0 0,-1 0 0 0 0,1 0-1 0 0,0 0 1 0 0,-1 0 0 0 0,1 0-1 0 0,-1 0 1 0 0,1 0 0 0 0,0-1 0 0 0,-1 2-1 0 0,1-1 1 0 0,-1 0 0 0 0,1 0-1 0 0,0 0 1 0 0,-1 0 0 0 0,1 0-1 0 0,-1 0 1 0 0,1 0 0 0 0,0 0-1 0 0,-1 1 1 0 0,1-1 0 0 0,0 0-1 0 0,-1 0 1 0 0,1 0 0 0 0,0 1-1 0 0,-1-1 1 0 0,1 0 0 0 0,0 1-1 0 0,0-1 1 0 0,-1 0 0 0 0,1 0-1 0 0,0 1 1 0 0,0-1 0 0 0,-1 1-1 0 0,1-1 1 0 0,0 0 0 0 0,0 1-1 0 0,0-1 1 0 0,0 0 0 0 0,0 1-1 0 0,-1 0 1 0 0,-9 22 1937 0 0,7-17-1390 0 0,-3 7 451 0 0,-1 1-638 0 0,1-1 0 0 0,0 1 0 0 0,0 0 0 0 0,2 0 0 0 0,0 0 1 0 0,0 1-1 0 0,2-1 0 0 0,-2 25 0 0 0,4-38-439 0 0,0 0 0 0 0,0 1 0 0 0,0-1 0 0 0,0 1 0 0 0,0-1 1 0 0,1 0-1 0 0,-1 1 0 0 0,0-1 0 0 0,1 0 0 0 0,-1 1 0 0 0,1-1 0 0 0,0 0 0 0 0,-1 0 0 0 0,1 0 1 0 0,0 1-1 0 0,0-1 0 0 0,0 0 0 0 0,0 0 0 0 0,0 0 0 0 0,0 0 0 0 0,0-1 0 0 0,0 1 0 0 0,0 0 1 0 0,0 0-1 0 0,2 0 0 0 0,0 0 13 0 0,0 0 0 0 0,0-1 0 0 0,-1 1 0 0 0,1-1 0 0 0,0 1 0 0 0,0-1 1 0 0,0 0-1 0 0,0 0 0 0 0,0-1 0 0 0,0 1 0 0 0,4-1 0 0 0,6-3 178 0 0,1 0-1 0 0,-1-1 1 0 0,22-11 0 0 0,43-23-460 0 0,-66 34-597 0 0</inkml:trace>
</inkml:ink>
</file>

<file path=ppt/ink/ink3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6.6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0 210 11058 0 0,'2'-5'610'0'0,"0"1"1"0"0,0-1-1 0 0,0 1 0 0 0,1-1 0 0 0,-1 1 0 0 0,1 0 0 0 0,6-7 0 0 0,80-91 4256 0 0,-59 69-5956 0 0,1 0-3676 0 0</inkml:trace>
</inkml:ink>
</file>

<file path=ppt/ink/ink3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6.8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3225 0 0,'9'11'6368'0'0,"-8"-10"-6123"0"0,16 9 3009 0 0,-1-2-1358 0 0,-1 1-1 0 0,0 1 0 0 0,19 15 1 0 0,-5 2-1113 0 0,39 46 0 0 0,-43-45-606 0 0,10 8-592 0 0,-16-20-134 0 0</inkml:trace>
</inkml:ink>
</file>

<file path=ppt/ink/ink3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7.3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31 161 1376 0 0,'-2'-1'482'0'0,"-1"-1"1"0"0,1 0-1 0 0,0 0 0 0 0,0 0 0 0 0,0 0 0 0 0,0 0 0 0 0,0 0 0 0 0,1 0 1 0 0,-1 0-1 0 0,1-1 0 0 0,-1 1 0 0 0,1-1 0 0 0,0 1 0 0 0,0-1 0 0 0,0 0 0 0 0,0 1 1 0 0,0-1-1 0 0,1 0 0 0 0,-1 0 0 0 0,1 0 0 0 0,0 1 0 0 0,0-1 0 0 0,0 0 1 0 0,0 0-1 0 0,0 0 0 0 0,0 1 0 0 0,2-4 0 0 0,0 0-150 0 0,0 0 1 0 0,0 1-1 0 0,1 0 0 0 0,0 0 1 0 0,0-1-1 0 0,0 2 0 0 0,1-1 1 0 0,0 0-1 0 0,0 1 0 0 0,0-1 0 0 0,0 1 1 0 0,6-4-1 0 0,-7 6-261 0 0,0-1-1 0 0,0 1 1 0 0,0 0-1 0 0,1 0 1 0 0,-1 0-1 0 0,0 0 1 0 0,1 1 0 0 0,-1-1-1 0 0,1 1 1 0 0,6-2-1 0 0,-9 4-51 0 0,0-1 1 0 0,1 0-1 0 0,-1 0 0 0 0,0 0 0 0 0,0 1 0 0 0,1-1 1 0 0,-1 0-1 0 0,0 1 0 0 0,0 0 0 0 0,0-1 1 0 0,0 1-1 0 0,1-1 0 0 0,-1 1 0 0 0,0 0 0 0 0,0 0 1 0 0,0 0-1 0 0,-1 0 0 0 0,1 0 0 0 0,0 0 0 0 0,0 0 1 0 0,0 0-1 0 0,-1 0 0 0 0,1 0 0 0 0,0 0 0 0 0,-1 0 1 0 0,1 0-1 0 0,-1 1 0 0 0,0-1 0 0 0,1 0 0 0 0,-1 0 1 0 0,0 1-1 0 0,0-1 0 0 0,1 0 0 0 0,-1 3 0 0 0,1 6 3 0 0,-1 0 0 0 0,0 0-1 0 0,0 0 1 0 0,-3 16-1 0 0,2-19-6 0 0,0-1-1 0 0,0 1 1 0 0,1 0-1 0 0,0 0 1 0 0,0 0-1 0 0,0-1 1 0 0,1 1-1 0 0,0 0 1 0 0,0 0-1 0 0,1-1 1 0 0,-1 1-1 0 0,4 7 0 0 0,-4-13-13 0 0,0 1 0 0 0,1-1 0 0 0,-1 1 0 0 0,0-1 0 0 0,0 0-1 0 0,1 1 1 0 0,-1-1 0 0 0,1 0 0 0 0,-1 0 0 0 0,1 0 0 0 0,-1 0-1 0 0,1 0 1 0 0,0 0 0 0 0,-1-1 0 0 0,1 1 0 0 0,0-1 0 0 0,0 1-1 0 0,-1-1 1 0 0,4 1 0 0 0,40-3 38 0 0,-39 1-31 0 0,1 0 0 0 0,-1 1 0 0 0,1 0 0 0 0,-1 0 0 0 0,0 0-1 0 0,8 2 1 0 0,-12-2-6 0 0,0 1-1 0 0,0 0 1 0 0,0 0-1 0 0,-1-1 1 0 0,1 1 0 0 0,0 0-1 0 0,-1 0 1 0 0,1 1-1 0 0,-1-1 1 0 0,1 0-1 0 0,-1 0 1 0 0,0 1-1 0 0,1-1 1 0 0,-1 1-1 0 0,0-1 1 0 0,0 1 0 0 0,0 0-1 0 0,0-1 1 0 0,0 1-1 0 0,0 0 1 0 0,-1 0-1 0 0,1-1 1 0 0,0 1-1 0 0,0 4 1 0 0,0 3 24 0 0,1 0 1 0 0,-2 0-1 0 0,1 0 0 0 0,-1 0 1 0 0,-1 0-1 0 0,1 1 1 0 0,-2-1-1 0 0,-2 10 0 0 0,-24 74-910 0 0,11-43-4328 0 0,10-25-1337 0 0</inkml:trace>
</inkml:ink>
</file>

<file path=ppt/ink/ink3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7.5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65 3225 0 0,'27'-65'14786'0'0,"-34"98"-12640"0"0,-4 36 1 0 0,2 89-1859 0 0,3-55-163 0 0,3 64-208 0 0,12-56-2876 0 0,-5-76-4193 0 0</inkml:trace>
</inkml:ink>
</file>

<file path=ppt/ink/ink3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8.1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3 168 3681 0 0,'-1'-5'356'0'0,"0"0"-1"0"0,1 0 1 0 0,-1 0 0 0 0,1 0 0 0 0,0 0 0 0 0,1 0 0 0 0,-1 0-1 0 0,1 0 1 0 0,0 0 0 0 0,0 0 0 0 0,1 0 0 0 0,-1 0 0 0 0,4-6-1 0 0,1-3 1013 0 0,1 1 0 0 0,0 0 0 0 0,12-16 0 0 0,-18 28-1262 0 0,-1-1 0 0 0,1 1 0 0 0,0-1 0 0 0,0 1 1 0 0,1 0-1 0 0,-1-1 0 0 0,0 1 0 0 0,0 0 0 0 0,1 0 1 0 0,-1 0-1 0 0,0 0 0 0 0,1 0 0 0 0,-1 0 0 0 0,1 0 0 0 0,-1 0 1 0 0,1 1-1 0 0,0-1 0 0 0,-1 1 0 0 0,1-1 0 0 0,0 1 1 0 0,-1-1-1 0 0,1 1 0 0 0,0 0 0 0 0,-1 0 0 0 0,1 0 1 0 0,0 0-1 0 0,0 0 0 0 0,-1 0 0 0 0,1 1 0 0 0,0-1 1 0 0,-1 0-1 0 0,1 1 0 0 0,0 0 0 0 0,2 1 0 0 0,3 2 175 0 0,1 1-1 0 0,-1 1 0 0 0,-1 0 0 0 0,1 0 1 0 0,10 13-1 0 0,16 14 646 0 0,-27-30-857 0 0,-2 0 1 0 0,1 0 0 0 0,0 0-1 0 0,0 1 1 0 0,-1 0 0 0 0,0 0 0 0 0,0 0-1 0 0,0 1 1 0 0,-1-1 0 0 0,1 1-1 0 0,-1 0 1 0 0,0 0 0 0 0,0 0-1 0 0,-1 0 1 0 0,1 1 0 0 0,-1-1 0 0 0,-1 1-1 0 0,1-1 1 0 0,-1 1 0 0 0,0 0-1 0 0,0-1 1 0 0,0 8 0 0 0,0 4 39 0 0,3 26-47 0 0,-3-41-46 0 0,-1 0-1 0 0,1 1 0 0 0,-1-1 1 0 0,1 0-1 0 0,0 0 0 0 0,0 0 0 0 0,0 0 1 0 0,0 0-1 0 0,0 0 0 0 0,0-1 0 0 0,0 1 1 0 0,1 0-1 0 0,-1 0 0 0 0,1-1 1 0 0,2 3-1 0 0,-4-4-10 0 0,1 0 1 0 0,0 0-1 0 0,-1 0 1 0 0,1 0 0 0 0,0 0-1 0 0,-1-1 1 0 0,1 1-1 0 0,0 0 1 0 0,-1 0-1 0 0,1 0 1 0 0,-1-1-1 0 0,1 1 1 0 0,0 0-1 0 0,-1-1 1 0 0,1 1 0 0 0,-1 0-1 0 0,1-1 1 0 0,-1 1-1 0 0,1-1 1 0 0,-1 1-1 0 0,1-1 1 0 0,-1 1-1 0 0,0-1 1 0 0,1 1 0 0 0,-1-1-1 0 0,1 0 1 0 0,14-20 205 0 0,-12 16-188 0 0,108-175-1976 0 0</inkml:trace>
</inkml:ink>
</file>

<file path=ppt/ink/ink3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8.3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6449 0 0,'-5'0'2380'0'0,"16"5"402"0"0,8 3-381 0 0,26 23 1535 0 0,16 18-2821 0 0,-53-41-1462 0 0</inkml:trace>
</inkml:ink>
</file>

<file path=ppt/ink/ink3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8.6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94 0 5985 0 0,'-1'13'997'0'0,"-1"0"-1"0"0,-1 0 0 0 0,0 0 1 0 0,-1 0-1 0 0,-1-1 0 0 0,-8 20 0 0 0,-2 2 457 0 0,2 0-126 0 0,-14 39 811 0 0,25-66-1898 0 0,1-1 0 0 0,-1 0-1 0 0,1 1 1 0 0,1-1 0 0 0,-1 1-1 0 0,1-1 1 0 0,0 1-1 0 0,0-1 1 0 0,2 8 0 0 0,-1-12-214 0 0,-1-1 1 0 0,0 1 0 0 0,0-1-1 0 0,1 1 1 0 0,-1-1 0 0 0,1 1-1 0 0,0-1 1 0 0,-1 0 0 0 0,1 1-1 0 0,0-1 1 0 0,0 0 0 0 0,0 0 0 0 0,-1 0-1 0 0,1 1 1 0 0,1-1 0 0 0,-1 0-1 0 0,0 0 1 0 0,0 0 0 0 0,0-1-1 0 0,0 1 1 0 0,1 0 0 0 0,-1 0-1 0 0,0-1 1 0 0,1 1 0 0 0,-1-1-1 0 0,1 1 1 0 0,-1-1 0 0 0,0 1-1 0 0,1-1 1 0 0,-1 0 0 0 0,1 0-1 0 0,-1 0 1 0 0,1 0 0 0 0,-1 0 0 0 0,1 0-1 0 0,-1 0 1 0 0,1 0 0 0 0,-1 0-1 0 0,1-1 1 0 0,-1 1 0 0 0,1-1-1 0 0,-1 1 1 0 0,0-1 0 0 0,1 0-1 0 0,-1 1 1 0 0,2-2 0 0 0,9-5-458 0 0,-1 1 0 0 0,0-1-1 0 0,0-1 1 0 0,10-10 0 0 0,-15 14-278 0 0,13-11-6063 0 0</inkml:trace>
</inkml:ink>
</file>

<file path=ppt/ink/ink3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8.8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4 219 10594 0 0,'0'0'103'0'0,"0"-1"-1"0"0,-1 1 0 0 0,1 0 1 0 0,-1-1-1 0 0,1 1 0 0 0,0-1 1 0 0,0 1-1 0 0,-1-1 1 0 0,1 1-1 0 0,0-1 0 0 0,0 1 1 0 0,0-1-1 0 0,0 1 0 0 0,-1-1 1 0 0,1 1-1 0 0,0-1 0 0 0,0 0 1 0 0,0 1-1 0 0,0-1 1 0 0,0 1-1 0 0,0-1 0 0 0,1 1 1 0 0,-1-1-1 0 0,0 1 0 0 0,0-1 1 0 0,0 1-1 0 0,0-1 1 0 0,1 1-1 0 0,-1-1 0 0 0,0 1 1 0 0,0-1-1 0 0,1 1 0 0 0,-1-1 1 0 0,0 1-1 0 0,1-1 0 0 0,-1 1 1 0 0,0 0-1 0 0,1-1 1 0 0,-1 1-1 0 0,1 0 0 0 0,0-1 1 0 0,22-26 2663 0 0,-17 20-2181 0 0,11-12 572 0 0,38-46 1034 0 0,-41 46-2851 0 0,20-31-1 0 0,-29 39-1207 0 0</inkml:trace>
</inkml:ink>
</file>

<file path=ppt/ink/ink3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9.0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1 6913 0 0,'-1'0'81'0'0,"0"0"0"0"0,0 0 0 0 0,-1 0-1 0 0,1 1 1 0 0,0-1 0 0 0,0 1 0 0 0,-1-1 0 0 0,1 1-1 0 0,0-1 1 0 0,0 1 0 0 0,0 0 0 0 0,0 0-1 0 0,0-1 1 0 0,0 1 0 0 0,0 0 0 0 0,0 0-1 0 0,0 0 1 0 0,0 0 0 0 0,0 0 0 0 0,0 0-1 0 0,1 0 1 0 0,-1 1 0 0 0,1-1 0 0 0,-1 0-1 0 0,1 0 1 0 0,-2 3 0 0 0,2-2 175 0 0,1 0 0 0 0,-1 1 1 0 0,0-1-1 0 0,1 0 0 0 0,-1 0 0 0 0,1 0 0 0 0,0 0 1 0 0,-1 1-1 0 0,1-1 0 0 0,0 0 0 0 0,0 0 0 0 0,1 0 1 0 0,-1-1-1 0 0,0 1 0 0 0,1 0 0 0 0,1 2 1 0 0,10 8 824 0 0,0 0 1 0 0,1-1 0 0 0,1 0 0 0 0,0-1-1 0 0,0-1 1 0 0,25 11 0 0 0,-1 1-374 0 0,5 4-930 0 0,-2 2-1 0 0,54 44 1 0 0</inkml:trace>
</inkml:ink>
</file>

<file path=ppt/ink/ink3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9.4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27 170 3225 0 0,'-3'-3'515'0'0,"0"-1"1"0"0,1 0 0 0 0,-1 0-1 0 0,1 0 1 0 0,0 0 0 0 0,0 0-1 0 0,0 0 1 0 0,0-1 0 0 0,1 1-1 0 0,0-1 1 0 0,0 1 0 0 0,0-1-1 0 0,0 1 1 0 0,1-1 0 0 0,-1 0-1 0 0,1 1 1 0 0,1-1 0 0 0,-1 0-1 0 0,1 1 1 0 0,-1-1 0 0 0,1 1-1 0 0,0-1 1 0 0,1 1 0 0 0,-1-1-1 0 0,1 1 1 0 0,0 0 0 0 0,0 0-1 0 0,5-7 1 0 0,-5 8-285 0 0,1 0-1 0 0,0-1 1 0 0,1 1-1 0 0,-1 0 0 0 0,0 1 1 0 0,1-1-1 0 0,0 1 1 0 0,-1-1-1 0 0,1 1 1 0 0,0 0-1 0 0,0 0 1 0 0,7-1-1 0 0,-10 2-221 0 0,0 1 0 0 0,1-1-1 0 0,-1 1 1 0 0,0 0 0 0 0,0 0-1 0 0,1 0 1 0 0,-1-1 0 0 0,0 1-1 0 0,0 0 1 0 0,0 1 0 0 0,1-1 0 0 0,-1 0-1 0 0,0 0 1 0 0,0 0 0 0 0,1 1-1 0 0,-1-1 1 0 0,0 1 0 0 0,0-1-1 0 0,0 1 1 0 0,0-1 0 0 0,0 1 0 0 0,0 0-1 0 0,2 0 1 0 0,-2 1 16 0 0,1 0 1 0 0,-1 0-1 0 0,1 0 0 0 0,-1 1 1 0 0,0-1-1 0 0,1 0 1 0 0,-1 0-1 0 0,0 1 0 0 0,-1-1 1 0 0,1 1-1 0 0,0 2 0 0 0,2 8 93 0 0,-2 0-1 0 0,0 1 1 0 0,0 19-1 0 0,-1-25-102 0 0,-1 25 2 0 0,-1-20 11 0 0,2 0 0 0 0,0 1 0 0 0,1-1 0 0 0,0 1 0 0 0,5 22 0 0 0,-5-33-25 0 0,0-1 0 0 0,0 1 1 0 0,0-1-1 0 0,0 0 1 0 0,0 1-1 0 0,1-1 0 0 0,-1 0 1 0 0,1 0-1 0 0,-1 1 1 0 0,1-1-1 0 0,0 0 1 0 0,0-1-1 0 0,0 1 0 0 0,0 0 1 0 0,0-1-1 0 0,1 1 1 0 0,-1-1-1 0 0,0 1 0 0 0,1-1 1 0 0,-1 0-1 0 0,1 0 1 0 0,-1 0-1 0 0,1-1 0 0 0,-1 1 1 0 0,1 0-1 0 0,0-1 1 0 0,-1 0-1 0 0,1 0 0 0 0,0 0 1 0 0,-1 0-1 0 0,1 0 1 0 0,0 0-1 0 0,-1-1 0 0 0,5 0 1 0 0,7-2-5 0 0,0-1 0 0 0,26-10 1 0 0,-31 11-4 0 0,-1-1 1 0 0,1 1 0 0 0,0 0 0 0 0,1 1-1 0 0,-1 0 1 0 0,0 0 0 0 0,1 1 0 0 0,-1 0-1 0 0,13 1 1 0 0,-21 0 2 0 0,0 0 0 0 0,0 0 0 0 0,0 0 0 0 0,0 1 0 0 0,0-1 0 0 0,0 0 0 0 0,0 1-1 0 0,0-1 1 0 0,0 1 0 0 0,0-1 0 0 0,0 1 0 0 0,0-1 0 0 0,0 1 0 0 0,0 0 0 0 0,0-1 0 0 0,0 1 0 0 0,-1 0 0 0 0,1 0-1 0 0,0 0 1 0 0,-1 0 0 0 0,1 0 0 0 0,0 0 0 0 0,-1 0 0 0 0,1 1 0 0 0,0 0 2 0 0,-1 0 0 0 0,1 0 0 0 0,-1 1 0 0 0,0-1 0 0 0,0 0-1 0 0,0 0 1 0 0,0 0 0 0 0,-1 0 0 0 0,1 0 0 0 0,0 1 0 0 0,-1-1 0 0 0,0 2 0 0 0,-4 7-15 0 0,0 1 0 0 0,0-1 1 0 0,-12 16-1 0 0,15-23-9 0 0,-52 79-1554 0 0,41-64 329 0 0</inkml:trace>
</inkml:ink>
</file>

<file path=ppt/ink/ink3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49.7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0 16764 0 0,'8'65'5613'0'0,"-16"198"-3994"0"0,-1-16-2198 0 0,11-195-2541 0 0,9 61 0 0 0,-4-74-4263 0 0</inkml:trace>
</inkml:ink>
</file>

<file path=ppt/ink/ink3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50.2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1 208 9674 0 0,'24'-56'3311'0'0,"-20"43"-2626"0"0,1 1 0 0 0,0 0-1 0 0,1 0 1 0 0,0 0 0 0 0,1 1-1 0 0,1-1 1 0 0,-1 2-1 0 0,2-1 1 0 0,-1 1 0 0 0,17-15-1 0 0,-24 24-641 0 0,0 0 0 0 0,1 0-1 0 0,-1 0 1 0 0,0 0-1 0 0,0 0 1 0 0,0 1-1 0 0,1-1 1 0 0,-1 0 0 0 0,0 1-1 0 0,1-1 1 0 0,-1 0-1 0 0,1 1 1 0 0,-1 0-1 0 0,1-1 1 0 0,-1 1 0 0 0,1 0-1 0 0,-1 0 1 0 0,1 0-1 0 0,-1 0 1 0 0,1 0-1 0 0,-1 0 1 0 0,1 0 0 0 0,-1 1-1 0 0,1-1 1 0 0,-1 1-1 0 0,2 0 1 0 0,-1 0-27 0 0,-1 1 1 0 0,1-1 0 0 0,-1 1-1 0 0,1 0 1 0 0,-1-1-1 0 0,0 1 1 0 0,1 0-1 0 0,-1 0 1 0 0,0 0-1 0 0,0 0 1 0 0,-1 0 0 0 0,1 0-1 0 0,0 0 1 0 0,-1 0-1 0 0,1 4 1 0 0,1 7-16 0 0,0 1 1 0 0,-1 0-1 0 0,-1 0 1 0 0,-2 17-1 0 0,1-20 0 0 0,0-1 31 0 0,0 0 0 0 0,0 0-1 0 0,1 1 1 0 0,1-1 0 0 0,2 15 0 0 0,-3-23-36 0 0,1 0 0 0 0,-1 0 1 0 0,1 1-1 0 0,0-1 0 0 0,0 0 0 0 0,0 0 1 0 0,0 0-1 0 0,1 0 0 0 0,-1 0 0 0 0,0 0 0 0 0,1 0 1 0 0,-1-1-1 0 0,1 1 0 0 0,0 0 0 0 0,0-1 1 0 0,-1 1-1 0 0,1-1 0 0 0,0 0 0 0 0,0 0 0 0 0,0 1 1 0 0,1-1-1 0 0,-1-1 0 0 0,0 1 0 0 0,0 0 1 0 0,0 0-1 0 0,1-1 0 0 0,-1 1 0 0 0,0-1 1 0 0,4 0-1 0 0,7 0-12 0 0,1 0 1 0 0,-1-1-1 0 0,0-1 1 0 0,1 0 0 0 0,14-5-1 0 0,-9 3-18 0 0,-1 0 0 0 0,23-1 0 0 0,-36 5 31 0 0,0 0-1 0 0,1 0 0 0 0,-1 1 0 0 0,0-1 0 0 0,1 1 0 0 0,-1 0 1 0 0,0 1-1 0 0,0-1 0 0 0,0 1 0 0 0,0 0 0 0 0,0 0 0 0 0,5 4 1 0 0,-8-5-2 0 0,0 1 0 0 0,1 0 0 0 0,-1 0 1 0 0,0 1-1 0 0,0-1 0 0 0,0 0 1 0 0,0 1-1 0 0,-1-1 0 0 0,1 1 0 0 0,-1 0 1 0 0,0 0-1 0 0,1-1 0 0 0,-1 1 0 0 0,0 0 1 0 0,-1 0-1 0 0,1 0 0 0 0,0 0 1 0 0,-1 0-1 0 0,0 0 0 0 0,1 0 0 0 0,-1 0 1 0 0,-1 0-1 0 0,1 0 0 0 0,0 0 0 0 0,-2 4 1 0 0,-1 11-93 0 0,-1-1 0 0 0,-1 1-1 0 0,-9 20 1 0 0,4-9-145 0 0,-1 10-2605 0 0,8-23-3819 0 0</inkml:trace>
</inkml:ink>
</file>

<file path=ppt/ink/ink3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50.5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11 10138 0 0,'0'-1'89'0'0,"0"1"0"0"0,0 0-1 0 0,0 0 1 0 0,-1 0 0 0 0,1 0-1 0 0,0-1 1 0 0,0 1 0 0 0,0 0 0 0 0,-1 0-1 0 0,1-1 1 0 0,0 1 0 0 0,0 0 0 0 0,0 0-1 0 0,0-1 1 0 0,0 1 0 0 0,0 0-1 0 0,-1 0 1 0 0,1-1 0 0 0,0 1 0 0 0,0 0-1 0 0,0-1 1 0 0,0 1 0 0 0,0 0-1 0 0,0 0 1 0 0,0-1 0 0 0,0 1 0 0 0,0 0-1 0 0,0-1 1 0 0,0 1 0 0 0,1 0-1 0 0,-1 0 1 0 0,0-1 0 0 0,0 1 0 0 0,0 0-1 0 0,0 0 1 0 0,0-1 0 0 0,1 1-1 0 0,11 1 2359 0 0,15 10-354 0 0,98 77 1273 0 0,-24-16-5039 0 0</inkml:trace>
</inkml:ink>
</file>

<file path=ppt/ink/ink3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50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104 15 6913 0 0,'-1'-1'181'0'0,"0"0"-1"0"0,0 0 1 0 0,0 0-1 0 0,0 0 1 0 0,0 0-1 0 0,0 0 0 0 0,0 0 1 0 0,0 0-1 0 0,0 0 1 0 0,-1 1-1 0 0,1-1 1 0 0,0 0-1 0 0,-1 1 0 0 0,1-1 1 0 0,-1 1-1 0 0,1 0 1 0 0,0-1-1 0 0,-1 1 0 0 0,1 0 1 0 0,-1 0-1 0 0,1 0 1 0 0,-1 0-1 0 0,-2 0 1 0 0,2 1 165 0 0,0 0 1 0 0,0 1-1 0 0,0-1 1 0 0,0 1-1 0 0,1-1 1 0 0,-1 1 0 0 0,0 0-1 0 0,1-1 1 0 0,-1 1-1 0 0,1 0 1 0 0,-1 0-1 0 0,1 0 1 0 0,0 0 0 0 0,-1 4-1 0 0,-6 7 391 0 0,1 1-1 0 0,1 0 1 0 0,1 0-1 0 0,0 0 1 0 0,0 1 0 0 0,-2 19-1 0 0,6-31-694 0 0,1 1 0 0 0,-1-1 1 0 0,1 0-1 0 0,0 0 0 0 0,0 1 0 0 0,0-1 0 0 0,0 0 0 0 0,1 0 0 0 0,-1 1 1 0 0,1-1-1 0 0,0 0 0 0 0,0 0 0 0 0,0 0 0 0 0,0 0 0 0 0,1 0 1 0 0,-1 0-1 0 0,1 0 0 0 0,0-1 0 0 0,-1 1 0 0 0,1 0 0 0 0,1-1 0 0 0,-1 0 1 0 0,0 1-1 0 0,0-1 0 0 0,1 0 0 0 0,0 0 0 0 0,-1 0 0 0 0,1 0 1 0 0,0-1-1 0 0,0 1 0 0 0,0-1 0 0 0,0 0 0 0 0,0 0 0 0 0,0 0 0 0 0,4 1 1 0 0,1 0 20 0 0,0-1 0 0 0,0 0 0 0 0,0-1 1 0 0,0 0-1 0 0,1 0 0 0 0,-1-1 1 0 0,0 0-1 0 0,-1 0 0 0 0,1-1 0 0 0,0 0 1 0 0,0 0-1 0 0,-1-1 0 0 0,13-6 1 0 0,6-5-456 0 0,0-1 0 0 0,32-26 0 0 0,-37 26-709 0 0</inkml:trace>
</inkml:ink>
</file>

<file path=ppt/ink/ink3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48:50.9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11546 0 0,'2'3'257'0'0,"0"-2"47"0"0,1 2 16 0 0,-2-2 0 0 0,0 0-256 0 0,-1 1-64 0 0,2-1 0 0 0,-1 3 0 0 0,2 0-256 0 0,0 2-64 0 0,-2 1-8 0 0,2-3-9 0 0</inkml:trace>
</inkml:ink>
</file>

<file path=ppt/ink/ink3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39.27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71 31 6913 0 0,'-1'0'74'0'0,"0"0"0"0"0,1 1-1 0 0,-1-1 1 0 0,0 0 0 0 0,0 0-1 0 0,0 1 1 0 0,1-1-1 0 0,-1 1 1 0 0,0-1 0 0 0,0 1-1 0 0,1-1 1 0 0,-1 1-1 0 0,0-1 1 0 0,1 1 0 0 0,-1-1-1 0 0,1 1 1 0 0,-1 0-1 0 0,1-1 1 0 0,-1 1 0 0 0,1 0-1 0 0,-1 0 1 0 0,1-1-1 0 0,0 1 1 0 0,-1 0 0 0 0,1 0-1 0 0,0 0 1 0 0,-1 1-1 0 0,1-1-25 0 0,1 1-1 0 0,-1-1 0 0 0,0 1 0 0 0,1-1 0 0 0,-1 1 0 0 0,1-1 0 0 0,-1 1 0 0 0,1-1 0 0 0,0 0 0 0 0,0 1 0 0 0,-1-1 0 0 0,1 0 0 0 0,2 3 1 0 0,1 0-43 0 0,0 0 1 0 0,1 0 0 0 0,-1 0 0 0 0,1 0 0 0 0,0-1 0 0 0,10 6 0 0 0,23 3 503 0 0,0-2 0 0 0,1-1 0 0 0,0-2-1 0 0,44 1 1 0 0,-42-3-56 0 0,314 8 2123 0 0,-148-11-2045 0 0,281 30-443 0 0,-220-16-88 0 0,13 1 0 0 0,20-2 955 0 0,-33-3-113 0 0,-163-3-731 0 0,460 27-58 0 0,-398-39-325 0 0,-157 3 270 0 0,-16 1 1 0 0,-19 0 14 0 0,-666-74-2110 0 0,262 36 1880 0 0,255 20 936 0 0,-352-23 810 0 0,86-8-1172 0 0,289 28-115 0 0,-374-34-909 0 0,171 41-372 0 0,328 13 1105 0 0,18-1-132 0 0,-1 1 0 0 0,0 0 0 0 0,-16 3 0 0 0,71 16-2782 0 0,280 84 1133 0 0,8-30 221 0 0,-201-54 2189 0 0,186 3 0 0 0,237-16 2100 0 0,-214 27-2665 0 0,-2 29-1044 0 0,-113-20-540 0 0,-206-39 1388 0 0,-12-2 297 0 0,-1 0 0 0 0,0 1 0 0 0,1 0 0 0 0,-1 0 0 0 0,0 0 0 0 0,0 1 0 0 0,9 5 0 0 0,-75-3 1425 0 0,-16 3-2194 0 0,1 2 0 0 0,-94 26 0 0 0,5-1-76 0 0,36-11 659 0 0,-232 36 275 0 0,276-51-484 0 0,1-3 1 0 0,-117-7-1 0 0,-38-5 507 0 0,13 0 335 0 0,183 3-331 0 0,22 1-18 0 0,1 0 1 0 0,-1 1 0 0 0,0 2-1 0 0,-27 2 1 0 0,42 1-610 0 0,9 3-144 0 0,10 3-585 0 0,16-1 571 0 0,1-1-1 0 0,-1-1 0 0 0,1-2 0 0 0,66 2 1 0 0,-70-5 580 0 0,552 21 1667 0 0,164-60-2012 0 0,-724 35 205 0 0,412-53-221 0 0,-336 40-40 0 0,1 4 1 0 0,0 4 0 0 0,0 4 0 0 0,135 14 0 0 0,-273-19 4419 0 0,-38-14-3691 0 0,17 4-850 0 0,-1170-230-4102 0 0,1179 240 4261 0 0,-321-31 2130 0 0,345 39-2015 0 0,8 0-838 0 0,-1 0 0 0 0,1-2-1 0 0,0 0 1 0 0,-35-9 0 0 0,151 4-2084 0 0,-61 2 2964 0 0,4-2 48 0 0</inkml:trace>
</inkml:ink>
</file>

<file path=ppt/ink/ink3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39.41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0 75 7834 0 0,'227'-32'3486'0'0,"-28"5"-3565"0"0,-175 19-781 0 0,-16 0 833 0 0</inkml:trace>
</inkml:ink>
</file>

<file path=ppt/ink/ink3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3.13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119 239 10138 0 0,'-25'23'779'0'0,"14"-14"-639"0"0,1-1 0 0 0,1 1 0 0 0,0 1 0 0 0,0-1 1 0 0,1 2-1 0 0,0-1 0 0 0,0 1 0 0 0,2 0 0 0 0,-8 14 1 0 0,14-24-130 0 0,0 0 0 0 0,-1 0 1 0 0,1-1-1 0 0,0 1 0 0 0,0 0 0 0 0,-1 0 1 0 0,1-1-1 0 0,0 1 0 0 0,0 0 1 0 0,0 0-1 0 0,0 0 0 0 0,0-1 0 0 0,0 1 1 0 0,0 0-1 0 0,1 0 0 0 0,-1 0 1 0 0,0-1-1 0 0,0 1 0 0 0,1 0 1 0 0,-1 0-1 0 0,0-1 0 0 0,1 1 0 0 0,-1 0 1 0 0,0-1-1 0 0,1 1 0 0 0,-1 0 1 0 0,2 0-1 0 0,-1 0-27 0 0,1 0 0 0 0,-1 0 1 0 0,1 0-1 0 0,-1-1 0 0 0,1 1 1 0 0,0 0-1 0 0,-1-1 0 0 0,1 1 0 0 0,0-1 1 0 0,0 0-1 0 0,3 1 0 0 0,3-1-115 0 0,1 0 1 0 0,0 0-1 0 0,-1-1 0 0 0,9-2 0 0 0,8-3-102 0 0,0-1 0 0 0,0-1 0 0 0,45-23 0 0 0,68-46 467 0 0,-46 24-184 0 0,8 4 6 0 0,-61 32 219 0 0,-1-2 0 0 0,46-30 0 0 0,-82 47-185 0 0,0 1-1 0 0,0-1 1 0 0,0 1 0 0 0,0-1-1 0 0,0 0 1 0 0,0 0 0 0 0,0 0-1 0 0,0 0 1 0 0,-1 0 0 0 0,1 0-1 0 0,-1 0 1 0 0,0-1-1 0 0,1 1 1 0 0,-1 0 0 0 0,0-1-1 0 0,1-4 1 0 0,-2 6-73 0 0,0 0 1 0 0,0 0 0 0 0,0 0-1 0 0,0 0 1 0 0,0 1-1 0 0,-1-1 1 0 0,1 0 0 0 0,0 0-1 0 0,0 0 1 0 0,-1 0-1 0 0,1 1 1 0 0,-1-1-1 0 0,1 0 1 0 0,0 0 0 0 0,-1 1-1 0 0,1-1 1 0 0,-1 0-1 0 0,0 1 1 0 0,1-1-1 0 0,-2 0 1 0 0,0 0-9 0 0,0-1 0 0 0,0 1 0 0 0,0 0 0 0 0,0 0 0 0 0,0 0 0 0 0,-1 0 0 0 0,1 0 0 0 0,0 1-1 0 0,-1-1 1 0 0,-2 0 0 0 0,-7 0-59 0 0,-1 0 0 0 0,1 1 0 0 0,-1 1-1 0 0,0 0 1 0 0,1 0 0 0 0,-1 1 0 0 0,-13 4 0 0 0,-84 31-474 0 0,80-24 208 0 0,0 2 0 0 0,0 1 0 0 0,2 1 0 0 0,0 2-1 0 0,1 0 1 0 0,0 2 0 0 0,-35 38 0 0 0,59-57 416 0 0,1 1 1 0 0,0-1-1 0 0,0 0 0 0 0,0 1 0 0 0,1 0 0 0 0,-1 0 1 0 0,0-1-1 0 0,1 1 0 0 0,0 0 0 0 0,3 12 1471 0 0,-1-15-1534 0 0,22-7 546 0 0,-1-7-753 0 0,0-1-1 0 0,0 0 1 0 0,-1-2 0 0 0,33-35-1 0 0,28-22-289 0 0,-79 72 461 0 0,23-18 235 0 0,31-18-1 0 0,-50 34-180 0 0,0 0 0 0 0,1 0 0 0 0,-1 1 0 0 0,1 0 0 0 0,0 0 0 0 0,0 1-1 0 0,1 0 1 0 0,-1 0 0 0 0,15 0 0 0 0,-22 1-39 0 0,0 1 0 0 0,1 0 1 0 0,-1 0-1 0 0,1 1 0 0 0,-1-1 0 0 0,0 0 0 0 0,1 0 0 0 0,-1 1 0 0 0,1-1 0 0 0,-1 0 1 0 0,0 1-1 0 0,0 0 0 0 0,1-1 0 0 0,-1 1 0 0 0,0 0 0 0 0,0-1 0 0 0,0 1 0 0 0,1 0 0 0 0,-1 0 1 0 0,0 0-1 0 0,0 0 0 0 0,-1 0 0 0 0,1 0 0 0 0,0 1 0 0 0,0-1 0 0 0,0 0 0 0 0,-1 0 1 0 0,1 0-1 0 0,-1 1 0 0 0,1-1 0 0 0,-1 0 0 0 0,1 1 0 0 0,-1-1 0 0 0,0 1 0 0 0,1-1 0 0 0,-1 0 1 0 0,0 1-1 0 0,0-1 0 0 0,0 1 0 0 0,0-1 0 0 0,-1 0 0 0 0,1 1 0 0 0,0-1 0 0 0,0 1 1 0 0,-2 1-1 0 0,0 9 6 0 0,-2-1 1 0 0,1 1 0 0 0,-2-1 0 0 0,-5 12 0 0 0,8-19-9 0 0,-26 48 451 0 0,-44 64 1 0 0,41-70-1099 0 0,-39 79 0 0 0,52-70-1171 0 0,13-39 875 0 0</inkml:trace>
</inkml:ink>
</file>

<file path=ppt/ink/ink3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4.20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576 262 9218 0 0,'-219'131'393'0'0,"266"-193"852"0"0,-14 23-873 0 0,-19 24 114 0 0,-1 0-1 0 0,14-21 0 0 0,-24 32-388 0 0,-1-1-1 0 0,1 0 1 0 0,0 0-1 0 0,-1 0 1 0 0,0-1-1 0 0,-1 1 1 0 0,1-1-1 0 0,-1 1 1 0 0,0-1-1 0 0,0 1 1 0 0,0-1-1 0 0,-1-8 1 0 0,-1 12-133 0 0,1 0 0 0 0,-1 0 0 0 0,0 0 0 0 0,1-1 0 0 0,-1 1 0 0 0,0 0 0 0 0,0 0 0 0 0,-1 0 0 0 0,1 0 1 0 0,0 0-1 0 0,-1 1 0 0 0,1-1 0 0 0,-1 0 0 0 0,0 1 0 0 0,1-1 0 0 0,-1 1 0 0 0,0-1 0 0 0,0 1 0 0 0,0 0 0 0 0,0 0 0 0 0,0 0 0 0 0,0 0 0 0 0,0 0 0 0 0,0 0 0 0 0,-1 1 0 0 0,1-1 0 0 0,0 1 1 0 0,0-1-1 0 0,-5 1 0 0 0,-8-2-197 0 0,1 1 0 0 0,-1 0 0 0 0,-18 2 1 0 0,30-1 209 0 0,-33 4-703 0 0,0 2-1 0 0,0 1 1 0 0,0 2 0 0 0,1 2 0 0 0,-56 24 0 0 0,-20 3 4172 0 0,111-38-3401 0 0,9-12 1067 0 0,18-14-642 0 0,-25 25-300 0 0,26-26 209 0 0,2 3 0 0 0,1 0 0 0 0,0 2 0 0 0,2 1 0 0 0,46-21 0 0 0,-74 39-323 0 0,1 1-1 0 0,-1 0 0 0 0,1 1 0 0 0,0-1 1 0 0,0 1-1 0 0,0 0 0 0 0,0 0 1 0 0,0 1-1 0 0,0 0 0 0 0,0 0 1 0 0,0 0-1 0 0,-1 1 0 0 0,1 0 1 0 0,0 0-1 0 0,0 0 0 0 0,6 3 0 0 0,-6-1 3 0 0,0 0-1 0 0,0 0 0 0 0,-1 1 0 0 0,1-1 0 0 0,-1 2 0 0 0,0-1 1 0 0,0 0-1 0 0,0 1 0 0 0,0 0 0 0 0,-1 0 0 0 0,0 0 0 0 0,0 1 1 0 0,-1-1-1 0 0,4 8 0 0 0,-2-4-64 0 0,0-1 1 0 0,0 1-1 0 0,0-1 0 0 0,1 0 0 0 0,0-1 1 0 0,1 0-1 0 0,11 11 0 0 0,-14-15 58 0 0,0-1-1 0 0,0 1 0 0 0,0-1 0 0 0,0 0 1 0 0,1 0-1 0 0,-1-1 0 0 0,0 1 1 0 0,1-1-1 0 0,-1 0 0 0 0,1 0 0 0 0,-1 0 1 0 0,1-1-1 0 0,0 0 0 0 0,-1 0 0 0 0,1 0 1 0 0,-1 0-1 0 0,1-1 0 0 0,6-1 0 0 0,2-1 120 0 0,-1 0 0 0 0,0-2 0 0 0,0 1 0 0 0,16-9 0 0 0,-1-2-310 0 0</inkml:trace>
</inkml:ink>
</file>

<file path=ppt/ink/ink3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5.071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346 381 8754 0 0,'-27'-1'1780'0'0,"22"1"-1660"0"0,1 1 0 0 0,0-1 0 0 0,0 0 1 0 0,-1-1-1 0 0,1 1 0 0 0,0-1 0 0 0,0 0 1 0 0,-6-2-1 0 0,10 3-119 0 0,0 0 1 0 0,0-1 0 0 0,0 1-1 0 0,0-1 1 0 0,0 1 0 0 0,0-1-1 0 0,-1 1 1 0 0,1 0 0 0 0,0-1-1 0 0,0 1 1 0 0,1-1-1 0 0,-1 1 1 0 0,0-1 0 0 0,0 1-1 0 0,0 0 1 0 0,0-1 0 0 0,0 1-1 0 0,0-1 1 0 0,1 1 0 0 0,-1 0-1 0 0,0-1 1 0 0,0 1-1 0 0,0 0 1 0 0,1-1 0 0 0,-1 1-1 0 0,0 0 1 0 0,1-1 0 0 0,-1 1-1 0 0,0 0 1 0 0,1-1 0 0 0,14-16-176 0 0,-11 13 117 0 0,324-328-3225 0 0,-322 324 2954 0 0,-8 7 312 0 0,-21 9 593 0 0,-33 21 686 0 0,-10 17-264 0 0,1 2 0 0 0,-92 91 1 0 0,-14 11-600 0 0,80-76-672 0 0,96-72 782 0 0,13-4-174 0 0,19-4 85 0 0,31-9 183 0 0,1 1 550 0 0,92-9 1 0 0,-146 22-1154 0 0,0 1 0 0 0,-1 0 0 0 0,1 1 0 0 0,0 1 0 0 0,0 0 0 0 0,-1 1 0 0 0,20 6 0 0 0,-27-6-221 0 0,1 0-1 0 0,-1 0 0 0 0,0 1 1 0 0,-1 0-1 0 0,1 0 0 0 0,-1 0 1 0 0,0 1-1 0 0,0 0 0 0 0,0 0 1 0 0,0 1-1 0 0,-1-1 0 0 0,0 1 1 0 0,0 0-1 0 0,-1 1 0 0 0,7 11 1 0 0</inkml:trace>
</inkml:ink>
</file>

<file path=ppt/ink/ink3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6.115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59 196 10594 0 0,'28'-16'496'0'0,"1"1"-1"0"0,61-22 0 0 0,-71 30-565 0 0,-1 2 1 0 0,2 1-1 0 0,-1 0 1 0 0,0 1-1 0 0,1 1 1 0 0,23 1-1 0 0,-40 1-5 0 0,0 0 1 0 0,-1 0-1 0 0,1 1 1 0 0,0-1-1 0 0,-1 0 0 0 0,1 1 1 0 0,-1 0-1 0 0,1 0 0 0 0,-1 0 1 0 0,1 0-1 0 0,-1 0 0 0 0,0 0 1 0 0,1 0-1 0 0,-1 1 0 0 0,0-1 1 0 0,2 3-1 0 0,-3-2-76 0 0,1-1 0 0 0,-1 1-1 0 0,0-1 1 0 0,0 1 0 0 0,-1 0 0 0 0,1-1-1 0 0,0 1 1 0 0,-1 0 0 0 0,1 0 0 0 0,-1 0 0 0 0,1 0-1 0 0,-1-1 1 0 0,0 1 0 0 0,0 0 0 0 0,1 0-1 0 0,-2 0 1 0 0,1 3 0 0 0,-1 1-130 0 0,0-1 0 0 0,-1 1-1 0 0,0-1 1 0 0,0 0 0 0 0,0 1 0 0 0,-1-1-1 0 0,1 0 1 0 0,-1 0 0 0 0,0-1 0 0 0,-1 1-1 0 0,1-1 1 0 0,-1 1 0 0 0,-6 5 0 0 0,4-4 592 0 0,-1-1 0 0 0,0 1 0 0 0,0-1 0 0 0,0-1 0 0 0,0 1 0 0 0,-1-1-1 0 0,1-1 1 0 0,-1 1 0 0 0,0-1 0 0 0,0-1 0 0 0,-13 3 0 0 0,13-4-35 0 0,0-1-1 0 0,1 0 0 0 0,-1 0 1 0 0,0-1-1 0 0,0 0 0 0 0,1 0 1 0 0,-1 0-1 0 0,1-1 0 0 0,-1-1 1 0 0,1 1-1 0 0,0-1 0 0 0,-13-8 1 0 0,1 1-597 0 0,0 0 0 0 0,2-1 0 0 0,-1-2 1 0 0,2 1-1 0 0,-1-2 0 0 0,2 0 1 0 0,-16-19-1 0 0,29 30 316 0 0,0 0 0 0 0,1-1 0 0 0,0 1-1 0 0,0-1 1 0 0,0 1 0 0 0,0-1 0 0 0,0 1 0 0 0,0-1 0 0 0,1 0 0 0 0,0 1 0 0 0,0-1 0 0 0,0 0 0 0 0,0 1 0 0 0,1-1-1 0 0,-1 0 1 0 0,1 1 0 0 0,0-1 0 0 0,0 0 0 0 0,0 1 0 0 0,0 0 0 0 0,1-1 0 0 0,0 1 0 0 0,3-6 0 0 0,-3 5 30 0 0,0 1 0 0 0,0 0 0 0 0,0 0 1 0 0,0 0-1 0 0,0 0 0 0 0,1 0 0 0 0,-1 1 1 0 0,1-1-1 0 0,0 1 0 0 0,0-1 1 0 0,0 1-1 0 0,0 0 0 0 0,0 0 0 0 0,1 0 1 0 0,-1 1-1 0 0,0-1 0 0 0,1 1 0 0 0,-1 0 1 0 0,1 0-1 0 0,0 0 0 0 0,-1 0 0 0 0,1 1 1 0 0,6-1-1 0 0,-9 1 68 0 0,1 1 1 0 0,-1-1-1 0 0,1 1 1 0 0,0-1-1 0 0,-1 1 0 0 0,1-1 1 0 0,-1 1-1 0 0,0 0 1 0 0,1 0-1 0 0,-1 0 0 0 0,0 0 1 0 0,1 0-1 0 0,-1 0 1 0 0,0 0-1 0 0,0 0 0 0 0,0 0 1 0 0,0 1-1 0 0,0-1 1 0 0,0 0-1 0 0,0 1 0 0 0,-1-1 1 0 0,1 1-1 0 0,0-1 1 0 0,-1 1-1 0 0,1-1 0 0 0,-1 1 1 0 0,1 0-1 0 0,-1-1 1 0 0,0 1-1 0 0,0-1 0 0 0,0 1 1 0 0,0 0-1 0 0,0-1 1 0 0,0 1-1 0 0,0-1 0 0 0,0 1 1 0 0,-1 2-1 0 0,-1 4-216 0 0,1 1-1 0 0,-1-1 0 0 0,0 1 1 0 0,-1-1-1 0 0,-5 13 0 0 0,1-9-369 0 0,0-1 1 0 0,-1 0-1 0 0,0 0 0 0 0,-18 18 0 0 0,15-17 694 0 0,-5 22 4315 0 0,68-53-3375 0 0,-39 14-565 0 0,147-39 2857 0 0,-101 30-3941 0 0,61-23 1 0 0</inkml:trace>
</inkml:ink>
</file>

<file path=ppt/ink/ink3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6.95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181 277 7370 0 0,'0'-3'151'0'0,"0"0"0"0"0,0 0 0 0 0,1 0 0 0 0,-1 1 0 0 0,1-1 0 0 0,0 0 0 0 0,-1 0 0 0 0,1 1 0 0 0,1-1 0 0 0,-1 1 0 0 0,2-4 0 0 0,17-30 142 0 0,-19 34-314 0 0,7-11-151 0 0,-17 27-1679 0 0,-11 13 47 0 0,1-5 1101 0 0,-40 35 1 0 0,48-48 1594 0 0,0 0-1 0 0,-1-1 0 0 0,0 0 0 0 0,-1-1 1 0 0,-21 10-1 0 0,34-17-802 0 0,-1 1 0 0 0,0-1 0 0 0,0 1 0 0 0,1-1 0 0 0,-1 0 0 0 0,0 0 0 0 0,1 1 0 0 0,-1-1 0 0 0,0 0 0 0 0,0 0-1 0 0,0 0 1 0 0,1 0 0 0 0,-1 0 0 0 0,0 0 0 0 0,0 0 0 0 0,0 0 0 0 0,1 0 0 0 0,-1 0 0 0 0,0 0 0 0 0,0 0 0 0 0,1-1 0 0 0,-1 1 0 0 0,-1-1 0 0 0,2 1-35 0 0,0-1 1 0 0,0 0-1 0 0,-1 1 0 0 0,1-1 1 0 0,0 0-1 0 0,0 1 0 0 0,0-1 1 0 0,0 0-1 0 0,0 1 0 0 0,1-1 1 0 0,-1 0-1 0 0,0 1 0 0 0,0-1 1 0 0,0 0-1 0 0,1 1 0 0 0,-1-1 1 0 0,0 0-1 0 0,0 1 0 0 0,1-1 1 0 0,0 0-1 0 0,25-32-276 0 0,-9 19-137 0 0,1 0-1 0 0,1 2 1 0 0,0 0-1 0 0,31-14 1 0 0,89-30-462 0 0,-42 19 961 0 0,-5-1 564 0 0,159-72 2714 0 0,-243 107-4062 0 0,-8 8 64 0 0,-20 17-358 0 0,-35 30 116 0 0,-114 87 1466 0 0,-54 48 1675 0 0,219-183-2337 0 0,0 0 1 0 0,0 0-1 0 0,0 0 0 0 0,1 1 1 0 0,0-1-1 0 0,-5 10 0 0 0,7-13-37 0 0,1 0 1 0 0,-1 0-1 0 0,1-1 0 0 0,0 1 0 0 0,-1 1 0 0 0,1-1 1 0 0,0 0-1 0 0,0 0 0 0 0,0 0 0 0 0,0 0 1 0 0,0 0-1 0 0,0 0 0 0 0,0 0 0 0 0,0 0 1 0 0,0 0-1 0 0,0 0 0 0 0,1 0 0 0 0,-1 0 0 0 0,0 0 1 0 0,1 0-1 0 0,-1 0 0 0 0,0 0 0 0 0,1 0 1 0 0,0 0-1 0 0,-1-1 0 0 0,1 1 0 0 0,-1 0 1 0 0,1 0-1 0 0,0 0 0 0 0,0-1 0 0 0,-1 1 0 0 0,1 0 1 0 0,0-1-1 0 0,0 1 0 0 0,0-1 0 0 0,0 1 1 0 0,0-1-1 0 0,0 1 0 0 0,0-1 0 0 0,0 0 0 0 0,0 1 1 0 0,0-1-1 0 0,1 0 0 0 0,5 2-146 0 0,0 0-1 0 0,-1-1 1 0 0,1 0 0 0 0,11 1-1 0 0,9-3 170 0 0</inkml:trace>
</inkml:ink>
</file>

<file path=ppt/ink/ink3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7.876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177 131 12443 0 0,'327'-110'400'0'0,"-322"109"-467"0"0,-2 0-131 0 0,0 0 1 0 0,1 0-1 0 0,-1-1 0 0 0,0 1 0 0 0,0-1 0 0 0,0 0 1 0 0,0 0-1 0 0,0 0 0 0 0,3-3 0 0 0,-32 12-2601 0 0,-30 17 2234 0 0,11-4 1025 0 0,0-3 0 0 0,-48 13 0 0 0,78-27-876 0 0,0 0-1 0 0,1 0 1 0 0,-1-2 0 0 0,0 0-1 0 0,0 0 1 0 0,0-2 0 0 0,0 0-1 0 0,0 0 1 0 0,0-2 0 0 0,-28-7-1 0 0,41 10 307 0 0,0-1-1 0 0,0 0 0 0 0,1 1 0 0 0,-1-1 1 0 0,0 0-1 0 0,0 0 0 0 0,0 0 1 0 0,1 0-1 0 0,-1 0 0 0 0,0-1 0 0 0,1 1 1 0 0,-1 0-1 0 0,1-1 0 0 0,0 1 1 0 0,-1-1-1 0 0,1 0 0 0 0,-1-1 0 0 0,2 2 172 0 0,0 0-1 0 0,0 0 0 0 0,0 0 0 0 0,0 0 0 0 0,0 0 0 0 0,0 0 0 0 0,0 0 1 0 0,1 0-1 0 0,-1 0 0 0 0,0 0 0 0 0,1 0 0 0 0,-1 0 0 0 0,1 0 0 0 0,-1 0 1 0 0,1 0-1 0 0,-1 1 0 0 0,1-1 0 0 0,0 0 0 0 0,0 0 0 0 0,-1 1 0 0 0,1-1 0 0 0,0 0 1 0 0,0 1-1 0 0,-1-1 0 0 0,1 1 0 0 0,0-1 0 0 0,0 1 0 0 0,0-1 0 0 0,0 1 1 0 0,0 0-1 0 0,0-1 0 0 0,0 1 0 0 0,0 0 0 0 0,2 0 0 0 0,0-2 127 0 0,-1 1 0 0 0,1 0 0 0 0,0 1 0 0 0,0-1 0 0 0,0 0 0 0 0,0 1 0 0 0,0-1-1 0 0,0 1 1 0 0,0 0 0 0 0,0 0 0 0 0,0 1 0 0 0,0-1 0 0 0,0 0 0 0 0,0 1 0 0 0,0 0 0 0 0,0 0 0 0 0,0 0 0 0 0,0 0-1 0 0,0 0 1 0 0,-1 0 0 0 0,1 1 0 0 0,0-1 0 0 0,-1 1 0 0 0,1 0 0 0 0,-1 0 0 0 0,0 0 0 0 0,1 0 0 0 0,-1 0-1 0 0,0 0 1 0 0,0 1 0 0 0,-1-1 0 0 0,1 1 0 0 0,0-1 0 0 0,-1 1 0 0 0,0 0 0 0 0,1 0 0 0 0,0 3 0 0 0,0 0-150 0 0,0 0 1 0 0,0 1 0 0 0,0-1-1 0 0,-1 1 1 0 0,0-1 0 0 0,0 1-1 0 0,-1-1 1 0 0,1 1 0 0 0,-2-1-1 0 0,1 1 1 0 0,-1 0 0 0 0,0-1 0 0 0,0 1-1 0 0,0-1 1 0 0,-1 0 0 0 0,-4 10-1 0 0,-2 0-297 0 0,-1-1-1 0 0,-1-1 0 0 0,0 0 1 0 0,-13 14-1 0 0,18-23 140 0 0,0 0-1 0 0,0 0 1 0 0,0 0 0 0 0,-1-1 0 0 0,0 1 0 0 0,0-1-1 0 0,0-1 1 0 0,0 1 0 0 0,-1-1 0 0 0,0 0-1 0 0,1 0 1 0 0,-11 2 0 0 0,16-5 120 0 0,1 0 1 0 0,-1 0 0 0 0,1 0-1 0 0,-1 1 1 0 0,1-1-1 0 0,-1 0 1 0 0,1 0-1 0 0,-1 0 1 0 0,0 0-1 0 0,1 0 1 0 0,-1 0-1 0 0,1 0 1 0 0,-1 0-1 0 0,1-1 1 0 0,-1 1-1 0 0,1 0 1 0 0,-1 0-1 0 0,1 0 1 0 0,-1 0-1 0 0,1-1 1 0 0,-1 1-1 0 0,1 0 1 0 0,-1-1 0 0 0,1 1-1 0 0,-1 0 1 0 0,1-1-1 0 0,0 1 1 0 0,-1 0-1 0 0,1-1 1 0 0,0 1-1 0 0,-1-1 1 0 0,2-18 1033 0 0,19-21 1406 0 0,-18 38-2337 0 0,105-155 2122 0 0,-107 157-2227 0 0,0 0 1 0 0,1-1 0 0 0,-1 1 0 0 0,1 0 0 0 0,-1-1 0 0 0,0 1 0 0 0,0-1 0 0 0,1 1 0 0 0,-1 0 0 0 0,0-1-1 0 0,0 1 1 0 0,1-1 0 0 0,-1 1 0 0 0,0-1 0 0 0,0 1 0 0 0,0-1 0 0 0,0 1 0 0 0,0-1 0 0 0,1 1 0 0 0,-1-1 0 0 0,0 1-1 0 0,0-1 1 0 0,0 1 0 0 0,-1-1 0 0 0,1 1 0 0 0,0-1 0 0 0,0 1 0 0 0,0-1 0 0 0,0 1 0 0 0,0-1 0 0 0,-1 1-1 0 0,1-1 1 0 0,-17-4-636 0 0,-21 10-452 0 0,32-3 1115 0 0,-1 0 1 0 0,1 0-1 0 0,0 0 1 0 0,0 1-1 0 0,-1 0 1 0 0,2 1 0 0 0,-1-1-1 0 0,0 1 1 0 0,1 0-1 0 0,0 1 1 0 0,0-1-1 0 0,0 1 1 0 0,-5 6-1 0 0,9-10-20 0 0,1-1 0 0 0,0 0 0 0 0,0 0 0 0 0,0 1 0 0 0,-1-1 0 0 0,1 0 0 0 0,0 1-1 0 0,0-1 1 0 0,0 0 0 0 0,0 1 0 0 0,0-1 0 0 0,0 0 0 0 0,0 1 0 0 0,0-1 0 0 0,0 0 0 0 0,0 1 0 0 0,0-1 0 0 0,0 0-1 0 0,0 1 1 0 0,0-1 0 0 0,0 0 0 0 0,0 1 0 0 0,0-1 0 0 0,0 0 0 0 0,0 1 0 0 0,0-1 0 0 0,1 0 0 0 0,-1 0 0 0 0,0 1-1 0 0,0-1 1 0 0,0 0 0 0 0,0 1 0 0 0,1-1 0 0 0,-1 0 0 0 0,1 1 0 0 0,13 2 162 0 0,18-6 60 0 0,15-10-720 0 0,0-1 0 0 0,-1-3 0 0 0,0-2-1 0 0,50-29 1 0 0,-53 25-258 0 0</inkml:trace>
</inkml:ink>
</file>

<file path=ppt/ink/ink3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8.828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405 101 9218 0 0,'-4'1'155'0'0,"1"1"1"0"0,0-1-1 0 0,0 1 1 0 0,0 0-1 0 0,0 0 1 0 0,0 0-1 0 0,0 0 0 0 0,0 1 1 0 0,1-1-1 0 0,-1 1 1 0 0,1-1-1 0 0,-1 1 0 0 0,-2 5 1 0 0,-26 42-496 0 0,30-48 340 0 0,-3 5-14 0 0,0 0-1 0 0,1 0 0 0 0,0 1 1 0 0,0-1-1 0 0,1 0 0 0 0,-2 9 1 0 0,3-14 35 0 0,1 0 1 0 0,0-1-1 0 0,0 1 1 0 0,0 0-1 0 0,0 0 1 0 0,0 0-1 0 0,1 0 1 0 0,-1-1-1 0 0,0 1 1 0 0,1 0-1 0 0,0 0 1 0 0,-1-1-1 0 0,1 1 1 0 0,0 0-1 0 0,0-1 1 0 0,0 1-1 0 0,0 0 1 0 0,0-1-1 0 0,0 1 1 0 0,0-1-1 0 0,0 0 1 0 0,1 1-1 0 0,-1-1 1 0 0,0 0-1 0 0,1 0 1 0 0,0 0-1 0 0,-1 0 1 0 0,1 0-1 0 0,-1 0 1 0 0,5 1-1 0 0,4 1 248 0 0,0 1 0 0 0,1-2 0 0 0,0 0 0 0 0,0 0-1 0 0,0 0 1 0 0,0-2 0 0 0,0 1 0 0 0,0-1-1 0 0,0-1 1 0 0,0 0 0 0 0,14-4 0 0 0,-1 0 318 0 0,0-1 1 0 0,-1-1 0 0 0,45-21-1 0 0,-65 27-584 0 0,-1 0-1 0 0,1-1 0 0 0,0 0 0 0 0,0 1 1 0 0,-1-1-1 0 0,1 0 0 0 0,-1 0 1 0 0,0 0-1 0 0,0-1 0 0 0,1 1 0 0 0,-1-1 1 0 0,-1 1-1 0 0,1-1 0 0 0,0 0 1 0 0,-1 1-1 0 0,1-1 0 0 0,-1 0 1 0 0,0 0-1 0 0,0 0 0 0 0,0 0 0 0 0,0 0 1 0 0,0 0-1 0 0,-1 0 0 0 0,0-1 1 0 0,1 1-1 0 0,-1 0 0 0 0,0 0 0 0 0,-1 0 1 0 0,1 0-1 0 0,0-1 0 0 0,-1 1 1 0 0,0 0-1 0 0,0 0 0 0 0,0 0 0 0 0,0 0 1 0 0,0 0-1 0 0,-1 0 0 0 0,1 1 1 0 0,-1-1-1 0 0,1 0 0 0 0,-5-4 0 0 0,1 2-156 0 0,0-1 0 0 0,0 1-1 0 0,0 0 1 0 0,-1 1 0 0 0,1-1-1 0 0,-1 1 1 0 0,-1 0 0 0 0,1 0-1 0 0,0 1 1 0 0,-1 0 0 0 0,0 0-1 0 0,0 1 1 0 0,1 0 0 0 0,-2 0-1 0 0,1 0 1 0 0,0 1 0 0 0,-9-1-1 0 0,-14 0-242 0 0,0 1-1 0 0,-55 7 0 0 0,64-4 186 0 0,8-1 190 0 0,-23 1 480 0 0,0 2 0 0 0,0 1 1 0 0,-57 17-1 0 0,91-22-373 0 0,1 1 0 0 0,-1-1 0 0 0,0 1 0 0 0,1 0 0 0 0,-1-1 0 0 0,1 1 0 0 0,-1 0 0 0 0,1 0 0 0 0,-1 0 0 0 0,1 0 0 0 0,-1 1 0 0 0,1-1 0 0 0,0 0 0 0 0,0 0 0 0 0,0 1 0 0 0,0-1 0 0 0,0 1 0 0 0,0-1 0 0 0,0 1 0 0 0,0-1 0 0 0,0 1 0 0 0,1 0 0 0 0,-1-1 0 0 0,0 3 0 0 0,1-3-80 0 0,0 0-1 0 0,0-1 1 0 0,0 1 0 0 0,1-1 0 0 0,-1 1 0 0 0,0 0-1 0 0,0-1 1 0 0,0 1 0 0 0,1-1 0 0 0,-1 1-1 0 0,0 0 1 0 0,0-1 0 0 0,1 1 0 0 0,-1-1 0 0 0,1 1-1 0 0,-1-1 1 0 0,0 1 0 0 0,1-1 0 0 0,-1 1-1 0 0,1-1 1 0 0,-1 0 0 0 0,1 1 0 0 0,-1-1 0 0 0,2 1-1 0 0,-1-1-25 0 0,1 1 0 0 0,0 0-1 0 0,0-1 1 0 0,0 1-1 0 0,0-1 1 0 0,0 0-1 0 0,0 0 1 0 0,0 0-1 0 0,0 0 1 0 0,0 0-1 0 0,0 0 1 0 0,2-1 0 0 0,18-3 75 0 0,0-1 1 0 0,-1-1-1 0 0,1-1 0 0 0,-1-1 1 0 0,35-19-1 0 0,-17 5 284 0 0,68-51 0 0 0,-107 73-325 0 0,0 0-1 0 0,1 0 0 0 0,-1 0 1 0 0,0 0-1 0 0,1-1 0 0 0,-1 1 1 0 0,0 0-1 0 0,1 0 0 0 0,-1 0 0 0 0,0 0 1 0 0,1-1-1 0 0,-1 1 0 0 0,0 0 1 0 0,0 0-1 0 0,1 0 0 0 0,-1-1 1 0 0,0 1-1 0 0,0 0 0 0 0,0-1 0 0 0,1 1 1 0 0,-1 0-1 0 0,0 0 0 0 0,0-1 1 0 0,0 1-1 0 0,0 0 0 0 0,0-1 0 0 0,1 1 1 0 0,-1 0-1 0 0,0-1 0 0 0,0 1 1 0 0,0 0-1 0 0,0-1 0 0 0,0 1 1 0 0,0 0-1 0 0,0-1 0 0 0,0 1 0 0 0,0 0 1 0 0,0-1-1 0 0,-1 1 0 0 0,1 0 1 0 0,0-1-1 0 0,0 0 0 0 0,-18 0 171 0 0,-25 7-164 0 0,9 3-247 0 0,0 2 0 0 0,1 0-1 0 0,0 3 1 0 0,1 1 0 0 0,1 1 0 0 0,-30 20-1 0 0,27-13-1842 0 0,1 2-1 0 0,-46 42 1 0 0</inkml:trace>
</inkml:ink>
</file>

<file path=ppt/ink/ink3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49.554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49 1 4609 0 0,'-5'2'160'0'0,"0"1"1"0"0,0 0-1 0 0,0 0 0 0 0,1 1 0 0 0,-1 0 1 0 0,-4 4-1 0 0,8-6-72 0 0,-1 0 0 0 0,1 0 0 0 0,0 0 0 0 0,0 1 0 0 0,0-1-1 0 0,0 0 1 0 0,1 0 0 0 0,-1 0 0 0 0,0 1 0 0 0,1-1 0 0 0,0 0 0 0 0,-1 1 0 0 0,1-1 0 0 0,0 1 0 0 0,0-1 0 0 0,0 0 0 0 0,2 5 0 0 0,-2-4-83 0 0,1 0 0 0 0,-1 0 0 0 0,1 0 0 0 0,0 0 0 0 0,0 0 0 0 0,0-1 0 0 0,0 1 1 0 0,1 0-1 0 0,-1-1 0 0 0,1 1 0 0 0,0-1 0 0 0,-1 1 0 0 0,1-1 0 0 0,0 0 1 0 0,1 0-1 0 0,-1 0 0 0 0,0 0 0 0 0,4 3 0 0 0,-1-3 156 0 0,1 1 0 0 0,-1-1 0 0 0,0 1-1 0 0,1-1 1 0 0,0-1 0 0 0,-1 1 0 0 0,1-1 0 0 0,11 1 0 0 0,5-2 568 0 0,0 0 1 0 0,1-1 0 0 0,40-9-1 0 0,35-16 514 0 0,-78 18-1101 0 0,0 2-1 0 0,0 1 0 0 0,1 0 1 0 0,0 1-1 0 0,41-1 0 0 0,-61 5-130 0 0,0 0 0 0 0,0 0 0 0 0,0 0 0 0 0,0 0 0 0 0,0 0 0 0 0,0 0 0 0 0,0 0 0 0 0,0 0 0 0 0,0 1 0 0 0,0-1 0 0 0,0 0 0 0 0,0 1 0 0 0,0-1 0 0 0,0 0 0 0 0,0 1 0 0 0,-1 0 0 0 0,1-1 0 0 0,0 1 0 0 0,0-1 0 0 0,0 1 0 0 0,-1 0 0 0 0,1 0 0 0 0,0-1 0 0 0,0 2 0 0 0,-1-1-42 0 0,0 0 1 0 0,0 0 0 0 0,1 1 0 0 0,-1-1 0 0 0,-1 0 0 0 0,1 0 0 0 0,0 0 0 0 0,0 0 0 0 0,0 0 0 0 0,0 0-1 0 0,-1 0 1 0 0,1 0 0 0 0,-1 1 0 0 0,1-1 0 0 0,-1 0 0 0 0,1 0 0 0 0,-1-1 0 0 0,0 2 0 0 0,-6 7-380 0 0,0 0 1 0 0,0-1-1 0 0,-13 11 1 0 0,16-14 292 0 0,-126 109-1673 0 0,-78 43 3533 0 0,181-133-322 0 0,27-24-1399 0 0,20-9 1154 0 0,131-80 1247 0 0,-2 2-1238 0 0,-125 75-1077 0 0,1 1 0 0 0,0 1 1 0 0,0 1-1 0 0,36-7 0 0 0,-52 14-709 0 0,-2 2-227 0 0</inkml:trace>
</inkml:ink>
</file>

<file path=ppt/ink/ink3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50.312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281 0 920 0 0,'-49'12'1126'0'0,"-75"21"5199"0"0,104-27-5533 0 0,2 1 0 0 0,-1 1 0 0 0,1 1 0 0 0,-15 19 2281 0 0,34-28-3029 0 0,28 5 155 0 0,33 2-408 0 0,51-13 1306 0 0,-86 2-974 0 0,0 2 0 0 0,1 2 0 0 0,-1 0 0 0 0,33 5 0 0 0,-58-5-108 0 0,0 0 0 0 0,0 0 0 0 0,0 1 0 0 0,0-1-1 0 0,0 1 1 0 0,0-1 0 0 0,0 1 0 0 0,0 0 0 0 0,0 0 0 0 0,0 0-1 0 0,0 0 1 0 0,0 0 0 0 0,0 0 0 0 0,0 0 0 0 0,-1 1 0 0 0,1-1 0 0 0,-1 1-1 0 0,1-1 1 0 0,-1 1 0 0 0,1-1 0 0 0,-1 1 0 0 0,0 0 0 0 0,0 0-1 0 0,0 0 1 0 0,0 0 0 0 0,1 3 0 0 0,-2-2-71 0 0,0 1 0 0 0,0 0 0 0 0,0-1 0 0 0,0 1 1 0 0,-1-1-1 0 0,0 1 0 0 0,0 0 0 0 0,0-1 0 0 0,0 1 0 0 0,0-1 0 0 0,-1 0 0 0 0,1 1 1 0 0,-1-1-1 0 0,-4 6 0 0 0,-4 5-591 0 0,-1-1 1 0 0,0 0 0 0 0,-15 14-1 0 0,-18 21-1398 0 0,43-48 2053 0 0,1 0 0 0 0,0 0 0 0 0,0 1 0 0 0,-1-1 0 0 0,1 0-1 0 0,0 0 1 0 0,0 0 0 0 0,0 1 0 0 0,-1-1 0 0 0,1 0 0 0 0,0 0-1 0 0,0 1 1 0 0,0-1 0 0 0,0 0 0 0 0,-1 0 0 0 0,1 1 0 0 0,0-1-1 0 0,0 0 1 0 0,0 0 0 0 0,0 1 0 0 0,0-1 0 0 0,0 0 0 0 0,0 1-1 0 0,0-1 1 0 0,0 0 0 0 0,0 0 0 0 0,0 1 0 0 0,0-1 0 0 0,0 0-1 0 0,0 1 1 0 0,0-1 0 0 0,0 0 0 0 0,0 0 0 0 0,1 1 0 0 0,-1-1-1 0 0,0 0 1 0 0,0 0 0 0 0,0 1 0 0 0,0-1 0 0 0,0 0 0 0 0,1 1-1 0 0,14 0 854 0 0,18-10 918 0 0,89-53 1059 0 0,-95 46-2503 0 0,1 1 0 0 0,0 2 0 0 0,1 0 0 0 0,51-14 0 0 0,-52 20-172 0 0,-19 4-131 0 0,1 0 0 0 0,-1 1 0 0 0,1 0 1 0 0,-1 0-1 0 0,1 1 0 0 0,0 1 0 0 0,10 0 0 0 0</inkml:trace>
</inkml:ink>
</file>

<file path=ppt/ink/ink3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57.089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318 75 10138 0 0,'-13'0'125'0'0,"0"-1"0"0"0,-1 2 0 0 0,1 0 0 0 0,-1 1-1 0 0,1 0 1 0 0,0 1 0 0 0,-23 7 0 0 0,-1 3-273 0 0,19-7 140 0 0,-1 0 0 0 0,1 1 0 0 0,0 1 0 0 0,1 0 0 0 0,-18 13 0 0 0,33-20 77 0 0,0 1 0 0 0,0 1-1 0 0,0-1 1 0 0,0 0 0 0 0,0 0 0 0 0,0 1-1 0 0,0-1 1 0 0,1 1 0 0 0,-1-1 0 0 0,1 1-1 0 0,0 0 1 0 0,0 0 0 0 0,0-1 0 0 0,0 1-1 0 0,0 0 1 0 0,1 0 0 0 0,-1 4 0 0 0,1-6-41 0 0,0 1 1 0 0,0-1-1 0 0,0 1 1 0 0,0-1-1 0 0,0 1 1 0 0,0 0-1 0 0,1-1 0 0 0,-1 1 1 0 0,1-1-1 0 0,-1 1 1 0 0,1-1-1 0 0,0 0 1 0 0,-1 1-1 0 0,1-1 1 0 0,0 0-1 0 0,0 1 1 0 0,0-1-1 0 0,0 0 1 0 0,0 0-1 0 0,0 0 1 0 0,1 0-1 0 0,-1 0 1 0 0,0 0-1 0 0,0 0 1 0 0,1 0-1 0 0,-1 0 0 0 0,1 0 1 0 0,-1-1-1 0 0,0 1 1 0 0,1-1-1 0 0,0 1 1 0 0,-1-1-1 0 0,3 1 1 0 0,21 3 414 0 0,0-2 0 0 0,0 0 1 0 0,48-3-1 0 0,78-17 623 0 0,-89 10-770 0 0,740-129 734 0 0,-645 99-1324 0 0,-86 19-900 0 0,131-18 1 0 0,-241 47 752 0 0,-38 14 0 0 0,32-10 279 0 0,-386 118-606 0 0,306-90 746 0 0,1 5 1 0 0,3 6 0 0 0,-202 121-1 0 0,319-172 40 0 0,-120 79 371 0 0,110-70-303 0 0,1 0 1 0 0,0 1-1 0 0,0 1 0 0 0,1 0 0 0 0,1 0 0 0 0,-13 20 0 0 0,21-29-31 0 0,1 0 0 0 0,-1 0 0 0 0,1 0 0 0 0,0 0 0 0 0,1 0 0 0 0,-1 1 0 0 0,1-1 0 0 0,0 1 0 0 0,0-1-1 0 0,0 1 1 0 0,0-1 0 0 0,1 1 0 0 0,0 0 0 0 0,0-1 0 0 0,0 1 0 0 0,1 0 0 0 0,-1-1 0 0 0,1 1 0 0 0,0-1 0 0 0,1 1 0 0 0,2 8 0 0 0,0-7-13 0 0,-1-1 0 0 0,1 1-1 0 0,0-1 1 0 0,1 0 0 0 0,-1 0 0 0 0,1 0 0 0 0,0-1 0 0 0,0 1-1 0 0,0-1 1 0 0,1 0 0 0 0,-1-1 0 0 0,1 1 0 0 0,0-1 0 0 0,11 4-1 0 0,8 1 117 0 0,-1 0-1 0 0,1-2 1 0 0,1-1-1 0 0,-1-1 1 0 0,1-1-1 0 0,36-1 1 0 0,158-16 566 0 0,-173 10-608 0 0,75-7 281 0 0,0-6-1 0 0,233-62 1 0 0,-332 71-373 0 0,-1 0 0 0 0,1-2 0 0 0,-1-1 0 0 0,37-24 0 0 0,-52 31-69 0 0,-1 0 0 0 0,0-1-1 0 0,0 0 1 0 0,0 0 0 0 0,0-1-1 0 0,-1 0 1 0 0,0 0 0 0 0,0 0 0 0 0,-1 0-1 0 0,1-1 1 0 0,-2 1 0 0 0,1-1 0 0 0,-1 0-1 0 0,0 0 1 0 0,0-1 0 0 0,0 1-1 0 0,-1-1 1 0 0,2-14 0 0 0,-4 20-11 0 0,0-1 0 0 0,0 1 0 0 0,0-1-1 0 0,0 0 1 0 0,0 1 0 0 0,-1 0 0 0 0,1-1 0 0 0,-1 1 0 0 0,1-1 0 0 0,-1 1 0 0 0,0-1 0 0 0,0 1-1 0 0,0 0 1 0 0,-1 0 0 0 0,1 0 0 0 0,0 0 0 0 0,-1-1 0 0 0,1 2 0 0 0,-4-5 0 0 0,2 4-2 0 0,0 0 0 0 0,0 1 0 0 0,-1-1 0 0 0,1 0 1 0 0,0 1-1 0 0,-1 0 0 0 0,1-1 0 0 0,0 1 0 0 0,-1 1 1 0 0,0-1-1 0 0,1 1 0 0 0,-6-1 0 0 0,-9 1-106 0 0,-1 1-1 0 0,1 1 0 0 0,0 1 1 0 0,-24 6-1 0 0,32-7 101 0 0,-72 16-371 0 0,-205 54-1136 0 0,247-60 1457 0 0,1 3 0 0 0,1 1 1 0 0,0 2-1 0 0,1 2 0 0 0,-35 24 1 0 0,60-35 179 0 0,1 0 0 0 0,1 0 0 0 0,-1 1 0 0 0,2 0 1 0 0,-1 1-1 0 0,1 0 0 0 0,1 0 0 0 0,-13 25 0 0 0,19-33-71 0 0,0 1-1 0 0,0 0 1 0 0,0 0 0 0 0,1-1-1 0 0,0 1 1 0 0,-1 0 0 0 0,2 0-1 0 0,-1 1 1 0 0,0-1 0 0 0,1 0-1 0 0,0 0 1 0 0,0 0 0 0 0,0 0-1 0 0,0 0 1 0 0,1 1 0 0 0,-1-1-1 0 0,1 0 1 0 0,0 0-1 0 0,0 0 1 0 0,1 0 0 0 0,-1-1-1 0 0,1 1 1 0 0,0 0 0 0 0,0-1-1 0 0,0 1 1 0 0,1-1 0 0 0,-1 1-1 0 0,1-1 1 0 0,0 0 0 0 0,0 0-1 0 0,0 0 1 0 0,0-1-1 0 0,0 1 1 0 0,6 3 0 0 0,3 1 56 0 0,1-1 1 0 0,0 1-1 0 0,0-2 1 0 0,0 0-1 0 0,1-1 0 0 0,0 0 1 0 0,0-1-1 0 0,0 0 1 0 0,16 0-1 0 0,24 0 639 0 0,58-4 1 0 0,-62-1-636 0 0,334-24 1673 0 0,-306 15-1372 0 0,0-3 1 0 0,140-46-1 0 0,-215 59-369 0 0,90-36 617 0 0,-82 32-905 0 0,0-1 0 0 0,0-1 0 0 0,0 1 0 0 0,-1-2 0 0 0,17-14 1 0 0</inkml:trace>
</inkml:ink>
</file>

<file path=ppt/ink/ink3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8:58.731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1388 317 2304 0 0,'-2'-7'647'0'0,"0"1"0"0"0,0 0 0 0 0,0 0-1 0 0,-1 1 1 0 0,0-1 0 0 0,0 0 0 0 0,0 1-1 0 0,-1 0 1 0 0,0 0 0 0 0,0 0 0 0 0,0 0-1 0 0,-1 1 1 0 0,-6-7 0 0 0,-7-3-503 0 0,0 0 0 0 0,-27-15 0 0 0,26 19-467 0 0,0 1 1 0 0,0 1-1 0 0,0 1 1 0 0,-1 1-1 0 0,0 1 1 0 0,-1 0-1 0 0,1 2 1 0 0,-1 0-1 0 0,0 1 1 0 0,1 2-1 0 0,-38 2 1 0 0,15 2-402 0 0,0 2 1 0 0,1 2 0 0 0,0 2 0 0 0,-68 26 0 0 0,52-13 188 0 0,2 2 0 0 0,1 3 0 0 0,2 2 0 0 0,0 2 0 0 0,-68 56 0 0 0,88-60 978 0 0,0 2-1 0 0,2 1 1 0 0,2 1-1 0 0,1 2 0 0 0,1 1 1 0 0,2 1-1 0 0,1 1 1 0 0,-26 57-1 0 0,46-86-279 0 0,1 0 0 0 0,0 0-1 0 0,0 0 1 0 0,0 0 0 0 0,1 1 0 0 0,1-1-1 0 0,-2 14 1 0 0,3-20-107 0 0,0 1 0 0 0,1 0 0 0 0,-1-1 0 0 0,0 1 0 0 0,1 0 0 0 0,0 0-1 0 0,-1-1 1 0 0,1 1 0 0 0,0-1 0 0 0,0 1 0 0 0,1-1 0 0 0,-1 1 0 0 0,0-1 0 0 0,1 0 0 0 0,0 0 0 0 0,-1 0-1 0 0,1 0 1 0 0,0 0 0 0 0,0 0 0 0 0,0 0 0 0 0,0 0 0 0 0,1-1 0 0 0,-1 1 0 0 0,0-1 0 0 0,1 0 0 0 0,-1 1-1 0 0,5 0 1 0 0,6 2 66 0 0,-1-1 0 0 0,0 0 0 0 0,1-1-1 0 0,0 0 1 0 0,-1-1 0 0 0,1-1 0 0 0,0 0-1 0 0,0-1 1 0 0,-1 0 0 0 0,1-1 0 0 0,21-5-1 0 0,14-7 191 0 0,74-31 0 0 0,-115 42-276 0 0,341-165 938 0 0,-12-27-511 0 0,-251 137 49 0 0,-2-4-1 0 0,94-91 0 0 0,-23 19 283 0 0,-141 123-759 0 0,-7 8-20 0 0,-1-1 0 0 0,0 0-1 0 0,-1 0 1 0 0,1 0 0 0 0,-1-1-1 0 0,0 1 1 0 0,0-1 0 0 0,0 0 0 0 0,4-8-1 0 0,-7 12-19 0 0,-1 1 0 0 0,0-1-1 0 0,0 0 1 0 0,0 1 0 0 0,0-1-1 0 0,0 1 1 0 0,0-1 0 0 0,0 1-1 0 0,0-1 1 0 0,0 0 0 0 0,0 1-1 0 0,0-1 1 0 0,0 1 0 0 0,0-1-1 0 0,0 1 1 0 0,-1-1 0 0 0,1 1-1 0 0,0-1 1 0 0,0 1 0 0 0,-1-1-1 0 0,1 1 1 0 0,0-1 0 0 0,-1 1-1 0 0,1-1 1 0 0,0 1 0 0 0,-1-1-1 0 0,1 1 1 0 0,-1 0 0 0 0,1-1-1 0 0,-1 1 1 0 0,1 0 0 0 0,-1-1-1 0 0,1 1 1 0 0,-1 0 0 0 0,1 0-1 0 0,-1-1 1 0 0,1 1 0 0 0,-1 0-1 0 0,1 0 1 0 0,-1 0 0 0 0,0 0-1 0 0,1 0 1 0 0,-1 0 0 0 0,1 0-1 0 0,-2 0 1 0 0,-31 0-276 0 0,29 0 221 0 0,-30 3-117 0 0,1 2 1 0 0,-1 2 0 0 0,2 0 0 0 0,-1 3-1 0 0,-49 20 1 0 0,-152 85-846 0 0,190-92 769 0 0,-15 9 303 0 0,1 2-1 0 0,3 3 1 0 0,0 3 0 0 0,3 1-1 0 0,1 3 1 0 0,2 2 0 0 0,3 3-1 0 0,-74 97 1 0 0,109-130 68 0 0,1 0 1 0 0,0 0-1 0 0,2 1 0 0 0,0 0 1 0 0,1 0-1 0 0,0 1 1 0 0,-7 34-1 0 0,13-44-98 0 0,0 1 0 0 0,0-1-1 0 0,0 1 1 0 0,1 0 0 0 0,1-1 0 0 0,-1 1 0 0 0,1 0-1 0 0,1-1 1 0 0,0 1 0 0 0,0-1 0 0 0,1 1 0 0 0,0-1-1 0 0,0 0 1 0 0,0 0 0 0 0,1-1 0 0 0,1 1-1 0 0,-1-1 1 0 0,1 0 0 0 0,7 8 0 0 0,-2-4 11 0 0,0-1 0 0 0,1 0 0 0 0,0-1 0 0 0,1 0 0 0 0,0-1 0 0 0,0-1 0 0 0,0 1 0 0 0,20 7 0 0 0,-11-8 105 0 0,0 0 0 0 0,0-1 0 0 0,0-1-1 0 0,43 4 1 0 0,-10-6 273 0 0,0-4-1 0 0,0-1 1 0 0,88-17-1 0 0,-96 10-213 0 0,0-2 1 0 0,-1-2-1 0 0,-1-2 0 0 0,0-2 0 0 0,50-28 0 0 0,-27 8 119 0 0,-1-4-1 0 0,84-67 0 0 0,-117 81-133 0 0,49-51 0 0 0,-71 66-172 0 0,0-1 0 0 0,-1 0-1 0 0,-1-1 1 0 0,0 0 0 0 0,0 0-1 0 0,-2-1 1 0 0,8-19 0 0 0,-14 30-62 0 0,1 0 1 0 0,-1 1 0 0 0,0-1-1 0 0,0 0 1 0 0,-1 0 0 0 0,1-1-1 0 0,-1 1 1 0 0,0 0-1 0 0,0 0 1 0 0,0 0 0 0 0,0 0-1 0 0,-1 0 1 0 0,1 0 0 0 0,-1 0-1 0 0,0 0 1 0 0,-1 0-1 0 0,1 0 1 0 0,-1 0 0 0 0,1 1-1 0 0,-1-1 1 0 0,0 1 0 0 0,-1-1-1 0 0,1 1 1 0 0,-1 0 0 0 0,1 0-1 0 0,-1 0 1 0 0,0 0-1 0 0,0 0 1 0 0,0 0 0 0 0,0 1-1 0 0,-1-1 1 0 0,1 1 0 0 0,-6-3-1 0 0,-4 0-193 0 0,1-1-1 0 0,-1 2 1 0 0,0 0-1 0 0,0 0 1 0 0,0 1-1 0 0,-1 1 1 0 0,1 0-1 0 0,-28 0 1 0 0,10 3 86 0 0,-1 2 1 0 0,0 1 0 0 0,1 1 0 0 0,0 2-1 0 0,0 1 1 0 0,1 2 0 0 0,0 0-1 0 0,0 3 1 0 0,-45 25 0 0 0,28-10 121 0 0,1 3 1 0 0,1 1 0 0 0,2 3-1 0 0,-67 68 1 0 0,94-87 29 0 0,1 1 0 0 0,-23 35 0 0 0,35-48 4 0 0,0 1-1 0 0,0 0 1 0 0,0 0-1 0 0,1 0 1 0 0,0 0-1 0 0,0 0 1 0 0,0 0-1 0 0,1 1 1 0 0,-1-1-1 0 0,1 1 1 0 0,1-1-1 0 0,-1 1 1 0 0,1-1-1 0 0,0 1 1 0 0,0-1-1 0 0,0 1 1 0 0,2 7-1 0 0,0-9-12 0 0,0 0 0 0 0,0-1 0 0 0,1 1 0 0 0,-1-1 0 0 0,1 1 0 0 0,-1-1-1 0 0,1 0 1 0 0,0 1 0 0 0,0-2 0 0 0,1 1 0 0 0,-1 0 0 0 0,1-1 0 0 0,-1 1 0 0 0,1-1 0 0 0,0 0 0 0 0,0 0-1 0 0,0 0 1 0 0,5 1 0 0 0,6 2-117 0 0,1 0 1 0 0,0-1-1 0 0,24 2 0 0 0,-9-3 46 0 0,0-1 0 0 0,1-2-1 0 0,-1-2 1 0 0,57-9-1 0 0,125-38 938 0 0,-168 37-608 0 0,316-106 1665 0 0,-9-26-1221 0 0,-241 97-352 0 0,186-109-1 0 0,-295 155-325 0 0,1 0 0 0 0,-1-1 0 0 0,0 1 0 0 0,-1 0 0 0 0,1-1-1 0 0,0 1 1 0 0,0-1 0 0 0,-1 0 0 0 0,1 1 0 0 0,-1-1 0 0 0,1 0 0 0 0,-1 0 0 0 0,0 0-1 0 0,1 0 1 0 0,-1 0 0 0 0,0-1 0 0 0,-1 1 0 0 0,2-3 0 0 0,-2 4-6 0 0,-1-1 0 0 0,1 1 0 0 0,-1-1-1 0 0,1 1 1 0 0,-1 0 0 0 0,0-1 0 0 0,1 1 0 0 0,-1 0 0 0 0,0 0 0 0 0,0-1 0 0 0,0 1 0 0 0,0 0 0 0 0,0 0 0 0 0,0 0 0 0 0,0 0 0 0 0,0 0 0 0 0,-1 0-1 0 0,1 1 1 0 0,0-1 0 0 0,-1 0 0 0 0,1 1 0 0 0,0-1 0 0 0,-1 1 0 0 0,1-1 0 0 0,-1 1 0 0 0,1-1 0 0 0,0 1 0 0 0,-1 0 0 0 0,-2 0 0 0 0,-14-4-56 0 0,-1 2 0 0 0,0 0 0 0 0,0 0 0 0 0,0 2 0 0 0,0 1 0 0 0,0 0 0 0 0,0 1 1 0 0,0 1-1 0 0,-26 8 0 0 0,-20 9-95 0 0,-77 34 1 0 0,142-54 149 0 0,-326 147-702 0 0,260-111 539 0 0,1 2 0 0 0,-105 83 0 0 0,170-121 160 0 0,-5 4 73 0 0,0 0 1 0 0,0 1-1 0 0,0 0 0 0 0,-6 9 1 0 0,10-14-72 0 0,1 1 0 0 0,-1 0 0 0 0,1-1 0 0 0,-1 1 0 0 0,1 0 0 0 0,0 0 0 0 0,-1-1 0 0 0,1 1 0 0 0,0 0 0 0 0,0 0 0 0 0,-1-1 0 0 0,1 1 0 0 0,0 0 0 0 0,0 0 0 0 0,0-1 0 0 0,0 1 0 0 0,0 0 1 0 0,0 0-1 0 0,0 0 0 0 0,0-1 0 0 0,1 1 0 0 0,-1 0 0 0 0,0 0 0 0 0,0 0 0 0 0,1-1 0 0 0,-1 1 0 0 0,0 0 0 0 0,1-1 0 0 0,-1 1 0 0 0,1 0 0 0 0,-1-1 0 0 0,1 1 0 0 0,-1 0 0 0 0,1-1 0 0 0,-1 1 0 0 0,1-1 0 0 0,0 1 1 0 0,-1-1-1 0 0,1 1 0 0 0,0-1 0 0 0,-1 0 0 0 0,1 1 0 0 0,0-1 0 0 0,0 0 0 0 0,-1 0 0 0 0,1 1 0 0 0,0-1 0 0 0,0 0 0 0 0,0 0 0 0 0,1 0 0 0 0,13 4-147 0 0,1-1-1 0 0,-1-1 1 0 0,1 0-1 0 0,0-2 0 0 0,-1 1 1 0 0,1-2-1 0 0,0 0 1 0 0,27-6-1 0 0,-5-1 365 0 0,0-2-1 0 0,50-21 0 0 0,-69 24-143 0 0,1-2 0 0 0,-1 0 0 0 0,-1-1 0 0 0,0-1-1 0 0,0 0 1 0 0,-1-2 0 0 0,0 0 0 0 0,-1-1 0 0 0,19-22 0 0 0,-33 35-10 0 0,-1-1 1 0 0,1 0 0 0 0,-1 1 0 0 0,0-1-1 0 0,0 0 1 0 0,0 0 0 0 0,0 0 0 0 0,0 0-1 0 0,0 1 1 0 0,0-1 0 0 0,-1-1-1 0 0,1 1 1 0 0,-1 0 0 0 0,1 0 0 0 0,-1 0-1 0 0,0 0 1 0 0,0 0 0 0 0,0 0 0 0 0,0 0-1 0 0,0 0 1 0 0,0-1 0 0 0,-1 1 0 0 0,1 0-1 0 0,-1 0 1 0 0,1 0 0 0 0,-1 0 0 0 0,0 0-1 0 0,0 0 1 0 0,0 0 0 0 0,0 1 0 0 0,0-1-1 0 0,0 0 1 0 0,-1 0 0 0 0,1 1 0 0 0,-1-1-1 0 0,1 1 1 0 0,-1-1 0 0 0,1 1 0 0 0,-1 0-1 0 0,-3-2 1 0 0,-1-2 102 0 0,-1 2-1 0 0,0-1 1 0 0,0 1 0 0 0,0 0-1 0 0,0 0 1 0 0,-1 1 0 0 0,1 0-1 0 0,-1 0 1 0 0,1 1-1 0 0,-10-1 1 0 0,5 2-369 0 0,1 0-1 0 0,0 1 0 0 0,0 0 1 0 0,-16 5-1 0 0,-20 8-3874 0 0,-3 5-1331 0 0</inkml:trace>
</inkml:ink>
</file>

<file path=ppt/ink/ink3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9:01.305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1466 497 7834 0 0,'-11'-18'1130'0'0,"-1"0"1"0"0,-1 1 0 0 0,0 0 0 0 0,-30-27-1 0 0,31 33-850 0 0,-1 1 0 0 0,-1 1 0 0 0,1 0-1 0 0,-1 0 1 0 0,-1 2 0 0 0,0-1 0 0 0,0 2 0 0 0,0 0 0 0 0,0 1-1 0 0,-1 0 1 0 0,-20-2 0 0 0,1 3-338 0 0,0 1-1 0 0,0 1 1 0 0,1 3-1 0 0,-44 5 1 0 0,-140 30-1694 0 0,132-20 839 0 0,-166 37-3323 0 0,193-38 2835 0 0,0 4 0 0 0,-65 30 0 0 0,108-42 1558 0 0,0 0 0 0 0,0 1 0 0 0,1 1 1 0 0,0 1-1 0 0,1 0 0 0 0,0 1 0 0 0,0 1 0 0 0,1 0 0 0 0,-12 14 0 0 0,25-25-102 0 0,-1 0-1 0 0,0 0 1 0 0,1 0-1 0 0,-1-1 1 0 0,0 1-1 0 0,1 0 1 0 0,-1 0-1 0 0,1 0 1 0 0,-1 0-1 0 0,1 0 1 0 0,0 0-1 0 0,-1 0 1 0 0,1 0-1 0 0,0 0 1 0 0,0 0-1 0 0,0 0 1 0 0,0 0-1 0 0,0 1 1 0 0,0-1-1 0 0,0 0 1 0 0,0 0-1 0 0,0 0 1 0 0,0 0-1 0 0,1 0 1 0 0,-1 0-1 0 0,0 0 1 0 0,1 0-1 0 0,-1 0 1 0 0,1 0-1 0 0,-1 0 1 0 0,1 0-1 0 0,-1 0 1 0 0,1 0-1 0 0,0-1 0 0 0,-1 1 1 0 0,1 0-1 0 0,0 0 1 0 0,0-1-1 0 0,-1 1 1 0 0,1 0-1 0 0,0-1 1 0 0,0 1-1 0 0,0-1 1 0 0,0 1-1 0 0,0-1 1 0 0,0 1-1 0 0,0-1 1 0 0,0 0-1 0 0,0 0 1 0 0,0 1-1 0 0,0-1 1 0 0,1 0-1 0 0,10 3-97 0 0,-1-1-1 0 0,1 0 1 0 0,20 0-1 0 0,-25-2-51 0 0,109 5 285 0 0,0-6-1 0 0,0-4 0 0 0,124-23 1 0 0,-153 12 379 0 0,-2-3 0 0 0,0-4 0 0 0,-2-3 0 0 0,138-65-1 0 0,-186 74-570 0 0,-1-2 0 0 0,51-36 0 0 0,-77 50-42 0 0,-1-1 1 0 0,1 0-1 0 0,-1-1 0 0 0,-1 1 0 0 0,1-1 0 0 0,-1 0 1 0 0,-1-1-1 0 0,1 0 0 0 0,-1 0 0 0 0,-1 0 0 0 0,1 0 1 0 0,-1-1-1 0 0,-1 1 0 0 0,0-1 0 0 0,0 0 0 0 0,3-16 1 0 0,-6 19 94 0 0,-1 1 1 0 0,1-1 0 0 0,-1 0 0 0 0,0 1 0 0 0,-1-1-1 0 0,1 1 1 0 0,-1-1 0 0 0,0 1 0 0 0,0 0 0 0 0,-1 0-1 0 0,0 0 1 0 0,0 0 0 0 0,0 0 0 0 0,0 0 0 0 0,-1 1-1 0 0,1 0 1 0 0,-1-1 0 0 0,0 1 0 0 0,-1 1 0 0 0,1-1-1 0 0,-7-3 1 0 0,-3-4 324 0 0,-2 2 0 0 0,1-1 0 0 0,-1 2 0 0 0,0 0 0 0 0,-27-8 0 0 0,13 8-188 0 0,0 1 0 0 0,-1 2 0 0 0,0 1 0 0 0,0 1 0 0 0,0 2 1 0 0,0 1-1 0 0,0 1 0 0 0,0 2 0 0 0,1 1 0 0 0,-48 13 0 0 0,20-1-396 0 0,1 3 0 0 0,1 2 0 0 0,1 2-1 0 0,-80 47 1 0 0,91-43-289 0 0,2 2-1 0 0,1 2 1 0 0,1 2 0 0 0,2 1-1 0 0,2 2 1 0 0,0 1-1 0 0,-36 52 1 0 0,45-51 570 0 0,2 1 1 0 0,2 1-1 0 0,1 1 0 0 0,-29 76 1 0 0,46-103 92 0 0,1-1 0 0 0,1 0 1 0 0,0 1-1 0 0,0 0 1 0 0,1 0-1 0 0,1-1 1 0 0,0 1-1 0 0,3 27 1 0 0,-1-36-164 0 0,0 0-1 0 0,0 0 1 0 0,0 0 0 0 0,1 0-1 0 0,0 0 1 0 0,0 0 0 0 0,0-1-1 0 0,0 1 1 0 0,1-1 0 0 0,0 1-1 0 0,0-1 1 0 0,0 0 0 0 0,0 0 0 0 0,1-1-1 0 0,-1 1 1 0 0,1 0 0 0 0,0-1-1 0 0,0 0 1 0 0,1 0 0 0 0,-1 0-1 0 0,1-1 1 0 0,-1 0 0 0 0,1 1-1 0 0,0-2 1 0 0,0 1 0 0 0,8 2 0 0 0,9 0-34 0 0,0 0 0 0 0,0-2 1 0 0,0 0-1 0 0,0-2 1 0 0,0 0-1 0 0,1-2 1 0 0,32-5-1 0 0,-2-4 467 0 0,100-34-1 0 0,-101 25-200 0 0,-1-2 0 0 0,-1-2 0 0 0,77-50 0 0 0,-51 20-73 0 0,95-86 1 0 0,-125 99-175 0 0,194-190-218 0 0,-236 226 171 0 0,29-36-55 0 0,-32 39 64 0 0,1 0 1 0 0,-1 0-1 0 0,0 0 0 0 0,0 0 1 0 0,0-1-1 0 0,0 1 1 0 0,0 0-1 0 0,0 0 1 0 0,-1-1-1 0 0,1 1 1 0 0,-1 0-1 0 0,1-1 0 0 0,-1 1 1 0 0,0-1-1 0 0,0 1 1 0 0,0-1-1 0 0,-1-3 1 0 0,0 5 10 0 0,1 0 1 0 0,-1 0 0 0 0,0 0 0 0 0,0 0-1 0 0,0 0 1 0 0,0 0 0 0 0,0 0 0 0 0,0 0-1 0 0,0 1 1 0 0,0-1 0 0 0,0 0 0 0 0,-1 1-1 0 0,1-1 1 0 0,0 1 0 0 0,0 0 0 0 0,-1-1-1 0 0,1 1 1 0 0,0 0 0 0 0,0-1 0 0 0,-1 1-1 0 0,1 0 1 0 0,0 0 0 0 0,-1 0 0 0 0,1 0-1 0 0,0 1 1 0 0,0-1 0 0 0,-1 0-1 0 0,1 0 1 0 0,0 1 0 0 0,-2 0 0 0 0,-41 13-374 0 0,18-2 638 0 0,1 2-1 0 0,0 0 1 0 0,1 2 0 0 0,1 1 0 0 0,0 0-1 0 0,1 2 1 0 0,1 0 0 0 0,1 2 0 0 0,1 0-1 0 0,1 1 1 0 0,0 1 0 0 0,2 1 0 0 0,1 0-1 0 0,-23 49 1 0 0,36-67-7 0 0,-1 1 0 0 0,1-1 0 0 0,0 1 0 0 0,0 0 0 0 0,1 0 0 0 0,-1 0 0 0 0,2 0 0 0 0,-1 0 0 0 0,1 0 0 0 0,0 0 0 0 0,0 0 0 0 0,3 10 0 0 0,-2-13-148 0 0,0 0 0 0 0,1-1 0 0 0,-1 1 0 0 0,1 0 0 0 0,0-1 0 0 0,0 1 0 0 0,0-1-1 0 0,1 0 1 0 0,-1 1 0 0 0,1-1 0 0 0,0 0 0 0 0,0-1 0 0 0,0 1 0 0 0,0 0 0 0 0,1-1 0 0 0,-1 0 0 0 0,0 0 0 0 0,1 0 0 0 0,0 0 0 0 0,-1 0-1 0 0,1-1 1 0 0,7 2 0 0 0,4 1-393 0 0,0-1 0 0 0,1 0 0 0 0,-1-1 0 0 0,1-1 0 0 0,0 0 0 0 0,31-4 0 0 0,18-6-6712 0 0</inkml:trace>
</inkml:ink>
</file>

<file path=ppt/ink/ink3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49:02.878"/>
    </inkml:context>
    <inkml:brush xml:id="br0">
      <inkml:brushProperty name="width" value="0.3" units="cm"/>
      <inkml:brushProperty name="height" value="0.6" units="cm"/>
      <inkml:brushProperty name="color" value="#FFACD5"/>
      <inkml:brushProperty name="tip" value="rectangle"/>
      <inkml:brushProperty name="rasterOp" value="maskPen"/>
    </inkml:brush>
  </inkml:definitions>
  <inkml:trace contextRef="#ctx0" brushRef="#br0">1007 379 7978 0 0,'-14'-43'684'0'0,"4"8"-306"0"0,-2 0 1 0 0,-1 2 0 0 0,-25-45-1 0 0,32 68-399 0 0,0 0 0 0 0,-1 1-1 0 0,0 0 1 0 0,-1 0-1 0 0,0 1 1 0 0,0-1 0 0 0,-1 2-1 0 0,0 0 1 0 0,0 0-1 0 0,-1 0 1 0 0,1 1 0 0 0,-2 1-1 0 0,1-1 1 0 0,0 2-1 0 0,-13-5 1 0 0,1 4-208 0 0,0 0 0 0 0,0 2-1 0 0,-1 0 1 0 0,0 1 0 0 0,1 1 0 0 0,-1 2 0 0 0,0 0-1 0 0,0 1 1 0 0,1 2 0 0 0,0 0 0 0 0,-1 1 0 0 0,-35 14-1 0 0,14-2 51 0 0,1 2 0 0 0,0 2-1 0 0,1 2 1 0 0,2 1 0 0 0,-41 32 0 0 0,74-50 179 0 0,-5 2 286 0 0,1 1 0 0 0,-1 0 0 0 0,2 1-1 0 0,-1 0 1 0 0,-15 21 0 0 0,25-29-187 0 0,-1 1 1 0 0,1-1-1 0 0,-1 1 1 0 0,1-1-1 0 0,0 1 1 0 0,0 0-1 0 0,1-1 0 0 0,-1 1 1 0 0,0 0-1 0 0,1 0 1 0 0,0-1-1 0 0,-1 1 1 0 0,1 0-1 0 0,1 5 1 0 0,0-4-9 0 0,0-1 0 0 0,0 0 0 0 0,0 0 0 0 0,0 0 0 0 0,1 0 0 0 0,0 0 0 0 0,0 0 0 0 0,-1 0 0 0 0,1-1 0 0 0,1 1 0 0 0,-1 0 0 0 0,0-1 0 0 0,1 0 0 0 0,-1 1 0 0 0,5 1 0 0 0,5 5 171 0 0,1-2 1 0 0,0 0-1 0 0,0 0 0 0 0,0-1 0 0 0,1-1 1 0 0,0 0-1 0 0,0-1 0 0 0,1-1 0 0 0,-1 0 0 0 0,16 1 1 0 0,11 0 346 0 0,0-3 1 0 0,55-4-1 0 0,-23-3 19 0 0,0-3 0 0 0,118-30 0 0 0,-153 28-538 0 0,0-2 0 0 0,-1-1 0 0 0,-1-2-1 0 0,0-1 1 0 0,-1-3 0 0 0,49-34 0 0 0,-69 43-312 0 0,-2-1 0 0 0,1 0 1 0 0,-1-1-1 0 0,15-20 0 0 0,-24 28 77 0 0,1-1 0 0 0,-2 0 0 0 0,1 0 0 0 0,-1 0-1 0 0,0 0 1 0 0,0 0 0 0 0,0-1 0 0 0,-1 1 0 0 0,0-1 0 0 0,-1 0-1 0 0,1 0 1 0 0,-1 1 0 0 0,-1-1 0 0 0,1-9 0 0 0,-1 13 127 0 0,-1 0 1 0 0,0 0 0 0 0,1 0 0 0 0,-1 1-1 0 0,0-1 1 0 0,0 0 0 0 0,-1 1 0 0 0,1-1-1 0 0,0 1 1 0 0,-1-1 0 0 0,0 1-1 0 0,0-1 1 0 0,1 1 0 0 0,-1 0 0 0 0,0 0-1 0 0,-1 0 1 0 0,1 0 0 0 0,0 1 0 0 0,-1-1-1 0 0,1 0 1 0 0,-1 1 0 0 0,1 0-1 0 0,-1 0 1 0 0,1-1 0 0 0,-1 2 0 0 0,0-1-1 0 0,0 0 1 0 0,0 0 0 0 0,1 1 0 0 0,-4-1-1 0 0,-10-1-59 0 0,1 1-1 0 0,-1 0 1 0 0,1 1-1 0 0,-20 3 1 0 0,-30 4-19 0 0,1 3 0 0 0,-1 3 0 0 0,2 3 0 0 0,0 2 0 0 0,2 4 0 0 0,0 2 0 0 0,1 2 0 0 0,-92 57 0 0 0,145-79 98 0 0,-105 73 413 0 0,101-68-358 0 0,0 0-1 0 0,1 1 0 0 0,0 0 1 0 0,0 1-1 0 0,1 0 0 0 0,1 0 1 0 0,-10 17-1 0 0,17-26-49 0 0,0 0 0 0 0,0 0 0 0 0,0-1 0 0 0,0 1 0 0 0,0 0 0 0 0,1 0 0 0 0,-1 0 0 0 0,1 1 0 0 0,0-1 0 0 0,-1 0 0 0 0,1 0 0 0 0,0 0 0 0 0,0 0 0 0 0,0 0 0 0 0,0 0 0 0 0,1 0 0 0 0,-1 1-1 0 0,1-1 1 0 0,-1 0 0 0 0,1 0 0 0 0,0 0 0 0 0,-1 0 0 0 0,1-1 0 0 0,0 1 0 0 0,0 0 0 0 0,1 0 0 0 0,-1 0 0 0 0,0-1 0 0 0,1 1 0 0 0,-1-1 0 0 0,1 1 0 0 0,-1-1 0 0 0,1 1 0 0 0,-1-1 0 0 0,1 0 0 0 0,0 0 0 0 0,0 0 0 0 0,0 0 0 0 0,0 0 0 0 0,4 1 0 0 0,5 3 31 0 0,0-2 0 0 0,1 1 0 0 0,0-1 0 0 0,0-1-1 0 0,22 2 1 0 0,21-2 189 0 0,-1-2-1 0 0,77-11 0 0 0,108-28 58 0 0,-232 38-274 0 0,244-51 220 0 0,-180 34-187 0 0,101-39 0 0 0,-145 45-201 0 0,0 0 0 0 0,-1-2 0 0 0,48-34 0 0 0,-65 41-120 0 0,1 0 0 0 0,-1-1 0 0 0,-1 0-1 0 0,0 0 1 0 0,0-1 0 0 0,0 0-1 0 0,-1-1 1 0 0,-1 0 0 0 0,0 0 0 0 0,0 0-1 0 0,-1-1 1 0 0,7-19 0 0 0,-11 27 217 0 0,0 0 1 0 0,0 1-1 0 0,-1-1 1 0 0,1 0 0 0 0,-1 0-1 0 0,0 1 1 0 0,0-1-1 0 0,0 0 1 0 0,0 0-1 0 0,0 0 1 0 0,-1 1-1 0 0,1-1 1 0 0,-1 0 0 0 0,0 0-1 0 0,0 1 1 0 0,0-1-1 0 0,0 1 1 0 0,0-1-1 0 0,-2-2 1 0 0,0 2 56 0 0,1 0-1 0 0,-1 0 1 0 0,0 1-1 0 0,1 0 1 0 0,-1-1-1 0 0,-1 1 1 0 0,1 0-1 0 0,0 1 1 0 0,0-1-1 0 0,-1 0 1 0 0,1 1 0 0 0,-7-2-1 0 0,-7-1 67 0 0,-1 1 0 0 0,1 1 0 0 0,-1 1-1 0 0,-33 1 1 0 0,-46 6-251 0 0,-114 21-1 0 0,-96 34-283 0 0,189-36 413 0 0,32-7 115 0 0,-141 32 410 0 0,180-37-310 0 0,0 2-1 0 0,-74 35 1 0 0,113-46-37 0 0,0 0 1 0 0,1 0-1 0 0,-1 1 0 0 0,1 0 0 0 0,0 0 0 0 0,0 1 0 0 0,1 0 1 0 0,-10 12-1 0 0,14-16-81 0 0,0 1-1 0 0,0 0 1 0 0,1-1 0 0 0,0 1-1 0 0,-1 0 1 0 0,1 0 0 0 0,0 0-1 0 0,0 0 1 0 0,1 1 0 0 0,-1-1-1 0 0,1 0 1 0 0,-1 0 0 0 0,1 0-1 0 0,0 0 1 0 0,0 1 0 0 0,0-1-1 0 0,1 0 1 0 0,-1 0 0 0 0,1 0-1 0 0,0 0 1 0 0,0 1 0 0 0,0-1-1 0 0,0-1 1 0 0,0 1 0 0 0,1 0-1 0 0,3 5 1 0 0,3 4-59 0 0,0-1 1 0 0,1-1-1 0 0,0 1 0 0 0,1-1 1 0 0,0-1-1 0 0,1 0 0 0 0,0-1 1 0 0,13 9-1 0 0,101 51-352 0 0,-120-65 395 0 0,56 24 354 0 0,0-3 0 0 0,2-3 0 0 0,1-2 1 0 0,0-4-1 0 0,1-2 0 0 0,77 6 0 0 0,15-9 1457 0 0,226-14-1 0 0,-295-1-1810 0 0,-1-3 0 0 0,0-4 0 0 0,106-29 0 0 0</inkml:trace>
</inkml:ink>
</file>

<file path=ppt/ink/ink3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02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0 1840 0 0,'-12'5'97'0'0,"-1"1"-1"0"0,1-1 1 0 0,0 2-1 0 0,0 0 0 0 0,1 0 1 0 0,0 1-1 0 0,0 0 0 0 0,-14 16 1 0 0,21-21-115 0 0,-17 17-295 0 0,-27 33 1 0 0,-13 13 311 0 0,41-48 1 0 0</inkml:trace>
</inkml:ink>
</file>

<file path=ppt/ink/ink3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03.0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665 3411 5065 0 0,'-240'227'1203'0'0,"-43"43"1370"0"0,246-229-2192 0 0,24-25 294 0 0,-2 0-1 0 0,0 0 1 0 0,-1-2-1 0 0,-24 19 884 0 0,40-32-1503 0 0,0-1 0 0 0,-1 0 0 0 0,1 0 0 0 0,0 0 0 0 0,0 0 1 0 0,0 0-1 0 0,0 0 0 0 0,0 0 0 0 0,-1 0 0 0 0,1 0 1 0 0,0 0-1 0 0,0 0 0 0 0,0 0 0 0 0,-3-2 1104 0 0,3 2-1104 0 0,0 0 0 0 0,0 0 0 0 0,0 0 1 0 0,0 0-1 0 0,0 0 0 0 0,0-1 0 0 0,4-12 1232 0 0,14-22-1015 0 0,-15 30-46 0 0,32-55 150 0 0,2 3 0 0 0,3 1-1 0 0,79-84 1 0 0,161-132 404 0 0,-129 131-351 0 0,457-415 629 0 0,-451 426-547 0 0,68-63-7 0 0,-135 107-452 0 0,189-138 0 0 0,-60 56-73 0 0,31-22-25 0 0,-158 124 71 0 0,163-149 1 0 0,100-80 126 0 0,-255 209-98 0 0,90-99 1 0 0,-5 5 51 0 0,-7 10 29 0 0,-84 78 25 0 0,3 3 0 0 0,110-75 1 0 0,-157 128 23 0 0,-1-3 1 0 0,54-53-1 0 0,-100 86-2178 0 0</inkml:trace>
</inkml:ink>
</file>

<file path=ppt/ink/ink3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04.3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49 142 3225 0 0,'-2'1'234'0'0,"-6"1"1294"0"0,1 1 0 0 0,-1-1 0 0 0,1-1 0 0 0,-10-5 4218 0 0,44-25-3179 0 0,-13 16-1814 0 0,0-1-286 0 0,0 1 1 0 0,1 0-1 0 0,1 1 0 0 0,0 0 0 0 0,0 1 0 0 0,27-12 0 0 0,-41 22-455 0 0,0 0-1 0 0,1 0 1 0 0,-1 0 0 0 0,0 0-1 0 0,1 1 1 0 0,-1-1-1 0 0,1 1 1 0 0,-1 0 0 0 0,1 0-1 0 0,-1 0 1 0 0,0 0-1 0 0,1 0 1 0 0,-1 0-1 0 0,1 0 1 0 0,-1 1 0 0 0,1-1-1 0 0,-1 1 1 0 0,0 0-1 0 0,1 0 1 0 0,-1 0-1 0 0,0 0 1 0 0,0 0 0 0 0,0 0-1 0 0,1 1 1 0 0,-1-1-1 0 0,-1 1 1 0 0,1-1-1 0 0,0 1 1 0 0,0 0 0 0 0,-1 0-1 0 0,1 0 1 0 0,-1 0-1 0 0,1 0 1 0 0,-1 0-1 0 0,0 0 1 0 0,0 0 0 0 0,2 4-1 0 0,-1 1 21 0 0,1 0 0 0 0,-2 1 1 0 0,1-1-1 0 0,-1 0 0 0 0,0 0 0 0 0,0 1 0 0 0,-1-1 0 0 0,0 1 0 0 0,0-1 1 0 0,-1 0-1 0 0,-2 12 0 0 0,-6 11-32 0 0,-13 30 0 0 0,3-8 0 0 0,19-52-1 0 0,0 1 1 0 0,0-1 0 0 0,-1 0-1 0 0,1 0 1 0 0,0 1 0 0 0,0-1-1 0 0,0 0 1 0 0,0 0-1 0 0,0 1 1 0 0,0-1 0 0 0,-1 0-1 0 0,1 0 1 0 0,0 1-1 0 0,0-1 1 0 0,0 0 0 0 0,0 0-1 0 0,0 1 1 0 0,0-1 0 0 0,0 0-1 0 0,0 0 1 0 0,0 1-1 0 0,0-1 1 0 0,0 0 0 0 0,1 1-1 0 0,-1-1 1 0 0,0 0-1 0 0,0 0 1 0 0,0 1 0 0 0,0-1-1 0 0,0 0 1 0 0,0 0-1 0 0,0 0 1 0 0,1 1 0 0 0,-1-1-1 0 0,0 0 1 0 0,0 0 0 0 0,0 0-1 0 0,1 1 1 0 0,-1-1-1 0 0,0 0 1 0 0,0 0 0 0 0,1 0-1 0 0,13-5-38 0 0,24-23-40 0 0,-30 22 70 0 0,2-1-5 0 0,1-1 1 0 0,0 2-1 0 0,0 0 1 0 0,1 0-1 0 0,0 1 1 0 0,0 0-1 0 0,0 1 0 0 0,1 1 1 0 0,-1 0-1 0 0,1 0 1 0 0,13 0-1 0 0,-18 3 16 0 0,0 0 0 0 0,0 0 0 0 0,0 1 0 0 0,-1 0 0 0 0,1 0 0 0 0,0 1 0 0 0,-1 0 0 0 0,1 0 0 0 0,-1 1 0 0 0,1 0-1 0 0,-1 0 1 0 0,0 1 0 0 0,0 0 0 0 0,-1 0 0 0 0,1 0 0 0 0,-1 1 0 0 0,0 0 0 0 0,0 0 0 0 0,7 9 0 0 0,-10-10 14 0 0,0 1 1 0 0,0-1-1 0 0,-1 1 1 0 0,1 0-1 0 0,-1-1 0 0 0,0 1 1 0 0,0 0-1 0 0,-1 0 1 0 0,1 0-1 0 0,-1 0 1 0 0,-1 1-1 0 0,1-1 0 0 0,0 0 1 0 0,-1 0-1 0 0,0 1 1 0 0,-1-1-1 0 0,1 0 1 0 0,-1 0-1 0 0,0 1 1 0 0,0-1-1 0 0,0 0 0 0 0,-1 0 1 0 0,-4 8-1 0 0,-4 11 62 0 0,-2 0-1 0 0,-1-1 0 0 0,-23 32 0 0 0,22-35 0 0 0,10-14-97 0 0,-1 1-1 0 0,0-1 1 0 0,0-1 0 0 0,0 1-1 0 0,-1-1 1 0 0,0 0 0 0 0,-7 6-1 0 0,13-11-58 0 0,-1 0 1 0 0,1 0-1 0 0,-1 0 0 0 0,1 0 0 0 0,0 0 0 0 0,-1 0 1 0 0,1 0-1 0 0,0 0 0 0 0,-1 0 0 0 0,1 0 0 0 0,-1 0 1 0 0,1 0-1 0 0,0 0 0 0 0,-1 0 0 0 0,1 0 0 0 0,0 0 1 0 0,-1 0-1 0 0,1 0 0 0 0,0 0 0 0 0,-1-1 0 0 0,1 1 1 0 0,0 0-1 0 0,-1 0 0 0 0,1-1 0 0 0,0 1 0 0 0,-1 0 1 0 0,1 0-1 0 0,0-1 0 0 0,0 1 0 0 0,-1 0 0 0 0,1 0 1 0 0,0-1-1 0 0,0 1 0 0 0,0 0 0 0 0,0-1 0 0 0,-1 1 1 0 0,1-1-1 0 0,0 1 0 0 0,0 0 0 0 0,0-1 0 0 0,0 1 0 0 0,0 0 1 0 0,0-1-1 0 0</inkml:trace>
</inkml:ink>
</file>

<file path=ppt/ink/ink3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04.6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0 14283 0 0,'-11'0'5361'0'0,"11"0"-5355"0"0,-1 1 0 0 0,0-1 0 0 0,1 0 0 0 0,-1 1 0 0 0,1-1 1 0 0,-1 1-1 0 0,1-1 0 0 0,-1 1 0 0 0,1-1 0 0 0,-1 1 0 0 0,1 0 1 0 0,0-1-1 0 0,-1 1 0 0 0,1-1 0 0 0,0 1 0 0 0,-1 0 1 0 0,1-1-1 0 0,0 1 0 0 0,0 0 0 0 0,-1 1-243 0 0,1 0 0 0 0,0 0 0 0 0,0 0 0 0 0,0 0 0 0 0,0 0 0 0 0,0 0 0 0 0,0 0 0 0 0,0 0 0 0 0,1 0 0 0 0,-1 0 0 0 0,1 0 0 0 0,-1 0 0 0 0,1-1-1 0 0,1 3 1 0 0,3 5 189 0 0</inkml:trace>
</inkml:ink>
</file>

<file path=ppt/ink/ink3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05.8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21 198 6913 0 0,'-2'-3'296'0'0,"0"0"0"0"0,-1 0 0 0 0,1 0-1 0 0,1 0 1 0 0,-1-1 0 0 0,0 1 0 0 0,1-1-1 0 0,0 1 1 0 0,-1-1 0 0 0,2 0-1 0 0,-1 1 1 0 0,0-1 0 0 0,1 0 0 0 0,-1 0-1 0 0,1 1 1 0 0,0-1 0 0 0,1 0 0 0 0,-1 0-1 0 0,0 0 1 0 0,1 1 0 0 0,0-1-1 0 0,0 0 1 0 0,0 1 0 0 0,1-1 0 0 0,-1 1-1 0 0,1-1 1 0 0,3-5 0 0 0,-1 1 241 0 0,1 1 0 0 0,-1-1 0 0 0,1 1 0 0 0,1 0 0 0 0,0 0 0 0 0,0 1 0 0 0,0 0 0 0 0,0 0 0 0 0,1 0 0 0 0,15-9 0 0 0,-20 14-494 0 0,-1 0 0 0 0,1 0 1 0 0,0 0-1 0 0,0 0 1 0 0,-1 0-1 0 0,1 0 1 0 0,0 1-1 0 0,0-1 1 0 0,0 1-1 0 0,0-1 0 0 0,0 1 1 0 0,0 0-1 0 0,0 0 1 0 0,0 0-1 0 0,0 0 1 0 0,0 0-1 0 0,0 0 1 0 0,0 1-1 0 0,0-1 0 0 0,0 1 1 0 0,-1-1-1 0 0,1 1 1 0 0,0 0-1 0 0,0-1 1 0 0,0 1-1 0 0,-1 0 1 0 0,1 0-1 0 0,0 1 0 0 0,2 1 1 0 0,0 2-41 0 0,0 0 0 0 0,-1 0 0 0 0,0 0-1 0 0,0 0 1 0 0,-1 0 0 0 0,1 1 0 0 0,-1-1 0 0 0,0 1 0 0 0,1 5 0 0 0,2 12-132 0 0,-1-1 1 0 0,-1 1 0 0 0,-1 0-1 0 0,-1 27 1 0 0,1 20-401 0 0,-2-69 526 0 0,0-1 1 0 0,0 1 0 0 0,0-1-1 0 0,0 1 1 0 0,0-1 0 0 0,0 1-1 0 0,0-1 1 0 0,0 1-1 0 0,1-1 1 0 0,-1 1 0 0 0,0-1-1 0 0,0 1 1 0 0,0-1-1 0 0,0 1 1 0 0,1-1 0 0 0,-1 1-1 0 0,0-1 1 0 0,1 0-1 0 0,-1 1 1 0 0,0-1 0 0 0,1 1-1 0 0,-1-1 1 0 0,0 0 0 0 0,1 1-1 0 0,-1-1 1 0 0,0 0-1 0 0,1 0 1 0 0,-1 1 0 0 0,1-1-1 0 0,-1 0 1 0 0,1 0-1 0 0,0 1 1 0 0,17-9-135 0 0,23-31-75 0 0,-31 29 230 0 0,-4 5 6 0 0,0 0 0 0 0,-1 0 0 0 0,2 1 0 0 0,-1 0 0 0 0,0 0-1 0 0,1 0 1 0 0,0 1 0 0 0,0 0 0 0 0,0 0 0 0 0,0 1 0 0 0,0 0-1 0 0,14-3 1 0 0,-18 5-11 0 0,1 0 0 0 0,0 0-1 0 0,0 0 1 0 0,-1 1 0 0 0,1-1 0 0 0,0 1-1 0 0,0 0 1 0 0,-1 0 0 0 0,1 0 0 0 0,-1 0-1 0 0,1 0 1 0 0,-1 1 0 0 0,0 0 0 0 0,1 0-1 0 0,-1 0 1 0 0,0 0 0 0 0,0 0 0 0 0,0 1-1 0 0,0-1 1 0 0,-1 1 0 0 0,1 0 0 0 0,-1 0-1 0 0,0 0 1 0 0,0 0 0 0 0,0 0 0 0 0,0 0 0 0 0,2 5-1 0 0,0 2 35 0 0,0 0-1 0 0,-1 0 0 0 0,0 1 1 0 0,0-1-1 0 0,-2 0 0 0 0,1 1 1 0 0,-1 0-1 0 0,0-1 0 0 0,-1 1 1 0 0,-1 0-1 0 0,0-1 0 0 0,0 1 1 0 0,-1-1-1 0 0,-3 12 0 0 0,2-11 33 0 0,0 0-1 0 0,-1 0 1 0 0,0 0-1 0 0,-1 0 1 0 0,-1-1 0 0 0,1 0-1 0 0,-1 0 1 0 0,-1 0-1 0 0,0-1 1 0 0,0 0-1 0 0,-1 0 1 0 0,-15 12 0 0 0,20-18-99 0 0,-1-1 1 0 0,1 0-1 0 0,-1 0 0 0 0,1-1 1 0 0,-1 1-1 0 0,1-1 1 0 0,-1 1-1 0 0,0-1 1 0 0,0 0-1 0 0,1-1 0 0 0,-1 1 1 0 0,0-1-1 0 0,0 1 1 0 0,0-1-1 0 0,0 0 1 0 0,0-1-1 0 0,-6 0 1 0 0,1-2-212 0 0</inkml:trace>
</inkml:ink>
</file>

<file path=ppt/ink/ink3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12.7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109 6237 1840 0 0,'-27'20'1718'0'0,"20"-14"-1164"0"0,-1 0 1 0 0,1-1-1 0 0,-1 0 1 0 0,0 0-1 0 0,-1 0 1 0 0,1-1-1 0 0,-13 4 256 0 0,21-8-746 0 0,0 0-1 0 0,0-1 1 0 0,0 1 0 0 0,0 0 0 0 0,0 0-1 0 0,0 0 1 0 0,0 0 0 0 0,0-1 0 0 0,0 1-1 0 0,0 0 1 0 0,0 0 0 0 0,0 0 0 0 0,0-1-1 0 0,0 1 1 0 0,0 0 0 0 0,0 0 0 0 0,0 0-1 0 0,0 0 1 0 0,0-1 0 0 0,0 1 0 0 0,0 0 0 0 0,-1-2 828 0 0,1 2-828 0 0,-1 0 0 0 0,1 0 0 0 0,0 0-1 0 0,0 0 1 0 0,0-1 0 0 0,0 1 0 0 0,-1 0-1 0 0,1 0 1 0 0,0 0 0 0 0,0 0 0 0 0,0 0-1 0 0,0 0 1 0 0,-1 0 0 0 0,1 0 0 0 0,0 0-1 0 0,0 0 1 0 0,0 0 0 0 0,-1 0 0 0 0,1 0-1 0 0,17-18 605 0 0,-11 12-502 0 0,23-23 517 0 0,1 2-1 0 0,47-32 1 0 0,-47 37-734 0 0,0-1-1 0 0,53-55 1 0 0,-55 49 430 0 0,2 0 0 0 0,1 2 0 0 0,1 2 0 0 0,64-40 0 0 0,-64 42 19 0 0,-1-2 0 0 0,-2-1 0 0 0,0-1 0 0 0,25-32-1 0 0,11-11 367 0 0,59-57 11 0 0,-83 73-689 0 0,-29 37-44 0 0,23-27 0 0 0,173-172 94 0 0,-166 174-103 0 0,1 3 1 0 0,51-36-1 0 0,26-23 19 0 0,33-31-14 0 0,28-25 248 0 0,-5-1 434 0 0,40-37-557 0 0,-14 1-41 0 0,-153 150-57 0 0,0 3 0 0 0,80-45 1 0 0,-96 61-29 0 0,0-1 0 0 0,-2-1 0 0 0,-1-2 0 0 0,41-44 0 0 0,10-10 56 0 0,-16 22 30 0 0,78-54 0 0 0,-59 49-123 0 0,96-94 0 0 0,-73 67 0 0 0,153-100 0 0 0,-60 25 0 0 0,-108 84 0 0 0,83-57-6 0 0,-50 42 76 0 0,235-167-94 0 0,-336 247 24 0 0,121-104 0 0 0,-61 46 0 0 0,227-150 64 0 0,-275 202-44 0 0,-8 5 40 0 0,0-1 0 0 0,-2-1 0 0 0,0-1 0 0 0,44-44 0 0 0,33-42-27 0 0,174-138 1 0 0,-227 203-26 0 0,-10 4 19 0 0,-2-2 1 0 0,51-66-1 0 0,16-18 8 0 0,-33 53-6 0 0,98-71 1 0 0,-119 100-25 0 0,152-150-5 0 0,-98 87 0 0 0,5 3 141 0 0,40-39 105 0 0,6-23 799 0 0,-154 160-1054 0 0,1 0 0 0 0,0 0-1 0 0,1 0 1 0 0,-1 0 0 0 0,1 0-1 0 0,-1 1 1 0 0,1-1 0 0 0,0 1-1 0 0,-1 0 1 0 0,1 0 0 0 0,0 1-1 0 0,5-2 1 0 0,-3 3-158 0 0</inkml:trace>
</inkml:ink>
</file>

<file path=ppt/ink/ink3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31.7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158 8085 3225 0 0,'-44'42'2051'0'0,"10"-9"713"0"0,-40 48 1 0 0,74-81-2740 0 0,0 0-1 0 0,-1 0 1 0 0,1 0 0 0 0,-1 1 0 0 0,1-1-1 0 0,0 0 1 0 0,-1 1 0 0 0,1-1 0 0 0,0 0-1 0 0,-1 1 1 0 0,1-1 0 0 0,0 0 0 0 0,0 1-1 0 0,-1-1 1 0 0,1 1 0 0 0,0-1 0 0 0,0 1-1 0 0,0-1 1 0 0,0 0 0 0 0,0 1-1 0 0,-1-1 1 0 0,1 1 0 0 0,0-1 0 0 0,0 1-1 0 0,0-1 1 0 0,0 1 0 0 0,0-1 0 0 0,0 1-1 0 0,0-1 1 0 0,0 1 0 0 0,1-1 0 0 0,-1 0-1 0 0,0 1 1 0 0,0-1 0 0 0,0 1 0 0 0,1 0-1 0 0,17-4 346 0 0,24-15 7 0 0,-6-3 241 0 0,-2-1 0 0 0,0-2 1 0 0,-2-2-1 0 0,44-43 0 0 0,32-25 408 0 0,130-86 433 0 0,-51 36-527 0 0,6-4-55 0 0,-131 106-859 0 0,-6 5 41 0 0,93-81 0 0 0,-86 64 281 0 0,111-75-1 0 0,-50 55-174 0 0,-78 48-86 0 0,-1-1 0 0 0,43-36 0 0 0,73-82 205 0 0,-92 79-25 0 0,96-70 0 0 0,-102 86-114 0 0,-3-2 0 0 0,70-78 0 0 0,-51 48-70 0 0,102-82-75 0 0,1 0 0 0 0,182-172 82 0 0,-177 169-114 0 0,163-136 78 0 0,-162 148-59 0 0,64-48 271 0 0,-230 187-308 0 0,230-185-17 0 0,6 0 80 0 0,-190 153-26 0 0,-9 5 18 0 0,-2-3 1 0 0,56-58-1 0 0,-54 50 16 0 0,2 2 1 0 0,127-82 0 0 0,-118 87-20 0 0,247-201 16 0 0,-96 70 17 0 0,-45 33-35 0 0,36-26 0 0 0,76-67 84 0 0,-103 80-40 0 0,-47 64 48 0 0,-92 65-38 0 0,61-49 0 0 0,-47 26 45 0 0,31-27-84 0 0,151-102 0 0 0,-181 143-17 0 0,92-75 0 0 0,-93 66-24 0 0,105-63 0 0 0,-95 66 25 0 0,-48 29 2 0 0,249-172 9 0 0,-102 65-11 0 0,-105 81-12 0 0,112-99 0 0 0,105-115 77 0 0,-159 150-64 0 0,35-35 0 0 0,-59 41 10 0 0,209-194 44 0 0,-233 226-9 0 0,66-78 1 0 0,-25 22-9 0 0,-105 114-9 0 0,5-7 66 0 0,1 1 0 0 0,23-17 0 0 0,-33 28-19 0 0,0 1 0 0 0,-1-1-1 0 0,1 1 1 0 0,0 0-1 0 0,0 1 1 0 0,1-1 0 0 0,-1 1-1 0 0,1 1 1 0 0,-1-1-1 0 0,1 1 1 0 0,-1 0 0 0 0,8 0-1 0 0,-13 1-61 0 0,0 0 0 0 0,-1-1 0 0 0,1 1 1 0 0,0 0-1 0 0,-1 0 0 0 0,1 0 0 0 0,0 0 0 0 0,0 0 0 0 0,-1 0 0 0 0,1 0 0 0 0,0 0 0 0 0,-1 0 0 0 0,1 1 0 0 0,0-1 0 0 0,-1 0 0 0 0,1 0 0 0 0,0 1 0 0 0,-1-1 0 0 0,1 0 1 0 0,0 1-1 0 0,-1-1 0 0 0,1 1 0 0 0,-1-1 0 0 0,1 0 0 0 0,-1 1 0 0 0,1 0 0 0 0,-1-1 0 0 0,1 1 0 0 0,-1-1 0 0 0,1 1 0 0 0,-1-1 0 0 0,1 2 0 0 0,-9 18-787 0 0,3-10-934 0 0</inkml:trace>
</inkml:ink>
</file>

<file path=ppt/ink/ink3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0:52.9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6614 3225 0 0,'-5'7'184'0'0,"2"-3"123"0"0,1-1 0 0 0,-1 0-1 0 0,1 1 1 0 0,0-1 0 0 0,0 1-1 0 0,1 0 1 0 0,-1 0 0 0 0,1 0-1 0 0,-1 0 1 0 0,0 5 0 0 0,31-23 2800 0 0,7-13-1200 0 0,56-55 1 0 0,-32 27-762 0 0,149-135 869 0 0,140-117-302 0 0,-15 60 432 0 0,-206 166-1579 0 0,-89 59-524 0 0,0-2-1 0 0,-1-2 1 0 0,62-56 0 0 0,-52 35 19 0 0,1 2 0 0 0,2 3 0 0 0,3 1 0 0 0,75-43 0 0 0,-96 64-44 0 0,-1-1-1 0 0,0-2 1 0 0,42-41 0 0 0,73-89 13 0 0,-101 101-6 0 0,3 1-1 0 0,110-87 1 0 0,-85 79-20 0 0,-2-3-1 0 0,116-132 1 0 0,-28 27-4 0 0,-55 71 72 0 0,40-40 224 0 0,210-195-146 0 0,-278 264-140 0 0,130-125 62 0 0,139-115 80 0 0,48 38 133 0 0,-178 120-281 0 0,-134 88-13 0 0,124-68 1 0 0,-97 65 85 0 0,172-134 0 0 0,-185 127-50 0 0,97-56 41 0 0,-16 13-117 0 0,4-8 28 0 0,83-62 122 0 0,157-106-168 0 0,-175 107 68 0 0,-55 34-15 0 0,124-82 142 0 0,249-253 0 0 0,-308 262 413 0 0,-235 205-466 0 0,-13 11-39 0 0,0 0-1 0 0,0 0 1 0 0,-1-1-1 0 0,0 0 1 0 0,7-10 0 0 0,-13 13-183 0 0,-6 10-2184 0 0</inkml:trace>
</inkml:ink>
</file>

<file path=ppt/ink/ink3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21.7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61 3225 0 0,'0'-7'342'0'0,"2"0"1"0"0,-1 0-1 0 0,1 0 1 0 0,25-26 13014 0 0,-13 56-10833 0 0,-5 7-1990 0 0,-1-1-1 0 0,-1 1 1 0 0,-2 1-1 0 0,0-1 1 0 0,-1 36-1 0 0,3 15-269 0 0,3 26-120 0 0,-7-62-64 0 0,1 0 0 0 0,2 0 0 0 0,3-1 0 0 0,18 59 0 0 0,-12-85-2342 0 0,-14-14 1220 0 0</inkml:trace>
</inkml:ink>
</file>

<file path=ppt/ink/ink3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22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57 0 7370 0 0,'-9'7'194'0'0,"-23"17"1235"0"0,31-23-1196 0 0,-1 0-1 0 0,1 0 1 0 0,0 1-1 0 0,0-1 1 0 0,0 0-1 0 0,0 1 1 0 0,0-1-1 0 0,0 1 1 0 0,0-1-1 0 0,0 1 1 0 0,1-1-1 0 0,-1 1 1 0 0,0 0-1 0 0,1-1 1 0 0,-1 1-1 0 0,1 0 1 0 0,0-1-1 0 0,0 3 1 0 0,0-3-132 0 0,0 0 0 0 0,1 0 0 0 0,-1 0 0 0 0,1-1 0 0 0,-1 1 0 0 0,1 0 0 0 0,-1 0 0 0 0,1-1 0 0 0,-1 1 1 0 0,1 0-1 0 0,0-1 0 0 0,-1 1 0 0 0,1-1 0 0 0,0 1 0 0 0,0-1 0 0 0,0 1 0 0 0,-1-1 0 0 0,1 0 0 0 0,0 1 0 0 0,0-1 0 0 0,0 0 0 0 0,0 1 0 0 0,0-1 0 0 0,0 0 1 0 0,-1 0-1 0 0,1 0 0 0 0,0 0 0 0 0,2 0 0 0 0,32-1 882 0 0,-29 1-648 0 0,265-5 4132 0 0,138 25-2606 0 0,-210 6-1519 0 0,-42-4-147 0 0,-145-21-213 0 0,-5-1-30 0 0,-1 1-1 0 0,1-1 1 0 0,0 2-1 0 0,0-1 0 0 0,0 1 1 0 0,0 0-1 0 0,11 5 0 0 0,-17-7 28 0 0,-1 1 0 0 0,0-1 0 0 0,1 0 0 0 0,-1 0 0 0 0,0 1 0 0 0,1-1 0 0 0,-1 0-1 0 0,0 1 1 0 0,0-1 0 0 0,1 0 0 0 0,-1 1 0 0 0,0-1 0 0 0,0 0 0 0 0,0 1 0 0 0,1-1-1 0 0,-1 1 1 0 0,0-1 0 0 0,0 0 0 0 0,0 1 0 0 0,0-1 0 0 0,0 1 0 0 0,0-1-1 0 0,0 0 1 0 0,0 1 0 0 0,0-1 0 0 0,0 1 0 0 0,0-1 0 0 0,0 0 0 0 0,0 1 0 0 0,0-1-1 0 0,0 1 1 0 0,-1-1 0 0 0,1 0 0 0 0,0 1 0 0 0,0-1 0 0 0,0 0 0 0 0,-1 1 0 0 0,1-1-1 0 0,0 0 1 0 0,0 1 0 0 0,-1-1 0 0 0,1 0 0 0 0,0 1 0 0 0,-1-1 0 0 0,1 0 0 0 0,-18 14-1072 0 0,16-13 900 0 0,-13 8-968 0 0</inkml:trace>
</inkml:ink>
</file>

<file path=ppt/ink/ink3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22.4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 5065 0 0,'0'-1'266'0'0,"1"1"0"0"0,0-1 0 0 0,0 0 0 0 0,0 0 0 0 0,0 1 0 0 0,0-1 0 0 0,0 1 0 0 0,0-1 0 0 0,0 1 0 0 0,0-1 0 0 0,0 1 0 0 0,0-1 0 0 0,1 1 0 0 0,-1 0 0 0 0,0 0 0 0 0,0 0 0 0 0,0 0 0 0 0,0 0 0 0 0,1 0 0 0 0,-1 0 0 0 0,0 0 0 0 0,0 0 0 0 0,0 0 0 0 0,0 0 0 0 0,0 1 0 0 0,1-1 0 0 0,-1 1 0 0 0,0-1 0 0 0,1 1 0 0 0,35 15 3582 0 0,-24-7-3193 0 0,1 0 0 0 0,-2 1 1 0 0,1 1-1 0 0,-1 0 0 0 0,-1 0 0 0 0,0 1 1 0 0,0 1-1 0 0,12 19 0 0 0,7 17-268 0 0,26 55 0 0 0,-7-12 62 0 0,-35-67-959 0 0,41 65 1623 0 0,-22-48-2849 0 0,4-9-4527 0 0</inkml:trace>
</inkml:ink>
</file>

<file path=ppt/ink/ink3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22.7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305 6 6913 0 0,'9'-5'11627'0'0,"-12"15"-7554"0"0,-8 13-3729 0 0,-219 404 1560 0 0,160-303-4087 0 0</inkml:trace>
</inkml:ink>
</file>

<file path=ppt/ink/ink3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31.7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118 111 5065 0 0,'-40'-3'2408'0'0,"34"4"-1868"0"0,0-1 0 0 0,0 0 1 0 0,0-1-1 0 0,0 1 1 0 0,-1-1-1 0 0,1 0 1 0 0,0-1-1 0 0,0 1 1 0 0,1-1-1 0 0,-10-5 1 0 0,14 7-470 0 0,1 0 0 0 0,0-1 1 0 0,0 1-1 0 0,-1-1 1 0 0,1 1-1 0 0,0 0 1 0 0,0-1-1 0 0,0 1 1 0 0,0-1-1 0 0,-1 1 1 0 0,1-1-1 0 0,0 1 1 0 0,0-1-1 0 0,0 1 0 0 0,0-1 1 0 0,0 1-1 0 0,0 0 1 0 0,0-1-1 0 0,0 1 1 0 0,0-1-1 0 0,1 1 1 0 0,-1-1-1 0 0,0 1 1 0 0,0-1-1 0 0,0 1 1 0 0,0 0-1 0 0,1-1 0 0 0,-1 1 1 0 0,0-1-1 0 0,0 1 1 0 0,1 0-1 0 0,-1-1 1 0 0,0 1-1 0 0,1 0 1 0 0,-1-1-1 0 0,0 1 1 0 0,1 0-1 0 0,-1 0 1 0 0,0-1-1 0 0,1 1 0 0 0,-1 0 1 0 0,1 0-1 0 0,-1 0 1 0 0,1-1-1 0 0,-1 1 1 0 0,1 0-1 0 0,24-14 780 0 0,-22 12-589 0 0,19-9 434 0 0,0 1-1 0 0,1 1 1 0 0,47-13-1 0 0,-60 20-580 0 0,1 0 1 0 0,0 0-1 0 0,0 1 0 0 0,-1 0 0 0 0,1 1 0 0 0,0 0 0 0 0,0 1 0 0 0,0 0 0 0 0,0 1 0 0 0,-1 0 1 0 0,15 5-1 0 0,-22-6-98 0 0,0 0 0 0 0,0 0 0 0 0,0 1 0 0 0,0-1-1 0 0,-1 1 1 0 0,1 0 0 0 0,-1 0 0 0 0,1 0 0 0 0,-1 0 0 0 0,0 0 0 0 0,0 1 0 0 0,0-1 0 0 0,0 0 0 0 0,0 1 0 0 0,0 0 0 0 0,-1-1 0 0 0,3 7 0 0 0,-3-5-15 0 0,1 1 1 0 0,-1 0-1 0 0,0 0 1 0 0,-1 0-1 0 0,1 0 1 0 0,-1 0-1 0 0,0 0 0 0 0,0 0 1 0 0,-1 0-1 0 0,-1 7 1 0 0,-1 1-85 0 0,-1 0 1 0 0,0 0-1 0 0,-1 0 1 0 0,0-1-1 0 0,-1 0 1 0 0,0 0-1 0 0,-11 15 1 0 0,-68 74-385 0 0,85-101 472 0 0,0 0 0 0 0,0 0 0 0 0,0 0 0 0 0,0 0 0 0 0,0 1 0 0 0,0-1 0 0 0,0 0 0 0 0,0 0 0 0 0,-1 0-1 0 0,1 0 1 0 0,0 0 0 0 0,0 0 0 0 0,0 1 0 0 0,0-1 0 0 0,0 0 0 0 0,0 0 0 0 0,0 0 0 0 0,0 0 0 0 0,0 0 0 0 0,0 1 0 0 0,0-1-1 0 0,0 0 1 0 0,0 0 0 0 0,0 0 0 0 0,0 0 0 0 0,0 0 0 0 0,0 1 0 0 0,0-1 0 0 0,0 0 0 0 0,0 0 0 0 0,0 0 0 0 0,0 0 0 0 0,0 0 0 0 0,0 0-1 0 0,1 1 1 0 0,-1-1 0 0 0,0 0 0 0 0,0 0 0 0 0,0 0 0 0 0,0 0 0 0 0,0 0 0 0 0,0 0 0 0 0,0 0 0 0 0,0 1 0 0 0,1-1 0 0 0,-1 0 0 0 0,0 0-1 0 0,0 0 1 0 0,0 0 0 0 0,0 0 0 0 0,0 0 0 0 0,1 0 0 0 0,-1 0 0 0 0,0 0 0 0 0,0 0 0 0 0,0 0 0 0 0,0 0 0 0 0,0 0 0 0 0,1 0 0 0 0,-1 0-1 0 0,17-1 181 0 0,17-7 3 0 0,-9 0-131 0 0,1 0-1 0 0,-1 2 1 0 0,1 1 0 0 0,1 1-1 0 0,38-1 1 0 0,-57 5-48 0 0,-1 0 1 0 0,1 1 0 0 0,-1 0 0 0 0,0 0 0 0 0,1 1 0 0 0,-1 0-1 0 0,0 0 1 0 0,0 1 0 0 0,0 0 0 0 0,11 6 0 0 0,-14-6-3 0 0,0 0 1 0 0,0 1-1 0 0,-1-1 1 0 0,1 1-1 0 0,-1-1 1 0 0,0 1-1 0 0,0 0 1 0 0,0 0-1 0 0,-1 1 1 0 0,1-1-1 0 0,-1 0 1 0 0,0 1-1 0 0,0 0 1 0 0,0-1-1 0 0,-1 1 1 0 0,0 0-1 0 0,1 8 1 0 0,-1-2 4 0 0,0 1 1 0 0,-1-1-1 0 0,-1 0 0 0 0,0 0 1 0 0,0 0-1 0 0,-1 0 1 0 0,-1 0-1 0 0,0 0 0 0 0,0-1 1 0 0,-1 1-1 0 0,0-1 1 0 0,-1 0-1 0 0,0 0 0 0 0,-12 16 1 0 0,5-9 58 0 0,0-1 0 0 0,-1-1 0 0 0,-1 0-1 0 0,0 0 1 0 0,-1-2 0 0 0,-1 0 0 0 0,-21 15 0 0 0,-7-4 81 0 0,42-23-279 0 0,0 0-1 0 0,0 0 1 0 0,0 0-1 0 0,-1 0 1 0 0,1 0-1 0 0,0-1 1 0 0,-1 1-1 0 0,1-1 0 0 0,0 0 1 0 0,-1 1-1 0 0,1-1 1 0 0,0 0-1 0 0,-1 0 1 0 0,1-1-1 0 0,-1 1 1 0 0,1 0-1 0 0,-4-2 1 0 0</inkml:trace>
</inkml:ink>
</file>

<file path=ppt/ink/ink3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32.0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 14803 0 0,'3'1'320'0'0,"-2"-1"72"0"0,0 0 16 0 0,1-1 8 0 0,1 1-327 0 0,-2 0-89 0 0,0 0 0 0 0,2-1 0 0 0,0-1 88 0 0,2 0 0 0 0,-1-1 0 0 0,2 2 0 0 0,-2-2-1265 0 0,0 3-247 0 0,3 0-48 0 0,-2 1-17 0 0,2 5 1169 0 0</inkml:trace>
</inkml:ink>
</file>

<file path=ppt/ink/ink3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32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87 8754 0 0,'6'-6'387'0'0,"1"1"0"0"0,0-1-1 0 0,0 1 1 0 0,0 0 0 0 0,0 1 0 0 0,1 0 0 0 0,0 0 0 0 0,0 0 0 0 0,11-2 0 0 0,3-3 773 0 0,-12 4-454 0 0,2 0 1 0 0,-1 1-1 0 0,0 0 0 0 0,1 1 0 0 0,23-3 1 0 0,-33 5-638 0 0,1 1-1 0 0,-1 0 1 0 0,1 0 0 0 0,0 0 0 0 0,-1 0 0 0 0,1 0 0 0 0,-1 1 0 0 0,1-1 0 0 0,-1 1 0 0 0,1 0-1 0 0,-1 0 1 0 0,1 0 0 0 0,-1 0 0 0 0,0 0 0 0 0,0 0 0 0 0,1 0 0 0 0,-1 1 0 0 0,0-1 0 0 0,0 1 0 0 0,0 0-1 0 0,0 0 1 0 0,-1-1 0 0 0,1 1 0 0 0,0 0 0 0 0,-1 0 0 0 0,1 1 0 0 0,-1-1 0 0 0,0 0 0 0 0,0 0-1 0 0,0 1 1 0 0,0-1 0 0 0,0 1 0 0 0,1 4 0 0 0,0 2-118 0 0,-1 0 1 0 0,0 1-1 0 0,0-1 1 0 0,-1 1-1 0 0,0-1 1 0 0,-1 0-1 0 0,0 1 1 0 0,-1-1-1 0 0,-4 18 0 0 0,-4 3-601 0 0,-24 47-1 0 0,-4 14-457 0 0,37-88 1137 0 0,0 0 0 0 0,0 0 0 0 0,0 1 1 0 0,0-1-1 0 0,1 0 0 0 0,-1 0 0 0 0,1 1 1 0 0,0-1-1 0 0,0 0 0 0 0,0 1 0 0 0,1 2 1 0 0,0-5 6 0 0,-1 0 0 0 0,1 0 0 0 0,0 0 1 0 0,-1 0-1 0 0,1 0 0 0 0,0 0 0 0 0,0 0 1 0 0,0-1-1 0 0,-1 1 0 0 0,1 0 0 0 0,0-1 1 0 0,0 1-1 0 0,0-1 0 0 0,0 1 0 0 0,1-1 1 0 0,-1 1-1 0 0,0-1 0 0 0,0 0 0 0 0,0 1 0 0 0,0-1 1 0 0,0 0-1 0 0,0 0 0 0 0,0 0 0 0 0,1 0 1 0 0,-1 0-1 0 0,0 0 0 0 0,0 0 0 0 0,0 0 1 0 0,0-1-1 0 0,0 1 0 0 0,1 0 0 0 0,-1-1 1 0 0,1 0-1 0 0,42-8 509 0 0,-30 5-412 0 0,0 0 0 0 0,1 2-1 0 0,-1 0 1 0 0,1 0-1 0 0,28 2 1 0 0,-39 0-105 0 0,0 1 0 0 0,0 0 0 0 0,0 0 0 0 0,0 0 0 0 0,0 0 0 0 0,-1 1 0 0 0,1 0-1 0 0,0 0 1 0 0,-1 0 0 0 0,0 0 0 0 0,1 0 0 0 0,-1 1 0 0 0,0-1 0 0 0,0 1 0 0 0,0 0 0 0 0,-1 0 0 0 0,1 0 0 0 0,-1 0 0 0 0,1 0-1 0 0,-1 1 1 0 0,0-1 0 0 0,0 1 0 0 0,-1-1 0 0 0,1 1 0 0 0,-1 0 0 0 0,2 7 0 0 0,0 0 24 0 0,-1-1 1 0 0,0 1-1 0 0,-1 0 0 0 0,0 0 1 0 0,-1-1-1 0 0,0 1 0 0 0,-1 0 1 0 0,0 0-1 0 0,-1-1 0 0 0,0 1 1 0 0,0-1-1 0 0,-7 16 0 0 0,4-13-409 0 0,0-1-1 0 0,-1 0 1 0 0,0-1-1 0 0,-1 1 1 0 0,0-1 0 0 0,-1 0-1 0 0,0-1 1 0 0,-1 0-1 0 0,-18 16 1 0 0</inkml:trace>
</inkml:ink>
</file>

<file path=ppt/ink/ink3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32.9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13019 0 0,'1'-1'297'0'0,"0"0"1"0"0,-1 0 0 0 0,1 1 0 0 0,0-1-1 0 0,0 0 1 0 0,0 0 0 0 0,0 1-1 0 0,0-1 1 0 0,0 0 0 0 0,0 1 0 0 0,0-1-1 0 0,0 1 1 0 0,1-1 0 0 0,-1 1-1 0 0,0 0 1 0 0,0-1 0 0 0,0 1 0 0 0,0 0-1 0 0,1 0 1 0 0,0 0 0 0 0,0 0-121 0 0,0 1 1 0 0,-1 0-1 0 0,1 0 1 0 0,-1 0-1 0 0,1 0 1 0 0,-1 0-1 0 0,1 0 1 0 0,-1 0-1 0 0,1 0 0 0 0,-1 0 1 0 0,0 1-1 0 0,0-1 1 0 0,2 3-1 0 0,10 15-5 0 0,-1-1-1 0 0,-1 2 0 0 0,-1 0 1 0 0,-1 0-1 0 0,-1 1 0 0 0,7 25 0 0 0,-8-23-184 0 0,1 0-1 0 0,2 0 0 0 0,0 0 0 0 0,25 39 0 0 0,-28-53 17 0 0,0 0 0 0 0,0 0 0 0 0,1-1 0 0 0,0 0 0 0 0,1 0 0 0 0,0-1-1 0 0,14 9 1 0 0,-21-15 38 0 0,0 1-1 0 0,0-1 0 0 0,0 0 0 0 0,1 0 0 0 0,-1 0 0 0 0,1 0 0 0 0,-1 0 0 0 0,0-1 1 0 0,1 1-1 0 0,-1-1 0 0 0,1 0 0 0 0,0 1 0 0 0,-1-1 0 0 0,1 0 0 0 0,-1 0 0 0 0,1-1 1 0 0,-1 1-1 0 0,1-1 0 0 0,-1 1 0 0 0,1-1 0 0 0,-1 0 0 0 0,1 0 0 0 0,-1 0 0 0 0,0 0 1 0 0,1 0-1 0 0,-1 0 0 0 0,0-1 0 0 0,0 1 0 0 0,0-1 0 0 0,0 1 0 0 0,0-1 0 0 0,0 0 0 0 0,-1 0 1 0 0,1 0-1 0 0,-1 0 0 0 0,1 0 0 0 0,-1 0 0 0 0,2-4 0 0 0,13-23 642 0 0,-2-2 0 0 0,14-39 1 0 0,-20 47-656 0 0,0 0 1 0 0,2 0-1 0 0,1 1 0 0 0,1 0 1 0 0,28-39-1 0 0,57-40-2653 0 0,-91 95 2428 0 0,16-15-609 0 0</inkml:trace>
</inkml:ink>
</file>

<file path=ppt/ink/ink3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51.3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99 90 3225 0 0,'0'-1'76'0'0,"15"-51"4977"0"0,-11 15 3813 0 0,-7 47-4609 0 0,-5 8-3323 0 0,-8 23-1148 0 0,-13 82 277 0 0,6 0 1 0 0,-10 150-1 0 0,30-237-70 0 0,1 0-1 0 0,2 1 0 0 0,1-1 0 0 0,2 0 0 0 0,1 0 1 0 0,13 47-1 0 0,-14-69 21 0 0,2-1 0 0 0,-1 1 0 0 0,2-1 0 0 0,0 0 0 0 0,1 0 1 0 0,0 0-1 0 0,0-1 0 0 0,2 0 0 0 0,-1-1 0 0 0,2 0 0 0 0,-1 0 0 0 0,1-1 0 0 0,1 0 1 0 0,0-1-1 0 0,0 0 0 0 0,1 0 0 0 0,0-2 0 0 0,22 12 0 0 0,-15-12 131 0 0,-1 0 0 0 0,2-1 0 0 0,-1-1 0 0 0,0 0 0 0 0,1-2 0 0 0,23 2-1 0 0,-32-4-140 0 0,-1-1-1 0 0,1 0 1 0 0,0-1-1 0 0,0 0 1 0 0,-1 0-1 0 0,1-1 1 0 0,-1-1-1 0 0,1 0 0 0 0,-1 0 1 0 0,0-1-1 0 0,0 0 1 0 0,-1-1-1 0 0,11-6 1 0 0,-12 4-894 0 0</inkml:trace>
</inkml:ink>
</file>

<file path=ppt/ink/ink3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53.1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151 14 6913 0 0,'6'-13'10761'0'0,"-8"16"-10514"0"0,-48 77 945 0 0,-44 81-69 0 0,92-159-1091 0 0,1 1 0 0 0,0-1 1 0 0,0 1-1 0 0,0-1 0 0 0,0 1 0 0 0,0 0 0 0 0,0 0 0 0 0,1-1 0 0 0,-1 1 0 0 0,1 0 0 0 0,0 0 0 0 0,0-1 0 0 0,0 1 0 0 0,0 0 1 0 0,0 0-1 0 0,2 4 0 0 0,-1-6-12 0 0,0 1 1 0 0,0 0 0 0 0,1 0 0 0 0,-1 0-1 0 0,1-1 1 0 0,-1 1 0 0 0,1-1-1 0 0,0 1 1 0 0,-1-1 0 0 0,1 0-1 0 0,0 0 1 0 0,0 0 0 0 0,0 0 0 0 0,0 0-1 0 0,0 0 1 0 0,0 0 0 0 0,0 0-1 0 0,0-1 1 0 0,0 1 0 0 0,5-1 0 0 0,45 9 382 0 0,-24-5-81 0 0,49 14 1 0 0,-70-16-319 0 0,0 1 0 0 0,0 0 0 0 0,-1 0 0 0 0,1 0 0 0 0,-1 1 1 0 0,0-1-1 0 0,0 1 0 0 0,0 1 0 0 0,0-1 0 0 0,-1 1 0 0 0,0 0 0 0 0,5 6 0 0 0,-8-8 1 0 0,0 0 0 0 0,0 0-1 0 0,0 1 1 0 0,-1-1 0 0 0,1 0-1 0 0,-1 0 1 0 0,0 1 0 0 0,0-1 0 0 0,0 1-1 0 0,0-1 1 0 0,-1 1 0 0 0,1 0-1 0 0,-1-1 1 0 0,0 1 0 0 0,0-1 0 0 0,-1 8-1 0 0,-1-5 12 0 0,1 1-1 0 0,-1 0 1 0 0,-1-1-1 0 0,1 0 0 0 0,-1 1 1 0 0,0-1-1 0 0,-1 0 1 0 0,-6 8-1 0 0,3-4 14 0 0,-1-1 1 0 0,0 0-1 0 0,0 0 1 0 0,-1-1-1 0 0,0 0 1 0 0,-1-1-1 0 0,0 0 1 0 0,0 0-1 0 0,-21 9 1 0 0,24-13-23 0 0,-1-1 1 0 0,1 0 0 0 0,-1-1 0 0 0,0 0 0 0 0,1 0-1 0 0,-1 0 1 0 0,0-1 0 0 0,-9-1 0 0 0,13 1-367 0 0,0-1 0 0 0,0 1 0 0 0,0-1 1 0 0,0 0-1 0 0,0-1 0 0 0,0 1 0 0 0,0-1 0 0 0,0 0 0 0 0,0 1 1 0 0,-3-4-1 0 0</inkml:trace>
</inkml:ink>
</file>

<file path=ppt/ink/ink3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54.7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1840 0 0,'-2'-1'4506'0'0,"3"8"-1504"0"0,6 24-84 0 0,15 42 563 0 0,-11-42-2196 0 0,-3 0 0 0 0,0 1 0 0 0,4 45 0 0 0,-6-38-816 0 0,16 62 1 0 0,-18-92-2006 0 0</inkml:trace>
</inkml:ink>
</file>

<file path=ppt/ink/ink3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55.1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11 9218 0 0,'1'-1'109'0'0,"0"0"0"0"0,0 0 0 0 0,0 0 0 0 0,1 0 0 0 0,-1 1 0 0 0,0-1 0 0 0,0 0 0 0 0,0 1 0 0 0,1-1 0 0 0,-1 0 0 0 0,0 1 0 0 0,1-1 0 0 0,-1 1 0 0 0,0 0 0 0 0,1 0 0 0 0,-1-1 0 0 0,1 1 0 0 0,-1 0 0 0 0,1 0 0 0 0,-1 0 0 0 0,0 0 0 0 0,3 1 0 0 0,33 5 2245 0 0,-30-2-2063 0 0,1-1 1 0 0,-1 1-1 0 0,0 0 0 0 0,0 0 1 0 0,0 1-1 0 0,0 0 1 0 0,-1 0-1 0 0,0 1 0 0 0,0 0 1 0 0,0 0-1 0 0,-1 0 0 0 0,0 0 1 0 0,0 1-1 0 0,0 0 0 0 0,-1 0 1 0 0,0 1-1 0 0,-1-1 1 0 0,4 9-1 0 0,3 11-155 0 0,0 1 0 0 0,-2 0 0 0 0,7 49 0 0 0,-11-55-40 0 0,-2 1-1 0 0,-1 0 1 0 0,0-1-1 0 0,-2 1 1 0 0,-5 36-1 0 0,3-45-368 0 0,0-1 0 0 0,0 1-1 0 0,-1-1 1 0 0,-1 0-1 0 0,0 0 1 0 0,-1-1 0 0 0,-1 0-1 0 0,1 0 1 0 0,-2 0 0 0 0,-13 16-1 0 0,5-11-6177 0 0</inkml:trace>
</inkml:ink>
</file>

<file path=ppt/ink/ink3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14.8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26 11058 0 0,'-14'-17'641'0'0,"6"8"2745"0"0,6 24-1107 0 0,-11 141 1091 0 0,7-107-2798 0 0,-1 63-1 0 0,18 70 205 0 0,41 216 1 0 0,-23-213-448 0 0,5 202 0 0 0,-34-277-972 0 0,0-90 259 0 0</inkml:trace>
</inkml:ink>
</file>

<file path=ppt/ink/ink3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15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 1 6913 0 0,'-71'30'1970'0'0,"57"-26"-819"0"0,0 2 0 0 0,-1 0 0 0 0,2 0 0 0 0,-23 15 0 0 0,36-21-1115 0 0,-1 0 1 0 0,1 0-1 0 0,0 0 1 0 0,0 1-1 0 0,0-1 1 0 0,-1 0-1 0 0,1 0 1 0 0,0 0-1 0 0,0 0 1 0 0,0 0-1 0 0,-1 0 1 0 0,1 0-1 0 0,0 1 1 0 0,0-1-1 0 0,0 0 1 0 0,0 0-1 0 0,0 0 0 0 0,0 0 1 0 0,-1 1-1 0 0,1-1 1 0 0,0 0-1 0 0,0 0 1 0 0,0 0-1 0 0,0 0 1 0 0,0 1-1 0 0,0-1 1 0 0,0 0-1 0 0,0 0 1 0 0,0 1-1 0 0,0-1 1 0 0,0 0-1 0 0,0 0 1 0 0,0 0-1 0 0,0 1 1 0 0,0-1-1 0 0,0 0 1 0 0,0 0-1 0 0,0 0 1 0 0,0 1-1 0 0,0-1 1 0 0,0 0-1 0 0,0 0 0 0 0,0 0 1 0 0,1 0-1 0 0,-1 1 1 0 0,0-1-1 0 0,0 0 1 0 0,0 0-1 0 0,0 1 1 0 0,15 3 753 0 0,19-3-180 0 0,-33-1-527 0 0,184-6 1942 0 0,-101 1-1540 0 0,1 4-1 0 0,87 10 0 0 0,-171-10-482 0 0,1 1 0 0 0,0 1 1 0 0,-1-1-1 0 0,1 0 0 0 0,-1 0 0 0 0,1 1 0 0 0,-1-1 0 0 0,1 0 0 0 0,-1 1 0 0 0,1 0 0 0 0,-1-1 1 0 0,1 1-1 0 0,-1 0 0 0 0,1 0 0 0 0,-1 0 0 0 0,0 0 0 0 0,0 0 0 0 0,2 1 0 0 0,-3-1-14 0 0,0 0 0 0 0,0-1-1 0 0,0 1 1 0 0,0 0 0 0 0,0 0 0 0 0,0-1-1 0 0,0 1 1 0 0,0 0 0 0 0,0 0-1 0 0,-1-1 1 0 0,1 1 0 0 0,0 0-1 0 0,0-1 1 0 0,-1 1 0 0 0,1 0 0 0 0,0-1-1 0 0,-1 1 1 0 0,1 0 0 0 0,-1-1-1 0 0,1 1 1 0 0,-1-1 0 0 0,1 1 0 0 0,-1 0-1 0 0,1-1 1 0 0,-1 0 0 0 0,0 1-1 0 0,-9 7-202 0 0,-1 0 0 0 0,1-1 1 0 0,-16 7-1 0 0,18-10 138 0 0,-82 41-384 0 0,59-32 255 0 0,0 2-1 0 0,1 2 1 0 0,-36 26-1 0 0,65-42 208 0 0,-1 0 1 0 0,1 0-1 0 0,-1 0 0 0 0,1 1 1 0 0,-1-1-1 0 0,1 0 0 0 0,-1 1 1 0 0,1-1-1 0 0,0 1 0 0 0,0 0 1 0 0,0-1-1 0 0,0 1 0 0 0,0 0 1 0 0,0 0-1 0 0,1 0 0 0 0,-1 0 1 0 0,0-1-1 0 0,1 1 0 0 0,0 0 1 0 0,-1 0-1 0 0,1 0 0 0 0,0 0 1 0 0,0 4-1 0 0,1-5 0 0 0,0 1 1 0 0,0 0-1 0 0,-1-1 0 0 0,1 1 0 0 0,0-1 0 0 0,1 1 1 0 0,-1-1-1 0 0,0 1 0 0 0,0-1 0 0 0,1 0 1 0 0,-1 0-1 0 0,0 0 0 0 0,1 0 0 0 0,0 0 1 0 0,-1 0-1 0 0,1 0 0 0 0,-1 0 0 0 0,1 0 0 0 0,0-1 1 0 0,0 1-1 0 0,-1-1 0 0 0,1 1 0 0 0,0-1 1 0 0,0 0-1 0 0,3 0 0 0 0,110 7 294 0 0,-81-6-143 0 0,0 1 1 0 0,51 9-1 0 0,-83-11-151 0 0,0 1 0 0 0,0-1 0 0 0,-1 0 0 0 0,1 1 0 0 0,0-1 1 0 0,0 1-1 0 0,-1 0 0 0 0,1-1 0 0 0,-1 1 0 0 0,1 0 0 0 0,0 0 0 0 0,-1 0 0 0 0,0 0 0 0 0,1 0 0 0 0,-1 0 0 0 0,0 1 0 0 0,1-1 0 0 0,-1 0 0 0 0,0 1 0 0 0,1 1 0 0 0,-1-1 1 0 0,-1-1 1 0 0,0 0-1 0 0,0 1 0 0 0,0-1 0 0 0,0 0 0 0 0,0 1 1 0 0,0-1-1 0 0,-1 0 0 0 0,1 1 0 0 0,0-1 0 0 0,-1 0 0 0 0,1 0 1 0 0,-1 1-1 0 0,1-1 0 0 0,-1 0 0 0 0,0 0 0 0 0,1 0 1 0 0,-1 0-1 0 0,0 1 0 0 0,-1 0 0 0 0,-7 8 7 0 0,-1-1-1 0 0,0 0 1 0 0,0-1-1 0 0,-14 8 0 0 0,16-10-19 0 0,-48 30-379 0 0,-34 24 175 0 0,82-53-61 0 0,-1 1 0 0 0,1-1 0 0 0,0 1 0 0 0,0 1-1 0 0,1-1 1 0 0,0 2 0 0 0,-6 10 0 0 0,10-7-5029 0 0</inkml:trace>
</inkml:ink>
</file>

<file path=ppt/ink/ink3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15.8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3225 0 0,'1'4'744'0'0,"-1"0"1"0"0,1 0 0 0 0,0 1-1 0 0,0-1 1 0 0,1 0 0 0 0,-1 0-1 0 0,1 0 1 0 0,0 0 0 0 0,0 0-1 0 0,0-1 1 0 0,0 1-1 0 0,6 6 1 0 0,-1 0 390 0 0,1 6-274 0 0,0 0-1 0 0,-1 0 0 0 0,0 1 0 0 0,-1 0 0 0 0,-2 0 0 0 0,7 33 1 0 0,2 112 684 0 0,-8-73-1077 0 0,2-21-413 0 0,-1-20 4 0 0,-3 1 0 0 0,-1-1-1 0 0,-7 77 1 0 0,4-119-124 0 0,0 1 1 0 0,-1 0 0 0 0,0 0 0 0 0,0 0-1 0 0,0-1 1 0 0,-1 1 0 0 0,1-1-1 0 0,-5 7 1 0 0,0-3-589 0 0</inkml:trace>
</inkml:ink>
</file>

<file path=ppt/ink/ink3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16.6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 20 3225 0 0,'-14'6'159'0'0,"-25"11"3346"0"0,4 7 5857 0 0,49-20-5648 0 0,16 5-3179 0 0,-29-9-511 0 0,1 0 0 0 0,-1 1 0 0 0,0-1 0 0 0,1 0-1 0 0,-1 1 1 0 0,0-1 0 0 0,1 1 0 0 0,-1-1 0 0 0,0 1-1 0 0,0 0 1 0 0,0-1 0 0 0,0 1 0 0 0,1 0 0 0 0,-1 0 0 0 0,0 0-1 0 0,0 0 1 0 0,-1 0 0 0 0,1 0 0 0 0,0 0 0 0 0,0 0-1 0 0,0 1 1 0 0,0 1 0 0 0,-1-1-121 0 0,0 1-1 0 0,-1-1 1 0 0,0 0 0 0 0,1 0-1 0 0,-1 0 1 0 0,0 1 0 0 0,0-1-1 0 0,0 0 1 0 0,0 0 0 0 0,-1 0-1 0 0,1-1 1 0 0,0 1 0 0 0,-3 2 0 0 0,3 3-647 0 0,10-8 208 0 0,14-10 454 0 0,-42 14 1828 0 0,-5 13-622 0 0,17-6-99 0 0,7-9-1008 0 0,0-1 0 0 0,1 1 0 0 0,-1-1 1 0 0,0 0-1 0 0,1 1 0 0 0,-1-1 0 0 0,1 0 0 0 0,-1 1 0 0 0,0-1 1 0 0,1 0-1 0 0,-1 1 0 0 0,1-1 0 0 0,-1 0 0 0 0,1 0 0 0 0,-1 0 1 0 0,1 0-1 0 0,-1 1 0 0 0,1-1 0 0 0,-1 0 0 0 0,1 0 0 0 0,-1 0 1 0 0,1 0-1 0 0,0 0 0 0 0,-1 0 0 0 0,1 0 0 0 0,-1 0 1 0 0,1-1-1 0 0,0 1 0 0 0,2 0-5 0 0,1-1 0 0 0,0 1 0 0 0,-1-1 1 0 0,1 0-1 0 0,0 0 0 0 0,-1 0 0 0 0,1-1 0 0 0,-1 1 1 0 0,0-1-1 0 0,0 0 0 0 0,1 0 0 0 0,-1 0 0 0 0,0 0 1 0 0,0-1-1 0 0,-1 1 0 0 0,1-1 0 0 0,-1 0 0 0 0,1 1 1 0 0,3-7-1 0 0,-4 6 0 0 0,0 0-1 0 0,-1 1 1 0 0,1-1 0 0 0,-1 0 0 0 0,1 0 0 0 0,-1 0 0 0 0,0 0-1 0 0,0 0 1 0 0,-1 0 0 0 0,1 0 0 0 0,-1 0 0 0 0,1 0 0 0 0,-1 0 0 0 0,0 0-1 0 0,0-1 1 0 0,0 1 0 0 0,-1 0 0 0 0,1 0 0 0 0,-1 0 0 0 0,0 0-1 0 0,1 0 1 0 0,-1 0 0 0 0,-2-4 0 0 0,1 3 3 0 0,-1 1 0 0 0,1-1 0 0 0,-1 1 0 0 0,1 0 0 0 0,-1 0 0 0 0,0 0 0 0 0,0 0 0 0 0,-1 0 0 0 0,1 0 0 0 0,-5-2 0 0 0,7 4-86 0 0,-1 1 1 0 0,1-1-1 0 0,-1 0 1 0 0,1 1-1 0 0,-1-1 1 0 0,1 1 0 0 0,-1-1-1 0 0,0 1 1 0 0,1 0-1 0 0,-1 0 1 0 0,1 0-1 0 0,-1 0 1 0 0,0 0 0 0 0,1 0-1 0 0,-1 0 1 0 0,0 0-1 0 0,1 1 1 0 0,-1-1 0 0 0,1 1-1 0 0,-1-1 1 0 0,1 1-1 0 0,-1 0 1 0 0,1-1-1 0 0,-1 1 1 0 0,1 0 0 0 0,-1 0-1 0 0,1 0 1 0 0,-2 2-1 0 0</inkml:trace>
</inkml:ink>
</file>

<file path=ppt/ink/ink3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17.0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14 3225 0 0,'-1'-14'12545'0'0,"1"32"-8560"0"0,2 3-3890 0 0,23 244 1781 0 0,-3-14-453 0 0,10-101-1672 0 0,-8-43-61 0 0,-19-72-2770 0 0</inkml:trace>
</inkml:ink>
</file>

<file path=ppt/ink/ink3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17.6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104 25 2280 0 0,'-69'-8'14702'0'0,"110"1"-13079"0"0,31 3-42 0 0,-35 1-1178 0 0,0 1-1 0 0,0 2 0 0 0,0 1 0 0 0,44 8 0 0 0,-78-8-402 0 0,-1-1 1 0 0,1 1-1 0 0,-1 0 0 0 0,1-1 1 0 0,-1 1-1 0 0,1 0 1 0 0,-1 1-1 0 0,0-1 1 0 0,1 0-1 0 0,-1 1 1 0 0,0-1-1 0 0,0 1 0 0 0,2 2 1 0 0,-3-3-10 0 0,-1 0 1 0 0,1 0-1 0 0,-1 0 1 0 0,0 0 0 0 0,1 0-1 0 0,-1 0 1 0 0,0 0-1 0 0,0 0 1 0 0,0 0-1 0 0,0 0 1 0 0,0 1-1 0 0,0-1 1 0 0,0 0-1 0 0,0 0 1 0 0,0 0-1 0 0,-1 0 1 0 0,1 0-1 0 0,0 0 1 0 0,-1 0-1 0 0,1 0 1 0 0,-1 0 0 0 0,1 0-1 0 0,-1 0 1 0 0,0 0-1 0 0,1 0 1 0 0,-1 0-1 0 0,0 0 1 0 0,1 0-1 0 0,-1-1 1 0 0,0 1-1 0 0,0 0 1 0 0,-1 0-1 0 0,-25 24-208 0 0,-1-1 0 0 0,-1-2 0 0 0,-2-1-1 0 0,-57 30 1 0 0,51-30 122 0 0,1 1 0 0 0,0 1 1 0 0,-33 31-1 0 0,67-53 82 0 0,0 1 0 0 0,0 0 0 0 0,0 0 1 0 0,0 0-1 0 0,1 0 0 0 0,-1 0 0 0 0,1 0 0 0 0,-1 0 1 0 0,1 1-1 0 0,0-1 0 0 0,0 0 0 0 0,-1 5 0 0 0,2-6 12 0 0,0 0-1 0 0,0 0 0 0 0,0 0 0 0 0,0 0 0 0 0,1 0 0 0 0,-1 0 1 0 0,0 0-1 0 0,1 0 0 0 0,-1 0 0 0 0,1-1 0 0 0,-1 1 0 0 0,1 0 0 0 0,-1 0 1 0 0,1 0-1 0 0,0-1 0 0 0,-1 1 0 0 0,1 0 0 0 0,0-1 0 0 0,0 1 0 0 0,-1 0 1 0 0,1-1-1 0 0,0 1 0 0 0,0-1 0 0 0,0 1 0 0 0,0-1 0 0 0,0 0 1 0 0,-1 1-1 0 0,1-1 0 0 0,0 0 0 0 0,0 0 0 0 0,0 1 0 0 0,0-1 0 0 0,0 0 1 0 0,0 0-1 0 0,0 0 0 0 0,1-1 0 0 0,31 5 44 0 0,1-3-1 0 0,-1 0 1 0 0,0-3-1 0 0,0 0 1 0 0,50-11 0 0 0,-48 6 118 0 0,-1 2 1 0 0,1 2 0 0 0,0 1 0 0 0,63 5 0 0 0,-97-3-161 0 0,-1 0 1 0 0,1 0-1 0 0,0 0 1 0 0,-1 0-1 0 0,1 0 1 0 0,0 0-1 0 0,-1 0 1 0 0,1 0-1 0 0,0 0 1 0 0,0 1-1 0 0,-1-1 1 0 0,1 0-1 0 0,-1 0 1 0 0,1 1-1 0 0,0-1 1 0 0,-1 1 0 0 0,1-1-1 0 0,-1 0 1 0 0,1 1-1 0 0,-1-1 1 0 0,1 1-1 0 0,-1-1 1 0 0,1 1-1 0 0,-1 0 1 0 0,1-1-1 0 0,-1 1 1 0 0,0-1-1 0 0,1 2 1 0 0,-1-1-3 0 0,0 0 0 0 0,-1 0 0 0 0,1 0 0 0 0,0 0 0 0 0,-1 0 0 0 0,1 0 1 0 0,0 0-1 0 0,-1 0 0 0 0,1 0 0 0 0,-1 0 0 0 0,0-1 0 0 0,1 1 0 0 0,-1 0 0 0 0,0 0 0 0 0,0 0 0 0 0,-1 0 1 0 0,-42 31-158 0 0,39-29 120 0 0,-74 45-411 0 0,-46 30-195 0 0,105-63 530 0 0,0 0 0 0 0,0 1 1 0 0,-28 32-1 0 0,47-47 98 0 0,-1 1 1 0 0,1-1-1 0 0,0 1 0 0 0,0-1 1 0 0,-1 1-1 0 0,1-1 0 0 0,0 1 1 0 0,0 0-1 0 0,1 0 0 0 0,-1-1 1 0 0,0 1-1 0 0,0 0 0 0 0,1 0 0 0 0,-1 0 1 0 0,1 0-1 0 0,0 0 0 0 0,0 0 1 0 0,-1 0-1 0 0,1 0 0 0 0,0 0 1 0 0,1 0-1 0 0,-1 0 0 0 0,0 0 1 0 0,1 0-1 0 0,0 2 0 0 0,0-2-37 0 0,1 0-1 0 0,-1 0 1 0 0,1 0 0 0 0,0 0 0 0 0,0 0-1 0 0,0 0 1 0 0,0-1 0 0 0,0 1-1 0 0,0-1 1 0 0,0 0 0 0 0,1 1-1 0 0,-1-1 1 0 0,0 0 0 0 0,1 0-1 0 0,-1 0 1 0 0,1-1 0 0 0,-1 1-1 0 0,1-1 1 0 0,3 1 0 0 0,3 0-349 0 0,0 0 0 0 0,0-1 1 0 0,1 0-1 0 0,-1-1 0 0 0,0 0 0 0 0,12-3 1 0 0,1-1-5125 0 0</inkml:trace>
</inkml:ink>
</file>

<file path=ppt/ink/ink3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23.5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190 150 10594 0 0,'-44'22'1599'0'0,"-101"46"3337"0"0,155-75-4451 0 0,-1 1 0 0 0,1-1 0 0 0,-1-1 0 0 0,11-11 0 0 0,8-6-359 0 0,-7 8-412 0 0,32-36-1 0 0,-48 48 224 0 0,0-1 0 0 0,-1 0 0 0 0,1 0 0 0 0,-1-1 0 0 0,-1 1 0 0 0,1-1 1 0 0,-1 1-1 0 0,0-1 0 0 0,0 0 0 0 0,-1-1 0 0 0,2-8 0 0 0,-4 16 72 0 0,0-1-1 0 0,0 1 1 0 0,1 0-1 0 0,-1-1 1 0 0,0 1 0 0 0,0 0-1 0 0,0 0 1 0 0,0-1-1 0 0,0 1 1 0 0,0 0 0 0 0,0-1-1 0 0,0 1 1 0 0,0 0-1 0 0,0-1 1 0 0,-1 1 0 0 0,1 0-1 0 0,0-1 1 0 0,0 1-1 0 0,0 0 1 0 0,0 0 0 0 0,0-1-1 0 0,0 1 1 0 0,-1 0-1 0 0,1-1 1 0 0,0 1 0 0 0,0 0-1 0 0,0 0 1 0 0,-1 0-1 0 0,1-1 1 0 0,0 1 0 0 0,0 0-1 0 0,-1 0 1 0 0,1 0 0 0 0,0-1-1 0 0,-1 1 1 0 0,1 0-1 0 0,0 0 1 0 0,0 0 0 0 0,-1 0-1 0 0,-14 5 443 0 0,-11 13 244 0 0,13-5-596 0 0,1 0 1 0 0,1 0 0 0 0,-16 24 0 0 0,23-31-111 0 0,0 0 1 0 0,1 0 0 0 0,0 0-1 0 0,0 0 1 0 0,0 1-1 0 0,1-1 1 0 0,0 1 0 0 0,0 0-1 0 0,1-1 1 0 0,0 1-1 0 0,0 0 1 0 0,0 7 0 0 0,1-13 15 0 0,0 0 1 0 0,0 0-1 0 0,0 0 1 0 0,0 0 0 0 0,1 0-1 0 0,-1 0 1 0 0,0 0 0 0 0,0 0-1 0 0,1 0 1 0 0,-1 0-1 0 0,1 0 1 0 0,-1-1 0 0 0,1 1-1 0 0,-1 0 1 0 0,1 0-1 0 0,-1 0 1 0 0,1-1 0 0 0,0 1-1 0 0,-1 0 1 0 0,1-1-1 0 0,0 1 1 0 0,0 0 0 0 0,-1-1-1 0 0,1 1 1 0 0,1 0-1 0 0,0-1 20 0 0,0 1-1 0 0,0-1 1 0 0,0 0-1 0 0,-1 0 1 0 0,1 0-1 0 0,0 0 0 0 0,0 0 1 0 0,0 0-1 0 0,0 0 1 0 0,-1 0-1 0 0,1-1 0 0 0,3 0 1 0 0,1-1 77 0 0,1-1 0 0 0,-1 0 0 0 0,1 0 0 0 0,-1 0 0 0 0,11-9 0 0 0,-11 7-122 0 0,0 0 0 0 0,0-1 0 0 0,-1 0 1 0 0,1 0-1 0 0,4-8 0 0 0,2-7-6025 0 0</inkml:trace>
</inkml:ink>
</file>

<file path=ppt/ink/ink3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24.1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241 0 6913 0 0,'-63'12'1596'0'0,"7"-2"839"0"0,-64 25 2608 0 0,120-35-5000 0 0,0 0 44 0 0,0 0-44 0 0,-1 0 1 0 0,1 0-1 0 0,0 0 1 0 0,0 0-1 0 0,0 0 1 0 0,13 5 1329 0 0,18 1-293 0 0,60 3 85 0 0,164-7 0 0 0,-125-4-955 0 0,179 10 529 0 0,-41 0-196 0 0,-112-5-376 0 0,172-2 178 0 0,-321-1-334 0 0,11-1-413 0 0,-1 0 1 0 0,1 1-1 0 0,0 2 1 0 0,27 4 0 0 0</inkml:trace>
</inkml:ink>
</file>

<file path=ppt/ink/ink3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56.1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141 51 2304 0 0,'-6'-3'370'0'0,"1"0"-1"0"0,-1 0 0 0 0,0 0 0 0 0,0 0 0 0 0,0 1 0 0 0,0 0 0 0 0,0 1 0 0 0,-1-1 0 0 0,1 1 0 0 0,0 0 0 0 0,-1 1 0 0 0,1-1 0 0 0,-1 1 0 0 0,1 0 0 0 0,-1 1 0 0 0,1 0 1 0 0,0 0-1 0 0,-13 4 0 0 0,19-5-243 0 0,-1 0 0 0 0,0 0 0 0 0,1 0 0 0 0,-1 0 0 0 0,1 1 1 0 0,0-1-1 0 0,-1 0 0 0 0,1 0 0 0 0,-1 1 0 0 0,1-1 0 0 0,-1 0 0 0 0,1 0 1 0 0,0 1-1 0 0,-1-1 0 0 0,1 1 0 0 0,-1-1 0 0 0,1 0 0 0 0,0 1 1 0 0,0-1-1 0 0,-1 1 0 0 0,1-1 0 0 0,0 1 0 0 0,0-1 0 0 0,-1 1 0 0 0,1-1 1 0 0,0 1-1 0 0,0-1 0 0 0,0 1 0 0 0,0-1 0 0 0,0 1 0 0 0,0-1 1 0 0,0 2-1 0 0,13 10 2650 0 0,25 4 204 0 0,-31-16-2777 0 0,0 1-1 0 0,-1-1 1 0 0,1-1 0 0 0,0 1-1 0 0,0-1 1 0 0,0-1 0 0 0,-1 1-1 0 0,8-3 1 0 0,-10 3-184 0 0,0-1-1 0 0,0 1 1 0 0,0-1 0 0 0,-1 0 0 0 0,1 0-1 0 0,0 0 1 0 0,-1 0 0 0 0,1-1-1 0 0,-1 0 1 0 0,0 1 0 0 0,0-1-1 0 0,0 0 1 0 0,0-1 0 0 0,2-3 0 0 0,-4 7-27 0 0,-1-1 1 0 0,0 1 0 0 0,1-1-1 0 0,-1 1 1 0 0,0-1 0 0 0,1 1-1 0 0,-1-1 1 0 0,0 1 0 0 0,0-1-1 0 0,0 0 1 0 0,0 1 0 0 0,0-1 0 0 0,0 1-1 0 0,1-1 1 0 0,-1 0 0 0 0,0 1-1 0 0,-1-1 1 0 0,1 1 0 0 0,0-1-1 0 0,0 0 1 0 0,0 1 0 0 0,0-1-1 0 0,0 1 1 0 0,-1-1 0 0 0,1 0-1 0 0,0 1 1 0 0,0-1 0 0 0,-1 1 0 0 0,0-1-1 0 0,-17-7-308 0 0,14 7 246 0 0,0 1 0 0 0,0 0 0 0 0,0 0 0 0 0,0 0-1 0 0,0 0 1 0 0,0 0 0 0 0,0 1 0 0 0,-5 1 0 0 0,-29 18-426 0 0,36-19 468 0 0,0 1 0 0 0,0-1 0 0 0,0 1 0 0 0,0-1 1 0 0,0 1-1 0 0,1 0 0 0 0,-1-1 0 0 0,0 1 0 0 0,1 0 0 0 0,-1 0 1 0 0,1 0-1 0 0,-1 0 0 0 0,1 0 0 0 0,-1 4 0 0 0,2-5 30 0 0,0-1-1 0 0,0 1 0 0 0,0-1 1 0 0,1 1-1 0 0,-1-1 1 0 0,0 0-1 0 0,1 1 1 0 0,-1-1-1 0 0,0 1 0 0 0,1-1 1 0 0,-1 0-1 0 0,0 1 1 0 0,1-1-1 0 0,-1 0 1 0 0,1 1-1 0 0,-1-1 1 0 0,0 0-1 0 0,1 0 0 0 0,-1 0 1 0 0,1 1-1 0 0,-1-1 1 0 0,1 0-1 0 0,-1 0 1 0 0,1 0-1 0 0,-1 0 0 0 0,1 0 1 0 0,-1 0-1 0 0,1 0 1 0 0,-1 0-1 0 0,1 0 1 0 0,-1 0-1 0 0,1 0 0 0 0,-1 0 1 0 0,1 0-1 0 0,-1 0 1 0 0,1-1-1 0 0,-1 1 1 0 0,1 0-1 0 0,20-4 167 0 0,-15 2-26 0 0,37-15 887 0 0,-41 17-967 0 0,-1-1-1 0 0,1 0 0 0 0,-1 0 0 0 0,1 1 0 0 0,-1-1 0 0 0,1 0 0 0 0,-1-1 1 0 0,1 1-1 0 0,-1 0 0 0 0,0 0 0 0 0,0 0 0 0 0,0-1 0 0 0,1 1 1 0 0,-1-1-1 0 0,-1 1 0 0 0,1-1 0 0 0,0 1 0 0 0,0-1 0 0 0,0 0 0 0 0,-1 1 1 0 0,1-4-1 0 0,-1 5-52 0 0,0-1 0 0 0,-1 0 0 0 0,1 1 0 0 0,-1-1 0 0 0,1 1 0 0 0,-1-1 0 0 0,1 1 0 0 0,-1-1 0 0 0,1 1 0 0 0,-1-1 0 0 0,1 1 0 0 0,-1 0 0 0 0,0-1 0 0 0,1 1 0 0 0,-1 0 0 0 0,1 0 0 0 0,-1-1 0 0 0,0 1 0 0 0,1 0 1 0 0,-1 0-1 0 0,0 0 0 0 0,0 0 0 0 0,1 0 0 0 0,-1 0 0 0 0,0 0 0 0 0,1 0 0 0 0,-1 0 0 0 0,0 0 0 0 0,1 0 0 0 0,-2 0 0 0 0,-22 3 161 0 0,-34 12-677 0 0,54-14-42 0 0,0 1 0 0 0,0-1 0 0 0,1 1 0 0 0,-1 0 0 0 0,0 0 0 0 0,1 1 0 0 0,-4 3 0 0 0</inkml:trace>
</inkml:ink>
</file>

<file path=ppt/ink/ink3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56.6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212 36 1840 0 0,'-12'-7'1077'0'0,"0"1"0"0"0,0 1 0 0 0,-21-6-1 0 0,28 9-445 0 0,0 1 0 0 0,0 0 0 0 0,0 0 0 0 0,-1 0 0 0 0,1 1 0 0 0,0 0 0 0 0,-1 0 0 0 0,1 0 0 0 0,0 0 0 0 0,0 1 0 0 0,-11 2 0 0 0,15-2-582 0 0,-1-1 0 0 0,1 1 0 0 0,-1 0 0 0 0,1-1 0 0 0,-1 1 0 0 0,1 0 1 0 0,-1 0-1 0 0,1 0 0 0 0,0 0 0 0 0,0 0 0 0 0,-1 0 0 0 0,1 0 0 0 0,0 0 0 0 0,0 0 0 0 0,0 1 0 0 0,0-1 0 0 0,1 0 1 0 0,-1 1-1 0 0,0-1 0 0 0,0 1 0 0 0,1-1 0 0 0,-1 1 0 0 0,1-1 0 0 0,-1 1 0 0 0,1-1 0 0 0,0 1 0 0 0,-1 0 0 0 0,1-1 1 0 0,0 1-1 0 0,0-1 0 0 0,0 1 0 0 0,1 0 0 0 0,-1-1 0 0 0,0 1 0 0 0,0-1 0 0 0,1 1 0 0 0,0 1 0 0 0,0 1 60 0 0,1-1-1 0 0,0 1 0 0 0,0 0 0 0 0,0-1 1 0 0,0 0-1 0 0,1 1 0 0 0,-1-1 0 0 0,1 0 0 0 0,0 0 1 0 0,0-1-1 0 0,0 1 0 0 0,0-1 0 0 0,6 5 1 0 0,1-2-63 0 0,0-1 0 0 0,1 1 1 0 0,-1-2-1 0 0,1 1 1 0 0,0-1-1 0 0,0-1 1 0 0,0 0-1 0 0,12 0 0 0 0,-17-1-16 0 0,0-1 0 0 0,0 0 0 0 0,0 0-1 0 0,-1-1 1 0 0,1 1 0 0 0,0-1 0 0 0,0-1 0 0 0,-1 1-1 0 0,1-1 1 0 0,-1 0 0 0 0,1 0 0 0 0,-1-1-1 0 0,0 1 1 0 0,0-1 0 0 0,0 0 0 0 0,0-1-1 0 0,5-4 1 0 0,-10 7 5 0 0,1 1 0 0 0,0-1 0 0 0,-1 1 0 0 0,1-1-1 0 0,0 1 1 0 0,-1-1 0 0 0,1 0 0 0 0,-1 0 0 0 0,0 1 0 0 0,1-1-1 0 0,-1 0 1 0 0,1 0 0 0 0,-1 1 0 0 0,0-1 0 0 0,0 0 0 0 0,1 0-1 0 0,-1 0 1 0 0,0 1 0 0 0,0-1 0 0 0,0 0 0 0 0,0 0 0 0 0,0 0-1 0 0,0 0 1 0 0,0 0 0 0 0,0 1 0 0 0,-1-1 0 0 0,1-1 0 0 0,-1 0 30 0 0,0 1 1 0 0,0 0 0 0 0,0-1-1 0 0,0 1 1 0 0,0 0 0 0 0,0 0 0 0 0,-1 0-1 0 0,1 0 1 0 0,0 0 0 0 0,-1 0-1 0 0,1 0 1 0 0,-1 0 0 0 0,-1 0-1 0 0,-3-2 108 0 0,0 1 0 0 0,0 0 0 0 0,0 0 0 0 0,0 0 0 0 0,0 1 0 0 0,-11-1 0 0 0,0 3-116 0 0,0 1 0 0 0,0 1 1 0 0,0 0-1 0 0,1 1 0 0 0,-1 1 0 0 0,1 0 0 0 0,0 2 0 0 0,1 0 0 0 0,-1 0 0 0 0,1 1 1 0 0,-19 15-1 0 0,32-23-54 0 0,1 1-1 0 0,0 0 1 0 0,0 0 0 0 0,-1 0 0 0 0,1 0 0 0 0,0 0 0 0 0,0 0 0 0 0,0 0 0 0 0,0 0 0 0 0,1 0-1 0 0,-1 0 1 0 0,0 0 0 0 0,0 1 0 0 0,1-1 0 0 0,-1 0 0 0 0,1 1 0 0 0,-1-1 0 0 0,1 0 0 0 0,-1 1-1 0 0,1-1 1 0 0,0 1 0 0 0,0-1 0 0 0,-1 2 0 0 0,2-2-1 0 0,-1-1-1 0 0,0 1 1 0 0,0-1-1 0 0,0 1 1 0 0,1-1 0 0 0,-1 1-1 0 0,0-1 1 0 0,1 0 0 0 0,-1 1-1 0 0,0-1 1 0 0,1 1-1 0 0,-1-1 1 0 0,0 0 0 0 0,1 0-1 0 0,-1 1 1 0 0,1-1-1 0 0,-1 0 1 0 0,1 0 0 0 0,-1 1-1 0 0,1-1 1 0 0,-1 0-1 0 0,1 0 1 0 0,0 0 0 0 0,21-2-4 0 0,22-14-1883 0 0</inkml:trace>
</inkml:ink>
</file>

<file path=ppt/ink/ink3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0.5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81 920 0 0,'9'-27'2368'0'0,"-4"19"-284"0"0,0 0 1 0 0,0 0 0 0 0,1 1 0 0 0,0 0 0 0 0,8-9 0 0 0,-18 24-1435 0 0,1-1-1 0 0,-1 1 1 0 0,1 0 0 0 0,1 0 0 0 0,-3 10 0 0 0,-1 3-243 0 0,-8 20-131 0 0,3 2-1 0 0,0 0 1 0 0,3 0 0 0 0,2 0-1 0 0,2 1 1 0 0,1 73 0 0 0,6-94-198 0 0,0-1 0 0 0,2 0 0 0 0,1 0 0 0 0,0-1 0 0 0,1 1 0 0 0,2-1 0 0 0,0-1 0 0 0,15 24 0 0 0,-16-30-40 0 0,0-1 0 0 0,1 0 0 0 0,1-1-1 0 0,0 0 1 0 0,0-1 0 0 0,2 0 0 0 0,-1-1-1 0 0,1 0 1 0 0,1-1 0 0 0,-1 0 0 0 0,2 0 0 0 0,24 10-1 0 0,-34-17-36 0 0,0-1 0 0 0,0 1 0 0 0,1-1-1 0 0,-1 0 1 0 0,1-1 0 0 0,-1 1 0 0 0,0-1-1 0 0,1 0 1 0 0,-1 0 0 0 0,1 0-1 0 0,-1 0 1 0 0,1-1 0 0 0,-1 0 0 0 0,1 0-1 0 0,5-2 1 0 0,20-13-2905 0 0</inkml:trace>
</inkml:ink>
</file>

<file path=ppt/ink/ink3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1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138 42 9674 0 0,'9'-35'2494'0'0,"-9"35"-2439"0"0,0-1-1 0 0,0 1 1 0 0,0 0-1 0 0,0 0 1 0 0,0 0-1 0 0,0-1 1 0 0,0 1-1 0 0,0 0 0 0 0,0 0 1 0 0,0-1-1 0 0,0 1 1 0 0,0 0-1 0 0,0 0 1 0 0,0 0-1 0 0,0-1 1 0 0,0 1-1 0 0,0 0 1 0 0,0 0-1 0 0,-1 0 1 0 0,1-1-1 0 0,0 1 1 0 0,0 0-1 0 0,0 0 1 0 0,0 0-1 0 0,0 0 1 0 0,-1 0-1 0 0,1-1 1 0 0,0 1-1 0 0,0 0 1 0 0,0 0-1 0 0,0 0 0 0 0,-1 0 1 0 0,1 0-1 0 0,0 0 1 0 0,0 0-1 0 0,0 0 1 0 0,-1 0-1 0 0,1 0 1 0 0,0 0-1 0 0,0 0 1 0 0,-1 0-1 0 0,1 0 1 0 0,-18 11 1439 0 0,4 2-1157 0 0,0 0 0 0 0,1 1 0 0 0,1 1 0 0 0,0 0 0 0 0,1 0 0 0 0,0 1-1 0 0,2 1 1 0 0,-16 33 0 0 0,25-48-315 0 0,-1-1 0 0 0,1 1 0 0 0,-1-1 0 0 0,1 1 0 0 0,0-1 0 0 0,0 1 0 0 0,0-1 0 0 0,0 1 0 0 0,0-1 0 0 0,0 1 0 0 0,0-1 0 0 0,1 1 0 0 0,-1-1 1 0 0,0 1-1 0 0,1-1 0 0 0,-1 1 0 0 0,1-1 0 0 0,0 0 0 0 0,-1 1 0 0 0,1-1 0 0 0,0 0 0 0 0,0 1 0 0 0,0-1 0 0 0,0 0 0 0 0,0 0 0 0 0,0 0 0 0 0,0 0 0 0 0,0 0 0 0 0,0 0 0 0 0,1 0 0 0 0,-1 0 0 0 0,0-1 0 0 0,1 1 0 0 0,-1 0 0 0 0,0-1 0 0 0,3 1 0 0 0,6 3-14 0 0,1-1 0 0 0,0-1 0 0 0,-1 1 0 0 0,15 0 1 0 0,-3 0-70 0 0,-10-1 18 0 0,10 1-16 0 0,0 2 1 0 0,-1 0-1 0 0,22 10 1 0 0,-38-14 56 0 0,-1 0-1 0 0,0 1 1 0 0,0 0-1 0 0,0 0 1 0 0,-1 0 0 0 0,1 1-1 0 0,0-1 1 0 0,-1 1 0 0 0,0 0-1 0 0,1 0 1 0 0,-1 0-1 0 0,0 0 1 0 0,0 1 0 0 0,-1-1-1 0 0,1 1 1 0 0,-1-1-1 0 0,0 1 1 0 0,0 0 0 0 0,0 0-1 0 0,0 0 1 0 0,-1 0 0 0 0,2 5-1 0 0,-3-3 24 0 0,0 0 0 0 0,-1 0 0 0 0,1 0-1 0 0,-1 0 1 0 0,0 0 0 0 0,-1 0 0 0 0,1 0 0 0 0,-1 0 0 0 0,0 0-1 0 0,-1-1 1 0 0,1 1 0 0 0,-1-1 0 0 0,0 1 0 0 0,-1-1-1 0 0,-4 6 1 0 0,-2 1 86 0 0,1 0 1 0 0,-2-1-1 0 0,1-1 0 0 0,-1 0 0 0 0,-15 10 0 0 0,17-13-87 0 0,3-2-37 0 0,0 0 0 0 0,-1-1-1 0 0,1 1 1 0 0,-1-1 0 0 0,0-1 0 0 0,0 1 0 0 0,0-1 0 0 0,0-1-1 0 0,-1 1 1 0 0,-12 1 0 0 0,14-5-984 0 0</inkml:trace>
</inkml:ink>
</file>

<file path=ppt/ink/ink3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2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1 100 3225 0 0,'3'-1'886'0'0,"0"0"1"0"0,0 1 0 0 0,1 0-1 0 0,-1-1 1 0 0,0 1 0 0 0,0 0 0 0 0,1 1-1 0 0,-1-1 1 0 0,0 1 0 0 0,0-1-1 0 0,0 1 1 0 0,0 0 0 0 0,0 0-1 0 0,4 2 1 0 0,-5-3-647 0 0,-1 1 0 0 0,1 0 0 0 0,0 0 0 0 0,0 0 0 0 0,-1 0 0 0 0,1 0 0 0 0,-1 0 0 0 0,1 1 0 0 0,-1-1 0 0 0,1 0 0 0 0,-1 1 0 0 0,0-1 0 0 0,0 1 0 0 0,0 0 0 0 0,0-1 0 0 0,0 1 0 0 0,0 0 0 0 0,0-1 0 0 0,0 1 0 0 0,-1 0 0 0 0,1 0 0 0 0,0 0 0 0 0,-1 0 0 0 0,1 2 0 0 0,-5-5-300 0 0,1 0 59 0 0,1 1 0 0 0,-1-1 0 0 0,0 0 1 0 0,1 0-1 0 0,-1-1 0 0 0,1 1 0 0 0,-1 0 1 0 0,1-1-1 0 0,0 0 0 0 0,-1 1 0 0 0,1-1 0 0 0,0 0 1 0 0,0 0-1 0 0,0 0 0 0 0,1-1 0 0 0,-4-3 1 0 0,0-2 1 0 0,5 6 17 0 0,-1 1 0 0 0,1-1 0 0 0,-1 0 0 0 0,1 0 0 0 0,0 1 0 0 0,-1-1 1 0 0,1 0-1 0 0,0 0 0 0 0,0 1 0 0 0,0-1 0 0 0,1 0 0 0 0,-1 0 0 0 0,0 1 0 0 0,1-1 1 0 0,-1 0-1 0 0,1 0 0 0 0,-1 1 0 0 0,1-1 0 0 0,0 1 0 0 0,0-1 0 0 0,0 1 0 0 0,0-1 0 0 0,0 1 1 0 0,0-1-1 0 0,0 1 0 0 0,2-2 0 0 0,2-3 83 0 0,0 0 1 0 0,0 1-1 0 0,1-1 1 0 0,10-7-1 0 0,-12 10-86 0 0,1 0 0 0 0,-1 1-1 0 0,1 0 1 0 0,-1 0 0 0 0,1 0 0 0 0,0 0-1 0 0,0 1 1 0 0,0-1 0 0 0,0 1 0 0 0,0 1-1 0 0,0-1 1 0 0,9 1 0 0 0,-12 0-12 0 0,1 0-1 0 0,-1 1 1 0 0,0-1 0 0 0,0 1-1 0 0,0-1 1 0 0,1 1 0 0 0,-1 0 0 0 0,0 0-1 0 0,0 0 1 0 0,0 0 0 0 0,0 0-1 0 0,0 1 1 0 0,-1-1 0 0 0,1 1 0 0 0,0-1-1 0 0,-1 1 1 0 0,1-1 0 0 0,-1 1-1 0 0,1 0 1 0 0,-1 0 0 0 0,0 0 0 0 0,0 0-1 0 0,0 0 1 0 0,0 0 0 0 0,0 0 0 0 0,0 0-1 0 0,0 0 1 0 0,-1 0 0 0 0,1 1-1 0 0,0 2 1 0 0,0 5-21 0 0,0 0 1 0 0,0-1-1 0 0,-1 1 1 0 0,0 0-1 0 0,-1 0 1 0 0,0 0-1 0 0,0-1 1 0 0,-1 1-1 0 0,-1 0 0 0 0,-3 10 1 0 0,-6 8-80 0 0,-28 52 0 0 0,6-15-169 0 0,28-44 403 0 0,6-20-125 0 0,0-1 0 0 0,0 0-1 0 0,0 1 1 0 0,0-1 0 0 0,0 1-1 0 0,0-1 1 0 0,0 0 0 0 0,0 1-1 0 0,1-1 1 0 0,-1 1 0 0 0,0-1-1 0 0,0 0 1 0 0,0 1 0 0 0,0-1-1 0 0,1 0 1 0 0,-1 1 0 0 0,0-1-1 0 0,0 0 1 0 0,1 0 0 0 0,-1 1-1 0 0,0-1 1 0 0,1 0 0 0 0,-1 0-1 0 0,0 1 1 0 0,1-1 0 0 0,-1 0-1 0 0,0 0 1 0 0,1 1 0 0 0,2-1 39 0 0,0 0 0 0 0,0 0 1 0 0,0 0-1 0 0,0 0 0 0 0,0-1 0 0 0,1 1 1 0 0,-1-1-1 0 0,0 0 0 0 0,-1 0 1 0 0,5-2-1 0 0,47-15-474 0 0,35-12-253 0 0,-28 15-6948 0 0,-40 12 989 0 0</inkml:trace>
</inkml:ink>
</file>

<file path=ppt/ink/ink3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2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1 1376 0 0,'1'22'10081'0'0,"2"0"-5285"0"0,-2-10-3705 0 0,0 0-1 0 0,0 0 0 0 0,-1 15 0 0 0,-4-4-878 0 0,0 0-1 0 0,-1 0 1 0 0,-1 0 0 0 0,-11 26 0 0 0,4-17-640 0 0</inkml:trace>
</inkml:ink>
</file>

<file path=ppt/ink/ink3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3.9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8 2761 0 0,'13'-1'12082'0'0,"12"-6"-9040"0"0,-28 10-2899 0 0,-13 16 186 0 0,0 0 0 0 0,1 1 0 0 0,1 1 0 0 0,1 0 0 0 0,0 1 0 0 0,2 0 0 0 0,-13 37 0 0 0,23-57-324 0 0,0 0 0 0 0,1-1-1 0 0,-1 1 1 0 0,1 0 0 0 0,-1-1-1 0 0,1 1 1 0 0,-1 0-1 0 0,1 0 1 0 0,0-1 0 0 0,0 1-1 0 0,0 0 1 0 0,0 0 0 0 0,0-1-1 0 0,1 1 1 0 0,-1 0 0 0 0,0 0-1 0 0,1-1 1 0 0,-1 1-1 0 0,1 0 1 0 0,0-1 0 0 0,-1 1-1 0 0,1-1 1 0 0,0 1 0 0 0,0-1-1 0 0,0 1 1 0 0,0-1-1 0 0,0 1 1 0 0,0-1 0 0 0,1 0-1 0 0,-1 0 1 0 0,0 1 0 0 0,1-1-1 0 0,-1 0 1 0 0,1 0 0 0 0,-1-1-1 0 0,1 1 1 0 0,-1 0-1 0 0,1 0 1 0 0,2 0 0 0 0,7 2 24 0 0,1-1 0 0 0,-1 0 0 0 0,1 0 0 0 0,0-1 1 0 0,13-1-1 0 0,14 2 135 0 0,-30-1-157 0 0,0 1 1 0 0,-1 1 0 0 0,1-1 0 0 0,0 1 0 0 0,-1 1 0 0 0,0-1-1 0 0,0 2 1 0 0,0-1 0 0 0,0 1 0 0 0,-1 0 0 0 0,0 1 0 0 0,0-1 0 0 0,11 13-1 0 0,-15-16 6 0 0,-1 1 0 0 0,0 0 0 0 0,0 1 0 0 0,1-1 1 0 0,-2 0-1 0 0,1 1 0 0 0,0-1 0 0 0,-1 1 0 0 0,0-1 0 0 0,1 1 0 0 0,-1 0 0 0 0,-1-1 0 0 0,1 1 0 0 0,-1 0 0 0 0,1 0 0 0 0,-1 0 0 0 0,0-1 0 0 0,0 1 0 0 0,-1 0 0 0 0,1 0 0 0 0,-1 0 0 0 0,0-1 0 0 0,0 1 0 0 0,0 0 0 0 0,0-1 0 0 0,-1 1 0 0 0,1-1 0 0 0,-1 1 0 0 0,0-1 0 0 0,0 0 0 0 0,0 0 0 0 0,-1 0 0 0 0,1 0 0 0 0,-4 3 0 0 0,-3 4 152 0 0,-1-1-1 0 0,0-1 1 0 0,0 0-1 0 0,0 0 1 0 0,-1-1-1 0 0,-14 7 1 0 0,20-11-146 0 0,0-1 0 0 0,0 1 0 0 0,-1-1 0 0 0,1 0 0 0 0,-1-1 0 0 0,0 1 0 0 0,1-1 0 0 0,-1 0 0 0 0,0 0 0 0 0,0-1 0 0 0,1 0 0 0 0,-1 0 0 0 0,0 0 0 0 0,0-1 0 0 0,-11-2 0 0 0,15 2-25 0 0,-1 0 0 0 0,0 0 0 0 0,0-1 0 0 0,1 1 0 0 0,-1-1 0 0 0,1 0 0 0 0,-1 0 0 0 0,-2-3 0 0 0</inkml:trace>
</inkml:ink>
</file>

<file path=ppt/ink/ink3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4.4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 6449 0 0,'2'-11'3607'0'0,"3"21"-84"0"0,1 24-1165 0 0,-6-27-2124 0 0,-1 0 1 0 0,2 1-1 0 0,-1-1 0 0 0,1 0 1 0 0,0 0-1 0 0,0 0 1 0 0,1 0-1 0 0,0 0 1 0 0,0-1-1 0 0,1 1 1 0 0,0 0-1 0 0,0-1 0 0 0,5 8 1 0 0,-4-10-101 0 0,-1 0 0 0 0,0 0 0 0 0,1 0 0 0 0,0-1 0 0 0,0 1 0 0 0,0-1 0 0 0,0 0 0 0 0,0-1 0 0 0,1 1 0 0 0,-1-1 0 0 0,1 0 0 0 0,0 0 0 0 0,0 0 0 0 0,0 0 0 0 0,-1-1 0 0 0,2 0 0 0 0,-1 0 0 0 0,0 0 0 0 0,8-1 0 0 0,3 0-49 0 0,1 0 0 0 0,-1-1-1 0 0,0-1 1 0 0,0-1 0 0 0,0-1-1 0 0,0 0 1 0 0,23-9-1 0 0,8-10-2939 0 0,-3-4-4027 0 0,-25 10 2872 0 0,-18 15 3987 0 0,1 0-1 0 0,0 0 1 0 0,-1 0 0 0 0,1 0-1 0 0,-1-1 1 0 0,0 1 0 0 0,0 0-1 0 0,0 0 1 0 0,0-1 0 0 0,0 1-1 0 0,0-1 1 0 0,0-4 0 0 0,-2-4-53 0 0</inkml:trace>
</inkml:ink>
</file>

<file path=ppt/ink/ink3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4.6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73 23 5529 0 0,'-34'-17'3043'0'0,"33"16"-2616"0"0,-1 0 0 0 0,1 0 0 0 0,0 1 0 0 0,-1-1 0 0 0,1 1 0 0 0,-1-1 0 0 0,0 1 0 0 0,1 0 0 0 0,-1 0 0 0 0,1-1 0 0 0,-1 1 0 0 0,0 0 0 0 0,1 0-1 0 0,-1 1 1 0 0,1-1 0 0 0,-1 0 0 0 0,0 0 0 0 0,1 1 0 0 0,-1-1 0 0 0,1 1 0 0 0,-1-1 0 0 0,-1 2 0 0 0,3 0-217 0 0,-1 0 0 0 0,1 0 0 0 0,0 1 0 0 0,-1-1 0 0 0,1 0 0 0 0,0 0-1 0 0,0 0 1 0 0,1 1 0 0 0,-1-1 0 0 0,0 0 0 0 0,1 0 0 0 0,-1 0 0 0 0,1 0 0 0 0,0 0 0 0 0,0 0 0 0 0,0 0 0 0 0,1 3 0 0 0,2 5 194 0 0,2 22 38 0 0,-1-1-1 0 0,1 61 1 0 0,-5-61-553 0 0,1 0 0 0 0,2 1 0 0 0,8 33 0 0 0,-7-51-1874 0 0</inkml:trace>
</inkml:ink>
</file>

<file path=ppt/ink/ink3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4.9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50 119 10594 0 0,'-9'-12'584'0'0,"1"0"1"0"0,1-1-1 0 0,-12-23 0 0 0,12 2 3973 0 0,7 34-4482 0 0,0-1 0 0 0,0 1 0 0 0,0 0 0 0 0,0-1 0 0 0,0 1 1 0 0,0-1-1 0 0,0 1 0 0 0,0-1 0 0 0,0 1 0 0 0,1-1 0 0 0,-1 1 0 0 0,0-1 1 0 0,0 1-1 0 0,0 0 0 0 0,1-1 0 0 0,-1 1 0 0 0,0-1 0 0 0,0 1 0 0 0,1 0 0 0 0,-1-1 1 0 0,0 1-1 0 0,1 0 0 0 0,-1-1 0 0 0,1 1 0 0 0,-1 0 0 0 0,0 0 0 0 0,1-1 1 0 0,-1 1-1 0 0,1 0 0 0 0,-1 0 0 0 0,0 0 0 0 0,2-1 0 0 0,17 4 996 0 0,16 13-256 0 0,-21-5-721 0 0,1 0 1 0 0,-2 1 0 0 0,1 0-1 0 0,-2 1 1 0 0,0 1 0 0 0,0 0-1 0 0,-1 0 1 0 0,9 18 0 0 0,-5-7-74 0 0,-1 0-1 0 0,-2 2 1 0 0,0-1 0 0 0,9 37 0 0 0,-15-40 14 0 0,-1 1 0 0 0,-2-1-1 0 0,0 1 1 0 0,-1 0 0 0 0,-2 0 0 0 0,0 0 0 0 0,-1-1 0 0 0,-2 1 0 0 0,-6 27 0 0 0,-1-8-833 0 0,-3 0 1 0 0,-2 0 0 0 0,-39 78-1 0 0,40-92-6439 0 0</inkml:trace>
</inkml:ink>
</file>

<file path=ppt/ink/ink3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8.2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68 920 0 0,'-31'4'807'0'0,"23"-3"398"0"0,0 0 0 0 0,1 1 0 0 0,-1-1 0 0 0,1 2 0 0 0,0-1 0 0 0,-1 1-1 0 0,-11 6 1 0 0,69-15 1816 0 0,538-40 3490 0 0,-325 20-6030 0 0,-175 14-47 0 0,-82 12-403 0 0,-3-1-38 0 0,1 0-1 0 0,-1 1 1 0 0,0-1-1 0 0,1 1 1 0 0,-1 0-1 0 0,1 0 1 0 0,-1 0-1 0 0,1 0 1 0 0,-1 1-1 0 0,1 0 1 0 0,3 0-1 0 0,-8 0-61 0 0,1-1-1 0 0,0 1 1 0 0,0-1 0 0 0,0 0-1 0 0,-1 1 1 0 0,1-1 0 0 0,0 1-1 0 0,0-1 1 0 0,-1 0 0 0 0,1 1-1 0 0,0-1 1 0 0,-1 0 0 0 0,1 1 0 0 0,-1-1-1 0 0,1 0 1 0 0,0 0 0 0 0,-1 1-1 0 0,1-1 1 0 0,-1 0 0 0 0,1 0-1 0 0,-1 0 1 0 0,1 0 0 0 0,0 1-1 0 0,-1-1 1 0 0,1 0 0 0 0,-1 0-1 0 0,1 0 1 0 0,-1 0 0 0 0,1 0-1 0 0,-1 0 1 0 0,-18 3-4546 0 0</inkml:trace>
</inkml:ink>
</file>

<file path=ppt/ink/ink3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8.7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89 3049 0 0,'-2'0'-46'0'0,"-55"-21"3726"0"0,3-6 7652 0 0,42 14-6255 0 0,12 12-5052 0 0,-1-1-1 0 0,1 1 1 0 0,-1 0-1 0 0,1 0 1 0 0,-1 0-1 0 0,1-1 1 0 0,-1 1-1 0 0,1 0 1 0 0,0 0-1 0 0,0-1 1 0 0,0 1-1 0 0,0 0 1 0 0,0 0-1 0 0,0-1 1 0 0,0 1-1 0 0,0 0 1 0 0,1-3-1 0 0,0 4-22 0 0,-1 0 0 0 0,0-1-1 0 0,1 1 1 0 0,-1 0 0 0 0,1 0 0 0 0,-1-1 0 0 0,1 1-1 0 0,0 0 1 0 0,-1 0 0 0 0,1 0 0 0 0,-1 0-1 0 0,1 0 1 0 0,-1 0 0 0 0,1 0 0 0 0,-1 0 0 0 0,1 0-1 0 0,-1 0 1 0 0,1 0 0 0 0,0 0 0 0 0,-1 0-1 0 0,1 0 1 0 0,-1 1 0 0 0,1-1 0 0 0,-1 0 0 0 0,1 0-1 0 0,-1 1 1 0 0,1-1 0 0 0,-1 0 0 0 0,0 1 0 0 0,1-1-1 0 0,-1 0 1 0 0,1 1 0 0 0,13 9 3 0 0,8 8-67 0 0,1-1 1 0 0,0-2-1 0 0,40 20 0 0 0,-7-3 180 0 0,-51-30-153 0 0,-1 1 1 0 0,1-1 0 0 0,-1 1 0 0 0,0 0-1 0 0,0 1 1 0 0,0-1 0 0 0,0 1 0 0 0,5 7-1 0 0,-8-10 61 0 0,-1 1 0 0 0,1-1-1 0 0,-1 0 1 0 0,0 1 0 0 0,1-1 0 0 0,-1 0-1 0 0,0 1 1 0 0,0-1 0 0 0,0 1-1 0 0,0-1 1 0 0,0 0 0 0 0,0 1 0 0 0,0-1-1 0 0,0 1 1 0 0,-1-1 0 0 0,1 0-1 0 0,-1 1 1 0 0,1-1 0 0 0,-1 0 0 0 0,1 1-1 0 0,-1-1 1 0 0,0 0 0 0 0,1 0 0 0 0,-1 0-1 0 0,0 1 1 0 0,0-1 0 0 0,0 0-1 0 0,0 0 1 0 0,0 0 0 0 0,0 0 0 0 0,0-1-1 0 0,0 1 1 0 0,-1 0 0 0 0,1 0-1 0 0,-2 0 1 0 0,-27 21 185 0 0,1 1 0 0 0,2 2 1 0 0,-27 30-1 0 0,43-42-2730 0 0,0 1 0 0 0,-13 25 0 0 0</inkml:trace>
</inkml:ink>
</file>

<file path=ppt/ink/ink3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2:20.4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0 231 17591,'1890'-121'0,"-2150"11"0,520 220 0,-504 32 0</inkml:trace>
</inkml:ink>
</file>

<file path=ppt/ink/ink3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3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 53 3225 0 0,'-3'-2'379'0'0,"0"-1"1"0"0,0 1 0 0 0,1-1 0 0 0,-1 0-1 0 0,1 0 1 0 0,0 0 0 0 0,0 0 0 0 0,-21-28 12810 0 0,26 76-12488 0 0,6 15 260 0 0,23 90 0 0 0,-16-85-508 0 0,-8-23-303 0 0,4 64 0 0 0,-11-75-70 0 0,2 0 1 0 0,1-1-1 0 0,2 0 1 0 0,15 50-1 0 0,-2-41-1062 0 0,-18-36 13 0 0</inkml:trace>
</inkml:ink>
</file>

<file path=ppt/ink/ink3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4.5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134 1 3681 0 0,'-17'8'1447'0'0,"-1"0"264"0"0,1 1 0 0 0,0 0 0 0 0,1 1-1 0 0,0 1 1 0 0,-16 14 0 0 0,32-25-1683 0 0,0 0-1 0 0,0 0 1 0 0,0 0 0 0 0,0 0 0 0 0,0 1 0 0 0,0-1 0 0 0,0 0 0 0 0,0 0 0 0 0,0 0-1 0 0,0 0 1 0 0,0 0 0 0 0,0 0 0 0 0,0 0 0 0 0,0 0 0 0 0,0 0 0 0 0,0 0 0 0 0,0 1 0 0 0,0-1-1 0 0,0 0 1 0 0,0 0 0 0 0,0 0 0 0 0,0 0 0 0 0,0 0 0 0 0,0 0 0 0 0,0 0 0 0 0,0 0 0 0 0,0 0-1 0 0,0 1 1 0 0,0-1 0 0 0,0 0 0 0 0,0 0 0 0 0,0 0 0 0 0,0 0 0 0 0,0 0 0 0 0,0 0 0 0 0,0 0-1 0 0,1 0 1 0 0,-1 0 0 0 0,0 0 0 0 0,0 0 0 0 0,0 0 0 0 0,0 0 0 0 0,0 0 0 0 0,0 1-1 0 0,0-1 1 0 0,0 0 0 0 0,0 0 0 0 0,0 0 0 0 0,1 0 0 0 0,-1 0 0 0 0,0 0 0 0 0,0 0 0 0 0,0 0-1 0 0,0 0 1 0 0,0 0 0 0 0,0 0 0 0 0,0 0 0 0 0,0 0 0 0 0,0 0 0 0 0,1 0 0 0 0,-1-1 0 0 0,12 2 741 0 0,11-2-172 0 0,4-3-434 0 0,1 1 0 0 0,-1 1-1 0 0,1 1 1 0 0,0 2 0 0 0,0 1 0 0 0,-1 1 0 0 0,1 1 0 0 0,-1 2-1 0 0,41 13 1 0 0,-67-19-168 0 0,1 1-1 0 0,0-1 0 0 0,0 1 0 0 0,-1-1 1 0 0,1 1-1 0 0,0 0 0 0 0,-1 0 1 0 0,1 0-1 0 0,0 0 0 0 0,-1 0 1 0 0,0 0-1 0 0,1 0 0 0 0,-1 0 0 0 0,1 1 1 0 0,-1-1-1 0 0,0 0 0 0 0,0 1 1 0 0,0-1-1 0 0,0 1 0 0 0,0 0 0 0 0,0-1 1 0 0,-1 1-1 0 0,1 0 0 0 0,0-1 1 0 0,-1 1-1 0 0,1 0 0 0 0,-1 1 0 0 0,0 0 20 0 0,-1 0 0 0 0,0 0-1 0 0,0 0 1 0 0,0-1 0 0 0,0 1-1 0 0,0 0 1 0 0,-1-1 0 0 0,0 1-1 0 0,1-1 1 0 0,-1 0-1 0 0,0 1 1 0 0,0-1 0 0 0,0 0-1 0 0,0 0 1 0 0,0 0 0 0 0,-4 2-1 0 0,-72 56 320 0 0,39-32-177 0 0,-51 49 1 0 0,83-70-136 0 0,5-6-18 0 0,-1 1 1 0 0,1-1-1 0 0,1 1 1 0 0,-1 0-1 0 0,0 0 1 0 0,0-1-1 0 0,1 1 1 0 0,-1 1-1 0 0,1-1 1 0 0,-1 0-1 0 0,1 0 1 0 0,-1 3-1 0 0,5-4-3 0 0,1 0 0 0 0,-1-1 0 0 0,1 1 0 0 0,0-1 0 0 0,-1 0 0 0 0,1 0 0 0 0,-1 0 0 0 0,1-1 0 0 0,5-1 0 0 0,73-17-90 0 0,-64 14 53 0 0,0 0-1 0 0,0 1 0 0 0,0 1 0 0 0,0 0 0 0 0,0 2 1 0 0,36 0-1 0 0,-53 1 41 0 0,0 0 1 0 0,1 1 0 0 0,-1-1-1 0 0,0 0 1 0 0,0 0 0 0 0,1 0-1 0 0,-1 1 1 0 0,0-1 0 0 0,0 1-1 0 0,0-1 1 0 0,0 1 0 0 0,1-1-1 0 0,-1 1 1 0 0,0 0-1 0 0,0 0 1 0 0,0-1 0 0 0,0 1-1 0 0,-1 0 1 0 0,1 0 0 0 0,0 0-1 0 0,0 0 1 0 0,1 2 0 0 0,-2-2-19 0 0,0 0 0 0 0,0 0 0 0 0,0 1 0 0 0,0-1 0 0 0,0 0 0 0 0,0 1 1 0 0,0-1-1 0 0,0 0 0 0 0,0 1 0 0 0,0-1 0 0 0,-1 0 0 0 0,1 0 0 0 0,-1 0 0 0 0,1 1 0 0 0,-1-1 1 0 0,1 0-1 0 0,-2 2 0 0 0,-5 6-75 0 0,1-1 0 0 0,-1 1 1 0 0,-1-1-1 0 0,-7 7 0 0 0,10-11 141 0 0,-20 18-64 0 0,-39 25-1 0 0,45-34 5 0 0,0 0 0 0 0,1 2 0 0 0,1 0 0 0 0,-30 32 0 0 0,46-46 6 0 0,0 0-1 0 0,1 0 0 0 0,-1 1 1 0 0,0-1-1 0 0,0 0 0 0 0,0 0 1 0 0,1 0-1 0 0,-1 1 0 0 0,1-1 1 0 0,-1 0-1 0 0,1 1 0 0 0,-1-1 1 0 0,1 0-1 0 0,0 1 1 0 0,-1-1-1 0 0,1 1 0 0 0,0-1 1 0 0,0 0-1 0 0,0 3 0 0 0,1-4-4 0 0,-1 1 0 0 0,1 0 0 0 0,-1 0 1 0 0,1-1-1 0 0,-1 1 0 0 0,1 0 0 0 0,0-1 0 0 0,-1 1 0 0 0,1 0 0 0 0,0-1 0 0 0,0 1 0 0 0,-1-1 0 0 0,1 1 0 0 0,0-1 0 0 0,0 0 0 0 0,0 1 0 0 0,-1-1 0 0 0,1 0 0 0 0,0 1 0 0 0,0-1 0 0 0,0 0 0 0 0,1 0 1 0 0,8 1-89 0 0,1-1 1 0 0,-1 0-1 0 0,1 0 0 0 0,11-3 1 0 0,-7 2-43 0 0,34 0-1701 0 0,-27 2-2050 0 0,37-5 1 0 0</inkml:trace>
</inkml:ink>
</file>

<file path=ppt/ink/ink3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6.1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 6913 0 0,'-4'6'12417'0'0,"11"26"-9590"0"0,14 37-2655 0 0,2 14 328 0 0,18 114-1 0 0,-7-24-78 0 0,-7-25 411 0 0,14 232 0 0 0,-41-374-806 0 0,6 39 121 0 0,-6-44-166 0 0,0 1 0 0 0,1 0 0 0 0,-1-1-1 0 0,0 1 1 0 0,1 0 0 0 0,-1-1 0 0 0,1 1 0 0 0,0-1 0 0 0,0 1 0 0 0,-1-1 0 0 0,1 1 0 0 0,0-1-1 0 0,0 0 1 0 0,0 1 0 0 0,0-1 0 0 0,1 0 0 0 0,-1 0 0 0 0,0 1 0 0 0,1-1 0 0 0,-1 0 0 0 0,2 1-1 0 0,2-3-1004 0 0</inkml:trace>
</inkml:ink>
</file>

<file path=ppt/ink/ink3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6.8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174 0 656 0 0,'-30'9'2627'0'0,"-48"20"-1"0"0,66-22-402 0 0,-1-1 0 0 0,1 1 0 0 0,-17 20 3795 0 0,30-27-5942 0 0,11 5 1161 0 0,15-1-910 0 0,-26-4-264 0 0,38 4 416 0 0,0-1-238 0 0,0 1 0 0 0,-1 2 0 0 0,0 2 0 0 0,70 23 0 0 0,-106-30-245 0 0,0-1 0 0 0,0 1 0 0 0,-1 0 0 0 0,1-1 0 0 0,0 1 0 0 0,-1 0 0 0 0,1 0 0 0 0,0 0 0 0 0,-1 0 0 0 0,1 1 0 0 0,-1-1 0 0 0,0 0 0 0 0,1 1 0 0 0,-1-1 0 0 0,0 0 0 0 0,0 1 1 0 0,0 0-1 0 0,0-1 0 0 0,0 1 0 0 0,1 3 0 0 0,-2-3-6 0 0,0 1-1 0 0,-1-1 1 0 0,1 1 0 0 0,-1-1 0 0 0,1 1 0 0 0,-1-1 0 0 0,0 0 0 0 0,0 1 0 0 0,0-1-1 0 0,-1 0 1 0 0,1 0 0 0 0,0 0 0 0 0,-1 1 0 0 0,1-2 0 0 0,-3 3 0 0 0,-18 21-7 0 0,0-1 1 0 0,-2-1 0 0 0,-39 30-1 0 0,42-38 11 0 0,1 1 0 0 0,0 2-1 0 0,2 0 1 0 0,0 0 0 0 0,1 2-1 0 0,-27 40 1 0 0,43-59 16 0 0,0 0 0 0 0,0 0-1 0 0,1 0 1 0 0,-1 0 0 0 0,1 0 0 0 0,-1 0-1 0 0,1 0 1 0 0,-1 1 0 0 0,1-1 0 0 0,0 0 0 0 0,-1 0-1 0 0,1 0 1 0 0,0 1 0 0 0,0-1 0 0 0,0 0 0 0 0,0 0-1 0 0,0 1 1 0 0,0-1 0 0 0,0 0 0 0 0,0 0-1 0 0,1 1 1 0 0,-1-1 0 0 0,1 2 0 0 0,0-2 3 0 0,0 0 1 0 0,0 0 0 0 0,0 0-1 0 0,1 0 1 0 0,-1-1-1 0 0,0 1 1 0 0,0 0-1 0 0,0-1 1 0 0,1 1-1 0 0,-1-1 1 0 0,0 1 0 0 0,1-1-1 0 0,-1 0 1 0 0,0 0-1 0 0,1 1 1 0 0,-1-1-1 0 0,3 0 1 0 0,9-1 54 0 0,0 0 0 0 0,0-1 0 0 0,19-4 0 0 0,-25 4-79 0 0,16-3 34 0 0,-1 1 0 0 0,1 1 0 0 0,0 1 0 0 0,0 2 0 0 0,0 0 0 0 0,41 5 0 0 0,-64-5-26 0 0,1 0 0 0 0,-1 0 1 0 0,1 0-1 0 0,-1 0 0 0 0,1 0 0 0 0,-1 0 1 0 0,1 0-1 0 0,-1 1 0 0 0,1-1 1 0 0,-1 0-1 0 0,1 0 0 0 0,-1 0 0 0 0,1 1 1 0 0,-1-1-1 0 0,0 0 0 0 0,1 1 0 0 0,-1-1 1 0 0,1 0-1 0 0,-1 1 0 0 0,0-1 1 0 0,1 0-1 0 0,-1 1 0 0 0,0-1 0 0 0,1 1 1 0 0,-1-1-1 0 0,0 1 0 0 0,0-1 0 0 0,0 1 1 0 0,1-1-1 0 0,-1 1 0 0 0,0-1 0 0 0,0 1 1 0 0,0 0-1 0 0,-9 17 40 0 0,-30 19 50 0 0,32-32-115 0 0,-15 14-29 0 0,6-7 54 0 0,0 2 0 0 0,1 0 0 0 0,0 0 0 0 0,2 1 0 0 0,-1 1 0 0 0,2 1 0 0 0,-15 23 0 0 0,27-39 6 0 0,-1 0 0 0 0,0 0 0 0 0,1 0 1 0 0,-1 0-1 0 0,1 0 0 0 0,-1 0 0 0 0,1 0 0 0 0,0 0 0 0 0,-1 0 1 0 0,1 1-1 0 0,0-1 0 0 0,0 0 0 0 0,0 0 0 0 0,0 0 1 0 0,0 0-1 0 0,0 1 0 0 0,0-1 0 0 0,0 0 0 0 0,0 0 0 0 0,0 0 1 0 0,1 0-1 0 0,-1 0 0 0 0,0 0 0 0 0,1 1 0 0 0,-1-1 1 0 0,1 0-1 0 0,0 0 0 0 0,-1 0 0 0 0,1 0 0 0 0,0-1 0 0 0,-1 1 1 0 0,1 0-1 0 0,0 0 0 0 0,0 0 0 0 0,0 0 0 0 0,0-1 0 0 0,0 1 1 0 0,0 0-1 0 0,0-1 0 0 0,0 1 0 0 0,0-1 0 0 0,0 1 1 0 0,0-1-1 0 0,0 0 0 0 0,0 1 0 0 0,0-1 0 0 0,0 0 0 0 0,1 0 1 0 0,-1 0-1 0 0,0 0 0 0 0,2 0 0 0 0,10 1-64 0 0,0-1 0 0 0,0 0 0 0 0,25-4 0 0 0,-19 1-359 0 0,-13 3 100 0 0,0 0 0 0 0,-1 0 0 0 0,1 0 0 0 0,0 1 0 0 0,6 1 0 0 0,-10-2-128 0 0,0 1-1 0 0,-1 0 1 0 0,1-1-1 0 0,0 1 1 0 0,-1 0 0 0 0,1 0-1 0 0,-1 0 1 0 0,1 0-1 0 0,-1 0 1 0 0,1 0-1 0 0,-1 0 1 0 0,2 2-1 0 0</inkml:trace>
</inkml:ink>
</file>

<file path=ppt/ink/ink3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7.4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2761 0 0,'3'25'14208'0'0,"4"-5"-9761"0"0,0 0-3282 0 0,9 29-621 0 0,-9 9-524 0 0,-3 0 1 0 0,-5 103 0 0 0,0 20-19 0 0,13-29-1028 0 0,-8-95 358 0 0,-3-32 926 0 0,1-1-1 0 0,1 1 0 0 0,1 0 0 0 0,8 28 0 0 0,-11-48-233 0 0,0 1 1 0 0,-1-1-1 0 0,1 0 0 0 0,-1 0 1 0 0,0 1-1 0 0,-1-1 0 0 0,0 0 1 0 0,1 0-1 0 0,-2 0 0 0 0,1 1 1 0 0,0-1-1 0 0,-1 0 1 0 0,0-1-1 0 0,-4 9 0 0 0,5-13-79 0 0,1 0-1 0 0,0 0 0 0 0,0 0 1 0 0,-1 0-1 0 0,1 0 1 0 0,0 0-1 0 0,0 0 1 0 0,-1 0-1 0 0,1 0 0 0 0,0 0 1 0 0,0 0-1 0 0,-1 0 1 0 0,1 0-1 0 0,0 0 0 0 0,0 0 1 0 0,-1 0-1 0 0,1 0 1 0 0,0 0-1 0 0,0 0 0 0 0,-1 0 1 0 0,1-1-1 0 0,0 1 1 0 0,0 0-1 0 0,0 0 0 0 0,-1 0 1 0 0,1 0-1 0 0,0 0 1 0 0,0-1-1 0 0,0 1 0 0 0,-1 0 1 0 0,1 0-1 0 0,0 0 1 0 0,0-1-1 0 0,0 1 0 0 0,0 0 1 0 0,0 0-1 0 0,0-1 1 0 0,-1 1-1 0 0,1 0 1 0 0,0 0-1 0 0,0-1 0 0 0,0 1 1 0 0,0 0-1 0 0,0 0 1 0 0,0-1-1 0 0,0 1 0 0 0,0 0 1 0 0,0 0-1 0 0,0-1 1 0 0,0 1-1 0 0</inkml:trace>
</inkml:ink>
</file>

<file path=ppt/ink/ink3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7.6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 13363 0 0,'4'9'7576'0'0,"7"-29"-8327"0"0</inkml:trace>
</inkml:ink>
</file>

<file path=ppt/ink/ink3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1:47.8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26 14283 0 0,'-4'7'1400'0'0,"2"-6"-1248"0"0,1 1-152 0 0,2-2-312 0 0,-1-2-88 0 0,5 0-16 0 0,-1-5-8 0 0,4-3 344 0 0,3-5 80 0 0</inkml:trace>
</inkml:ink>
</file>

<file path=ppt/ink/ink3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6.6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 0 1376 0 0,'24'6'13179'0'0,"-24"-3"-13084"0"0,1-1-1 0 0,-1 1 0 0 0,1 0 1 0 0,0-1-1 0 0,0 1 1 0 0,0 0-1 0 0,0-1 1 0 0,1 1-1 0 0,-1-1 0 0 0,1 0 1 0 0,-1 1-1 0 0,1-1 1 0 0,0 0-1 0 0,0 0 0 0 0,0 0 1 0 0,0 0-1 0 0,0 0 1 0 0,1-1-1 0 0,-1 1 1 0 0,3 1-1 0 0,-3-2-26 0 0,-1 0 0 0 0,1 0 0 0 0,0 0 0 0 0,0 0 0 0 0,-1 0 0 0 0,1 0 0 0 0,0-1-1 0 0,0 1 1 0 0,0-1 0 0 0,0 1 0 0 0,0-1 0 0 0,0 0 0 0 0,0 0 0 0 0,0 1 0 0 0,0-1 0 0 0,0-1 0 0 0,0 1 0 0 0,0 0 0 0 0,0 0 0 0 0,0-1 0 0 0,0 1-1 0 0,0-1 1 0 0,0 0 0 0 0,-1 0 0 0 0,1 1 0 0 0,0-1 0 0 0,0 0 0 0 0,2-2 0 0 0,-4 2-54 0 0,0 1 0 0 0,1 0 0 0 0,-1 0 0 0 0,0-1 0 0 0,0 1 0 0 0,0 0 0 0 0,1 0 0 0 0,-1-1 0 0 0,0 1 0 0 0,0 0 0 0 0,0-1 0 0 0,0 1 0 0 0,1 0 0 0 0,-1-1 0 0 0,0 1 0 0 0,0 0 0 0 0,0-1 0 0 0,0 1 0 0 0,0 0 0 0 0,0-1 0 0 0,0 1 0 0 0,0 0 0 0 0,0-1 0 0 0,0 1 0 0 0,0 0 0 0 0,0-1 0 0 0,0 1 0 0 0,-1 0 0 0 0,1-1 0 0 0,0 1 0 0 0,0 0 1 0 0,0 0-1 0 0,0-1 0 0 0,-1 1 0 0 0,1 0 0 0 0,0-1 0 0 0,-15-9 393 0 0,-18 1 173 0 0,27 9-500 0 0,0 0 1 0 0,-1 1 0 0 0,1 0-1 0 0,0 0 1 0 0,-1 1 0 0 0,1 0-1 0 0,0 0 1 0 0,0 0 0 0 0,-9 5-1 0 0,13-6-79 0 0,0 0-1 0 0,0 0 1 0 0,0 0-1 0 0,0 1 1 0 0,0-1-1 0 0,0 0 1 0 0,0 1-1 0 0,0 0 1 0 0,0-1-1 0 0,1 1 1 0 0,-1 0-1 0 0,0 0 0 0 0,1 0 1 0 0,0 0-1 0 0,-1 0 1 0 0,1 0-1 0 0,0 0 1 0 0,0 0-1 0 0,0 0 1 0 0,0 1-1 0 0,1-1 1 0 0,-1 0-1 0 0,1 1 1 0 0,-1-1-1 0 0,1 1 0 0 0,0-1 1 0 0,0 0-1 0 0,0 4 1 0 0,1-5-3 0 0,0 1 0 0 0,0 0 0 0 0,0-1 0 0 0,0 1 0 0 0,0-1 0 0 0,0 0 0 0 0,0 1 1 0 0,1-1-1 0 0,-1 0 0 0 0,0 0 0 0 0,1 1 0 0 0,-1-1 0 0 0,1 0 0 0 0,0-1 0 0 0,-1 1 0 0 0,1 0 0 0 0,0 0 0 0 0,-1-1 1 0 0,1 1-1 0 0,0-1 0 0 0,0 1 0 0 0,0-1 0 0 0,-1 0 0 0 0,1 0 0 0 0,0 0 0 0 0,0 0 0 0 0,0 0 0 0 0,0 0 1 0 0,3-1-1 0 0,0 1 72 0 0,0 0 1 0 0,1-1 0 0 0,-1 0 0 0 0,0 0 0 0 0,0 0-1 0 0,0-1 1 0 0,1 0 0 0 0,-1 0 0 0 0,5-3 0 0 0,-9 4-55 0 0,0 1-1 0 0,0-1 1 0 0,0 1 0 0 0,0-1 0 0 0,0 0 0 0 0,0 0 0 0 0,0 1 0 0 0,-1-1 0 0 0,1 0 0 0 0,0 0 0 0 0,0 0 0 0 0,-1 0 0 0 0,1 0 0 0 0,-1 0 0 0 0,1 0 0 0 0,-1 0 0 0 0,1 0-1 0 0,-1 0 1 0 0,0 0 0 0 0,1-1 0 0 0,-1 1 0 0 0,0 0 0 0 0,0 0 0 0 0,0 0 0 0 0,0 0 0 0 0,0-1 0 0 0,0 1 0 0 0,0 0 0 0 0,0 0 0 0 0,0 0 0 0 0,-1 0 0 0 0,1 0 0 0 0,0-1-1 0 0,-1 1 1 0 0,1 0 0 0 0,-1 0 0 0 0,1 0 0 0 0,-1 0 0 0 0,0 0 0 0 0,1 0 0 0 0,-1 0 0 0 0,0 1 0 0 0,0-1 0 0 0,1 0 0 0 0,-1 0 0 0 0,-2-1 0 0 0,1 0-16 0 0,-1 0 1 0 0,1 0 0 0 0,-1 1 0 0 0,0-1-1 0 0,1 1 1 0 0,-1 0 0 0 0,0-1 0 0 0,0 1 0 0 0,0 0-1 0 0,0 1 1 0 0,0-1 0 0 0,0 0 0 0 0,0 1-1 0 0,0 0 1 0 0,0 0 0 0 0,0 0 0 0 0,-5 0-1 0 0,3 2 13 0 0,1-1-1 0 0,-1 1 0 0 0,1 0 1 0 0,0 0-1 0 0,-1 0 0 0 0,1 0 0 0 0,-5 5 1 0 0,8-6-10 0 0,0-1 0 0 0,-1 1 0 0 0,1 0 0 0 0,0 0 0 0 0,0 1 0 0 0,0-1 0 0 0,0 0 0 0 0,0 0 0 0 0,0 1 0 0 0,0-1 0 0 0,0 0 0 0 0,0 1 0 0 0,1-1 0 0 0,-1 1 0 0 0,1-1 0 0 0,-1 1 0 0 0,1-1 0 0 0,-1 1-1 0 0,1-1 1 0 0,0 1 0 0 0,0-1 0 0 0,0 1 0 0 0,0 0 0 0 0,0-1 0 0 0,0 3 0 0 0,1-3-1 0 0,-1 0 1 0 0,1 0-1 0 0,-1 0 0 0 0,1 0 0 0 0,0 0 0 0 0,-1 0 0 0 0,1 0 0 0 0,0 0 0 0 0,0-1 0 0 0,0 1 0 0 0,0 0 0 0 0,0-1 0 0 0,0 1 0 0 0,0 0 0 0 0,0-1 0 0 0,0 1 0 0 0,0-1 0 0 0,0 1 0 0 0,0-1 0 0 0,0 0 0 0 0,1 0 0 0 0,-1 1 0 0 0,0-1 0 0 0,0 0 0 0 0,0 0 0 0 0,0 0 0 0 0,1 0 0 0 0,-1 0 0 0 0,0-1 0 0 0,0 1 0 0 0,0 0 0 0 0,0 0 0 0 0,0-1 1 0 0,0 1-1 0 0,2-1 0 0 0,3-1 12 0 0,-1 0 1 0 0,1 0-1 0 0,-1 0 1 0 0,1-1-1 0 0,6-4 0 0 0,-10 6-209 0 0,12-11 344 0 0,-11 7-2598 0 0,-3 4 2321 0 0,0 1-1 0 0,0 0 0 0 0,0-1 0 0 0,-1 1 0 0 0,1 0 0 0 0,0-1 0 0 0,0 1 1 0 0,0 0-1 0 0,0-1 0 0 0,0 1 0 0 0</inkml:trace>
</inkml:ink>
</file>

<file path=ppt/ink/ink3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7.1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30 147 5985 0 0,'-29'-16'9000'0'0,"33"16"-8407"0"0,57 0 3463 0 0,-42 1-3572 0 0,-1 0 0 0 0,22-3 0 0 0,123-15-612 0 0,72-11-159 0 0,126-8 660 0 0,-322 33-327 0 0,142-19 232 0 0,-119 13 49 0 0,0 1 0 0 0,92 3 0 0 0,-79 8-168 0 0,116 4 298 0 0,-180-6-975 0 0,3 1-1058 0 0,-12-3 702 0 0,-6-2 118 0 0,0 1 64 0 0,-13-8-3242 0 0</inkml:trace>
</inkml:ink>
</file>

<file path=ppt/ink/ink3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7.4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66 44 920 0 0,'-66'-22'19401'0'0,"86"17"-18275"0"0,-5 1-863 0 0,-1 0 1 0 0,1 1-1 0 0,0 1 0 0 0,16-1 0 0 0,-26 3-241 0 0,0 0 0 0 0,0 0 1 0 0,0 0-1 0 0,0 0 0 0 0,-1 1 0 0 0,1 0 1 0 0,0 0-1 0 0,0 0 0 0 0,0 1 0 0 0,-1-1 1 0 0,1 1-1 0 0,-1 1 0 0 0,1-1 0 0 0,-1 0 0 0 0,0 1 1 0 0,5 4-1 0 0,-8-7-17 0 0,-1 1 1 0 0,1-1-1 0 0,-1 1 1 0 0,1-1-1 0 0,-1 1 1 0 0,1-1-1 0 0,-1 1 0 0 0,0-1 1 0 0,1 1-1 0 0,-1-1 1 0 0,0 1-1 0 0,1 0 1 0 0,-1-1-1 0 0,0 1 0 0 0,0-1 1 0 0,0 1-1 0 0,0 0 1 0 0,0-1-1 0 0,1 1 1 0 0,-1 0-1 0 0,0-1 0 0 0,0 1 1 0 0,0 0-1 0 0,-1-1 1 0 0,1 1-1 0 0,0-1 1 0 0,0 1-1 0 0,0 0 0 0 0,0-1 1 0 0,-1 1-1 0 0,1 0 1 0 0,0-1-1 0 0,0 1 1 0 0,-1-1-1 0 0,1 1 0 0 0,-1-1 1 0 0,1 1-1 0 0,0-1 1 0 0,-1 1-1 0 0,1-1 1 0 0,-1 1-1 0 0,1-1 0 0 0,-1 0 1 0 0,1 1-1 0 0,-2-1 1 0 0,-27 13-585 0 0,18-10 164 0 0</inkml:trace>
</inkml:ink>
</file>

<file path=ppt/ink/ink3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09.9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210 78 3225 0 0,'-9'-9'1753'0'0,"3"3"-388"0"0,1 1 0 0 0,-1-1 0 0 0,0 1-1 0 0,-9-5 1 0 0,12 8-962 0 0,0 1 0 0 0,0-1 0 0 0,0 1 0 0 0,0 0 0 0 0,-1 0 0 0 0,1 0 0 0 0,0 1 0 0 0,-1-1 0 0 0,1 1 0 0 0,0 0 0 0 0,-1 0 0 0 0,1 0 0 0 0,-5 1 0 0 0,-8 3 1817 0 0,12 4-96 0 0,5-6-2081 0 0,0 0 0 0 0,1-1 1 0 0,-1 0-1 0 0,0 1 1 0 0,1-1-1 0 0,-1 0 0 0 0,1 0 1 0 0,-1 0-1 0 0,1 0 0 0 0,-1 0 1 0 0,1 0-1 0 0,0 0 0 0 0,0 0 1 0 0,-1-1-1 0 0,1 1 0 0 0,2 0 1 0 0,-1-1-44 0 0,-7-1 54 0 0,0-1-1 0 0,0 1 1 0 0,0-1 0 0 0,1 0 0 0 0,-1 0 0 0 0,1 0 0 0 0,-1 0-1 0 0,1-1 1 0 0,0 0 0 0 0,-5-5 0 0 0,-28-18 458 0 0,34 25-493 0 0,0 0 1 0 0,0 0-1 0 0,0 1 0 0 0,-1-1 0 0 0,1 1 0 0 0,0-1 1 0 0,0 1-1 0 0,-1 0 0 0 0,1 0 0 0 0,0 0 1 0 0,-4 1-1 0 0,-7 0 374 0 0,20 1-384 0 0,0 0 0 0 0,0 1 0 0 0,0 0 0 0 0,-1 0 0 0 0,13 9 0 0 0,-18-11 7 0 0,26 13-15 0 0,1 0 0 0 0,58 18 1 0 0,-60-23-34 0 0,-1 0 1 0 0,0 2-1 0 0,0 1 1 0 0,27 17-1 0 0,-47-26 23 0 0,0 1 0 0 0,0 0 1 0 0,0 0-1 0 0,0 0 0 0 0,-1 0 0 0 0,0 1 0 0 0,0 0 0 0 0,0 0 0 0 0,0 0 1 0 0,-1 0-1 0 0,0 0 0 0 0,0 1 0 0 0,3 8 0 0 0,-7-9 38 0 0,-1-1 1 0 0,0 0-1 0 0,0 0 0 0 0,0 0 1 0 0,0 0-1 0 0,-1 0 0 0 0,1 0 0 0 0,-1-1 1 0 0,-6 7-1 0 0,7-8 9 0 0,-13 16 48 0 0,-9 8-117 0 0,2 1 1 0 0,1 1-1 0 0,1 1 1 0 0,-29 56-1 0 0,39-50-3744 0 0</inkml:trace>
</inkml:ink>
</file>

<file path=ppt/ink/ink3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2.3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19 8754 0 0,'0'-1'261'0'0,"0"1"0"0"0,0-1 0 0 0,0 0 1 0 0,0 0-1 0 0,0 1 0 0 0,0-1 0 0 0,0 0 0 0 0,0 0 0 0 0,0 0 1 0 0,0 1-1 0 0,0-1 0 0 0,-1 0 0 0 0,1 0 0 0 0,0 1 1 0 0,-1-1-1 0 0,1 0 0 0 0,0 0 0 0 0,-1 1 0 0 0,1-1 0 0 0,-2-1 784 0 0,0 0-784 0 0,2 2-119 0 0,-1 0 0 0 0,0 0-1 0 0,0 1 1 0 0,1-1 0 0 0,-1 0 0 0 0,0 0-1 0 0,1 0 1 0 0,-1 1 0 0 0,0-1-1 0 0,0 0 1 0 0,1 1 0 0 0,-1-1 0 0 0,1 0-1 0 0,-1 1 1 0 0,0-1 0 0 0,1 1-1 0 0,-1-1 1 0 0,1 1 0 0 0,-2 1-1 0 0,-23 33 1218 0 0,2 21-1062 0 0,2 1 1 0 0,2 1-1 0 0,3 0 0 0 0,3 1 0 0 0,2 1 0 0 0,-4 68 1 0 0,14-108-263 0 0,1 0 0 0 0,0 1 1 0 0,1-1-1 0 0,1 0 1 0 0,2 0-1 0 0,-1 0 0 0 0,2 0 1 0 0,1 0-1 0 0,0-1 1 0 0,2 0-1 0 0,0-1 0 0 0,1 1 1 0 0,1-2-1 0 0,0 1 0 0 0,1-1 1 0 0,1-1-1 0 0,1 0 1 0 0,0-1-1 0 0,1 0 0 0 0,1-1 1 0 0,0 0-1 0 0,1-2 1 0 0,1 0-1 0 0,-1 0 0 0 0,27 12 1 0 0,111 50-3094 0 0,-102-50 85 0 0,-40-18 2963 0 0</inkml:trace>
</inkml:ink>
</file>

<file path=ppt/ink/ink3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3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159 7 1840 0 0,'0'-1'17294'0'0,"14"-5"-17456"0"0,-20 13 467 0 0,0 0 1 0 0,0 0-1 0 0,1 0 1 0 0,-1 1-1 0 0,-5 12 0 0 0,-34 61 1456 0 0,-10 32-1761 0 0,48-96 0 0 0,1 0 0 0 0,0 1 0 0 0,2-1 0 0 0,-5 34 0 0 0,8-49 2 0 0,1 1 0 0 0,0 0 0 0 0,0-1 0 0 0,0 1 0 0 0,1 0 0 0 0,-1 0-1 0 0,1-1 1 0 0,-1 1 0 0 0,1-1 0 0 0,0 1 0 0 0,0-1 0 0 0,0 1 0 0 0,0-1 0 0 0,0 1 0 0 0,1-1 0 0 0,-1 0 0 0 0,1 0 0 0 0,-1 1 0 0 0,1-1 0 0 0,0 0 0 0 0,0-1 0 0 0,0 1 0 0 0,0 0 0 0 0,0 0 0 0 0,1-1 0 0 0,-1 0 0 0 0,0 1 0 0 0,1-1-1 0 0,-1 0 1 0 0,1 0 0 0 0,-1 0 0 0 0,1 0 0 0 0,3 0 0 0 0,10 2 19 0 0,1 0 0 0 0,-1-1 0 0 0,1-1-1 0 0,23-1 1 0 0,-8 0-2 0 0,-16 0-47 0 0,-1 0 36 0 0,1 1 0 0 0,-1 0 0 0 0,0 1 0 0 0,0 1 0 0 0,17 5 0 0 0,-29-7-15 0 0,0 0 0 0 0,-1 0 0 0 0,1 0 1 0 0,0 0-1 0 0,0 1 0 0 0,-1 0 0 0 0,1-1 0 0 0,-1 1 1 0 0,0 0-1 0 0,1 0 0 0 0,-1 0 0 0 0,0 0 0 0 0,0 0 0 0 0,0 1 1 0 0,0-1-1 0 0,-1 1 0 0 0,1-1 0 0 0,-1 1 0 0 0,1 0 0 0 0,-1-1 1 0 0,0 1-1 0 0,0 0 0 0 0,0 0 0 0 0,-1 0 0 0 0,1 0 1 0 0,0 0-1 0 0,-1 0 0 0 0,0 0 0 0 0,0 0 0 0 0,0 0 0 0 0,0 0 1 0 0,-2 6-1 0 0,1-6 10 0 0,0 0 0 0 0,0 0 0 0 0,0 0 0 0 0,-1 0-1 0 0,1 0 1 0 0,-1-1 0 0 0,0 1 0 0 0,0-1 0 0 0,0 1 0 0 0,0-1 0 0 0,0 1 0 0 0,-1-1 0 0 0,1 0 0 0 0,-4 2 0 0 0,-43 29 170 0 0,37-26-123 0 0,-2 2-42 0 0,0 0 0 0 0,-1-1 0 0 0,0-1 0 0 0,-1 0 0 0 0,1-1 0 0 0,-1-1 0 0 0,0-1 1 0 0,-1 0-1 0 0,-32 4 0 0 0,30-10-3095 0 0</inkml:trace>
</inkml:ink>
</file>

<file path=ppt/ink/ink3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3.8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7370 0 0,'0'0'7608'0'0,"4"0"-6819"0"0,-1 0-755 0 0,12-1 573 0 0,-1 0-1 0 0,1 1 1 0 0,-1 0-1 0 0,1 1 1 0 0,19 5-1 0 0,-31-5-508 0 0,0-1 0 0 0,0 1 0 0 0,0 1 0 0 0,0-1 0 0 0,0 0 0 0 0,0 1 0 0 0,0-1 0 0 0,0 1-1 0 0,-1 0 1 0 0,1 0 0 0 0,-1 0 0 0 0,1 0 0 0 0,-1 1 0 0 0,0-1 0 0 0,0 1 0 0 0,0-1 0 0 0,0 1-1 0 0,0 0 1 0 0,-1-1 0 0 0,1 1 0 0 0,-1 0 0 0 0,0 0 0 0 0,1 0 0 0 0,-1 0 0 0 0,-1 0 0 0 0,1 1-1 0 0,0-1 1 0 0,-1 0 0 0 0,0 0 0 0 0,0 1 0 0 0,0 2 0 0 0,-1 5-104 0 0,0-1 1 0 0,-1 1-1 0 0,0-1 1 0 0,-1 0 0 0 0,0 1-1 0 0,-1-1 1 0 0,0-1-1 0 0,0 1 1 0 0,-7 9-1 0 0,-12 31-11 0 0,23-49 14 0 0,0-1 1 0 0,0 0 0 0 0,0 1-1 0 0,0-1 1 0 0,0 0 0 0 0,0 1-1 0 0,0-1 1 0 0,0 0 0 0 0,0 1-1 0 0,0-1 1 0 0,0 0 0 0 0,0 0-1 0 0,0 1 1 0 0,1-1 0 0 0,-1 0-1 0 0,0 1 1 0 0,0-1 0 0 0,0 0-1 0 0,0 0 1 0 0,0 1-1 0 0,1-1 1 0 0,-1 0 0 0 0,0 0-1 0 0,0 1 1 0 0,1-1 0 0 0,-1 0-1 0 0,0 0 1 0 0,0 0 0 0 0,1 0-1 0 0,-1 1 1 0 0,0-1 0 0 0,0 0-1 0 0,1 0 1 0 0,-1 0 0 0 0,0 0-1 0 0,1 0 1 0 0,-1 0 0 0 0,0 0-1 0 0,1 0 1 0 0,-1 0 0 0 0,0 0-1 0 0,1 0 1 0 0,-1 0 0 0 0,0 0-1 0 0,0 0 1 0 0,1 0-1 0 0,-1 0 1 0 0,0 0 0 0 0,1 0-1 0 0,-1 0 1 0 0,0 0 0 0 0,1 0-1 0 0,-1-1 1 0 0,0 1 0 0 0,0 0-1 0 0,1 0 1 0 0,-1 0 0 0 0,0-1-1 0 0,29-7-227 0 0,-19 4 167 0 0,-6 3 42 0 0,0 0 1 0 0,1 1-1 0 0,-1-1 1 0 0,0 1-1 0 0,1 0 1 0 0,-1 0 0 0 0,1 0-1 0 0,-1 0 1 0 0,0 1-1 0 0,1 0 1 0 0,-1 0-1 0 0,0 0 1 0 0,1 0-1 0 0,-1 1 1 0 0,0 0 0 0 0,4 2-1 0 0,-6-3 27 0 0,0 1 0 0 0,0 0 0 0 0,0-1 0 0 0,-1 1 0 0 0,1 0 0 0 0,-1 0 0 0 0,1 0 0 0 0,-1 0 1 0 0,0 0-1 0 0,0 0 0 0 0,0 0 0 0 0,0 1 0 0 0,0-1 0 0 0,0 0 0 0 0,0 1 0 0 0,-1-1 0 0 0,0 0 0 0 0,1 1 0 0 0,-1-1 0 0 0,0 1 0 0 0,0-1 0 0 0,0 0 0 0 0,0 1 0 0 0,-1-1 0 0 0,1 1 0 0 0,0-1 0 0 0,-1 0 1 0 0,0 1-1 0 0,0-1 0 0 0,-2 5 0 0 0,-1 3 54 0 0,-1 0 0 0 0,-1-1 0 0 0,0 1-1 0 0,0-1 1 0 0,-1 0 0 0 0,0 0 0 0 0,-1-1 0 0 0,0 0 0 0 0,0 0 0 0 0,-16 11 0 0 0,18-15-646 0 0,0 0 0 0 0,0-1 0 0 0,0 1 0 0 0,-1-1 0 0 0,1-1-1 0 0,-9 3 1 0 0</inkml:trace>
</inkml:ink>
</file>

<file path=ppt/ink/ink3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4.1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0 14283 0 0,'4'5'412'0'0,"1"0"0"0"0,-1 1-1 0 0,0-1 1 0 0,-1 1 0 0 0,1-1 0 0 0,-1 1 0 0 0,0 0-1 0 0,-1 0 1 0 0,1 1 0 0 0,-1-1 0 0 0,0 0-1 0 0,-1 1 1 0 0,0 0 0 0 0,0-1 0 0 0,0 1 0 0 0,-1-1-1 0 0,0 1 1 0 0,0 0 0 0 0,0-1 0 0 0,-1 1-1 0 0,-2 8 1 0 0,-1 3-112 0 0,0-1 0 0 0,-12 26-1 0 0,-17 32-3351 0 0,13-31-1552 0 0</inkml:trace>
</inkml:ink>
</file>

<file path=ppt/ink/ink3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5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105 0 920 0 0,'3'7'21583'0'0,"-8"6"-24710"0"0,-34 53 4393 0 0,22-39-829 0 0,-26 53 1 0 0,43-79-424 0 0,-1 1 1 0 0,1-1-1 0 0,-1 1 1 0 0,1-1-1 0 0,-1 1 1 0 0,1-1-1 0 0,0 1 1 0 0,0 0-1 0 0,0-1 1 0 0,0 1-1 0 0,0-1 1 0 0,0 1 0 0 0,0 0-1 0 0,1-1 1 0 0,-1 1-1 0 0,0-1 1 0 0,1 1-1 0 0,-1-1 1 0 0,1 1-1 0 0,0-1 1 0 0,-1 0-1 0 0,1 1 1 0 0,0-1-1 0 0,0 0 1 0 0,0 1 0 0 0,0-1-1 0 0,0 0 1 0 0,0 0-1 0 0,0 0 1 0 0,3 2-1 0 0,3 2 15 0 0,0-1-1 0 0,0 0 1 0 0,1 0 0 0 0,14 5-1 0 0,0 0-37 0 0,4 3-23 0 0,0 0-135 0 0,0 1 0 0 0,30 20 0 0 0,-50-29 141 0 0,0 1 1 0 0,0-1 0 0 0,-1 1 0 0 0,0 0-1 0 0,0 0 1 0 0,0 1 0 0 0,0 0-1 0 0,-1 0 1 0 0,0 0 0 0 0,0 0 0 0 0,0 0-1 0 0,-1 1 1 0 0,0 0 0 0 0,2 7 0 0 0,-4-9 60 0 0,-1 0 0 0 0,1-1 1 0 0,-1 1-1 0 0,0 0 0 0 0,-1 0 1 0 0,1 0-1 0 0,-1 0 1 0 0,0-1-1 0 0,0 1 0 0 0,-1 0 1 0 0,1-1-1 0 0,-1 1 1 0 0,0-1-1 0 0,0 0 0 0 0,0 1 1 0 0,-1-1-1 0 0,0 0 0 0 0,1 0 1 0 0,-2-1-1 0 0,1 1 1 0 0,0 0-1 0 0,-1-1 0 0 0,-5 5 1 0 0,0 0 60 0 0,-1-1 0 0 0,0 0 1 0 0,0-1-1 0 0,-1 1 0 0 0,1-2 1 0 0,-1 0-1 0 0,0 0 1 0 0,-17 4-1 0 0,20-7-127 0 0,0 0-1 0 0,0-1 1 0 0,-1 0 0 0 0,-9-1 0 0 0,-4-2-3198 0 0</inkml:trace>
</inkml:ink>
</file>

<file path=ppt/ink/ink3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5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66 8290 0 0,'24'-5'7014'0'0,"7"-2"-4626"0"0,23-11 441 0 0,17-6-2359 0 0,-24 12-5079 0 0</inkml:trace>
</inkml:ink>
</file>

<file path=ppt/ink/ink3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5.9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0 7834 0 0,'-20'17'721'0'0,"16"-14"116"0"0,1 1 1 0 0,0-1-1 0 0,0 1 0 0 0,0 0 0 0 0,1-1 0 0 0,-4 7 0 0 0,6-8-432 0 0,-1 0-1 0 0,0 0 0 0 0,0 0 0 0 0,1 0 1 0 0,-1 0-1 0 0,1 0 0 0 0,0 0 0 0 0,-1 0 1 0 0,1 0-1 0 0,0 0 0 0 0,0 0 1 0 0,1 0-1 0 0,-1 0 0 0 0,1 4 0 0 0,0-3-283 0 0,0-1-1 0 0,0 1 1 0 0,0-1-1 0 0,0 1 1 0 0,1-1-1 0 0,-1 0 0 0 0,1 0 1 0 0,3 4-1 0 0,33 33 241 0 0,-24-27-98 0 0,-1 1-1 0 0,0 1 1 0 0,-1 0 0 0 0,17 26 0 0 0,-26-35-225 0 0,-1 0 1 0 0,1 1 0 0 0,-1-1 0 0 0,0 1-1 0 0,-1-1 1 0 0,1 1 0 0 0,-1-1 0 0 0,0 1 0 0 0,-1 0-1 0 0,1 0 1 0 0,-1-1 0 0 0,0 1 0 0 0,0 0-1 0 0,-1 0 1 0 0,0-1 0 0 0,0 1 0 0 0,0 0 0 0 0,-1-1-1 0 0,-3 9 1 0 0,1-4-162 0 0,-1 0 0 0 0,0-1 0 0 0,-1 0 0 0 0,0 0 0 0 0,0 0 1 0 0,-1-1-1 0 0,0 0 0 0 0,0 0 0 0 0,-1 0 0 0 0,-16 11 0 0 0,16-15-621 0 0</inkml:trace>
</inkml:ink>
</file>

<file path=ppt/ink/ink3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6.1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0 14283 0 0,'1'1'248'0'0,"1"-1"1"0"0,-1 1-1 0 0,0-1 1 0 0,0 1-1 0 0,0-1 1 0 0,0 1-1 0 0,0 0 0 0 0,0 0 1 0 0,0 0-1 0 0,0-1 1 0 0,-1 1-1 0 0,1 0 1 0 0,0 0-1 0 0,0 0 1 0 0,-1 0-1 0 0,1 0 0 0 0,0 0 1 0 0,0 2-1 0 0,10 22 1568 0 0,-8-14-1468 0 0,0 0 0 0 0,-1 0 0 0 0,-1 0 0 0 0,1 0 0 0 0,-2 0 0 0 0,1 1 0 0 0,-2-1 0 0 0,0 0 0 0 0,0 0-1 0 0,-4 16 1 0 0,-14 44-1564 0 0,-4-6-6092 0 0</inkml:trace>
</inkml:ink>
</file>

<file path=ppt/ink/ink3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7.4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98 39 7290 0 0,'-1'-1'-1'0'0,"0"1"1"0"0,0-1-1 0 0,0 0 0 0 0,0 0 1 0 0,0 1-1 0 0,0-1 1 0 0,0 0-1 0 0,0 0 1 0 0,0 0-1 0 0,1 0 1 0 0,-1 0-1 0 0,0 0 1 0 0,1 0-1 0 0,-2-3 1 0 0,2 4 78 0 0,0-1 1 0 0,0 1 0 0 0,0-1-1 0 0,0 1 1 0 0,0-1 0 0 0,0 0 0 0 0,0 1-1 0 0,0-1 1 0 0,0 1 0 0 0,1-1-1 0 0,-1 1 1 0 0,0-1 0 0 0,0 1-1 0 0,0-1 1 0 0,1 1 0 0 0,-1 0-1 0 0,0-1 1 0 0,0 1 0 0 0,1-1-1 0 0,-1 1 1 0 0,0 0 0 0 0,1-1-1 0 0,-1 1 1 0 0,1-1 0 0 0,2 0 638 0 0,-1-1 0 0 0,1 1 0 0 0,-1 0-1 0 0,1 0 1 0 0,-1 0 0 0 0,1 0 0 0 0,0 0 0 0 0,-1 1 0 0 0,1-1 0 0 0,0 1 0 0 0,5 0 0 0 0,-8 0-617 0 0,0 0 1 0 0,1 0-1 0 0,-1 1 1 0 0,0-1-1 0 0,1 0 1 0 0,-1 0-1 0 0,0 1 1 0 0,1-1-1 0 0,-1 0 1 0 0,0 1-1 0 0,0-1 1 0 0,0 0-1 0 0,1 1 1 0 0,-1-1-1 0 0,0 1 0 0 0,0-1 1 0 0,0 0-1 0 0,0 1 1 0 0,0-1-1 0 0,1 1 1 0 0,-1-1-1 0 0,0 1 1 0 0,0-1-1 0 0,0 0 1 0 0,0 1-1 0 0,0-1 1 0 0,0 1-1 0 0,-1-1 1 0 0,1 0-1 0 0,0 1 1 0 0,0 0-1 0 0,-3 17 140 0 0,-4-2-1 0 0,0-1 1 0 0,-1 0-1 0 0,-1 0 0 0 0,-13 17 0 0 0,9-13-131 0 0,-19 37 1 0 0,26-43-105 0 0,0 1 0 0 0,1 0 0 0 0,-2 15 0 0 0,5-25-4 0 0,2 1 0 0 0,-1 0-1 0 0,0-1 1 0 0,1 1 0 0 0,0 0 0 0 0,0-1 0 0 0,0 1-1 0 0,1 0 1 0 0,-1-1 0 0 0,1 1 0 0 0,0 0-1 0 0,0-1 1 0 0,4 8 0 0 0,-4-10-10 0 0,1 0 0 0 0,0 0 0 0 0,0 0 0 0 0,0 0 0 0 0,0 0 0 0 0,0 0 0 0 0,0 0 0 0 0,1-1-1 0 0,-1 1 1 0 0,1-1 0 0 0,-1 0 0 0 0,1 0 0 0 0,-1 0 0 0 0,1 0 0 0 0,3 1 0 0 0,48 9-252 0 0,-28-7 193 0 0,-12-1 61 0 0,1 1 0 0 0,-1 0 1 0 0,0 1-1 0 0,0 1 0 0 0,-1 0 1 0 0,0 1-1 0 0,20 13 1 0 0,-30-18 7 0 0,0 0 0 0 0,0 0 0 0 0,0 1 0 0 0,-1-1 0 0 0,1 1 0 0 0,-1-1 0 0 0,0 1 0 0 0,0 0 0 0 0,0 0 0 0 0,0 0 0 0 0,0 0 0 0 0,0 0 0 0 0,-1 1 0 0 0,0-1 0 0 0,0 0 0 0 0,0 1 0 0 0,0-1 0 0 0,0 1 0 0 0,-1-1 0 0 0,1 1 0 0 0,-1-1 0 0 0,0 1 0 0 0,0 0 0 0 0,0-1 0 0 0,-1 1 0 0 0,1-1 0 0 0,-1 1 0 0 0,0-1 0 0 0,0 1 1 0 0,0-1-1 0 0,0 0 0 0 0,-1 1 0 0 0,1-1 0 0 0,-1 0 0 0 0,0 0 0 0 0,-4 5 0 0 0,-1 2 48 0 0,0-1 0 0 0,0 0 0 0 0,-1-1 0 0 0,-1 1 0 0 0,1-2 0 0 0,-1 1 1 0 0,-11 6-1 0 0,14-10-39 0 0,-1 1 0 0 0,0-2 0 0 0,-1 1 0 0 0,1-1 0 0 0,-1 1 0 0 0,1-2 0 0 0,-1 1 0 0 0,0-1 0 0 0,0-1 0 0 0,0 1 0 0 0,-8-1 0 0 0,6-3-811 0 0</inkml:trace>
</inkml:ink>
</file>

<file path=ppt/ink/ink3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7.7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29 6449 0 0,'-4'8'6384'0'0,"22"-10"-3569"0"0,39-13-1095 0 0,-44 11-484 0 0,-11 4-1109 0 0,56-13 1879 0 0,-54 12-1861 0 0,0 0-1 0 0,1 0 0 0 0,-1 1 1 0 0,0 0-1 0 0,1 0 0 0 0,-1 0 1 0 0,1 1-1 0 0,-1-1 0 0 0,0 1 0 0 0,8 3 1 0 0,-10-3-125 0 0,-1 0 1 0 0,1 0-1 0 0,-1 1 1 0 0,1-1-1 0 0,-1 1 0 0 0,0-1 1 0 0,1 1-1 0 0,-1 0 1 0 0,0-1-1 0 0,0 1 1 0 0,0 0-1 0 0,-1 0 1 0 0,1 0-1 0 0,0-1 1 0 0,-1 1-1 0 0,1 0 0 0 0,-1 0 1 0 0,0 0-1 0 0,1 0 1 0 0,-1 3-1 0 0,-1 47-15 0 0,0-40 12 0 0,-1 14-238 0 0,2 0 0 0 0,0 1 0 0 0,2-1 0 0 0,1 0 0 0 0,1 0 0 0 0,1-1 0 0 0,12 39 0 0 0,-15-57-1916 0 0</inkml:trace>
</inkml:ink>
</file>

<file path=ppt/ink/ink3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7.9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18 167 6449 0 0,'-1'0'145'0'0,"0"-1"0"0"0,-1 0 1 0 0,1 0-1 0 0,0 0 0 0 0,0 0 0 0 0,0 0 0 0 0,0 0 0 0 0,0 0 0 0 0,0 0 0 0 0,1 0 0 0 0,-1 0 0 0 0,0-1 0 0 0,0 1 0 0 0,1 0 0 0 0,-1 0 0 0 0,1-1 0 0 0,-1 1 0 0 0,1-1 0 0 0,0 1 0 0 0,-1 0 0 0 0,1-1 0 0 0,0 1 0 0 0,0-1 0 0 0,0 1 1 0 0,0 0-1 0 0,0-3 0 0 0,2 2 190 0 0,-1 0 0 0 0,0 1 0 0 0,1-1 0 0 0,-1 0 0 0 0,1 0 0 0 0,0 1 0 0 0,0-1 0 0 0,0 1 0 0 0,-1-1 0 0 0,1 1 0 0 0,0 0 0 0 0,1 0 0 0 0,-1 0 0 0 0,0 0 0 0 0,0 0 0 0 0,3-1 0 0 0,165-50 6212 0 0,-90 31-7269 0 0,-1-5-4887 0 0,-56 18-1370 0 0</inkml:trace>
</inkml:ink>
</file>

<file path=ppt/ink/ink3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8.3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18 8666 0 0,'-20'-18'13073'0'0,"25"19"-12969"0"0,1 0 0 0 0,-1 0 0 0 0,1 0 0 0 0,-1 1 0 0 0,1-1 0 0 0,-1 1 0 0 0,0 1 0 0 0,0-1 0 0 0,0 1 0 0 0,0 0 0 0 0,7 5 0 0 0,1 3 32 0 0,0 0 0 0 0,18 19 1 0 0,-16-12-69 0 0,-1 1 1 0 0,0 1-1 0 0,-1 0 1 0 0,-2 1 0 0 0,0 0-1 0 0,-1 0 1 0 0,-1 1-1 0 0,9 34 1 0 0,-8-18-25 0 0,-2 0 1 0 0,-1 1-1 0 0,-2 0 0 0 0,-1 53 1 0 0,-5-52 40 0 0,-1-1 0 0 0,-2 0 0 0 0,-2 0 0 0 0,-2 0 0 0 0,-19 57 1 0 0,17-69-355 0 0,-1 0 1 0 0,0-1-1 0 0,-2 0 0 0 0,-2-1 1 0 0,0-1-1 0 0,-1 0 1 0 0,-1-1-1 0 0,-27 27 1 0 0</inkml:trace>
</inkml:ink>
</file>

<file path=ppt/ink/ink3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19.5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 29 2304 0 0,'-5'-14'181'0'0,"-7"2"4238"0"0,11 12-4239 0 0,0 0 0 0 0,0 0-1 0 0,0 0 1 0 0,0 0 0 0 0,0 0 0 0 0,0 0 0 0 0,0 1-1 0 0,0-1 1 0 0,0 0 0 0 0,0 0 0 0 0,0 1 0 0 0,0-1-1 0 0,0 1 1 0 0,0-1 0 0 0,1 1 0 0 0,-1-1 0 0 0,0 1-1 0 0,0-1 1 0 0,0 1 0 0 0,1 0 0 0 0,-1 0 0 0 0,0-1-1 0 0,1 1 1 0 0,-1 0 0 0 0,1 0 0 0 0,-1 0 0 0 0,1-1-1 0 0,-1 1 1 0 0,1 0 0 0 0,0 0 0 0 0,-1 0 0 0 0,1 1-1 0 0,-2 2 36 0 0,1-1 0 0 0,0 0 0 0 0,0 1 0 0 0,0-1 0 0 0,0 0 0 0 0,0 1 0 0 0,1-1-1 0 0,0 1 1 0 0,0-1 0 0 0,0 1 0 0 0,0-1 0 0 0,0 1 0 0 0,1-1 0 0 0,-1 1 0 0 0,1-1 0 0 0,0 1-1 0 0,0-1 1 0 0,0 0 0 0 0,0 1 0 0 0,1-1 0 0 0,0 0 0 0 0,1 3 0 0 0,-1-4-165 0 0,-1 0 1 0 0,1 0-1 0 0,-1-1 1 0 0,1 1 0 0 0,0-1-1 0 0,-1 1 1 0 0,1-1-1 0 0,0 1 1 0 0,0-1-1 0 0,0 0 1 0 0,0 0 0 0 0,0 0-1 0 0,0 0 1 0 0,1 0-1 0 0,-1-1 1 0 0,0 1-1 0 0,0 0 1 0 0,1-1-1 0 0,-1 0 1 0 0,0 0 0 0 0,1 0-1 0 0,-1 0 1 0 0,0 0-1 0 0,1 0 1 0 0,-1 0-1 0 0,0-1 1 0 0,0 1-1 0 0,1-1 1 0 0,-1 1 0 0 0,0-1-1 0 0,0 0 1 0 0,0 0-1 0 0,4-3 1 0 0,-2 3-25 0 0,-1-1-1 0 0,0-1 1 0 0,0 1 0 0 0,0 0 0 0 0,0-1-1 0 0,-1 1 1 0 0,1-1 0 0 0,-1 0-1 0 0,1 0 1 0 0,-1 0 0 0 0,0 0 0 0 0,0-1-1 0 0,0 1 1 0 0,-1 0 0 0 0,3-7 0 0 0,-3 7-13 0 0,-1 1 1 0 0,1 0 0 0 0,-1-1 0 0 0,0 1-1 0 0,1-1 1 0 0,-1 1 0 0 0,0-1 0 0 0,-1 1-1 0 0,1 0 1 0 0,0-1 0 0 0,-1 1 0 0 0,1-1-1 0 0,-1 1 1 0 0,0 0 0 0 0,0-1 0 0 0,0 1-1 0 0,0 0 1 0 0,0 0 0 0 0,0 0 0 0 0,-1 0 0 0 0,1 0-1 0 0,-1 0 1 0 0,1 0 0 0 0,-1 0 0 0 0,-3-2-1 0 0,5 4-12 0 0,0-1-1 0 0,-1 1 1 0 0,0-1-1 0 0,1 1 1 0 0,-1 0-1 0 0,1-1 0 0 0,-1 1 1 0 0,1 0-1 0 0,-1 0 1 0 0,0-1-1 0 0,1 1 1 0 0,-1 0-1 0 0,0 0 1 0 0,1 0-1 0 0,-1 0 0 0 0,0 0 1 0 0,1 0-1 0 0,-1 0 1 0 0,0 0-1 0 0,1 0 1 0 0,-1 0-1 0 0,0 0 1 0 0,1 0-1 0 0,-1 0 0 0 0,0 1 1 0 0,1-1-1 0 0,-1 0 1 0 0,1 0-1 0 0,-1 1 1 0 0,0 0-1 0 0,-16 19 34 0 0,14-15-24 0 0,0 0 0 0 0,1 0 1 0 0,0 1-1 0 0,0-1 0 0 0,0 1 0 0 0,1-1 0 0 0,-1 7 1 0 0,2-11 3 0 0,0 0 1 0 0,1 0 0 0 0,-1 0-1 0 0,0 0 1 0 0,1 0 0 0 0,-1 0-1 0 0,0 0 1 0 0,1 0 0 0 0,-1-1-1 0 0,1 1 1 0 0,0 0-1 0 0,-1 0 1 0 0,1-1 0 0 0,0 1-1 0 0,-1 0 1 0 0,1 0 0 0 0,0-1-1 0 0,0 1 1 0 0,-1-1 0 0 0,1 1-1 0 0,0-1 1 0 0,0 1 0 0 0,0-1-1 0 0,0 0 1 0 0,0 1-1 0 0,0-1 1 0 0,0 0 0 0 0,0 0-1 0 0,2 1 1 0 0,-2-1-7 0 0,1 0-1 0 0,-1 1 0 0 0,1-1 1 0 0,0 0-1 0 0,-1 0 1 0 0,1 0-1 0 0,-1 0 1 0 0,1-1-1 0 0,0 1 1 0 0,-1 0-1 0 0,1-1 1 0 0,-1 1-1 0 0,1-1 1 0 0,-1 1-1 0 0,1-1 1 0 0,-1 0-1 0 0,1 1 1 0 0,1-3-1 0 0,-3 3-26 0 0,0 0-1 0 0,0 0 1 0 0,0 0 0 0 0,1 0-1 0 0,-1 0 1 0 0,0-1-1 0 0,0 1 1 0 0,0 0 0 0 0,0 0-1 0 0,0 0 1 0 0,0 0 0 0 0,0 0-1 0 0,0-1 1 0 0,0 1-1 0 0,0 0 1 0 0,0 0 0 0 0,0 0-1 0 0,0 0 1 0 0,0-1-1 0 0,0 1 1 0 0,0 0 0 0 0,0 0-1 0 0,0 0 1 0 0,0 0 0 0 0,0 0-1 0 0,0-1 1 0 0,0 1-1 0 0,0 0 1 0 0,0 0 0 0 0,0 0-1 0 0,0 0 1 0 0,0-1-1 0 0,-1 1 1 0 0,1 0 0 0 0,0 0-1 0 0,0 0 1 0 0,0 0 0 0 0,0 0-1 0 0,0 0 1 0 0,0 0-1 0 0,0-1 1 0 0,-1 1 0 0 0,1 0-1 0 0,0 0 1 0 0,0 0-1 0 0,0 0 1 0 0,0 0 0 0 0,0 0-1 0 0,-1 0 1 0 0,1 0 0 0 0,0 0-1 0 0,0 0 1 0 0,0 0-1 0 0,0 0 1 0 0,-1 0 0 0 0,1 0-1 0 0,0 0 1 0 0,0 0-1 0 0,0 0 1 0 0,-1 0 0 0 0,-15 1-3941 0 0,12 0 3427 0 0,-7 3 402 0 0</inkml:trace>
</inkml:ink>
</file>

<file path=ppt/ink/ink3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1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58 24 1808 0 0,'-5'-3'226'0'0,"1"0"773"0"0,1 0 0 0 0,-1 1 0 0 0,0 0-1 0 0,-33-9 14916 0 0,38 15-15764 0 0,2-1-46 0 0,-1 0 0 0 0,1 0 0 0 0,0 0 0 0 0,-1 0 0 0 0,1 0 0 0 0,1 0 0 0 0,-1-1 0 0 0,0 0 0 0 0,7 4 0 0 0,2 2 3 0 0,18 14-15 0 0,-24-16-59 0 0,1-1-1 0 0,0 0 1 0 0,0 0 0 0 0,0 0-1 0 0,1-1 1 0 0,-1 0 0 0 0,1 0 0 0 0,0-1-1 0 0,0 0 1 0 0,0-1 0 0 0,0 0-1 0 0,17 3 1 0 0</inkml:trace>
</inkml:ink>
</file>

<file path=ppt/ink/ink3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2.1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10 7370 0 0,'0'0'159'0'0,"0"-1"1"0"0,-1 1 0 0 0,1-1 0 0 0,0 1-1 0 0,0-1 1 0 0,0 1 0 0 0,-1 0-1 0 0,1-1 1 0 0,0 1 0 0 0,0-1 0 0 0,-1 1-1 0 0,0-1 321 0 0,1 0-321 0 0,0 1 1 0 0,-1 0 0 0 0,1-1-1 0 0,-1 1 1 0 0,1 0 0 0 0,-1 0 0 0 0,1-1-1 0 0,0 1 1 0 0,-1 0 0 0 0,1 0 0 0 0,-1 0-1 0 0,1 0 1 0 0,-1 0 0 0 0,1 0 0 0 0,-1 0-1 0 0,1-1 1 0 0,-1 1 0 0 0,1 1-1 0 0,-1-1 1 0 0,1 0 0 0 0,-1 0 0 0 0,1 0-1 0 0,-1 0 1 0 0,1 0 0 0 0,-1 0 0 0 0,1 0-1 0 0,-1 1 1 0 0,1-1 0 0 0,-1 0-1 0 0,1 1 1 0 0,-24 11 2703 0 0,18-3-2336 0 0,-1 1 1 0 0,1 0 0 0 0,0 0-1 0 0,1 1 1 0 0,-7 20-1 0 0,-14 61 352 0 0,17-54-506 0 0,-5 14-213 0 0,2 1 0 0 0,2 1 0 0 0,3 0 1 0 0,2 0-1 0 0,3 61 0 0 0,3-92-128 0 0,1 0 0 0 0,1 0 0 0 0,1 0 0 0 0,1 0 0 0 0,1-1 0 0 0,1 0 0 0 0,1 0 0 0 0,1-1 0 0 0,0 0-1 0 0,2 0 1 0 0,1-1 0 0 0,0-1 0 0 0,1 0 0 0 0,25 28 0 0 0,-20-29 5 0 0,0-1-1 0 0,1-1 1 0 0,0 0 0 0 0,2-1-1 0 0,-1-1 1 0 0,41 19 0 0 0,-49-27-86 0 0,1-1-1 0 0,0-1 1 0 0,0 0 0 0 0,1 0 0 0 0,-1-1 0 0 0,1-1-1 0 0,0 0 1 0 0,-1-1 0 0 0,1-1 0 0 0,0 0 0 0 0,0-1-1 0 0,-1 0 1 0 0,25-6 0 0 0,-32 5-106 0 0,1 1-430 0 0,0-1 0 0 0,0-1 0 0 0,0 1-1 0 0,0-1 1 0 0,7-4 0 0 0</inkml:trace>
</inkml:ink>
</file>

<file path=ppt/ink/ink3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218 0 7834 0 0,'0'0'932'0'0,"-23"13"4530"0"0,-5 6-3388 0 0,-49 46 0 0 0,65-55-1949 0 0,1 2 1 0 0,1-1-1 0 0,0 2 0 0 0,1-1 0 0 0,0 1 0 0 0,-11 22 0 0 0,19-33-107 0 0,0 0-1 0 0,0-1 1 0 0,0 1 0 0 0,0 0-1 0 0,0 0 1 0 0,1 0 0 0 0,-1 0-1 0 0,1 0 1 0 0,-1 0-1 0 0,1 0 1 0 0,0 0 0 0 0,-1 0-1 0 0,1 0 1 0 0,0 0 0 0 0,1 0-1 0 0,-1 0 1 0 0,0 0 0 0 0,0 0-1 0 0,1 0 1 0 0,-1 0-1 0 0,1 0 1 0 0,0 0 0 0 0,0-1-1 0 0,-1 1 1 0 0,1 0 0 0 0,0 0-1 0 0,0 0 1 0 0,1-1-1 0 0,-1 1 1 0 0,0-1 0 0 0,1 1-1 0 0,-1-1 1 0 0,1 1 0 0 0,-1-1-1 0 0,1 0 1 0 0,-1 0 0 0 0,1 0-1 0 0,0 0 1 0 0,0 0-1 0 0,-1 0 1 0 0,1 0 0 0 0,0-1-1 0 0,3 2 1 0 0,9 1-25 0 0,1 0 1 0 0,0 0-1 0 0,0-2 0 0 0,29 1 1 0 0,-14-1-129 0 0,-10 1 49 0 0,1 1 0 0 0,0 0 0 0 0,28 10-1 0 0,-40-10 87 0 0,-1 0 0 0 0,0 0-1 0 0,0 1 1 0 0,0 0 0 0 0,0 0 0 0 0,-1 1-1 0 0,0 0 1 0 0,0 1 0 0 0,0-1-1 0 0,10 12 1 0 0,-15-15 30 0 0,0 0-1 0 0,-1 0 1 0 0,0 0-1 0 0,1 0 1 0 0,-1 0-1 0 0,0 0 1 0 0,0 1-1 0 0,0-1 1 0 0,0 0-1 0 0,0 1 1 0 0,-1-1-1 0 0,1 0 1 0 0,-1 1-1 0 0,0-1 1 0 0,1 1-1 0 0,-1-1 1 0 0,0 1-1 0 0,0-1 1 0 0,-1 1-1 0 0,0 4 1 0 0,0-3 55 0 0,-1 0 0 0 0,0-1 0 0 0,0 1 0 0 0,0 0 0 0 0,0-1 0 0 0,-1 1 0 0 0,1-1 0 0 0,-1 0 0 0 0,0 1 0 0 0,0-1 0 0 0,-4 3 0 0 0,-5 3 179 0 0,-1 0 0 0 0,0-1 0 0 0,-1 0 0 0 0,1-1 0 0 0,-23 8 0 0 0,-2-8 25 0 0,32-7-827 0 0,1 1-1 0 0,-1 0 1 0 0,1 0 0 0 0,0 0-1 0 0,-10 4 1 0 0</inkml:trace>
</inkml:ink>
</file>

<file path=ppt/ink/ink3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4.0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242 27 11522 0 0,'0'-1'108'0'0,"-1"1"-1"0"0,1-1 0 0 0,0 1 1 0 0,-1-1-1 0 0,1 0 0 0 0,0 1 1 0 0,-1-1-1 0 0,1 0 0 0 0,0 1 1 0 0,0-1-1 0 0,-1 0 0 0 0,1 1 1 0 0,0-1-1 0 0,0 0 0 0 0,0 0 1 0 0,0 1-1 0 0,0-1 0 0 0,0 0 0 0 0,0 1 1 0 0,0-1-1 0 0,1 0 0 0 0,-1 1 1 0 0,0-1-1 0 0,0 0 0 0 0,0 1 1 0 0,1-1-1 0 0,-1 0 0 0 0,0 1 1 0 0,1-1-1 0 0,-1 0 0 0 0,1 1 1 0 0,-1-1-1 0 0,0 1 0 0 0,1-1 1 0 0,0 0-1 0 0,0 1-29 0 0,-1 0 1 0 0,0-1-1 0 0,1 1 1 0 0,-1 0-1 0 0,0 0 1 0 0,1-1-1 0 0,-1 1 1 0 0,1 0-1 0 0,-1 0 1 0 0,1 0-1 0 0,-1 0 1 0 0,0-1-1 0 0,1 1 1 0 0,-1 0-1 0 0,1 0 1 0 0,-1 0-1 0 0,1 0 0 0 0,-1 0 1 0 0,1 0-1 0 0,-1 0 1 0 0,1 1-1 0 0,-1-1 1 0 0,0 0-1 0 0,1 0 1 0 0,-1 0-1 0 0,1 0 1 0 0,-1 0-1 0 0,1 1 1 0 0,-1-1-1 0 0,0 0 1 0 0,1 0-1 0 0,-1 1 1 0 0,0-1-1 0 0,1 0 1 0 0,-1 1-1 0 0,0-1 1 0 0,1 0-1 0 0,-1 1 1 0 0,0-1-1 0 0,0 0 0 0 0,1 1 1 0 0,-1-1-1 0 0,0 1 1 0 0,0-1-1 0 0,0 1 1 0 0,0-1-1 0 0,1 0 1 0 0,-1 1-1 0 0,0-1 1 0 0,0 1-1 0 0,0-1 1 0 0,0 1-1 0 0,0-1 1 0 0,0 1-1 0 0,0-1 1 0 0,0 0-1 0 0,-1 2 1 0 0,2 9 80 0 0,0 0 1 0 0,-1 0-1 0 0,0 0 1 0 0,-1 0 0 0 0,0 0-1 0 0,-1 0 1 0 0,-1 0-1 0 0,1-1 1 0 0,-2 1 0 0 0,1-1-1 0 0,-2 1 1 0 0,1-1-1 0 0,-10 15 1 0 0,8-16-144 0 0,1 0 1 0 0,-1-1-1 0 0,-1 1 1 0 0,1-1-1 0 0,-1-1 0 0 0,-1 1 1 0 0,0-1-1 0 0,0 0 1 0 0,0-1-1 0 0,-1 0 1 0 0,1-1-1 0 0,-1 1 0 0 0,-1-2 1 0 0,-14 7-1 0 0,21-10-15 0 0,1 0-1 0 0,-1 0 0 0 0,0 0 1 0 0,1-1-1 0 0,-1 1 1 0 0,0-1-1 0 0,1 1 0 0 0,-1-1 1 0 0,0 0-1 0 0,1 0 1 0 0,-1 0-1 0 0,0-1 0 0 0,0 1 1 0 0,1 0-1 0 0,-1-1 1 0 0,0 0-1 0 0,1 0 1 0 0,-1 0-1 0 0,1 0 0 0 0,-1 0 1 0 0,1 0-1 0 0,0-1 1 0 0,-1 1-1 0 0,1-1 0 0 0,0 1 1 0 0,0-1-1 0 0,0 0 1 0 0,0 0-1 0 0,0 0 0 0 0,0 0 1 0 0,1 0-1 0 0,-1-1 1 0 0,1 1-1 0 0,-1 0 1 0 0,1-1-1 0 0,-1-2 0 0 0,0-2-6 0 0,0 0 0 0 0,1 0 0 0 0,-1 0 0 0 0,1 1 0 0 0,1-1 0 0 0,0 0 0 0 0,0 0 0 0 0,0 0 0 0 0,1 0 0 0 0,0 0 0 0 0,0 0 0 0 0,0 0 0 0 0,4-8 0 0 0,-3 8 13 0 0,0 1 0 0 0,1 0 0 0 0,0 0 0 0 0,0 0 0 0 0,1 1 1 0 0,-1-1-1 0 0,1 1 0 0 0,0 0 0 0 0,0 0 0 0 0,1 0 0 0 0,0 0 0 0 0,0 1 1 0 0,0 0-1 0 0,0 0 0 0 0,1 0 0 0 0,-1 1 0 0 0,1-1 0 0 0,0 1 0 0 0,0 1 0 0 0,0-1 1 0 0,0 1-1 0 0,14-3 0 0 0,-8 4 26 0 0,0-1 1 0 0,1 2-1 0 0,-1 0 0 0 0,1 0 1 0 0,-1 1-1 0 0,1 0 0 0 0,-1 2 1 0 0,0-1-1 0 0,0 1 0 0 0,0 1 1 0 0,16 6-1 0 0,-13-3 0 0 0,0 0 0 0 0,0 1 1 0 0,0 1-1 0 0,-1 0 0 0 0,0 1 0 0 0,-1 0 1 0 0,0 1-1 0 0,-1 1 0 0 0,0 0 0 0 0,0 1 1 0 0,16 25-1 0 0,-22-29-15 0 0,-1 0 0 0 0,0 0 0 0 0,-1 0 1 0 0,0 1-1 0 0,0 0 0 0 0,-1 0 0 0 0,-1 0 0 0 0,1 0 0 0 0,-2 0 0 0 0,1 1 1 0 0,-2-1-1 0 0,1 1 0 0 0,-1-1 0 0 0,-1 0 0 0 0,0 1 0 0 0,0-1 0 0 0,-1 0 1 0 0,0 1-1 0 0,-1-1 0 0 0,-5 13 0 0 0,1-9-94 0 0,0 0 1 0 0,-1-1-1 0 0,0 0 0 0 0,-1 0 0 0 0,0-1 1 0 0,-1 0-1 0 0,0 0 0 0 0,-1-1 0 0 0,-15 11 1 0 0,15-16-2067 0 0</inkml:trace>
</inkml:ink>
</file>

<file path=ppt/ink/ink3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4.6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14 10594 0 0,'-47'-14'10620'0'0,"72"15"-9174"0"0,-14 1-1369 0 0,-1 1 0 0 0,1 1 0 0 0,-1 0 0 0 0,0 0 0 0 0,0 1 0 0 0,0 0 0 0 0,-1 0 0 0 0,1 2 1 0 0,-1-1-1 0 0,-1 1 0 0 0,1 0 0 0 0,9 11 0 0 0,3 5 91 0 0,-1 0 0 0 0,-2 2-1 0 0,20 30 1 0 0,-30-40-201 0 0,0 0-1 0 0,0 0 0 0 0,-2 1 1 0 0,0-1-1 0 0,0 2 1 0 0,-2-1-1 0 0,0 0 0 0 0,0 1 1 0 0,-2 0-1 0 0,0 0 1 0 0,-1 0-1 0 0,-1 0 0 0 0,0 0 1 0 0,-2 0-1 0 0,0 0 0 0 0,0-1 1 0 0,-2 1-1 0 0,0-1 1 0 0,-1 1-1 0 0,0-1 0 0 0,-2 0 1 0 0,1-1-1 0 0,-2 0 1 0 0,0 0-1 0 0,-1 0 0 0 0,-1-1 1 0 0,0-1-1 0 0,-1 0 1 0 0,-12 13-1 0 0,-31 22-814 0 0,38-36 160 0 0</inkml:trace>
</inkml:ink>
</file>

<file path=ppt/ink/ink3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4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14283 0 0,'6'16'1272'0'0,"-1"-6"-1016"0"0,-1-1-256 0 0,-3-3 0 0 0,0-1 1569 0 0,-1-2-721 0 0,0 0 8 0 0,0 2-856 0 0,-1 1-224 0 0,0-1-24 0 0,-1-4 0 0 0,4-2 248 0 0</inkml:trace>
</inkml:ink>
</file>

<file path=ppt/ink/ink3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6.0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59 12 14283 0 0,'-10'-3'1090'0'0,"-25"-6"-791"0"0,21 9 3328 0 0,39 24-1072 0 0,-8-6-2331 0 0,-1 1-1 0 0,0 1 1 0 0,-2 1-1 0 0,0 0 1 0 0,13 27-1 0 0,44 118 29 0 0,4 6-165 0 0,-73-168-454 0 0,16 27 341 0 0,-18-30-236 0 0,1 0 1 0 0,-1 0-1 0 0,1 0 1 0 0,-1 0-1 0 0,1-1 1 0 0,0 1 0 0 0,-1 0-1 0 0,1-1 1 0 0,0 1-1 0 0,0 0 1 0 0,0-1-1 0 0,-1 1 1 0 0,1-1-1 0 0,0 0 1 0 0,0 1-1 0 0,1 0 1 0 0</inkml:trace>
</inkml:ink>
</file>

<file path=ppt/ink/ink3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6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21 133 5873 0 0,'-2'-8'724'0'0,"0"0"0"0"0,0 1 0 0 0,1-1 0 0 0,0 0-1 0 0,1 0 1 0 0,-1 1 0 0 0,2-10 0 0 0,0 14-415 0 0,0 0 0 0 0,-1 0 1 0 0,2 0-1 0 0,-1 0 0 0 0,0 0 0 0 0,0 1 0 0 0,1-1 1 0 0,0 0-1 0 0,-1 1 0 0 0,1-1 0 0 0,0 1 0 0 0,0 0 1 0 0,1 0-1 0 0,-1 0 0 0 0,0 0 0 0 0,1 0 0 0 0,-1 0 1 0 0,1 0-1 0 0,-1 1 0 0 0,7-3 0 0 0,-8 3-204 0 0,1 0 0 0 0,0 0 0 0 0,0 0 0 0 0,0 0 0 0 0,0 0 0 0 0,-1 0 0 0 0,1 0 0 0 0,0 1 0 0 0,0-1 0 0 0,0 1 0 0 0,1 0 0 0 0,-1 0 0 0 0,0 0 0 0 0,0 0 0 0 0,0 0 0 0 0,0 0 0 0 0,0 0 0 0 0,0 0 0 0 0,0 1 0 0 0,0-1 0 0 0,0 1 0 0 0,0 0 0 0 0,0-1 0 0 0,0 1 0 0 0,-1 0 0 0 0,1 0 0 0 0,3 3 0 0 0,-3-2-86 0 0,-1 0 0 0 0,1 0 0 0 0,-1 1 1 0 0,0-1-1 0 0,0 1 0 0 0,0 0 0 0 0,0-1 1 0 0,-1 1-1 0 0,1 0 0 0 0,-1-1 0 0 0,1 1 1 0 0,-1 0-1 0 0,0-1 0 0 0,0 1 0 0 0,0 0 0 0 0,0 0 1 0 0,-1-1-1 0 0,1 1 0 0 0,-1 0 0 0 0,-1 4 1 0 0,-53 147-810 0 0,38-113 1027 0 0,2 0-1 0 0,-18 76 1 0 0,33-115-196 0 0,-1 0 0 0 0,1 0 0 0 0,0-1 0 0 0,-1 1 0 0 0,1 0 0 0 0,0-1 0 0 0,0 1 0 0 0,0 0 0 0 0,0 0 0 0 0,1-1 0 0 0,-1 1 0 0 0,0 0 0 0 0,1 0 0 0 0,-1-1 0 0 0,1 1 0 0 0,0-1 0 0 0,-1 1 0 0 0,1 0 0 0 0,0-1 0 0 0,0 1 1 0 0,0-1-1 0 0,0 0 0 0 0,2 2 0 0 0,-1-1-8 0 0,0-1 0 0 0,0 0 0 0 0,0 0 1 0 0,0-1-1 0 0,0 1 0 0 0,0 0 0 0 0,0-1 0 0 0,1 1 1 0 0,-1-1-1 0 0,0 0 0 0 0,0 1 0 0 0,1-1 0 0 0,-1 0 1 0 0,0-1-1 0 0,4 1 0 0 0,8-3 89 0 0,0 0 0 0 0,0-1 0 0 0,0-1 1 0 0,16-7-1 0 0,54-27 243 0 0,-57 25-478 0 0,0 0 0 0 0,1 3 1 0 0,1 0-1 0 0,42-10 0 0 0,-60 20-1651 0 0</inkml:trace>
</inkml:ink>
</file>

<file path=ppt/ink/ink3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7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 49 8290 0 0,'-5'-2'400'0'0,"1"0"0"0"0,-1 0 1 0 0,1 0-1 0 0,-1-1 0 0 0,-7-5 0 0 0,9 6 531 0 0,0-1 0 0 0,0 0 1 0 0,1 0-1 0 0,-1 0 0 0 0,1 0 0 0 0,-1 0 0 0 0,-3-7 0 0 0,32 40 3286 0 0,-5-8-4003 0 0,100 146 714 0 0,54 72-1749 0 0,-173-235 450 0 0</inkml:trace>
</inkml:ink>
</file>

<file path=ppt/ink/ink3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7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39 271 3209 0 0,'-9'-14'113'0'0,"4"7"-88"0"0,1 0 0 0 0,0 0 0 0 0,1 0 0 0 0,-1 0 0 0 0,1 0 0 0 0,-2-10 0 0 0,4 11 230 0 0,1 0 0 0 0,-1 0 0 0 0,1 0 0 0 0,1 0 0 0 0,-1 0 0 0 0,3-10 0 0 0,-1 8 596 0 0,1-1 0 0 0,0 1 0 0 0,0 0 1 0 0,0 0-1 0 0,1 0 0 0 0,1 1 0 0 0,7-12 0 0 0,-8 13-367 0 0,1 1-1 0 0,-1-1 1 0 0,1 1-1 0 0,0 0 1 0 0,0 0-1 0 0,1 1 1 0 0,0-1-1 0 0,0 1 1 0 0,0 0-1 0 0,0 1 0 0 0,0 0 1 0 0,1 0-1 0 0,-1 0 1 0 0,1 1-1 0 0,0-1 1 0 0,0 2-1 0 0,7-2 1 0 0,-13 3-462 0 0,-1 0 0 0 0,1 0 0 0 0,0 0 0 0 0,0 0 1 0 0,0 0-1 0 0,-1 0 0 0 0,1 0 0 0 0,0 0 0 0 0,0 0 0 0 0,0 0 0 0 0,-1 1 1 0 0,1-1-1 0 0,0 0 0 0 0,0 0 0 0 0,-1 1 0 0 0,1-1 0 0 0,0 1 1 0 0,-1-1-1 0 0,1 1 0 0 0,0-1 0 0 0,-1 1 0 0 0,1-1 0 0 0,-1 1 0 0 0,1-1 1 0 0,-1 1-1 0 0,1 0 0 0 0,0 1 0 0 0,0 0-16 0 0,-1 0 0 0 0,1 0 0 0 0,0 0 1 0 0,-1 0-1 0 0,0 0 0 0 0,0 1 0 0 0,0-1 0 0 0,0 0 0 0 0,0 0 0 0 0,0 4 0 0 0,-3 8-172 0 0,0 0 0 0 0,-9 23 0 0 0,8-26 91 0 0,-8 25-213 0 0,-9 26 0 0 0,20-57 334 0 0,0 0 1 0 0,0 0-1 0 0,0 0 1 0 0,1 1-1 0 0,0-1 1 0 0,0 0-1 0 0,0 0 1 0 0,1 0-1 0 0,1 9 0 0 0,-1-12 10 0 0,0-1-1 0 0,0 0 0 0 0,-1 0 0 0 0,1 1 0 0 0,1-1 1 0 0,-1 0-1 0 0,0 0 0 0 0,0 0 0 0 0,0 0 1 0 0,0 0-1 0 0,1 0 0 0 0,-1 0 0 0 0,0-1 0 0 0,1 1 1 0 0,-1 0-1 0 0,1-1 0 0 0,-1 1 0 0 0,1-1 0 0 0,-1 1 1 0 0,1-1-1 0 0,-1 0 0 0 0,1 0 0 0 0,-1 0 0 0 0,1 0 1 0 0,-1 0-1 0 0,1 0 0 0 0,0 0 0 0 0,-1 0 0 0 0,1 0 1 0 0,-1-1-1 0 0,3 0 0 0 0,48-14 508 0 0,-18-1-65 0 0,57-36-1 0 0,-65 35-558 0 0,0 2 0 0 0,1 0 0 0 0,49-17 0 0 0,-72 31-149 0 0,0 0-1 0 0,-1 0 1 0 0,1 0-1 0 0,0 1 1 0 0,0 0-1 0 0,0-1 1 0 0,0 1 0 0 0,0 1-1 0 0,7 0 1 0 0,-1 3-951 0 0</inkml:trace>
</inkml:ink>
</file>

<file path=ppt/ink/ink3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8.0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 6913 0 0,'-8'1'10534'0'0,"16"19"-7877"0"0,20 26-1468 0 0,23 36-618 0 0,-3 3 0 0 0,46 116 0 0 0,-72-157-461 0 0,-4-8-1747 0 0,-8-12-4609 0 0</inkml:trace>
</inkml:ink>
</file>

<file path=ppt/ink/ink3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8.4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12 276 6913 0 0,'-3'-8'213'0'0,"1"0"-1"0"0,0-1 0 0 0,0 0 0 0 0,1 1 0 0 0,0-1 0 0 0,0 0 0 0 0,1 0 0 0 0,1 0 0 0 0,-1 1 0 0 0,1-1 0 0 0,1 0 0 0 0,0 0 0 0 0,3-9 0 0 0,0 5 394 0 0,0 2-1 0 0,1-1 1 0 0,0 0-1 0 0,0 1 1 0 0,2 0-1 0 0,12-14 0 0 0,-17 20-321 0 0,1 1-1 0 0,0 0 1 0 0,0 0-1 0 0,1 1 1 0 0,-1-1-1 0 0,1 1 1 0 0,0 0-1 0 0,0 0 1 0 0,0 0-1 0 0,0 1 1 0 0,0 0-1 0 0,0 0 0 0 0,1 0 1 0 0,-1 0-1 0 0,1 1 1 0 0,0 0-1 0 0,7 0 1 0 0,-11 1-210 0 0,0 0 0 0 0,0 0 0 0 0,0 0 0 0 0,1 1 0 0 0,-1-1 0 0 0,0 1 0 0 0,0-1 0 0 0,0 1 0 0 0,0 0 0 0 0,0 0 0 0 0,0 0 0 0 0,0 0-1 0 0,0 0 1 0 0,0 0 0 0 0,-1 1 0 0 0,1-1 0 0 0,0 1 0 0 0,-1-1 0 0 0,1 1 0 0 0,-1-1 0 0 0,0 1 0 0 0,1 0 0 0 0,-1 0 0 0 0,0 0 0 0 0,0 0 0 0 0,0 0 0 0 0,0 0 0 0 0,-1 0 0 0 0,1 0 0 0 0,0 0 0 0 0,-1 0 0 0 0,1 0 0 0 0,-1 0 0 0 0,0 1 0 0 0,0-1 0 0 0,0 2 0 0 0,0 11-41 0 0,0-1-1 0 0,-1 1 1 0 0,0-1-1 0 0,-5 19 1 0 0,4-22-155 0 0,-12 48-523 0 0,9-44 668 0 0,1 0 0 0 0,0 1 1 0 0,2 0-1 0 0,-2 18 1 0 0,4-33 3 0 0,0 0 1 0 0,1-1 0 0 0,-1 1-1 0 0,0-1 1 0 0,0 1 0 0 0,0-1-1 0 0,1 1 1 0 0,-1-1 0 0 0,0 1-1 0 0,0-1 1 0 0,1 1 0 0 0,-1-1 0 0 0,0 1-1 0 0,1-1 1 0 0,-1 1 0 0 0,1-1-1 0 0,-1 0 1 0 0,0 1 0 0 0,1-1-1 0 0,-1 0 1 0 0,1 1 0 0 0,-1-1-1 0 0,1 0 1 0 0,-1 1 0 0 0,1-1 0 0 0,-1 0-1 0 0,1 0 1 0 0,0 0 0 0 0,-1 0-1 0 0,1 0 1 0 0,-1 1 0 0 0,1-1-1 0 0,-1 0 1 0 0,1 0 0 0 0,0 0-1 0 0,-1 0 1 0 0,1-1 0 0 0,-1 1 0 0 0,1 0-1 0 0,-1 0 1 0 0,1 0 0 0 0,-1 0-1 0 0,1-1 1 0 0,0 1 0 0 0,-1 0-1 0 0,1 0 1 0 0,-1-1 0 0 0,0 1-1 0 0,1-1 1 0 0,34-15 225 0 0,-30 13-70 0 0,63-36 273 0 0,40-20 74 0 0,-95 54-841 0 0,0-1 1 0 0,0 2 0 0 0,0 0-1 0 0,1 0 1 0 0,-1 1-1 0 0,22-1 1 0 0,-22 4-5094 0 0</inkml:trace>
</inkml:ink>
</file>

<file path=ppt/ink/ink3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8.9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1 1376 0 0,'-34'5'13760'0'0,"39"12"-10811"0"0,53 52 219 0 0,-34-43-2859 0 0,-2 0-1 0 0,0 2 0 0 0,-2 1 0 0 0,27 52 0 0 0,-29-36-505 0 0,-2 1 1 0 0,-2 0-1 0 0,14 91 0 0 0,-20-89-1160 0 0,-5-35 103 0 0</inkml:trace>
</inkml:ink>
</file>

<file path=ppt/ink/ink3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29.3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37 196 3225 0 0,'-4'-4'318'0'0,"1"1"1"0"0,0-1 0 0 0,0 0 0 0 0,0 0 0 0 0,0 0 0 0 0,0-1-1 0 0,1 1 1 0 0,0-1 0 0 0,0 1 0 0 0,0-1 0 0 0,1 0-1 0 0,-1 0 1 0 0,1 0 0 0 0,0 0 0 0 0,1 0 0 0 0,-1 0-1 0 0,1 0 1 0 0,0 0 0 0 0,0 0 0 0 0,1 0 0 0 0,-1 0-1 0 0,1 0 1 0 0,0 0 0 0 0,0 1 0 0 0,1-1 0 0 0,0 0-1 0 0,-1 0 1 0 0,2 1 0 0 0,-1-1 0 0 0,0 1 0 0 0,1 0-1 0 0,0 0 1 0 0,0 0 0 0 0,0 0 0 0 0,0 0 0 0 0,1 0-1 0 0,5-3 1 0 0,-6 4-126 0 0,0 1 0 0 0,1-1 0 0 0,-1 1 0 0 0,1 0 0 0 0,-1 1 0 0 0,1-1 0 0 0,0 1 0 0 0,-1-1 0 0 0,1 1-1 0 0,0 0 1 0 0,0 0 0 0 0,0 1 0 0 0,0-1 0 0 0,0 1 0 0 0,0 0 0 0 0,5 1 0 0 0,-6-1-146 0 0,0 1 0 0 0,-1 0 0 0 0,1 0 0 0 0,-1 0 0 0 0,1 0 0 0 0,0 1 0 0 0,-1-1 0 0 0,0 1 0 0 0,1-1 0 0 0,-1 1 0 0 0,0 0 0 0 0,0 0 0 0 0,0 0 0 0 0,0 0 0 0 0,0 0 1 0 0,-1 0-1 0 0,1 1 0 0 0,-1-1 0 0 0,1 1 0 0 0,-1-1 0 0 0,0 1 0 0 0,0-1 0 0 0,0 1 0 0 0,1 3 0 0 0,0 4-88 0 0,0-1 0 0 0,0 0 1 0 0,-1 1-1 0 0,0-1 0 0 0,0 1 0 0 0,-1-1 1 0 0,0 1-1 0 0,-1 0 0 0 0,0-1 0 0 0,-1 0 0 0 0,0 1 1 0 0,-3 9-1 0 0,-6 10-280 0 0,-1 0-1 0 0,-22 38 1 0 0,-12 30-56 0 0,45-96 406 0 0,1 0 1 0 0,-1 0-1 0 0,1 0 1 0 0,0 1 0 0 0,-1-1-1 0 0,1 0 1 0 0,0 0-1 0 0,0 1 1 0 0,-1-1-1 0 0,1 0 1 0 0,0 0-1 0 0,1 1 1 0 0,-1-1-1 0 0,0 0 1 0 0,0 1 0 0 0,1 1-1 0 0,-1-2 24 0 0,1-1 0 0 0,-1 1 0 0 0,1-1 0 0 0,-1 1 1 0 0,1-1-1 0 0,-1 1 0 0 0,1-1 0 0 0,0 1 0 0 0,-1-1 0 0 0,1 1 0 0 0,0-1 0 0 0,-1 0 0 0 0,1 1 0 0 0,0-1 0 0 0,-1 0 0 0 0,1 0 0 0 0,0 0 1 0 0,-1 0-1 0 0,1 1 0 0 0,0-1 0 0 0,1 0 0 0 0,5-1 329 0 0,-1 1 1 0 0,1-1 0 0 0,0 0 0 0 0,0-1-1 0 0,6-2 1 0 0,-2 1-188 0 0,65-19 464 0 0,-40 11-964 0 0,-1 1 0 0 0,1 1-1 0 0,1 3 1 0 0,51-4 0 0 0</inkml:trace>
</inkml:ink>
</file>

<file path=ppt/ink/ink3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2:59.7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0 13827 0 0,'-8'3'4587'0'0,"5"5"-5027"0"0,8 8-3232 0 0,-4-14 4293 0 0,4 9-2573 0 0</inkml:trace>
</inkml:ink>
</file>

<file path=ppt/ink/ink3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2.7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10138 0 0,'5'-53'4741'0'0,"-5"49"-4241"0"0,1 0 0 0 0,0 1 0 0 0,0-1-1 0 0,0 0 1 0 0,0 1 0 0 0,1-1 0 0 0,-1 0-1 0 0,1 1 1 0 0,0 0 0 0 0,0-1 0 0 0,3-2-1 0 0,-4 5-448 0 0,0 1-1 0 0,0-1 0 0 0,-1 1 0 0 0,1 0 1 0 0,0 0-1 0 0,0-1 0 0 0,0 1 0 0 0,0 0 1 0 0,0 0-1 0 0,0 0 0 0 0,-1 0 0 0 0,1 0 1 0 0,0 0-1 0 0,0 0 0 0 0,0 0 0 0 0,0 1 1 0 0,0-1-1 0 0,-1 0 0 0 0,1 0 0 0 0,0 1 1 0 0,0-1-1 0 0,0 0 0 0 0,-1 1 0 0 0,1-1 1 0 0,0 1-1 0 0,0-1 0 0 0,-1 1 0 0 0,1 0 1 0 0,0-1-1 0 0,-1 1 0 0 0,1 0 0 0 0,-1-1 1 0 0,1 1-1 0 0,0 1 0 0 0,19 25 392 0 0,-7-4-267 0 0,-2 1-1 0 0,-1 0 1 0 0,0 1 0 0 0,-2 0-1 0 0,-1 0 1 0 0,5 34 0 0 0,13 159 320 0 0,-25-218-494 0 0,10 159 149 0 0,3 45-750 0 0,2-69-4335 0 0,-14-121 3536 0 0</inkml:trace>
</inkml:ink>
</file>

<file path=ppt/ink/ink3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44 1376 0 0,'-57'8'1192'0'0,"1"3"5141"0"0,-6 0 3021 0 0,98-15-5434 0 0,27 1-2835 0 0,2 0-660 0 0,192-24 947 0 0,108-6-1024 0 0,-335 32-859 0 0,156-2 220 0 0,-148 5-3635 0 0,47 9 1 0 0,-60-6-3281 0 0</inkml:trace>
</inkml:ink>
</file>

<file path=ppt/ink/ink3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3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11 6913 0 0,'-16'-11'14041'0'0,"31"14"-12716"0"0,-12-2-1253 0 0,0 0 0 0 0,0 1 0 0 0,0-1-1 0 0,-1 1 1 0 0,1 0 0 0 0,0 0-1 0 0,-1 0 1 0 0,1 0 0 0 0,-1 0 0 0 0,0 0-1 0 0,0 1 1 0 0,0-1 0 0 0,0 1-1 0 0,0 0 1 0 0,0 0 0 0 0,-1-1-1 0 0,1 1 1 0 0,-1 0 0 0 0,0 0 0 0 0,0 0-1 0 0,1 6 1 0 0,1 6-35 0 0,0 1-1 0 0,-1 0 1 0 0,-1 22-1 0 0,3 17 94 0 0,-3-48-109 0 0,1 0 0 0 0,0 0 0 0 0,0 0 0 0 0,0 0 1 0 0,1-1-1 0 0,0 1 0 0 0,0-1 0 0 0,1 0 0 0 0,0 1 0 0 0,0-1 0 0 0,0-1 0 0 0,1 1 0 0 0,0-1 0 0 0,0 0 0 0 0,0 0 0 0 0,0 0 0 0 0,1-1 0 0 0,0 0 1 0 0,0 0-1 0 0,0 0 0 0 0,1-1 0 0 0,-1 0 0 0 0,1 0 0 0 0,0 0 0 0 0,-1-1 0 0 0,1 0 0 0 0,8 1 0 0 0,2-1-85 0 0,-1 0 0 0 0,1 0 0 0 0,-1-2 0 0 0,1 0 0 0 0,-1-1 1 0 0,1-1-1 0 0,-1-1 0 0 0,0 0 0 0 0,0-1 0 0 0,30-11 0 0 0,29-18-4723 0 0</inkml:trace>
</inkml:ink>
</file>

<file path=ppt/ink/ink3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3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71 5065 0 0,'-1'-3'794'0'0,"-1"0"0"0"0,1 0 0 0 0,0 0-1 0 0,0 0 1 0 0,0 0 0 0 0,0 0 0 0 0,1 0 0 0 0,-1 0-1 0 0,1-1 1 0 0,0-3 0 0 0,-1 6-570 0 0,1 0 0 0 0,0-1-1 0 0,0 1 1 0 0,0 0 0 0 0,0 0-1 0 0,0 0 1 0 0,0 0 0 0 0,0 0 0 0 0,0 0-1 0 0,0 0 1 0 0,0 0 0 0 0,0 0 0 0 0,1-1-1 0 0,-1 1 1 0 0,1 0 0 0 0,-1 0-1 0 0,1 0 1 0 0,-1 0 0 0 0,1 0 0 0 0,-1 1-1 0 0,1-1 1 0 0,0 0 0 0 0,-1 0 0 0 0,1 0-1 0 0,0 0 1 0 0,0 1 0 0 0,0-1-1 0 0,-1 0 1 0 0,1 1 0 0 0,0-1 0 0 0,0 1-1 0 0,0-1 1 0 0,0 1 0 0 0,0-1 0 0 0,2 1-1 0 0,-2 0-135 0 0,0 0 0 0 0,0 1-1 0 0,1-1 1 0 0,-1 1 0 0 0,0 0-1 0 0,0-1 1 0 0,0 1-1 0 0,1 0 1 0 0,-1 0 0 0 0,0 0-1 0 0,0 0 1 0 0,0 0 0 0 0,-1 0-1 0 0,1 0 1 0 0,0 0-1 0 0,0 0 1 0 0,0 0 0 0 0,-1 0-1 0 0,1 0 1 0 0,-1 1 0 0 0,2 1-1 0 0,11 34 358 0 0,-11-31-280 0 0,5 19 114 0 0,-1 0 1 0 0,-2 0-1 0 0,0 1 0 0 0,0 41 0 0 0,-11 106-593 0 0,1-59-6773 0 0,6-89-815 0 0</inkml:trace>
</inkml:ink>
</file>

<file path=ppt/ink/ink3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38 4145 0 0,'-19'11'333'0'0,"-28"14"2028"0"0,42-23-1628 0 0,0 0-1 0 0,0 0 1 0 0,-1-1-1 0 0,1 1 0 0 0,-13-4 5649 0 0,50-17-3755 0 0,3 3-1047 0 0,45-18-34 0 0,-72 32-1508 0 0,0-1 0 0 0,0 1 0 0 0,1 0 0 0 0,-1 1 0 0 0,1 0 0 0 0,-1 0 0 0 0,14 1 0 0 0,-20 0-39 0 0,0 0 0 0 0,1 0 0 0 0,-1 1 1 0 0,0-1-1 0 0,1 1 0 0 0,-1-1 0 0 0,0 1 1 0 0,0 0-1 0 0,1 0 0 0 0,-1 0 0 0 0,0 0 1 0 0,0 0-1 0 0,0 0 0 0 0,0 0 0 0 0,-1 1 1 0 0,1-1-1 0 0,0 1 0 0 0,0 0 0 0 0,-1-1 1 0 0,1 1-1 0 0,-1 0 0 0 0,1 0 1 0 0,-1 0-1 0 0,0 0 0 0 0,0 0 0 0 0,0 0 1 0 0,0 0-1 0 0,0 0 0 0 0,-1 1 0 0 0,1-1 1 0 0,0 0-1 0 0,-1 0 0 0 0,0 1 0 0 0,0-1 1 0 0,1 0-1 0 0,-1 1 0 0 0,-1-1 0 0 0,1 0 1 0 0,-1 5-1 0 0,-1 4-66 0 0,0 0 0 0 0,-1 0-1 0 0,-1 0 1 0 0,0 0 0 0 0,0-1 0 0 0,-11 19 0 0 0,3-10-26 0 0,-20 38-96 0 0,31-54 188 0 0,0 0-1 0 0,0-1 0 0 0,0 1 0 0 0,0 0 0 0 0,0 0 1 0 0,1 0-1 0 0,-1 0 0 0 0,1 0 0 0 0,0 0 1 0 0,-1 0-1 0 0,1 0 0 0 0,1 0 0 0 0,-1 0 0 0 0,0 0 1 0 0,1 0-1 0 0,0-1 0 0 0,1 5 0 0 0,-1-5 21 0 0,1 0 0 0 0,-1 0 0 0 0,1 0 0 0 0,-1 0-1 0 0,1 0 1 0 0,0-1 0 0 0,0 1 0 0 0,0-1 0 0 0,0 1-1 0 0,0-1 1 0 0,1 0 0 0 0,-1 1 0 0 0,0-1 0 0 0,0 0 0 0 0,3 0-1 0 0,45 11 346 0 0,-16-4-209 0 0,-30-6-147 0 0,0-1 0 0 0,0 0 0 0 0,-1 1 0 0 0,1 0 0 0 0,0 0 0 0 0,-1 0-1 0 0,1 0 1 0 0,-1 1 0 0 0,0-1 0 0 0,0 1 0 0 0,0 0 0 0 0,0 0 0 0 0,0 0 0 0 0,-1 0 0 0 0,1 1 0 0 0,-1-1 0 0 0,3 7 0 0 0,-4-7 24 0 0,0 0 1 0 0,0 0 0 0 0,-1 1-1 0 0,1-1 1 0 0,-1 0 0 0 0,0 1-1 0 0,0-1 1 0 0,0 0-1 0 0,-1 1 1 0 0,1-1 0 0 0,-1 0-1 0 0,1 1 1 0 0,-1-1 0 0 0,0 0-1 0 0,0 0 1 0 0,-1 0-1 0 0,1 0 1 0 0,-1 0 0 0 0,0 0-1 0 0,1 0 1 0 0,-1 0-1 0 0,-3 2 1 0 0,-6 9-23 0 0,-2 0 1 0 0,0 0-1 0 0,0-2 0 0 0,-1 0 1 0 0,-1 0-1 0 0,0-1 0 0 0,-1-1 1 0 0,0-1-1 0 0,0 0 0 0 0,-1-1 1 0 0,0 0-1 0 0,-1-2 0 0 0,-29 8 1 0 0,38-12-260 0 0</inkml:trace>
</inkml:ink>
</file>

<file path=ppt/ink/ink3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4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17972 0 0,'1'0'116'0'0,"-1"0"0"0"0,1 0 1 0 0,-1 1-1 0 0,1-1 0 0 0,-1 0 0 0 0,1 0 0 0 0,-1 0 1 0 0,1 1-1 0 0,-1-1 0 0 0,1 0 0 0 0,-1 1 1 0 0,1-1-1 0 0,-1 0 0 0 0,0 1 0 0 0,1-1 1 0 0,-1 1-1 0 0,1-1 0 0 0,-1 1 0 0 0,0-1 0 0 0,0 1 1 0 0,1-1-1 0 0,-1 1 0 0 0,0-1 0 0 0,0 1 1 0 0,0-1-1 0 0,1 1 0 0 0,-1-1 0 0 0,0 1 1 0 0,0-1-1 0 0,0 1 0 0 0,0 0 0 0 0,0-1 1 0 0,0 1-1 0 0,0-1 0 0 0,0 1 0 0 0,0-1 0 0 0,0 1 1 0 0,-1-1-1 0 0,1 1 0 0 0,0 0 0 0 0,0-1 1 0 0,0 1-1 0 0,-1-1 0 0 0,0 1 0 0 0,-11 24 244 0 0,10-23-460 0 0,2-2 35 0 0,0 0-1 0 0,-1 0 1 0 0,1 0-1 0 0,-1 0 1 0 0,1 0-1 0 0,0 0 1 0 0,-1 1-1 0 0,1-1 1 0 0,0 0-1 0 0,-1 0 0 0 0,1 0 1 0 0,0 1-1 0 0,-1-1 1 0 0,1 0-1 0 0,0 1 1 0 0,0-1-1 0 0,-1 0 1 0 0,1 1-1 0 0,0-1 1 0 0,0 0-1 0 0,-1 1 1 0 0,1-1-1 0 0,0 0 0 0 0,0 1 1 0 0,0-1-1 0 0,0 1 1 0 0,0-1-1 0 0,0 0 1 0 0,0 1-1 0 0,0-1 1 0 0,0 1-1 0 0,0-1 1 0 0,0 0-1 0 0,0 1 1 0 0,0-1-1 0 0,0 1 0 0 0,0-1 1 0 0,0 0-1 0 0,0 1 1 0 0,0-1-1 0 0,0 0 1 0 0,1 1-1 0 0,-1-1 1 0 0,0 1-1 0 0,0-1 1 0 0,0 0-1 0 0,1 1 1 0 0,-1-1-1 0 0,6 2 35 0 0</inkml:trace>
</inkml:ink>
</file>

<file path=ppt/ink/ink3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2761 0 0,'15'-18'19955'0'0,"-11"21"-19827"0"0,2 1-37 0 0,1 0 1 0 0,0 0-1 0 0,0 0 1 0 0,11 3-1 0 0,-11-5-53 0 0,0 1 0 0 0,0 0 0 0 0,0 1 0 0 0,0-1-1 0 0,-1 2 1 0 0,8 4 0 0 0,-12-7-43 0 0,-1 0 1 0 0,1 1 0 0 0,0-1-1 0 0,-1 0 1 0 0,1 0-1 0 0,-1 1 1 0 0,1-1-1 0 0,-1 1 1 0 0,0-1-1 0 0,0 1 1 0 0,0-1 0 0 0,-1 1-1 0 0,1 0 1 0 0,-1-1-1 0 0,1 1 1 0 0,-1 0-1 0 0,0 0 1 0 0,0-1-1 0 0,0 1 1 0 0,0 0 0 0 0,-1 0-1 0 0,0 2 1 0 0,-2 8-48 0 0,-1 0 1 0 0,0-1 0 0 0,0 1 0 0 0,-10 16 0 0 0,8-19-10 0 0,1 0 1 0 0,1 0 0 0 0,0 1 0 0 0,0-1 0 0 0,1 1-1 0 0,-3 18 1 0 0,6-27 87 0 0,1-1 1 0 0,-1 1-1 0 0,0 0 0 0 0,0 0 0 0 0,1 0 0 0 0,-1-1 0 0 0,1 1 1 0 0,-1 0-1 0 0,1-1 0 0 0,0 1 0 0 0,0 0 0 0 0,0-1 1 0 0,-1 1-1 0 0,2-1 0 0 0,-1 1 0 0 0,0-1 0 0 0,0 0 0 0 0,0 1 1 0 0,1-1-1 0 0,-1 0 0 0 0,0 0 0 0 0,1 0 0 0 0,-1 0 1 0 0,1 0-1 0 0,0 0 0 0 0,-1-1 0 0 0,3 2 0 0 0,6 2 23 0 0,1 0-1 0 0,0-1 0 0 0,16 3 0 0 0,1 1 156 0 0,-25-6-194 0 0,0 0-1 0 0,0 0 0 0 0,0 1 1 0 0,0-1-1 0 0,-1 1 1 0 0,1-1-1 0 0,0 1 0 0 0,-1 0 1 0 0,1 0-1 0 0,-1 0 1 0 0,0 0-1 0 0,0 0 1 0 0,1 1-1 0 0,-1-1 0 0 0,-1 1 1 0 0,1-1-1 0 0,0 1 1 0 0,-1 0-1 0 0,2 3 0 0 0,-2-4-15 0 0,-1 1-1 0 0,0-1 1 0 0,0 0-1 0 0,1 0 0 0 0,-2 1 1 0 0,1-1-1 0 0,0 0 1 0 0,0 0-1 0 0,-1 1 1 0 0,1-1-1 0 0,-1 0 0 0 0,1 0 1 0 0,-1 1-1 0 0,0-1 1 0 0,0 0-1 0 0,0 0 0 0 0,0 0 1 0 0,-1 0-1 0 0,1-1 1 0 0,0 1-1 0 0,-1 0 0 0 0,1 0 1 0 0,-1-1-1 0 0,0 1 1 0 0,1-1-1 0 0,-4 3 0 0 0,-11 7-356 0 0,-1 0-109 0 0</inkml:trace>
</inkml:ink>
</file>

<file path=ppt/ink/ink3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6.8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93 7834 0 0,'25'-23'3450'0'0,"-14"13"-2114"0"0,0 1 0 0 0,1 0 0 0 0,0 0 0 0 0,19-9 0 0 0,-27 16-1178 0 0,1 0 0 0 0,-1 0 1 0 0,0 0-1 0 0,1 1 0 0 0,-1-1 0 0 0,0 1 0 0 0,1 0 1 0 0,0 0-1 0 0,-1 1 0 0 0,1 0 0 0 0,-1 0 0 0 0,1 0 1 0 0,0 0-1 0 0,-1 0 0 0 0,1 1 0 0 0,-1 0 0 0 0,1 0 1 0 0,6 2-1 0 0,-10-2-145 0 0,1 1 0 0 0,0-1 0 0 0,-1 0 0 0 0,1 1 0 0 0,-1-1 0 0 0,0 1 1 0 0,1-1-1 0 0,-1 1 0 0 0,0 0 0 0 0,0-1 0 0 0,0 1 0 0 0,0 0 0 0 0,0 0 0 0 0,0 0 0 0 0,0 0 1 0 0,-1 0-1 0 0,1 0 0 0 0,-1 0 0 0 0,0 0 0 0 0,1 0 0 0 0,-1 0 0 0 0,0 0 0 0 0,0 0 1 0 0,0 0-1 0 0,0 0 0 0 0,-1 0 0 0 0,0 3 0 0 0,-1 8 92 0 0,0 0 0 0 0,-9 25 0 0 0,8-30-96 0 0,-44 116-58 0 0,29-81 33 0 0,1 1 0 0 0,-13 61 1 0 0,29-104 53 0 0,1 1-1 0 0,-1 0 1 0 0,1 0 0 0 0,-1-1 0 0 0,1 1 0 0 0,0 0 0 0 0,0 0 0 0 0,0 0 0 0 0,0 0 0 0 0,0-1-1 0 0,0 1 1 0 0,1 0 0 0 0,-1 0 0 0 0,0-1 0 0 0,1 1 0 0 0,0 0 0 0 0,-1 0 0 0 0,1-1 0 0 0,0 1 0 0 0,0-1-1 0 0,2 4 1 0 0,-2-4-6 0 0,1 0-1 0 0,0-1 1 0 0,0 1-1 0 0,0 0 1 0 0,0-1-1 0 0,1 1 1 0 0,-1-1-1 0 0,0 1 1 0 0,0-1-1 0 0,0 0 1 0 0,0 0-1 0 0,0 0 1 0 0,0 0-1 0 0,1 0 1 0 0,-1-1-1 0 0,0 1 1 0 0,0-1-1 0 0,3 0 1 0 0,41-12 254 0 0,0-2 1 0 0,48-23-1 0 0,-53 20-1252 0 0,1 2 0 0 0,80-20 0 0 0,-90 31-6605 0 0</inkml:trace>
</inkml:ink>
</file>

<file path=ppt/ink/ink3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67 246 11979 0 0,'-9'2'534'0'0,"5"-1"-294"0"0,1 1 0 0 0,-1-2-1 0 0,0 1 1 0 0,1 0-1 0 0,-1-1 1 0 0,0 1-1 0 0,1-1 1 0 0,-1 0 0 0 0,0 0-1 0 0,1-1 1 0 0,-1 1-1 0 0,0-1 1 0 0,-4-1-1 0 0,8 2-165 0 0,0-1-1 0 0,0 1 0 0 0,0-1 1 0 0,-1 1-1 0 0,1-1 0 0 0,0 1 1 0 0,0 0-1 0 0,0-1 0 0 0,0 1 1 0 0,0-1-1 0 0,0 1 0 0 0,0-1 0 0 0,0 1 1 0 0,0 0-1 0 0,0-1 0 0 0,0 1 1 0 0,0-1-1 0 0,0 1 0 0 0,1-1 1 0 0,-1 1-1 0 0,0 0 0 0 0,0-1 1 0 0,0 1-1 0 0,1-1 0 0 0,-1 1 1 0 0,0 0-1 0 0,0-1 0 0 0,1 1 0 0 0,-1 0 1 0 0,0-1-1 0 0,1 1 0 0 0,-1 0 1 0 0,0 0-1 0 0,1-1 0 0 0,-1 1 1 0 0,1 0-1 0 0,0 0 0 0 0,14-12 958 0 0,27-9-334 0 0,0 3-1 0 0,1 1 1 0 0,1 2 0 0 0,68-14-1 0 0,-72 19-482 0 0,450-88 529 0 0,-468 95-755 0 0,8-2-15 0 0,1 1 0 0 0,31 1 1 0 0,0 9-1516 0 0,-53-4 234 0 0,0 0 0 0 0,0 1-1 0 0,0 0 1 0 0,12 6 0 0 0</inkml:trace>
</inkml:ink>
</file>

<file path=ppt/ink/ink3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7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12443 0 0,'-1'-1'156'0'0,"1"0"0"0"0,0 0 0 0 0,0 0 0 0 0,0 0 0 0 0,0 0 0 0 0,0 0 0 0 0,0 0 0 0 0,1 0 0 0 0,-1 1 0 0 0,0-1 0 0 0,0 0 0 0 0,1 0 0 0 0,-1 0 0 0 0,0 0 0 0 0,1 0 1 0 0,-1 0-1 0 0,1 1 0 0 0,-1-1 0 0 0,1 0 0 0 0,-1 0 0 0 0,1 1 0 0 0,0-1 0 0 0,-1 0 0 0 0,1 1 0 0 0,0-1 0 0 0,0 1 0 0 0,-1-1 0 0 0,1 1 0 0 0,0-1 0 0 0,0 1 0 0 0,0-1 0 0 0,0 1 0 0 0,0 0 1 0 0,-1 0-1 0 0,1-1 0 0 0,0 1 0 0 0,0 0 0 0 0,0 0 0 0 0,1 0 0 0 0,0 0-6 0 0,0-1 0 0 0,-1 1 0 0 0,1 0 0 0 0,0 0-1 0 0,-1 0 1 0 0,1 0 0 0 0,-1 0 0 0 0,1 0 0 0 0,0 0 0 0 0,-1 1 0 0 0,1-1 0 0 0,0 0 0 0 0,-1 1 0 0 0,1-1 0 0 0,-1 1 0 0 0,1 0-1 0 0,-1 0 1 0 0,1 0 0 0 0,-1-1 0 0 0,0 1 0 0 0,1 0 0 0 0,-1 1 0 0 0,0-1 0 0 0,2 2 0 0 0,1 7-60 0 0,0-1-1 0 0,0 2 1 0 0,-1-1 0 0 0,0 0-1 0 0,-1 0 1 0 0,2 12 0 0 0,5 23 19 0 0,-1-16 5 0 0,2-2 0 0 0,0 1 0 0 0,20 35 0 0 0,-25-54-80 0 0,1 1 0 0 0,0-1 0 0 0,0 0 0 0 0,1-1-1 0 0,0 1 1 0 0,1-2 0 0 0,0 1 0 0 0,0-1 0 0 0,0 0 0 0 0,1 0 0 0 0,0-1 0 0 0,13 6-1 0 0,-18-10-46 0 0,0 0 0 0 0,0-1 0 0 0,0 0 0 0 0,0 0 0 0 0,1 0 0 0 0,-1 0 0 0 0,0-1 0 0 0,1 0 0 0 0,-1 0 0 0 0,1 0 0 0 0,-1 0 0 0 0,0-1 0 0 0,1 1 0 0 0,-1-1 0 0 0,0 0 0 0 0,0-1 0 0 0,0 1 0 0 0,1-1 0 0 0,-2 1 0 0 0,8-6 0 0 0,2-1-648 0 0,-2 0 0 0 0,1-1 0 0 0,-1-1-1 0 0,19-21 1 0 0,-17 15-1102 0 0</inkml:trace>
</inkml:ink>
</file>

<file path=ppt/ink/ink3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7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13 1376 0 0,'-40'-9'1649'0'0,"32"8"-354"0"0,0 0 0 0 0,1 0 1 0 0,-1 1-1 0 0,1 0 0 0 0,-1 0 0 0 0,0 1 0 0 0,1 0 0 0 0,-1 1 0 0 0,1-1 1 0 0,-13 6-1 0 0,18-6-1110 0 0,1-1 0 0 0,-1 1 0 0 0,1 0 0 0 0,-1 0 0 0 0,1 0 0 0 0,0 1 0 0 0,0-1 0 0 0,-1 0 1 0 0,1 0-1 0 0,0 1 0 0 0,0-1 0 0 0,0 1 0 0 0,0-1 0 0 0,1 1 0 0 0,-1-1 0 0 0,0 1 0 0 0,1-1 0 0 0,-1 1 0 0 0,1 0 1 0 0,-1-1-1 0 0,1 1 0 0 0,0 0 0 0 0,-1-1 0 0 0,1 1 0 0 0,0 0 0 0 0,0 0 0 0 0,1 2 0 0 0,0 6-15 0 0,1 1 0 0 0,0-1 0 0 0,5 16 0 0 0,0-5 257 0 0,26 198 893 0 0,-12-59-3243 0 0,-15-127-6304 0 0</inkml:trace>
</inkml:ink>
</file>

<file path=ppt/ink/ink3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8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3225 0 0,'-24'12'7167'0'0,"23"-10"-6871"0"0,6 14 6725 0 0,3-2-6824 0 0,150 205 5618 0 0,-22-34-5003 0 0,-54-71-2975 0 0,-64-92-5884 0 0</inkml:trace>
</inkml:ink>
</file>

<file path=ppt/ink/ink3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8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402 40 8754 0 0,'-3'-8'256'0'0,"-8"-19"435"0"0,11 27-599 0 0,-1-1 1 0 0,1 1-1 0 0,-1 0 0 0 0,1-1 0 0 0,-1 1 0 0 0,1 0 0 0 0,-1-1 1 0 0,1 1-1 0 0,-1 0 0 0 0,1 0 0 0 0,-1-1 0 0 0,0 1 0 0 0,1 0 0 0 0,-1 0 1 0 0,1 0-1 0 0,-1 0 0 0 0,0 0 0 0 0,1 0 0 0 0,-1 0 0 0 0,1 0 1 0 0,-1 0-1 0 0,1 0 0 0 0,-1 0 0 0 0,0 0 0 0 0,1 0 0 0 0,-1 1 1 0 0,1-1-1 0 0,-1 0 0 0 0,1 0 0 0 0,-1 1 0 0 0,1-1 0 0 0,-1 0 1 0 0,1 1-1 0 0,-1-1 0 0 0,1 0 0 0 0,-1 1 0 0 0,1-1 0 0 0,-1 1 0 0 0,1-1 1 0 0,0 1-1 0 0,-1-1 0 0 0,1 1 0 0 0,-1 0 0 0 0,-21 26 3064 0 0,-35 54 0 0 0,11-13-1602 0 0,-22 19-740 0 0,21-27-1060 0 0,-61 99 1 0 0,91-127-744 0 0</inkml:trace>
</inkml:ink>
</file>

<file path=ppt/ink/ink3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8.8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1840 0 0,'1'-1'215'0'0,"0"0"0"0"0,-1 0 0 0 0,1 0-1 0 0,0 0 1 0 0,-1 0 0 0 0,1-1-1 0 0,-1 1 1 0 0,0 0 0 0 0,1-1-1 0 0,-1 1 1 0 0,0 0 0 0 0,1 0 0 0 0,-1-1-1 0 0,0 1 1 0 0,0 0 0 0 0,0-1-1 0 0,0 1 1 0 0,-1 0 0 0 0,1-2 0 0 0,-1 2 101 0 0,1 0 1 0 0,0 0 0 0 0,0 0-1 0 0,0 0 1 0 0,-1 0 0 0 0,1-1-1 0 0,0 1 1 0 0,0 0 0 0 0,0 0-1 0 0,1 0 1 0 0,-1 0 0 0 0,0 0 0 0 0,0 0-1 0 0,0 0 1 0 0,1 0 0 0 0,-1 0-1 0 0,1 1 1 0 0,-1-1 0 0 0,1 0-1 0 0,-1 0 1 0 0,1 0 0 0 0,-1 0 0 0 0,1 0-1 0 0,0 1 1 0 0,-1-1 0 0 0,1 0-1 0 0,0 0 1 0 0,0 1 0 0 0,0-1-1 0 0,-1 1 1 0 0,3-2 0 0 0,6-1 242 0 0,0-1-1 0 0,0 2 1 0 0,1-1 0 0 0,-1 1 0 0 0,1 0-1 0 0,-1 1 1 0 0,1 1 0 0 0,12-1 0 0 0,-19 1-518 0 0,0 0 1 0 0,-1 0 0 0 0,1 1-1 0 0,0-1 1 0 0,0 0-1 0 0,0 1 1 0 0,-1 0 0 0 0,1-1-1 0 0,0 1 1 0 0,-1 0-1 0 0,1 1 1 0 0,-1-1-1 0 0,1 0 1 0 0,-1 1 0 0 0,0-1-1 0 0,0 1 1 0 0,1 0-1 0 0,-1 0 1 0 0,0 0 0 0 0,0 0-1 0 0,-1 0 1 0 0,1 0-1 0 0,0 0 1 0 0,-1 1 0 0 0,1-1-1 0 0,-1 1 1 0 0,0-1-1 0 0,0 1 1 0 0,0-1 0 0 0,0 1-1 0 0,1 5 1 0 0,-1 6-60 0 0,-1 0 0 0 0,-1-1 1 0 0,0 1-1 0 0,0 0 0 0 0,-2-1 1 0 0,-5 19-1 0 0,5-18-1 0 0,0-1-1 0 0,0 1 1 0 0,1 0-1 0 0,1 0 1 0 0,1 25 0 0 0,0-37 23 0 0,0 1 0 0 0,1-1-1 0 0,-1 0 1 0 0,1 0 0 0 0,0 1 0 0 0,-1-1 0 0 0,1 0 0 0 0,0 0 0 0 0,0 0-1 0 0,1 0 1 0 0,-1 0 0 0 0,0 0 0 0 0,1-1 0 0 0,-1 1 0 0 0,1 0 0 0 0,-1 0-1 0 0,1-1 1 0 0,0 0 0 0 0,0 1 0 0 0,4 1 0 0 0,2 1 33 0 0,0 0 0 0 0,0-1 0 0 0,0-1 1 0 0,13 3-1 0 0,-15-4-7 0 0,1 1 0 0 0,-1-1 0 0 0,1 1-1 0 0,-1 1 1 0 0,0-1 0 0 0,0 1 0 0 0,10 6 0 0 0,-14-7-25 0 0,-1-1 0 0 0,1 1-1 0 0,0 0 1 0 0,-1 0 0 0 0,1 1 0 0 0,-1-1-1 0 0,0 0 1 0 0,1 0 0 0 0,-1 1-1 0 0,0-1 1 0 0,0 0 0 0 0,-1 1 0 0 0,1-1-1 0 0,0 1 1 0 0,-1-1 0 0 0,0 1 0 0 0,0 0-1 0 0,1-1 1 0 0,-1 1 0 0 0,-1-1 0 0 0,1 1-1 0 0,0-1 1 0 0,-1 1 0 0 0,1-1 0 0 0,-2 4-1 0 0,0 1 81 0 0,0 0-1 0 0,0-1 1 0 0,-1 1-1 0 0,0 0 1 0 0,0-1 0 0 0,-1 0-1 0 0,1 0 1 0 0,-2 0-1 0 0,-8 11 1 0 0,-26 19-1606 0 0,12-16-3960 0 0</inkml:trace>
</inkml:ink>
</file>

<file path=ppt/ink/ink3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9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15203 0 0,'1'-1'256'0'0,"0"1"1"0"0,0-1-1 0 0,0 1 0 0 0,0 0 0 0 0,0-1 0 0 0,0 1 0 0 0,0 0 0 0 0,0 0 1 0 0,0-1-1 0 0,1 1 0 0 0,-1 0 0 0 0,0 0 0 0 0,0 0 0 0 0,0 1 0 0 0,0-1 0 0 0,0 0 1 0 0,0 0-1 0 0,2 1 0 0 0,-3-1-211 0 0,1 1-1 0 0,-1-1 1 0 0,0 0-1 0 0,1 1 1 0 0,-1-1-1 0 0,1 0 1 0 0,-1 1 0 0 0,0-1-1 0 0,1 1 1 0 0,-1-1-1 0 0,0 1 1 0 0,1-1 0 0 0,-1 1-1 0 0,0-1 1 0 0,0 1-1 0 0,0-1 1 0 0,1 1 0 0 0,-1-1-1 0 0,0 1 1 0 0,0 0-1 0 0,0-1 1 0 0,0 1 0 0 0,0-1-1 0 0,0 1 1 0 0,0-1-1 0 0,0 1 1 0 0,0-1 0 0 0,0 1-1 0 0,0 0 1 0 0,-1-1-1 0 0,1 1 1 0 0,0-1 0 0 0,0 1-1 0 0,-1-1 1 0 0,1 1-1 0 0,0 11-497 0 0,1-10 380 0 0</inkml:trace>
</inkml:ink>
</file>

<file path=ppt/ink/ink3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19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35 5065 0 0,'-24'-21'13173'0'0,"24"20"-13056"0"0,17-4 2100 0 0,3 2-1520 0 0,1 0 0 0 0,-1 2 0 0 0,21 1-1 0 0,-35 0-642 0 0,-1 0-1 0 0,1 0 0 0 0,-1 1 0 0 0,1 0 0 0 0,-1 0 0 0 0,1 1 0 0 0,-1-1 0 0 0,0 1 0 0 0,0 0 0 0 0,0 1 0 0 0,0-1 0 0 0,0 1 0 0 0,0 0 0 0 0,-1 0 0 0 0,1 1 0 0 0,4 4 0 0 0,-7-5-54 0 0,0 0 0 0 0,0 1 0 0 0,0-1-1 0 0,-1 1 1 0 0,0-1 0 0 0,1 1 0 0 0,-1-1 0 0 0,0 1 0 0 0,0 0-1 0 0,-1 0 1 0 0,1 0 0 0 0,-1-1 0 0 0,0 1 0 0 0,0 0-1 0 0,0 0 1 0 0,-1 0 0 0 0,1 0 0 0 0,-1-1 0 0 0,-2 7 0 0 0,-2 9-94 0 0,-2-1 1 0 0,-13 29 0 0 0,11-26 80 0 0,-12 18-30 0 0,-10 23-42 0 0,30-58 82 0 0,-1 0 1 0 0,1 0-1 0 0,0 0 1 0 0,0 0-1 0 0,0 0 1 0 0,1 1-1 0 0,0-1 1 0 0,-1 0-1 0 0,1 0 1 0 0,1 0-1 0 0,-1 0 1 0 0,2 9-1 0 0,-1-10 12 0 0,1 0-1 0 0,-1 0 1 0 0,1 0-1 0 0,-1 0 1 0 0,1 0-1 0 0,0-1 1 0 0,0 1-1 0 0,1 0 1 0 0,-1-1-1 0 0,0 1 1 0 0,1-1-1 0 0,-1 0 1 0 0,5 3-1 0 0,45 22 211 0 0,-44-24-191 0 0,0 0-1 0 0,-1 1 1 0 0,1 0 0 0 0,-1 1 0 0 0,0-1 0 0 0,0 1 0 0 0,8 8 0 0 0,-13-11-24 0 0,0 0 0 0 0,-1 0 1 0 0,1 0-1 0 0,-1 1 0 0 0,1-1 1 0 0,-1 0-1 0 0,0 1 0 0 0,0-1 1 0 0,0 1-1 0 0,0 0 0 0 0,-1-1 1 0 0,1 1-1 0 0,0 0 1 0 0,-1-1-1 0 0,0 1 0 0 0,0 0 1 0 0,0 0-1 0 0,0-1 0 0 0,0 1 1 0 0,-1 0-1 0 0,1-1 0 0 0,-1 1 1 0 0,1 0-1 0 0,-1-1 0 0 0,0 1 1 0 0,0-1-1 0 0,0 1 1 0 0,-1-1-1 0 0,1 1 0 0 0,-1-1 1 0 0,-3 4-1 0 0,-1 2-24 0 0,-1 0-1 0 0,0-1 1 0 0,0 0 0 0 0,-1-1 0 0 0,0 1-1 0 0,0-2 1 0 0,-13 8 0 0 0,-3 0-286 0 0</inkml:trace>
</inkml:ink>
</file>

<file path=ppt/ink/ink3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0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6913 0 0,'0'-3'417'0'0,"1"1"0"0"0,0-1 0 0 0,-1 1 0 0 0,1-1 0 0 0,0 1 0 0 0,1 0 0 0 0,-1-1 0 0 0,0 1 0 0 0,1 0 0 0 0,-1 0 0 0 0,1 0 0 0 0,-1 0 0 0 0,1 0 0 0 0,0 0 0 0 0,0 0 0 0 0,0 1 0 0 0,0-1 0 0 0,0 1 0 0 0,1-1 0 0 0,-1 1 0 0 0,4-2 0 0 0,4-2 322 0 0,1 1-1 0 0,0-1 0 0 0,15-3 0 0 0,-15 5-360 0 0,0 2 0 0 0,0-1 0 0 0,0 1 0 0 0,0 1 0 0 0,17 1 0 0 0,-24-1-326 0 0,-1 0 0 0 0,1 0 0 0 0,0 1 0 0 0,0 0-1 0 0,0-1 1 0 0,0 2 0 0 0,-1-1 0 0 0,1 0 0 0 0,0 1-1 0 0,-1-1 1 0 0,1 1 0 0 0,-1 0 0 0 0,0 0 0 0 0,0 1 0 0 0,0-1-1 0 0,0 1 1 0 0,0-1 0 0 0,4 6 0 0 0,-6-5-48 0 0,0-1 1 0 0,0 1-1 0 0,0 0 1 0 0,0 0-1 0 0,-1 0 1 0 0,1 0-1 0 0,-1 0 1 0 0,1 0-1 0 0,-1 0 0 0 0,0 0 1 0 0,-1 0-1 0 0,1-1 1 0 0,0 1-1 0 0,-1 0 1 0 0,1 0-1 0 0,-3 4 1 0 0,-20 51-216 0 0,13-36 103 0 0,6-13 89 0 0,1-1 0 0 0,0 1 1 0 0,1-1-1 0 0,0 1 0 0 0,-2 14 0 0 0,4-21 17 0 0,0 0-1 0 0,0 0 0 0 0,0-1 1 0 0,0 1-1 0 0,0 0 0 0 0,1 0 1 0 0,-1 0-1 0 0,1-1 1 0 0,-1 1-1 0 0,1 0 0 0 0,-1 0 1 0 0,1-1-1 0 0,0 1 0 0 0,0 0 1 0 0,0-1-1 0 0,0 1 0 0 0,0-1 1 0 0,0 0-1 0 0,0 1 0 0 0,1-1 1 0 0,-1 0-1 0 0,0 1 0 0 0,1-1 1 0 0,-1 0-1 0 0,1 0 0 0 0,-1 0 1 0 0,1 0-1 0 0,0-1 1 0 0,-1 1-1 0 0,1 0 0 0 0,0-1 1 0 0,0 1-1 0 0,-1-1 0 0 0,3 1 1 0 0,50 4 169 0 0,-36-4-28 0 0,0 1 0 0 0,18 4 0 0 0,-32-5-122 0 0,0 0 0 0 0,0 0 0 0 0,0 0 0 0 0,-1 0 0 0 0,1 1 0 0 0,0 0 0 0 0,-1 0 1 0 0,1 0-1 0 0,-1 0 0 0 0,0 1 0 0 0,0-1 0 0 0,0 1 0 0 0,0 0 0 0 0,3 3 0 0 0,-4-4-6 0 0,-1 0 1 0 0,0 0 0 0 0,0 0-1 0 0,0 0 1 0 0,0 1-1 0 0,0-1 1 0 0,0 0-1 0 0,0 0 1 0 0,-1 0 0 0 0,1 1-1 0 0,-1-1 1 0 0,1 0-1 0 0,-1 1 1 0 0,0-1-1 0 0,0 1 1 0 0,0-1 0 0 0,-1 0-1 0 0,1 1 1 0 0,-1 3-1 0 0,-1-1 9 0 0,0-1-1 0 0,0 1 0 0 0,0-1 0 0 0,-1 0 1 0 0,1 0-1 0 0,-1 0 0 0 0,0 0 0 0 0,0 0 0 0 0,-4 4 1 0 0,-7 4-67 0 0,0-1 0 0 0,-1 0 1 0 0,0 0-1 0 0,-17 8 1 0 0,7-5-1171 0 0,-1 0-4026 0 0,2-1-1819 0 0</inkml:trace>
</inkml:ink>
</file>

<file path=ppt/ink/ink3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1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6 144 10594 0 0,'-1'0'129'0'0,"1"0"1"0"0,0 1-1 0 0,-1-1 0 0 0,1 0 0 0 0,-1 1 129 0 0,1-1-129 0 0,0 0 0 0 0,0 1 0 0 0,-1-1 1 0 0,1 0-1 0 0,0 1 0 0 0,0-1 0 0 0,-1 0 0 0 0,1 1 0 0 0,0-1 0 0 0,0 1 0 0 0,0-1 1 0 0,0 0-1 0 0,0 1 0 0 0,0-1 0 0 0,0 1 0 0 0,0-1 0 0 0,0 0 0 0 0,0 1 0 0 0,0-1 1 0 0,0 1-1 0 0,0-1 0 0 0,0 0 0 0 0,0 1 0 0 0,0-1 0 0 0,0 1 0 0 0,1-1 0 0 0,12 6 1999 0 0,21-5-257 0 0,153-37 1506 0 0,-75 13-2772 0 0,31-4-165 0 0,259-40-2276 0 0,-356 63-333 0 0,-4-1-4948 0 0</inkml:trace>
</inkml:ink>
</file>

<file path=ppt/ink/ink3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2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45 6849 0 0,'-3'-14'6837'0'0,"3"-17"3590"0"0,-11 41-10175 0 0,7-3-222 0 0,-1 0 0 0 0,1 0 0 0 0,1 0 0 0 0,-1 1 0 0 0,1 0 0 0 0,0 0 0 0 0,1 0 0 0 0,0 0 0 0 0,1 0 0 0 0,-2 11 0 0 0,1-6-32 0 0,0-3 1 0 0,-19 134-373 0 0,19-126 339 0 0,2 0 0 0 0,0 0-1 0 0,1 0 1 0 0,0-1 0 0 0,8 36-1 0 0,-7-48 34 0 0,-1-1 0 0 0,0 1-1 0 0,1-1 1 0 0,0 0 0 0 0,0 0-1 0 0,0 0 1 0 0,0 0 0 0 0,1 0-1 0 0,-1 0 1 0 0,1-1 0 0 0,0 1-1 0 0,0-1 1 0 0,0 0-1 0 0,1 1 1 0 0,-1-2 0 0 0,1 1-1 0 0,0 0 1 0 0,0-1 0 0 0,0 1-1 0 0,0-1 1 0 0,0 0 0 0 0,0-1-1 0 0,1 1 1 0 0,-1-1 0 0 0,0 0-1 0 0,1 0 1 0 0,-1 0-1 0 0,1 0 1 0 0,0-1 0 0 0,-1 0-1 0 0,1 0 1 0 0,-1 0 0 0 0,1-1-1 0 0,0 1 1 0 0,-1-1 0 0 0,1 0-1 0 0,-1 0 1 0 0,0-1 0 0 0,1 1-1 0 0,-1-1 1 0 0,0 0-1 0 0,7-4 1 0 0,42-28-814 0 0,7-4-1606 0 0,-18 15-2142 0 0,-23 14-1573 0 0</inkml:trace>
</inkml:ink>
</file>

<file path=ppt/ink/ink3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2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26 6305 0 0,'-7'-4'-685'0'0,"2"0"1674"0"0,-1 1 0 0 0,1 0 0 0 0,-1 0 0 0 0,0 1 0 0 0,-8-3 0 0 0,13 5-765 0 0,0-1 0 0 0,0 1 0 0 0,0 0 0 0 0,0 0 0 0 0,1 0 0 0 0,-1 0 0 0 0,0 0 0 0 0,0 0 0 0 0,0 0 0 0 0,0 0 0 0 0,0 0 0 0 0,0 1 0 0 0,0-1 0 0 0,0 0 1 0 0,0 1-1 0 0,0-1 0 0 0,0 0 0 0 0,1 1 0 0 0,-1-1 0 0 0,0 1 0 0 0,0-1 0 0 0,0 1 0 0 0,1 0 0 0 0,-1-1 0 0 0,0 1 0 0 0,1 0 0 0 0,-1 0 0 0 0,1-1 0 0 0,-1 1 0 0 0,0 0 0 0 0,1 0 0 0 0,0 0 0 0 0,-1 0 0 0 0,1-1 0 0 0,0 1 0 0 0,-1 0 0 0 0,1 0 0 0 0,0 0 0 0 0,0 0 0 0 0,0 0 0 0 0,0 0 0 0 0,0 2 0 0 0,-3 38 937 0 0,1 1 0 0 0,8 68 0 0 0,-1 4-587 0 0,-5-61-999 0 0,3 82 1305 0 0,-1-117-3369 0 0,0 0-1 0 0,11 34 1 0 0,-4-27-5348 0 0</inkml:trace>
</inkml:ink>
</file>

<file path=ppt/ink/ink3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3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2 456 0 0,'-3'-2'13108'0'0,"22"16"-7699"0"0,60 42-2308 0 0,-2 4-2467 0 0,-18-13-1205 0 0,2-2 1 0 0,77 42-1 0 0,-111-73-6990 0 0</inkml:trace>
</inkml:ink>
</file>

<file path=ppt/ink/ink3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3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29 8290 0 0,'-2'-2'-75'0'0,"-1"-1"304"0"0,1 0-1 0 0,-1 0 1 0 0,0 0 0 0 0,0 1-1 0 0,0-1 1 0 0,0 1-1 0 0,-5-3 1 0 0,6 4-7 0 0,1 1 0 0 0,-1 0 1 0 0,0-1-1 0 0,1 1 0 0 0,-1 0 0 0 0,0 0 1 0 0,1 0-1 0 0,-1 0 0 0 0,0 0 0 0 0,1 0 1 0 0,-1 1-1 0 0,0-1 0 0 0,1 1 0 0 0,-1-1 1 0 0,0 1-1 0 0,1-1 0 0 0,-1 1 0 0 0,1 0 1 0 0,-1 0-1 0 0,-2 1 0 0 0,-9 8 563 0 0,0-1 0 0 0,1 2 1 0 0,0 0-1 0 0,1 0 0 0 0,0 1 0 0 0,0 0 0 0 0,-14 22 0 0 0,-54 104 668 0 0,67-113-1299 0 0,-39 80-370 0 0,40-76-186 0 0</inkml:trace>
</inkml:ink>
</file>

<file path=ppt/ink/ink3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3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38 920 0 0,'23'-5'11241'0'0,"7"-7"-6756"0"0,21-6-663 0 0,-47 17-3650 0 0,1 1 0 0 0,-1-1 0 0 0,0 1 0 0 0,0-1 0 0 0,0 1 0 0 0,1 0-1 0 0,-1 1 1 0 0,0-1 0 0 0,0 1 0 0 0,0 0 0 0 0,0 0 0 0 0,0 0 0 0 0,5 2 0 0 0,-7-2-157 0 0,-1 0 0 0 0,1 1 0 0 0,-1-1 1 0 0,1 0-1 0 0,-1 1 0 0 0,1-1 1 0 0,-1 0-1 0 0,0 1 0 0 0,0 0 0 0 0,1-1 1 0 0,-1 1-1 0 0,0 0 0 0 0,-1 0 1 0 0,1-1-1 0 0,0 1 0 0 0,0 0 0 0 0,-1 0 1 0 0,1 0-1 0 0,-1 0 0 0 0,0 0 0 0 0,0 0 1 0 0,1 0-1 0 0,-1 0 0 0 0,0 0 1 0 0,-1 0-1 0 0,1 0 0 0 0,0 0 0 0 0,-1 0 1 0 0,0 2-1 0 0,-2 10-44 0 0,-2 0-1 0 0,1-1 1 0 0,-13 25 0 0 0,12-29 10 0 0,0 0 0 0 0,1 0 1 0 0,1 0-1 0 0,-1 1 0 0 0,1 0 1 0 0,1-1-1 0 0,0 1 0 0 0,0 0 1 0 0,0 13-1 0 0,3-20 22 0 0,-1 1-1 0 0,1-1 1 0 0,-1 0-1 0 0,1 1 1 0 0,0-1 0 0 0,1 0-1 0 0,-1 0 1 0 0,0 0 0 0 0,1 0-1 0 0,0 0 1 0 0,-1 0 0 0 0,1 0-1 0 0,0 0 1 0 0,1-1-1 0 0,-1 1 1 0 0,0-1 0 0 0,6 5-1 0 0,3 1 22 0 0,1-1-1 0 0,0 0 1 0 0,17 8 0 0 0,-20-12-15 0 0,-1 1 0 0 0,1 0 0 0 0,-1 1 1 0 0,0 0-1 0 0,0 0 0 0 0,-1 1 1 0 0,14 12-1 0 0,-19-15-14 0 0,1 1 1 0 0,-1-1-1 0 0,0 1 0 0 0,1 0 1 0 0,-2-1-1 0 0,1 1 0 0 0,0 0 1 0 0,-1 0-1 0 0,0 0 0 0 0,0 0 1 0 0,0 1-1 0 0,0-1 0 0 0,0 0 1 0 0,-1 0-1 0 0,0 1 0 0 0,0 4 1 0 0,-1-3 31 0 0,0 0 0 0 0,-1-1 0 0 0,0 1 1 0 0,0 0-1 0 0,0 0 0 0 0,0-1 0 0 0,-1 1 1 0 0,0-1-1 0 0,0 0 0 0 0,-5 6 0 0 0,-6 5-303 0 0,-1 0-1 0 0,0-1 1 0 0,-1 0-1 0 0,0-2 1 0 0,-25 16-1 0 0,31-22-957 0 0</inkml:trace>
</inkml:ink>
</file>

<file path=ppt/ink/ink3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4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 25349 0 0,'-2'12'2161'0'0,"0"-8"-2772"0"0,1 0 0 0 0,-1 0 0 0 0,0-1 0 0 0,0 1 0 0 0,0 0 0 0 0,-1-1 0 0 0,-4 6 0 0 0,-4 1 1889 0 0,17-12-2181 0 0,1 0 887 0 0</inkml:trace>
</inkml:ink>
</file>

<file path=ppt/ink/ink3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4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22 7370 0 0,'-29'0'3654'0'0,"26"0"-2982"0"0,0 1 0 0 0,0-1 0 0 0,0 0 1 0 0,0 0-1 0 0,0 0 0 0 0,0 0 0 0 0,0 0 0 0 0,-4-2 0 0 0,40-9 2995 0 0,-20 8-3368 0 0,0 1-1 0 0,1 0 1 0 0,-1 0-1 0 0,1 2 1 0 0,-1-1-1 0 0,1 2 1 0 0,25 3-1 0 0,-35-3-261 0 0,0 0-1 0 0,0 0 0 0 0,-1 0 1 0 0,1 1-1 0 0,0-1 0 0 0,-1 1 1 0 0,1 0-1 0 0,-1 0 0 0 0,1 0 1 0 0,-1 0-1 0 0,0 1 0 0 0,0 0 1 0 0,0-1-1 0 0,0 1 0 0 0,0 0 1 0 0,-1 0-1 0 0,0 0 0 0 0,1 1 1 0 0,-1-1-1 0 0,0 1 0 0 0,0-1 1 0 0,-1 1-1 0 0,1 0 0 0 0,-1-1 0 0 0,0 1 1 0 0,0 0-1 0 0,0 0 0 0 0,0 0 1 0 0,-1 0-1 0 0,0 8 1 0 0,0 5-46 0 0,-1 0 1 0 0,-1 0-1 0 0,-1 0 1 0 0,-7 21-1 0 0,6-23 32 0 0,1-1 0 0 0,0 1 0 0 0,1-1 0 0 0,0 1 0 0 0,1 0 0 0 0,2 20 0 0 0,1-25 4 0 0,0 1 0 0 0,1-1 0 0 0,1 0 1 0 0,6 14-1 0 0,-7-15-29 0 0,1-1 0 0 0,-1 1 1 0 0,0 0-1 0 0,2 16 1 0 0,-4-21 0 0 0,-1 0 0 0 0,0-1 0 0 0,0 1 0 0 0,-1 0 0 0 0,1 0-1 0 0,-1 0 1 0 0,0-1 0 0 0,0 1 0 0 0,0 0 0 0 0,-1-1 0 0 0,1 1 0 0 0,-1-1 0 0 0,0 1 0 0 0,0-1 0 0 0,-3 5 0 0 0,-4 2-161 0 0,0-1 1 0 0,-1-1-1 0 0,0 1 0 0 0,0-2 0 0 0,-1 1 1 0 0,1-1-1 0 0,-2-1 0 0 0,1 0 1 0 0,-24 8-1 0 0,34-13 140 0 0,-20 7-410 0 0</inkml:trace>
</inkml:ink>
</file>

<file path=ppt/ink/ink3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5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46 4609 0 0,'9'-15'1617'0'0,"-7"13"-1155"0"0,0 0-1 0 0,0-1 0 0 0,0 0 1 0 0,-1 1-1 0 0,1-1 0 0 0,-1 0 1 0 0,0 0-1 0 0,0 0 0 0 0,1-3 1 0 0,-24 36 3837 0 0,-6 16-2348 0 0,-43 97 0 0 0,60-117-1808 0 0,2 0 1 0 0,1 1-1 0 0,1 0 0 0 0,1 0 0 0 0,-4 47 0 0 0,9-65-105 0 0,1-1 0 0 0,0 0-1 0 0,1 0 1 0 0,-1 0 0 0 0,2 0-1 0 0,-1-1 1 0 0,1 1 0 0 0,0 0-1 0 0,1 0 1 0 0,0-1 0 0 0,0 1-1 0 0,0-1 1 0 0,7 9-1 0 0,-6-11 12 0 0,0 0-1 0 0,0 0 0 0 0,1-1 0 0 0,0 0 0 0 0,-1 0 0 0 0,2 0 0 0 0,-1 0 0 0 0,0-1 0 0 0,1 0 0 0 0,-1 0 0 0 0,1 0 0 0 0,0-1 0 0 0,0 0 0 0 0,0 0 0 0 0,0-1 0 0 0,1 1 1 0 0,9 0-1 0 0,-4-1-57 0 0,0 0 1 0 0,-1-1 0 0 0,1-1 0 0 0,0 1 0 0 0,0-2-1 0 0,0 0 1 0 0,0 0 0 0 0,-1-1 0 0 0,16-6 0 0 0,-9 1-1154 0 0,0-1 0 0 0,-1 0 0 0 0,0-1 1 0 0,30-24-1 0 0,-31 22-549 0 0</inkml:trace>
</inkml:ink>
</file>

<file path=ppt/ink/ink3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5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1 1376 0 0,'-34'4'2082'0'0,"29"-3"-1257"0"0,1 1 1 0 0,-1-1-1 0 0,1 1 0 0 0,-1 0 0 0 0,1 0 0 0 0,0 1 0 0 0,0-1 1 0 0,-5 5-1 0 0,7-5-445 0 0,-1 0 0 0 0,1 0 0 0 0,0 0 0 0 0,0 0 0 0 0,1 1 0 0 0,-1-1 0 0 0,0 0 0 0 0,1 1 0 0 0,0 0 0 0 0,-1-1 0 0 0,1 1 0 0 0,0 0 0 0 0,0 0 0 0 0,1 0 0 0 0,-1-1 0 0 0,0 1 0 0 0,1 0 0 0 0,0 0 0 0 0,0 0 0 0 0,0 0 0 0 0,0 0 0 0 0,0 0-1 0 0,0 0 1 0 0,1 0 0 0 0,1 5 0 0 0,42 119 874 0 0,6 23-51 0 0,1 123-10649 0 0,-50-269 9319 0 0,5 32-4807 0 0</inkml:trace>
</inkml:ink>
</file>

<file path=ppt/ink/ink3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6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38 125 11058 0 0,'-32'11'1874'0'0,"27"-6"301"0"0,23-3 306 0 0,40-8-772 0 0,0-3 0 0 0,73-19 0 0 0,-20 3-1296 0 0,-25 7-331 0 0,16-3-505 0 0,147-13-1 0 0,-212 33-502 0 0</inkml:trace>
</inkml:ink>
</file>

<file path=ppt/ink/ink3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6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9674 0 0,'1'0'310'0'0,"0"0"0"0"0,-1 0 0 0 0,1 0 0 0 0,0 0 0 0 0,0 1-1 0 0,0-1 1 0 0,0 0 0 0 0,0 0 0 0 0,0 1 0 0 0,0-1 0 0 0,-1 0 0 0 0,8 6 2789 0 0,-7-4-2789 0 0,5 21 3210 0 0,-7-12-3112 0 0,1-1-1 0 0,-2 1 1 0 0,-2 12 0 0 0,2-15-182 0 0,-3 20 27 0 0,-1-5-96 0 0,2-1 0 0 0,1 1-1 0 0,1 0 1 0 0,1 43 0 0 0,1-61-128 0 0,1 0 0 0 0,0 1 0 0 0,0-1 0 0 0,0 0 0 0 0,1 1 0 0 0,0-1 0 0 0,0 0-1 0 0,0 0 1 0 0,0 0 0 0 0,1-1 0 0 0,0 1 0 0 0,0-1 0 0 0,0 1 0 0 0,1-1 0 0 0,-1 0 0 0 0,1 0 0 0 0,0 0 0 0 0,0-1 0 0 0,1 1 0 0 0,-1-1 0 0 0,1 0-1 0 0,-1 0 1 0 0,1-1 0 0 0,0 1 0 0 0,0-1 0 0 0,6 1 0 0 0,0 0 30 0 0,0 0 0 0 0,0-2 0 0 0,1 1-1 0 0,-1-2 1 0 0,1 1 0 0 0,-1-1 0 0 0,1-1 0 0 0,-1 0-1 0 0,1-1 1 0 0,-1 0 0 0 0,0-1 0 0 0,0 0 0 0 0,0-1 0 0 0,0 0-1 0 0,13-8 1 0 0,7-3-962 0 0,-1-2-1 0 0,-1-1 1 0 0,50-42 0 0 0</inkml:trace>
</inkml:ink>
</file>

<file path=ppt/ink/ink3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6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0 6913 0 0,'-13'6'6217'0'0,"13"-5"-6023"0"0,-4 20 4219 0 0,8 23-481 0 0,-3-43-3871 0 0,17 138 2445 0 0,11 56-1561 0 0,-27-186-1336 0 0,0-1-1 0 0,0 0 0 0 0,1 0 1 0 0,1 0-1 0 0,6 11 1 0 0</inkml:trace>
</inkml:ink>
</file>

<file path=ppt/ink/ink3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6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12899 0 0,'140'78'9026'0'0,"-84"-46"-8307"0"0,97 71 0 0 0,-9-4-2509 0 0,-117-83-5932 0 0</inkml:trace>
</inkml:ink>
</file>

<file path=ppt/ink/ink3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7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1 456 0 0,'-2'1'499'0'0,"-1"0"-1"0"0,1 1 0 0 0,-1-1 1 0 0,1 1-1 0 0,-1 0 1 0 0,1 0-1 0 0,0 0 0 0 0,0 0 1 0 0,0 0-1 0 0,0 0 1 0 0,0 1-1 0 0,1-1 0 0 0,-1 1 1 0 0,-1 2-1 0 0,-20 46 9566 0 0,13-26-10782 0 0,-58 112 4163 0 0,30-64-2790 0 0,3 1 0 0 0,-26 84 0 0 0,53-120-2052 0 0,8-21 670 0 0</inkml:trace>
</inkml:ink>
</file>

<file path=ppt/ink/ink3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7.6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8290 0 0,'5'-5'2571'0'0,"-5"4"-2285"0"0,1 1-1 0 0,0 0 1 0 0,-1-1 0 0 0,1 1-1 0 0,0 0 1 0 0,0-1 0 0 0,-1 1-1 0 0,1 0 1 0 0,0 0 0 0 0,0-1-1 0 0,-1 1 1 0 0,1 0 0 0 0,1 0 0 0 0,19-5 1313 0 0,-6 1-711 0 0,1 0 0 0 0,0 2 0 0 0,0 0 0 0 0,0 0 0 0 0,0 1 0 0 0,32 4 0 0 0,-45-3-860 0 0,1 0-1 0 0,-1 1 1 0 0,1 0 0 0 0,0 0-1 0 0,-1 0 1 0 0,0 0 0 0 0,1 1-1 0 0,-1-1 1 0 0,0 1 0 0 0,1 0-1 0 0,-1 0 1 0 0,0 0 0 0 0,-1 0-1 0 0,1 1 1 0 0,0-1 0 0 0,0 1-1 0 0,-1 0 1 0 0,0-1-1 0 0,0 1 1 0 0,1 0 0 0 0,-2 1-1 0 0,1-1 1 0 0,0 0 0 0 0,-1 0-1 0 0,1 1 1 0 0,-1-1 0 0 0,0 1-1 0 0,0-1 1 0 0,0 1 0 0 0,-1-1-1 0 0,1 1 1 0 0,-1 0 0 0 0,0-1-1 0 0,0 1 1 0 0,-1 5 0 0 0,0 5-29 0 0,-1 0 1 0 0,-8 27 0 0 0,7-32-68 0 0,0 0 0 0 0,1 1-1 0 0,0-1 1 0 0,0 1 0 0 0,1-1 0 0 0,1 1 0 0 0,0-1 0 0 0,1 17 0 0 0,0-23 58 0 0,0 0 1 0 0,0 0-1 0 0,0-1 0 0 0,0 1 0 0 0,1 0 0 0 0,-1 0 0 0 0,1-1 1 0 0,0 1-1 0 0,0-1 0 0 0,0 0 0 0 0,0 1 0 0 0,0-1 0 0 0,0 0 0 0 0,0 0 1 0 0,1-1-1 0 0,-1 1 0 0 0,1 0 0 0 0,0-1 0 0 0,4 3 0 0 0,6 1 13 0 0,0 0-1 0 0,1-1 0 0 0,16 3 0 0 0,27 9 86 0 0,-54-15-76 0 0,0 1 1 0 0,0-1-1 0 0,-1 1 0 0 0,1-1 0 0 0,0 1 0 0 0,-1 0 0 0 0,1 0 0 0 0,-1 0 1 0 0,1 0-1 0 0,-1 1 0 0 0,0-1 0 0 0,0 1 0 0 0,0-1 0 0 0,0 1 0 0 0,-1 0 0 0 0,1 0 1 0 0,-1 0-1 0 0,0-1 0 0 0,1 1 0 0 0,-1 1 0 0 0,0-1 0 0 0,0 6 0 0 0,-1-5-6 0 0,0 1 0 0 0,0 0 0 0 0,-1 0 0 0 0,0-1 0 0 0,0 1 0 0 0,0 0 0 0 0,-1-1 0 0 0,1 1 0 0 0,-1-1 0 0 0,0 1 0 0 0,-1-1 0 0 0,1 0-1 0 0,-1 0 1 0 0,-5 7 0 0 0,-4 3 36 0 0,0 0-1 0 0,-2-1 1 0 0,-18 16-1 0 0,-2-4-6629 0 0,17-13-674 0 0</inkml:trace>
</inkml:ink>
</file>

<file path=ppt/ink/ink3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7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0 9674 0 0,'-4'3'7984'0'0,"-7"8"-4299"0"0,-3 3-2211 0 0,10-11-1207 0 0,-21 15 1001 0 0,24-18-1279 0 0,0 1 0 0 0,0-1 0 0 0,0 1 1 0 0,0-1-1 0 0,0 1 0 0 0,0-1 1 0 0,0 1-1 0 0,0-1 0 0 0,0 0 0 0 0,0 0 1 0 0,0 1-1 0 0,-1-1 0 0 0,1 0 1 0 0,0 0-1 0 0,0 0 0 0 0,0 0 0 0 0,0-1 1 0 0,0 1-1 0 0,0 0 0 0 0,-1 0 1 0 0,0-1-1 0 0,2-5-236 0 0,3 1 247 0 0</inkml:trace>
</inkml:ink>
</file>

<file path=ppt/ink/ink3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10T22:53:28.7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1 3225 0 0,'-5'1'976'0'0,"-1"0"0"0"0,1 0 1 0 0,-1 0-1 0 0,1 1 1 0 0,0 0-1 0 0,0 0 0 0 0,-8 5 1 0 0,-13 5 4711 0 0,38-11-771 0 0,21 0-4148 0 0,-23-1-651 0 0,1-1-1 0 0,0 1 1 0 0,-1 1-1 0 0,1 0 1 0 0,0 0 0 0 0,-1 1-1 0 0,1 0 1 0 0,-1 1-1 0 0,10 4 1 0 0,-15-4-101 0 0,0-1 0 0 0,0 1 0 0 0,-1 0 1 0 0,1 1-1 0 0,-1-1 0 0 0,0 1 0 0 0,0-1 1 0 0,0 1-1 0 0,-1 0 0 0 0,1 1 0 0 0,-1-1 1 0 0,0 1-1 0 0,0-1 0 0 0,-1 1 0 0 0,1 0 1 0 0,-1 0-1 0 0,0 0 0 0 0,0 0 0 0 0,1 9 0 0 0,-1-5-18 0 0,0 1 0 0 0,-1 0-1 0 0,0-1 1 0 0,-1 1 0 0 0,0 0-1 0 0,0 0 1 0 0,-1-1 0 0 0,-2 14-1 0 0,-4 3-121 0 0,-16 42 0 0 0,5-20 16 0 0,18-47 108 0 0,0 0-1 0 0,0-1 1 0 0,-1 1 0 0 0,1 0-1 0 0,0-1 1 0 0,0 1 0 0 0,0 0-1 0 0,0-1 1 0 0,0 1-1 0 0,0 0 1 0 0,0 0 0 0 0,0-1-1 0 0,0 1 1 0 0,0 0 0 0 0,1-1-1 0 0,-1 1 1 0 0,0 0 0 0 0,0-1-1 0 0,1 1 1 0 0,-1 0-1 0 0,0-1 1 0 0,1 1 0 0 0,-1 0-1 0 0,1-1 1 0 0,-1 1 0 0 0,1-1-1 0 0,-1 1 1 0 0,1-1 0 0 0,-1 1-1 0 0,1-1 1 0 0,-1 0 0 0 0,1 1-1 0 0,-1-1 1 0 0,1 1-1 0 0,0-1 1 0 0,-1 0 0 0 0,1 0-1 0 0,0 1 1 0 0,-1-1 0 0 0,1 0-1 0 0,0 0 1 0 0,0 0 0 0 0,-1 0-1 0 0,1 0 1 0 0,0 0 0 0 0,-1 0-1 0 0,1 0 1 0 0,0 0-1 0 0,0 0 1 0 0,-1 0 0 0 0,2-1-1 0 0,49-6 172 0 0,-35 4-97 0 0,3 0-25 0 0,0 1-1 0 0,0 1 1 0 0,34 3-1 0 0,-48-2-41 0 0,-1 0-1 0 0,1 1 0 0 0,-1 0 1 0 0,1 0-1 0 0,-1 0 0 0 0,1 0 1 0 0,-1 1-1 0 0,0-1 0 0 0,0 1 1 0 0,0 0-1 0 0,0 0 1 0 0,0 1-1 0 0,0-1 0 0 0,-1 1 1 0 0,1 0-1 0 0,-1 0 0 0 0,1 0 1 0 0,-1 0-1 0 0,0 1 0 0 0,-1-1 1 0 0,6 9-1 0 0,-7-9 4 0 0,-1-1-1 0 0,1 1 1 0 0,-1 0-1 0 0,1 0 0 0 0,-1 0 1 0 0,0 0-1 0 0,0 0 1 0 0,-1 0-1 0 0,1 0 1 0 0,0 0-1 0 0,-1 0 1 0 0,0-1-1 0 0,1 1 1 0 0,-1 0-1 0 0,-1 0 1 0 0,1-1-1 0 0,0 1 1 0 0,0 0-1 0 0,-1-1 0 0 0,0 1 1 0 0,1-1-1 0 0,-1 0 1 0 0,0 0-1 0 0,0 0 1 0 0,-4 4-1 0 0,-5 4 66 0 0,0-1 0 0 0,0 0 0 0 0,-24 14 0 0 0,-115 58-469 0 0,130-69-14 0 0</inkml:trace>
</inkml:ink>
</file>

<file path=ppt/ink/ink3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1.9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1784 2477 5057 0 0,'14'-18'463'0'0,"-13"17"-444"0"0,-1 1-1 0 0,0-1 0 0 0,1 1 0 0 0,-1-1 0 0 0,1 1 0 0 0,-1-1 0 0 0,0 1 0 0 0,1-1 0 0 0,-1 0 1 0 0,0 1-1 0 0,0-1 0 0 0,1 1 0 0 0,-1-1 0 0 0,0 0 0 0 0,0 1 0 0 0,0-1 0 0 0,0 1 0 0 0,0-1 1 0 0,0 0-1 0 0,0 1 0 0 0,0-1 0 0 0,0 0 0 0 0,0 1 0 0 0,0-1 0 0 0,0 0 0 0 0,0 1 0 0 0,0-1 1 0 0,-1 1-1 0 0,1-1 0 0 0,0 0 0 0 0,-1 0 0 0 0,-1 1 89 0 0,0 1 0 0 0,1-1 1 0 0,-1 1-1 0 0,1-1 0 0 0,-1 1 0 0 0,0 0 1 0 0,1 0-1 0 0,-1 0 0 0 0,1 0 0 0 0,0 0 0 0 0,-3 2 78 0 0,-9 7-204 0 0,1 0 1 0 0,1 0-1 0 0,-1 2 0 0 0,-10 14 0 0 0,-15 14-243 0 0,-133 100-596 0 0,12-11-415 0 0,85-61 460 0 0,-218 185-514 0 0,221-201 1704 0 0,2 4 0 0 0,2 3 0 0 0,-83 96 0 0 0,74-74 238 0 0,-139 114 1 0 0,178-164-583 0 0,-111 113 127 0 0,51-46 691 0 0,36-35 2291 0 0,153-175-2355 0 0,-38 44-396 0 0,3 3 1 0 0,2 2-1 0 0,135-109 1 0 0,35-35-314 0 0,-148 128-61 0 0,120-89 0 0 0,-106 92-43 0 0,89-91 0 0 0,0 0-2 0 0,-67 74 52 0 0,55-49 69 0 0,-75 50-59 0 0,159-136 271 0 0,58-33 154 0 0,-49 38-506 0 0,97-79 547 0 0,-249 205-372 0 0,131-118 66 0 0,27-24-4 0 0,-37 10 612 0 0,-159 148-275 0 0,114-93 0 0 0,3-5 193 0 0,-85 75 369 0 0,-15 26 692 0 0,-119 107-3145 0 0</inkml:trace>
</inkml:ink>
</file>

<file path=ppt/ink/ink3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3.0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151 132 3225 0 0,'-2'-16'475'0'0,"0"0"0"0"0,-1 1 1 0 0,-1-1-1 0 0,-10-24 0 0 0,9 25 1103 0 0,5 14-1440 0 0,0 0 1 0 0,0 1-1 0 0,0-1 1 0 0,0 1-1 0 0,-1-1 1 0 0,1 0-1 0 0,0 1 1 0 0,0-1-1 0 0,-1 1 1 0 0,1-1-1 0 0,0 1 1 0 0,-1-1-1 0 0,1 1 1 0 0,-1-1-1 0 0,1 1 1 0 0,0-1-1 0 0,-1 1 1 0 0,1 0-1 0 0,-1-1 1 0 0,1 1-1 0 0,-1 0 1 0 0,0-1-1 0 0,1 1 1 0 0,-1 0-1 0 0,1 0 1 0 0,-1-1-1 0 0,1 1 1 0 0,-1 0-1 0 0,0 0 1 0 0,1 0-1 0 0,-1 0 0 0 0,0 0 1 0 0,-1 0 34 0 0,1 1 1 0 0,-1-1-1 0 0,1 1 1 0 0,-1-1-1 0 0,1 1 0 0 0,0 0 1 0 0,-1 0-1 0 0,1 0 1 0 0,0 0-1 0 0,-1 0 0 0 0,1 0 1 0 0,-1 1-1 0 0,-3 4 132 0 0,0 0-1 0 0,0 0 1 0 0,1 0-1 0 0,-5 9 1 0 0,-3 13-80 0 0,2 2 0 0 0,0-1-1 0 0,2 1 1 0 0,2 1 0 0 0,0-1 0 0 0,-1 39 0 0 0,7-66-225 0 0,0-1 0 0 0,-1 0 0 0 0,1 0 0 0 0,0 0 0 0 0,1 0 1 0 0,-1 0-1 0 0,0 0 0 0 0,1 0 0 0 0,-1 0 0 0 0,1 0 0 0 0,-1 0 0 0 0,1 0 0 0 0,0 0 1 0 0,0 0-1 0 0,0 0 0 0 0,0 0 0 0 0,0 0 0 0 0,0-1 0 0 0,1 1 0 0 0,-1 0 1 0 0,1-1-1 0 0,-1 1 0 0 0,1-1 0 0 0,-1 0 0 0 0,4 3 0 0 0,-1-3-1 0 0,-1 0 0 0 0,1 0-1 0 0,0 0 1 0 0,0 0 0 0 0,0-1-1 0 0,-1 1 1 0 0,1-1 0 0 0,0 0 0 0 0,0 0-1 0 0,0 0 1 0 0,0-1 0 0 0,0 1-1 0 0,5-2 1 0 0,13-5 108 0 0,1 0 1 0 0,-2-1-1 0 0,25-14 1 0 0,-26 13 0 0 0,0 0 0 0 0,0 1 0 0 0,36-9 0 0 0,-52 16-103 0 0,-1 0 1 0 0,1 0-1 0 0,0 1 1 0 0,0 0-1 0 0,0-1 1 0 0,0 1-1 0 0,0 1 1 0 0,-1-1-1 0 0,1 0 1 0 0,0 1-1 0 0,0 0 1 0 0,0 0-1 0 0,-1 0 1 0 0,1 1-1 0 0,0-1 1 0 0,-1 1-1 0 0,0 0 1 0 0,1 0-1 0 0,-1 0 1 0 0,0 0-1 0 0,0 0 1 0 0,0 1-1 0 0,0-1 1 0 0,0 1-1 0 0,4 6 1 0 0,-4-5-6 0 0,-1 1 0 0 0,0 0 0 0 0,1-1 1 0 0,-2 1-1 0 0,1 0 0 0 0,0 0 0 0 0,-1 1 1 0 0,0-1-1 0 0,0 0 0 0 0,-1 0 0 0 0,0 1 1 0 0,1-1-1 0 0,-2 0 0 0 0,1 0 0 0 0,-1 1 1 0 0,1-1-1 0 0,-1 0 0 0 0,-3 7 1 0 0,-1 1 90 0 0,0 1 0 0 0,-1-2 1 0 0,0 1-1 0 0,-1-1 1 0 0,0 0-1 0 0,-1 0 1 0 0,0-1-1 0 0,-1 0 1 0 0,-1 0-1 0 0,0-1 0 0 0,0-1 1 0 0,0 1-1 0 0,-24 14 1 0 0,32-23-107 0 0,1 0 0 0 0,-1-1 0 0 0,1 1 0 0 0,-1 0 1 0 0,0-1-1 0 0,0 1 0 0 0,1-1 0 0 0,-1 1 0 0 0,0-1 0 0 0,-3 0 1 0 0,-3-4-3477 0 0</inkml:trace>
</inkml:ink>
</file>

<file path=ppt/ink/ink3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4.1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16 3225 0 0,'0'-1'197'0'0,"-1"1"1"0"0,1 0 0 0 0,-1 0 0 0 0,-2-3 1186 0 0,3 2-1186 0 0,-1 1-1 0 0,1-1 1 0 0,0 1 0 0 0,-1-1 0 0 0,1 1-1 0 0,0-1 1 0 0,0 1 0 0 0,-1-1-1 0 0,1 0 1 0 0,0 1 0 0 0,0-1 0 0 0,0 1-1 0 0,0-1 1 0 0,0 0 0 0 0,0 1 0 0 0,0-1-1 0 0,0 0 1 0 0,16 3 6760 0 0,10 9-2082 0 0,-8 0-5385 0 0,-8 0 744 0 0,-1 0 0 0 0,-1 1 0 0 0,0 0-1 0 0,-1 0 1 0 0,0 1 0 0 0,-1 0 0 0 0,0 0-1 0 0,-1 0 1 0 0,4 17 0 0 0,-1-7-272 0 0,21 43-1 0 0,-25-59-119 0 0,0 0 0 0 0,0-1 0 0 0,0 0 0 0 0,1 0 0 0 0,0 0 0 0 0,1-1 0 0 0,-1 0 0 0 0,1 0 0 0 0,0 0 0 0 0,10 6 0 0 0</inkml:trace>
</inkml:ink>
</file>

<file path=ppt/ink/ink3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5.5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0 207 6913 0 0,'0'0'529'0'0,"0"-1"-417"0"0,1-4 235 0 0,0 1 1 0 0,0-1 0 0 0,0 0-1 0 0,1 1 1 0 0,0-1 0 0 0,-1 1-1 0 0,2-1 1 0 0,-1 1 0 0 0,0 0 0 0 0,1 0-1 0 0,0 0 1 0 0,0 0 0 0 0,5-4-1 0 0,51-49 1703 0 0,-48 48-1838 0 0,66-61-1557 0 0,-70 66 762 0 0</inkml:trace>
</inkml:ink>
</file>

<file path=ppt/ink/ink3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5.6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0 151 6913 0 0,'20'-15'56'0'0,"67"-70"2956"0"0,-49 46-3076 0 0,-27 28 117 0 0</inkml:trace>
</inkml:ink>
</file>

<file path=ppt/ink/ink3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6.3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0 154 2761 0 0,'1'-4'263'0'0,"0"0"0"0"0,0 1 0 0 0,0-1 0 0 0,0 0 0 0 0,0 1 0 0 0,1 0 1 0 0,0-1-1 0 0,-1 1 0 0 0,1 0 0 0 0,0 0 0 0 0,1 0 0 0 0,2-4 0 0 0,33-32 2247 0 0,-38 39-2505 0 0,12-12 896 0 0,1 0 1 0 0,24-15-1 0 0,-35 26-819 0 0,0-1-1 0 0,0 0 1 0 0,1 1 0 0 0,-1-1-1 0 0,0 1 1 0 0,1 0-1 0 0,-1 0 1 0 0,1 0-1 0 0,0 0 1 0 0,-1 0-1 0 0,1 1 1 0 0,0-1-1 0 0,-1 1 1 0 0,1 0-1 0 0,0-1 1 0 0,0 1-1 0 0,-1 1 1 0 0,1-1 0 0 0,0 0-1 0 0,0 1 1 0 0,-1-1-1 0 0,1 1 1 0 0,0 0-1 0 0,-1 0 1 0 0,5 2-1 0 0,-4 0-4 0 0,1 1 0 0 0,-1 0 0 0 0,0 0-1 0 0,-1 0 1 0 0,1 0 0 0 0,-1 0 0 0 0,0 0 0 0 0,0 1-1 0 0,0-1 1 0 0,-1 1 0 0 0,1-1 0 0 0,-1 1 0 0 0,0 0-1 0 0,0 0 1 0 0,-1-1 0 0 0,0 10 0 0 0,1-8 33 0 0,-1 0 0 0 0,1 0 1 0 0,0 1-1 0 0,0-1 0 0 0,1 0 1 0 0,0-1-1 0 0,0 1 0 0 0,0 0 0 0 0,5 8 1 0 0,-6-13-105 0 0,0 0-1 0 0,1 0 1 0 0,-1 0 0 0 0,0 0 0 0 0,0 0 0 0 0,1 0 0 0 0,-1 0-1 0 0,1 0 1 0 0,-1 0 0 0 0,1-1 0 0 0,-1 1 0 0 0,1 0-1 0 0,-1-1 1 0 0,1 1 0 0 0,-1-1 0 0 0,1 0 0 0 0,0 0 0 0 0,2 1-1 0 0,36-4 17 0 0,-2 2 256 0 0,-36 1-268 0 0,1 0 0 0 0,-1 1 0 0 0,0 0 0 0 0,1-1 0 0 0,-1 1 0 0 0,0 0-1 0 0,0 0 1 0 0,0 0 0 0 0,0 0 0 0 0,0 1 0 0 0,0-1 0 0 0,0 0 0 0 0,0 1-1 0 0,-1 0 1 0 0,1-1 0 0 0,0 1 0 0 0,-1 0 0 0 0,1 0 0 0 0,-1 0-1 0 0,0 0 1 0 0,2 2 0 0 0,-2 0 24 0 0,0 0-1 0 0,0 0 1 0 0,0 0-1 0 0,-1 0 0 0 0,1 0 1 0 0,-1 0-1 0 0,0 0 1 0 0,0 0-1 0 0,0 0 1 0 0,-1 0-1 0 0,-1 6 1 0 0,-3 8 260 0 0,0 1 1 0 0,-2-1 0 0 0,0 0 0 0 0,-10 17 0 0 0,15-31-194 0 0,-25 45-1745 0 0,23-42 310 0 0</inkml:trace>
</inkml:ink>
</file>

<file path=ppt/ink/ink3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6.7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1 10594 0 0,'-2'0'944'0'0,"0"0"-751"0"0,4 1-482 0 0,-2 0-95 0 0,-2 1-24 0 0,0 0 0 0 0,0 4 696 0 0,-2-1 144 0 0,1 4 24 0 0,-1-1 9 0 0,0 3-922 0 0,0-2-183 0 0,0 2-40 0 0,0-1-8 0 0,1-3 528 0 0,0-6 160 0 0</inkml:trace>
</inkml:ink>
</file>

<file path=ppt/ink/ink3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07.3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88 920 0 0,'-3'-1'413'0'0,"0"-1"-1"0"0,-1 0 1 0 0,1 1-1 0 0,0-1 1 0 0,1 0-1 0 0,-1 0 1 0 0,0-1 0 0 0,-4-4-1 0 0,7 6-228 0 0,-1 1-1 0 0,1-1 1 0 0,0 0 0 0 0,-1 0-1 0 0,1 0 1 0 0,0-1-1 0 0,0 1 1 0 0,0 0 0 0 0,0 0-1 0 0,0 0 1 0 0,0 0 0 0 0,0 0-1 0 0,0 0 1 0 0,0 0-1 0 0,1 0 1 0 0,-1 0 0 0 0,0 0-1 0 0,1 0 1 0 0,-1 0-1 0 0,1 0 1 0 0,-1 0 0 0 0,1 1-1 0 0,-1-1 1 0 0,1 0 0 0 0,0 0-1 0 0,-1 0 1 0 0,1 1-1 0 0,0-1 1 0 0,-1 0 0 0 0,1 0-1 0 0,0 1 1 0 0,0-1-1 0 0,0 1 1 0 0,1-1 0 0 0,3-3 87 0 0,1 0 1 0 0,-1 0 0 0 0,1 1 0 0 0,0 0 0 0 0,0 0-1 0 0,0 0 1 0 0,0 1 0 0 0,1 0 0 0 0,-1 0 0 0 0,0 1-1 0 0,14-2 1 0 0,-17 3-239 0 0,0-1 0 0 0,0 1 0 0 0,0 0 0 0 0,0 1 0 0 0,1-1 0 0 0,-1 0 0 0 0,0 1 0 0 0,0-1 0 0 0,0 1-1 0 0,0 0 1 0 0,0 0 0 0 0,0 1 0 0 0,-1-1 0 0 0,1 0 0 0 0,0 1 0 0 0,-1 0 0 0 0,1-1 0 0 0,-1 1 0 0 0,1 0 0 0 0,-1 0 0 0 0,0 1 0 0 0,0-1 0 0 0,0 0 0 0 0,0 1-1 0 0,0-1 1 0 0,0 1 0 0 0,1 3 0 0 0,1 6 41 0 0,1 1 0 0 0,-2 1 0 0 0,0-1-1 0 0,0 0 1 0 0,-2 1 0 0 0,1-1 0 0 0,-2 16-1 0 0,8 50 63 0 0,-8-78-134 0 0,0 0-1 0 0,1 0 1 0 0,-1 1 0 0 0,0-1 0 0 0,1 0-1 0 0,-1 0 1 0 0,1 0 0 0 0,0 0 0 0 0,-1 1 0 0 0,1-1-1 0 0,0 0 1 0 0,0 0 0 0 0,0 0 0 0 0,0-1-1 0 0,-1 1 1 0 0,1 0 0 0 0,0 0 0 0 0,1 0-1 0 0,-1-1 1 0 0,0 1 0 0 0,0-1 0 0 0,0 1 0 0 0,0 0-1 0 0,0-1 1 0 0,1 0 0 0 0,-1 1 0 0 0,0-1-1 0 0,0 0 1 0 0,1 0 0 0 0,-1 0 0 0 0,0 0 0 0 0,1 0-1 0 0,-1 0 1 0 0,0 0 0 0 0,0 0 0 0 0,1 0-1 0 0,-1 0 1 0 0,0-1 0 0 0,0 1 0 0 0,3-2 0 0 0,7-1-5 0 0,1-2 0 0 0,-1 1 0 0 0,18-11 0 0 0,-6 3 8 0 0,-16 9-22 0 0,1 0-1 0 0,-1 1 0 0 0,1 0 0 0 0,0 0 0 0 0,-1 0 0 0 0,1 1 0 0 0,15 0 0 0 0,-21 1 22 0 0,0 0 0 0 0,0 0-1 0 0,0 1 1 0 0,0-1-1 0 0,0 1 1 0 0,0 0-1 0 0,0-1 1 0 0,0 1-1 0 0,0 0 1 0 0,0 0-1 0 0,-1 0 1 0 0,1 0-1 0 0,0 1 1 0 0,-1-1-1 0 0,1 0 1 0 0,-1 1-1 0 0,1-1 1 0 0,-1 1-1 0 0,0-1 1 0 0,0 1 0 0 0,0 0-1 0 0,0-1 1 0 0,0 1-1 0 0,0 0 1 0 0,0 0-1 0 0,0 0 1 0 0,-1 0-1 0 0,1 0 1 0 0,-1 0-1 0 0,1 0 1 0 0,-1 0-1 0 0,0 0 1 0 0,0 0-1 0 0,0 0 1 0 0,0 3-1 0 0,-1 10 200 0 0,0 0 0 0 0,0 0 0 0 0,-2-1 0 0 0,0 1 0 0 0,0-1 0 0 0,-2 1 0 0 0,-6 15 0 0 0,-50 95 1114 0 0,45-96-1521 0 0</inkml:trace>
</inkml:ink>
</file>

<file path=ppt/ink/ink3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0.4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218 4498 3225 0 0,'-20'18'274'0'0,"-33"39"0"0"0,10-10-224 0 0,20-25-112 0 0,11-11 282 0 0,0 0 1 0 0,1 0-1 0 0,1 2 0 0 0,0-1 0 0 0,-13 22 0 0 0,63-70 1355 0 0,108-139-367 0 0,-26 27-255 0 0,-46 61-477 0 0,160-172 1506 0 0,-40 58-962 0 0,153-138-857 0 0,-54 62 895 0 0,-12 10 732 0 0,-9 19-1357 0 0,-30 25-378 0 0,-15 17 376 0 0,26-23-133 0 0,42-41-304 0 0,-79 68 65 0 0,-23 22-46 0 0,130-110-79 0 0,-65 51 79 0 0,-11 9 91 0 0,3-5-21 0 0,-170 154-25 0 0,-72 72-156 0 0,88-87 2413 0 0,136-103 0 0 0,-220 191-4220 0 0</inkml:trace>
</inkml:ink>
</file>

<file path=ppt/ink/ink3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1.8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177 57 4609 0 0,'-11'-11'1716'0'0,"6"5"-831"0"0,-1 0 0 0 0,1 1 0 0 0,-1 0 1 0 0,0 0-1 0 0,0 1 0 0 0,-10-7 0 0 0,14 11-697 0 0,0-1 1 0 0,0 0 0 0 0,0 1-1 0 0,0-1 1 0 0,0 1-1 0 0,0 0 1 0 0,0 0 0 0 0,0 0-1 0 0,0 0 1 0 0,0 0 0 0 0,0 0-1 0 0,0 0 1 0 0,0 0 0 0 0,0 1-1 0 0,0-1 1 0 0,0 1 0 0 0,0 0-1 0 0,0 0 1 0 0,0-1-1 0 0,0 1 1 0 0,0 0 0 0 0,1 0-1 0 0,-1 1 1 0 0,0-1 0 0 0,1 0-1 0 0,-1 1 1 0 0,1-1 0 0 0,0 1-1 0 0,-3 2 1 0 0,-3 5 93 0 0,1 1 1 0 0,-1-1-1 0 0,2 1 1 0 0,-1 1-1 0 0,2-1 0 0 0,-1 1 1 0 0,1-1-1 0 0,1 1 1 0 0,0 1-1 0 0,1-1 0 0 0,0 0 1 0 0,-1 21-1 0 0,3-30-275 0 0,0 0-1 0 0,0 0 0 0 0,0 1 0 0 0,1-1 1 0 0,-1 0-1 0 0,1 0 0 0 0,-1 1 1 0 0,1-1-1 0 0,0 0 0 0 0,0 0 0 0 0,-1 0 1 0 0,2 0-1 0 0,-1 0 0 0 0,0 0 1 0 0,0 0-1 0 0,1-1 0 0 0,-1 1 0 0 0,1 0 1 0 0,-1-1-1 0 0,3 2 0 0 0,-1 0 14 0 0,1-1-1 0 0,0 0 1 0 0,-1 0-1 0 0,1-1 1 0 0,0 1-1 0 0,0-1 0 0 0,0 0 1 0 0,0 0-1 0 0,0 0 1 0 0,6 0-1 0 0,9 0 64 0 0,-1-1-1 0 0,1-1 1 0 0,34-6-1 0 0,-44 5-76 0 0,8 0-6 0 0,0 0 0 0 0,-1 1 0 0 0,1 1 0 0 0,30 2 0 0 0,-42-1 0 0 0,0 0 0 0 0,0 0 0 0 0,0 1 0 0 0,-1-1 0 0 0,1 1 0 0 0,0 0 0 0 0,-1 1 0 0 0,1-1 0 0 0,4 4 0 0 0,-7-4 0 0 0,0 0 0 0 0,0 0 0 0 0,0 0 0 0 0,0 0 0 0 0,0 0 0 0 0,0 1 0 0 0,-1-1 0 0 0,1 0 0 0 0,-1 1 0 0 0,1 0 0 0 0,-1-1 0 0 0,0 1 0 0 0,0 0 0 0 0,0 0 0 0 0,-1-1 0 0 0,1 1 0 0 0,0 3 0 0 0,-1-1 2 0 0,-1 1-1 0 0,1-1 1 0 0,-1 0 0 0 0,0 0 0 0 0,0 0 0 0 0,0 0 0 0 0,-1 0 0 0 0,0 0-1 0 0,0 0 1 0 0,0-1 0 0 0,-1 1 0 0 0,1 0 0 0 0,-1-1 0 0 0,-4 6-1 0 0,-8 8 22 0 0,-29 29 1 0 0,41-43-22 0 0,-14 12 56 0 0,0-1 0 0 0,-29 21 0 0 0,37-31-138 0 0,1 0-1 0 0,-1 0 1 0 0,0 0-1 0 0,0-1 1 0 0,0-1 0 0 0,-1 1-1 0 0,1-2 1 0 0,-15 3-1 0 0,5-6-1603 0 0,12-3 113 0 0</inkml:trace>
</inkml:ink>
</file>

<file path=ppt/ink/ink3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3.3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191 87 4609 0 0,'0'0'353'0'0,"3"18"1032"0"0,-5-6-969 0 0,0 0-1 0 0,0 0 1 0 0,-1 0 0 0 0,-1-1 0 0 0,0 1 0 0 0,0-1-1 0 0,-1 0 1 0 0,-9 14 0 0 0,12-20-335 0 0,-1 0 1 0 0,0 0-1 0 0,-1-1 0 0 0,1 1 1 0 0,-1-1-1 0 0,0 0 0 0 0,0 0 1 0 0,0 0-1 0 0,-1 0 0 0 0,1-1 1 0 0,-1 0-1 0 0,0 0 0 0 0,0 0 1 0 0,0 0-1 0 0,0-1 0 0 0,0 0 1 0 0,-1 0-1 0 0,1 0 1 0 0,-9 1-1 0 0,12-3-22 0 0,0 0 0 0 0,0 0 0 0 0,0 0 0 0 0,0 0 0 0 0,0 0 0 0 0,0 0 0 0 0,1-1 1 0 0,-1 1-1 0 0,0-1 0 0 0,0 1 0 0 0,0-1 0 0 0,1 0 0 0 0,-1 0 0 0 0,0 0 0 0 0,1 0 0 0 0,-1 0 0 0 0,1 0 0 0 0,-1 0 0 0 0,1 0 1 0 0,-3-2-1 0 0,2 0 13 0 0,0 0-1 0 0,0 0 1 0 0,1-1 0 0 0,-1 1 0 0 0,0 0 0 0 0,1-1 0 0 0,0 1 0 0 0,0 0 0 0 0,0-1 0 0 0,0-3 0 0 0,-1-6 111 0 0,1 0 1 0 0,0 0 0 0 0,2-1-1 0 0,2-22 1 0 0,-2 23-97 0 0,2 1 0 0 0,-1 0 1 0 0,1 0-1 0 0,1 0 0 0 0,0 0 1 0 0,1 1-1 0 0,8-16 0 0 0,-11 25-26 0 0,-1-1 0 0 0,1 0-1 0 0,0 1 1 0 0,0-1 0 0 0,0 1-1 0 0,0-1 1 0 0,1 1 0 0 0,-1 0 0 0 0,1 0-1 0 0,-1 0 1 0 0,1 1 0 0 0,0-1 0 0 0,-1 0-1 0 0,1 1 1 0 0,0 0 0 0 0,0 0 0 0 0,0 0-1 0 0,0 0 1 0 0,1 0 0 0 0,-1 0 0 0 0,0 1-1 0 0,0-1 1 0 0,0 1 0 0 0,0 0-1 0 0,1 0 1 0 0,-1 1 0 0 0,0-1 0 0 0,0 0-1 0 0,0 1 1 0 0,0 0 0 0 0,0 0 0 0 0,0 0-1 0 0,5 2 1 0 0,4 3 178 0 0,0 0 0 0 0,0 1 1 0 0,-1 1-1 0 0,0 0 0 0 0,-1 0 0 0 0,1 1 0 0 0,-2 1 0 0 0,1-1 0 0 0,-1 2 1 0 0,11 15-1 0 0,-6-5 43 0 0,0 0-1 0 0,-2 1 1 0 0,0 0 0 0 0,14 42 0 0 0,-23-56-259 0 0,-1 0 1 0 0,0 0-1 0 0,-1 1 1 0 0,0-1-1 0 0,0 0 1 0 0,0 1-1 0 0,-2-1 1 0 0,1 1-1 0 0,-1-1 1 0 0,0 1-1 0 0,0-1 1 0 0,-5 15-1 0 0,1-9-250 0 0,-1 0-1 0 0,0-1 1 0 0,-1 1-1 0 0,0-1 1 0 0,-1-1-1 0 0,-13 17 1 0 0,14-21-959 0 0</inkml:trace>
</inkml:ink>
</file>

<file path=ppt/ink/ink3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3.6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99 7834 0 0,'-1'-1'143'0'0,"1"1"0"0"0,0-1 1 0 0,-1 0-1 0 0,1 0 0 0 0,0 1 1 0 0,0-1-1 0 0,-1 0 0 0 0,1 0 1 0 0,0 0-1 0 0,0 0 1 0 0,0 0-1 0 0,0 1 0 0 0,0-1 1 0 0,0 0-1 0 0,0 0 0 0 0,0 0 1 0 0,1 0-1 0 0,-1 0 0 0 0,0 1 1 0 0,0-1-1 0 0,1 0 0 0 0,-1 0 1 0 0,0 0-1 0 0,1 1 0 0 0,-1-1 1 0 0,1 0-1 0 0,0 0 1 0 0,16-30 2417 0 0,-14 26-1999 0 0,11-14 1539 0 0,4 2-5269 0 0,-18 17 2962 0 0,1-1 0 0 0,-1 1 0 0 0,1 0 0 0 0,0-1 0 0 0,-1 1 0 0 0,1 0 0 0 0,-1-1 1 0 0,1 1-1 0 0,-1 0 0 0 0,1 0 0 0 0,0 0 0 0 0,-1 0 0 0 0,1 0 0 0 0,0-1 0 0 0,-1 1 0 0 0,1 0 0 0 0,0 1 0 0 0,-1-1 0 0 0,1 0 1 0 0,-1 0-1 0 0,1 0 0 0 0,0 0 0 0 0,-1 0 0 0 0,1 1 0 0 0,0-1 0 0 0,0 1-42 0 0,0 0 1 0 0,0 0-1 0 0,0 1 1 0 0,0-1-1 0 0,-1 0 0 0 0,1 0 1 0 0,-1 1-1 0 0,1-1 0 0 0,-1 0 1 0 0,1 1-1 0 0,-1-1 1 0 0,1 1-1 0 0,-1-1 0 0 0,0 0 1 0 0,0 1-1 0 0,0-1 0 0 0,0 2 1 0 0,0 10 227 0 0,-1 2 20 0 0</inkml:trace>
</inkml:ink>
</file>

<file path=ppt/ink/ink3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3.7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0 115 2304 0 0,'3'-1'201'0'0,"0"-2"-201"0"0,-1 0 0 0 0,1 1 0 0 0,0-1 896 0 0,0 0 144 0 0,-1 0 24 0 0,4-3 8 0 0,3-5-135 0 0,2-3-25 0 0,3-2-8 0 0,0-4-2416 0 0,-2 4-489 0 0,-3 2-95 0 0</inkml:trace>
</inkml:ink>
</file>

<file path=ppt/ink/ink3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4.5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73 10594 0 0,'-14'-34'5588'0'0,"17"53"-4318"0"0,1 10-756 0 0,2 1 0 0 0,0-1 0 0 0,3 0 0 0 0,0-1 0 0 0,23 48 0 0 0,-27-67-497 0 0,0 0 1 0 0,1 0-1 0 0,0-1 0 0 0,0 0 0 0 0,1 0 0 0 0,0-1 0 0 0,0 0 0 0 0,17 12 0 0 0,-18-15-19 0 0,0 0 0 0 0,1-1 0 0 0,0 0 0 0 0,-1 0 0 0 0,1-1-1 0 0,0 0 1 0 0,0 0 0 0 0,0 0 0 0 0,1-1 0 0 0,-1 0 0 0 0,0 0 0 0 0,1-1 0 0 0,12-1-1 0 0,-14 0-2 0 0,0 0 0 0 0,0 0 0 0 0,-1 0 0 0 0,1-1 0 0 0,-1 0 0 0 0,1 0 0 0 0,-1 0 0 0 0,0-1 0 0 0,0 0 0 0 0,0 0 0 0 0,0 0 0 0 0,6-6 0 0 0,-10 8-8 0 0,0 0-1 0 0,1 0 0 0 0,-1 0 0 0 0,0-1 0 0 0,0 1 0 0 0,0-1 1 0 0,0 1-1 0 0,0-1 0 0 0,0 1 0 0 0,-1-1 0 0 0,1 1 0 0 0,-1-1 1 0 0,1 0-1 0 0,-1 1 0 0 0,1-1 0 0 0,-1 0 0 0 0,0 0 0 0 0,0 1 1 0 0,0-1-1 0 0,0 0 0 0 0,0 1 0 0 0,0-1 0 0 0,0 0 0 0 0,0 0 1 0 0,-1 1-1 0 0,1-1 0 0 0,-1 0 0 0 0,1 1 0 0 0,-1-1 1 0 0,0 1-1 0 0,0-1 0 0 0,1 1 0 0 0,-1-1 0 0 0,0 1 0 0 0,0-1 1 0 0,-1 1-1 0 0,1 0 0 0 0,0-1 0 0 0,0 1 0 0 0,-1 0 0 0 0,1 0 1 0 0,0 0-1 0 0,-3-1 0 0 0,-3-2-29 0 0,0 0 0 0 0,0 0 0 0 0,0 0 0 0 0,0 1 0 0 0,-1 0 0 0 0,1 1 0 0 0,-1 0 0 0 0,0 0 0 0 0,0 1 0 0 0,0 0 0 0 0,-13-1 0 0 0,11 2 0 0 0,1-1 0 0 0,0 0-1 0 0,-1-1 1 0 0,1 0-1 0 0,0-1 1 0 0,0 0 0 0 0,-12-5-1 0 0,19 7 47 0 0,0 0-1 0 0,0-1 0 0 0,0 1 1 0 0,1 0-1 0 0,-1-1 1 0 0,1 1-1 0 0,-1-1 1 0 0,1 1-1 0 0,-1-1 1 0 0,1 1-1 0 0,0-1 1 0 0,0 0-1 0 0,0 0 1 0 0,0 0-1 0 0,0 0 0 0 0,0 0 1 0 0,1 0-1 0 0,-1 0 1 0 0,0-3-1 0 0,0 1 10 0 0,1 0-1 0 0,0 0 0 0 0,0 0 0 0 0,1 0 1 0 0,-1 0-1 0 0,1 0 0 0 0,0 0 1 0 0,0 0-1 0 0,3-7 0 0 0,1 0 19 0 0,0 1-1 0 0,1 0 0 0 0,0 1 1 0 0,1-1-1 0 0,-1 1 1 0 0,13-12-1 0 0,-11 13 45 0 0,0 0 0 0 0,1 1 0 0 0,1 0 0 0 0,-1 0 0 0 0,1 1 0 0 0,0 0 0 0 0,0 1 0 0 0,1 0 1 0 0,-1 1-1 0 0,16-4 0 0 0,-21 6-42 0 0,0 1 0 0 0,0 0 1 0 0,-1 1-1 0 0,1 0 1 0 0,0-1-1 0 0,0 1 1 0 0,0 1-1 0 0,0-1 0 0 0,0 1 1 0 0,0 0-1 0 0,-1 0 1 0 0,1 0-1 0 0,0 1 0 0 0,-1-1 1 0 0,1 1-1 0 0,-1 1 1 0 0,1-1-1 0 0,-1 0 1 0 0,0 1-1 0 0,0 0 0 0 0,0 0 1 0 0,0 0-1 0 0,-1 0 1 0 0,1 1-1 0 0,-1 0 0 0 0,4 5 1 0 0,101 156 1246 0 0,-102-153-1734 0 0,13 20-2746 0 0,-18-31 3066 0 0,-1 1 0 0 0,1-1 0 0 0,0 0 1 0 0,0 0-1 0 0,0 0 0 0 0,0 0 0 0 0,0 0 1 0 0,0-1-1 0 0,1 1 0 0 0,-1 0 1 0 0,0 0-1 0 0,0-1 0 0 0,1 1 0 0 0,-1 0 1 0 0,0-1-1 0 0,1 0 0 0 0,-1 1 1 0 0,0-1-1 0 0,1 0 0 0 0,-1 0 0 0 0,2 1 1 0 0,5-3-1712 0 0</inkml:trace>
</inkml:ink>
</file>

<file path=ppt/ink/ink3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4.7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9674 0 0,'0'3'335'0'0,"1"1"-1"0"0,0-1 1 0 0,0 0-1 0 0,0 0 1 0 0,0 1-1 0 0,0-1 1 0 0,0 0-1 0 0,1 0 1 0 0,0 0 0 0 0,2 3-1 0 0,2 5 871 0 0,19 64 2613 0 0,-21-59-3830 0 0,1 0 1 0 0,0-1-1 0 0,1 0 1 0 0,1 0-1 0 0,11 19 1 0 0,-11-23-893 0 0</inkml:trace>
</inkml:ink>
</file>

<file path=ppt/ink/ink3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5.0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0 300 6913 0 0,'56'0'3274'0'0,"133"-3"2288"0"0,-160 1-5145 0 0,0-2-1 0 0,0 0 1 0 0,-1-2 0 0 0,43-14 0 0 0,-67 18-415 0 0,0 1-1 0 0,0-1 1 0 0,0 0-1 0 0,0 0 1 0 0,-1 0-1 0 0,1 0 1 0 0,-1-1-1 0 0,1 0 1 0 0,-1 1-1 0 0,0-1 1 0 0,0-1-1 0 0,0 1 1 0 0,0 0-1 0 0,0-1 1 0 0,3-5-1 0 0,-5 6 17 0 0,0 0 0 0 0,0 0 0 0 0,0-1 0 0 0,-1 1 0 0 0,1 0 0 0 0,-1 0 0 0 0,0 0 0 0 0,0-1 0 0 0,0 1 0 0 0,-1 0 0 0 0,1 0-1 0 0,0 0 1 0 0,-1-1 0 0 0,0 1 0 0 0,0 0 0 0 0,0 0 0 0 0,0 0 0 0 0,-1 0 0 0 0,1 1 0 0 0,-1-1 0 0 0,-3-5 0 0 0,-4-5-59 0 0,-1-1 0 0 0,-1 2 0 0 0,0-1 0 0 0,-1 2 0 0 0,0-1 0 0 0,-1 2 0 0 0,0-1 0 0 0,-1 2 0 0 0,-26-15 0 0 0,19 13-6359 0 0</inkml:trace>
</inkml:ink>
</file>

<file path=ppt/ink/ink3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5.2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9218 0 0,'5'0'566'0'0,"1"1"0"0"0,-1 0-1 0 0,1 1 1 0 0,-1-1 0 0 0,1 1 0 0 0,-1 0 0 0 0,0 1 0 0 0,0-1-1 0 0,0 1 1 0 0,0 0 0 0 0,0 0 0 0 0,-1 1 0 0 0,7 5-1 0 0,8 8 686 0 0,26 32-1 0 0,-37-41-1000 0 0,16 20-401 0 0,36 37 1136 0 0,-13-28-6950 0 0,-29-26-384 0 0</inkml:trace>
</inkml:ink>
</file>

<file path=ppt/ink/ink3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5.5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61 6449 0 0,'0'-1'124'0'0,"0"-1"0"0"0,0 1 0 0 0,0-1-1 0 0,0 1 1 0 0,0-1 0 0 0,0 1 0 0 0,1-1-1 0 0,-1 1 1 0 0,0-1 0 0 0,1 1 0 0 0,-1 0-1 0 0,1-1 1 0 0,-1 1 0 0 0,1 0-1 0 0,0-1 1 0 0,-1 1 0 0 0,1 0 0 0 0,0 0-1 0 0,0-1 1 0 0,0 1 0 0 0,2-2 0 0 0,0 1 206 0 0,1-1 1 0 0,-1 1 0 0 0,1 0 0 0 0,-1 0-1 0 0,1 0 1 0 0,0 0 0 0 0,0 1 0 0 0,4-2-1 0 0,1 1 385 0 0,0-1-1 0 0,0 2 0 0 0,1-1 1 0 0,-1 1-1 0 0,1 1 1 0 0,15 1-1 0 0,-19-1-504 0 0,1 1-1 0 0,-1 1 1 0 0,0-1 0 0 0,0 1-1 0 0,-1 0 1 0 0,1 1 0 0 0,0-1 0 0 0,-1 1-1 0 0,1 0 1 0 0,-1 1 0 0 0,0-1-1 0 0,0 1 1 0 0,7 7 0 0 0,-8-6-220 0 0,0 0 1 0 0,0 0 0 0 0,-1 0 0 0 0,0 0-1 0 0,0 1 1 0 0,0-1 0 0 0,-1 1-1 0 0,1 0 1 0 0,-1 0 0 0 0,-1 0 0 0 0,1 0-1 0 0,-1 0 1 0 0,0 0 0 0 0,-1 0-1 0 0,1 1 1 0 0,-1-1 0 0 0,-1 0-1 0 0,1 0 1 0 0,-1 1 0 0 0,-2 10 0 0 0,-8 24-2125 0 0,4-20-4308 0 0</inkml:trace>
</inkml:ink>
</file>

<file path=ppt/ink/ink3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5.8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93 10138 0 0,'-12'9'1175'0'0,"20"-15"1545"0"0,15-14-9 0 0,-2-13-3265 0 0,-20 30 84 0 0,1-1 0 0 0,-1 1 1 0 0,1 0-1 0 0,0-1 0 0 0,0 1 0 0 0,1 0 0 0 0,-1 0 0 0 0,1 1 1 0 0,-1-1-1 0 0,1 0 0 0 0,0 1 0 0 0,4-4 0 0 0,-4 5 470 0 0</inkml:trace>
</inkml:ink>
</file>

<file path=ppt/ink/ink3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5.9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40 2761 0 0,'1'2'190'0'0,"-1"0"-1"0"0,0 0 1 0 0,1 0 0 0 0,-1 0 0 0 0,1 1 0 0 0,0-1 0 0 0,0 0 0 0 0,0 0 0 0 0,0 0 0 0 0,0-1 0 0 0,3 5 0 0 0,-4-6-46 0 0,1 0 0 0 0,-1 1 1 0 0,1-1-1 0 0,-1 0 0 0 0,1 1 0 0 0,-1-1 1 0 0,1 0-1 0 0,-1 0 0 0 0,1 1 0 0 0,0-1 0 0 0,-1 0 1 0 0,1 0-1 0 0,-1 0 0 0 0,1 0 0 0 0,0 0 1 0 0,-1 0-1 0 0,1 0 0 0 0,-1 0 0 0 0,1 0 0 0 0,0 0 1 0 0,-1 0-1 0 0,1 0 0 0 0,0 0 0 0 0,-1 0 1 0 0,1-1-1 0 0,0 1 0 0 0,2-2 206 0 0,-1 1 0 0 0,1-1 1 0 0,-1 0-1 0 0,0 0 0 0 0,0 0 0 0 0,0 0 1 0 0,0 0-1 0 0,2-3 0 0 0,9-14-1246 0 0,-5 4 956 0 0,-1-1 12 0 0</inkml:trace>
</inkml:ink>
</file>

<file path=ppt/ink/ink3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6.2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84 21 3681 0 0,'-1'-1'152'0'0,"0"1"0"0"0,-1 0-1 0 0,1 0 1 0 0,0 0 0 0 0,-1 0 0 0 0,1 0 0 0 0,0 1 0 0 0,0-1 0 0 0,-1 0 0 0 0,1 0 0 0 0,0 1 0 0 0,0-1 0 0 0,-1 1-1 0 0,1-1 1 0 0,0 1 0 0 0,0 0 0 0 0,0-1 0 0 0,0 1 0 0 0,0 0 0 0 0,0 0 0 0 0,0 0 0 0 0,0-1 0 0 0,0 1-1 0 0,-1 2 1 0 0,-19 27 3022 0 0,19-26-2736 0 0,-3 5-3 0 0,1 0 1 0 0,0 0-1 0 0,0 0 0 0 0,1 1 0 0 0,0-1 0 0 0,1 1 0 0 0,0 0 0 0 0,1 0 0 0 0,0 0 0 0 0,0-1 1 0 0,1 1-1 0 0,0 0 0 0 0,1 0 0 0 0,0 0 0 0 0,1 0 0 0 0,0 0 0 0 0,6 18 0 0 0,-5-20-396 0 0,0 0-1 0 0,0-1 0 0 0,1 1 1 0 0,0-1-1 0 0,0 0 1 0 0,1 0-1 0 0,0 0 0 0 0,0 0 1 0 0,0-1-1 0 0,1 0 1 0 0,0 0-1 0 0,0 0 0 0 0,1-1 1 0 0,0 0-1 0 0,0-1 1 0 0,0 1-1 0 0,0-1 0 0 0,1 0 1 0 0,-1-1-1 0 0,1 0 1 0 0,11 3-1 0 0,-12-5 8 0 0,0 1 0 0 0,0-2 1 0 0,0 1-1 0 0,-1-1 0 0 0,1 0 0 0 0,0 0 1 0 0,0-1-1 0 0,0 0 0 0 0,0 0 1 0 0,-1-1-1 0 0,1 0 0 0 0,-1 0 0 0 0,1-1 1 0 0,-1 1-1 0 0,0-1 0 0 0,0-1 0 0 0,0 1 1 0 0,0-1-1 0 0,0 0 0 0 0,-1 0 0 0 0,0-1 1 0 0,0 1-1 0 0,6-8 0 0 0,-6 6-4 0 0,0 0 1 0 0,-1-1-1 0 0,0 1 0 0 0,0 0 0 0 0,-1-1 0 0 0,0 0 0 0 0,0 0 0 0 0,-1 0 1 0 0,1 0-1 0 0,-2-1 0 0 0,1 1 0 0 0,-1 0 0 0 0,0-1 0 0 0,0 1 1 0 0,-1-1-1 0 0,0 1 0 0 0,-1-1 0 0 0,1 1 0 0 0,-1-1 0 0 0,-1 1 1 0 0,-2-10-1 0 0,1 8-13 0 0,-1 0 1 0 0,1 0-1 0 0,-1 1 1 0 0,-1-1 0 0 0,1 1-1 0 0,-2 0 1 0 0,1 1 0 0 0,-1-1-1 0 0,0 1 1 0 0,0 0-1 0 0,-1 1 1 0 0,0-1 0 0 0,0 1-1 0 0,-16-9 1 0 0,10 8-48 0 0,0 1 0 0 0,-1 0 0 0 0,0 1-1 0 0,0 0 1 0 0,0 1 0 0 0,0 1 0 0 0,0 1 0 0 0,-28-2 0 0 0,10 2-646 0 0,2-1-202 0 0</inkml:trace>
</inkml:ink>
</file>

<file path=ppt/ink/ink3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16.7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6 375 12443 0 0,'0'0'49'0'0,"-1"0"1"0"0,1-1 0 0 0,0 1 0 0 0,-1 0 0 0 0,1 0 0 0 0,0 0-1 0 0,-1-1 1 0 0,1 1 0 0 0,0 0 0 0 0,0 0 0 0 0,-1-1-1 0 0,1 1 1 0 0,0 0 0 0 0,0-1 0 0 0,-1 1 0 0 0,1 0-1 0 0,0-1 1 0 0,0 1 0 0 0,0-1 0 0 0,0 1 0 0 0,0 0-1 0 0,-1-1 1 0 0,1 1 0 0 0,0 0 0 0 0,0-1 0 0 0,0 1 0 0 0,0-1-1 0 0,0 1 1 0 0,0 0 0 0 0,0-1 0 0 0,0 1 0 0 0,1-1-1 0 0,-1 1 1 0 0,0 0 0 0 0,0-1 0 0 0,0 0 0 0 0,15-11 2174 0 0,-10 10-1765 0 0,-1 0 1 0 0,1 0 0 0 0,0 0 0 0 0,0 0-1 0 0,9-1 1 0 0,11 4 103 0 0,0 1-1 0 0,-1 0 1 0 0,1 2 0 0 0,44 14-1 0 0,-7-3-160 0 0,-43-11-304 0 0,89 16 229 0 0,-96-18-308 0 0,1-2 0 0 0,-1 1 0 0 0,0-1 1 0 0,0-1-1 0 0,1 0 0 0 0,20-5 0 0 0,-31 5-10 0 0,0 1 0 0 0,0-1 0 0 0,0 0 0 0 0,0 0 0 0 0,0 0 0 0 0,0 0 0 0 0,0 0 0 0 0,0-1 0 0 0,-1 1 0 0 0,1 0 0 0 0,0-1 0 0 0,-1 1 0 0 0,1-1 0 0 0,-1 0 0 0 0,0 1 0 0 0,1-1 0 0 0,-1 0 0 0 0,0 0 0 0 0,0 0-1 0 0,0 0 1 0 0,0 0 0 0 0,-1 0 0 0 0,1 0 0 0 0,0 0 0 0 0,-1 0 0 0 0,1 0 0 0 0,-1-1 0 0 0,0 1 0 0 0,0 0 0 0 0,0 0 0 0 0,0 0 0 0 0,0 0 0 0 0,0-1 0 0 0,-1 1 0 0 0,1 0 0 0 0,-2-3 0 0 0,-2-10 132 0 0,0 0 0 0 0,-2 0 1 0 0,0 1-1 0 0,-9-17 0 0 0,4 9-8 0 0,-4-15-20 0 0,1 0 0 0 0,-15-66 0 0 0,21 61-220 0 0</inkml:trace>
</inkml:ink>
</file>

<file path=ppt/ink/ink3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1.3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195 7733 3681 0 0,'-195'127'2718'0'0,"349"-250"1035"0"0,-40 27-2880 0 0,209-176 689 0 0,-120 95-653 0 0,20-24-521 0 0,71-57-238 0 0,-41 39 172 0 0,46-34 336 0 0,-9 3 64 0 0,-34 25-303 0 0,-144 132-289 0 0,116-123-1 0 0,19 2-51 0 0,-16 17-22 0 0,-199 165-56 0 0,223-200 0 0 0,37-31 35 0 0,-44 37-6 0 0,-44 42 187 0 0,68-52 152 0 0,65-50 448 0 0,-140 115-777 0 0,-18 16-25 0 0,120-109-104 0 0,-164 148 71 0 0,42-50 32 0 0,88-71 46 0 0,-186 174-115 0 0,109-111 0 0 0,-96 86 21 0 0,195-142 0 0 0,-271 218 31 0 0,188-160-14 0 0,-129 104 20 0 0,115-79 0 0 0,-57 51 52 0 0,120-115 1 0 0,-175 144-59 0 0,267-210 51 0 0,15-13 773 0 0,-249 203-643 0 0,236-167 1106 0 0,-297 220-1313 0 0,-2-2-1 0 0,74-72 1 0 0,-37 24-5029 0 0</inkml:trace>
</inkml:ink>
</file>

<file path=ppt/ink/ink3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2.9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3 3225 0 0,'-1'0'246'0'0,"-1"-1"1"0"0,1 1-1 0 0,-1-1 1 0 0,1 1-1 0 0,-1 0 1 0 0,1 0 0 0 0,-1 0-1 0 0,0 0 1 0 0,1 0-1 0 0,-1 0 1 0 0,1 0-1 0 0,-1 1 1 0 0,0-1-1 0 0,1 1 1 0 0,-1-1-1 0 0,1 1 1 0 0,-1-1 0 0 0,1 1-1 0 0,0 0 1 0 0,-1 0-1 0 0,-1 1 1 0 0,0 1 82 0 0,0-1 0 0 0,1 1 0 0 0,-1 0 1 0 0,0 0-1 0 0,1 0 0 0 0,0 1 0 0 0,0-1 1 0 0,-3 6-1 0 0,0 4 157 0 0,1-1 0 0 0,0 1 1 0 0,0-1-1 0 0,-1 20 0 0 0,2-15 103 0 0,2 1 0 0 0,1 31 0 0 0,0-43-505 0 0,0-1 1 0 0,1 0 0 0 0,0 1 0 0 0,0-1-1 0 0,0 0 1 0 0,1 0 0 0 0,-1 0-1 0 0,1 0 1 0 0,1 0 0 0 0,-1 0-1 0 0,1-1 1 0 0,-1 1 0 0 0,7 7 0 0 0,-6-10-81 0 0,0 0 0 0 0,0 0 0 0 0,1 0 0 0 0,-1 0-1 0 0,1 0 1 0 0,-1-1 0 0 0,1 1 0 0 0,0-1 0 0 0,-1 0 0 0 0,1 0 0 0 0,0-1 0 0 0,0 1 0 0 0,0-1 0 0 0,0 0 0 0 0,0 0 0 0 0,4 0 0 0 0,11-2 229 0 0,36-7-1 0 0,-50 8-164 0 0,75-20 709 0 0,-60 14-697 0 0,0 1 0 0 0,1 1 1 0 0,-1 1-1 0 0,1 1 0 0 0,0 1 0 0 0,27 0 1 0 0,-45 2-78 0 0,1 0 0 0 0,-1 0 0 0 0,0 1 0 0 0,1 0 1 0 0,-1-1-1 0 0,0 1 0 0 0,1 0 0 0 0,-1 1 0 0 0,0-1 0 0 0,0 1 1 0 0,0-1-1 0 0,0 1 0 0 0,0 0 0 0 0,-1 0 0 0 0,1 0 0 0 0,0 0 1 0 0,-1 1-1 0 0,5 4 0 0 0,-5-3 57 0 0,0 0 0 0 0,0 0 0 0 0,0 0 0 0 0,-1 0 0 0 0,0 0 0 0 0,1 0 0 0 0,-1 1 0 0 0,-1-1 0 0 0,1 0 0 0 0,-1 0 0 0 0,1 1 0 0 0,-2 8 0 0 0,-1 2 179 0 0,0-1 1 0 0,-1 1 0 0 0,-1 0-1 0 0,0-1 1 0 0,-1 0-1 0 0,0 0 1 0 0,-12 19-1 0 0,12-24-166 0 0,-1 0-1 0 0,0-1 0 0 0,0 1 1 0 0,-1-2-1 0 0,0 1 0 0 0,0-1 1 0 0,-1 0-1 0 0,0 0 0 0 0,0-1 1 0 0,-1 0-1 0 0,0-1 0 0 0,0 1 1 0 0,0-2-1 0 0,0 1 0 0 0,-17 4 1 0 0,18-7-828 0 0,0 0 1 0 0,1-1 0 0 0,-1 0-1 0 0,0 0 1 0 0,1-1 0 0 0,-1 0-1 0 0,0 0 1 0 0,-8-2-1 0 0</inkml:trace>
</inkml:ink>
</file>

<file path=ppt/ink/ink3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3.5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42 175 6913 0 0,'-2'0'12'0'0,"1"0"-1"0"0,-1 0 0 0 0,1 0 1 0 0,-1 0-1 0 0,1 0 0 0 0,-1-1 1 0 0,1 1-1 0 0,-1-1 0 0 0,1 1 0 0 0,-1-1 1 0 0,1 1-1 0 0,-1-1 0 0 0,1 0 1 0 0,0 0-1 0 0,-1 0 0 0 0,1 0 1 0 0,0 0-1 0 0,0 0 0 0 0,-1 0 0 0 0,1 0 1 0 0,0 0-1 0 0,-1-3 0 0 0,0 1 197 0 0,1 1 0 0 0,0-1 0 0 0,0 0-1 0 0,0 0 1 0 0,0 0 0 0 0,1 0 0 0 0,-1 0-1 0 0,1 0 1 0 0,0 0 0 0 0,0 0 0 0 0,0-4 0 0 0,1-1 440 0 0,0 0 0 0 0,0 1 0 0 0,1-1 0 0 0,0 1 0 0 0,0 0 0 0 0,0-1 0 0 0,1 1 0 0 0,0 0 0 0 0,5-6 0 0 0,-7 12-612 0 0,0 0-1 0 0,0-1 1 0 0,1 1-1 0 0,-1 0 0 0 0,0 0 1 0 0,1 0-1 0 0,-1 1 0 0 0,1-1 1 0 0,-1 0-1 0 0,1 1 0 0 0,0-1 1 0 0,-1 1-1 0 0,1-1 0 0 0,-1 1 1 0 0,1-1-1 0 0,0 1 0 0 0,-1 0 1 0 0,1 0-1 0 0,0 0 1 0 0,0 0-1 0 0,-1 0 0 0 0,1 1 1 0 0,0-1-1 0 0,-1 0 0 0 0,1 1 1 0 0,-1-1-1 0 0,1 1 0 0 0,-1 0 1 0 0,1-1-1 0 0,-1 1 0 0 0,1 0 1 0 0,-1 0-1 0 0,3 1 1 0 0,7 5 221 0 0,0 0 0 0 0,-1 1 0 0 0,11 10 0 0 0,-16-14-239 0 0,4 5 48 0 0,0 1 1 0 0,-1 1-1 0 0,0-1 0 0 0,-1 1 0 0 0,0 1 1 0 0,-1-1-1 0 0,0 1 0 0 0,-1 0 1 0 0,0 1-1 0 0,-1-1 0 0 0,0 1 1 0 0,-1 0-1 0 0,3 22 0 0 0,-1-43 602 0 0,0-1 0 0 0,0 0 1 0 0,5-15-1 0 0,-5 8-630 0 0,5-20-316 0 0,3 2 0 0 0,0 0 0 0 0,20-34 0 0 0,-18 43-7218 0 0</inkml:trace>
</inkml:ink>
</file>

<file path=ppt/ink/ink3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6.7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10594 0 0,'-4'3'2057'0'0,"4"-3"-1998"0"0,0 0 0 0 0,0 0-1 0 0,0 0 1 0 0,0 0 0 0 0,0 0 0 0 0,0 1 0 0 0,0-1-1 0 0,0 0 1 0 0,0 0 0 0 0,1 1 352 0 0,-1-1-352 0 0,3 15 1174 0 0,9 14-278 0 0,67 140 480 0 0,-10-21-3501 0 0,-54-117-3462 0 0</inkml:trace>
</inkml:ink>
</file>

<file path=ppt/ink/ink3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7.3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23 106 3225 0 0,'6'-56'-265'0'0,"-6"7"9846"0"0,-12 74-7119 0 0,8-7-2057 0 0,0 1 0 0 0,0-1-1 0 0,2 1 1 0 0,0 32 0 0 0,2-43-337 0 0,1 0-1 0 0,-1-1 1 0 0,1 1-1 0 0,1 0 1 0 0,0-1-1 0 0,0 1 1 0 0,0-1-1 0 0,1 0 1 0 0,0 0-1 0 0,0 0 1 0 0,1 0-1 0 0,0 0 1 0 0,0-1-1 0 0,7 8 1 0 0,-8-11-67 0 0,-1-1-1 0 0,1 0 1 0 0,0-1 0 0 0,-1 1 0 0 0,1 0-1 0 0,0-1 1 0 0,0 1 0 0 0,0-1 0 0 0,0 0 0 0 0,0 0-1 0 0,1 0 1 0 0,-1-1 0 0 0,0 1 0 0 0,0-1-1 0 0,1 0 1 0 0,-1 1 0 0 0,0-2 0 0 0,4 1-1 0 0,9-2 0 0 0,1 0-1 0 0,22-7 1 0 0,-8 3-1 0 0,-26 5 0 0 0,8-2-15 0 0,0 1 0 0 0,-1 1 0 0 0,1 0 0 0 0,22 2 0 0 0,-33-1 15 0 0,0 0-1 0 0,0 0 0 0 0,0 0 0 0 0,0 1 0 0 0,0-1 1 0 0,0 1-1 0 0,0-1 0 0 0,-1 1 0 0 0,1 0 0 0 0,0 0 1 0 0,0 0-1 0 0,-1 0 0 0 0,1 0 0 0 0,0 0 1 0 0,-1 0-1 0 0,1 0 0 0 0,-1 1 0 0 0,0-1 0 0 0,1 0 1 0 0,-1 1-1 0 0,0-1 0 0 0,0 1 0 0 0,0 0 0 0 0,0-1 1 0 0,0 1-1 0 0,0 0 0 0 0,0 0 0 0 0,-1 0 0 0 0,1 0 1 0 0,-1-1-1 0 0,1 1 0 0 0,-1 0 0 0 0,0 0 1 0 0,0 0-1 0 0,1 0 0 0 0,-1 0 0 0 0,-1 0 0 0 0,1 0 1 0 0,-1 3-1 0 0,-1 6 29 0 0,-1 1 0 0 0,0-1 1 0 0,-1 0-1 0 0,0-1 0 0 0,-1 1 1 0 0,0-1-1 0 0,0 0 0 0 0,-1 0 1 0 0,-1 0-1 0 0,0-1 0 0 0,-14 15 1 0 0,0-2-414 0 0,-1-2 0 0 0,-1 0 1 0 0,-33 21-1 0 0,41-31-481 0 0,2-4-12 0 0</inkml:trace>
</inkml:ink>
</file>

<file path=ppt/ink/ink3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7.9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57 1376 0 0,'-1'-5'611'0'0,"0"0"1"0"0,1 0-1 0 0,-1 0 0 0 0,1 0 0 0 0,0 0 0 0 0,12-21 10520 0 0,10 85-8760 0 0,-17-41-2161 0 0,1 0-1 0 0,0-1 1 0 0,1 0-1 0 0,2 0 1 0 0,-1-1-1 0 0,12 16 0 0 0,-18-28-172 0 0,1-1 0 0 0,-1 0 0 0 0,1 0-1 0 0,0 1 1 0 0,-1-2 0 0 0,1 1 0 0 0,1 0-1 0 0,-1-1 1 0 0,0 1 0 0 0,1-1 0 0 0,-1 0-1 0 0,1 0 1 0 0,0 0 0 0 0,-1-1 0 0 0,1 1-1 0 0,0-1 1 0 0,0 0 0 0 0,0 0-1 0 0,0 0 1 0 0,0-1 0 0 0,0 1 0 0 0,0-1-1 0 0,0 0 1 0 0,1 0 0 0 0,-1-1 0 0 0,0 1-1 0 0,0-1 1 0 0,0 0 0 0 0,0 0 0 0 0,0 0-1 0 0,0 0 1 0 0,-1-1 0 0 0,6-2 0 0 0,-2 0-63 0 0,0-1 1 0 0,0 0 0 0 0,0-1 0 0 0,-1 1 0 0 0,0-1 0 0 0,0 0 0 0 0,-1-1 0 0 0,0 1 0 0 0,8-13 0 0 0,36-72-2333 0 0,-40 74 1482 0 0,5-12-4735 0 0,-7 16 359 0 0</inkml:trace>
</inkml:ink>
</file>

<file path=ppt/ink/ink3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8.2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1 3225 0 0,'-24'6'5451'0'0,"21"-5"-4806"0"0,1-1-1 0 0,0 0 1 0 0,0 1 0 0 0,0-1-1 0 0,0 1 1 0 0,0 0-1 0 0,0-1 1 0 0,0 1 0 0 0,0 0-1 0 0,-2 2 1 0 0,4-3-501 0 0,-1 1 0 0 0,1 0 1 0 0,0 0-1 0 0,-1 0 0 0 0,1 0 1 0 0,0-1-1 0 0,0 1 0 0 0,0 0 1 0 0,-1 0-1 0 0,1 0 0 0 0,0 0 1 0 0,0 0-1 0 0,0 0 0 0 0,0 0 0 0 0,0-1 1 0 0,1 1-1 0 0,-1 0 0 0 0,0 0 1 0 0,0 0-1 0 0,1 0 0 0 0,-1 0 1 0 0,0-1-1 0 0,1 1 0 0 0,-1 0 0 0 0,1 0 1 0 0,-1 0-1 0 0,1-1 0 0 0,-1 1 1 0 0,1 0-1 0 0,0 0 0 0 0,93 141 2301 0 0,-60-97-3054 0 0,-17-28-5117 0 0</inkml:trace>
</inkml:ink>
</file>

<file path=ppt/ink/ink3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48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49 114 3225 0 0,'-48'41'12978'0'0,"79"-82"-10837"0"0,-22 27-1866 0 0,1 0 1 0 0,1 1-1 0 0,0 1 1 0 0,0 0-1 0 0,1 0 1 0 0,21-15-1 0 0,-6 18-3243 0 0</inkml:trace>
</inkml:ink>
</file>

<file path=ppt/ink/ink3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3.3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139 178 2304 0 0,'-7'-11'79'0'0,"-55"-83"3719"0"0,51 79-2046 0 0,0 1 0 0 0,-1 0 0 0 0,-1 0 0 0 0,-9-2 4201 0 0,36 46-4743 0 0,2 2-975 0 0,10 17 83 0 0,51 86 314 0 0,-66-118-628 0 0,1-1-1 0 0,1 0 0 0 0,1-1 0 0 0,0-1 0 0 0,25 21 1 0 0,-25-27-173 0 0,-1 0 1 0 0,1-1 0 0 0,1-1 0 0 0,-1-1 0 0 0,1 0 0 0 0,0-1-1 0 0,30 5 1 0 0,-5 0-1776 0 0,-21-5 921 0 0</inkml:trace>
</inkml:ink>
</file>

<file path=ppt/ink/ink3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7.2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 3281 0 0,'-3'-2'288'0'0,"1"1"-224"0"0,0 1-64 0 0,2 1 0 0 0,-1 1 0 0 0,-2-2 0 0 0,2 0 0 0 0,-1-2 0 0 0,2 0 0 0 0</inkml:trace>
</inkml:ink>
</file>

<file path=ppt/ink/ink3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7.9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10 134 2761 0 0,'0'0'79'0'0,"0"0"0"0"0,-1 0 0 0 0,1 0 1 0 0,-1 0-1 0 0,1 0 0 0 0,0 0 0 0 0,-1 0 1 0 0,1 0-1 0 0,0 0 0 0 0,-1 0 0 0 0,1 0 1 0 0,0-1-1 0 0,-1 1 0 0 0,1 0 0 0 0,0 0 1 0 0,-1 0-1 0 0,1-1 0 0 0,0 1 0 0 0,-1 0 1 0 0,1 0-1 0 0,0-1 0 0 0,0 1 0 0 0,-1 0 1 0 0,1 0-1 0 0,0-1 0 0 0,0 1 0 0 0,0 0 1 0 0,-1-1-1 0 0,1 1 0 0 0,0 0 0 0 0,0-1 1 0 0,0 1-1 0 0,0-1 0 0 0,2-16 1202 0 0,14-13-31 0 0,-8 21-759 0 0,0 2 1 0 0,1-1 0 0 0,0 1 0 0 0,1 1-1 0 0,-1-1 1 0 0,1 2 0 0 0,1-1 0 0 0,12-4 0 0 0,-16 7-440 0 0,0 1 1 0 0,0-1 0 0 0,0 1 0 0 0,1 1 0 0 0,-1-1 0 0 0,1 1 0 0 0,-1 1 0 0 0,1-1 0 0 0,0 1 0 0 0,-1 1-1 0 0,1-1 1 0 0,-1 1 0 0 0,11 3 0 0 0,-16-3-50 0 0,1-1-1 0 0,-1 1 0 0 0,0 0 1 0 0,0 0-1 0 0,0 1 1 0 0,0-1-1 0 0,0 0 1 0 0,-1 1-1 0 0,1-1 1 0 0,0 1-1 0 0,-1-1 1 0 0,1 1-1 0 0,-1 0 0 0 0,1 0 1 0 0,-1 0-1 0 0,0 0 1 0 0,2 3-1 0 0,-2-1 62 0 0,1 1 0 0 0,-1-1 0 0 0,0 1 0 0 0,0 0 0 0 0,0-1 0 0 0,-1 1 0 0 0,1 0-1 0 0,-1 5 1 0 0,-2 9 229 0 0,-1 0 0 0 0,0-1-1 0 0,-8 25 1 0 0,8-34-265 0 0,-17 54 44 0 0,11-40 27 0 0,2 0 0 0 0,-7 35 0 0 0,14-58-59 0 0,0 0 0 0 0,0 1-1 0 0,0-1 1 0 0,0 0-1 0 0,0 1 1 0 0,0-1 0 0 0,0 0-1 0 0,0 0 1 0 0,0 1 0 0 0,0-1-1 0 0,0 0 1 0 0,0 1-1 0 0,0-1 1 0 0,0 0 0 0 0,0 0-1 0 0,0 1 1 0 0,1-1 0 0 0,-1 0-1 0 0,0 1 1 0 0,0-1 0 0 0,0 0-1 0 0,0 0 1 0 0,1 0-1 0 0,-1 1 1 0 0,0-1 0 0 0,0 0-1 0 0,1 0 1 0 0,-1 0 0 0 0,0 1-1 0 0,0-1 1 0 0,1 0-1 0 0,-1 0 1 0 0,0 0 0 0 0,0 0-1 0 0,1 0 1 0 0,-1 0 0 0 0,0 1-1 0 0,1-1 1 0 0,-1 0-1 0 0,18-3 706 0 0,17-11-183 0 0,-34 14-485 0 0,38-18 390 0 0,1 3 1 0 0,70-17 0 0 0,-25 14-6088 0 0,-67 15-437 0 0</inkml:trace>
</inkml:ink>
</file>

<file path=ppt/ink/ink3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8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209 324 2593 0 0,'-6'-59'2292'0'0,"6"56"-2033"0"0,-1-1 1 0 0,1 1 0 0 0,-1 0-1 0 0,0 0 1 0 0,0-1-1 0 0,-1 1 1 0 0,1 0 0 0 0,-1 0-1 0 0,0 0 1 0 0,1 0 0 0 0,-1 0-1 0 0,-1 1 1 0 0,1-1 0 0 0,-5-4-1 0 0,7 7-173 0 0,0 0-1 0 0,0 0 0 0 0,-1-1 1 0 0,1 1-1 0 0,-1 0 0 0 0,1 0 0 0 0,0-1 1 0 0,-1 1-1 0 0,1 0 0 0 0,0 0 1 0 0,-1 0-1 0 0,1 0 0 0 0,-1 0 1 0 0,1 0-1 0 0,0 0 0 0 0,-1-1 1 0 0,1 1-1 0 0,-1 0 0 0 0,1 1 1 0 0,-1-1-1 0 0,1 0 0 0 0,0 0 1 0 0,-1 0-1 0 0,1 0 0 0 0,-1 0 1 0 0,1 0-1 0 0,0 0 0 0 0,-1 1 1 0 0,1-1-1 0 0,-1 0 0 0 0,1 0 1 0 0,0 0-1 0 0,-1 1 0 0 0,1-1 1 0 0,0 0-1 0 0,-1 1 0 0 0,-5 17 1489 0 0,5 22-362 0 0,2-28-911 0 0,9 76 284 0 0,-9-81-590 0 0,1 0-1 0 0,0 1 1 0 0,0-2 0 0 0,0 1 0 0 0,1 0-1 0 0,0 0 1 0 0,1-1 0 0 0,-1 0 0 0 0,9 11-1 0 0,-11-15-2 0 0,0-1-1 0 0,0 0 0 0 0,0 0 1 0 0,0 1-1 0 0,1-1 0 0 0,-1 0 1 0 0,0 0-1 0 0,1 0 0 0 0,-1 0 1 0 0,1-1-1 0 0,-1 1 0 0 0,1 0 1 0 0,-1-1-1 0 0,1 1 0 0 0,-1-1 0 0 0,4 1 1 0 0,-4-1-1 0 0,0 0-1 0 0,0 0 1 0 0,0 0 0 0 0,-1 0 0 0 0,1-1 0 0 0,0 1 0 0 0,0 0-1 0 0,0-1 1 0 0,-1 1 0 0 0,1-1 0 0 0,0 1 0 0 0,0-1-1 0 0,-1 1 1 0 0,1-1 0 0 0,0 1 0 0 0,-1-1 0 0 0,1 0 0 0 0,-1 1-1 0 0,1-1 1 0 0,-1 0 0 0 0,1 0 0 0 0,0-1 0 0 0,1-2-57 0 0,-1 0 1 0 0,1 0-1 0 0,-1-1 1 0 0,0 1-1 0 0,0-1 1 0 0,-1 1-1 0 0,1-1 1 0 0,-1 1-1 0 0,0-1 1 0 0,-1-7-1 0 0,-3-11-325 0 0,-1 0 0 0 0,-1 1 0 0 0,-1-1 0 0 0,-1 1-1 0 0,-1 0 1 0 0,-21-36 0 0 0,9 22 363 0 0,-3 1-1 0 0,-53-62 1 0 0,77 97 60 0 0,-26-27-91 0 0,25 26 154 0 0,0 0-1 0 0,0 0 0 0 0,-1 0 1 0 0,1 0-1 0 0,0 0 1 0 0,0 1-1 0 0,0-1 1 0 0,-1 0-1 0 0,1 0 1 0 0,0 1-1 0 0,-1-1 1 0 0,1 1-1 0 0,0-1 1 0 0,-1 1-1 0 0,1 0 0 0 0,-1-1 1 0 0,1 1-1 0 0,-1 0 1 0 0,1 0-1 0 0,-1 0 1 0 0,-1 0-1 0 0,3 1 42 0 0,-1 0 1 0 0,1 0-1 0 0,-1-1 0 0 0,1 1 0 0 0,0 0 1 0 0,-1 0-1 0 0,1 0 0 0 0,0 0 0 0 0,0 0 0 0 0,0-1 1 0 0,-1 1-1 0 0,1 0 0 0 0,0 0 0 0 0,0 0 1 0 0,0 0-1 0 0,0 0 0 0 0,1 0 0 0 0,-1 0 0 0 0,0 0 1 0 0,0-1-1 0 0,0 1 0 0 0,1 0 0 0 0,0 1 1 0 0,8 24 940 0 0,-8-23-852 0 0,4 8-67 0 0,1 0 0 0 0,0 0 1 0 0,1-1-1 0 0,0 0 0 0 0,1 0 0 0 0,0 0 0 0 0,0-1 1 0 0,1 0-1 0 0,0-1 0 0 0,21 14 0 0 0,2 0 321 0 0,1-2 0 0 0,42 19 0 0 0,-63-33-1237 0 0,0-1 0 0 0,0 0 0 0 0,1-1 0 0 0,-1 0 0 0 0,1-1 1 0 0,0 0-1 0 0,21 1 0 0 0</inkml:trace>
</inkml:ink>
</file>

<file path=ppt/ink/ink3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9.1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15 242 9674 0 0,'-15'8'875'0'0,"18"-10"-578"0"0,30-10 301 0 0,-24 11-430 0 0,1 0 0 0 0,-1 1 1 0 0,1 1-1 0 0,-1-1 1 0 0,1 2-1 0 0,-1-1 0 0 0,0 1 1 0 0,0 1-1 0 0,16 5 0 0 0,8 2 92 0 0,-33-10-256 0 0,0 0 0 0 0,0 1 0 0 0,0-1 0 0 0,0 0 0 0 0,0 0 0 0 0,0 0 0 0 0,1 0 0 0 0,-1 0 0 0 0,0 0 0 0 0,0 0 0 0 0,0 0 0 0 0,0 0 0 0 0,0 0 0 0 0,0 0 0 0 0,0 0 0 0 0,1-1 0 0 0,-1 1 0 0 0,0 0 0 0 0,0 0 0 0 0,0 0 0 0 0,0 0 0 0 0,0 0 0 0 0,0 0 0 0 0,0 0 0 0 0,1 0 0 0 0,-1 0 0 0 0,0 0 0 0 0,0 0 0 0 0,0 0 0 0 0,0-1 0 0 0,0 1 0 0 0,0 0 0 0 0,0 0 0 0 0,0 0 0 0 0,0 0 0 0 0,0 0 1 0 0,0 0-1 0 0,0 0 0 0 0,0 0 0 0 0,0-1 0 0 0,0 1 0 0 0,0 0 0 0 0,0 0 0 0 0,0 0 0 0 0,0 0 0 0 0,0 0 0 0 0,0 0 0 0 0,0-1 0 0 0,0 1 0 0 0,0 0 0 0 0,0 0 0 0 0,0 0 0 0 0,0 0 0 0 0,0 0 0 0 0,0 0 0 0 0,0 0 0 0 0,0-1 0 0 0,-5-12 292 0 0,-9-14 318 0 0,13 26-553 0 0,-7-14 142 0 0,0-1-1 0 0,1 1 1 0 0,1-2-1 0 0,0 1 1 0 0,-3-20 0 0 0,6 20-1176 0 0,0-1 0 0 0,0-31 0 0 0,3 28-96 0 0</inkml:trace>
</inkml:ink>
</file>

<file path=ppt/ink/ink3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9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 0 5985 0 0,'-16'29'5017'0'0,"12"-16"-4554"0"0,2-1 0 0 0,-1 1 0 0 0,1 0 0 0 0,1-1 0 0 0,1 1 0 0 0,-1 0-1 0 0,4 22 1 0 0,-2-27-362 0 0,0 0 0 0 0,0 0-1 0 0,1-1 1 0 0,0 1 0 0 0,1 0 0 0 0,-1-1-1 0 0,1 1 1 0 0,1-1 0 0 0,0 0 0 0 0,0 0-1 0 0,0 0 1 0 0,1-1 0 0 0,8 10-1 0 0,-12-15-49 0 0,0 0 0 0 0,0 1-1 0 0,0-1 1 0 0,0 0 0 0 0,0 0 0 0 0,1 0-1 0 0,-1 0 1 0 0,0 0 0 0 0,1 0-1 0 0,-1 0 1 0 0,1-1 0 0 0,-1 1-1 0 0,1 0 1 0 0,-1-1 0 0 0,1 1-1 0 0,-1-1 1 0 0,1 0 0 0 0,0 1-1 0 0,-1-1 1 0 0,1 0 0 0 0,0 0-1 0 0,-1 0 1 0 0,1 0 0 0 0,-1 0-1 0 0,1-1 1 0 0,0 1 0 0 0,-1 0 0 0 0,1-1-1 0 0,-1 1 1 0 0,1-1 0 0 0,0 0-1 0 0,-1 1 1 0 0,0-1 0 0 0,3-2-1 0 0,-1 1 48 0 0,-1-1 1 0 0,0 1-1 0 0,0-1 0 0 0,0 0 0 0 0,-1 0 0 0 0,1 0 1 0 0,-1 0-1 0 0,1 0 0 0 0,-1 0 0 0 0,0-1 0 0 0,0 1 0 0 0,0 0 1 0 0,-1-1-1 0 0,1 1 0 0 0,-1-7 0 0 0,0-3-77 0 0,0 0-1 0 0,-2-1 1 0 0,0 1-1 0 0,0 0 1 0 0,-1 0-1 0 0,-1 0 1 0 0,-7-19-1 0 0,9 27-16 0 0,0-1 0 0 0,-1 1 0 0 0,1-1-1 0 0,-1 1 1 0 0,0 0 0 0 0,-1 0 0 0 0,1 0 0 0 0,-1 1-1 0 0,0-1 1 0 0,0 1 0 0 0,-1 0 0 0 0,1 0 0 0 0,-1 0-1 0 0,0 1 1 0 0,0-1 0 0 0,0 1 0 0 0,0 1 0 0 0,0-1-1 0 0,-7-2 1 0 0,10 5-288 0 0,0-1 0 0 0,0 1 0 0 0,0-1 0 0 0,0 1 0 0 0,0 0 0 0 0,0 0-1 0 0,-1 0 1 0 0,1 0 0 0 0,0 1 0 0 0,0-1 0 0 0,0 0 0 0 0,0 1 0 0 0,0-1 0 0 0,0 1-1 0 0,0 0 1 0 0,0 0 0 0 0,0 0 0 0 0,0 0 0 0 0,0 0 0 0 0,1 0 0 0 0,-1 0 0 0 0,0 1 0 0 0,1-1-1 0 0,-3 3 1 0 0</inkml:trace>
</inkml:ink>
</file>

<file path=ppt/ink/ink3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0:59.7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23 2288 0 0,'1'-22'5582'0'0,"-1"22"-5511"0"0,19 21 7802 0 0,0 2-8204 0 0,-2-8 950 0 0,37 27-1 0 0,-43-36-1688 0 0,-1 0 0 0 0,22 9 0 0 0</inkml:trace>
</inkml:ink>
</file>

<file path=ppt/ink/ink3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00.0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76 152 1376 0 0,'-3'1'153'0'0,"0"-1"0"0"0,0 0 0 0 0,0 0 0 0 0,0-1-1 0 0,1 1 1 0 0,-1-1 0 0 0,0 1 0 0 0,0-1 0 0 0,0 0 0 0 0,0 0-1 0 0,0 0 1 0 0,1 0 0 0 0,-1-1 0 0 0,1 1 0 0 0,-1-1 0 0 0,1 1-1 0 0,-1-1 1 0 0,1 0 0 0 0,0 0 0 0 0,0 0 0 0 0,0 0 0 0 0,0-1-1 0 0,0 1 1 0 0,0-1 0 0 0,1 1 0 0 0,-1-1 0 0 0,1 1-1 0 0,0-1 1 0 0,-1 0 0 0 0,1 1 0 0 0,1-1 0 0 0,-1 0 0 0 0,0 0-1 0 0,1 0 1 0 0,-1 0 0 0 0,1 0 0 0 0,0 0 0 0 0,0 0 0 0 0,0 0-1 0 0,0 0 1 0 0,1 0 0 0 0,-1 0 0 0 0,1 0 0 0 0,0 1 0 0 0,-1-1-1 0 0,1 0 1 0 0,1 0 0 0 0,-1 1 0 0 0,0-1 0 0 0,1 0-1 0 0,2-3 1 0 0,-2 3 26 0 0,1-1-1 0 0,-1 1 1 0 0,1 0-1 0 0,-1 0 1 0 0,1 1-1 0 0,0-1 0 0 0,0 0 1 0 0,1 1-1 0 0,-1 0 1 0 0,0 0-1 0 0,1 0 1 0 0,-1 0-1 0 0,1 0 1 0 0,0 1-1 0 0,0 0 0 0 0,-1-1 1 0 0,1 1-1 0 0,0 1 1 0 0,0-1-1 0 0,0 1 1 0 0,0-1-1 0 0,0 1 1 0 0,0 0-1 0 0,7 1 0 0 0,-8 0-119 0 0,1 0 0 0 0,-1 0 0 0 0,1 0 0 0 0,-1 1 0 0 0,0-1 0 0 0,0 1 0 0 0,0 0 0 0 0,0 0 0 0 0,0 0 0 0 0,0 0 0 0 0,0 0 0 0 0,-1 1 0 0 0,1-1 0 0 0,-1 1 0 0 0,0-1 0 0 0,0 1 0 0 0,0 0 0 0 0,0 0 0 0 0,0 0 0 0 0,0 0 0 0 0,-1 1 0 0 0,1-1 0 0 0,-1 0-1 0 0,0 1 1 0 0,0-1 0 0 0,-1 1 0 0 0,2 6 0 0 0,-2 23 573 0 0,-1-28-588 0 0,1 1-1 0 0,0-1 0 0 0,0 0 1 0 0,0 1-1 0 0,1-1 0 0 0,0 0 1 0 0,0 1-1 0 0,0-1 1 0 0,3 6-1 0 0,-4-10-106 0 0,0-1 0 0 0,0 0 0 0 0,0 1 0 0 0,1-1 0 0 0,-1 0 0 0 0,0 1 0 0 0,0-1 0 0 0,1 0 0 0 0,-1 0 0 0 0,0 0 0 0 0,1 1 0 0 0,-1-1 0 0 0,0 0 0 0 0,1 0 0 0 0,-1 0 0 0 0,0 0 0 0 0,1 0 0 0 0,-1 1 0 0 0,0-1 0 0 0,1 0 0 0 0,-1 0 0 0 0,1 0 0 0 0,-1 0 0 0 0,0 0 0 0 0,1 0 0 0 0,-1 0 0 0 0,0 0 0 0 0,1 0 0 0 0,-1-1 0 0 0,0 1 0 0 0,1 0 0 0 0,-1 0 0 0 0,1 0 0 0 0,-1 0 0 0 0,0 0 0 0 0,1-1 0 0 0,-1 1 0 0 0,0 0 1 0 0,0 0-1 0 0,1 0 0 0 0,-1-1 0 0 0,0 1 0 0 0,1-1 0 0 0,7-6-888 0 0</inkml:trace>
</inkml:ink>
</file>

<file path=ppt/ink/ink3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05.8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1189 0 3225 0 0,'-248'195'-1543'0'0,"17"17"1677"0"0,192-175-152 0 0,-606 637 180 0 0,619-645-34 0 0</inkml:trace>
</inkml:ink>
</file>

<file path=ppt/ink/ink3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07.4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9139 3225 0 0,'5'-10'-28'0'0,"1"1"0"0"0,0 0 0 0 0,0 0 0 0 0,11-11 0 0 0,53-62 154 0 0,255-283 2178 0 0,-100 116-734 0 0,85-83 52 0 0,-150 177-872 0 0,201-175 147 0 0,-94 107-774 0 0,37-30 66 0 0,-220 183 235 0 0,92-101-1 0 0,-103 96 661 0 0,130-102-1 0 0,-119 112-1061 0 0,105-104-1 0 0,-110 94-137 0 0,171-120 0 0 0,-174 135 227 0 0,116-118 0 0 0,21-17-237 0 0,-112 107 189 0 0,129-146 0 0 0,-138 136-45 0 0,-24 33-48 0 0,77-58 1 0 0,12-9-31 0 0,248-226-18 0 0,-255 229 306 0 0,53-41-291 0 0,21-15 185 0 0,20-14 71 0 0,-116 114-238 0 0,-79 54-14 0 0,67-54 0 0 0,-116 85 59 0 0,106-93-36 0 0,186-122 0 0 0,-26 19 23 0 0,-173 123 114 0 0,104-63-1 0 0,42-24-130 0 0,-61 38 173 0 0,221-164 48 0 0,-326 231-179 0 0,66-41 363 0 0,-78 57 46 0 0,108-94-1 0 0,112-93 360 0 0,-128 110-442 0 0,6-23-102 0 0,-101 85-70 0 0,2 2 0 0 0,98-63 1 0 0,275-197 1045 0 0,-303 211-1188 0 0,-126 98-24 0 0,309-245 144 0 0,-154 132 456 0 0,-107 82-212 0 0,78-68 0 0 0,139-145 573 0 0,-225 211-602 0 0,59-38 0 0 0,8-6 67 0 0,-73 59-2195 0 0</inkml:trace>
</inkml:ink>
</file>

<file path=ppt/ink/ink3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3.5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9431 6913 0 0,'-25'23'465'0'0,"11"-10"-1266"0"0,26-28-99 0 0,81-94 5613 0 0,63-71-1431 0 0,-112 135-2740 0 0,86-71 0 0 0,-63 64-357 0 0,116-118 0 0 0,-115 96 742 0 0,3 4 1 0 0,124-97-1 0 0,-125 110-902 0 0,-1-4 0 0 0,92-106 0 0 0,-85 85 277 0 0,90-75 0 0 0,-72 72-159 0 0,91-108 1 0 0,84-75 58 0 0,-203 207 166 0 0,97-118-1 0 0,31-30 237 0 0,-178 194-612 0 0,290-279 413 0 0,-272 259-385 0 0,44-48 86 0 0,123-100 0 0 0,-86 87 67 0 0,125-134-1 0 0,-165 159-65 0 0,85-63 0 0 0,-3 4-9 0 0,73-52-98 0 0,-155 125 0 0 0,10-7 0 0 0,71-55 0 0 0,108-103 13 0 0,-7-11 185 0 0,50-39 31 0 0,-263 237-229 0 0,-1-2 0 0 0,68-77 0 0 0,-57 55 96 0 0,3 2 0 0 0,3 3 0 0 0,1 2 0 0 0,70-43 0 0 0,-84 60-71 0 0,-2-2-1 0 0,71-75 1 0 0,-27 24-11 0 0,-26 24-14 0 0,-39 38 0 0 0,1 1 0 0 0,47-36 0 0 0,-45 42 6 0 0,29-19 69 0 0,-2-3 1 0 0,77-74-1 0 0,-51 34-75 0 0,4 5 0 0 0,104-75 0 0 0,-18 5 186 0 0,-36 28-127 0 0,107-52-132 0 0,-30 22 205 0 0,-145 102-158 0 0,82-43 0 0 0,-69 43 11 0 0,180-138 16 0 0,-10 5 244 0 0,-176 130-229 0 0,-2-2 1 0 0,-2-4 0 0 0,76-80-1 0 0,-74 73-36 0 0,144-97 0 0 0,-27 24-9 0 0,114-85 84 0 0,-59 45-1 0 0,-170 125 53 0 0,101-53 0 0 0,-112 68-86 0 0,-15 7 11 0 0,-1-3 0 0 0,-2-2 0 0 0,-1-1 0 0 0,-1-3 0 0 0,48-55 0 0 0,-63 66-32 0 0,1 0 0 0 0,2 2 0 0 0,0 2 0 0 0,37-22 0 0 0,-36 25 0 0 0,23-21 109 0 0,-1-2 1 0 0,59-62-1 0 0,-18 17 11 0 0,-76 74 0 0 0,-15 12-160 0 0,-13 9-94 0 0,1 0 19 0 0,-4 2-164 0 0</inkml:trace>
</inkml:ink>
</file>

<file path=ppt/ink/ink3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7.0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55 3225 0 0,'-7'-15'445'0'0,"6"11"27"0"0,0-1 1 0 0,-1 1-1 0 0,0 1 1 0 0,0-1-1 0 0,0 0 0 0 0,-1 0 1 0 0,1 1-1 0 0,-5-5 1 0 0,6 8-354 0 0,1 0 0 0 0,-1 0 0 0 0,0 0 0 0 0,0 0 0 0 0,0 0 1 0 0,0 0-1 0 0,0 0 0 0 0,0 1 0 0 0,1-1 0 0 0,-1 0 0 0 0,0 1 0 0 0,0-1 1 0 0,0 1-1 0 0,1-1 0 0 0,-1 0 0 0 0,0 1 0 0 0,1 0 0 0 0,-1-1 1 0 0,0 1-1 0 0,1-1 0 0 0,-1 1 0 0 0,1 0 0 0 0,-1 0 0 0 0,1-1 0 0 0,-1 1 1 0 0,1 0-1 0 0,-1 0 0 0 0,1-1 0 0 0,0 1 0 0 0,0 0 0 0 0,-1 1 0 0 0,-13 29 1410 0 0,2 0-894 0 0,2 1 0 0 0,1 0 1 0 0,2 1-1 0 0,1 0 0 0 0,2 0 1 0 0,1 0-1 0 0,2 52 0 0 0,1-83-621 0 0,0-1 1 0 0,0 1-1 0 0,0-1 0 0 0,0 1 0 0 0,0-1 0 0 0,0 0 0 0 0,1 1 0 0 0,-1-1 1 0 0,0 1-1 0 0,1-1 0 0 0,-1 0 0 0 0,1 1 0 0 0,0-1 0 0 0,-1 0 0 0 0,1 1 1 0 0,0-1-1 0 0,0 0 0 0 0,0 0 0 0 0,0 0 0 0 0,0 0 0 0 0,0 0 0 0 0,1 1 1 0 0,0-1-10 0 0,-1-1 0 0 0,1 0 0 0 0,-1 1 0 0 0,0-1 0 0 0,1 0 0 0 0,-1 0 0 0 0,1 0 0 0 0,-1 0 0 0 0,0 0 0 0 0,1-1 0 0 0,-1 1 0 0 0,1 0 0 0 0,-1-1 0 0 0,0 1 0 0 0,1 0 0 0 0,-1-1 0 0 0,0 0 0 0 0,2 0 0 0 0,8-6-8 0 0,-1 0-1 0 0,0-1 0 0 0,18-17 0 0 0,-23 21 22 0 0,25-26 102 0 0,-20 19-102 0 0,0 1 0 0 0,0 0 0 0 0,1 0 0 0 0,0 1 1 0 0,0 1-1 0 0,1 0 0 0 0,1 0 0 0 0,19-8 0 0 0,-31 15-18 0 0,0 1 0 0 0,0 0-1 0 0,0-1 1 0 0,0 1 0 0 0,1 0 0 0 0,-1-1-1 0 0,0 1 1 0 0,0 0 0 0 0,0 0-1 0 0,0 0 1 0 0,1 0 0 0 0,-1 0 0 0 0,0 1-1 0 0,0-1 1 0 0,0 0 0 0 0,0 0 0 0 0,0 1-1 0 0,0-1 1 0 0,1 1 0 0 0,-1-1 0 0 0,0 1-1 0 0,0-1 1 0 0,0 1 0 0 0,0 0 0 0 0,-1-1-1 0 0,3 3 1 0 0,-2-1-4 0 0,0 0 1 0 0,0 0-1 0 0,0 0 1 0 0,0 0-1 0 0,0 1 1 0 0,0-1-1 0 0,0 0 0 0 0,-1 1 1 0 0,1-1-1 0 0,-1 0 1 0 0,0 1-1 0 0,0 3 0 0 0,0 7 22 0 0,-1 0 0 0 0,-1 0 0 0 0,-5 21-1 0 0,-5 4 291 0 0,-1-1-1 0 0,-2-1 0 0 0,-2 0 1 0 0,-21 35-1 0 0,5-11-2073 0 0,3 3-3418 0 0</inkml:trace>
</inkml:ink>
</file>

<file path=ppt/ink/ink3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7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41 6913 0 0,'-12'9'512'0'0,"0"-1"0"0"0,0 0 0 0 0,0-2 0 0 0,-1 1 0 0 0,0-1 0 0 0,-17 5 0 0 0,30-11-472 0 0,-1 0 0 0 0,1 0-1 0 0,-1 1 1 0 0,1-1 0 0 0,-1 0 0 0 0,1 0 0 0 0,0 0-1 0 0,-1 0 1 0 0,1 0 0 0 0,-1 0 0 0 0,1 0 0 0 0,-1 0 0 0 0,1 0-1 0 0,-1 0 1 0 0,1 0 0 0 0,-1 0 0 0 0,1 0 0 0 0,0 0-1 0 0,-1 0 1 0 0,1 0 0 0 0,-1 0 0 0 0,1-1 0 0 0,-1 1-1 0 0,1 0 1 0 0,0 0 0 0 0,-1-1 0 0 0,1 1 0 0 0,0 0 0 0 0,-1 0-1 0 0,1-1 1 0 0,0 1 0 0 0,-1 0 0 0 0,1-1 0 0 0,0 1-1 0 0,-1-1 1 0 0,1 1 0 0 0,0-1 0 0 0,4-19 1265 0 0,21-19 437 0 0,-23 36-1617 0 0,1 1 1 0 0,-1-1-1 0 0,1 1 1 0 0,0-1-1 0 0,0 1 1 0 0,0 0-1 0 0,0 0 1 0 0,0 0-1 0 0,1 0 1 0 0,-1 1-1 0 0,0-1 1 0 0,1 1-1 0 0,-1 0 1 0 0,1 0-1 0 0,0 0 1 0 0,-1 1-1 0 0,1-1 1 0 0,0 1-1 0 0,6 0 1 0 0,-6 0-64 0 0,-1 1 1 0 0,0 0-1 0 0,1 0 1 0 0,-1 0-1 0 0,0 1 0 0 0,0-1 1 0 0,0 1-1 0 0,0-1 1 0 0,0 1-1 0 0,0 0 0 0 0,0 0 1 0 0,-1 1-1 0 0,1-1 1 0 0,-1 0-1 0 0,1 1 1 0 0,-1 0-1 0 0,0-1 0 0 0,0 1 1 0 0,0 0-1 0 0,0 0 1 0 0,1 4-1 0 0,-2-4 7 0 0,1 1 111 0 0,0 0-1 0 0,0 0 1 0 0,1 0 0 0 0,-1 0 0 0 0,1 0 0 0 0,0 0 0 0 0,4 4 0 0 0,-5-7-157 0 0,-1 0 1 0 0,0 0-1 0 0,1-1 1 0 0,-1 1 0 0 0,1 0-1 0 0,-1-1 1 0 0,1 1-1 0 0,-1-1 1 0 0,1 0 0 0 0,-1 0-1 0 0,1 1 1 0 0,-1-1-1 0 0,1 0 1 0 0,-1 0 0 0 0,1 0-1 0 0,-1-1 1 0 0,1 1-1 0 0,-1 0 1 0 0,1-1 0 0 0,-1 1-1 0 0,1-1 1 0 0,-1 1 0 0 0,1-1-1 0 0,-1 1 1 0 0,0-1-1 0 0,1 0 1 0 0,0-1 0 0 0,16-8-24 0 0,-13 7 28 0 0,0-1 0 0 0,1 2 0 0 0,-1-1-1 0 0,1 0 1 0 0,0 1 0 0 0,-1 0 0 0 0,7-1-1 0 0,-9 3-25 0 0,-1 0 0 0 0,1 0 0 0 0,-1 0-1 0 0,0 1 1 0 0,1-1 0 0 0,-1 0 0 0 0,0 1 0 0 0,1 0-1 0 0,-1-1 1 0 0,0 1 0 0 0,0 0 0 0 0,0 0 0 0 0,1 1-1 0 0,-1-1 1 0 0,0 0 0 0 0,-1 1 0 0 0,1-1 0 0 0,0 1-1 0 0,0-1 1 0 0,-1 1 0 0 0,1 0 0 0 0,2 3 0 0 0,1 3 25 0 0,1 1 1 0 0,-1 0 0 0 0,0 0 0 0 0,-1 1 0 0 0,0-1 0 0 0,0 1 0 0 0,-1 0 0 0 0,0 0 0 0 0,2 19 0 0 0,-2-7-865 0 0,-1 1 1 0 0,-1-1 0 0 0,-3 35 0 0 0,2-50-219 0 0</inkml:trace>
</inkml:ink>
</file>

<file path=ppt/ink/ink3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7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10138 0 0,'-1'2'219'0'0,"-1"0"0"0"0,1-1 1 0 0,-1 1-1 0 0,1 0 0 0 0,-1 0 0 0 0,1 0 0 0 0,0 0 0 0 0,0 0 0 0 0,0 0 1 0 0,0 0-1 0 0,1 1 0 0 0,-1-1 0 0 0,0 0 0 0 0,1 0 0 0 0,0 1 0 0 0,-1-1 0 0 0,1 0 1 0 0,0 1-1 0 0,0-1 0 0 0,0 0 0 0 0,1 4 0 0 0,10 52 2243 0 0,-10-52-2167 0 0,8 24-210 0 0,0-1 1 0 0,2 0-1 0 0,1 0 1 0 0,1-1 0 0 0,2-1-1 0 0,17 27 1 0 0,-14-27-477 0 0</inkml:trace>
</inkml:ink>
</file>

<file path=ppt/ink/ink3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9.1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0 1376 0 0,'-7'6'7875'0'0,"2"3"-7453"0"0,1 1 0 0 0,0-1 0 0 0,0 1-1 0 0,1 0 1 0 0,1 0 0 0 0,-1 1 0 0 0,2-1 0 0 0,-1 0-1 0 0,2 1 1 0 0,-1-1 0 0 0,1 1 0 0 0,1-1 0 0 0,0 0-1 0 0,0 1 1 0 0,1-1 0 0 0,1 0 0 0 0,6 19 0 0 0,-8-27-375 0 0,0-1 1 0 0,0 1-1 0 0,0-1 1 0 0,0 0 0 0 0,0 1-1 0 0,0-1 1 0 0,0 0 0 0 0,0 0-1 0 0,1 0 1 0 0,-1 0 0 0 0,0 0-1 0 0,1 0 1 0 0,-1 0-1 0 0,1 0 1 0 0,-1 0 0 0 0,1-1-1 0 0,-1 1 1 0 0,1-1 0 0 0,0 1-1 0 0,-1-1 1 0 0,1 0-1 0 0,-1 1 1 0 0,1-1 0 0 0,0 0-1 0 0,0 0 1 0 0,-1 0 0 0 0,1 0-1 0 0,0 0 1 0 0,2-1 0 0 0,6-1 47 0 0,1-1 0 0 0,0 0 0 0 0,16-8 0 0 0,3 0 331 0 0,-27 11-415 0 0,-1-1 0 0 0,0 0 1 0 0,1 1-1 0 0,-1-1 0 0 0,1 1 0 0 0,-1 0 1 0 0,1 0-1 0 0,-1 0 0 0 0,1 0 0 0 0,-1 0 1 0 0,1 0-1 0 0,-1 1 0 0 0,1 0 0 0 0,-1-1 1 0 0,1 1-1 0 0,-1 0 0 0 0,0 0 0 0 0,0 0 1 0 0,1 0-1 0 0,-1 0 0 0 0,0 1 0 0 0,0-1 1 0 0,0 1-1 0 0,0-1 0 0 0,2 4 0 0 0,-2-2 4 0 0,0 1-1 0 0,0-1 0 0 0,0 1 0 0 0,-1-1 0 0 0,0 1 0 0 0,1 0 0 0 0,-1 0 0 0 0,-1 0 0 0 0,1 0 0 0 0,-1 0 0 0 0,1 0 0 0 0,-1 0 0 0 0,0 0 0 0 0,0 0 0 0 0,-2 5 0 0 0,0 5-271 0 0,-1 0 0 0 0,-1 0 0 0 0,0-1 0 0 0,-1 0 0 0 0,-1 0 0 0 0,0 0 0 0 0,0-1 0 0 0,-12 17 0 0 0,-13 26-1064 0 0</inkml:trace>
</inkml:ink>
</file>

<file path=ppt/ink/ink3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9.5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86 7834 0 0,'2'-3'5472'0'0,"3"-5"-3701"0"0,3-2-3583 0 0,-1 0 0 0 0,2 1-1 0 0,-1 0 1 0 0,13-10 0 0 0,-1 7 1685 0 0,-10 6 127 0 0</inkml:trace>
</inkml:ink>
</file>

<file path=ppt/ink/ink3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19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3 152 2304 0 0,'-3'-5'3309'0'0,"4"5"-3259"0"0,3-18 1562 0 0,10-18-105 0 0,-7 21-1364 0 0,15-31 774 0 0,-21 44-1190 0 0,1-1-1 0 0,-1 0 0 0 0,1 1 0 0 0,0-1 0 0 0,0 1 0 0 0,1-1 1 0 0,-1 1-1 0 0,0 0 0 0 0,1 0 0 0 0,-1 0 0 0 0,1 0 1 0 0,4-2-1 0 0</inkml:trace>
</inkml:ink>
</file>

<file path=ppt/ink/ink3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0.1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0 456 0 0,'-20'41'1826'0'0,"14"-32"-949"0"0,1 0 0 0 0,0 0-1 0 0,1 0 1 0 0,0 1 0 0 0,1-1 0 0 0,0 1 0 0 0,0 0 0 0 0,1 0 0 0 0,0 0-1 0 0,1 0 1 0 0,-1 12 0 0 0,3-20-662 0 0,-1-1 1 0 0,0 1-1 0 0,1-1 0 0 0,-1 1 0 0 0,1-1 0 0 0,0 1 1 0 0,-1-1-1 0 0,1 0 0 0 0,0 1 0 0 0,0-1 0 0 0,0 0 1 0 0,0 0-1 0 0,0 0 0 0 0,0 1 0 0 0,0-1 1 0 0,0 0-1 0 0,0 0 0 0 0,2 1 0 0 0,31 15 1580 0 0,1 2-760 0 0,-31-14-982 0 0,0-1 0 0 0,0 1 1 0 0,0 0-1 0 0,-1 0 0 0 0,0 0 0 0 0,0 0 0 0 0,0 0 1 0 0,-1 1-1 0 0,0 0 0 0 0,0-1 0 0 0,0 1 1 0 0,-1 0-1 0 0,0 0 0 0 0,0 0 0 0 0,0 0 1 0 0,-1 0-1 0 0,0 7 0 0 0,-1 12-565 0 0,-2 0 0 0 0,-9 45 0 0 0,6-43-1135 0 0,3-10 577 0 0</inkml:trace>
</inkml:ink>
</file>

<file path=ppt/ink/ink3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0.3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0,'1'4'6072'0'0,"5"13"-2999"0"0,1 3-1614 0 0,5 21 134 0 0,6 46 0 0 0,-4-17-4059 0 0,-9-54-4137 0 0</inkml:trace>
</inkml:ink>
</file>

<file path=ppt/ink/ink3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1.3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0 2304 0 0,'-4'3'632'0'0,"1"1"-1"0"0,0-1 1 0 0,0 1-1 0 0,0 0 1 0 0,1 0-1 0 0,-1 0 1 0 0,1 0-1 0 0,-4 9 1 0 0,4-9-354 0 0,-5 11 362 0 0,1 1 1 0 0,0 0 0 0 0,1 0-1 0 0,1 0 1 0 0,0 1 0 0 0,1-1-1 0 0,1 1 1 0 0,1 0-1 0 0,0 0 1 0 0,3 28 0 0 0,-2-42-562 0 0,1 1 1 0 0,-1-1-1 0 0,1 0 1 0 0,0 0-1 0 0,0 0 1 0 0,0 0-1 0 0,0-1 1 0 0,1 1-1 0 0,-1 0 1 0 0,1 0 0 0 0,0-1-1 0 0,0 1 1 0 0,0-1-1 0 0,0 1 1 0 0,0-1-1 0 0,0 0 1 0 0,0 0-1 0 0,1 0 1 0 0,0 0-1 0 0,-1 0 1 0 0,5 1-1 0 0,3 2 150 0 0,1-2-1 0 0,-1 1 1 0 0,1-2-1 0 0,21 4 1 0 0,-24-6-144 0 0,-1 1 1 0 0,1 1 0 0 0,0-1 0 0 0,0 1-1 0 0,-1 0 1 0 0,0 1 0 0 0,1 0 0 0 0,-1 0-1 0 0,0 1 1 0 0,0 0 0 0 0,7 5-1 0 0,-10-5-30 0 0,0 1-1 0 0,0 0 0 0 0,0 1 1 0 0,0-1-1 0 0,-1 1 0 0 0,0-1 1 0 0,0 1-1 0 0,-1 0 0 0 0,1 0 1 0 0,-1 0-1 0 0,0 1 0 0 0,-1-1 1 0 0,0 0-1 0 0,0 1 0 0 0,0-1 1 0 0,-1 0-1 0 0,0 1 0 0 0,0-1 1 0 0,0 1-1 0 0,-1-1 0 0 0,0 1 1 0 0,-3 7-1 0 0,0 3-268 0 0,-1-1 1 0 0,0-1-1 0 0,-2 1 1 0 0,0-1-1 0 0,0 0 1 0 0,-2-1-1 0 0,-14 21 1 0 0,12-25-2534 0 0,13-45-4899 0 0,-1 30 8125 0 0,4-19-642 0 0</inkml:trace>
</inkml:ink>
</file>

<file path=ppt/ink/ink3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1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16 6913 0 0,'-16'13'524'0'0,"13"-10"-239"0"0,1-1 1 0 0,0 0-1 0 0,0 0 0 0 0,-1 0 0 0 0,0 0 0 0 0,1 0 0 0 0,-1 0 0 0 0,0-1 0 0 0,0 1 1 0 0,0-1-1 0 0,0 0 0 0 0,-7-3 3408 0 0,18-8-2258 0 0,9-7 36 0 0,-13 14-1287 0 0,0 0 0 0 0,1 1 0 0 0,-1-1-1 0 0,1 1 1 0 0,0 1 0 0 0,-1-1 0 0 0,1 1-1 0 0,0-1 1 0 0,0 1 0 0 0,0 1-1 0 0,0-1 1 0 0,0 1 0 0 0,0-1 0 0 0,0 2-1 0 0,8 0 1 0 0,-6 0-105 0 0,-1 1 0 0 0,0 0-1 0 0,0 1 1 0 0,1-1 0 0 0,-1 1-1 0 0,-1 0 1 0 0,1 1 0 0 0,0-1-1 0 0,-1 1 1 0 0,8 7 0 0 0,6 9-17 0 0,-1 0 0 0 0,-1 2 0 0 0,0 0 0 0 0,21 38 1 0 0,-25-39 317 0 0,-5-7-388 0 0,28 38 102 0 0,-33-48-468 0 0,0-1 0 0 0,0 0 0 0 0,1-1 0 0 0,-1 1 0 0 0,0 0 0 0 0,1-1 0 0 0,5 3 0 0 0,-2-2-1407 0 0</inkml:trace>
</inkml:ink>
</file>

<file path=ppt/ink/ink3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1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34 200 3681 0 0,'-1'1'304'0'0,"0"-1"1"0"0,0 1-1 0 0,-1-1 1 0 0,1 0-1 0 0,0 1 1 0 0,0-1-1 0 0,0 0 1 0 0,0 0-1 0 0,0 0 1 0 0,-1 0-1 0 0,1 0 1 0 0,0 0-1 0 0,0 0 1 0 0,0 0-1 0 0,0 0 0 0 0,-1-1 1 0 0,1 1-1 0 0,0 0 1 0 0,0-1-1 0 0,0 1 1 0 0,0-1-1 0 0,0 1 1 0 0,0-1-1 0 0,0 0 1 0 0,-2-1-1 0 0,3 1-105 0 0,-1 0 0 0 0,1-1 0 0 0,0 1-1 0 0,-1 0 1 0 0,1-1 0 0 0,0 1 0 0 0,0-1 0 0 0,0 1-1 0 0,0 0 1 0 0,0-1 0 0 0,0 1 0 0 0,0-1 0 0 0,0 1-1 0 0,1 0 1 0 0,-1-1 0 0 0,1 1 0 0 0,0-2 0 0 0,4-8 205 0 0,0 0 1 0 0,0 1 0 0 0,11-16-1 0 0,48-65-1105 0 0,-47 71-5054 0 0</inkml:trace>
</inkml:ink>
</file>

<file path=ppt/ink/ink3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2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0 222 14283 0 0,'0'0'1103'0'0,"18"-20"-1278"0"0,14-23 1969 0 0,-22 28-1783 0 0,-1 1 1 0 0,2 1-1 0 0,0 0 1 0 0,0 1-1 0 0,1 0 0 0 0,1 0 1 0 0,0 1-1 0 0,28-17 1 0 0,-10 11-516 0 0,-16 5 488 0 0</inkml:trace>
</inkml:ink>
</file>

<file path=ppt/ink/ink3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3.0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16 138 7834 0 0,'-1'-1'137'0'0,"0"1"1"0"0,0-1-1 0 0,0 0 1 0 0,0 0-1 0 0,0 1 1 0 0,0-1-1 0 0,1 0 1 0 0,-1 0-1 0 0,0 0 1 0 0,0 0-1 0 0,1 0 1 0 0,-1 0-1 0 0,0 0 1 0 0,1 0-1 0 0,-1-1 1 0 0,1 1-1 0 0,-1 0 1 0 0,1 0-1 0 0,0 0 1 0 0,0 0-1 0 0,-1-2 1 0 0,1-1 181 0 0,0 0-1 0 0,0 0 1 0 0,0 1 0 0 0,1-1 0 0 0,-1 0-1 0 0,1 0 1 0 0,1-4 0 0 0,1 0 73 0 0,0 1 0 0 0,0 0 0 0 0,0 0 0 0 0,1 0 0 0 0,0 0 0 0 0,0 1 0 0 0,6-7 0 0 0,-9 11-331 0 0,0 1 0 0 0,0 0 1 0 0,1-1-1 0 0,-1 1 0 0 0,1 0 0 0 0,-1 0 0 0 0,1 0 1 0 0,-1 0-1 0 0,1 0 0 0 0,0 0 0 0 0,-1 0 1 0 0,1 1-1 0 0,0-1 0 0 0,0 0 0 0 0,0 1 0 0 0,-1 0 1 0 0,1-1-1 0 0,0 1 0 0 0,0 0 0 0 0,0 0 1 0 0,0 0-1 0 0,0 0 0 0 0,3 1 0 0 0,-2 0 7 0 0,1 0 0 0 0,-1 1 0 0 0,0-1 0 0 0,1 1-1 0 0,-1 0 1 0 0,0 0 0 0 0,0 0 0 0 0,-1 1 0 0 0,1-1 0 0 0,0 0-1 0 0,3 5 1 0 0,3 5 76 0 0,0 0 0 0 0,-1 1 0 0 0,0-1 0 0 0,11 28 0 0 0,-8-11 70 0 0,-2 0 1 0 0,5 33-1 0 0,-7-30 525 0 0,16 46 0 0 0,-22-78-702 0 0,-1 1 0 0 0,0 0 0 0 0,1 0 0 0 0,-1 0 0 0 0,1 0 0 0 0,-1 0 0 0 0,1 0 0 0 0,-1 0 0 0 0,1 0 0 0 0,0-1 0 0 0,-1 1 0 0 0,1 0 0 0 0,0 0 0 0 0,-1-1 0 0 0,1 1 0 0 0,0-1 0 0 0,0 1 0 0 0,0 0 0 0 0,0-1 0 0 0,0 0 0 0 0,0 1 0 0 0,0-1 0 0 0,0 0 0 0 0,0 1 0 0 0,0-1 0 0 0,0 0 0 0 0,1 0 0 0 0,0 0-12 0 0,0 0 0 0 0,1-1 0 0 0,-1 1 0 0 0,0-1 0 0 0,1 1 0 0 0,-1-1 0 0 0,0 0 0 0 0,0 0 0 0 0,0 0 0 0 0,0 0 0 0 0,3-3 0 0 0,4-2-30 0 0,-1-1 0 0 0,0 0 0 0 0,0-1 1 0 0,7-8-1 0 0,55-75-1184 0 0,-26 28-3162 0 0,-27 38-2128 0 0</inkml:trace>
</inkml:ink>
</file>

<file path=ppt/ink/ink3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3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0 3681 0 0,'-2'1'297'0'0,"0"1"0"0"0,-1-1-1 0 0,1 0 1 0 0,0 1 0 0 0,0-1 0 0 0,1 1 0 0 0,-1-1 0 0 0,0 1 0 0 0,0 0 0 0 0,1 0 0 0 0,-1 0 0 0 0,1 0-1 0 0,0 0 1 0 0,-1 0 0 0 0,1 0 0 0 0,0 1 0 0 0,0-1 0 0 0,1 0 0 0 0,-1 1 0 0 0,0-1 0 0 0,1 1-1 0 0,-1-1 1 0 0,1 0 0 0 0,0 1 0 0 0,0-1 0 0 0,0 1 0 0 0,0-1 0 0 0,0 1 0 0 0,1-1 0 0 0,-1 1-1 0 0,1-1 1 0 0,-1 0 0 0 0,1 1 0 0 0,0-1 0 0 0,0 0 0 0 0,0 1 0 0 0,0-1 0 0 0,1 0 0 0 0,-1 0 0 0 0,0 0-1 0 0,1 0 1 0 0,0 0 0 0 0,-1 0 0 0 0,3 1 0 0 0,123 143 3528 0 0,30 31-5656 0 0,-137-162-1766 0 0</inkml:trace>
</inkml:ink>
</file>

<file path=ppt/ink/ink3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3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33 192 5065 0 0,'-3'-4'287'0'0,"-1"0"-1"0"0,1-1 0 0 0,0 1 1 0 0,0-1-1 0 0,0 0 1 0 0,1 0-1 0 0,0 0 0 0 0,0 0 1 0 0,0-1-1 0 0,0 1 1 0 0,1 0-1 0 0,0-1 1 0 0,0 1-1 0 0,1-1 0 0 0,-1 1 1 0 0,1-1-1 0 0,0 0 1 0 0,2-10-1 0 0,-1 12-80 0 0,-1 0-1 0 0,1 0 1 0 0,0 0 0 0 0,0 0-1 0 0,1 0 1 0 0,-1 0 0 0 0,1 1-1 0 0,0-1 1 0 0,0 0 0 0 0,0 1-1 0 0,1-1 1 0 0,-1 1-1 0 0,1 0 1 0 0,-1 0 0 0 0,1 0-1 0 0,0 0 1 0 0,1 0 0 0 0,-1 1-1 0 0,0-1 1 0 0,1 1 0 0 0,-1 0-1 0 0,1 0 1 0 0,0 0 0 0 0,-1 1-1 0 0,1-1 1 0 0,5 0-1 0 0,-6 1-109 0 0,0 1 0 0 0,0-1-1 0 0,0 1 1 0 0,-1 0 0 0 0,1 0-1 0 0,0 0 1 0 0,0 1-1 0 0,0-1 1 0 0,-1 1 0 0 0,1-1-1 0 0,0 1 1 0 0,0 0 0 0 0,-1 0-1 0 0,1 0 1 0 0,-1 0 0 0 0,5 3-1 0 0,-2 0-18 0 0,-1-1 1 0 0,1 1-1 0 0,-1 0 0 0 0,0 0 0 0 0,0 1 0 0 0,-1-1 1 0 0,7 10-1 0 0,-4-3 49 0 0,0 0-1 0 0,-1 0 1 0 0,0 0 0 0 0,-1 1-1 0 0,0 0 1 0 0,-1 0-1 0 0,2 14 1 0 0,-4-15 158 0 0,0 0 0 0 0,-1 0 0 0 0,0 0 0 0 0,-1 0 0 0 0,0 0 0 0 0,-1 0 1 0 0,-1 0-1 0 0,-6 20 0 0 0,13-37-158 0 0,0 0 1 0 0,1-1-1 0 0,0 2 1 0 0,0-1-1 0 0,8-6 1 0 0,-1 0-18 0 0,8-7-1614 0 0,1 0 0 0 0,1 1 0 0 0,0 2 0 0 0,26-15 1 0 0,-26 18-5047 0 0</inkml:trace>
</inkml:ink>
</file>

<file path=ppt/ink/ink3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4.2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337 367 656 0 0,'-4'-6'582'0'0,"-1"0"0"0"0,-1 1 1 0 0,1-1-1 0 0,-1 1 0 0 0,0 0 0 0 0,0 0 0 0 0,0 1 0 0 0,-1 0 0 0 0,-11-6 0 0 0,14 9-306 0 0,1 0 0 0 0,0 0 0 0 0,0 0 0 0 0,-1 0 0 0 0,1 1 0 0 0,-1-1 0 0 0,1 1 0 0 0,0 0 0 0 0,-1 0-1 0 0,1 0 1 0 0,0 1 0 0 0,-1-1 0 0 0,1 1 0 0 0,0 0 0 0 0,-1 0 0 0 0,1 0 0 0 0,0 0 0 0 0,0 1-1 0 0,0-1 1 0 0,0 1 0 0 0,0 0 0 0 0,0-1 0 0 0,0 1 0 0 0,-3 4 0 0 0,0 0 79 0 0,0 0-1 0 0,0 1 1 0 0,0 0 0 0 0,1 1-1 0 0,0-1 1 0 0,1 1 0 0 0,-1 0-1 0 0,2 0 1 0 0,-1 1 0 0 0,1-1 0 0 0,0 1-1 0 0,1-1 1 0 0,-3 16 0 0 0,4-18-310 0 0,0 1 0 0 0,0-1 0 0 0,1 1 0 0 0,0 0 1 0 0,0-1-1 0 0,1 1 0 0 0,-1-1 0 0 0,1 1 0 0 0,1-1 0 0 0,-1 1 1 0 0,1-1-1 0 0,0 0 0 0 0,1 0 0 0 0,0 0 0 0 0,0 0 0 0 0,0 0 1 0 0,0 0-1 0 0,1-1 0 0 0,6 7 0 0 0,-9-10-47 0 0,0 0-1 0 0,0-1 1 0 0,1 0 0 0 0,-1 1 0 0 0,1-1-1 0 0,-1 0 1 0 0,1 0 0 0 0,0 1-1 0 0,-1-1 1 0 0,1 0 0 0 0,0-1-1 0 0,0 1 1 0 0,0 0 0 0 0,0 0-1 0 0,0-1 1 0 0,-1 0 0 0 0,1 1-1 0 0,0-1 1 0 0,0 0 0 0 0,0 0 0 0 0,0 0-1 0 0,0 0 1 0 0,0 0 0 0 0,0 0-1 0 0,0 0 1 0 0,0-1 0 0 0,0 1-1 0 0,0-1 1 0 0,0 1 0 0 0,0-1-1 0 0,0 0 1 0 0,-1 0 0 0 0,1 0-1 0 0,0 0 1 0 0,0 0 0 0 0,-1 0-1 0 0,1-1 1 0 0,-1 1 0 0 0,1 0 0 0 0,-1-1-1 0 0,0 1 1 0 0,0-1 0 0 0,3-3-1 0 0,1-2-63 0 0,0-1 0 0 0,-1 0 0 0 0,0 0 0 0 0,0 0 0 0 0,-1 0 0 0 0,0-1 0 0 0,0 1 0 0 0,2-13 0 0 0,-3 5-111 0 0,-1 0 0 0 0,0 0 0 0 0,-2 0 0 0 0,0 0 1 0 0,0 0-1 0 0,-1 1 0 0 0,-1-1 0 0 0,-1 1 0 0 0,0-1 0 0 0,-1 1 0 0 0,-1 0 0 0 0,0 1 1 0 0,-1-1-1 0 0,-15-22 0 0 0,-9-9 37 0 0,-3 2 0 0 0,-71-73 0 0 0,94 106 248 0 0,-12-8 1694 0 0,23 19-1735 0 0,0 0-1 0 0,0 0 1 0 0,0 0-1 0 0,0 0 1 0 0,-1 0 0 0 0,1 0-1 0 0,0-1 1 0 0,0 1-1 0 0,0 0 1 0 0,-1 0-1 0 0,1 0 1 0 0,0 0 0 0 0,0 0-1 0 0,0 0 1 0 0,-1 0-1 0 0,1 1 1 0 0,0-1-1 0 0,0 0 1 0 0,0 0 0 0 0,-1 0-1 0 0,1 0 1 0 0,0 0-1 0 0,0 0 1 0 0,0 0-1 0 0,-1 0 1 0 0,0 1 333 0 0,1-1-334 0 0,0 0 1 0 0,0 1-1 0 0,0-1 1 0 0,0 0-1 0 0,0 0 1 0 0,0 0 0 0 0,1 18 1468 0 0,2-6-1354 0 0,2 0-1 0 0,0 0 1 0 0,0 0 0 0 0,1 0 0 0 0,0-1 0 0 0,1 0 0 0 0,0-1 0 0 0,15 17 0 0 0,79 74-22 0 0,-67-69-31 0 0,-26-25-205 0 0,21 20 120 0 0,57 43-1 0 0,-78-64-410 0 0,0 0-1 0 0,0-1 1 0 0,1-1 0 0 0,0 1 0 0 0,0-1-1 0 0,0-1 1 0 0,0 0 0 0 0,1 0-1 0 0,-1-1 1 0 0,1 0 0 0 0,-1 0-1 0 0,1-1 1 0 0,10 0 0 0 0,-1-5-1547 0 0,0-4-19 0 0</inkml:trace>
</inkml:ink>
</file>

<file path=ppt/ink/ink3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4.5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77 3225 0 0,'-11'-9'306'0'0,"-23"-17"2085"0"0,33 25-2173 0 0,0 0 0 0 0,0 0 0 0 0,-1 1 0 0 0,1-1 0 0 0,0 0 0 0 0,0 1 0 0 0,-1-1 0 0 0,1 1 0 0 0,-1-1 0 0 0,1 1 0 0 0,0 0 0 0 0,-1 0 0 0 0,1 0 0 0 0,-1-1 0 0 0,1 1 0 0 0,0 1 0 0 0,-1-1 0 0 0,1 0 0 0 0,-1 0 0 0 0,1 0 0 0 0,0 1 0 0 0,-1-1 0 0 0,-2 2 0 0 0,3-1 53 0 0,0 1 0 0 0,-1 0-1 0 0,1-1 1 0 0,0 1 0 0 0,0 0-1 0 0,0 0 1 0 0,1 0 0 0 0,-1 0-1 0 0,0 0 1 0 0,1 0 0 0 0,-1 0-1 0 0,1 0 1 0 0,0 0 0 0 0,-1 0-1 0 0,1 0 1 0 0,0 0-1 0 0,0 0 1 0 0,1 0 0 0 0,-1 0-1 0 0,0 0 1 0 0,1 0 0 0 0,-1 0-1 0 0,2 3 1 0 0,0 3 178 0 0,0 0 0 0 0,0 0 0 0 0,1 0 0 0 0,6 10 0 0 0,-4-11-311 0 0,-1 0 0 0 0,1-1 0 0 0,1 0 0 0 0,-1 0 1 0 0,1-1-1 0 0,0 1 0 0 0,0-1 0 0 0,1 0 0 0 0,0-1 0 0 0,-1 0 0 0 0,10 4 1 0 0,-13-6-127 0 0,0 0 0 0 0,1-1 1 0 0,-1 1-1 0 0,1-1 1 0 0,-1 0-1 0 0,1 0 1 0 0,-1-1-1 0 0,1 1 0 0 0,-1-1 1 0 0,1 1-1 0 0,0-1 1 0 0,-1 0-1 0 0,1-1 1 0 0,0 1-1 0 0,-1 0 0 0 0,1-1 1 0 0,-1 0-1 0 0,1 0 1 0 0,-1 0-1 0 0,1 0 1 0 0,-1-1-1 0 0,0 1 0 0 0,0-1 1 0 0,1 0-1 0 0,-1 0 1 0 0,0 0-1 0 0,2-3 1 0 0,-3 3-2 0 0,0-1-1 0 0,0 1 1 0 0,0-1 0 0 0,-1 0 0 0 0,1 0 0 0 0,-1 0 0 0 0,0 0 0 0 0,1 0 0 0 0,-1 0 0 0 0,-1 0-1 0 0,1 0 1 0 0,0 0 0 0 0,-1 0 0 0 0,0 0 0 0 0,0-1 0 0 0,0 1 0 0 0,0 0 0 0 0,0 0 0 0 0,0 0-1 0 0,-1 0 1 0 0,0-1 0 0 0,1 1 0 0 0,-1 0 0 0 0,-1 0 0 0 0,1 0 0 0 0,0 0 0 0 0,-1 1 0 0 0,1-1-1 0 0,-4-4 1 0 0,-2-4 27 0 0,-1 0 0 0 0,0 0 0 0 0,0 1 0 0 0,-1 0 0 0 0,-18-15 0 0 0,23 22-73 0 0,0 0 0 0 0,0 0-1 0 0,-1 1 1 0 0,1-1 0 0 0,-1 1-1 0 0,1 0 1 0 0,-1 1-1 0 0,0-1 1 0 0,-7 0 0 0 0,11 1-109 0 0,-1 1 1 0 0,1 0-1 0 0,-1-1 1 0 0,1 1-1 0 0,0 0 1 0 0,-1 0-1 0 0,1 0 1 0 0,-1 0-1 0 0,1 0 1 0 0,0 1 0 0 0,-1-1-1 0 0,1 0 1 0 0,-1 1-1 0 0,1-1 1 0 0,0 1-1 0 0,0-1 1 0 0,-1 1-1 0 0,1-1 1 0 0,0 1-1 0 0,0 0 1 0 0,-1 0 0 0 0,1 0-1 0 0,0 0 1 0 0,0 0-1 0 0,0 0 1 0 0,0 0-1 0 0,1 0 1 0 0,-1 0-1 0 0,0 0 1 0 0,0 0-1 0 0,0 0 1 0 0,1 1-1 0 0,-1-1 1 0 0,1 0 0 0 0,-1 1-1 0 0,1-1 1 0 0,-1 2-1 0 0,0 9-1327 0 0</inkml:trace>
</inkml:ink>
</file>

<file path=ppt/ink/ink3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5.1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 3681 0 0,'-1'0'22'0'0,"1"-1"-1"0"0,-1 1 1 0 0,1-1 0 0 0,-1 1 0 0 0,1-1 0 0 0,-1 1 0 0 0,1-1 0 0 0,-1 0-1 0 0,1 1 1 0 0,0-1 0 0 0,-1 1 0 0 0,1-1 0 0 0,0 0 0 0 0,0 0 0 0 0,0 1-1 0 0,-1-1 1 0 0,1 0 0 0 0,0 1 0 0 0,0-1 0 0 0,0 0 0 0 0,0 0-1 0 0,0 1 1 0 0,0-1 0 0 0,0 0 0 0 0,1-1 0 0 0,4 1-214 0 0,5 11 120 0 0,-3 13 72 0 0,-6-15 0 0 0</inkml:trace>
</inkml:ink>
</file>

<file path=ppt/ink/ink3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5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25 189 10138 0 0,'-2'1'109'0'0,"1"-1"0"0"0,0 1 0 0 0,-1-1 0 0 0,1 1 0 0 0,0 0 1 0 0,-1 0-1 0 0,1-1 0 0 0,0 1 0 0 0,0 0 0 0 0,0 0 0 0 0,0 0 0 0 0,0 0 0 0 0,0 0 0 0 0,0 1 0 0 0,0-1 0 0 0,0 0 0 0 0,1 0 0 0 0,-1 1 0 0 0,0-1 0 0 0,1 0 1 0 0,-1 1-1 0 0,1-1 0 0 0,0 0 0 0 0,-1 1 0 0 0,1 2 0 0 0,0-2 65 0 0,1-1 0 0 0,-1 0 0 0 0,1 1 1 0 0,0-1-1 0 0,0 0 0 0 0,-1 1 0 0 0,1-1 0 0 0,0 0 0 0 0,0 0 0 0 0,0 0 1 0 0,0 1-1 0 0,1-1 0 0 0,-1 0 0 0 0,0-1 0 0 0,0 1 0 0 0,1 0 0 0 0,-1 0 1 0 0,0 0-1 0 0,1-1 0 0 0,-1 1 0 0 0,1-1 0 0 0,-1 1 0 0 0,1-1 1 0 0,2 1-1 0 0,73 16 1073 0 0,21 6 1260 0 0,-87-20-2280 0 0,1 1 0 0 0,-1 1 0 0 0,0 0 0 0 0,0 0 1 0 0,19 14-1 0 0,-29-19-222 0 0,0 0 1 0 0,-1 1-1 0 0,1-1 1 0 0,0 0-1 0 0,-1 1 0 0 0,1-1 1 0 0,0 1-1 0 0,-1-1 1 0 0,1 1-1 0 0,0-1 1 0 0,-1 1-1 0 0,1 0 1 0 0,-1-1-1 0 0,1 1 0 0 0,-1 0 1 0 0,1-1-1 0 0,-1 1 1 0 0,0 0-1 0 0,1 0 1 0 0,-1-1-1 0 0,0 1 1 0 0,0 0-1 0 0,1 0 1 0 0,-1 0-1 0 0,0-1 0 0 0,0 1 1 0 0,0 0-1 0 0,0 0 1 0 0,0 0-1 0 0,0-1 1 0 0,0 1-1 0 0,-1 1 1 0 0,0-1 4 0 0,0-1 0 0 0,0 1 0 0 0,1-1 0 0 0,-1 1 0 0 0,0-1 0 0 0,0 0 0 0 0,0 0 0 0 0,0 0 0 0 0,-1 1 0 0 0,1-1 0 0 0,0 0 0 0 0,0 0 0 0 0,0-1 0 0 0,0 1 1 0 0,0 0-1 0 0,0 0 0 0 0,0 0 0 0 0,0-1 0 0 0,0 1 0 0 0,0 0 0 0 0,0-1 0 0 0,0 1 0 0 0,1-1 0 0 0,-1 1 0 0 0,-2-2 0 0 0,-6-4 52 0 0,0 0 0 0 0,0-1 0 0 0,1 0 0 0 0,0 0-1 0 0,0-1 1 0 0,0 0 0 0 0,1 0 0 0 0,1-1 0 0 0,-1 0 0 0 0,1 0 0 0 0,1 0-1 0 0,0-1 1 0 0,0 0 0 0 0,-6-19 0 0 0,7 18-226 0 0,1 0-1 0 0,0 0 1 0 0,1 0-1 0 0,0-1 1 0 0,1 1-1 0 0,0 0 1 0 0,1-1-1 0 0,0 1 1 0 0,1-1-1 0 0,0 1 1 0 0,0 0 0 0 0,2-1-1 0 0,-1 1 1 0 0,6-13-1 0 0,1 4-1314 0 0</inkml:trace>
</inkml:ink>
</file>

<file path=ppt/ink/ink3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5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0 3681 0 0,'-6'6'646'0'0,"1"1"0"0"0,-1-1 1 0 0,1 1-1 0 0,0 0 1 0 0,1 0-1 0 0,-1 1 0 0 0,1 0 1 0 0,1-1-1 0 0,0 1 0 0 0,0 0 1 0 0,-3 15-1 0 0,5-20-469 0 0,1 1 0 0 0,-1 0 1 0 0,1-1-1 0 0,0 1 0 0 0,0 0 0 0 0,1-1 0 0 0,-1 1 1 0 0,1 0-1 0 0,0-1 0 0 0,0 1 0 0 0,0-1 0 0 0,0 1 1 0 0,0-1-1 0 0,1 0 0 0 0,0 1 0 0 0,0-1 0 0 0,0 0 1 0 0,0 0-1 0 0,0 0 0 0 0,0 0 0 0 0,1-1 0 0 0,-1 1 1 0 0,1-1-1 0 0,0 1 0 0 0,0-1 0 0 0,0 0 0 0 0,0 0 1 0 0,0 0-1 0 0,0-1 0 0 0,5 3 0 0 0,-5-3-85 0 0,-1 1 1 0 0,1-1-1 0 0,0 0 0 0 0,0 0 0 0 0,0 0 0 0 0,1 0 1 0 0,-1 0-1 0 0,0 0 0 0 0,0-1 0 0 0,0 0 0 0 0,0 0 1 0 0,1 0-1 0 0,-1 0 0 0 0,0 0 0 0 0,0 0 0 0 0,0-1 1 0 0,1 0-1 0 0,-1 1 0 0 0,0-1 0 0 0,0-1 0 0 0,0 1 1 0 0,0 0-1 0 0,0-1 0 0 0,4-2 0 0 0,-5 1-60 0 0,1 0-1 0 0,-1 0 0 0 0,1 0 0 0 0,-1 0 1 0 0,0 0-1 0 0,0 0 0 0 0,0-1 1 0 0,-1 1-1 0 0,1-1 0 0 0,-1 1 0 0 0,0-1 1 0 0,0 0-1 0 0,0 0 0 0 0,0 1 1 0 0,-1-1-1 0 0,0 0 0 0 0,1 0 0 0 0,-1 0 1 0 0,-1 0-1 0 0,0-5 0 0 0,0 2 23 0 0,0 1 0 0 0,0 0-1 0 0,-1-1 1 0 0,0 1 0 0 0,0 0-1 0 0,-1 0 1 0 0,1 0 0 0 0,-1 1-1 0 0,-1-1 1 0 0,1 0-1 0 0,-1 1 1 0 0,-5-6 0 0 0,7 8-217 0 0,0 1 0 0 0,0 0 0 0 0,-1 0 0 0 0,1 0 0 0 0,0 0 0 0 0,-1 0 0 0 0,0 1 0 0 0,1-1 0 0 0,-1 1 0 0 0,0-1 0 0 0,0 1 0 0 0,0 0 0 0 0,0 0 0 0 0,0 0 0 0 0,0 1 0 0 0,0-1 0 0 0,0 1 0 0 0,0 0 0 0 0,0-1 0 0 0,0 1 0 0 0,0 1 0 0 0,0-1 0 0 0,0 0 0 0 0,0 1 0 0 0,0 0 0 0 0,0-1 0 0 0,-5 3 0 0 0</inkml:trace>
</inkml:ink>
</file>

<file path=ppt/ink/ink3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6.1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11979 0 0,'0'1'224'0'0,"0"0"1"0"0,0-1 0 0 0,0 1 0 0 0,0 0 0 0 0,0-1 0 0 0,0 1 0 0 0,0 0 0 0 0,1 0 0 0 0,-1-1 0 0 0,0 1 0 0 0,1 0 0 0 0,-1-1 0 0 0,0 1 0 0 0,1 0-1 0 0,-1-1 1 0 0,1 1 0 0 0,-1-1 0 0 0,1 1 0 0 0,-1-1 0 0 0,1 1 0 0 0,-1-1 0 0 0,1 1 0 0 0,0-1 0 0 0,0 1 0 0 0,19 19 1262 0 0,51 33 756 0 0,-52-41-2267 0 0,0 1 1 0 0,-1 1-1 0 0,-1 1 1 0 0,0 0-1 0 0,-1 2 1 0 0,22 28-1 0 0,-32-35-803 0 0</inkml:trace>
</inkml:ink>
</file>

<file path=ppt/ink/ink3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6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52 147 3201 0 0,'-12'-5'102'0'0,"8"4"-23"0"0,0-1-1 0 0,1 1 1 0 0,-1-1-1 0 0,0 0 0 0 0,1 0 1 0 0,0-1-1 0 0,-6-3 1 0 0,9 5 20 0 0,-1 0 0 0 0,1 0 0 0 0,-1 0 0 0 0,0 0 0 0 0,1 0 0 0 0,0 0 0 0 0,-1 0 0 0 0,1 0 0 0 0,0 0 0 0 0,-1 0 0 0 0,1 0 0 0 0,0 0 0 0 0,0 0 0 0 0,0 0 0 0 0,0-1 0 0 0,0 1-1 0 0,0 0 1 0 0,0 0 0 0 0,0 0 0 0 0,1 0 0 0 0,-1 0 0 0 0,0 0 0 0 0,1 0 0 0 0,-1 0 0 0 0,1 0 0 0 0,-1 0 0 0 0,1 0 0 0 0,-1 0 0 0 0,1 0 0 0 0,0 0 0 0 0,-1 0 0 0 0,1 0 0 0 0,1 0 0 0 0,5-8 911 0 0,0 1 0 0 0,1 1 0 0 0,0 0-1 0 0,0 0 1 0 0,0 0 0 0 0,1 1 0 0 0,0 0 0 0 0,15-7-1 0 0,-19 11-683 0 0,0-1 0 0 0,0 1 0 0 0,1-1 0 0 0,0 2 0 0 0,-1-1 0 0 0,1 1 0 0 0,0-1 0 0 0,0 1-1 0 0,-1 1 1 0 0,1-1 0 0 0,0 1 0 0 0,0 0 0 0 0,0 1 0 0 0,0-1 0 0 0,0 1 0 0 0,11 4 0 0 0,-15-4-283 0 0,1 0-1 0 0,-1 0 1 0 0,0 1 0 0 0,0-1 0 0 0,1 1 0 0 0,-1 0 0 0 0,0-1 0 0 0,-1 1 0 0 0,1 0 0 0 0,0 0-1 0 0,0 1 1 0 0,-1-1 0 0 0,1 0 0 0 0,-1 0 0 0 0,0 1 0 0 0,2 2 0 0 0,-1 1 4 0 0,-1 0 1 0 0,1 0-1 0 0,-1 0 1 0 0,0 1 0 0 0,0-1-1 0 0,0 11 1 0 0,-2 5-46 0 0,-1 0 0 0 0,-9 41 0 0 0,10-60-9 0 0,-4 17-1598 0 0</inkml:trace>
</inkml:ink>
</file>

<file path=ppt/ink/ink3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26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 5985 0 0,'-19'16'2990'0'0,"15"-13"-1927"0"0,0 0 1 0 0,1-1 0 0 0,0 1 0 0 0,0 0 0 0 0,0 1-1 0 0,-5 5 1 0 0,7-7-863 0 0,1-1 0 0 0,-1 1 0 0 0,0-1 0 0 0,1 1-1 0 0,0 0 1 0 0,-1-1 0 0 0,1 1 0 0 0,0-1 0 0 0,0 1 0 0 0,0-1 0 0 0,0 1 0 0 0,0 0-1 0 0,0-1 1 0 0,0 1 0 0 0,0-1 0 0 0,1 1 0 0 0,-1 0 0 0 0,1-1 0 0 0,-1 1-1 0 0,1-1 1 0 0,0 1 0 0 0,-1-1 0 0 0,3 2 0 0 0,18 36 607 0 0,45 58 0 0 0,-47-73-741 0 0</inkml:trace>
</inkml:ink>
</file>

<file path=ppt/ink/ink3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51.7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123 25 3225 0 0,'-1'0'103'0'0,"0"0"1"0"0,0-1 0 0 0,0 1 0 0 0,0 0-1 0 0,-1-1 1 0 0,1 0 0 0 0,0 1 0 0 0,0-1-1 0 0,0 0 1 0 0,0 1 0 0 0,0-1 0 0 0,0 0-1 0 0,1 0 1 0 0,-1 0 0 0 0,0 0 0 0 0,0 0-1 0 0,0-1 1 0 0,1 2 3 0 0,-1-1 0 0 0,1 0 0 0 0,0 1 0 0 0,-1-1 0 0 0,1 0 0 0 0,0 1 0 0 0,-1-1-1 0 0,1 1 1 0 0,-1-1 0 0 0,1 1 0 0 0,-1-1 0 0 0,1 1 0 0 0,-1-1 0 0 0,1 1 0 0 0,-1-1 0 0 0,0 1 0 0 0,1 0 0 0 0,-1-1 0 0 0,0 1-1 0 0,1 0 1 0 0,-1-1 0 0 0,0 1 0 0 0,1 0 0 0 0,-1 0 0 0 0,0 0 0 0 0,0 0 0 0 0,1 0 0 0 0,-1 0 0 0 0,0 0 0 0 0,1 0-1 0 0,-1 0 1 0 0,0 0 0 0 0,0 0 0 0 0,1 0 0 0 0,-1 1 0 0 0,0-1 0 0 0,1 0 0 0 0,-1 0 0 0 0,0 1 0 0 0,1-1 0 0 0,-1 0-1 0 0,1 1 1 0 0,-1-1 0 0 0,0 1 0 0 0,1-1 0 0 0,-1 1 0 0 0,1-1 0 0 0,-1 1 0 0 0,1-1 0 0 0,-1 1 0 0 0,1-1 0 0 0,0 1 0 0 0,-1 0-1 0 0,1-1 1 0 0,0 1 0 0 0,-1 0 0 0 0,1 1 0 0 0,-8 13 588 0 0,1 0 0 0 0,0 1 0 0 0,2 0-1 0 0,-1 1 1 0 0,2-1 0 0 0,-3 23 0 0 0,-2 3 0 0 0,8-37-611 0 0,-4 11 114 0 0,1 1-1 0 0,0-1 1 0 0,2 1-1 0 0,0 0 1 0 0,0 0-1 0 0,2 0 0 0 0,2 24 1 0 0,-2-40-187 0 0,1 0 1 0 0,-1 1-1 0 0,0-1 1 0 0,1 0 0 0 0,-1 0-1 0 0,1 1 1 0 0,0-1-1 0 0,-1 0 1 0 0,1 0-1 0 0,0 0 1 0 0,0 0-1 0 0,0 0 1 0 0,-1 0-1 0 0,1 0 1 0 0,0 0-1 0 0,0 0 1 0 0,1 0-1 0 0,-1-1 1 0 0,0 1-1 0 0,0 0 1 0 0,0-1-1 0 0,0 1 1 0 0,1-1-1 0 0,-1 1 1 0 0,0-1-1 0 0,0 0 1 0 0,1 1-1 0 0,-1-1 1 0 0,0 0-1 0 0,1 0 1 0 0,-1 0-1 0 0,0 0 1 0 0,1 0-1 0 0,-1 0 1 0 0,0 0-1 0 0,1-1 1 0 0,-1 1-1 0 0,3-1 1 0 0,7-2 15 0 0,-1 0 0 0 0,1-1 0 0 0,17-9 0 0 0,-11 5 55 0 0,-15 7-70 0 0,16-6 88 0 0,1 0-1 0 0,0 1 0 0 0,30-5 1 0 0,-45 10-94 0 0,0 0 1 0 0,0 0 0 0 0,0 1 0 0 0,0 0-1 0 0,0 0 1 0 0,0 0 0 0 0,0 0 0 0 0,0 1-1 0 0,0-1 1 0 0,0 1 0 0 0,0 0 0 0 0,0 0-1 0 0,0 1 1 0 0,-1-1 0 0 0,1 1 0 0 0,0 0-1 0 0,-1 0 1 0 0,1 0 0 0 0,-1 0 0 0 0,0 0-1 0 0,0 1 1 0 0,0 0 0 0 0,0-1 0 0 0,0 1-1 0 0,2 4 1 0 0,-3-4 28 0 0,-1 1 0 0 0,0-1-1 0 0,1 1 1 0 0,-1-1 0 0 0,-1 1-1 0 0,1 0 1 0 0,0 0 0 0 0,-1-1 0 0 0,0 1-1 0 0,0 0 1 0 0,0 0 0 0 0,0-1-1 0 0,-1 1 1 0 0,0 0 0 0 0,1 0-1 0 0,-1-1 1 0 0,0 1 0 0 0,-1-1 0 0 0,1 1-1 0 0,-3 4 1 0 0,-4 8 230 0 0,0-1 1 0 0,-1 0 0 0 0,-11 13-1 0 0,5-7 67 0 0,-1-2-1 0 0,-32 31 0 0 0,43-45-405 0 0,-1 0 0 0 0,0 0 0 0 0,0-1 0 0 0,-1 1 0 0 0,1-1 0 0 0,-1 0-1 0 0,0-1 1 0 0,0 0 0 0 0,0 0 0 0 0,-1-1 0 0 0,1 1 0 0 0,-1-2-1 0 0,-9 2 1 0 0,4-4-5116 0 0</inkml:trace>
</inkml:ink>
</file>

<file path=ppt/ink/ink3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57.9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45 5985 0 0,'-7'-27'3483'0'0,"6"27"-3316"0"0,1-1 0 0 0,0 0 0 0 0,0 0-1 0 0,-1 0 1 0 0,1 0 0 0 0,0 0 0 0 0,-1 0-1 0 0,1 0 1 0 0,-1 1 0 0 0,1-1 0 0 0,-1 0 0 0 0,1 0-1 0 0,-1 1 1 0 0,0-1 0 0 0,1 0 0 0 0,-1 1-1 0 0,0-1 1 0 0,1 1 0 0 0,-1-1 0 0 0,0 1-1 0 0,0-1 1 0 0,0 1 0 0 0,0-1 0 0 0,1 1-1 0 0,-1 0 1 0 0,-2-1 0 0 0,3 2-81 0 0,-1-1-1 0 0,0 1 1 0 0,1 0-1 0 0,-1-1 1 0 0,0 1-1 0 0,1 0 1 0 0,-1-1 0 0 0,1 1-1 0 0,-1 0 1 0 0,1 0-1 0 0,0 0 1 0 0,-1-1 0 0 0,1 1-1 0 0,0 0 1 0 0,0 0-1 0 0,-1 0 1 0 0,1 0-1 0 0,0 0 1 0 0,0 0 0 0 0,0-1-1 0 0,0 1 1 0 0,0 0-1 0 0,0 0 1 0 0,0 0-1 0 0,0 0 1 0 0,1 1 0 0 0,5 30 245 0 0,-4-25-151 0 0,29 113 589 0 0,-26-105-672 0 0,0-1-1 0 0,1 0 0 0 0,1 0 0 0 0,0-1 0 0 0,1 0 1 0 0,10 14-1 0 0,-14-23-81 0 0,0-1 1 0 0,1 1-1 0 0,-1-1 0 0 0,1 0 1 0 0,-1 0-1 0 0,1 0 1 0 0,0-1-1 0 0,0 0 0 0 0,0 0 1 0 0,0 0-1 0 0,1 0 1 0 0,-1-1-1 0 0,0 0 0 0 0,1 0 1 0 0,-1 0-1 0 0,1-1 1 0 0,-1 1-1 0 0,1-2 0 0 0,-1 1 1 0 0,1 0-1 0 0,10-3 1 0 0,-12 2-2 0 0,1 0 1 0 0,0 0-1 0 0,-1 0 1 0 0,1-1-1 0 0,0 0 1 0 0,-1 0 0 0 0,0 0-1 0 0,1 0 1 0 0,-1 0-1 0 0,0-1 1 0 0,0 0-1 0 0,0 0 1 0 0,-1 0 0 0 0,1 0-1 0 0,-1-1 1 0 0,0 1-1 0 0,0-1 1 0 0,0 0-1 0 0,0 0 1 0 0,0 0 0 0 0,-1 0-1 0 0,0-1 1 0 0,0 1-1 0 0,0-1 1 0 0,1-5-1 0 0,-2 7-6 0 0,-1 1 0 0 0,0-1 0 0 0,1 1 0 0 0,-1 0 0 0 0,0-1 0 0 0,0 1 0 0 0,-1-1 0 0 0,1 1 0 0 0,-1-1 0 0 0,1 1 0 0 0,-1 0 0 0 0,1-1 0 0 0,-1 1-1 0 0,0 0 1 0 0,0 0 0 0 0,-1 0 0 0 0,1-1 0 0 0,0 1 0 0 0,-1 0 0 0 0,1 0 0 0 0,-1 1 0 0 0,1-1 0 0 0,-1 0 0 0 0,0 1 0 0 0,0-1 0 0 0,0 1 0 0 0,0-1 0 0 0,0 1-1 0 0,0 0 1 0 0,0 0 0 0 0,0 0 0 0 0,-1 0 0 0 0,1 0 0 0 0,0 0 0 0 0,-1 1 0 0 0,1-1 0 0 0,0 1 0 0 0,-6-1 0 0 0,3 0 6 0 0,0 1 0 0 0,0-1 0 0 0,0 1 0 0 0,0 0 1 0 0,0 1-1 0 0,0-1 0 0 0,0 1 0 0 0,0 0 0 0 0,0 0 1 0 0,0 1-1 0 0,1-1 0 0 0,-1 1 0 0 0,0 0 0 0 0,1 0 0 0 0,-1 1 1 0 0,1 0-1 0 0,0-1 0 0 0,-5 5 0 0 0,3 0-307 0 0,0 1-1 0 0,1 0 1 0 0,0 0 0 0 0,0 0-1 0 0,1 1 1 0 0,0-1-1 0 0,1 1 1 0 0,-1 0 0 0 0,2 0-1 0 0,-1 0 1 0 0,1 1-1 0 0,1-1 1 0 0,-1 13 0 0 0,2-4-5434 0 0</inkml:trace>
</inkml:ink>
</file>

<file path=ppt/ink/ink3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58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13363 0 0,'8'36'4424'0'0,"0"-6"-3847"0"0,0 20 152 0 0,-4-20-1030 0 0,2-1 1 0 0,0 0-1 0 0,15 37 0 0 0</inkml:trace>
</inkml:ink>
</file>

<file path=ppt/ink/ink3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0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38 1376 0 0,'-6'-12'441'0'0,"5"10"-84"0"0,0-1-1 0 0,1 1 1 0 0,-1 0-1 0 0,-1 0 0 0 0,1 0 1 0 0,0 0-1 0 0,0 0 1 0 0,-1 1-1 0 0,1-1 1 0 0,-3-2-1 0 0,3 4-125 0 0,0-1 1 0 0,0 1 0 0 0,0 0-1 0 0,0 0 1 0 0,0 0-1 0 0,0 0 1 0 0,0 0-1 0 0,0 0 1 0 0,0 0-1 0 0,0 0 1 0 0,0 1-1 0 0,0-1 1 0 0,0 0-1 0 0,0 1 1 0 0,0-1 0 0 0,0 0-1 0 0,0 1 1 0 0,0-1-1 0 0,0 1 1 0 0,1-1-1 0 0,-1 1 1 0 0,0 0-1 0 0,0-1 1 0 0,0 1-1 0 0,1 0 1 0 0,-1 0-1 0 0,1-1 1 0 0,-1 1 0 0 0,0 1-1 0 0,-2 1 211 0 0,0 0 0 0 0,0 0 0 0 0,0 0-1 0 0,1 0 1 0 0,0 0 0 0 0,-1 1 0 0 0,1-1 0 0 0,0 1-1 0 0,6 13 4850 0 0,-8-6-5298 0 0,0 0 0 0 0,0 1-1 0 0,1-1 1 0 0,1 1 0 0 0,0 0 0 0 0,-1 13-1 0 0,2-17 20 0 0,1 1 0 0 0,0-1-1 0 0,0 0 1 0 0,1 1 0 0 0,0-1-1 0 0,1 0 1 0 0,0 0 0 0 0,0 1-1 0 0,0-1 1 0 0,5 9 0 0 0,-6-15-10 0 0,1 0 0 0 0,-1-1 0 0 0,0 1 1 0 0,1-1-1 0 0,-1 0 0 0 0,1 1 0 0 0,-1-1 0 0 0,1 0 0 0 0,0 0 1 0 0,-1 0-1 0 0,1 0 0 0 0,0 0 0 0 0,0 0 0 0 0,-1-1 1 0 0,1 1-1 0 0,0-1 0 0 0,0 1 0 0 0,0-1 0 0 0,0 0 1 0 0,0 1-1 0 0,0-1 0 0 0,0 0 0 0 0,0 0 0 0 0,0-1 1 0 0,0 1-1 0 0,0 0 0 0 0,0-1 0 0 0,0 1 0 0 0,3-2 1 0 0,9-2-38 0 0,1-1 1 0 0,-2-1 0 0 0,15-7-1 0 0,-7 3 83 0 0,-3 2-56 0 0,0 1 0 0 0,0 0 0 0 0,1 2 0 0 0,0 0 0 0 0,0 1 0 0 0,0 1 0 0 0,0 1 0 0 0,34 0 0 0 0,-51 1 8 0 0,0 2 1 0 0,-1-1 0 0 0,1 0 0 0 0,-1 0-1 0 0,1 0 1 0 0,0 1 0 0 0,-1-1-1 0 0,1 1 1 0 0,-1-1 0 0 0,1 1 0 0 0,-1-1-1 0 0,0 1 1 0 0,1 0 0 0 0,-1 0-1 0 0,0 0 1 0 0,1 0 0 0 0,-1 0-1 0 0,0 0 1 0 0,0 0 0 0 0,0 0 0 0 0,0 0-1 0 0,0 1 1 0 0,0-1 0 0 0,0 0-1 0 0,0 1 1 0 0,-1-1 0 0 0,1 1 0 0 0,0-1-1 0 0,-1 1 1 0 0,1-1 0 0 0,-1 1-1 0 0,0-1 1 0 0,1 1 0 0 0,-1-1 0 0 0,0 1-1 0 0,0 0 1 0 0,0-1 0 0 0,0 1-1 0 0,0-1 1 0 0,0 1 0 0 0,-1-1 0 0 0,1 1-1 0 0,-1 0 1 0 0,1-1 0 0 0,-1 1-1 0 0,0 1 1 0 0,-4 10 41 0 0,0 0 0 0 0,-1-1-1 0 0,-1 1 1 0 0,-9 13 0 0 0,11-18-8 0 0,-6 9-100 0 0,-1 0 1 0 0,0 0 0 0 0,-28 27 0 0 0,0-13-6572 0 0</inkml:trace>
</inkml:ink>
</file>

<file path=ppt/ink/ink3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48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176 0 1840 0 0,'-15'14'160'0'0,"3"-3"-160"0"0,5-3 0 0 0,4-3 0 0 0,0 2 0 0 0,-4 1 0 0 0,-8 9 0 0 0,-8 7 0 0 0,-6 7 0 0 0,-3 0 0 0 0,3-2 0 0 0</inkml:trace>
</inkml:ink>
</file>

<file path=ppt/ink/ink3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1:50.1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330 5594 1376 0 0,'-45'29'831'0'0,"2"3"0"0"0,-64 60 0 0 0,14-10 2982 0 0,78-69-2409 0 0,-11 9 3160 0 0,61-52-3702 0 0,-6 4-1131 0 0,43-35 716 0 0,-4-2 0 0 0,81-97 0 0 0,-82 85-403 0 0,133-117 1 0 0,66-60 840 0 0,-183 165-406 0 0,118-94 0 0 0,-114 107-270 0 0,96-105 1 0 0,-102 96-4 0 0,106-85 1 0 0,55-34-207 0 0,-46 37 0 0 0,19 8 90 0 0,17-13 12 0 0,-116 81 105 0 0,48-44 154 0 0,-67 42-355 0 0,-19 16 31 0 0,131-97 0 0 0,-147 130 138 0 0,-16 11-122 0 0,54-46-1 0 0,5-12 70 0 0,4 4 0 0 0,131-77 0 0 0,-199 133-100 0 0,-1-1 1 0 0,46-46 0 0 0,-14 13-9 0 0,64-50-14 0 0,112-97 0 0 0,-97 71 0 0 0,101-87 0 0 0,5-8 78 0 0,44-35 20 0 0,182-173 933 0 0,-221 191-221 0 0,-22 35-884 0 0,-220 195-196 0 0,-2-1 0 0 0,29-43 0 0 0,4-7-7275 0 0,-39 58 1715 0 0</inkml:trace>
</inkml:ink>
</file>

<file path=ppt/ink/ink3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4.3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108 247 3681 0 0,'-5'0'383'0'0,"1"0"0"0"0,-1 0 0 0 0,1-1 0 0 0,0 1 0 0 0,-1-1 0 0 0,1 0 0 0 0,0 0 0 0 0,0-1 0 0 0,0 1 0 0 0,0-1 0 0 0,0 0 0 0 0,0 0 0 0 0,0 0 0 0 0,0 0 0 0 0,1-1 0 0 0,-1 0 0 0 0,1 0 0 0 0,0 0 0 0 0,0 0 0 0 0,0 0 0 0 0,0 0 0 0 0,0-1 0 0 0,1 0 0 0 0,0 1 0 0 0,-3-6 0 0 0,3 4-221 0 0,0-1-1 0 0,0 1 1 0 0,1-1-1 0 0,0 1 1 0 0,0-1-1 0 0,0 0 1 0 0,1 1-1 0 0,0-1 1 0 0,0 0-1 0 0,0 0 1 0 0,1 1-1 0 0,0-1 1 0 0,0 0-1 0 0,0 1 1 0 0,1-1-1 0 0,-1 1 1 0 0,1-1-1 0 0,6-9 1 0 0,-4 6-123 0 0,1 0 0 0 0,1 0 1 0 0,0 0-1 0 0,0 1 0 0 0,8-9 1 0 0,-13 16-33 0 0,0 0 0 0 0,0 0 0 0 0,0 0 1 0 0,1 0-1 0 0,-1 0 0 0 0,0 0 0 0 0,1 1 1 0 0,-1-1-1 0 0,1 0 0 0 0,-1 1 1 0 0,1-1-1 0 0,-1 1 0 0 0,1-1 0 0 0,-1 1 1 0 0,1 0-1 0 0,-1 0 0 0 0,3 0 0 0 0,-2 0-4 0 0,-1 0 0 0 0,1 1 0 0 0,0 0 0 0 0,-1-1 0 0 0,1 1 0 0 0,-1 0-1 0 0,1 0 1 0 0,-1 0 0 0 0,1 0 0 0 0,-1 0 0 0 0,1 0 0 0 0,-1 0 0 0 0,0 1-1 0 0,0-1 1 0 0,1 0 0 0 0,-1 1 0 0 0,0-1 0 0 0,0 1 0 0 0,0 1 0 0 0,12 21 15 0 0,-1 0 0 0 0,13 38 0 0 0,-17-41 0 0 0,0 0 1 0 0,2-1-1 0 0,0 0 1 0 0,19 28-1 0 0,-25-42-22 0 0,0-1 0 0 0,1 0 0 0 0,0 0 0 0 0,0 0 0 0 0,0 0 0 0 0,0-1 0 0 0,12 7 0 0 0,-16-10 5 0 0,1 0 0 0 0,-1-1 1 0 0,0 1-1 0 0,1-1 0 0 0,-1 1 1 0 0,1-1-1 0 0,-1 0 0 0 0,1 0 0 0 0,-1 1 1 0 0,1-1-1 0 0,-1 0 0 0 0,1 0 1 0 0,-1 0-1 0 0,1-1 0 0 0,-1 1 0 0 0,0 0 1 0 0,3-1-1 0 0,-2 0 1 0 0,-1 0 1 0 0,1 0-1 0 0,0 0 0 0 0,-1-1 1 0 0,1 1-1 0 0,-1 0 1 0 0,0-1-1 0 0,1 1 0 0 0,-1-1 1 0 0,0 1-1 0 0,0-1 0 0 0,0 0 1 0 0,0 1-1 0 0,0-1 0 0 0,0 0 1 0 0,1-3-1 0 0,-1 0 64 0 0,1 0 1 0 0,-1 0-1 0 0,0 1 0 0 0,0-1 1 0 0,0 0-1 0 0,0 0 1 0 0,-1 0-1 0 0,0 0 0 0 0,0 0 1 0 0,-1 0-1 0 0,1 0 0 0 0,-1 0 1 0 0,0 0-1 0 0,0 0 0 0 0,-1 0 1 0 0,1 1-1 0 0,-1-1 1 0 0,0 1-1 0 0,-1-1 0 0 0,1 1 1 0 0,-1-1-1 0 0,1 1 0 0 0,-1 0 1 0 0,-1 0-1 0 0,1 1 0 0 0,0-1 1 0 0,-1 1-1 0 0,0 0 1 0 0,0-1-1 0 0,0 2 0 0 0,0-1 1 0 0,0 0-1 0 0,-1 1 0 0 0,1 0 1 0 0,-1 0-1 0 0,1 0 0 0 0,-1 0 1 0 0,0 1-1 0 0,0 0 0 0 0,0 0 1 0 0,0 0-1 0 0,0 1 1 0 0,0 0-1 0 0,0 0 0 0 0,0 0 1 0 0,0 0-1 0 0,0 1 0 0 0,1-1 1 0 0,-8 3-1 0 0,-36 17-546 0 0,20-2-5172 0 0,12-4-585 0 0</inkml:trace>
</inkml:ink>
</file>

<file path=ppt/ink/ink3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4.7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12 152 4609 0 0,'-12'-7'13964'0'0,"26"-8"-13378"0"0,53-64 534 0 0,-21 29-4038 0 0</inkml:trace>
</inkml:ink>
</file>

<file path=ppt/ink/ink3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5.5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11 117 4609 0 0,'-10'-11'8666'0'0,"10"10"-8418"0"0,6-10 363 0 0,1 1 0 0 0,1 0 1 0 0,-1 0-1 0 0,15-14 0 0 0,-18 21-468 0 0,-1-1 0 0 0,1 0-1 0 0,0 1 1 0 0,0 0 0 0 0,1 0-1 0 0,-1 0 1 0 0,0 0 0 0 0,1 1 0 0 0,0 0-1 0 0,0 0 1 0 0,0 0 0 0 0,0 0 0 0 0,0 1-1 0 0,8-2 1 0 0,-11 4-136 0 0,-1-1 0 0 0,1 0 0 0 0,-1 1 0 0 0,1-1-1 0 0,0 1 1 0 0,-1-1 0 0 0,1 1 0 0 0,-1 0 0 0 0,1-1 0 0 0,-1 1 0 0 0,0 0 0 0 0,1 0 0 0 0,-1 0-1 0 0,0 0 1 0 0,0 1 0 0 0,1-1 0 0 0,-1 0 0 0 0,0 0 0 0 0,0 1 0 0 0,0-1 0 0 0,-1 0 0 0 0,1 1 0 0 0,0-1-1 0 0,0 1 1 0 0,-1-1 0 0 0,2 4 0 0 0,1 7 128 0 0,0-1-1 0 0,3 23 0 0 0,0-4 305 0 0,-5-28-406 0 0,-1 1 0 0 0,1-1 0 0 0,0 0 0 0 0,0 1 0 0 0,1-1 0 0 0,-1 0 0 0 0,0 0 0 0 0,1 0 0 0 0,-1 0 0 0 0,1 0 0 0 0,-1-1 0 0 0,1 1-1 0 0,0 0 1 0 0,0-1 0 0 0,0 1 0 0 0,0-1 0 0 0,0 0 0 0 0,5 3 0 0 0,-1-2-13 0 0,1 0-1 0 0,0 0 1 0 0,0-1 0 0 0,0 0-1 0 0,7 0 1 0 0,-7 0-34 0 0,-1-1-1 0 0,0 1 1 0 0,1 0 0 0 0,-1 1 0 0 0,0-1-1 0 0,9 4 1 0 0,-13-3 16 0 0,0-1 0 0 0,1 1-1 0 0,-1-1 1 0 0,0 1 0 0 0,0 0-1 0 0,0 0 1 0 0,0 0 0 0 0,0 0 0 0 0,-1 0-1 0 0,1 0 1 0 0,-1 0 0 0 0,1 1 0 0 0,-1-1-1 0 0,0 1 1 0 0,0-1 0 0 0,0 1-1 0 0,0-1 1 0 0,0 1 0 0 0,-1-1 0 0 0,1 4-1 0 0,0 4 14 0 0,0 0-1 0 0,-1 1 1 0 0,0-1-1 0 0,-1 0 0 0 0,0 0 1 0 0,-1 1-1 0 0,0-1 1 0 0,-6 15-1 0 0,3-4-449 0 0</inkml:trace>
</inkml:ink>
</file>

<file path=ppt/ink/ink3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5.7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 1376 0 0,'0'-2'15685'0'0,"19"22"-11868"0"0,27 34-3269 0 0,0 6 142 0 0,-33-41-756 0 0,0-1 1 0 0,1 0-1 0 0,1-1 0 0 0,1 0 0 0 0,1-1 0 0 0,24 18 0 0 0,-24-27-4147 0 0</inkml:trace>
</inkml:ink>
</file>

<file path=ppt/ink/ink3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6.0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27 162 1840 0 0,'-2'-1'167'0'0,"0"-1"0"0"0,1 1-1 0 0,-1 0 1 0 0,0 0 0 0 0,1-1-1 0 0,-1 1 1 0 0,1 0 0 0 0,0-1-1 0 0,-1 0 1 0 0,1 1 0 0 0,0-1-1 0 0,0 0 1 0 0,0 0-1 0 0,0 1 1 0 0,0-1 0 0 0,1 0-1 0 0,-1 0 1 0 0,1 0 0 0 0,-1 0-1 0 0,1 0 1 0 0,-1 0 0 0 0,1-4-1 0 0,-1 0 30 0 0,1 1 0 0 0,0-1 0 0 0,0 0 0 0 0,0 1 0 0 0,1-1-1 0 0,0 0 1 0 0,1-5 0 0 0,0 7 92 0 0,-1 0 1 0 0,1 0-1 0 0,0 0 0 0 0,0 0 0 0 0,0 0 0 0 0,1 0 0 0 0,0 1 1 0 0,-1-1-1 0 0,1 1 0 0 0,1-1 0 0 0,-1 1 0 0 0,0 0 0 0 0,1 1 1 0 0,-1-1-1 0 0,1 1 0 0 0,0-1 0 0 0,0 1 0 0 0,0 0 0 0 0,6-2 1 0 0,-8 3-184 0 0,1 1 1 0 0,-1-1-1 0 0,1 1 1 0 0,-1 0 0 0 0,1-1-1 0 0,-1 1 1 0 0,1 0-1 0 0,0 1 1 0 0,-1-1 0 0 0,1 0-1 0 0,-1 1 1 0 0,1-1-1 0 0,-1 1 1 0 0,0 0 0 0 0,1 0-1 0 0,-1 0 1 0 0,0 0-1 0 0,1 0 1 0 0,-1 0 0 0 0,0 1-1 0 0,0-1 1 0 0,0 1-1 0 0,0 0 1 0 0,0-1 0 0 0,0 1-1 0 0,-1 0 1 0 0,1 0-1 0 0,-1 0 1 0 0,1 0 0 0 0,-1 1-1 0 0,0-1 1 0 0,0 0-1 0 0,1 0 1 0 0,0 5 0 0 0,1 3 45 0 0,0-1 0 0 0,-1 1 0 0 0,0 0 0 0 0,-1 0 0 0 0,0 0 1 0 0,0 0-1 0 0,-1 0 0 0 0,-1 12 0 0 0,0-9 402 0 0,1 0-1 0 0,0-1 1 0 0,1 1 0 0 0,4 18-1 0 0,-5-31-514 0 0,0 1 0 0 0,0-1 0 0 0,0 0 0 0 0,0 1 0 0 0,0-1 0 0 0,0 1 0 0 0,1-1 0 0 0,-1 0-1 0 0,0 1 1 0 0,0-1 0 0 0,1 1 0 0 0,-1-1 0 0 0,0 0 0 0 0,0 1 0 0 0,1-1 0 0 0,-1 0 0 0 0,0 0 0 0 0,1 1 0 0 0,-1-1 0 0 0,1 0 0 0 0,-1 0 0 0 0,0 1-1 0 0,1-1 1 0 0,-1 0 0 0 0,1 0 0 0 0,-1 0 0 0 0,0 0 0 0 0,1 0 0 0 0,-1 0 0 0 0,1 1 0 0 0,16-6 403 0 0,17-20-473 0 0,-27 20 101 0 0,28-24-1040 0 0,40-39 0 0 0,-47 41-2267 0 0</inkml:trace>
</inkml:ink>
</file>

<file path=ppt/ink/ink3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7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232 340 3681 0 0,'-3'-4'398'0'0,"0"0"1"0"0,0 0-1 0 0,0 0 1 0 0,0 1-1 0 0,-1 0 1 0 0,0-1 0 0 0,1 1-1 0 0,-1 1 1 0 0,0-1-1 0 0,-1 0 1 0 0,1 1-1 0 0,0 0 1 0 0,-6-2-1 0 0,8 3-247 0 0,0 1 0 0 0,-1-1 0 0 0,1 1-1 0 0,0-1 1 0 0,-1 1 0 0 0,1 0 0 0 0,-1 0 0 0 0,1 0 0 0 0,-1 0-1 0 0,1 1 1 0 0,-1-1 0 0 0,1 1 0 0 0,0-1 0 0 0,-1 1-1 0 0,1 0 1 0 0,0 0 0 0 0,0 0 0 0 0,-1 0 0 0 0,1 0-1 0 0,0 0 1 0 0,0 1 0 0 0,0-1 0 0 0,0 1 0 0 0,1 0-1 0 0,-1-1 1 0 0,0 1 0 0 0,-1 3 0 0 0,-5 6 148 0 0,0 0 1 0 0,1 1-1 0 0,1 0 1 0 0,0 0 0 0 0,1 1-1 0 0,0 0 1 0 0,0 0-1 0 0,-3 21 1 0 0,6-27-237 0 0,1 0 1 0 0,0 1 0 0 0,0-1 0 0 0,1 0-1 0 0,0 1 1 0 0,0-1 0 0 0,0 0 0 0 0,1 1 0 0 0,0-1-1 0 0,1 0 1 0 0,0 0 0 0 0,0 0 0 0 0,0 0-1 0 0,1 0 1 0 0,0 0 0 0 0,0-1 0 0 0,7 10-1 0 0,-9-14-63 0 0,1 1-1 0 0,0-1 0 0 0,-1 0 0 0 0,1 0 0 0 0,0 0 1 0 0,1 0-1 0 0,-1 0 0 0 0,0 0 0 0 0,0-1 1 0 0,1 1-1 0 0,-1-1 0 0 0,1 0 0 0 0,0 1 0 0 0,-1-1 1 0 0,1 0-1 0 0,0-1 0 0 0,-1 1 0 0 0,1 0 0 0 0,0-1 1 0 0,0 1-1 0 0,0-1 0 0 0,0 0 0 0 0,-1 0 1 0 0,1 0-1 0 0,0-1 0 0 0,0 1 0 0 0,0-1 0 0 0,0 1 1 0 0,-1-1-1 0 0,1 0 0 0 0,4-2 0 0 0,-2 0-66 0 0,-1 0-1 0 0,1 0 1 0 0,-1 0-1 0 0,0-1 1 0 0,0 0 0 0 0,0 0-1 0 0,0 0 1 0 0,-1 0-1 0 0,1 0 1 0 0,-1-1-1 0 0,0 0 1 0 0,0 1-1 0 0,-1-1 1 0 0,0 0 0 0 0,3-8-1 0 0,-2 1-601 0 0,0 0-1 0 0,0 0 1 0 0,-1-1-1 0 0,-1 1 1 0 0,0-1-1 0 0,-1 0 1 0 0,-1 1-1 0 0,1-1 1 0 0,-2 1-1 0 0,0-1 1 0 0,0 1-1 0 0,-1 0 1 0 0,-1 0-1 0 0,-7-17 1 0 0,-8-12-920 0 0,-2 1 0 0 0,-45-65 0 0 0,4 6 2874 0 0,58 91-982 0 0,-14-21 1389 0 0,2 18 2402 0 0,15 12-3901 0 0,1-1 1 0 0,0 1-1 0 0,0-1 0 0 0,0 1 1 0 0,-1-1-1 0 0,1 1 0 0 0,0-1 0 0 0,0 1 1 0 0,0-1-1 0 0,0 1 0 0 0,0 0 0 0 0,0-1 1 0 0,0 1-1 0 0,0-1 0 0 0,0 1 0 0 0,0-1 1 0 0,0 1-1 0 0,0-1 0 0 0,0 1 1 0 0,1-1-1 0 0,-1 1 0 0 0,0-1 0 0 0,0 1 1 0 0,1-1-1 0 0,-1 1 0 0 0,0-1 0 0 0,1 1 1 0 0,7 18 1505 0 0,3 3-993 0 0,1 0 0 0 0,1-2 0 0 0,1 1 0 0 0,0-2 0 0 0,2 0 0 0 0,0-1 0 0 0,1 0 0 0 0,24 18-1 0 0,8 8-547 0 0,-32-27-350 0 0,1-2 1 0 0,0 0 0 0 0,1-1-1 0 0,0 0 1 0 0,28 13 0 0 0,-25-17-258 0 0</inkml:trace>
</inkml:ink>
</file>

<file path=ppt/ink/ink3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7.6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6913 0 0,'24'24'2630'0'0,"-6"-7"-672"0"0,0 1-1 0 0,24 34 0 0 0,3 20-2230 0 0</inkml:trace>
</inkml:ink>
</file>

<file path=ppt/ink/ink3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7.9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5 137 2304 0 0,'-1'-4'290'0'0,"0"1"0"0"0,0-1 0 0 0,0 0-1 0 0,1 0 1 0 0,-1 0 0 0 0,1 0 0 0 0,0 0-1 0 0,0 0 1 0 0,1 0 0 0 0,-1 0-1 0 0,1 1 1 0 0,0-1 0 0 0,0 0 0 0 0,0 0-1 0 0,0 1 1 0 0,1-1 0 0 0,0 0-1 0 0,-1 1 1 0 0,1-1 0 0 0,1 1 0 0 0,-1 0-1 0 0,0 0 1 0 0,1 0 0 0 0,-1 0-1 0 0,5-3 1 0 0,-4 2 6 0 0,0 1-1 0 0,1-1 1 0 0,-1 1-1 0 0,1 0 1 0 0,-1 0-1 0 0,1 1 1 0 0,0-1-1 0 0,0 1 1 0 0,0 0-1 0 0,1 0 1 0 0,-1 0-1 0 0,0 1 1 0 0,1-1-1 0 0,0 1 1 0 0,-1 0-1 0 0,1 0 1 0 0,-1 1-1 0 0,1-1 1 0 0,0 1-1 0 0,-1 0 1 0 0,7 1-1 0 0,-7 0-166 0 0,-1 0 0 0 0,0 0-1 0 0,1 0 1 0 0,-1 1 0 0 0,0-1 0 0 0,0 1-1 0 0,0 0 1 0 0,0 0 0 0 0,0 0 0 0 0,0 0-1 0 0,0 1 1 0 0,-1-1 0 0 0,1 1 0 0 0,-1-1-1 0 0,0 1 1 0 0,0 0 0 0 0,4 6 0 0 0,-4-4-23 0 0,0 1 1 0 0,0-1 0 0 0,-1 1-1 0 0,1-1 1 0 0,-1 1 0 0 0,0 0-1 0 0,-1 0 1 0 0,0-1 0 0 0,1 1-1 0 0,-2 6 1 0 0,-2 8-321 0 0,0-1 0 0 0,-1-1 0 0 0,-1 1 0 0 0,-1 0 0 0 0,-11 25 0 0 0,4-16-6424 0 0</inkml:trace>
</inkml:ink>
</file>

<file path=ppt/ink/ink3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8.8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 3225 0 0,'-3'0'538'0'0,"0"2"1"0"0,0-1 0 0 0,1 0-1 0 0,-1 1 1 0 0,0-1 0 0 0,1 1 0 0 0,-1 0-1 0 0,1-1 1 0 0,0 1 0 0 0,-1 1-1 0 0,1-1 1 0 0,0 0 0 0 0,0 0-1 0 0,-3 6 113 0 0,8-5-683 0 0</inkml:trace>
</inkml:ink>
</file>

<file path=ppt/ink/ink3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9.5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0 290 4145 0 0,'1'-2'727'0'0,"0"0"1"0"0,0-1-1 0 0,1 1 0 0 0,-1 0 1 0 0,1 0-1 0 0,-1 0 0 0 0,1 0 1 0 0,0 0-1 0 0,3-3 0 0 0,-2 3-466 0 0,1 1 0 0 0,-1-1-1 0 0,1 1 1 0 0,-1 0-1 0 0,1 1 1 0 0,0-1-1 0 0,-1 0 1 0 0,1 1 0 0 0,0 0-1 0 0,-1 0 1 0 0,1 0-1 0 0,0 0 1 0 0,-1 1 0 0 0,1-1-1 0 0,0 1 1 0 0,-1 0-1 0 0,1 0 1 0 0,-1 1-1 0 0,1-1 1 0 0,-1 1 0 0 0,1-1-1 0 0,-1 1 1 0 0,5 4-1 0 0,7 4 3 0 0,0 2-1 0 0,-1-1 0 0 0,17 19 1 0 0,-30-29-221 0 0,77 85 712 0 0,-78-85-636 0 0,0-6 58 0 0,-1 1 1 0 0,-1 0-1 0 0,1 0 0 0 0,0 0 0 0 0,-1 0 0 0 0,-4-6 0 0 0,-2-8 121 0 0,-8-24-499 0 0,3 0 1 0 0,2-1 0 0 0,1 0-1 0 0,3-1 1 0 0,-5-82 0 0 0,12 94-1081 0 0</inkml:trace>
</inkml:ink>
</file>

<file path=ppt/ink/ink3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09.9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41 4609 0 0,'-1'8'295'0'0,"0"1"0"0"0,1-1 0 0 0,0 0 1 0 0,1 0-1 0 0,-1 0 0 0 0,2 0 0 0 0,-1 0 0 0 0,1-1 0 0 0,0 1 1 0 0,3 8-1 0 0,0 1 775 0 0,-2-8-356 0 0,0 0 1 0 0,0 0-1 0 0,1 0 1 0 0,1-1-1 0 0,-1 1 1 0 0,1-1-1 0 0,9 12 1 0 0,-13-19-610 0 0,0 1 1 0 0,0-1 0 0 0,1 1 0 0 0,-1-1-1 0 0,0 1 1 0 0,1-1 0 0 0,-1 0-1 0 0,1 1 1 0 0,0-1 0 0 0,-1 0 0 0 0,1 0-1 0 0,0 0 1 0 0,0-1 0 0 0,0 1 0 0 0,-1 0-1 0 0,1-1 1 0 0,0 1 0 0 0,0-1 0 0 0,0 1-1 0 0,0-1 1 0 0,0 0 0 0 0,0 0-1 0 0,0 0 1 0 0,0 0 0 0 0,0 0 0 0 0,0 0-1 0 0,0-1 1 0 0,0 1 0 0 0,0-1 0 0 0,0 1-1 0 0,0-1 1 0 0,0 0 0 0 0,-1 0 0 0 0,1 0-1 0 0,0 0 1 0 0,0 0 0 0 0,-1 0-1 0 0,1 0 1 0 0,-1-1 0 0 0,1 1 0 0 0,-1 0-1 0 0,2-3 1 0 0,1-1-34 0 0,0 1 1 0 0,-1-2-1 0 0,0 1 0 0 0,0 0 1 0 0,0-1-1 0 0,0 1 0 0 0,-1-1 1 0 0,0 0-1 0 0,0 0 1 0 0,-1 0-1 0 0,0 0 0 0 0,0 0 1 0 0,0 0-1 0 0,0 0 0 0 0,-1 0 1 0 0,0 0-1 0 0,-1 0 0 0 0,1 0 1 0 0,-1 0-1 0 0,-3-12 0 0 0,3 12-78 0 0,-1 0-1 0 0,1 1 1 0 0,-1-1-1 0 0,-1 1 1 0 0,1-1-1 0 0,-1 1 0 0 0,0-1 1 0 0,0 1-1 0 0,0 0 1 0 0,-1 1-1 0 0,0-1 1 0 0,0 1-1 0 0,0-1 1 0 0,0 1-1 0 0,-1 0 0 0 0,1 0 1 0 0,-1 1-1 0 0,0 0 1 0 0,0 0-1 0 0,0 0 1 0 0,-10-3-1 0 0,-10 4-1453 0 0</inkml:trace>
</inkml:ink>
</file>

<file path=ppt/ink/ink3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0.1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 14747 0 0,'1'-1'155'0'0,"0"0"0"0"0,0 1 0 0 0,0-1-1 0 0,0 0 1 0 0,0 1 0 0 0,0-1 0 0 0,0 1 0 0 0,0-1 0 0 0,0 1-1 0 0,0-1 1 0 0,0 1 0 0 0,0-1 0 0 0,0 1 0 0 0,1 0-1 0 0,-1 0 1 0 0,0 0 0 0 0,0 0 0 0 0,0 0 0 0 0,0 0-1 0 0,1 0 1 0 0,-1 0 0 0 0,2 1 0 0 0,0 0 49 0 0,0 0 1 0 0,0 0 0 0 0,0 1-1 0 0,0-1 1 0 0,0 1-1 0 0,0 0 1 0 0,0 0-1 0 0,3 2 1 0 0,2 4 182 0 0,0-1 0 0 0,-1 2 0 0 0,0-1-1 0 0,7 11 1 0 0,2 8 56 0 0,-1 1-1 0 0,20 56 1 0 0,-22-52-530 0 0,0-1-1 0 0,22 36 1 0 0,-31-61-272 0 0</inkml:trace>
</inkml:ink>
</file>

<file path=ppt/ink/ink3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0.3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0 100 1840 0 0,'1'-3'326'0'0,"-1"0"0"0"0,1 0-1 0 0,0 1 1 0 0,0-1-1 0 0,0 1 1 0 0,1-1 0 0 0,-1 1-1 0 0,1-1 1 0 0,-1 1 0 0 0,1-1-1 0 0,0 1 1 0 0,3-4-1 0 0,27-24 2855 0 0,-27 27-2689 0 0,-1-1 0 0 0,1 1 0 0 0,0 0 0 0 0,0 0 0 0 0,0 0 0 0 0,1 1 0 0 0,-1 0 1 0 0,0 0-1 0 0,1 0 0 0 0,-1 0 0 0 0,1 1 0 0 0,0 0 0 0 0,-1 0 0 0 0,1 1 0 0 0,9 0 0 0 0,-12 0-327 0 0,0 1-1 0 0,0-1 0 0 0,0 1 0 0 0,0 0 0 0 0,-1 0 0 0 0,1 0 1 0 0,0 0-1 0 0,0 1 0 0 0,-1-1 0 0 0,1 1 0 0 0,0 0 0 0 0,-1-1 1 0 0,0 1-1 0 0,1 0 0 0 0,-1 0 0 0 0,0 1 0 0 0,0-1 1 0 0,0 0-1 0 0,0 1 0 0 0,-1-1 0 0 0,1 1 0 0 0,-1 0 0 0 0,0 0 1 0 0,1-1-1 0 0,-1 1 0 0 0,0 0 0 0 0,0 0 0 0 0,-1 0 0 0 0,1 0 1 0 0,0 5-1 0 0,-1 3-262 0 0,0 0-1 0 0,0 0 1 0 0,-1 0 0 0 0,-1 0 0 0 0,1-1 0 0 0,-2 1 0 0 0,0 0 0 0 0,0-1 0 0 0,-1 0-1 0 0,0 0 1 0 0,0 0 0 0 0,-1 0 0 0 0,-1-1 0 0 0,-8 13 0 0 0</inkml:trace>
</inkml:ink>
</file>

<file path=ppt/ink/ink3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1.3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1 423 456 0 0,'0'-23'16316'0'0,"1"22"-15945"0"0,16-7 6449 0 0,-6 6-9226 0 0,3 0 2458 0 0,-1 1 0 0 0,1 1 0 0 0,-1 1 1 0 0,1 0-1 0 0,-1 0 0 0 0,0 1 1 0 0,0 1-1 0 0,18 6 0 0 0,5 4 281 0 0,53 29 1 0 0,26 10-39 0 0,-99-45-295 0 0,-16-7 0 0 0,0 0 0 0 0,0 0 0 0 0,0 0 0 0 0,0 0 0 0 0,0 0 0 0 0,0 0 0 0 0,0 0 0 0 0,0 0 0 0 0,0 0 0 0 0,-1 0 0 0 0,1 0 0 0 0,0 0 0 0 0,0 0 0 0 0,0 0 0 0 0,0 0 0 0 0,0 0 0 0 0,0 0 0 0 0,0 0 0 0 0,0 0 0 0 0,0 0 0 0 0,0 0 0 0 0,0 0 0 0 0,0 0 0 0 0,0 0 0 0 0,0 0 0 0 0,0 0 0 0 0,0 0 0 0 0,-1 0 0 0 0,1 0 0 0 0,0 0 0 0 0,0 0 0 0 0,0 1 0 0 0,0-1 0 0 0,0 0 0 0 0,0 0 0 0 0,0 0 0 0 0,0 0 0 0 0,0 0 0 0 0,0 0 0 0 0,0 0 0 0 0,0 0 0 0 0,0 0 0 0 0,0 0 0 0 0,0 0 0 0 0,0 0 0 0 0,-30-12 0 0 0,18 3 0 0 0,1-1 1 0 0,0 1-1 0 0,1-2 1 0 0,0 1-1 0 0,0-2 1 0 0,1 1-1 0 0,-14-25 1 0 0,9 10-6 0 0,1 0 0 0 0,1 0 0 0 0,-9-30 0 0 0,18 44-7 0 0,0 0 0 0 0,0 0 1 0 0,1 0-1 0 0,1 0 0 0 0,0-1 0 0 0,0 1 1 0 0,2-14-1 0 0,0 20 13 0 0,-1-1 1 0 0,1 1-1 0 0,1 0 0 0 0,-1 0 0 0 0,1 0 1 0 0,0 1-1 0 0,0-1 0 0 0,1 0 1 0 0,-1 1-1 0 0,1-1 0 0 0,1 1 0 0 0,-1 0 1 0 0,1 0-1 0 0,0 0 0 0 0,0 1 1 0 0,6-6-1 0 0,-9 9-2 0 0,0 0 1 0 0,0 0-1 0 0,1-1 1 0 0,-1 1-1 0 0,0 1 1 0 0,1-1-1 0 0,-1 0 1 0 0,1 0-1 0 0,-1 0 0 0 0,1 1 1 0 0,0-1-1 0 0,-1 1 1 0 0,1 0-1 0 0,0-1 1 0 0,-1 1-1 0 0,1 0 1 0 0,0 0-1 0 0,-1 0 0 0 0,1 0 1 0 0,0 0-1 0 0,0 0 1 0 0,-1 0-1 0 0,1 1 1 0 0,0-1-1 0 0,-1 1 1 0 0,1-1-1 0 0,-1 1 1 0 0,1 0-1 0 0,-1-1 0 0 0,1 1 1 0 0,-1 0-1 0 0,1 0 1 0 0,-1 0-1 0 0,0 0 1 0 0,1 0-1 0 0,-1 1 1 0 0,0-1-1 0 0,0 0 0 0 0,0 0 1 0 0,0 1-1 0 0,0-1 1 0 0,0 1-1 0 0,0-1 1 0 0,0 1-1 0 0,-1-1 1 0 0,1 3-1 0 0,2 1-1 0 0,-1 0-1 0 0,0 1 1 0 0,0-1 0 0 0,0 1-1 0 0,-1-1 1 0 0,0 1 0 0 0,0 0-1 0 0,0-1 1 0 0,-1 1 0 0 0,0 0 0 0 0,0 0-1 0 0,-1 9 1 0 0,-1-11 4 0 0,1 0 1 0 0,0-1-1 0 0,-1 0 1 0 0,0 1-1 0 0,0-1 1 0 0,0 0-1 0 0,0 0 1 0 0,0 0-1 0 0,-1 0 1 0 0,1 0-1 0 0,-1-1 1 0 0,0 1-1 0 0,0-1 1 0 0,0 1-1 0 0,-6 2 1 0 0,8-4-2 0 0,-1 0 0 0 0,1-1 0 0 0,0 1 0 0 0,-1-1 0 0 0,1 1 0 0 0,-1-1 0 0 0,1 0 0 0 0,-1 1-1 0 0,1-1 1 0 0,0 0 0 0 0,-1 0 0 0 0,1 0 0 0 0,-1 0 0 0 0,1 0 0 0 0,-1 0 0 0 0,1-1 0 0 0,-1 1 0 0 0,1 0 0 0 0,-1-1 0 0 0,1 1 0 0 0,0-1 0 0 0,-1 0 0 0 0,1 1 0 0 0,0-1 0 0 0,-1 0 0 0 0,1 0 0 0 0,0 0 0 0 0,0 0 0 0 0,0 0-1 0 0,0 0 1 0 0,0 0 0 0 0,0 0 0 0 0,0 0 0 0 0,0 0 0 0 0,0-1 0 0 0,0 1 0 0 0,1 0 0 0 0,-1-1 0 0 0,1 1 0 0 0,-1 0 0 0 0,0-3 0 0 0,-2-2-99 0 0,1-1 0 0 0,-1 1 0 0 0,2 0-1 0 0,-1-1 1 0 0,0 1 0 0 0,1-1 0 0 0,0 0 0 0 0,1 1 0 0 0,0-1 0 0 0,0 0 0 0 0,0 0 0 0 0,1 1-1 0 0,0-1 1 0 0,0 1 0 0 0,0-1 0 0 0,1 1 0 0 0,0-1 0 0 0,0 1 0 0 0,1 0 0 0 0,0 0-1 0 0,0 0 1 0 0,0 0 0 0 0,1 0 0 0 0,0 1 0 0 0,0-1 0 0 0,0 1 0 0 0,7-5 0 0 0</inkml:trace>
</inkml:ink>
</file>

<file path=ppt/ink/ink3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6.0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 11058 0 0,'3'-3'7189'0'0,"2"18"-5209"0"0,6 24-1776 0 0,34 286 1256 0 0,-35-222-1372 0 0,5 0 1 0 0,45 167 0 0 0,47 4-744 0 0,-86-226-59 0 0</inkml:trace>
</inkml:ink>
</file>

<file path=ppt/ink/ink3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6.7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 57 4609 0 0,'-38'-11'8508'0'0,"77"1"-7055"0"0,172-22 247 0 0,-185 30-1503 0 0,0 1 1 0 0,0 1-1 0 0,0 1 1 0 0,0 1-1 0 0,-1 2 0 0 0,31 7 1 0 0,-53-10-203 0 0,0-1 1 0 0,-1 1 0 0 0,1 0-1 0 0,-1 0 1 0 0,1 0-1 0 0,-1 0 1 0 0,1 0 0 0 0,-1 0-1 0 0,1 1 1 0 0,-1-1 0 0 0,0 1-1 0 0,0 0 1 0 0,0 0-1 0 0,0-1 1 0 0,0 1 0 0 0,0 1-1 0 0,-1-1 1 0 0,1 0-1 0 0,2 5 1 0 0,-4-5-4 0 0,0 0-1 0 0,1 1 1 0 0,-2-1-1 0 0,1 1 1 0 0,0-1 0 0 0,0 0-1 0 0,-1 1 1 0 0,1-1-1 0 0,-1 0 1 0 0,0 0-1 0 0,0 1 1 0 0,0-1 0 0 0,0 0-1 0 0,0 0 1 0 0,0 0-1 0 0,0 0 1 0 0,-1 0-1 0 0,1 0 1 0 0,-1 0 0 0 0,0 0-1 0 0,1-1 1 0 0,-5 4-1 0 0,-28 25-291 0 0,-2-1 0 0 0,-2-2-1 0 0,-54 31 1 0 0,-29 21 497 0 0,104-68 5 0 0,-26 21 555 0 0,40-29-693 0 0,0-1-1 0 0,1 1 0 0 0,-1-1 0 0 0,1 1 0 0 0,-1 0 1 0 0,1 0-1 0 0,0 0 0 0 0,0 0 0 0 0,1 0 0 0 0,-1 0 1 0 0,-1 5-1 0 0,3-7-56 0 0,-1 0 1 0 0,1-1-1 0 0,0 1 0 0 0,0 0 1 0 0,0 0-1 0 0,0 0 1 0 0,0 0-1 0 0,0-1 0 0 0,0 1 1 0 0,0 0-1 0 0,0 0 0 0 0,1 0 1 0 0,-1 0-1 0 0,0-1 1 0 0,0 1-1 0 0,1 0 0 0 0,-1 0 1 0 0,0-1-1 0 0,1 1 0 0 0,-1 0 1 0 0,1 0-1 0 0,-1-1 1 0 0,1 1-1 0 0,0-1 0 0 0,0 2 1 0 0,23 8 39 0 0,27-7-183 0 0,8-9 26 0 0,-46 4 119 0 0,0 0-1 0 0,0 0 1 0 0,1 2-1 0 0,-1-1 1 0 0,0 2-1 0 0,0 0 1 0 0,24 5-1 0 0,-36-6-6 0 0,0 0 0 0 0,0 1-1 0 0,0-1 1 0 0,0 1 0 0 0,0-1-1 0 0,0 1 1 0 0,-1-1 0 0 0,1 1-1 0 0,0-1 1 0 0,0 1 0 0 0,-1 0 0 0 0,1-1-1 0 0,0 1 1 0 0,-1 0 0 0 0,1 0-1 0 0,-1-1 1 0 0,1 1 0 0 0,-1 0-1 0 0,1 0 1 0 0,-1 0 0 0 0,0 0 0 0 0,1 0-1 0 0,-1 0 1 0 0,0 0 0 0 0,0-1-1 0 0,1 1 1 0 0,-1 0 0 0 0,0 0-1 0 0,0 0 1 0 0,0 0 0 0 0,0 0-1 0 0,-1 0 1 0 0,1 0 0 0 0,0 0 0 0 0,0 0-1 0 0,0 0 1 0 0,-1 0 0 0 0,1 0-1 0 0,0 0 1 0 0,-1 0 0 0 0,1-1-1 0 0,-1 1 1 0 0,1 0 0 0 0,-1 0 0 0 0,0-1-1 0 0,0 2 1 0 0,-5 7 19 0 0,0-1 1 0 0,0 1-1 0 0,-12 10 1 0 0,11-12-17 0 0,-41 43 245 0 0,34-38-107 0 0,0 2 0 0 0,1 0 1 0 0,0 0-1 0 0,1 1 0 0 0,1 1 1 0 0,0 0-1 0 0,-13 28 0 0 0,24-43-139 0 0,-1 1 0 0 0,0 0 1 0 0,1 0-1 0 0,-1 0 0 0 0,1 0 0 0 0,0 0 0 0 0,0 0 0 0 0,0 0 0 0 0,0 0 1 0 0,0 0-1 0 0,0 0 0 0 0,0 0 0 0 0,0 0 0 0 0,1 0 0 0 0,-1-1 0 0 0,1 1 0 0 0,0 0 1 0 0,-1 0-1 0 0,1 0 0 0 0,2 3 0 0 0,-1-2 4 0 0,1-1 0 0 0,-1 1 0 0 0,1 0 0 0 0,0-1 0 0 0,0 1-1 0 0,0-1 1 0 0,0 0 0 0 0,0 0 0 0 0,0 0 0 0 0,6 1 0 0 0,6 3-685 0 0,1-1-1 0 0,0-1 0 0 0,31 5 1 0 0,-46-9 529 0 0,17 3-4099 0 0,-3-2-1268 0 0</inkml:trace>
</inkml:ink>
</file>

<file path=ppt/ink/ink3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7.0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3681 0 0,'3'16'9722'0'0,"8"40"-6118"0"0,7 110 0 0 0,-13 64-3161 0 0,-4-99 50 0 0,12 130-152 0 0,-1 130-8 0 0,-16-317-810 0 0,1-42-5245 0 0,1-10-1162 0 0</inkml:trace>
</inkml:ink>
</file>

<file path=ppt/ink/ink3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7.6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119 0 7370 0 0,'-48'6'2563'0'0,"41"-4"-1668"0"0,1 0-1 0 0,-1 0 1 0 0,1 0-1 0 0,0 1 1 0 0,0 0-1 0 0,0 0 1 0 0,0 0-1 0 0,-10 9 1 0 0,16-12-847 0 0,0 0-1 0 0,-1 0 1 0 0,1 0 0 0 0,0 0 0 0 0,0 0 0 0 0,-1 1 0 0 0,1-1-1 0 0,0 0 1 0 0,0 0 0 0 0,-1 0 0 0 0,1 1 0 0 0,0-1-1 0 0,0 0 1 0 0,0 0 0 0 0,0 1 0 0 0,-1-1 0 0 0,1 0-1 0 0,0 1 1 0 0,0-1 0 0 0,0 0 0 0 0,0 0 0 0 0,0 1-1 0 0,0-1 1 0 0,0 0 0 0 0,0 1 0 0 0,0-1 0 0 0,0 0 0 0 0,0 1-1 0 0,0-1 1 0 0,0 0 0 0 0,0 1 0 0 0,0-1 0 0 0,0 0-1 0 0,0 0 1 0 0,0 1 0 0 0,0-1 0 0 0,0 0 0 0 0,1 1-1 0 0,-1-1 1 0 0,0 0 0 0 0,0 0 0 0 0,0 1 0 0 0,16 5 541 0 0,20-3-459 0 0,22-8 57 0 0,-42 2-114 0 0,-1 2-1 0 0,1-1 0 0 0,0 2 0 0 0,0 0 1 0 0,-1 1-1 0 0,1 1 0 0 0,20 5 1 0 0,-35-7-74 0 0,0 0 0 0 0,0 0 0 0 0,0 0 1 0 0,-1 1-1 0 0,1-1 0 0 0,0 0 0 0 0,0 0 0 0 0,0 1 1 0 0,0-1-1 0 0,-1 1 0 0 0,1-1 0 0 0,0 1 1 0 0,0-1-1 0 0,-1 1 0 0 0,1 0 0 0 0,0-1 1 0 0,-1 1-1 0 0,1 0 0 0 0,-1-1 0 0 0,1 1 1 0 0,-1 0-1 0 0,1 0 0 0 0,-1 0 0 0 0,1-1 0 0 0,-1 1 1 0 0,0 0-1 0 0,1 0 0 0 0,-1 0 0 0 0,0 1 1 0 0,0 0-5 0 0,-1 0 1 0 0,1 0 0 0 0,-1-1 0 0 0,1 1 0 0 0,-1 0-1 0 0,0-1 1 0 0,0 1 0 0 0,0 0 0 0 0,0-1 0 0 0,0 1-1 0 0,0-1 1 0 0,0 0 0 0 0,-3 3 0 0 0,-7 5-52 0 0,1 0 1 0 0,-24 14-1 0 0,32-22 45 0 0,-53 29-375 0 0,42-24 337 0 0,0 1 1 0 0,0 0-1 0 0,1 0 0 0 0,0 1 1 0 0,0 1-1 0 0,1 0 0 0 0,-19 20 1 0 0,30-29 48 0 0,-1 0 0 0 0,1 1 0 0 0,0-1 1 0 0,0 0-1 0 0,0 0 0 0 0,0 0 0 0 0,0 0 1 0 0,0 0-1 0 0,-1 1 0 0 0,1-1 0 0 0,0 0 1 0 0,0 0-1 0 0,0 0 0 0 0,0 1 0 0 0,0-1 0 0 0,0 0 1 0 0,0 0-1 0 0,0 0 0 0 0,0 1 0 0 0,0-1 1 0 0,0 0-1 0 0,0 0 0 0 0,0 0 0 0 0,0 1 1 0 0,0-1-1 0 0,0 0 0 0 0,0 0 0 0 0,0 0 1 0 0,0 1-1 0 0,0-1 0 0 0,0 0 0 0 0,0 0 1 0 0,0 0-1 0 0,0 1 0 0 0,1-1 0 0 0,-1 0 0 0 0,0 0 1 0 0,0 0-1 0 0,0 0 0 0 0,0 1 0 0 0,0-1 1 0 0,1 0-1 0 0,-1 0 0 0 0,13 2 3 0 0,16-5-6 0 0,-27 3 3 0 0,10-2-44 0 0,2-1-192 0 0,-1 1 0 0 0,0 0 1 0 0,1 1-1 0 0,0 1 0 0 0,-1 0 1 0 0,1 1-1 0 0,-1 0 0 0 0,20 5 1 0 0,-32-6 230 0 0,-1 0 1 0 0,1 0 0 0 0,-1 0 0 0 0,1 0 0 0 0,0 1 0 0 0,-1-1-1 0 0,1 0 1 0 0,-1 1 0 0 0,1-1 0 0 0,-1 0 0 0 0,1 1 0 0 0,-1-1-1 0 0,1 0 1 0 0,-1 1 0 0 0,1-1 0 0 0,-1 1 0 0 0,0-1 0 0 0,1 1-1 0 0,-1-1 1 0 0,0 1 0 0 0,1-1 0 0 0,-1 1 0 0 0,0-1 0 0 0,0 1-1 0 0,1 0 1 0 0,-1-1 0 0 0,0 1 0 0 0,0-1 0 0 0,0 1 0 0 0,0 0-1 0 0,-9 19-42 0 0,-27 13 46 0 0,35-32 0 0 0,-39 29 27 0 0,-30 24 185 0 0,63-48-80 0 0,0 1 0 0 0,1 0-1 0 0,0 0 1 0 0,0 0 0 0 0,0 1-1 0 0,-8 16 1 0 0,13-23-92 0 0,1 1 1 0 0,-1 0-1 0 0,0 0 0 0 0,1 0 1 0 0,-1-1-1 0 0,1 1 0 0 0,0 0 1 0 0,0 0-1 0 0,-1 0 0 0 0,1 0 1 0 0,0 0-1 0 0,1 0 0 0 0,-1 0 1 0 0,0 0-1 0 0,0-1 0 0 0,1 1 0 0 0,-1 0 1 0 0,1 0-1 0 0,0 0 0 0 0,0-1 1 0 0,-1 1-1 0 0,1 0 0 0 0,0-1 1 0 0,0 1-1 0 0,1 0 0 0 0,-1-1 1 0 0,0 0-1 0 0,2 3 0 0 0,5 2-242 0 0,0 1-1 0 0,0-1 0 0 0,0-1 1 0 0,14 7-1 0 0,8 6-3231 0 0,-20-10 866 0 0</inkml:trace>
</inkml:ink>
</file>

<file path=ppt/ink/ink3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7.9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0 9674 0 0,'-8'54'3588'0'0,"-2"79"0"0"0,11 56 54 0 0,1-67-2505 0 0,2 26-125 0 0,33 201 0 0 0,-28-283-1303 0 0,-2 0 1 0 0,-3 1-1 0 0,-8 106 0 0 0,-4-61-2368 0 0,7-37-4425 0 0,2-42 1571 0 0</inkml:trace>
</inkml:ink>
</file>

<file path=ppt/ink/ink3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8.6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 44 920 0 0,'-14'-3'5184'0'0,"42"-4"5831"0"0,-15 4-9350 0 0,-4 1-3497 0 0,9-4 2108 0 0,47-14 1251 0 0,-61 19-1454 0 0,1 1 0 0 0,-1-1 1 0 0,1 1-1 0 0,-1 0 0 0 0,1 0 1 0 0,-1 0-1 0 0,0 0 0 0 0,1 1 1 0 0,-1 0-1 0 0,1 0 0 0 0,-1 0 1 0 0,7 3-1 0 0,-10-4-76 0 0,-1 1 0 0 0,1-1-1 0 0,0 1 1 0 0,0-1 0 0 0,0 1 0 0 0,-1-1-1 0 0,1 1 1 0 0,0 0 0 0 0,0-1 0 0 0,-1 1-1 0 0,1 0 1 0 0,-1-1 0 0 0,1 1 0 0 0,-1 0-1 0 0,1 0 1 0 0,-1 0 0 0 0,1-1 0 0 0,-1 1-1 0 0,1 0 1 0 0,-1 0 0 0 0,0 0 0 0 0,0 0-1 0 0,0 0 1 0 0,1 0 0 0 0,-1 1 0 0 0,0 0-14 0 0,-1 0 1 0 0,1 0-1 0 0,-1 0 1 0 0,1 0-1 0 0,-1 0 0 0 0,1 0 1 0 0,-1 0-1 0 0,0 0 1 0 0,0 0-1 0 0,0-1 1 0 0,-2 3-1 0 0,-2 3-65 0 0,0-1 1 0 0,-1 1-1 0 0,0-1 0 0 0,-11 9 0 0 0,-54 31-748 0 0,52-34 726 0 0,0 0 1 0 0,1 1-1 0 0,0 0 0 0 0,-20 22 1 0 0,37-35 104 0 0,1 1 1 0 0,-1-1-1 0 0,1 1 1 0 0,-1 0-1 0 0,1-1 0 0 0,0 1 1 0 0,-1 0-1 0 0,1-1 1 0 0,0 1-1 0 0,-1 0 1 0 0,1 0-1 0 0,0-1 1 0 0,0 1-1 0 0,0 0 0 0 0,-1 0 1 0 0,1-1-1 0 0,0 1 1 0 0,0 0-1 0 0,0 0 1 0 0,0 0-1 0 0,1-1 1 0 0,-1 1-1 0 0,0 0 1 0 0,0 0-1 0 0,0-1 0 0 0,1 1 1 0 0,-1 0-1 0 0,0 0 1 0 0,1-1-1 0 0,-1 1 1 0 0,0 0-1 0 0,1-1 1 0 0,-1 1-1 0 0,1-1 0 0 0,-1 1 1 0 0,1 0-1 0 0,-1-1 1 0 0,1 1-1 0 0,0-1 1 0 0,-1 1-1 0 0,1-1 1 0 0,0 0-1 0 0,-1 1 0 0 0,1-1 1 0 0,0 0-1 0 0,0 1 1 0 0,-1-1-1 0 0,2 0 1 0 0,48 17 64 0 0,-35-12 7 0 0,-8-3-73 0 0,-1 1-1 0 0,1-1 0 0 0,-1 1 0 0 0,0 1 0 0 0,0-1 0 0 0,0 1 0 0 0,0 0 0 0 0,6 6 0 0 0,-11-8 1 0 0,1 0 0 0 0,-1-1 0 0 0,0 1-1 0 0,1 0 1 0 0,-1 0 0 0 0,0 0 0 0 0,0 0 0 0 0,-1 0 0 0 0,1 0-1 0 0,0 0 1 0 0,-1 1 0 0 0,1-1 0 0 0,-1 0 0 0 0,0 0 0 0 0,0 0-1 0 0,0 1 1 0 0,0-1 0 0 0,0 0 0 0 0,0 0 0 0 0,0 0 0 0 0,-1 1-1 0 0,1-1 1 0 0,-1 0 0 0 0,0 0 0 0 0,1 0 0 0 0,-1 0 0 0 0,0 0-1 0 0,0 0 1 0 0,-2 3 0 0 0,-4 5 132 0 0,0 0 0 0 0,-1 0-1 0 0,0-1 1 0 0,0 0 0 0 0,-13 10 0 0 0,11-11 129 0 0,1 1 0 0 0,0 0-1 0 0,1 1 1 0 0,-13 18 0 0 0,21-27-248 0 0,-1 1-1 0 0,0-1 1 0 0,1 1-1 0 0,0 0 1 0 0,-1-1-1 0 0,1 1 1 0 0,0-1-1 0 0,0 1 1 0 0,0 0-1 0 0,0 0 1 0 0,0-1-1 0 0,0 1 1 0 0,0-1-1 0 0,0 1 1 0 0,1 0-1 0 0,-1-1 0 0 0,1 1 1 0 0,-1 0-1 0 0,1-1 1 0 0,0 1-1 0 0,0-1 1 0 0,-1 0-1 0 0,1 1 1 0 0,0-1-1 0 0,0 1 1 0 0,2 0-1 0 0,38 39-159 0 0,-18-20-412 0 0,-14-12 126 0 0,11 15-5414 0 0</inkml:trace>
</inkml:ink>
</file>

<file path=ppt/ink/ink3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8.9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 11522 0 0,'-2'3'350'0'0,"1"1"0"0"0,-1 0 0 0 0,1 0 0 0 0,0 0-1 0 0,0 0 1 0 0,1 0 0 0 0,-1 0 0 0 0,1 0 0 0 0,-1 0-1 0 0,1 1 1 0 0,1-1 0 0 0,0 5 0 0 0,11 55 3297 0 0,-6-38-2410 0 0,7 45 55 0 0,6 144 0 0 0,-24 73-582 0 0,4-264-642 0 0,1 0 0 0 0,4 32 0 0 0,7-14-7383 0 0</inkml:trace>
</inkml:ink>
</file>

<file path=ppt/ink/ink3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9.6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38 14283 0 0,'-1'-2'968'0'0,"1"2"-907"0"0,0 0-1 0 0,-1-1 1 0 0,1 1-1 0 0,0 0 1 0 0,0 0-1 0 0,0 0 1 0 0,1-3 1331 0 0,0 2-1332 0 0,9-7 957 0 0,12-3-717 0 0,-7 7-204 0 0,0 1 0 0 0,0 1 0 0 0,0 1 0 0 0,0 0 0 0 0,0 0 0 0 0,18 3 0 0 0,-33-2-96 0 0,0 0 0 0 0,1 0 1 0 0,-1 0-1 0 0,1 0 0 0 0,-1 0 0 0 0,1 1 0 0 0,-1-1 1 0 0,0 0-1 0 0,1 0 0 0 0,-1 0 0 0 0,1 1 0 0 0,-1-1 1 0 0,0 0-1 0 0,1 0 0 0 0,-1 1 0 0 0,0-1 1 0 0,1 0-1 0 0,-1 1 0 0 0,0-1 0 0 0,0 0 0 0 0,1 1 1 0 0,-1-1-1 0 0,0 0 0 0 0,0 1 0 0 0,1-1 0 0 0,-1 1 1 0 0,0-1-1 0 0,0 1 0 0 0,0-1 0 0 0,0 0 0 0 0,0 1 1 0 0,0-1-1 0 0,0 1 0 0 0,0-1 0 0 0,0 1 0 0 0,-9 19-29 0 0,-24 17-76 0 0,30-34 91 0 0,-17 16 12 0 0,-29 32-82 0 0,45-47 104 0 0,1 0 1 0 0,0 1-1 0 0,0-1 1 0 0,1 1-1 0 0,-1 0 1 0 0,1-1 0 0 0,0 1-1 0 0,0 0 1 0 0,0 1-1 0 0,-1 7 1 0 0,3-10-11 0 0,0 0 1 0 0,1 0 0 0 0,-1 0-1 0 0,0 0 1 0 0,1 0 0 0 0,0-1-1 0 0,-1 1 1 0 0,1 0-1 0 0,0 0 1 0 0,1-1 0 0 0,-1 1-1 0 0,0 0 1 0 0,1-1 0 0 0,-1 1-1 0 0,1-1 1 0 0,0 0-1 0 0,0 0 1 0 0,0 1 0 0 0,0-1-1 0 0,0 0 1 0 0,4 2 0 0 0,7 5-15 0 0,0 0 1 0 0,27 13-1 0 0,-9-5 81 0 0,-29-16-67 0 0,4 3 15 0 0,1 0 0 0 0,-1 0 0 0 0,0 1-1 0 0,-1 0 1 0 0,10 9 0 0 0,-14-12 5 0 0,0-1-1 0 0,0 0 1 0 0,0 1 0 0 0,0-1-1 0 0,-1 1 1 0 0,1-1-1 0 0,-1 0 1 0 0,1 1-1 0 0,-1 0 1 0 0,1-1-1 0 0,-1 1 1 0 0,0-1 0 0 0,0 1-1 0 0,0-1 1 0 0,0 1-1 0 0,0 0 1 0 0,0-1-1 0 0,0 1 1 0 0,0-1-1 0 0,0 1 1 0 0,-1-1 0 0 0,1 1-1 0 0,-1-1 1 0 0,1 1-1 0 0,-1-1 1 0 0,0 1-1 0 0,0-1 1 0 0,1 1 0 0 0,-1-1-1 0 0,0 0 1 0 0,0 0-1 0 0,-3 3 1 0 0,-25 24 515 0 0,-8 8-240 0 0,34-34-296 0 0,1 1-1 0 0,0-1 0 0 0,1 1 1 0 0,-1 0-1 0 0,0-1 0 0 0,1 1 1 0 0,-1 0-1 0 0,1 0 0 0 0,0 0 1 0 0,0 0-1 0 0,0 0 0 0 0,0 5 1 0 0,1-6-14 0 0,0 0 0 0 0,0 1 1 0 0,1-1-1 0 0,-1 0 1 0 0,1 1-1 0 0,-1-1 1 0 0,1 0-1 0 0,0 1 0 0 0,0-1 1 0 0,0 0-1 0 0,0 0 1 0 0,0 0-1 0 0,1 0 1 0 0,-1 0-1 0 0,1 0 0 0 0,-1-1 1 0 0,3 4-1 0 0,37 27-1706 0 0,-22-18-324 0 0,-8-6 478 0 0</inkml:trace>
</inkml:ink>
</file>

<file path=ppt/ink/ink3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19.9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3681 0 0,'1'8'1093'0'0,"0"-1"0"0"0,1 0 0 0 0,0 1 1 0 0,0-1-1 0 0,0 0 0 0 0,1 0 0 0 0,5 9 0 0 0,9 24 2003 0 0,-7-2-1897 0 0,-3 0 1 0 0,-1 1-1 0 0,-1-1 1 0 0,-2 1-1 0 0,-3 39 1 0 0,-25 190-766 0 0,13-168 129 0 0,9-80-488 0 0,2 0 1 0 0,0 0-1 0 0,1 0 1 0 0,2 1-1 0 0,0-1 1 0 0,0 0-1 0 0,2 0 1 0 0,9 26-1 0 0,-7-28-1535 0 0,1-1-1 0 0,18 31 1 0 0</inkml:trace>
</inkml:ink>
</file>

<file path=ppt/ink/ink3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0.5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17 1376 0 0,'-1'1'15'0'0,"0"-1"0"0"0,0 1 0 0 0,0 0 0 0 0,0-1 0 0 0,0 1 0 0 0,0-1-1 0 0,0 1 1 0 0,0-1 0 0 0,0 0 0 0 0,0 1 0 0 0,-1-1 0 0 0,1 0 0 0 0,0 0 0 0 0,0 0 0 0 0,0 1-1 0 0,0-1 1 0 0,0 0 0 0 0,-1-1 0 0 0,1 1 0 0 0,0 0 0 0 0,0 0 0 0 0,0 0 0 0 0,0-1-1 0 0,-2 0 1 0 0,3 1-8 0 0,0 0 0 0 0,0 0 0 0 0,-1 0 0 0 0,1 0 0 0 0,0-1 0 0 0,-1 1 0 0 0,1 0 0 0 0,0 0-1 0 0,0 0 1 0 0,-1-1 0 0 0,1 1 0 0 0,0 0 0 0 0,0 0 0 0 0,0 0 0 0 0,-1-1 0 0 0,1 1 0 0 0,0 0 0 0 0,0-1-1 0 0,0 1 1 0 0,0 0 0 0 0,0 0 0 0 0,0-1 0 0 0,0 1 0 0 0,-1 0 0 0 0,1-1 0 0 0,0 1 0 0 0,0 0-1 0 0,0-1 1 0 0,0 1 0 0 0,0-1 0 0 0,1 0-1 0 0,-1 1-1 0 0,1-1 1 0 0,-1 0-1 0 0,1 0 1 0 0,-1 0-1 0 0,1 1 1 0 0,0-1 0 0 0,-1 0-1 0 0,1 1 1 0 0,0-1-1 0 0,0 1 1 0 0,-1-1-1 0 0,1 1 1 0 0,0-1-1 0 0,0 1 1 0 0,1-1-1 0 0,1-1-5 0 0</inkml:trace>
</inkml:ink>
</file>

<file path=ppt/ink/ink3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0.9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57 118 6913 0 0,'-36'6'1406'0'0,"16"-9"3398"0"0,22 4-4455 0 0,-1 0 0 0 0,1 0 0 0 0,0 0 0 0 0,0 0 1 0 0,0 0-1 0 0,0-1 0 0 0,0 1 0 0 0,0-1 0 0 0,0 0 1 0 0,0 1-1 0 0,0-1 0 0 0,1 0 0 0 0,-1 0 0 0 0,0 0 0 0 0,0-1 1 0 0,2 1-1 0 0,41-9 148 0 0,-34 7-5 0 0,156-43 927 0 0,-102 25-994 0 0,106-17 0 0 0,-70 28-357 0 0,0 4 0 0 0,0 5 1 0 0,166 20-1 0 0,-198-17-290 0 0,-6 0-2961 0 0</inkml:trace>
</inkml:ink>
</file>

<file path=ppt/ink/ink3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1.2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17508 0 0,'0'1'94'0'0,"0"0"0"0"0,0 0 0 0 0,0 1 0 0 0,0-1 0 0 0,0 0 0 0 0,1 0 0 0 0,-1 0 0 0 0,0 0 0 0 0,1 0 0 0 0,-1 0 1 0 0,0 0-1 0 0,1 0 0 0 0,0 1 0 0 0,-1-1 0 0 0,1-1 0 0 0,0 1 0 0 0,-1 0 0 0 0,1 0 0 0 0,0 0 0 0 0,0 0 0 0 0,0 0 0 0 0,-1-1 0 0 0,1 1 1 0 0,2 1-1 0 0,31 15 619 0 0,-16-9-272 0 0,8 8-63 0 0,-1 1-1 0 0,0 1 1 0 0,36 36 0 0 0,55 71-249 0 0,-59-62-114 0 0,-41-45-773 0 0,30 25 0 0 0,-26-29-6824 0 0</inkml:trace>
</inkml:ink>
</file>

<file path=ppt/ink/ink3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1.4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240 0 10138 0 0,'-21'44'8033'0'0,"2"0"-4776"0"0,-29 60-1893 0 0,5-27-1092 0 0,21-41-570 0 0,2 2 0 0 0,1 0-1 0 0,-24 72 1 0 0,39-91-7530 0 0</inkml:trace>
</inkml:ink>
</file>

<file path=ppt/ink/ink3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2.7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70 0 4609 0 0,'28'11'3085'0'0,"-23"-10"-2349"0"0,0 1-1 0 0,0 0 1 0 0,-1 0-1 0 0,1 0 1 0 0,-1 0-1 0 0,7 5 1 0 0,-6-4-680 0 0,0 0 0 0 0,0 0 0 0 0,1 0 1 0 0,-1-1-1 0 0,1 0 0 0 0,10 3 0 0 0,-14-5-42 0 0,-1 1-1 0 0,1-1 1 0 0,-1 1-1 0 0,1-1 1 0 0,-1 0-1 0 0,1 0 1 0 0,-1 0 0 0 0,1 0-1 0 0,-1 0 1 0 0,1 0-1 0 0,-1 0 1 0 0,1 0-1 0 0,-1 0 1 0 0,1-1-1 0 0,-1 1 1 0 0,1-1-1 0 0,-1 1 1 0 0,1-1 0 0 0,-1 0-1 0 0,0 1 1 0 0,1-1-1 0 0,-1 0 1 0 0,0 0-1 0 0,1 0 1 0 0,-1 0-1 0 0,0 0 1 0 0,0 0-1 0 0,0 0 1 0 0,0 0-1 0 0,0-1 1 0 0,1-1 0 0 0,-2 3-4 0 0,0-1 1 0 0,0 1-1 0 0,1-1 1 0 0,-1 1 0 0 0,0-1-1 0 0,0 1 1 0 0,0-1-1 0 0,0 1 1 0 0,0-1-1 0 0,0 1 1 0 0,0-1 0 0 0,0 1-1 0 0,0-1 1 0 0,0 1-1 0 0,0-1 1 0 0,0 1 0 0 0,0-1-1 0 0,-1 1 1 0 0,1-1-1 0 0,0 1 1 0 0,0-1-1 0 0,0 1 1 0 0,-1-1 0 0 0,1 1-1 0 0,0-1 1 0 0,-1 1-1 0 0,1 0 1 0 0,0-1 0 0 0,-1 0-1 0 0,-18-6 254 0 0,15 7-227 0 0,-1-1 0 0 0,1 1 1 0 0,-1 0-1 0 0,0 0 0 0 0,1 0 0 0 0,-8 2 0 0 0,-1 4-42 0 0,-1 1 0 0 0,0 1 0 0 0,1 0 0 0 0,1 0 0 0 0,-1 2-1 0 0,2-1 1 0 0,-1 1 0 0 0,1 1 0 0 0,1 0 0 0 0,0 1 0 0 0,-10 14 0 0 0,20-26 3 0 0,-1 1-1 0 0,1-1 1 0 0,-1 0 0 0 0,1 1 0 0 0,0-1-1 0 0,-1 0 1 0 0,1 1 0 0 0,0-1 0 0 0,0 1-1 0 0,-1-1 1 0 0,1 0 0 0 0,0 1 0 0 0,0-1-1 0 0,0 1 1 0 0,-1-1 0 0 0,1 1 0 0 0,0-1-1 0 0,0 1 1 0 0,0-1 0 0 0,0 1 0 0 0,0-1-1 0 0,0 1 1 0 0,0-1 0 0 0,0 1 0 0 0,0-1-1 0 0,0 0 1 0 0,0 1 0 0 0,0-1 0 0 0,1 1-1 0 0,-1-1 1 0 0,0 1 0 0 0,0-1 0 0 0,0 1-1 0 0,1 0 1 0 0,17-3-18 0 0,21-16 80 0 0,-37 17-31 0 0,56-35 1281 0 0,-54 34-1160 0 0,-1-1-1 0 0,0 1 1 0 0,0-1 0 0 0,-1 1-1 0 0,1-1 1 0 0,-1 0 0 0 0,1 0 0 0 0,-1 0-1 0 0,0 0 1 0 0,0-1 0 0 0,0 1-1 0 0,0 0 1 0 0,-1-1 0 0 0,0 0-1 0 0,2-5 1 0 0,-3 9-134 0 0,0 0-1 0 0,0-1 0 0 0,0 1 0 0 0,1 0 1 0 0,-1-1-1 0 0,0 1 0 0 0,0 0 1 0 0,0 0-1 0 0,0-1 0 0 0,0 1 1 0 0,0 0-1 0 0,0-1 0 0 0,-1 1 0 0 0,1 0 1 0 0,0 0-1 0 0,0-1 0 0 0,0 1 1 0 0,0 0-1 0 0,0 0 0 0 0,0-1 1 0 0,0 1-1 0 0,-1 0 0 0 0,1 0 1 0 0,0-1-1 0 0,0 1 0 0 0,0 0 0 0 0,0 0 1 0 0,-1 0-1 0 0,1-1 0 0 0,0 1 1 0 0,0 0-1 0 0,-1 0 0 0 0,1 0 1 0 0,0 0-1 0 0,0 0 0 0 0,-1-1 0 0 0,1 1 1 0 0,0 0-1 0 0,-1 0 0 0 0,1 0 1 0 0,-1 0-1 0 0,-14 5 246 0 0,-13 13-150 0 0,-1 5-100 0 0,13-10-15 0 0,-1 0 0 0 0,-32 19 0 0 0,49-32-6 0 0,-1 0-1 0 0,1 1 1 0 0,0-1 0 0 0,0 0 0 0 0,0 0 0 0 0,0 0-1 0 0,0 0 1 0 0,0 0 0 0 0,0 1 0 0 0,0-1 0 0 0,0 0-1 0 0,-1 0 1 0 0,1 0 0 0 0,0 0 0 0 0,0 0 0 0 0,0 0-1 0 0,0 0 1 0 0,0 1 0 0 0,-1-1 0 0 0,1 0 0 0 0,0 0 0 0 0,0 0-1 0 0,0 0 1 0 0,0 0 0 0 0,0 0 0 0 0,-1 0 0 0 0,1 0-1 0 0,0 0 1 0 0,0 0 0 0 0,0 0 0 0 0,0 0 0 0 0,-1 0-1 0 0,1 0 1 0 0,0 0 0 0 0,0 0 0 0 0,0 0 0 0 0,0 0-1 0 0,-1 0 1 0 0,1 0 0 0 0,0 0 0 0 0,0-1 0 0 0,0 1-1 0 0,0 0 1 0 0,-1 0 0 0 0,1 0 0 0 0,0 0 0 0 0,0 0-1 0 0,0 0 1 0 0,0 0 0 0 0,0-1 0 0 0,0 1 0 0 0,0 0 0 0 0,-1 0-1 0 0,1 0 1 0 0,0 0 0 0 0,0 0 0 0 0,0-1 0 0 0,0 1-1 0 0,7-12-907 0 0,17-15-1143 0 0,-20 24 1440 0 0,-1 1 0 0 0,1-1 1 0 0,0 0-1 0 0,1 1 0 0 0,7-4 0 0 0,0 3-3822 0 0</inkml:trace>
</inkml:ink>
</file>

<file path=ppt/ink/ink3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5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 78 1376 0 0,'-2'-2'242'0'0,"1"1"-1"0"0,0-1 1 0 0,1 0-1 0 0,-1 0 0 0 0,0 0 1 0 0,0 0-1 0 0,1 0 1 0 0,-1 1-1 0 0,1-1 1 0 0,-1 0-1 0 0,1-3 0 0 0,-7-16 4423 0 0,6 25-4238 0 0,1 0 0 0 0,-1 1 1 0 0,1-1-1 0 0,-1 1 0 0 0,1-1 1 0 0,1 6-1 0 0,0-7-330 0 0,0 0-1 0 0,1 0 1 0 0,-1 0-1 0 0,1 0 1 0 0,0-1 0 0 0,-1 1-1 0 0,1 0 1 0 0,0-1-1 0 0,0 0 1 0 0,1 1-1 0 0,-1-1 1 0 0,1 0 0 0 0,-1 0-1 0 0,1 0 1 0 0,-1-1-1 0 0,1 1 1 0 0,0-1-1 0 0,0 1 1 0 0,0-1 0 0 0,4 1-1 0 0,-5-1-59 0 0,0 0 1 0 0,0-1-1 0 0,0 1 1 0 0,0-1-1 0 0,0 0 0 0 0,0 0 1 0 0,0 1-1 0 0,1-2 0 0 0,-1 1 1 0 0,0 0-1 0 0,0 0 0 0 0,0-1 1 0 0,0 1-1 0 0,0-1 0 0 0,0 1 1 0 0,0-1-1 0 0,0 0 1 0 0,0 0-1 0 0,0 0 0 0 0,0 0 1 0 0,0 0-1 0 0,0 0 0 0 0,-1-1 1 0 0,1 1-1 0 0,-1 0 0 0 0,1-1 1 0 0,-1 0-1 0 0,1 1 0 0 0,-1-1 1 0 0,2-3-1 0 0,-2 2-3 0 0,0 1 0 0 0,0-1-1 0 0,-1 0 1 0 0,1 0 0 0 0,-1 1 0 0 0,1-1 0 0 0,-1 0-1 0 0,0 0 1 0 0,0 0 0 0 0,-1 0 0 0 0,1 1-1 0 0,0-1 1 0 0,-1 0 0 0 0,0 0 0 0 0,0 1-1 0 0,0-1 1 0 0,0 0 0 0 0,0 1 0 0 0,0-1-1 0 0,-1 1 1 0 0,1 0 0 0 0,-1-1 0 0 0,-2-2-1 0 0,3 3 27 0 0,-1 0 0 0 0,1 0-1 0 0,-1 0 1 0 0,1 1-1 0 0,-1-1 1 0 0,0 0 0 0 0,1 1-1 0 0,-1-1 1 0 0,0 1 0 0 0,0 0-1 0 0,0 0 1 0 0,0 0-1 0 0,0 0 1 0 0,0 0 0 0 0,0 0-1 0 0,-1 0 1 0 0,1 1-1 0 0,0-1 1 0 0,0 1 0 0 0,-1 0-1 0 0,1-1 1 0 0,0 1-1 0 0,-1 0 1 0 0,1 0 0 0 0,0 1-1 0 0,0-1 1 0 0,-1 0-1 0 0,-3 2 1 0 0,-1 2 134 0 0,0 0-1 0 0,1 0 1 0 0,-1 1 0 0 0,1 0-1 0 0,0 0 1 0 0,-7 9 0 0 0,10-12-192 0 0,1 1 1 0 0,-1 0 0 0 0,1 0-1 0 0,0 0 1 0 0,0 0 0 0 0,0 0-1 0 0,0 1 1 0 0,0-1 0 0 0,1 0-1 0 0,-1 1 1 0 0,1 0-1 0 0,0-1 1 0 0,0 1 0 0 0,1 0-1 0 0,-1 4 1 0 0,4 2-481 0 0,3-2-138 0 0</inkml:trace>
</inkml:ink>
</file>

<file path=ppt/ink/ink3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9.2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203 11 6913 0 0,'8'-11'7739'0'0,"-16"15"-7621"0"0,0 0 0 0 0,0 0 0 0 0,0 0 0 0 0,1 1 0 0 0,0 1 0 0 0,0-1-1 0 0,0 1 1 0 0,-8 9 0 0 0,-51 64 827 0 0,47-55-447 0 0,12-16-333 0 0,1 0 0 0 0,0 1 1 0 0,0-1-1 0 0,1 1 0 0 0,0 0 0 0 0,1 1 1 0 0,-4 12-1 0 0,7-19-140 0 0,0 0 0 0 0,0 0 0 0 0,1 0 0 0 0,0 0 0 0 0,-1 0-1 0 0,1 0 1 0 0,0 0 0 0 0,1 0 0 0 0,-1 0 0 0 0,0 0 0 0 0,1 0 0 0 0,0 0 0 0 0,0 0 0 0 0,0 0 0 0 0,0-1-1 0 0,0 1 1 0 0,0 0 0 0 0,1 0 0 0 0,-1-1 0 0 0,1 1 0 0 0,0-1 0 0 0,0 1 0 0 0,0-1 0 0 0,0 0 0 0 0,0 0-1 0 0,0 0 1 0 0,1 0 0 0 0,4 3 0 0 0,9 4 28 0 0,1 0 0 0 0,0-2 0 0 0,0 0-1 0 0,25 7 1 0 0,-21-8 53 0 0,1 1 0 0 0,-1 2-1 0 0,22 12 1 0 0,-37-18-93 0 0,-1 0 0 0 0,0 0 0 0 0,0 1 0 0 0,-1 0 0 0 0,1 0 0 0 0,-1 0 0 0 0,1 1 0 0 0,-2 0 0 0 0,1 0 0 0 0,0 0 0 0 0,-1 0 0 0 0,0 0 0 0 0,0 0 0 0 0,0 1 0 0 0,-1 0 0 0 0,2 5 0 0 0,-3-7 3 0 0,0 0-1 0 0,0 0 1 0 0,-1 0 0 0 0,1-1-1 0 0,-1 1 1 0 0,0 0-1 0 0,0 0 1 0 0,0 0 0 0 0,-1 0-1 0 0,1 0 1 0 0,-1 0-1 0 0,0 0 1 0 0,0-1 0 0 0,-1 1-1 0 0,1 0 1 0 0,-3 3-1 0 0,0-1 50 0 0,1 0 0 0 0,-2 0 0 0 0,1-1 0 0 0,0 0-1 0 0,-1 0 1 0 0,0 0 0 0 0,0 0 0 0 0,-10 5-1 0 0,0 0 58 0 0,0-2-1 0 0,0 0 0 0 0,0-1 0 0 0,-1-1 0 0 0,-1 0 0 0 0,-26 6 1 0 0,39-11-231 0 0,-48 7 403 0 0,48-7-568 0 0,0-1 1 0 0,-1 1-1 0 0,1-1 0 0 0,0-1 1 0 0,0 1-1 0 0,-1 0 0 0 0,1-1 1 0 0,0 0-1 0 0,-7-2 0 0 0</inkml:trace>
</inkml:ink>
</file>

<file path=ppt/ink/ink3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29.6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49 2304 0 0,'-4'-14'1139'0'0,"7"-9"4940"0"0,-3 22-5897 0 0,1 1 0 0 0,-1-1 0 0 0,0 0 0 0 0,1 1 0 0 0,-1-1 0 0 0,0 1 0 0 0,1-1 0 0 0,-1 1 0 0 0,0-1 0 0 0,1 1 0 0 0,-1-1 0 0 0,1 1 0 0 0,-1-1 0 0 0,1 1 0 0 0,-1-1 0 0 0,1 1 0 0 0,-1 0 0 0 0,1-1 0 0 0,0 1 0 0 0,-1 0 0 0 0,1 0 0 0 0,0-1 0 0 0,-1 1 0 0 0,1 0 0 0 0,-1 0 0 0 0,1 0 0 0 0,0 0 0 0 0,-1 0 0 0 0,1 0 0 0 0,0 0 0 0 0,-1 0 0 0 0,1 0 0 0 0,0 0 0 0 0,-1 0 0 0 0,1 0 0 0 0,0 0 0 0 0,-1 1 0 0 0,1-1 0 0 0,0 0 0 0 0,-1 0 0 0 0,1 1-1 0 0,-1-1 1 0 0,1 0 0 0 0,-1 1 0 0 0,1-1 0 0 0,-1 1 0 0 0,1-1 0 0 0,-1 1 0 0 0,1-1 0 0 0,-1 1 0 0 0,1 0 0 0 0,1 2 33 0 0,0-1 0 0 0,-1 0 0 0 0,0 1-1 0 0,1-1 1 0 0,-1 1 0 0 0,0 0 0 0 0,0-1-1 0 0,0 1 1 0 0,-1 0 0 0 0,1-1 0 0 0,-1 1 0 0 0,1 0-1 0 0,-1 0 1 0 0,0 4 0 0 0,-4 46 137 0 0,2-38-185 0 0,0 4-235 0 0,0 0-1 0 0,1 0 1 0 0,1 0-1 0 0,1 0 1 0 0,1 0-1 0 0,0 0 1 0 0,1 0-1 0 0,2-1 1 0 0,-1 1-1 0 0,11 23 1 0 0,-3-19-748 0 0</inkml:trace>
</inkml:ink>
</file>

<file path=ppt/ink/ink3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1.1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82 21 1376 0 0,'0'-1'141'0'0,"-1"1"0"0"0,0-2 703 0 0,0 2-703 0 0,1 0 0 0 0,0-1-1 0 0,-1 1 1 0 0,1 0 0 0 0,-1 0-1 0 0,1 0 1 0 0,0-1 0 0 0,-1 1 0 0 0,1 0-1 0 0,-1 0 1 0 0,1 0 0 0 0,-1 0-1 0 0,1 0 1 0 0,0 0 0 0 0,-1 0 0 0 0,1 0-1 0 0,-1 0 1 0 0,1 0 0 0 0,-1 0 0 0 0,1 0-1 0 0,0 0 1 0 0,-1 0 0 0 0,1 0-1 0 0,-1 0 1 0 0,1 1 0 0 0,0-1 0 0 0,-1 0-1 0 0,1 0 1 0 0,-1 0 0 0 0,0 2 703 0 0,0-1-703 0 0,1-1 0 0 0,0 0-1 0 0,-1 1 1 0 0,1-1 0 0 0,0 0-1 0 0,0 1 1 0 0,0-1 0 0 0,0 1 0 0 0,-1-1-1 0 0,1 0 1 0 0,0 1 0 0 0,0-1 0 0 0,0 1-1 0 0,0-1 1 0 0,0 1 0 0 0,0 0-1 0 0,0 1 239 0 0,-1 1-1 0 0,1-1 1 0 0,-1 1-1 0 0,1-1 0 0 0,0 1 1 0 0,0-1-1 0 0,0 1 1 0 0,1-1-1 0 0,0 5 0 0 0,1-3-255 0 0,-1 0 0 0 0,1-1-1 0 0,0 0 1 0 0,1 1 0 0 0,-1-1-1 0 0,1 0 1 0 0,-1 0 0 0 0,1 0-1 0 0,0-1 1 0 0,0 1-1 0 0,0-1 1 0 0,0 1 0 0 0,0-1-1 0 0,1 0 1 0 0,-1 0 0 0 0,1-1-1 0 0,5 3 1 0 0,-7-3-70 0 0,0-1 0 0 0,-1 1 0 0 0,1-1 0 0 0,0 0 0 0 0,0 1 1 0 0,0-1-1 0 0,0 0 0 0 0,0 0 0 0 0,0 0 0 0 0,0-1 0 0 0,0 1 0 0 0,0 0 0 0 0,0-1 0 0 0,0 1 0 0 0,-1-1 0 0 0,1 0 0 0 0,0 1 0 0 0,0-1 0 0 0,-1 0 1 0 0,1 0-1 0 0,0 0 0 0 0,-1 0 0 0 0,1-1 0 0 0,-1 1 0 0 0,1 0 0 0 0,-1-1 0 0 0,0 1 0 0 0,1-1 0 0 0,-1 1 0 0 0,0-1 0 0 0,0 0 0 0 0,0 1 1 0 0,0-1-1 0 0,-1 0 0 0 0,1 0 0 0 0,0-1 0 0 0,0 0-62 0 0,0 0 1 0 0,0 0-1 0 0,0 1 0 0 0,0-1 1 0 0,0 0-1 0 0,-1 0 1 0 0,0 0-1 0 0,0 0 0 0 0,1 0 1 0 0,-2 0-1 0 0,1 0 0 0 0,0 0 1 0 0,0 0-1 0 0,-1 1 1 0 0,0-1-1 0 0,0 0 0 0 0,0 0 1 0 0,-2-5-1 0 0,2 7 3 0 0,0-1-1 0 0,-1 1 1 0 0,1 0 0 0 0,0-1-1 0 0,-1 1 1 0 0,1 0-1 0 0,-1 0 1 0 0,0 0 0 0 0,1 0-1 0 0,-1 0 1 0 0,0 1 0 0 0,1-1-1 0 0,-1 0 1 0 0,0 1-1 0 0,0-1 1 0 0,0 1 0 0 0,1 0-1 0 0,-1 0 1 0 0,0-1 0 0 0,0 1-1 0 0,0 0 1 0 0,0 1-1 0 0,0-1 1 0 0,0 0 0 0 0,1 0-1 0 0,-1 1 1 0 0,0-1 0 0 0,0 1-1 0 0,1 0 1 0 0,-4 1-1 0 0,-4 2-18 0 0,0 0 1 0 0,0 1-1 0 0,0 0 0 0 0,1 0 0 0 0,0 1 0 0 0,0 1 0 0 0,0-1 0 0 0,-11 14 0 0 0,16-17 17 0 0,0 0-1 0 0,0 0 1 0 0,0 0 0 0 0,1 0 0 0 0,-1 1-1 0 0,1 0 1 0 0,0-1 0 0 0,0 1 0 0 0,1 0-1 0 0,-1 0 1 0 0,1 0 0 0 0,-1 0-1 0 0,1 0 1 0 0,1 0 0 0 0,-1 0 0 0 0,0 1-1 0 0,1-1 1 0 0,0 0 0 0 0,0 0-1 0 0,0 0 1 0 0,1 1 0 0 0,1 7 0 0 0,0-8 16 0 0,0-1 0 0 0,0 1 1 0 0,1-1-1 0 0,-1 0 1 0 0,1 0-1 0 0,0 0 0 0 0,0 0 1 0 0,0-1-1 0 0,0 1 0 0 0,1-1 1 0 0,-1 1-1 0 0,0-1 1 0 0,1 0-1 0 0,0-1 0 0 0,-1 1 1 0 0,1-1-1 0 0,7 3 0 0 0,-8-4-2 0 0,-1 1 0 0 0,0 0 0 0 0,1 0-1 0 0,-1-1 1 0 0,1 1 0 0 0,-1-1 0 0 0,1 0-1 0 0,0 0 1 0 0,-1 0 0 0 0,1 0 0 0 0,-1 0-1 0 0,1-1 1 0 0,-1 1 0 0 0,1-1 0 0 0,-1 0-1 0 0,1 0 1 0 0,-1 1 0 0 0,0-1 0 0 0,1-1-1 0 0,-1 1 1 0 0,0 0 0 0 0,0-1 0 0 0,0 1-1 0 0,0-1 1 0 0,0 1 0 0 0,0-1 0 0 0,0 0-1 0 0,2-4 1 0 0,-3 5-1 0 0,0-1 0 0 0,0 0 0 0 0,-1 0 1 0 0,1 0-1 0 0,-1 0 0 0 0,0 0 0 0 0,1 0 0 0 0,-1 0 0 0 0,0 0 0 0 0,0 0 1 0 0,0 0-1 0 0,0 0 0 0 0,-1 0 0 0 0,1 0 0 0 0,0 1 0 0 0,-1-1 0 0 0,1 0 1 0 0,-1 0-1 0 0,0 0 0 0 0,0 0 0 0 0,0 1 0 0 0,0-1 0 0 0,0 0 0 0 0,0 1 1 0 0,0-1-1 0 0,0 0 0 0 0,-1 1 0 0 0,1 0 0 0 0,-1-1 0 0 0,1 1 0 0 0,-1 0 1 0 0,-3-2-1 0 0,4 1 7 0 0,-1 1 1 0 0,0 0 0 0 0,0 0-1 0 0,0 0 1 0 0,0 0-1 0 0,1 0 1 0 0,-1 1 0 0 0,-1-1-1 0 0,1 0 1 0 0,0 1 0 0 0,0-1-1 0 0,0 1 1 0 0,0 0-1 0 0,0 0 1 0 0,0 0 0 0 0,0 0-1 0 0,0 0 1 0 0,-1 0-1 0 0,1 1 1 0 0,0-1 0 0 0,0 1-1 0 0,0-1 1 0 0,0 1 0 0 0,0 0-1 0 0,0 0 1 0 0,0 0-1 0 0,1 0 1 0 0,-1 0 0 0 0,0 0-1 0 0,0 1 1 0 0,-2 2 0 0 0,2-3 3 0 0,1 1 1 0 0,0 0 0 0 0,-1 0 0 0 0,1 0 0 0 0,0 0 0 0 0,0 0 0 0 0,0 0-1 0 0,0 0 1 0 0,0 1 0 0 0,1-1 0 0 0,-1 0 0 0 0,1 0 0 0 0,0 1 0 0 0,-1-1-1 0 0,1 0 1 0 0,0 1 0 0 0,0-1 0 0 0,0 0 0 0 0,1 1 0 0 0,-1-1 0 0 0,0 0 0 0 0,1 0-1 0 0,1 3 1 0 0,-2-3 0 0 0,1-1 1 0 0,0 1-1 0 0,-1-1 0 0 0,1 0 0 0 0,0 1 0 0 0,0-1 1 0 0,0 0-1 0 0,0 0 0 0 0,0 1 0 0 0,1-1 0 0 0,-1 0 1 0 0,0 0-1 0 0,0 0 0 0 0,1-1 0 0 0,-1 1 0 0 0,1 0 1 0 0,-1 0-1 0 0,1-1 0 0 0,-1 1 0 0 0,1-1 0 0 0,-1 1 1 0 0,1-1-1 0 0,-1 0 0 0 0,1 1 0 0 0,-1-1 0 0 0,1 0 1 0 0,0 0-1 0 0,-1 0 0 0 0,1 0 0 0 0,0 0 0 0 0,-1-1 1 0 0,1 1-1 0 0,1-1 0 0 0,-3 1 5 0 0,1-1-1 0 0,-1 1 1 0 0,0-1-1 0 0,0 1 1 0 0,1 0-1 0 0,-1-1 1 0 0,0 1-1 0 0,0-1 1 0 0,0 1-1 0 0,0 0 1 0 0,0-1-1 0 0,0 1 1 0 0,0-1-1 0 0,1 1 1 0 0,-1-1-1 0 0,0 1 1 0 0,-1-1-1 0 0,1 1 1 0 0,0 0-1 0 0,0-1 1 0 0,0 1-1 0 0,0-1 1 0 0,0 1-1 0 0,0-1 0 0 0,0 1 1 0 0,-1 0-1 0 0,1-1 1 0 0,0 1-1 0 0,0-1 1 0 0,-1 1-1 0 0,1 0 1 0 0,0-1-1 0 0,0 1 1 0 0,-1 0-1 0 0,1-1 1 0 0,0 1-1 0 0,-1 0 1 0 0,1 0-1 0 0,-1-1 1 0 0,1 1-1 0 0,-1 0 1 0 0,-15-16 27 0 0,15 15-105 0 0,1 0 0 0 0,-1 1 0 0 0,0-1-1 0 0,0 1 1 0 0,1-1 0 0 0,-1 1 0 0 0,0-1-1 0 0,0 1 1 0 0,0-1 0 0 0,1 1 0 0 0,-1 0-1 0 0,0 0 1 0 0,0-1 0 0 0,0 1 0 0 0,0 0 0 0 0,0 0-1 0 0,0 0 1 0 0,1 0 0 0 0,-1 0 0 0 0,0 0-1 0 0,0 0 1 0 0,0 0 0 0 0,0 0 0 0 0,0 1-1 0 0,0-1 1 0 0,0 0 0 0 0,1 0 0 0 0,-1 1-1 0 0,-1 0 1 0 0</inkml:trace>
</inkml:ink>
</file>

<file path=ppt/ink/ink3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2.6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142 49 4609 0 0,'2'-3'639'0'0,"0"0"-1"0"0,0 0 1 0 0,0-1-1 0 0,-1 1 1 0 0,0-1-1 0 0,1 0 1 0 0,-1 1 0 0 0,-1-1-1 0 0,1 0 1 0 0,0 0-1 0 0,-1-5 1 0 0,-1 9-527 0 0,1 0 1 0 0,-1-1-1 0 0,0 1 1 0 0,0 0-1 0 0,1 0 1 0 0,-1 0-1 0 0,0 0 1 0 0,0 0-1 0 0,1 1 1 0 0,-1-1-1 0 0,0 0 1 0 0,0 0-1 0 0,1 0 1 0 0,-1 1-1 0 0,0-1 1 0 0,1 0-1 0 0,-1 1 0 0 0,0-1 1 0 0,1 1-1 0 0,-1-1 1 0 0,0 0-1 0 0,0 2 1 0 0,-17 10 694 0 0,17-12-715 0 0,-66 55 2075 0 0,61-49-1965 0 0,-1 0-1 0 0,1 1 1 0 0,1 0-1 0 0,-1 0 1 0 0,1 0-1 0 0,1 0 1 0 0,-8 15 0 0 0,12-19-194 0 0,-1-1 0 0 0,1 1 0 0 0,-1 0 0 0 0,1 0 0 0 0,0 0 0 0 0,0 0 0 0 0,0 0 0 0 0,0 0 0 0 0,0-1 0 0 0,1 1 0 0 0,0 0 1 0 0,-1 0-1 0 0,1 0 0 0 0,0-1 0 0 0,0 1 0 0 0,0 0 0 0 0,1-1 0 0 0,-1 1 0 0 0,1-1 0 0 0,-1 1 0 0 0,1-1 0 0 0,0 0 0 0 0,3 3 1 0 0,6 7 28 0 0,1-1 0 0 0,1 0 1 0 0,13 9-1 0 0,-10-8-26 0 0,-2-2-9 0 0,2 2 10 0 0,0 1 0 0 0,15 17 0 0 0,-28-27-11 0 0,0 0 1 0 0,-1 0-1 0 0,1 0 1 0 0,-1 0-1 0 0,1 1 1 0 0,-1-1 0 0 0,0 1-1 0 0,0 0 1 0 0,-1 0-1 0 0,1-1 1 0 0,-1 1-1 0 0,0 0 1 0 0,0 0 0 0 0,0 1-1 0 0,0-1 1 0 0,0 7-1 0 0,-2-7 2 0 0,-1-1 0 0 0,1 1 0 0 0,0 0 0 0 0,-1 0 0 0 0,0-1 0 0 0,0 1 0 0 0,0-1 0 0 0,0 1 0 0 0,0-1 0 0 0,-1 0 0 0 0,1 0 0 0 0,-1 0 0 0 0,0 0 0 0 0,0-1 0 0 0,0 1 0 0 0,0-1 0 0 0,-5 3 0 0 0,-8 5 9 0 0,-1 0 1 0 0,-18 8-1 0 0,14-8-440 0 0,6-4-4755 0 0</inkml:trace>
</inkml:ink>
</file>

<file path=ppt/ink/ink3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2.9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 5849 0 0,'1'0'520'0'0,"0"-1"-416"0"0,1 1-104 0 0,-1 0 0 0 0,0 0 0 0 0,-1-2 0 0 0</inkml:trace>
</inkml:ink>
</file>

<file path=ppt/ink/ink3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3.8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 2761 0 0,'0'0'206'0'0,"3"-8"2315"0"0,4 12-2459 0 0,-6-3-279 0 0,0 0 1 0 0,-1 0-1 0 0,1 0 0 0 0,0-1 1 0 0,0 1-1 0 0,0 0 0 0 0,0-1 1 0 0,0 1-1 0 0,0-1 0 0 0,0 1 0 0 0,0-1 1 0 0,0 0-1 0 0,0 1 0 0 0,0-1 1 0 0,0 0-1 0 0,0 0 0 0 0,0 0 1 0 0,0 0-1 0 0,1 1 0 0 0,0-2 852 0 0,1 1 1 0 0,-1 0-1 0 0,0 0 0 0 0,0 0 0 0 0,0 0 0 0 0,0 0 1 0 0,0 0-1 0 0,0 1 0 0 0,0-1 0 0 0,0 1 0 0 0,0-1 1 0 0,0 1-1 0 0,0 0 0 0 0,-1 0 0 0 0,1 0 0 0 0,0 0 1 0 0,0 0-1 0 0,-1 0 0 0 0,3 2 0 0 0,31 33 5812 0 0,-16-15-6050 0 0,-9-2 650 0 0,-10-19-1037 0 0,0 0 0 0 0,0 1 1 0 0,0-1-1 0 0,1 0 0 0 0,-1 1 0 0 0,0-1 0 0 0,0 1 0 0 0,0-1 0 0 0,0 0 1 0 0,0 1-1 0 0,0-1 0 0 0,0 1 0 0 0,0-1 0 0 0,0 1 0 0 0,0-1 0 0 0,0 0 1 0 0,0 1-1 0 0,0-1 0 0 0,0 1 0 0 0,0-1 0 0 0,0 0 0 0 0,0 1 0 0 0,0-1 0 0 0,-1 1 1 0 0,1-1-1 0 0,0 0 0 0 0,0 1 0 0 0,-1-1 0 0 0,1 0 0 0 0,0 1 0 0 0,0-1 1 0 0,-1 0-1 0 0,1 0 0 0 0,0 1 0 0 0,-1-1 0 0 0,1 0 0 0 0,0 0 0 0 0,-1 1 1 0 0,1-1-1 0 0,0 0 0 0 0,-1 0 0 0 0,1 0 0 0 0,-1 0 0 0 0,1 1 0 0 0,0-1 1 0 0,-1 0-1 0 0,1 0 0 0 0,-1 0 0 0 0,0 0 129 0 0,-2-1-345 0 0,2 0 203 0 0,0 1 0 0 0,0-1 0 0 0,0 1 0 0 0,0-1 0 0 0,0 1 0 0 0,0-1 0 0 0,0 1 0 0 0,0-1 0 0 0,0 0 0 0 0,0 1-1 0 0,0-1 1 0 0,1 0 0 0 0,-1 0 0 0 0,0 0 0 0 0,1 0 0 0 0,-1 0 0 0 0,0 0 0 0 0,1 0 0 0 0,-1-1 0 0 0,-4-26-141 0 0,4 16 110 0 0,-6-7-224 0 0,6 18 245 0 0,0 1-1 0 0,1-1 1 0 0,-1 1-1 0 0,1-1 1 0 0,0 0 0 0 0,-1 1-1 0 0,1-1 1 0 0,-1 0-1 0 0,1 1 1 0 0,0-1 0 0 0,0 0-1 0 0,-1 1 1 0 0,1-1-1 0 0,0 0 1 0 0,0 0 0 0 0,0 1-1 0 0,0-1 1 0 0,0 0-1 0 0,0 0 1 0 0,0 1 0 0 0,0-1-1 0 0,0 0 1 0 0,0 0-1 0 0,0 1 1 0 0,0-1 0 0 0,1 0-1 0 0,-1 0 1 0 0,0 1-1 0 0,0-1 1 0 0,1 0 0 0 0,-1 1-1 0 0,1-1 1 0 0,-1 0-1 0 0,0 1 1 0 0,1-1 0 0 0,-1 1-1 0 0,1-1 1 0 0,-1 1-1 0 0,1-1 1 0 0,0 1 0 0 0,-1-1-1 0 0,1 1 1 0 0,0-1-1 0 0,-1 1 1 0 0,1 0 0 0 0,0-1-1 0 0,-1 1 1 0 0,1 0-1 0 0,0 0 1 0 0,1-1 0 0 0,1 0 38 0 0,1-1 1 0 0,-1 1 0 0 0,1-1 0 0 0,-1 1-1 0 0,1 0 1 0 0,0 1 0 0 0,-1-1 0 0 0,1 0 0 0 0,0 1-1 0 0,0 0 1 0 0,0 0 0 0 0,-1 0 0 0 0,1 1-1 0 0,0-1 1 0 0,0 1 0 0 0,-1 0 0 0 0,1 0 0 0 0,0 0-1 0 0,-1 0 1 0 0,1 1 0 0 0,-1-1 0 0 0,1 1 0 0 0,-1 0-1 0 0,0 0 1 0 0,0 0 0 0 0,0 1 0 0 0,0-1-1 0 0,0 1 1 0 0,-1-1 0 0 0,1 1 0 0 0,-1 0 0 0 0,1 0-1 0 0,-1 0 1 0 0,0 1 0 0 0,0-1 0 0 0,-1 0-1 0 0,1 1 1 0 0,-1-1 0 0 0,1 1 0 0 0,-1 0 0 0 0,0-1-1 0 0,0 1 1 0 0,-1 0 0 0 0,1 4 0 0 0,1 9 22 0 0,-1 0 0 0 0,-1 0-1 0 0,0 0 1 0 0,-1 1 0 0 0,-1-1 0 0 0,-1 0 0 0 0,-8 29 0 0 0,1-15 100 0 0,-2-1 0 0 0,0 0 1 0 0,-20 32-1 0 0,31-62-146 0 0,1 0 1 0 0,0 1-1 0 0,0-1 1 0 0,0 0-1 0 0,0 0 1 0 0,0 0-1 0 0,-1 0 1 0 0,1 0-1 0 0,0 1 0 0 0,0-1 1 0 0,0 0-1 0 0,0 0 1 0 0,0 0-1 0 0,0 1 1 0 0,0-1-1 0 0,0 0 1 0 0,0 0-1 0 0,0 0 0 0 0,0 1 1 0 0,0-1-1 0 0,0 0 1 0 0,0 0-1 0 0,0 0 1 0 0,0 1-1 0 0,0-1 1 0 0,0 0-1 0 0,0 0 1 0 0,0 1-1 0 0,0-1 0 0 0,0 0 1 0 0,0 0-1 0 0,0 0 1 0 0,0 0-1 0 0,0 1 1 0 0,0-1-1 0 0,1 0 1 0 0,-1 0-1 0 0,0 0 0 0 0,0 0 1 0 0,0 1-1 0 0,0-1 1 0 0,0 0-1 0 0,1 0 1 0 0,-1 0-1 0 0,0 0 1 0 0,0 0-1 0 0,0 0 1 0 0,1 0-1 0 0,-1 1 0 0 0,0-1 1 0 0,17-2 32 0 0,27-14-77 0 0,-37 13 37 0 0,33-12-1960 0 0</inkml:trace>
</inkml:ink>
</file>

<file path=ppt/ink/ink3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4.4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0 2761 0 0,'-2'0'17068'0'0,"15"7"-18099"0"0,-11 1 4000 0 0,-2 12-2276 0 0,1 9-387 0 0,-7 55 0 0 0,-21 60-1367 0 0,25-128 607 0 0</inkml:trace>
</inkml:ink>
</file>

<file path=ppt/ink/ink3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6.0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133 7 4609 0 0,'3'-6'8748'0'0,"-22"18"-6772"0"0,-29 23-1322 0 0,43-30-455 0 0,-1 0 0 0 0,1 0-1 0 0,0 0 1 0 0,0 1-1 0 0,1 0 1 0 0,-1 0 0 0 0,1 0-1 0 0,1 1 1 0 0,-1-1-1 0 0,-2 8 1 0 0,5-11-177 0 0,1 0 0 0 0,-1 0 0 0 0,0 1 1 0 0,1-1-1 0 0,0 0 0 0 0,0 0 0 0 0,0 0 0 0 0,0 0 0 0 0,1 1 0 0 0,-1-1 1 0 0,1 0-1 0 0,-1 0 0 0 0,1 0 0 0 0,0 0 0 0 0,0 0 0 0 0,1 0 1 0 0,-1 0-1 0 0,1-1 0 0 0,-1 1 0 0 0,1 0 0 0 0,0-1 0 0 0,0 1 1 0 0,0-1-1 0 0,0 0 0 0 0,5 4 0 0 0,49 38-25 0 0,-45-37 20 0 0,0 0 1 0 0,0 1-1 0 0,-1 1 1 0 0,0 0 0 0 0,-1 0-1 0 0,0 1 1 0 0,0 0-1 0 0,12 18 1 0 0,-21-26-17 0 0,1-1 1 0 0,0 1 0 0 0,-1-1 0 0 0,1 0-1 0 0,-1 1 1 0 0,1 0 0 0 0,-1-1 0 0 0,0 1-1 0 0,0-1 1 0 0,0 1 0 0 0,0-1 0 0 0,0 1-1 0 0,0 0 1 0 0,0-1 0 0 0,0 1 0 0 0,0-1-1 0 0,-1 1 1 0 0,1-1 0 0 0,-1 1-1 0 0,0 2 1 0 0,-1-2 4 0 0,0 1 0 0 0,0-1-1 0 0,1 0 1 0 0,-2 1 0 0 0,1-1 0 0 0,0 0-1 0 0,0 0 1 0 0,0 0 0 0 0,-1-1-1 0 0,-3 3 1 0 0,-7 3 20 0 0,-1-1 0 0 0,0-1-1 0 0,-23 7 1 0 0,28-10-23 0 0,-57 15-819 0 0,47-13-64 0 0</inkml:trace>
</inkml:ink>
</file>

<file path=ppt/ink/ink3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7.0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99 920 0 0,'6'-30'852'0'0,"-7"16"-1055"0"0,1 14 201 0 0,-1 0 0 0 0,1-1-1 0 0,0 1 1 0 0,0 0 0 0 0,0 0 0 0 0,-1 0-1 0 0,1-1 1 0 0,0 1 0 0 0,0 0 0 0 0,0 0-1 0 0,-1 0 1 0 0,1 0 0 0 0,0 0-1 0 0,0 0 1 0 0,-1 0 0 0 0,1 0 0 0 0,0-1-1 0 0,-1 1 1 0 0,1 0 0 0 0,0 0 0 0 0,0 0-1 0 0,-1 0 1 0 0,1 0 0 0 0,0 0 0 0 0,0 0-1 0 0,-1 1 1 0 0,1-1 0 0 0,0 0 0 0 0,0 0-1 0 0,-1 0 1 0 0,1 0 0 0 0,0 0-1 0 0,0 0 1 0 0,-1 0 0 0 0,1 1 0 0 0,0-1-1 0 0,0 0 1 0 0,0 0 0 0 0,-1 0 0 0 0,1 1-1 0 0,-2 0 165 0 0,6-57 19101 0 0,-4 89-17752 0 0,-1 5-1698 0 0,1-19 228 0 0,1-1 1 0 0,1 1-1 0 0,1-1 0 0 0,7 26 1 0 0,-8-35-10 0 0,1 0 0 0 0,1 0 0 0 0,-1 0 0 0 0,2 0 0 0 0,-1-1 0 0 0,1 0 0 0 0,0 0 0 0 0,1 0 0 0 0,0-1 0 0 0,10 11 0 0 0,-14-16-38 0 0,1-1 0 0 0,-1 1 0 0 0,1-1 1 0 0,-1 0-1 0 0,1 1 0 0 0,-1-1 1 0 0,1 0-1 0 0,0-1 0 0 0,0 1 1 0 0,-1 0-1 0 0,1-1 0 0 0,0 0 0 0 0,0 1 1 0 0,0-1-1 0 0,-1 0 0 0 0,1 0 1 0 0,0-1-1 0 0,0 1 0 0 0,0-1 1 0 0,-1 1-1 0 0,1-1 0 0 0,0 0 1 0 0,-1 0-1 0 0,1 0 0 0 0,0 0 0 0 0,3-3 1 0 0,1 0-641 0 0,0 0 1 0 0,0-1-1 0 0,0 0 1 0 0,-1 0 0 0 0,1 0-1 0 0,-2-1 1 0 0,1 0-1 0 0,5-8 1 0 0,-4 4-1221 0 0</inkml:trace>
</inkml:ink>
</file>

<file path=ppt/ink/ink3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7.1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27 920 0 0,'0'-1'262'0'0,"0"0"-1"0"0,0 0 0 0 0,0 0 0 0 0,0 0 1 0 0,0 0-1 0 0,0 0 0 0 0,0 0 1 0 0,-1 0-1 0 0,1 0 0 0 0,0 0 1 0 0,-1 0-1 0 0,1 0 0 0 0,-1 0 0 0 0,1 0 1 0 0,-1 0-1 0 0,1 0 0 0 0,-1 0 1 0 0,0 0-1 0 0,1 1 0 0 0,-1-1 1 0 0,0 0-1 0 0,0 0 0 0 0,0 1 1 0 0,1-1-1 0 0,-1 1 0 0 0,0-1 0 0 0,0 1 1 0 0,0-1-1 0 0,0 1 0 0 0,0-1 1 0 0,0 1-1 0 0,0 0 0 0 0,0 0 1 0 0,0-1-1 0 0,0 1 0 0 0,0 0 1 0 0,0 0-1 0 0,0 0 0 0 0,-1 0 0 0 0,1 0 1 0 0,0 0-1 0 0,0 1 0 0 0,0-1 1 0 0,0 0-1 0 0,0 0 0 0 0,0 1 1 0 0,0-1-1 0 0,0 1 0 0 0,0-1 0 0 0,0 1 1 0 0,1-1-1 0 0,-1 1 0 0 0,0-1 1 0 0,0 1-1 0 0,0 0 0 0 0,1 0 1 0 0,-1-1-1 0 0,0 1 0 0 0,0 0 1 0 0,1 0-1 0 0,-1 0 0 0 0,1 0 0 0 0,-1 1 1 0 0,-7 19 1001 0 0,1-1 1 0 0,1 1-1 0 0,-4 30 1 0 0,5-10-1058 0 0,2 1 1 0 0,2 53-1 0 0,8-33-1969 0 0,-4-42-5964 0 0</inkml:trace>
</inkml:ink>
</file>

<file path=ppt/ink/ink3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38.6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26 5065 0 0,'7'6'5737'0'0,"9"10"-875"0"0,-12-12-4442 0 0,0 0 0 0 0,-1 0 0 0 0,1 0-1 0 0,-1 0 1 0 0,0 1 0 0 0,0-1 0 0 0,-1 1 0 0 0,1 0 0 0 0,1 5 0 0 0,-7-19-457 0 0,0 0 0 0 0,-1 0 0 0 0,0 0 0 0 0,0 0 0 0 0,-1 1 0 0 0,-10-14-1 0 0,14 20 29 0 0,-1 0 0 0 0,1 0 0 0 0,-1 1-1 0 0,0-1 1 0 0,1 1 0 0 0,-1-1 0 0 0,0 1-1 0 0,0 0 1 0 0,0 0 0 0 0,0-1 0 0 0,0 1-1 0 0,0 1 1 0 0,0-1 0 0 0,0 0 0 0 0,0 0-1 0 0,-3 0 1 0 0,3 2-19 0 0,0-1 1 0 0,0 0-1 0 0,0 1 0 0 0,0-1 0 0 0,0 1 1 0 0,0-1-1 0 0,0 1 0 0 0,0 0 1 0 0,0 0-1 0 0,0 0 0 0 0,1 0 0 0 0,-1 0 1 0 0,0 0-1 0 0,1 1 0 0 0,-1-1 0 0 0,1 0 1 0 0,-1 1-1 0 0,1-1 0 0 0,0 1 0 0 0,-1 0 1 0 0,-1 3-1 0 0,2-4 10 0 0,0 1 0 0 0,0 0 0 0 0,0 0-1 0 0,0 0 1 0 0,0-1 0 0 0,0 1 0 0 0,1 0 0 0 0,-1 0 0 0 0,1 1-1 0 0,-1-1 1 0 0,1 0 0 0 0,0 0 0 0 0,0 0 0 0 0,0 0 0 0 0,0 0 0 0 0,0 0-1 0 0,0 0 1 0 0,1 0 0 0 0,-1 0 0 0 0,1 0 0 0 0,-1 0 0 0 0,1 0-1 0 0,0 0 1 0 0,-1 0 0 0 0,1 0 0 0 0,0 0 0 0 0,3 3 0 0 0,-3-4 56 0 0,0 1 1 0 0,0-1 0 0 0,0 0 0 0 0,0 0-1 0 0,1 0 1 0 0,-1-1 0 0 0,0 1-1 0 0,0 0 1 0 0,1 0 0 0 0,-1-1 0 0 0,0 1-1 0 0,1 0 1 0 0,-1-1 0 0 0,1 0-1 0 0,-1 1 1 0 0,1-1 0 0 0,-1 0 0 0 0,1 0-1 0 0,-1 1 1 0 0,1-1 0 0 0,-1-1-1 0 0,1 1 1 0 0,-1 0 0 0 0,1 0 0 0 0,-1 0-1 0 0,1-1 1 0 0,-1 1 0 0 0,1-1-1 0 0,-1 1 1 0 0,1-1 0 0 0,-1 0 0 0 0,0 1-1 0 0,1-1 1 0 0,-1 0 0 0 0,0 0-1 0 0,0 0 1 0 0,0 0 0 0 0,2-1 0 0 0,2-4 105 0 0,1 1 1 0 0,-1-1 0 0 0,0 1 0 0 0,5-10 0 0 0,-9 13-116 0 0,1 1-1 0 0,-1-1 1 0 0,0 0 0 0 0,0 0 0 0 0,0 0-1 0 0,-1 0 1 0 0,1 0 0 0 0,0 0-1 0 0,-1 0 1 0 0,1 0 0 0 0,-1 0-1 0 0,0 0 1 0 0,1 0 0 0 0,-1 0-1 0 0,0 0 1 0 0,0 0 0 0 0,-1 0-1 0 0,1 0 1 0 0,0 0 0 0 0,-2-4 0 0 0,2 5-29 0 0,-1 1 1 0 0,0-1 0 0 0,0 1 0 0 0,1 0 0 0 0,-1-1 0 0 0,0 1 0 0 0,0 0 0 0 0,0 0 0 0 0,0-1 0 0 0,1 1 0 0 0,-1 0 0 0 0,0 0 0 0 0,0 0 0 0 0,0 0 0 0 0,0 0 0 0 0,0 0 0 0 0,0 0-1 0 0,1 0 1 0 0,-1 1 0 0 0,0-1 0 0 0,0 0 0 0 0,0 0 0 0 0,0 1 0 0 0,1-1 0 0 0,-1 1 0 0 0,0-1 0 0 0,0 0 0 0 0,1 1 0 0 0,-1-1 0 0 0,0 1 0 0 0,1 0 0 0 0,-1-1 0 0 0,0 2 0 0 0,-25 20 31 0 0,25-21-32 0 0,0 0 0 0 0,0 0 0 0 0,0 1 0 0 0,1-1 0 0 0,-1 0 0 0 0,0 0 0 0 0,1 1 0 0 0,-1-1 0 0 0,1 1 0 0 0,-1-1 0 0 0,1 0 0 0 0,-1 1 0 0 0,1-1 0 0 0,0 1 0 0 0,0-1 0 0 0,0 1 0 0 0,0-1 0 0 0,0 1 0 0 0,0-1 0 0 0,0 1 0 0 0,1-1 0 0 0,-1 0 0 0 0,1 3 0 0 0,0-3 0 0 0,0 0 0 0 0,0-1 0 0 0,0 1 0 0 0,0 0 0 0 0,0 0 0 0 0,1-1 0 0 0,-1 1 0 0 0,0-1 0 0 0,0 1 0 0 0,1-1 0 0 0,-1 1 0 0 0,0-1 0 0 0,0 0 0 0 0,1 0 0 0 0,-1 1 0 0 0,0-1 0 0 0,1 0 0 0 0,-1 0 0 0 0,1 0 0 0 0,-1-1 0 0 0,0 1 0 0 0,1 0 0 0 0,-1 0 0 0 0,0-1 0 0 0,0 1 0 0 0,2-1 0 0 0,-2 0 0 0 0,-1 1 0 0 0,1 0 0 0 0,-1-1 0 0 0,0 1 0 0 0,1-1 0 0 0,-1 1 0 0 0,1-1 0 0 0,-1 1 0 0 0,0-1 0 0 0,1 1 0 0 0,-1-1 0 0 0,0 1 0 0 0,0-1 0 0 0,1 1 0 0 0,-1-1 0 0 0,0 1 0 0 0,0-1 0 0 0,0 1 0 0 0,0-1 0 0 0,0 0 0 0 0,0 1 0 0 0,0-1 0 0 0,0 1 0 0 0,0-1 0 0 0,0 1 0 0 0,0-1 0 0 0,0 0 0 0 0,0 1 0 0 0,0-1 0 0 0,-1 1 0 0 0,1-1 0 0 0,0 1 0 0 0,0-1 0 0 0,-1 1 0 0 0,1-1 0 0 0,0 1 0 0 0,-1-1 0 0 0,1 1 0 0 0,0-1 0 0 0,-1 1 0 0 0,1 0 0 0 0,-1-1 0 0 0,-20-28 0 0 0,18 25 0 0 0,3 4-2 0 0,0-1 0 0 0,0 1 1 0 0,-1 0-1 0 0,1-1 0 0 0,0 1 1 0 0,0 0-1 0 0,-1 0 0 0 0,1-1 1 0 0,0 1-1 0 0,-1 0 0 0 0,1 0 1 0 0,0-1-1 0 0,-1 1 1 0 0,1 0-1 0 0,-1 0 0 0 0,1 0 1 0 0,0 0-1 0 0,-1 0 0 0 0,1-1 1 0 0,0 1-1 0 0,-1 0 0 0 0,1 0 1 0 0,-1 0-1 0 0,1 0 1 0 0,0 0-1 0 0,-1 0 0 0 0,1 0 1 0 0,-1 0-1 0 0,1 0 0 0 0,0 1 1 0 0,-1-1-1 0 0,1 0 0 0 0,-1 0 1 0 0,0 0-1 0 0,-9 14-151 0 0,9-13 138 0 0,1 0 0 0 0,-1 0 0 0 0,1 0 1 0 0,0 0-1 0 0,-1 0 0 0 0,1 1 0 0 0,0-1 0 0 0,0 0 0 0 0,-1 0 0 0 0,1 0 0 0 0,0 0 0 0 0,0 1 1 0 0,0-1-1 0 0,0 0 0 0 0,1 0 0 0 0,-1 0 0 0 0,0 0 0 0 0,0 0 0 0 0,1 1 0 0 0,-1-1 1 0 0,1 0-1 0 0,-1 0 0 0 0,1 0 0 0 0,-1 0 0 0 0,1 0 0 0 0,0 0 0 0 0,-1 0 0 0 0,1 0 0 0 0,0-1 1 0 0,0 1-1 0 0,1 1 0 0 0,-1-2-531 0 0</inkml:trace>
</inkml:ink>
</file>

<file path=ppt/ink/ink3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2.4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20 1376 0 0,'-8'-19'11987'0'0,"7"19"-11664"0"0,-20 8 5391 0 0,11-1-7540 0 0,1 3 2024 0 0,1 0 0 0 0,0 0 0 0 0,0 1 0 0 0,1 0 0 0 0,0 0 0 0 0,1 1 0 0 0,0 0 0 0 0,1 0 0 0 0,0 0 0 0 0,1 1 0 0 0,1-1 0 0 0,0 1 0 0 0,1 0 0 0 0,-2 26 0 0 0,4-35-197 0 0,0 0-1 0 0,1 0 0 0 0,-1 0 0 0 0,1-1 1 0 0,0 1-1 0 0,0 0 0 0 0,1 0 1 0 0,-1-1-1 0 0,1 1 0 0 0,0-1 0 0 0,0 1 1 0 0,0-1-1 0 0,0 0 0 0 0,1 0 0 0 0,-1 1 1 0 0,6 3-1 0 0,4 4 13 0 0,1-1 1 0 0,28 17-1 0 0,-32-22-9 0 0,0 1 0 0 0,0 0 0 0 0,0 0 0 0 0,-1 0 0 0 0,0 1 0 0 0,-1 1 0 0 0,12 12-1 0 0,-18-18 0 0 0,0-1-1 0 0,0 1 0 0 0,0-1 0 0 0,-1 1 0 0 0,1-1 0 0 0,-1 1 0 0 0,1 0 0 0 0,-1-1 0 0 0,1 1 1 0 0,-1 0-1 0 0,0-1 0 0 0,0 1 0 0 0,1 0 0 0 0,-1-1 0 0 0,-1 1 0 0 0,1 0 0 0 0,0-1 0 0 0,0 1 1 0 0,-1 0-1 0 0,1 0 0 0 0,-2 2 0 0 0,1-1 6 0 0,-1 0 0 0 0,0 0 0 0 0,0-1 0 0 0,0 1 0 0 0,0 0 0 0 0,0-1 0 0 0,-1 1 1 0 0,1-1-1 0 0,-1 0 0 0 0,-4 3 0 0 0,-6 3-11 0 0,-2 0 1 0 0,1-1 0 0 0,-26 8-1 0 0,33-12-40 0 0,3-1-565 0 0,0-1-203 0 0</inkml:trace>
</inkml:ink>
</file>

<file path=ppt/ink/ink3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2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50 3681 0 0,'8'-7'1215'0'0,"1"-1"0"0"0,0 1 1 0 0,11-7-1 0 0,-18 12-908 0 0,0 1 1 0 0,0 0 0 0 0,0-1-1 0 0,0 1 1 0 0,0 0 0 0 0,0 0-1 0 0,1 0 1 0 0,-1 0 0 0 0,0 1-1 0 0,1-1 1 0 0,-1 1 0 0 0,0-1-1 0 0,1 1 1 0 0,-1 0-1 0 0,1 0 1 0 0,-1 0 0 0 0,1 0-1 0 0,-1 0 1 0 0,0 1 0 0 0,1-1-1 0 0,2 2 1 0 0,-4-1-244 0 0,0-1 0 0 0,0 1-1 0 0,-1 0 1 0 0,1 0 0 0 0,0 0 0 0 0,-1 0-1 0 0,1 0 1 0 0,-1 0 0 0 0,0 0 0 0 0,1 0 0 0 0,-1 0-1 0 0,0 0 1 0 0,1 0 0 0 0,-1 0 0 0 0,0 0 0 0 0,0 0-1 0 0,0 0 1 0 0,0 1 0 0 0,0-1 0 0 0,0 0-1 0 0,0 0 1 0 0,0 0 0 0 0,-1 0 0 0 0,1 1 0 0 0,-10 34 269 0 0,7-25-54 0 0,2-8-261 0 0,0 0-1 0 0,0 0 1 0 0,0 0-1 0 0,1 0 1 0 0,0 0-1 0 0,-1 0 1 0 0,1 0 0 0 0,0 1-1 0 0,0-1 1 0 0,1 0-1 0 0,-1 0 1 0 0,1 0-1 0 0,-1 0 1 0 0,1 0 0 0 0,0 0-1 0 0,0 0 1 0 0,1 0-1 0 0,1 4 1 0 0,0-4 11 0 0,0 1 1 0 0,0-1 0 0 0,1 0-1 0 0,-1 0 1 0 0,1-1 0 0 0,-1 1-1 0 0,1-1 1 0 0,0 0-1 0 0,0 1 1 0 0,0-2 0 0 0,0 1-1 0 0,8 2 1 0 0,-8-3 35 0 0,0 0 0 0 0,0 0-1 0 0,0 1 1 0 0,0 0 0 0 0,0 0 0 0 0,-1 0 0 0 0,1 0-1 0 0,-1 0 1 0 0,1 1 0 0 0,-1 0 0 0 0,0-1 0 0 0,0 1-1 0 0,3 4 1 0 0,-5-4-35 0 0,1-1-1 0 0,-2 1 0 0 0,1-1 1 0 0,0 1-1 0 0,0-1 0 0 0,-1 1 0 0 0,1 0 1 0 0,-1-1-1 0 0,0 1 0 0 0,0 0 1 0 0,0-1-1 0 0,0 1 0 0 0,0 0 1 0 0,-1-1-1 0 0,1 1 0 0 0,-1 0 1 0 0,1-1-1 0 0,-1 1 0 0 0,0-1 1 0 0,0 1-1 0 0,-2 3 0 0 0,-4 6-16 0 0,0 0 0 0 0,0 0 1 0 0,-13 15-1 0 0,5-6-1446 0 0</inkml:trace>
</inkml:ink>
</file>

<file path=ppt/ink/ink3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3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2304 0 0,'2'0'471'0'0,"0"0"-1"0"0,0 0 0 0 0,0 0 0 0 0,0 0 0 0 0,-1 0 0 0 0,1 1 0 0 0,0-1 0 0 0,0 1 0 0 0,0-1 0 0 0,-1 1 0 0 0,1 0 0 0 0,0-1 0 0 0,-1 1 0 0 0,1 0 0 0 0,0 0 0 0 0,-1 0 0 0 0,0 1 1 0 0,1-1-1 0 0,-1 0 0 0 0,1 1 0 0 0,0 1 0 0 0,0 0-141 0 0,-1-1 0 0 0,1 1 0 0 0,-1 0 0 0 0,0 0 0 0 0,0 0 0 0 0,-1 0 1 0 0,1 0-1 0 0,-1 0 0 0 0,1 0 0 0 0,-1 0 0 0 0,0 6 0 0 0,-2 6-242 0 0,0 1-1 0 0,-1-1 1 0 0,0 0-1 0 0,-7 15 1 0 0,8-23 110 0 0,-13 51-1887 0 0,11-41-3907 0 0</inkml:trace>
</inkml:ink>
</file>

<file path=ppt/ink/ink3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4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139 8 2304 0 0,'-4'-8'7416'0'0,"-10"11"-4679"0"0,-11 14-2055 0 0,19-12-291 0 0,-10 7 468 0 0,1 1 0 0 0,-17 19 0 0 0,29-30-755 0 0,1 1 0 0 0,0-1-1 0 0,-1 1 1 0 0,1 0 0 0 0,0 0-1 0 0,0 0 1 0 0,1 0-1 0 0,-1 0 1 0 0,0 1 0 0 0,1-1-1 0 0,0 0 1 0 0,0 1 0 0 0,0-1-1 0 0,0 1 1 0 0,1-1 0 0 0,-1 1-1 0 0,1 0 1 0 0,0-1 0 0 0,0 1-1 0 0,1 3 1 0 0,1-3-37 0 0,0-1 0 0 0,1 1 0 0 0,0 0 0 0 0,-1-1 1 0 0,1 0-1 0 0,0 0 0 0 0,1 0 0 0 0,-1 0 0 0 0,1 0 0 0 0,-1 0 0 0 0,1-1 1 0 0,0 0-1 0 0,0 0 0 0 0,6 3 0 0 0,28 20 238 0 0,-30-18-295 0 0,0 2 0 0 0,-1-1-1 0 0,0 1 1 0 0,-1 0 0 0 0,0 0 0 0 0,0 1-1 0 0,-1-1 1 0 0,0 1 0 0 0,4 13 0 0 0,-8-19-5 0 0,0 1 0 0 0,0 0 0 0 0,0-1 0 0 0,0 1 0 0 0,-1 0 0 0 0,0 0 0 0 0,0 0 0 0 0,0 0 1 0 0,-1-1-1 0 0,1 1 0 0 0,-1 0 0 0 0,0 0 0 0 0,-1-1 0 0 0,1 1 0 0 0,-1 0 0 0 0,0-1 0 0 0,0 0 1 0 0,0 1-1 0 0,-1-1 0 0 0,1 0 0 0 0,-1 0 0 0 0,0 0 0 0 0,-4 3 0 0 0,-42 40 615 0 0,29-29-1855 0 0,1 0-3687 0 0</inkml:trace>
</inkml:ink>
</file>

<file path=ppt/ink/ink3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4.3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82 11522 0 0,'19'-4'975'0'0,"0"0"-1"0"0,-1-2 0 0 0,1 0 0 0 0,32-16 1 0 0,2-1-1483 0 0,2 6-5541 0 0,-66 19 1661 0 0,4-3 4404 0 0</inkml:trace>
</inkml:ink>
</file>

<file path=ppt/ink/ink3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4.5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1 6449 0 0,'-4'6'726'0'0,"-1"1"-1"0"0,1-1 1 0 0,1 1-1 0 0,-1 0 0 0 0,1 1 1 0 0,0-1-1 0 0,1 0 0 0 0,0 1 1 0 0,0-1-1 0 0,0 1 1 0 0,1 0-1 0 0,0 13 0 0 0,13 48 916 0 0,-9-54-1591 0 0,1 0-1 0 0,-2 0 1 0 0,1 21-1 0 0,-2 26 229 0 0,1 0-3551 0 0</inkml:trace>
</inkml:ink>
</file>

<file path=ppt/ink/ink3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4.8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89 1 5985 0 0,'9'10'4447'0'0,"-8"-9"-4212"0"0,-1-1 1 0 0,0 1 0 0 0,0-1-1 0 0,0 1 1 0 0,1 0-1 0 0,-1-1 1 0 0,0 1-1 0 0,0-1 1 0 0,0 1-1 0 0,0 0 1 0 0,0-1-1 0 0,0 1 1 0 0,0 0 0 0 0,-1 6 270 0 0,0 0 1 0 0,-1 0-1 0 0,0 0 1 0 0,-5 12-1 0 0,-29 50-1056 0 0,25-53 199 0 0,2 2 0 0 0,-9 19 0 0 0,12-21 351 0 0,-1-3 0 0 0</inkml:trace>
</inkml:ink>
</file>

<file path=ppt/ink/ink3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5.2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55 20 456 0 0,'15'-20'7949'0'0,"-27"26"-6048"0"0,7-3-1773 0 0,1-1 0 0 0,0 1 0 0 0,0 1 0 0 0,0-1 0 0 0,1 1 0 0 0,-1-1-1 0 0,1 1 1 0 0,0 0 0 0 0,0 0 0 0 0,0 0 0 0 0,1 1 0 0 0,-1-1 0 0 0,1 1 0 0 0,0-1-1 0 0,0 1 1 0 0,1 0 0 0 0,-1 0 0 0 0,1-1 0 0 0,0 1 0 0 0,1 0 0 0 0,-1 0 0 0 0,1 0 0 0 0,0 0-1 0 0,0 0 1 0 0,0 0 0 0 0,2 9 0 0 0,3 10 744 0 0,2 0-1 0 0,0 0 1 0 0,1 0-1 0 0,14 28 1 0 0,-3-7-385 0 0,-16-37-449 0 0,0 1 1 0 0,-1-1-1 0 0,0 0 0 0 0,0 1 1 0 0,-1-1-1 0 0,0 1 1 0 0,-1 0-1 0 0,0-1 0 0 0,0 1 1 0 0,-2 8-1 0 0,2-14-91 0 0,-1 1 0 0 0,0-1 0 0 0,0 0-1 0 0,0 1 1 0 0,0-1 0 0 0,0 0 0 0 0,-1 0 0 0 0,1 0-1 0 0,-1 0 1 0 0,0 0 0 0 0,0-1 0 0 0,0 1 0 0 0,0-1-1 0 0,-1 1 1 0 0,1-1 0 0 0,-1 1 0 0 0,1-1 0 0 0,-1 0 0 0 0,0 0-1 0 0,0-1 1 0 0,0 1 0 0 0,0-1 0 0 0,0 1 0 0 0,0-1-1 0 0,0 0 1 0 0,-1 0 0 0 0,1 0 0 0 0,-4 0 0 0 0</inkml:trace>
</inkml:ink>
</file>

<file path=ppt/ink/ink3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5.7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47 1840 0 0,'-3'-10'5719'0'0,"3"9"-5592"0"0,17-13 3419 0 0,-11 10-2541 0 0,0 1-1 0 0,0 0 1 0 0,0 0 0 0 0,0 1-1 0 0,7-2 1 0 0,-10 3-747 0 0,0 0 0 0 0,0 1 0 0 0,0 0 1 0 0,0 0-1 0 0,0 0 0 0 0,0 0 0 0 0,-1 0 0 0 0,1 1 1 0 0,0-1-1 0 0,0 1 0 0 0,0 0 0 0 0,4 1 0 0 0,-6-1-236 0 0,0 0-1 0 0,0 0 1 0 0,0 0-1 0 0,0 0 1 0 0,0 0-1 0 0,0 0 1 0 0,-1 0 0 0 0,1 0-1 0 0,0 0 1 0 0,-1 0-1 0 0,1 0 1 0 0,-1 1-1 0 0,1-1 1 0 0,-1 0-1 0 0,0 0 1 0 0,1 1-1 0 0,-1-1 1 0 0,0 0-1 0 0,0 1 1 0 0,0-1-1 0 0,0 0 1 0 0,0 1-1 0 0,0-1 1 0 0,0 0-1 0 0,-1 0 1 0 0,1 1-1 0 0,0-1 1 0 0,-1 0-1 0 0,0 3 1 0 0,-9 31 48 0 0,1 1 1 0 0,3 1-1 0 0,1 0 1 0 0,1 0-1 0 0,2 0 1 0 0,2 0-1 0 0,6 52 1 0 0,-1-71-1175 0 0,-5-14 514 0 0</inkml:trace>
</inkml:ink>
</file>

<file path=ppt/ink/ink3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5.8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1 112 2761 0 0,'0'-1'213'0'0,"0"0"1"0"0,1 0-1 0 0,-1 0 1 0 0,1-1-1 0 0,-1 1 1 0 0,1 0-1 0 0,0 0 1 0 0,-1 0-1 0 0,1 0 0 0 0,0 0 1 0 0,0 0-1 0 0,0 0 1 0 0,0 0-1 0 0,-1 1 1 0 0,1-1-1 0 0,1 0 1 0 0,-1 0-1 0 0,0 1 1 0 0,1-2-1 0 0,29-13 4587 0 0,-20 9-3747 0 0,36-21 1961 0 0,20-11-3117 0 0,-56 32-272 0 0</inkml:trace>
</inkml:ink>
</file>

<file path=ppt/ink/ink3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1:52:46.9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35 20487,'0'-1'0,"-1"1"0,1 0 0,-1-1 0,0 1 0,1-1 0,-1 0 0,1 0 0,-1 1 0,-1 0 0,1-1 0,0 0 0,0 0 0,-1 1 0,1-1 0,-1 1 0,1 0 0,-1-1 0,0 1 0,1 0 0,-1 0 0,1 0 0,-2 0 0,2 0 0,-1 1 0,0-1 0,1 0 0,-2 1 0,2 0 0,0 0 0,-1 0 0,1-1 0,-1 2 0,1-1 0,1 0 0,-1 1 0,0 0 0,0-1 0,0 1 0,1-1 0,0 1 0,0 0 0,0 0 0,0 0 0,1 0 0,0 0 0,0 0 0,0 0 0,0 0 0,0 0 0,1 0 0,-1 0 0,1 0 0,0 0 0,0-1 0,0 1 0,0-1 0,0 1 0,1 0 0,-1-1 0,0 1 0,1-1 0,-1 0 0,1 1 0,0-1 0,-1 0 0,1 0 0,-1 0 0,0 0 0,1-1 0,-2 1 0,2 0 0,-1 0 0,0-1 0,0 1 0,0-1 0,-1 0 0,1 1 0,0-1 0,-2 0 0,2 1 0,-1-1 0,0 0 0,0 1 0,0-1 0,0 0 0,-1 1 0,1-1 0,-1 0 0,1 0 0,-1 0 0,0 0 0,0-1 0,1 1 0,-1-1 0,0 0 0,0 0 0,1 1 0,-1-1 0,1 0 0,-1 0 0,0 0 0,1 0 0,0-1 0,0 1 0,0-1 0,-1 0 0,1 1 0,0-1 0,0 0 0,0 0 0,-1 0 0,1-1 0,0 1 0,0 0 0,0-1 0,-1 1 0,1-1 0,0 0 0,-1 0 0,1 1 0,0-1 0,-1 0 0,0 1 0,0-2 0,0 2 0,0-1 0,0 0 0,0 1 0,0 0 0,-1-2 0,1 3 0,-1-2 0,0 1 0,0 0 0,1 0 0,-2 0 0,1 1 0,0-1 0,0 1 0,-1 0 0,1-1 0,-1 1 0,0 1 0,1 0 0,-1-1 0,1 1 0,-1 0 0,0 0 0,0 0 0,0 0 0,1 1 0,-1-1 0,1 1 0,-1 0 0,0 0 0,1 0 0,-1 0 0,1 1 0,0-1 0,0 0 0,0 1 0,0-1 0,0 0 0,0 1 0,0-1 0,1 1 0,-1 0 0,1-2 0,0 2 0,0 0 0,-1-2 0,1 2 0,0-1 0,0 0 0,0 0 0,0 0 0,0 0 0,0 0 0,1-1 0,-1 1 0,0-1 0</inkml:trace>
</inkml:ink>
</file>

<file path=ppt/ink/ink3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8.2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117 10 2761 0 0,'0'-10'5479'0'0,"0"10"-5371"0"0,-16 6 3250 0 0,-18 16-877 0 0,28-18-2300 0 0,1 1 0 0 0,0 0 0 0 0,0 1 0 0 0,0-1 0 0 0,1 1 0 0 0,-1 0 0 0 0,1 0 0 0 0,1 0 0 0 0,-1 1 0 0 0,1-1 0 0 0,0 1 0 0 0,1 0 0 0 0,0 0 0 0 0,0 0 0 0 0,0 0 0 0 0,1 0 0 0 0,-1 8 0 0 0,2-6-175 0 0,0 0 0 0 0,1 0 0 0 0,0-1 0 0 0,1 1 1 0 0,0 0-1 0 0,0-1 0 0 0,1 0 0 0 0,0 1 1 0 0,0-1-1 0 0,1 0 0 0 0,0 0 0 0 0,1-1 1 0 0,9 13-1 0 0,-3-6 6 0 0,1-2 0 0 0,0 1 1 0 0,22 16-1 0 0,-20-18 254 0 0,-1 1-1 0 0,24 27 0 0 0,-36-39-207 0 0,-1 1 0 0 0,1-1-1 0 0,-1 1 1 0 0,0-1 0 0 0,1 1-1 0 0,-1-1 1 0 0,0 1-1 0 0,1-1 1 0 0,-1 1 0 0 0,0 0-1 0 0,0-1 1 0 0,0 1 0 0 0,0-1-1 0 0,1 1 1 0 0,-1 0 0 0 0,0-1-1 0 0,0 1 1 0 0,0 0 0 0 0,0-1-1 0 0,0 1 1 0 0,-1-1 0 0 0,1 1-1 0 0,0 0 1 0 0,0-1-1 0 0,0 1 1 0 0,0-1 0 0 0,-1 1-1 0 0,1 0 1 0 0,0-1 0 0 0,-1 1-1 0 0,1-1 1 0 0,0 1 0 0 0,-1 0-1 0 0,-2 1 29 0 0,1 0 0 0 0,0-1 0 0 0,0 1 0 0 0,-1-1 0 0 0,1 1 0 0 0,0-1 0 0 0,-1 0 0 0 0,-3 2 0 0 0,-51 11 336 0 0,44-13-469 0 0,1 0 1 0 0,-1-1-1 0 0,0 0 1 0 0,-14-3-1 0 0,12 2-538 0 0,8 1-1146 0 0</inkml:trace>
</inkml:ink>
</file>

<file path=ppt/ink/ink3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8.6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1 9218 0 0,'-2'1'479'0'0,"-1"0"-1"0"0,0 1 1 0 0,1 0 0 0 0,-1-1-1 0 0,1 1 1 0 0,0 0 0 0 0,-1 0 0 0 0,1 1-1 0 0,0-1 1 0 0,0 0 0 0 0,0 1-1 0 0,-2 4 1 0 0,0 0-46 0 0,0 0 1 0 0,1 1-1 0 0,0 0 0 0 0,-3 11 1 0 0,2 2-228 0 0,0-1 0 0 0,-1 42 1 0 0,4-39-171 0 0,2 1-1 0 0,0 0 1 0 0,2-1 0 0 0,8 35 0 0 0,-10-52-30 0 0,0 0 0 0 0,1 0 1 0 0,0 0-1 0 0,0 0 0 0 0,1 0 0 0 0,0 0 0 0 0,0-1 0 0 0,0 1 0 0 0,0-1 0 0 0,1 0 0 0 0,0 0 0 0 0,0 0 0 0 0,0-1 0 0 0,1 1 0 0 0,0-1 1 0 0,0 0-1 0 0,0 0 0 0 0,0-1 0 0 0,0 0 0 0 0,1 1 0 0 0,10 3 0 0 0,-13-7 23 0 0,0 1-1 0 0,1-1 1 0 0,-1 1 0 0 0,0-1-1 0 0,0 0 1 0 0,1 0-1 0 0,-1-1 1 0 0,0 1 0 0 0,0-1-1 0 0,1 1 1 0 0,-1-1 0 0 0,0 0-1 0 0,0 0 1 0 0,0 0 0 0 0,0-1-1 0 0,0 1 1 0 0,0-1 0 0 0,0 0-1 0 0,-1 0 1 0 0,1 0-1 0 0,-1 0 1 0 0,4-3 0 0 0,-4 3-11 0 0,-1 1 1 0 0,0-1 0 0 0,1 1-1 0 0,-1-1 1 0 0,0 1 0 0 0,0-1-1 0 0,0 0 1 0 0,0 0 0 0 0,0 0-1 0 0,-1 1 1 0 0,1-1 0 0 0,0 0 0 0 0,-1 0-1 0 0,1 0 1 0 0,-1 0 0 0 0,0 0-1 0 0,0 0 1 0 0,0 0 0 0 0,0 0-1 0 0,0 0 1 0 0,0 0 0 0 0,0 0-1 0 0,-1 0 1 0 0,1 0 0 0 0,-1 0-1 0 0,1 0 1 0 0,-1 0 0 0 0,0 0-1 0 0,0 1 1 0 0,0-1 0 0 0,0 0-1 0 0,0 0 1 0 0,0 1 0 0 0,0-1-1 0 0,-1 1 1 0 0,-1-3 0 0 0,0 2 3 0 0,0 0 0 0 0,0 1 0 0 0,0-1 0 0 0,0 1 1 0 0,0-1-1 0 0,0 1 0 0 0,-1 0 0 0 0,1 0 0 0 0,0 0 0 0 0,-1 1 1 0 0,1-1-1 0 0,0 1 0 0 0,-1 0 0 0 0,1 0 0 0 0,-1 0 1 0 0,1 0-1 0 0,0 1 0 0 0,-1-1 0 0 0,1 1 0 0 0,-4 1 0 0 0,-4 1-179 0 0,0 0 0 0 0,0 0 0 0 0,1 2 0 0 0,-19 9 0 0 0,13-4-1485 0 0,1 1-4852 0 0</inkml:trace>
</inkml:ink>
</file>

<file path=ppt/ink/ink3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48.9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15667 0 0,'2'0'402'0'0,"-1"0"-1"0"0,1 0 1 0 0,-1 0-1 0 0,1 0 0 0 0,-1 0 1 0 0,1 0-1 0 0,-1 0 1 0 0,1 1-1 0 0,-1-1 1 0 0,1 1-1 0 0,-1-1 1 0 0,1 1-1 0 0,-1-1 0 0 0,2 2 1 0 0,-3-1-437 0 0,0-1 1 0 0,0 1-1 0 0,0-1 1 0 0,-1 1 0 0 0,1 0-1 0 0,0-1 1 0 0,0 1-1 0 0,0-1 1 0 0,-1 1-1 0 0,1 0 1 0 0,0-1 0 0 0,-1 1-1 0 0,1-1 1 0 0,0 1-1 0 0,-1-1 1 0 0,1 1-1 0 0,-1-1 1 0 0,1 1 0 0 0,-1-1-1 0 0,1 0 1 0 0,-1 1-1 0 0,1-1 1 0 0,-1 0-1 0 0,1 1 1 0 0,-1-1-1 0 0,1 0 1 0 0,-1 0 0 0 0,0 1-1 0 0,1-1 1 0 0,-1 0-1 0 0,1 0 1 0 0,-2 0-1 0 0,-1 2-929 0 0</inkml:trace>
</inkml:ink>
</file>

<file path=ppt/ink/ink3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2.4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225 21 6009 0 0,'-7'-1'7210'0'0,"6"1"-7175"0"0,1 0 1 0 0,0-1 0 0 0,-1 1-1 0 0,1 0 1 0 0,0 0 0 0 0,-1 0-1 0 0,1-1 1 0 0,-1 1 0 0 0,1 0-1 0 0,0-1 1 0 0,0 1 0 0 0,-1 0-1 0 0,1-1 1 0 0,0 1-1 0 0,0 0 1 0 0,-1-1 0 0 0,1 1-1 0 0,0 0 1 0 0,0-1 0 0 0,0 1-1 0 0,-1-1 1 0 0,1 1 0 0 0,0 0-1 0 0,0-1 1 0 0,0 1-1 0 0,0-1 1 0 0,0 0 12 0 0,0 1-1 0 0,0-1 0 0 0,0 1 1 0 0,0 0-1 0 0,0-1 1 0 0,0 1-1 0 0,0-1 0 0 0,-1 1 1 0 0,1-1-1 0 0,0 1 1 0 0,0 0-1 0 0,0-1 1 0 0,-1 1-1 0 0,1 0 0 0 0,0-1 1 0 0,0 1-1 0 0,-1-1 1 0 0,1 1-1 0 0,0 0 0 0 0,-1 0 1 0 0,1-1-1 0 0,0 1 1 0 0,-1 0-1 0 0,1 0 1 0 0,-1-1-1 0 0,1 1 0 0 0,0 0 1 0 0,-1 0-1 0 0,1 0 1 0 0,-1 0-1 0 0,1 0 0 0 0,0-1 1 0 0,-1 1-1 0 0,1 0 1 0 0,-1 0-1 0 0,1 0 1 0 0,-1 0-1 0 0,1 0 0 0 0,-1 0 1 0 0,1 0-1 0 0,0 1 1 0 0,-1-1-1 0 0,0 0 0 0 0,-5 2 143 0 0,0 1 0 0 0,1 0 0 0 0,-1 0 0 0 0,0 0 0 0 0,1 0 0 0 0,0 1-1 0 0,0 0 1 0 0,0 0 0 0 0,0 1 0 0 0,-6 6 0 0 0,-3 6 774 0 0,-21 30 0 0 0,32-44-964 0 0,1 0 0 0 0,0 0 0 0 0,1 0 0 0 0,-1 1 0 0 0,1-1 0 0 0,-1 0 0 0 0,1 1 0 0 0,0-1 0 0 0,0 0 0 0 0,0 1 0 0 0,1-1 0 0 0,-1 1 0 0 0,1 0 0 0 0,0-1 0 0 0,0 1 0 0 0,0-1 0 0 0,0 1 0 0 0,1 0 0 0 0,0-1 0 0 0,-1 1 0 0 0,1-1 0 0 0,2 5 0 0 0,0-3 0 0 0,0 0 0 0 0,1 1 0 0 0,-1-1 0 0 0,1 0 0 0 0,0-1 0 0 0,1 1 0 0 0,-1-1 0 0 0,1 0 0 0 0,0 0 0 0 0,0 0 0 0 0,0-1 0 0 0,6 4 0 0 0,6 2-1 0 0,-4-2-6 0 0,-1 0 1 0 0,0 1-1 0 0,0 0 0 0 0,-1 1 1 0 0,18 16-1 0 0,-27-23 6 0 0,-1 0 0 0 0,1 1-1 0 0,-1-1 1 0 0,1 0 0 0 0,-1 0-1 0 0,0 1 1 0 0,0-1 0 0 0,0 1-1 0 0,0-1 1 0 0,0 1 0 0 0,-1-1-1 0 0,1 1 1 0 0,-1-1-1 0 0,1 1 1 0 0,-1 3 0 0 0,-1-3 0 0 0,1 0 1 0 0,-1 1-1 0 0,0-1 0 0 0,0 0 1 0 0,0 0-1 0 0,0 0 1 0 0,-1 0-1 0 0,1-1 0 0 0,-1 1 1 0 0,0 0-1 0 0,1-1 1 0 0,-1 1-1 0 0,-1-1 1 0 0,1 1-1 0 0,-4 2 0 0 0,-10 8 24 0 0,0-1-1 0 0,-1 0 1 0 0,0-1 0 0 0,-1-1-1 0 0,0-1 1 0 0,-1-1-1 0 0,0 0 1 0 0,0-1-1 0 0,-1-1 1 0 0,-23 4-1 0 0,39-10-1405 0 0</inkml:trace>
</inkml:ink>
</file>

<file path=ppt/ink/ink3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3.0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21 230 7370 0 0,'-2'-2'169'0'0,"0"1"1"0"0,1 0 0 0 0,-1-1 0 0 0,1 1-1 0 0,0-1 1 0 0,-1 1 0 0 0,1-1 0 0 0,0 0-1 0 0,0 1 1 0 0,0-1 0 0 0,0 0 0 0 0,0 0-1 0 0,1 0 1 0 0,-1 0 0 0 0,0 0 0 0 0,1 0-1 0 0,-1 0 1 0 0,1 0 0 0 0,0 0 0 0 0,0 0-1 0 0,0 0 1 0 0,0 0 0 0 0,0 0 0 0 0,1-3-1 0 0,-1-6 594 0 0,1 1-1 0 0,0 0 0 0 0,5-17 0 0 0,-4 20-442 0 0,1 0 0 0 0,0 0 1 0 0,0 0-1 0 0,0 0 0 0 0,1 0 1 0 0,0 1-1 0 0,1 0 0 0 0,-1 0 0 0 0,1 0 1 0 0,1 0-1 0 0,7-6 0 0 0,-8 7-268 0 0,0 1 1 0 0,0 0-1 0 0,1 1 0 0 0,0-1 1 0 0,0 1-1 0 0,0 0 0 0 0,0 1 0 0 0,0-1 1 0 0,0 1-1 0 0,1 1 0 0 0,-1-1 0 0 0,1 1 1 0 0,-1 0-1 0 0,1 0 0 0 0,0 1 0 0 0,-1 0 1 0 0,1 0-1 0 0,-1 1 0 0 0,1-1 0 0 0,0 1 1 0 0,7 3-1 0 0,-12-4-42 0 0,-1 1-1 0 0,1 0 1 0 0,-1-1 0 0 0,1 1 0 0 0,-1 0-1 0 0,0 0 1 0 0,1 0 0 0 0,-1 0 0 0 0,0 0-1 0 0,0 0 1 0 0,0 1 0 0 0,1-1 0 0 0,-1 0-1 0 0,0 1 1 0 0,-1-1 0 0 0,1 0 0 0 0,0 1 0 0 0,0-1-1 0 0,-1 1 1 0 0,1-1 0 0 0,0 1 0 0 0,-1 0-1 0 0,0-1 1 0 0,1 1 0 0 0,-1 0 0 0 0,0-1-1 0 0,0 1 1 0 0,0 0 0 0 0,0-1 0 0 0,0 1-1 0 0,0 0 1 0 0,0-1 0 0 0,-1 1 0 0 0,1-1-1 0 0,-1 1 1 0 0,1 0 0 0 0,-2 1 0 0 0,-2 10 26 0 0,-1-1 1 0 0,0 1 0 0 0,-11 18-1 0 0,9-19-52 0 0,-2 6 11 0 0,1 0 0 0 0,1 0 0 0 0,1 1 0 0 0,0 0-1 0 0,2 0 1 0 0,-4 24 0 0 0,7-33 3 0 0,0 0 0 0 0,0 1 0 0 0,1-1 0 0 0,1 1 0 0 0,0-1 0 0 0,0 1 0 0 0,1-1 0 0 0,0 0 0 0 0,1 1 0 0 0,0-1 0 0 0,1-1 0 0 0,0 1 0 0 0,7 12 0 0 0,-9-19 47 0 0,-1-1-1 0 0,1 0 1 0 0,0 0-1 0 0,0 0 1 0 0,0 0-1 0 0,0 0 1 0 0,0 0-1 0 0,0-1 1 0 0,0 1-1 0 0,1-1 1 0 0,-1 1-1 0 0,0-1 1 0 0,1 0-1 0 0,-1 0 1 0 0,1 0-1 0 0,0 0 1 0 0,-1-1-1 0 0,4 1 1 0 0,-5-1-3 0 0,0 0 0 0 0,0 0-1 0 0,1 0 1 0 0,-1 0 0 0 0,0 0 0 0 0,0 0 0 0 0,0-1 0 0 0,0 1-1 0 0,0 0 1 0 0,1-1 0 0 0,-1 1 0 0 0,0-1 0 0 0,0 1-1 0 0,0-1 1 0 0,0 0 0 0 0,0 1 0 0 0,-1-1 0 0 0,1 0 0 0 0,0 0-1 0 0,0 0 1 0 0,0 0 0 0 0,-1 1 0 0 0,1-1 0 0 0,0 0 0 0 0,-1 0-1 0 0,1 0 1 0 0,-1-1 0 0 0,1 1 0 0 0,-1 0 0 0 0,1 0-1 0 0,-1 0 1 0 0,0 0 0 0 0,0 0 0 0 0,0 0 0 0 0,1-1 0 0 0,-1 1-1 0 0,0 0 1 0 0,0 0 0 0 0,0 0 0 0 0,-1 0 0 0 0,1-1 0 0 0,0 1-1 0 0,-1-1 1 0 0,-1-11 1 0 0,0 1-1 0 0,-1-1 0 0 0,-1 1 1 0 0,0 0-1 0 0,-1 0 1 0 0,0 0-1 0 0,-1 1 1 0 0,0 0-1 0 0,0 0 0 0 0,-2 0 1 0 0,1 1-1 0 0,-1 0 1 0 0,-1 0-1 0 0,0 1 1 0 0,-17-14-1 0 0,11 13-254 0 0</inkml:trace>
</inkml:ink>
</file>

<file path=ppt/ink/ink3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4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1 6913 0 0,'-6'1'681'0'0,"0"0"0"0"0,0 1 0 0 0,0 0-1 0 0,0 1 1 0 0,1-1 0 0 0,-1 1-1 0 0,1 0 1 0 0,0 0 0 0 0,0 1-1 0 0,-8 6 1 0 0,11-8-553 0 0,0 1-1 0 0,-1 0 1 0 0,1 0 0 0 0,1 1-1 0 0,-1-1 1 0 0,0 0 0 0 0,1 1-1 0 0,-1-1 1 0 0,1 0 0 0 0,0 1-1 0 0,0 0 1 0 0,1-1 0 0 0,-1 1-1 0 0,1-1 1 0 0,0 1 0 0 0,0 0-1 0 0,0-1 1 0 0,0 1 0 0 0,1 5-1 0 0,3 22 264 0 0,5 52 395 0 0,40 160-1 0 0,-45-230-785 0 0,0 0 0 0 0,1-1 0 0 0,1 0 0 0 0,0 0 0 0 0,14 19 0 0 0,-17-27 0 0 0,-1 0 0 0 0,1 0 0 0 0,1-1 0 0 0,-1 1 0 0 0,0-1 0 0 0,1 0 0 0 0,0 0 0 0 0,-1 0 0 0 0,1 0 0 0 0,0-1 0 0 0,1 0 0 0 0,-1 0 0 0 0,0 0 0 0 0,1 0 0 0 0,-1 0 0 0 0,1-1 0 0 0,-1 0 0 0 0,1 0 0 0 0,7 0 0 0 0,-9-1 17 0 0,1-1-1 0 0,-1 1 1 0 0,0-1 0 0 0,0 0-1 0 0,0 0 1 0 0,0 0 0 0 0,0-1-1 0 0,-1 1 1 0 0,1-1 0 0 0,0 0-1 0 0,-1 1 1 0 0,1-1 0 0 0,-1 0-1 0 0,1-1 1 0 0,-1 1 0 0 0,0 0-1 0 0,0-1 1 0 0,0 1-1 0 0,0-1 1 0 0,0 1 0 0 0,-1-1-1 0 0,3-5 1 0 0,1-2 188 0 0,0-2 0 0 0,0 1 0 0 0,-1 0 0 0 0,4-20 0 0 0,-5 13-34 0 0,-1 1-1 0 0,0-1 1 0 0,-1 0 0 0 0,-1 0-1 0 0,-1 0 1 0 0,0 0-1 0 0,-1 0 1 0 0,-1 0-1 0 0,-1 0 1 0 0,0 1 0 0 0,-2 0-1 0 0,0 0 1 0 0,-12-24-1 0 0,9 24-316 0 0,-1 0 0 0 0,0 1 0 0 0,-1 1 0 0 0,-1 0 0 0 0,0 1 0 0 0,-1 0 1 0 0,-27-22-1 0 0,25 23-5082 0 0</inkml:trace>
</inkml:ink>
</file>

<file path=ppt/ink/ink3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6.1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0 113 2761 0 0,'1'-3'270'0'0,"-1"0"0"0"0,1 0 0 0 0,0 0 1 0 0,0 0-1 0 0,0 0 0 0 0,0 0 1 0 0,1 0-1 0 0,-1 0 0 0 0,1 1 1 0 0,0-1-1 0 0,0 0 0 0 0,0 1 0 0 0,0 0 1 0 0,0-1-1 0 0,0 1 0 0 0,0 0 1 0 0,6-3-1 0 0,52-34 2086 0 0,-39 27-598 0 0,-20 11-1663 0 0,0 0 0 0 0,0 0 0 0 0,0 0 1 0 0,0 0-1 0 0,1 0 0 0 0,-1 1 0 0 0,0-1 1 0 0,0 1-1 0 0,1-1 0 0 0,-1 1 0 0 0,0-1 0 0 0,1 1 1 0 0,-1 0-1 0 0,1-1 0 0 0,-1 1 0 0 0,1 0 0 0 0,-1 0 1 0 0,0 0-1 0 0,1 0 0 0 0,-1 0 0 0 0,1 0 0 0 0,-1 1 1 0 0,1-1-1 0 0,-1 0 0 0 0,0 1 0 0 0,1-1 0 0 0,-1 1 1 0 0,0 0-1 0 0,3 1 0 0 0,-3 0-87 0 0,0-1 1 0 0,0 1-1 0 0,0 0 1 0 0,0 0-1 0 0,-1 0 0 0 0,1 0 1 0 0,0 0-1 0 0,-1 0 0 0 0,1 0 1 0 0,-1 0-1 0 0,0 0 0 0 0,0 0 1 0 0,0 0-1 0 0,0 0 0 0 0,0 0 1 0 0,0 0-1 0 0,-1 0 0 0 0,1 0 1 0 0,-2 4-1 0 0,-5 18-63 0 0,0-1-1 0 0,-15 28 1 0 0,12-29 39 0 0,1 0 1 0 0,-9 31-1 0 0,18-51 25 0 0,-1 0 0 0 0,1-1 1 0 0,0 1-1 0 0,-1 0 0 0 0,1-1 0 0 0,0 1 1 0 0,0 0-1 0 0,0-1 0 0 0,1 1 0 0 0,-1 0 1 0 0,1 2-1 0 0,-1-3-6 0 0,0 0 0 0 0,1-1 1 0 0,-1 1-1 0 0,0-1 0 0 0,1 1 1 0 0,-1-1-1 0 0,1 1 0 0 0,-1-1 1 0 0,1 1-1 0 0,-1-1 0 0 0,1 0 1 0 0,-1 1-1 0 0,1-1 0 0 0,-1 0 1 0 0,1 1-1 0 0,-1-1 0 0 0,1 0 1 0 0,-1 1-1 0 0,1-1 0 0 0,0 0 1 0 0,0 0-1 0 0,4 0 1 0 0,-1 0 1 0 0,1 0-1 0 0,-1 0 0 0 0,0-1 1 0 0,1 0-1 0 0,-1 0 0 0 0,5-1 0 0 0,3-1-20 0 0,1 0 8 0 0,0 1-1 0 0,1 0 0 0 0,-1 1 0 0 0,1 0 0 0 0,-1 2 0 0 0,1-1 0 0 0,17 4 1 0 0,-25-3 15 0 0,-1 0 1 0 0,0 0-1 0 0,0 1 0 0 0,0-1 1 0 0,0 1-1 0 0,0 0 1 0 0,0 0-1 0 0,-1 1 1 0 0,1-1-1 0 0,-1 1 1 0 0,0 0-1 0 0,1 1 1 0 0,-1-1-1 0 0,-1 1 1 0 0,1-1-1 0 0,0 1 1 0 0,-1 0-1 0 0,0 1 0 0 0,0-1 1 0 0,0 0-1 0 0,4 10 1 0 0,-6-10 4 0 0,0 0 1 0 0,-1 0-1 0 0,1 0 1 0 0,-1-1-1 0 0,0 1 1 0 0,0 0-1 0 0,0 0 1 0 0,-1 0-1 0 0,1 0 1 0 0,-1 0-1 0 0,0 0 0 0 0,0-1 1 0 0,0 1-1 0 0,-1 0 1 0 0,1-1-1 0 0,-1 1 1 0 0,0-1-1 0 0,0 1 1 0 0,-3 3-1 0 0,2-2-116 0 0,-1-1 1 0 0,1 1-1 0 0,-1-1 0 0 0,0 0 0 0 0,0 0 0 0 0,-1 0 1 0 0,1 0-1 0 0,-1-1 0 0 0,0 0 0 0 0,0 0 0 0 0,0 0 0 0 0,-8 3 1 0 0</inkml:trace>
</inkml:ink>
</file>

<file path=ppt/ink/ink3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6.3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 0 9218 0 0,'-1'0'816'0'0,"-1"0"-656"0"0,1 0-160 0 0,-1 0 136 0 0,1 2-8 0 0,-2-2 0 0 0,-2 1 0 0 0,-2 1-128 0 0,0-1 0 0 0,-1 2 0 0 0,1-3-72 0 0,2 2-664 0 0,-1 0-128 0 0,4 0-24 0 0,-3 0-8 0 0</inkml:trace>
</inkml:ink>
</file>

<file path=ppt/ink/ink3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6.9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73 456 0 0,'9'-1'866'0'0,"0"-1"0"0"0,0 0 0 0 0,0 0 0 0 0,-1 0 0 0 0,1-1 1 0 0,-1-1-1 0 0,0 1 0 0 0,0-1 0 0 0,15-10 0 0 0,33-14 2075 0 0,-52 26-2829 0 0,0 1 0 0 0,0 0 0 0 0,1 0 0 0 0,-1 0 1 0 0,1 0-1 0 0,-1 1 0 0 0,1 0 0 0 0,-1 0 1 0 0,1 0-1 0 0,-1 0 0 0 0,7 2 0 0 0,-9-1-99 0 0,0-1-1 0 0,0 1 1 0 0,0 0-1 0 0,-1 0 1 0 0,1 0-1 0 0,0 0 1 0 0,0 1 0 0 0,-1-1-1 0 0,1 0 1 0 0,-1 1-1 0 0,1-1 1 0 0,-1 1-1 0 0,1-1 1 0 0,-1 1-1 0 0,0 0 1 0 0,0-1-1 0 0,0 1 1 0 0,0 0 0 0 0,0 0-1 0 0,0 0 1 0 0,0 0-1 0 0,-1 0 1 0 0,1 0-1 0 0,-1 0 1 0 0,1 0-1 0 0,-1 0 1 0 0,0 0-1 0 0,0 0 1 0 0,0 0 0 0 0,0 0-1 0 0,-1 4 1 0 0,0 8-29 0 0,-1 0 1 0 0,0 0-1 0 0,-7 20 1 0 0,6-23 42 0 0,2-8-27 0 0,0 0 1 0 0,0 1 0 0 0,1-1-1 0 0,-1 1 1 0 0,1-1-1 0 0,-1 1 1 0 0,1-1-1 0 0,0 1 1 0 0,1 4-1 0 0,-1-7 0 0 0,1 0-1 0 0,-1-1 1 0 0,0 1 0 0 0,0-1-1 0 0,1 1 1 0 0,-1-1-1 0 0,0 1 1 0 0,1-1 0 0 0,-1 1-1 0 0,1-1 1 0 0,-1 1-1 0 0,1-1 1 0 0,-1 0 0 0 0,0 1-1 0 0,1-1 1 0 0,0 1-1 0 0,-1-1 1 0 0,1 0 0 0 0,-1 0-1 0 0,1 1 1 0 0,0-1-1 0 0,23-1-55 0 0,13-10 66 0 0,-22 7 42 0 0,-1 0 0 0 0,1 0 0 0 0,0 1-1 0 0,0 1 1 0 0,17 0 0 0 0,-27 2-12 0 0,0 0 0 0 0,0 1-1 0 0,0 0 1 0 0,0 0 0 0 0,0 0 0 0 0,0 1 0 0 0,-1 0 0 0 0,1 0 0 0 0,0 0 0 0 0,-1 0 0 0 0,0 0 0 0 0,1 1 0 0 0,-1 0-1 0 0,0 0 1 0 0,-1 0 0 0 0,1 1 0 0 0,0-1 0 0 0,-1 1 0 0 0,0 0 0 0 0,4 5 0 0 0,-5-7 24 0 0,0 1 1 0 0,0-1-1 0 0,-1 1 1 0 0,1 0-1 0 0,-1 0 0 0 0,1 0 1 0 0,-1 0-1 0 0,0 0 1 0 0,0 0-1 0 0,0 0 0 0 0,0 0 1 0 0,-1 0-1 0 0,1 0 1 0 0,-1 0-1 0 0,0 1 1 0 0,0-1-1 0 0,0 0 0 0 0,0 0 1 0 0,-1 0-1 0 0,1 1 1 0 0,-1-1-1 0 0,0 0 0 0 0,0 0 1 0 0,0 0-1 0 0,0 0 1 0 0,0 0-1 0 0,-1 0 1 0 0,0 0-1 0 0,1-1 0 0 0,-1 1 1 0 0,0-1-1 0 0,-3 4 1 0 0,-3 0 7 0 0</inkml:trace>
</inkml:ink>
</file>

<file path=ppt/ink/ink3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8.4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1 111 5529 0 0,'4'-8'744'0'0,"0"1"1"0"0,1 0-1 0 0,0 0 0 0 0,0 0 0 0 0,1 1 0 0 0,0 0 0 0 0,0 0 1 0 0,0 0-1 0 0,1 1 0 0 0,0 0 0 0 0,10-6 0 0 0,-8 7-344 0 0,-1-1 0 0 0,1 1 1 0 0,0 1-1 0 0,1 0 0 0 0,-1 0 0 0 0,0 1 0 0 0,1 0 0 0 0,0 0 0 0 0,17 1 0 0 0,-26 1-386 0 0,1 0-1 0 0,0 0 1 0 0,-1 0 0 0 0,1 0 0 0 0,-1 1-1 0 0,1-1 1 0 0,-1 0 0 0 0,1 1 0 0 0,-1 0-1 0 0,1-1 1 0 0,-1 1 0 0 0,1 0 0 0 0,-1 0-1 0 0,0 0 1 0 0,1 0 0 0 0,-1 0 0 0 0,0 0 0 0 0,0 0-1 0 0,0 0 1 0 0,0 0 0 0 0,0 0 0 0 0,0 1-1 0 0,0-1 1 0 0,0 1 0 0 0,0-1 0 0 0,-1 0-1 0 0,1 1 1 0 0,-1-1 0 0 0,1 1 0 0 0,-1-1-1 0 0,1 1 1 0 0,-1 0 0 0 0,0-1 0 0 0,0 1-1 0 0,0-1 1 0 0,0 1 0 0 0,0 2 0 0 0,0 7-46 0 0,-1 1 1 0 0,0 0 0 0 0,0-1-1 0 0,-4 13 1 0 0,2-14 44 0 0,-9 43-69 0 0,7-36 27 0 0,0 0 1 0 0,2 1-1 0 0,0-1 1 0 0,1 1-1 0 0,0 33 1 0 0,2-50 28 0 0,0 1 0 0 0,0 0-1 0 0,1 0 1 0 0,-1 0 0 0 0,1 0 0 0 0,-1 0 0 0 0,1 0-1 0 0,0 0 1 0 0,-1-1 0 0 0,1 1 0 0 0,0 0 0 0 0,0-1-1 0 0,3 4 1 0 0,-4-5 0 0 0,1 1 0 0 0,0 0-1 0 0,0-1 1 0 0,0 1 0 0 0,0-1-1 0 0,0 1 1 0 0,0-1 0 0 0,0 1-1 0 0,0-1 1 0 0,0 1 0 0 0,0-1-1 0 0,0 0 1 0 0,0 0 0 0 0,0 0-1 0 0,1 0 1 0 0,-1 0 0 0 0,0 0-1 0 0,1 0 1 0 0,5-1-1 0 0,0-1-1 0 0,-1 0 1 0 0,1 0 0 0 0,-1-1 0 0 0,0 0-1 0 0,9-5 1 0 0,16-6 8 0 0,-30 14-6 0 0,0 0-1 0 0,0 1 0 0 0,0-1 0 0 0,0 0 1 0 0,0 0-1 0 0,-1 1 0 0 0,1-1 0 0 0,0 1 1 0 0,0-1-1 0 0,0 1 0 0 0,0-1 0 0 0,0 1 0 0 0,-1-1 1 0 0,1 1-1 0 0,0 0 0 0 0,0-1 0 0 0,-1 1 1 0 0,1 0-1 0 0,0 0 0 0 0,-1 0 0 0 0,1 0 1 0 0,-1-1-1 0 0,1 1 0 0 0,-1 0 0 0 0,0 0 1 0 0,1 0-1 0 0,-1 0 0 0 0,0 0 0 0 0,0 0 1 0 0,1 0-1 0 0,-1 0 0 0 0,0 1 0 0 0,6 35 56 0 0,-6-27-34 0 0,-1 1-1 0 0,0-1 0 0 0,0 0 0 0 0,-1 0 0 0 0,0 0 0 0 0,-1 0 1 0 0,0 0-1 0 0,-1 0 0 0 0,0-1 0 0 0,0 0 0 0 0,-11 16 1 0 0,-1-1-984 0 0,-1 0 1 0 0,-38 38-1 0 0,41-48-4871 0 0</inkml:trace>
</inkml:ink>
</file>

<file path=ppt/ink/ink3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8.9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27 6073 0 0,'0'0'33'0'0,"-1"0"-1"0"0,1 0 1 0 0,0 0 0 0 0,0 0-1 0 0,0 0 1 0 0,0 0-1 0 0,-1 0 1 0 0,1 0 0 0 0,0-1-1 0 0,0 1 1 0 0,0 0-1 0 0,0 0 1 0 0,0 0 0 0 0,0 0-1 0 0,-1 0 1 0 0,1-1-1 0 0,0 1 1 0 0,0 0 0 0 0,0 0-1 0 0,0 0 1 0 0,0 0-1 0 0,0-1 1 0 0,0 1 0 0 0,0 0-1 0 0,0 0 1 0 0,0 0-1 0 0,0-1 1 0 0,0 1 0 0 0,0 0-1 0 0,0 0 1 0 0,0 0-1 0 0,0 0 1 0 0,0-1 0 0 0,0 1-1 0 0,0 0 1 0 0,0 0-1 0 0,0 0 1 0 0,0-1-1 0 0,0 1 1 0 0,1 0 0 0 0,-1 0-1 0 0,0 0 1 0 0,0 0-1 0 0,0 0 1 0 0,0-1 0 0 0,0 1-1 0 0,0 0 1 0 0,1 0-1 0 0,12-10 2137 0 0,-11 9-2084 0 0,1-1 0 0 0,0 1 0 0 0,0 0 0 0 0,0 0 0 0 0,0 0 1 0 0,0 0-1 0 0,0 0 0 0 0,5 0 0 0 0,-3 2-697 0 0,0 1-11 0 0</inkml:trace>
</inkml:ink>
</file>

<file path=ppt/ink/ink3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9.3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56 6913 0 0,'5'-6'512'0'0,"0"1"-1"0"0,0 0 0 0 0,1 0 0 0 0,-1 0 1 0 0,1 1-1 0 0,0-1 0 0 0,1 2 0 0 0,-1-1 1 0 0,1 1-1 0 0,10-5 0 0 0,-15 8-340 0 0,0-1 1 0 0,0 1-1 0 0,0-1 1 0 0,0 1-1 0 0,0 0 0 0 0,0-1 1 0 0,0 1-1 0 0,0 0 1 0 0,0 0-1 0 0,0 1 0 0 0,0-1 1 0 0,0 0-1 0 0,0 0 1 0 0,0 1-1 0 0,-1 0 0 0 0,1-1 1 0 0,3 2-1 0 0,-3 0-65 0 0,-1-1 0 0 0,1 1 0 0 0,-1-1 0 0 0,0 1 0 0 0,0-1 0 0 0,1 1 0 0 0,-1 0 0 0 0,0 0 0 0 0,0-1 0 0 0,-1 1 0 0 0,1 0 0 0 0,0 0 0 0 0,-1 0 0 0 0,1 0 0 0 0,-1 0 0 0 0,0 0 0 0 0,1 0 0 0 0,-1 0 0 0 0,0 0 0 0 0,0 0 0 0 0,-1 3 1 0 0,0 10-3 0 0,-1 0 1 0 0,0 1-1 0 0,-1-1 1 0 0,-6 15 0 0 0,-8 40 327 0 0,17-63-410 0 0,-1-1 0 0 0,1 0 0 0 0,-1 0 0 0 0,2 0 0 0 0,-1 0 0 0 0,1 1 0 0 0,0-1 0 0 0,3 11 0 0 0,-3-15-20 0 0,0 0-1 0 0,0 0 1 0 0,0 0-1 0 0,0 0 1 0 0,0 0-1 0 0,1 0 1 0 0,-1 0-1 0 0,0-1 1 0 0,1 1-1 0 0,-1-1 1 0 0,1 1-1 0 0,0-1 1 0 0,0 0-1 0 0,-1 1 1 0 0,1-1-1 0 0,0 0 1 0 0,0 0 0 0 0,0 0-1 0 0,0 0 1 0 0,0-1-1 0 0,0 1 1 0 0,1 0-1 0 0,2 0 1 0 0,6 0 16 0 0,0-1 1 0 0,0 1-1 0 0,21-4 1 0 0,-25 3-10 0 0,1-1 1 0 0,0 1-1 0 0,0 0 1 0 0,0 0 0 0 0,9 2-1 0 0,-16-2 1 0 0,0 1 0 0 0,0-1 0 0 0,0 1 0 0 0,0-1 0 0 0,-1 1 0 0 0,1-1 0 0 0,0 1 0 0 0,0-1 0 0 0,0 1 0 0 0,-1 0 0 0 0,1-1 0 0 0,0 1 0 0 0,-1 0 0 0 0,1 0 0 0 0,-1 0 0 0 0,1-1 0 0 0,-1 1 0 0 0,1 0 0 0 0,-1 0 0 0 0,1 0 0 0 0,-1 0 0 0 0,0 0 0 0 0,0 0 0 0 0,1 0 0 0 0,-1 0 0 0 0,0 0 0 0 0,0 0 0 0 0,0 0 0 0 0,0 0 0 0 0,0 0 0 0 0,0 0 0 0 0,0 0 0 0 0,-1 0 0 0 0,1 0 0 0 0,0 0 0 0 0,0 0 0 0 0,-1-1 0 0 0,1 1 0 0 0,-1 0 0 0 0,0 1 0 0 0,-21 42 251 0 0,18-37-196 0 0,-2 4-302 0 0,-51 90 1161 0 0,23-30-7225 0 0,26-52 105 0 0</inkml:trace>
</inkml:ink>
</file>

<file path=ppt/ink/ink3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2:59.6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42 9218 0 0,'3'-25'1967'0'0,"2"8"2413"0"0,-13 51 238 0 0,0 25-3524 0 0,1-6-806 0 0,-5 18-122 0 0,-12 64-452 0 0,-12 214 0 0 0,39-279-2766 0 0,-1-44-3613 0 0</inkml:trace>
</inkml:ink>
</file>

<file path=ppt/ink/ink3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07.5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27 156 3225 0 0,'-1'-1'93'0'0,"-1"1"1"0"0,1 0-1 0 0,0-1 1 0 0,0 1-1 0 0,0-1 1 0 0,0 0-1 0 0,0 1 0 0 0,0-1 1 0 0,-1 0-1 0 0,2 0 1 0 0,-1 1-1 0 0,0-1 1 0 0,0 0-1 0 0,0 0 1 0 0,0 0-1 0 0,0 0 1 0 0,1 0-1 0 0,-1 0 1 0 0,1-1-1 0 0,-1 1 1 0 0,0-2-1 0 0,0 0 198 0 0,-1-1 0 0 0,1 0 0 0 0,1 0 1 0 0,-1 0-1 0 0,1-1 0 0 0,-1 1 0 0 0,1-4 0 0 0,0 2 175 0 0,1 0 1 0 0,-1 0-1 0 0,1 1 0 0 0,0-1 1 0 0,0 0-1 0 0,1 0 1 0 0,0 1-1 0 0,0-1 0 0 0,0 1 1 0 0,5-8-1 0 0,-5 11-328 0 0,-1 0 0 0 0,1-1 0 0 0,0 1 0 0 0,1 0-1 0 0,-1 0 1 0 0,0 0 0 0 0,0 0 0 0 0,1 1 0 0 0,-1-1 0 0 0,1 1 0 0 0,0-1 0 0 0,-1 1 0 0 0,1 0-1 0 0,0 0 1 0 0,0 0 0 0 0,0 1 0 0 0,0-1 0 0 0,0 0 0 0 0,-1 1 0 0 0,1 0 0 0 0,0 0-1 0 0,0 0 1 0 0,0 0 0 0 0,4 1 0 0 0,-5 0-29 0 0,1-1-1 0 0,-1 1 0 0 0,0 0 1 0 0,1 0-1 0 0,-1 1 1 0 0,0-1-1 0 0,0 0 1 0 0,0 1-1 0 0,0-1 1 0 0,0 1-1 0 0,0 0 1 0 0,-1 0-1 0 0,1 0 0 0 0,-1-1 1 0 0,1 2-1 0 0,-1-1 1 0 0,1 0-1 0 0,-1 0 1 0 0,0 0-1 0 0,0 0 1 0 0,0 1-1 0 0,0-1 0 0 0,-1 1 1 0 0,1-1-1 0 0,-1 0 1 0 0,1 1-1 0 0,-1-1 1 0 0,0 5-1 0 0,-1 17-116 0 0,0 0-1 0 0,-2 0 1 0 0,-1 0-1 0 0,-1 0 1 0 0,-10 31-1 0 0,-6 29 19 0 0,19-76 67 0 0,1 1 0 0 0,0-1 1 0 0,0 0-1 0 0,1 1 0 0 0,0-1 0 0 0,0 0 1 0 0,2 10-1 0 0,-1-16-40 0 0,-1-1 0 0 0,1 1 0 0 0,-1-1 1 0 0,1 1-1 0 0,-1-1 0 0 0,1 1 0 0 0,0-1 1 0 0,0 1-1 0 0,0-1 0 0 0,0 1 0 0 0,0-1 1 0 0,0 0-1 0 0,0 0 0 0 0,0 0 0 0 0,0 1 0 0 0,1-1 1 0 0,1 1-1 0 0,-1-2 22 0 0,0 1 0 0 0,0 0 0 0 0,0-1 0 0 0,0 1 0 0 0,0-1 0 0 0,0 0 0 0 0,1 1 0 0 0,-1-1 0 0 0,0 0 0 0 0,0-1 0 0 0,0 1 0 0 0,0 0 0 0 0,1 0 0 0 0,-1-1 0 0 0,0 0 0 0 0,4-1 0 0 0,11-5 171 0 0,0-1-1 0 0,-1-1 1 0 0,1 0-1 0 0,-2-1 1 0 0,30-24-1 0 0,4-3-1954 0 0</inkml:trace>
</inkml:ink>
</file>

<file path=ppt/ink/ink3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2.0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7 3449 0 0,'0'-1'0'0'0,"0"-1"0"0"0,0 1 0 0 0,-2 0 0 0 0,2-1 0 0 0</inkml:trace>
</inkml:ink>
</file>

<file path=ppt/ink/ink3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6.2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8 136 4033 0 0,'-3'-15'645'0'0,"1"1"-1"0"0,0-1 1 0 0,1 0 0 0 0,1 0-1 0 0,0 0 1 0 0,3-18 0 0 0,-3 33-502 0 0,0-1 1 0 0,0 0-1 0 0,0 1 1 0 0,0-1 0 0 0,0 1-1 0 0,1-1 1 0 0,-1 0-1 0 0,0 1 1 0 0,0-1-1 0 0,0 1 1 0 0,1-1-1 0 0,-1 1 1 0 0,0-1-1 0 0,0 1 1 0 0,1-1-1 0 0,-1 1 1 0 0,0-1-1 0 0,1 1 1 0 0,-1-1 0 0 0,1 1-1 0 0,-1-1 1 0 0,1 1-1 0 0,-1 0 1 0 0,1-1-1 0 0,0 1 1 0 0,10 6 2310 0 0,6 23-610 0 0,1 37-848 0 0,-3 0 0 0 0,-2 1 1 0 0,3 70-1 0 0,-5-38-1535 0 0,-9-88 306 0 0,5 46-1379 0 0,0-19-3083 0 0,-1-6-1113 0 0</inkml:trace>
</inkml:ink>
</file>

<file path=ppt/ink/ink3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6.5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1 112 6593 0 0,'43'-11'1812'0'0,"-8"-1"-118"0"0,51-4-369 0 0,-7 1-2116 0 0,95-30 0 0 0,-140 32 287 0 0</inkml:trace>
</inkml:ink>
</file>

<file path=ppt/ink/ink3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7.1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 3225 0 0,'0'0'-29'0'0,"0"-1"0"0"0,0 1-1 0 0,0-1 1 0 0,0 1 0 0 0,0-1 0 0 0,0 1 0 0 0,0-1 0 0 0,1 1 0 0 0,-1-1 0 0 0,0 1 0 0 0,0-1 0 0 0,0 1 0 0 0,1-1 0 0 0,-1 1 0 0 0,0-1 0 0 0,1 1-1 0 0,-1 0 1 0 0,0-1 0 0 0,1 1 0 0 0,-1-1 0 0 0,0 1 0 0 0,2-1 0 0 0,-2 1 273 0 0,1 0 0 0 0,0-1 0 0 0,0 1 0 0 0,0 0-1 0 0,0 0 1 0 0,0-1 0 0 0,0 1 0 0 0,0 0 0 0 0,0 0 0 0 0,-1 0 0 0 0,1 0 0 0 0,0 0 0 0 0,0 0-1 0 0,0 1 1 0 0,0-1 0 0 0,0 0 0 0 0,0 0 0 0 0,0 1 0 0 0,0-1 0 0 0,-1 0 0 0 0,1 1 0 0 0,0-1-1 0 0,0 1 1 0 0,0-1 0 0 0,-1 1 0 0 0,1 0 0 0 0,0-1 0 0 0,1 2 0 0 0,1 5 511 0 0,0-1 0 0 0,0 0 1 0 0,0 1-1 0 0,-1 0 1 0 0,2 10-1 0 0,8 68 1293 0 0,-10-64-1536 0 0,3 53 395 0 0,6 51-310 0 0,-9-111-568 0 0,1 0 0 0 0,1 0 0 0 0,0 0 0 0 0,0-1 0 0 0,2 0 0 0 0,8 18 0 0 0,-12-28-27 0 0,-1-1 0 0 0,0 0 0 0 0,1 1 1 0 0,-1-1-1 0 0,1 0 0 0 0,0 0 0 0 0,0 0 0 0 0,0 0 1 0 0,0 0-1 0 0,0 0 0 0 0,0 0 0 0 0,0-1 0 0 0,1 1 1 0 0,-1-1-1 0 0,1 1 0 0 0,-1-1 0 0 0,1 0 0 0 0,-1 0 0 0 0,1 0 1 0 0,0-1-1 0 0,-1 1 0 0 0,1-1 0 0 0,0 1 0 0 0,0-1 1 0 0,-1 0-1 0 0,1 0 0 0 0,0 0 0 0 0,0 0 0 0 0,3-1 1 0 0,-1-1-220 0 0,0 1 0 0 0,-1-1 0 0 0,1-1 0 0 0,0 1 0 0 0,-1-1 0 0 0,1 1 0 0 0,-1-1 0 0 0,0 0 0 0 0,0-1 0 0 0,0 1 0 0 0,-1-1 0 0 0,1 0 0 0 0,-1 0 0 0 0,6-8 0 0 0,2-5-5364 0 0</inkml:trace>
</inkml:ink>
</file>

<file path=ppt/ink/ink3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7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0 2761 0 0,'-26'10'5117'0'0,"26"-10"-4844"0"0,0 1 0 0 0,-1 0 0 0 0,1 0 0 0 0,-1 18 5256 0 0,3-2-5412 0 0,19 82 4336 0 0,10 69-1941 0 0,-24-107-2145 0 0,0 6-836 0 0,0-23-5152 0 0,-2-15-1195 0 0</inkml:trace>
</inkml:ink>
</file>

<file path=ppt/ink/ink3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7.9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0 3681 0 0,'-9'4'14575'0'0,"5"7"-11124"0"0,6 15-6268 0 0,-2-24 3170 0 0</inkml:trace>
</inkml:ink>
</file>

<file path=ppt/ink/ink3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9.0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1840 0 0,'-1'0'240'0'0,"20"8"7347"0"0,8 16-4357 0 0,-4 4-1872 0 0,-2 1 0 0 0,0 1 0 0 0,22 45-1 0 0,28 41-1033 0 0,-71-115-346 0 0,10 12-429 0 0,-1 0 1 0 0,23 22-1 0 0,-15-22-5737 0 0</inkml:trace>
</inkml:ink>
</file>

<file path=ppt/ink/ink3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9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0 5905 0 0,'2'8'128'0'0,"-6"7"24"0"0,1 2 8 0 0,-1-5 8 0 0,1-2-168 0 0,2-4 0 0 0,-2 4 0 0 0,-3 8 0 0 0,-3 11 0 0 0,-3 6 0 0 0,1 2-80 0 0,1-4 80 0 0,3-5-64 0 0,2-4 64 0 0,1-8 0 0 0</inkml:trace>
</inkml:ink>
</file>

<file path=ppt/ink/ink3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9.6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1 4145 0 0,'0'0'168'0'0,"-1"0"0"0"0,1 0 0 0 0,-1 0-1 0 0,1 0 1 0 0,-1 0 0 0 0,1 0 0 0 0,-1 0 0 0 0,1 0 0 0 0,-1 0 0 0 0,1 0 0 0 0,0 0 0 0 0,-1 0 0 0 0,1 0-1 0 0,-7 4 2520 0 0,7-4-2519 0 0,0 1 0 0 0,0-1-1 0 0,-1 1 1 0 0,1-1 0 0 0,0 0 0 0 0,0 1 0 0 0,0-1 0 0 0,0 1 0 0 0,0-1 0 0 0,-1 1 0 0 0,1-1 0 0 0,0 1-1 0 0,0 0-102 0 0,-1 0 0 0 0,1 0 0 0 0,0-1 0 0 0,0 1 0 0 0,-1 0 0 0 0,1 0 0 0 0,0-1 0 0 0,0 1 0 0 0,0 0 0 0 0,0 0 0 0 0,-1 0 0 0 0,1-1 0 0 0,0 1 0 0 0,1 0 0 0 0,-1 0 0 0 0,0 0 0 0 0,0-1 0 0 0,0 1 0 0 0,0 0 0 0 0,1 0 0 0 0,-1-1 0 0 0,0 1 0 0 0,1 0 0 0 0,-1-1 0 0 0,0 1 0 0 0,1 0 0 0 0,-1-1 0 0 0,1 1 0 0 0,-1 0 0 0 0,1-1 0 0 0,-1 1 0 0 0,1-1 0 0 0,0 1 0 0 0,-1-1 0 0 0,1 1 0 0 0,0-1 0 0 0,1 1 0 0 0,3 1 6 0 0,0-1 1 0 0,0 0 0 0 0,0 0 0 0 0,0 0 0 0 0,0-1 0 0 0,1 0 0 0 0,-1 0-1 0 0,0 0 1 0 0,0 0 0 0 0,0-1 0 0 0,7-2 0 0 0,-6 2 47 0 0,0 0 1 0 0,0 1-1 0 0,-1-1 1 0 0,1 1-1 0 0,0 0 1 0 0,0 0-1 0 0,0 1 1 0 0,6 1-1 0 0,-10-2-86 0 0,-1 1-1 0 0,0 0 0 0 0,1 0 0 0 0,-1 0 0 0 0,0 0 1 0 0,0 0-1 0 0,0 0 0 0 0,0 0 0 0 0,0 0 0 0 0,0 0 0 0 0,0 0 1 0 0,0 1-1 0 0,0-1 0 0 0,-1 0 0 0 0,1 1 0 0 0,0-1 1 0 0,-1 1-1 0 0,1-1 0 0 0,-1 1 0 0 0,1-1 0 0 0,-1 1 1 0 0,0-1-1 0 0,0 1 0 0 0,0-1 0 0 0,0 1 0 0 0,0-1 1 0 0,0 1-1 0 0,0 1 0 0 0,-7 48 1039 0 0,5-45-802 0 0,-4 24 259 0 0,-7 37 1513 0 0,12-62-1946 0 0,1-1 0 0 0,0 1 1 0 0,0-1-1 0 0,0 1 0 0 0,1-1 1 0 0,-1 0-1 0 0,1 1 0 0 0,0-1 0 0 0,1 0 1 0 0,-1 0-1 0 0,1 1 0 0 0,3 5 1 0 0,-4-9-100 0 0,1 1 1 0 0,-1-1-1 0 0,1 0 0 0 0,-1 1 1 0 0,1-1-1 0 0,0 0 1 0 0,-1 0-1 0 0,1 0 1 0 0,0-1-1 0 0,0 1 1 0 0,0 0-1 0 0,0-1 0 0 0,0 1 1 0 0,-1-1-1 0 0,1 0 1 0 0,0 1-1 0 0,0-1 1 0 0,0 0-1 0 0,3 0 1 0 0,-3-1-1 0 0,-1 1 0 0 0,1 0 0 0 0,0 0 0 0 0,-1 0 0 0 0,1 0 0 0 0,-1 1 1 0 0,1-1-1 0 0,0 0 0 0 0,-1 1 0 0 0,1-1 0 0 0,-1 1 0 0 0,1 0 0 0 0,-1-1 1 0 0,1 1-1 0 0,-1 0 0 0 0,0 0 0 0 0,1 0 0 0 0,-1 0 0 0 0,0 0 0 0 0,0 0 1 0 0,2 1-1 0 0,-3 0 0 0 0,0-1 0 0 0,1 1 1 0 0,-1-1-1 0 0,0 1 0 0 0,0-1 1 0 0,0 1-1 0 0,0-1 0 0 0,0 1 1 0 0,-1-1-1 0 0,1 0 0 0 0,0 1 1 0 0,-1-1-1 0 0,1 1 0 0 0,-1-1 0 0 0,1 0 1 0 0,-2 3-1 0 0,-15 25-29 0 0,12-21-54 0 0,-2 5-58 0 0,-4 5-1626 0 0,-13 33 1 0 0</inkml:trace>
</inkml:ink>
</file>

<file path=ppt/ink/ink3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29.8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 12443 0 0,'-1'0'-176'0'0,"-6"1"3502"0"0</inkml:trace>
</inkml:ink>
</file>

<file path=ppt/ink/ink3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0.2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21 7834 0 0,'3'-1'84'0'0,"5"-3"1021"0"0,1 1 1 0 0,0 0-1 0 0,0 0 1 0 0,0 1 0 0 0,19-3-1 0 0,-26 5-975 0 0,-1 0-1 0 0,1 0 0 0 0,0 0 0 0 0,0 1 0 0 0,0-1 1 0 0,0 1-1 0 0,0-1 0 0 0,0 1 0 0 0,0-1 0 0 0,-1 1 1 0 0,1 0-1 0 0,0 0 0 0 0,0 0 0 0 0,-1 0 0 0 0,1 0 1 0 0,-1 0-1 0 0,1 0 0 0 0,-1 1 0 0 0,1-1 0 0 0,-1 1 1 0 0,0-1-1 0 0,0 1 0 0 0,0-1 0 0 0,0 1 1 0 0,0 0-1 0 0,0-1 0 0 0,0 1 0 0 0,0 0 0 0 0,-1 0 1 0 0,1 0-1 0 0,-1 0 0 0 0,1-1 0 0 0,-1 1 0 0 0,0 0 1 0 0,1 3-1 0 0,2 21-18 0 0,-3-23-84 0 0,-1 1 0 0 0,2 0 0 0 0,-1-1 0 0 0,0 1 0 0 0,1-1-1 0 0,0 1 1 0 0,0-1 0 0 0,0 1 0 0 0,0-1 0 0 0,0 1 0 0 0,1-1-1 0 0,-1 0 1 0 0,1 1 0 0 0,0-1 0 0 0,0 0 0 0 0,0 0 0 0 0,1-1 0 0 0,-1 1-1 0 0,1 0 1 0 0,-1-1 0 0 0,1 1 0 0 0,0-1 0 0 0,0 0 0 0 0,0 0-1 0 0,5 2 1 0 0,0 0-2 0 0,-3-1 72 0 0,-1-1 0 0 0,1 1 0 0 0,-1 0 0 0 0,1 0 0 0 0,-1 0 0 0 0,0 0 0 0 0,5 5 0 0 0,-8-6-70 0 0,0-1 0 0 0,-1 0 0 0 0,1 1 0 0 0,0-1 0 0 0,-1 1 0 0 0,1-1 0 0 0,-1 1 0 0 0,1-1 0 0 0,-1 1 0 0 0,0-1 0 0 0,0 1 0 0 0,0 0 0 0 0,0-1 0 0 0,0 1 0 0 0,0-1 0 0 0,0 1 0 0 0,0-1 0 0 0,0 1-1 0 0,-1-1 1 0 0,1 1 0 0 0,-1-1 0 0 0,1 1 0 0 0,-1-1 0 0 0,0 1 0 0 0,1-1 0 0 0,-1 1 0 0 0,0-1 0 0 0,0 0 0 0 0,-2 2 0 0 0,-5 9-87 0 0,-1-1 1 0 0,-1 0-1 0 0,0-1 0 0 0,-1 0 1 0 0,0-1-1 0 0,0 0 0 0 0,-24 14 1 0 0</inkml:trace>
</inkml:ink>
</file>

<file path=ppt/ink/ink3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2.0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99 456 0 0,'-21'1'-568'0'0,"20"-1"695"0"0,0 1 1 0 0,1-1 0 0 0,-1 0 0 0 0,0 0 0 0 0,1 0 0 0 0,-1 0 0 0 0,0 1 0 0 0,1-1 0 0 0,-1 0 0 0 0,0 0 0 0 0,1 0 0 0 0,-1-1 0 0 0,0 1 0 0 0,1 0 0 0 0,-1 0 0 0 0,1 0 0 0 0,-1 0-1 0 0,0-1 1 0 0,1 1 0 0 0,-1 0 0 0 0,0 0 0 0 0,1-1 0 0 0,-1 1 0 0 0,1-1 0 0 0,-1 1 0 0 0,1 0 0 0 0,-1-1 0 0 0,1 1 0 0 0,-1-1 0 0 0,1 1 0 0 0,0-1 0 0 0,-1 0 0 0 0,1 1 0 0 0,0-1 0 0 0,-1 1 0 0 0,1-1 0 0 0,0 0 0 0 0,0 1 0 0 0,-1-1 0 0 0,1 1 0 0 0,0-1-1 0 0,0 0 1 0 0,0 1 0 0 0,0-1 0 0 0,0 0 0 0 0,0-1 0 0 0,0 0 79 0 0,-1 0 0 0 0,1-1-1 0 0,0 1 1 0 0,0-1 0 0 0,1 1-1 0 0,-1 0 1 0 0,0-1 0 0 0,1 1-1 0 0,0-1 1 0 0,-1 1-1 0 0,1 0 1 0 0,0 0 0 0 0,0-1-1 0 0,0 1 1 0 0,0 0 0 0 0,1 0-1 0 0,-1 0 1 0 0,1 0 0 0 0,-1 0-1 0 0,1 1 1 0 0,0-1 0 0 0,-1 0-1 0 0,1 1 1 0 0,0-1 0 0 0,0 1-1 0 0,0 0 1 0 0,0-1 0 0 0,0 1-1 0 0,1 0 1 0 0,2-1 0 0 0,3-2-57 0 0,0 1 1 0 0,1-1 0 0 0,-1 1 0 0 0,1 1-1 0 0,0 0 1 0 0,17-2 0 0 0,-23 4-98 0 0,1-1 0 0 0,-1 1 0 0 0,1 1 0 0 0,0-1 0 0 0,-1 0 0 0 0,1 1 0 0 0,0 0 0 0 0,-1 0 0 0 0,1 0 0 0 0,-1 0 0 0 0,0 0 0 0 0,1 1 0 0 0,-1 0 0 0 0,0 0 0 0 0,0-1 1 0 0,0 2-1 0 0,0-1 0 0 0,0 0 0 0 0,0 1 0 0 0,-1-1 0 0 0,1 1 0 0 0,-1 0 0 0 0,0 0 0 0 0,3 5 0 0 0,-1-1-49 0 0,-1 1 1 0 0,0-1 0 0 0,0 1-1 0 0,0 0 1 0 0,-1 0-1 0 0,-1 0 1 0 0,1 0-1 0 0,-1 1 1 0 0,-1-1 0 0 0,0 9-1 0 0,-3 18 84 0 0,2-29 6 0 0,0 0 0 0 0,0 1-1 0 0,0-1 1 0 0,1 1 0 0 0,0-1 0 0 0,1 0 0 0 0,1 13 0 0 0,-1-18-84 0 0,0 0 1 0 0,-1-1-1 0 0,1 1 0 0 0,0 0 0 0 0,0 0 1 0 0,0 0-1 0 0,-1 0 0 0 0,1-1 1 0 0,0 1-1 0 0,0 0 0 0 0,0-1 0 0 0,0 1 1 0 0,1-1-1 0 0,-1 1 0 0 0,0-1 1 0 0,0 0-1 0 0,0 1 0 0 0,0-1 0 0 0,0 0 1 0 0,0 0-1 0 0,1 0 0 0 0,-1 0 0 0 0,0 0 1 0 0,0 0-1 0 0,0 0 0 0 0,0 0 1 0 0,1 0-1 0 0,0-1 0 0 0,0 1 0 0 0,-1 0 1 0 0,1-1-1 0 0,-1 1 0 0 0,1 0 0 0 0,0 0 0 0 0,-1 0 1 0 0,1 0-1 0 0,-1 1 0 0 0,1-1 0 0 0,-1 0 1 0 0,1 1-1 0 0,-1-1 0 0 0,1 1 0 0 0,-1-1 0 0 0,1 1 1 0 0,-1 0-1 0 0,0 0 0 0 0,1-1 0 0 0,-1 1 0 0 0,0 0 1 0 0,1 0-1 0 0,-1 0 0 0 0,0 0 0 0 0,2 3 0 0 0,-1 3-20 0 0,1-1 0 0 0,-1 1 0 0 0,-1 0 0 0 0,1 0 0 0 0,-1 0-1 0 0,-1 0 1 0 0,1 0 0 0 0,-1 0 0 0 0,0 0 0 0 0,-1 1 0 0 0,-1 7-1 0 0,-1 2-84 0 0,0 1-1 0 0,-2-1 1 0 0,-8 23-1 0 0,6-24-440 0 0</inkml:trace>
</inkml:ink>
</file>

<file path=ppt/ink/ink3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2.2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241 19 2761 0 0,'13'-19'1448'0'0,"-20"33"3669"0"0,-64 100-308 0 0,34-60-4559 0 0,3 2 0 0 0,2 1 0 0 0,-31 79 0 0 0,53-108-1158 0 0</inkml:trace>
</inkml:ink>
</file>

<file path=ppt/ink/ink3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2.7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5065 0 0,'0'-1'3127'0'0,"7"4"-1296"0"0,5 3-1292 0 0,-7-2-390 0 0,0 0-1 0 0,0-1 0 0 0,0 1 1 0 0,1-1-1 0 0,-1-1 0 0 0,1 1 1 0 0,-1-1-1 0 0,1 0 0 0 0,0 0 1 0 0,0-1-1 0 0,0 1 0 0 0,0-1 1 0 0,0-1-1 0 0,0 1 0 0 0,0-1 1 0 0,1 0-1 0 0,-1-1 0 0 0,0 1 1 0 0,0-1-1 0 0,0 0 0 0 0,0-1 1 0 0,0 1-1 0 0,6-4 0 0 0,-5 2-470 0 0,-1 0-1 0 0,0 0 1 0 0,0-1-1 0 0,-1 0 1 0 0,1 0-1 0 0,-1 0 1 0 0,1-1-1 0 0,-1 0 1 0 0,-1 0-1 0 0,1 0 1 0 0,-1 0-1 0 0,0-1 1 0 0,0 0-1 0 0,-1 0 1 0 0,1 0-1 0 0,-1 0 1 0 0,0 0-1 0 0,-1-1 1 0 0,0 1-1 0 0,2-9 1 0 0,-4 12 153 0 0,1-1 0 0 0,-1 1 1 0 0,0-1-1 0 0,0 1 1 0 0,0-1-1 0 0,0 1 0 0 0,-1 0 1 0 0,0-1-1 0 0,1 1 1 0 0,-3-5-1 0 0,3 7 168 0 0,-1-1-1 0 0,0 0 1 0 0,1 1-1 0 0,-1-1 1 0 0,0 1 0 0 0,0 0-1 0 0,0-1 1 0 0,0 1-1 0 0,0 0 1 0 0,0-1 0 0 0,0 1-1 0 0,0 0 1 0 0,0 0-1 0 0,-1 0 1 0 0,1 0-1 0 0,0 0 1 0 0,-1 0 0 0 0,1 0-1 0 0,-1 1 1 0 0,1-1-1 0 0,-1 0 1 0 0,-2 0 0 0 0,2 1 53 0 0,1 1 1 0 0,0-1-1 0 0,0 0 1 0 0,0 1 0 0 0,0-1-1 0 0,0 1 1 0 0,0-1 0 0 0,0 1-1 0 0,0 0 1 0 0,0-1 0 0 0,0 1-1 0 0,0 0 1 0 0,0 0-1 0 0,0 0 1 0 0,0-1 0 0 0,1 1-1 0 0,-1 0 1 0 0,0 0 0 0 0,1 0-1 0 0,-1 0 1 0 0,0 1 0 0 0,1-1-1 0 0,-1 0 1 0 0,1 0 0 0 0,0 0-1 0 0,-1 0 1 0 0,1 0-1 0 0,0 1 1 0 0,0 0 0 0 0,-8 38 2854 0 0,8-39-2762 0 0,-1 15 795 0 0,0 0 0 0 0,2 1-1 0 0,0-1 1 0 0,3 18 0 0 0,16 67-488 0 0,0-5-2542 0 0,-17-78-2687 0 0</inkml:trace>
</inkml:ink>
</file>

<file path=ppt/ink/ink3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3.0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6 6913 0 0,'-1'-3'305'0'0,"0"2"63"0"0,1-1-296 0 0,-2 2-72 0 0,1 0 0 0 0,1 2 0 0 0,-3 0-112 0 0,0 4 24 0 0,1 4 8 0 0,-2 2 80 0 0,-1-3 72 0 0</inkml:trace>
</inkml:ink>
</file>

<file path=ppt/ink/ink3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3.5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47 6913 0 0,'-1'-2'83'0'0,"1"1"-1"0"0,-1 0 0 0 0,1 0 0 0 0,0 0 0 0 0,-1 0 0 0 0,1 0 0 0 0,0-1 0 0 0,0 1 1 0 0,0 0-1 0 0,0 0 0 0 0,0-1 0 0 0,0 1 0 0 0,0 0 0 0 0,0 0 0 0 0,0 0 0 0 0,0-1 1 0 0,1 1-1 0 0,-1 0 0 0 0,1 0 0 0 0,-1 0 0 0 0,1 0 0 0 0,-1 0 0 0 0,1 0 0 0 0,0 0 1 0 0,-1 0-1 0 0,1 0 0 0 0,0 0 0 0 0,0 0 0 0 0,0 0 0 0 0,-1 0 0 0 0,1 0 0 0 0,0 1 1 0 0,0-1-1 0 0,0 0 0 0 0,0 1 0 0 0,1-1 0 0 0,0 0 0 0 0,0 0 9 0 0,-1 0 0 0 0,1 1 0 0 0,-1-1 0 0 0,1 0-1 0 0,-1 1 1 0 0,1-1 0 0 0,-1 1 0 0 0,1-1 0 0 0,0 1 0 0 0,-1 0 0 0 0,1 0-1 0 0,-1 0 1 0 0,1 0 0 0 0,0 0 0 0 0,-1 0 0 0 0,1 0 0 0 0,-1 0 0 0 0,1 1-1 0 0,0-1 1 0 0,-1 1 0 0 0,1-1 0 0 0,-1 1 0 0 0,1-1 0 0 0,-1 1 0 0 0,1 0-1 0 0,-1 0 1 0 0,0 0 0 0 0,1 0 0 0 0,-1 0 0 0 0,2 2 0 0 0,-1 0-66 0 0,1 1 0 0 0,-1 0 0 0 0,0 0 0 0 0,0 0 0 0 0,0 0 1 0 0,0 0-1 0 0,-1 1 0 0 0,0-1 0 0 0,0 1 0 0 0,0-1 0 0 0,0 0 0 0 0,-1 6 1 0 0,-4 55 577 0 0,-1-15-301 0 0,5-49-249 0 0,0 0-1 0 0,0 0 1 0 0,0 0-1 0 0,0 0 1 0 0,0 0-1 0 0,1 0 1 0 0,-1 0-1 0 0,0 0 1 0 0,0 0 0 0 0,1 0-1 0 0,-1 0 1 0 0,0 0-1 0 0,1 0 1 0 0,-1 0-1 0 0,1 0 1 0 0,0 0 0 0 0,-1-1-1 0 0,1 1 1 0 0,0 0-1 0 0,-1 0 1 0 0,1-1-1 0 0,0 1 1 0 0,0 0-1 0 0,-1-1 1 0 0,3 2 0 0 0,25 3 1020 0 0,2 0-82 0 0,-29-4-947 0 0,0-1 0 0 0,0 1 0 0 0,0 0 0 0 0,0-1 0 0 0,0 1 0 0 0,-1 0 0 0 0,1 0 0 0 0,0 0 0 0 0,0-1 0 0 0,0 1 0 0 0,-1 0 0 0 0,1 0 0 0 0,-1 0 0 0 0,1 0 0 0 0,-1 0 0 0 0,1 1 0 0 0,-1-1 0 0 0,1 0 0 0 0,-1 0 0 0 0,0 0 1 0 0,0 0-1 0 0,1 0 0 0 0,-1 1 0 0 0,0 0 0 0 0,-1 18-99 0 0,0-1-1 0 0,-2 1 1 0 0,0-1 0 0 0,-1 0 0 0 0,-1 0 0 0 0,-1 0 0 0 0,0-1 0 0 0,-15 29 0 0 0,14-31-788 0 0</inkml:trace>
</inkml:ink>
</file>

<file path=ppt/ink/ink3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3.7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 8290 0 0,'21'-15'2143'0'0,"-4"4"-2348"0"0,-11 7 131 0 0</inkml:trace>
</inkml:ink>
</file>

<file path=ppt/ink/ink3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3:34.1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44 2304 0 0,'1'-2'227'0'0,"0"0"0"0"0,-1 0-1 0 0,1 0 1 0 0,0-1 0 0 0,0 1-1 0 0,0 0 1 0 0,1 0-1 0 0,-1 0 1 0 0,0 0 0 0 0,1 1-1 0 0,-1-1 1 0 0,1 0 0 0 0,0 1-1 0 0,-1-1 1 0 0,1 1-1 0 0,0-1 1 0 0,0 1 0 0 0,0 0-1 0 0,0 0 1 0 0,0 0 0 0 0,0 0-1 0 0,0 0 1 0 0,1 0-1 0 0,-1 1 1 0 0,0-1 0 0 0,0 1-1 0 0,4-1 1 0 0,-4 0-70 0 0,-1 1 1 0 0,1 0-1 0 0,0-1 1 0 0,-1 1-1 0 0,1 0 0 0 0,0 0 1 0 0,-1 0-1 0 0,1 0 1 0 0,0 0-1 0 0,0 0 1 0 0,-1 0-1 0 0,1 0 0 0 0,0 1 1 0 0,-1-1-1 0 0,1 1 1 0 0,-1-1-1 0 0,1 1 1 0 0,-1 0-1 0 0,1 0 1 0 0,-1-1-1 0 0,1 1 0 0 0,-1 0 1 0 0,0 0-1 0 0,1 1 1 0 0,-1-1-1 0 0,0 0 1 0 0,0 0-1 0 0,0 0 0 0 0,0 1 1 0 0,0-1-1 0 0,0 1 1 0 0,0-1-1 0 0,0 1 1 0 0,-1-1-1 0 0,1 1 0 0 0,0-1 1 0 0,-1 1-1 0 0,0 0 1 0 0,1 2-1 0 0,-1 5-117 0 0,-1-1-1 0 0,0 1 1 0 0,0-1-1 0 0,-3 11 0 0 0,2-14-6 0 0,0 0-1 0 0,1 0 0 0 0,0 0 1 0 0,0 0-1 0 0,0 0 0 0 0,1 1 0 0 0,0-1 1 0 0,0 0-1 0 0,0 1 0 0 0,0-1 1 0 0,1 0-1 0 0,0 0 0 0 0,0 0 0 0 0,3 9 1 0 0,-2-12 27 0 0,0 0 1 0 0,1 0 0 0 0,-1 0 0 0 0,0-1-1 0 0,0 1 1 0 0,1-1 0 0 0,-1 0 0 0 0,1 0-1 0 0,-1 1 1 0 0,1-1 0 0 0,0-1 0 0 0,-1 1-1 0 0,1 0 1 0 0,0-1 0 0 0,0 1 0 0 0,-1-1-1 0 0,5 0 1 0 0,-3 0 110 0 0,0 1 1 0 0,0-1-1 0 0,-1 1 0 0 0,1 0 0 0 0,0 0 0 0 0,-1 0 0 0 0,1 0 1 0 0,5 4-1 0 0,-8-4-126 0 0,0 0 0 0 0,0 0 0 0 0,0 0 0 0 0,0 0 0 0 0,0 1 0 0 0,0-1 0 0 0,-1 0 0 0 0,1 0 0 0 0,0 1 0 0 0,-1-1 0 0 0,1 1 0 0 0,-1-1 0 0 0,0 1 0 0 0,1-1 0 0 0,-1 1 0 0 0,0-1 0 0 0,0 1 0 0 0,0-1 0 0 0,0 1 0 0 0,0-1 0 0 0,0 1 0 0 0,0-1 0 0 0,-1 1 0 0 0,1-1 0 0 0,0 1 0 0 0,-1-1 0 0 0,0 2 0 0 0,-8 24-162 0 0,-1-2 0 0 0,-2 1 0 0 0,0-2 1 0 0,-20 31-1 0 0,22-38-6675 0 0</inkml:trace>
</inkml:ink>
</file>

<file path=ppt/ink/ink3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18.9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51 5985 0 0,'-15'-20'1389'0'0,"12"16"-780"0"0,1 1-1 0 0,-1-1 1 0 0,0 0-1 0 0,0 1 0 0 0,0 0 1 0 0,0 0-1 0 0,-4-3 0 0 0,6 6-527 0 0,1 0-1 0 0,-1 0 0 0 0,1 0 0 0 0,-1 0 0 0 0,1 0 1 0 0,-1 0-1 0 0,1 0 0 0 0,-1 0 0 0 0,1 0 1 0 0,-1 0-1 0 0,1 1 0 0 0,-1-1 0 0 0,1 0 1 0 0,0 0-1 0 0,-1 0 0 0 0,1 1 0 0 0,-1-1 1 0 0,1 0-1 0 0,0 1 0 0 0,-1-1 0 0 0,1 0 0 0 0,0 1 1 0 0,-1-1-1 0 0,1 0 0 0 0,0 1 0 0 0,-1-1 1 0 0,1 1-1 0 0,0-1 0 0 0,0 1 0 0 0,0-1 1 0 0,-1 1-1 0 0,1-1 0 0 0,0 0 0 0 0,0 1 1 0 0,0-1-1 0 0,0 1 0 0 0,0-1 0 0 0,0 1 0 0 0,0-1 1 0 0,0 2-1 0 0,-3 20 576 0 0,-5 483 973 0 0,-3 44-1553 0 0,-42 266 1678 0 0,48-737-1266 0 0,0-22 24 0 0,3 0-1 0 0,7 97 1 0 0,2-134-462 0 0,-7-19-109 0 0,1 0 1 0 0,-1 0-1 0 0,0 0 0 0 0,1 1 1 0 0,-1-1-1 0 0,1 0 0 0 0,-1 0 0 0 0,0 0 1 0 0,1 0-1 0 0,-1 0 0 0 0,1 0 0 0 0,-1 1 1 0 0,0-1-1 0 0,1 0 0 0 0,-1 0 0 0 0,1 0 1 0 0,-1 0-1 0 0,1-1 0 0 0,-1 1 0 0 0,0 0 1 0 0,1 0-1 0 0,-1 0 0 0 0,1 0 0 0 0,-1 0 1 0 0,0 0-1 0 0,1-1 0 0 0,-1 1 1 0 0,0 0-1 0 0,1 0 0 0 0,-1-1 0 0 0,0 1 1 0 0,1 0-1 0 0,-1-1 0 0 0,0 1 0 0 0,1 0 1 0 0,-1 0-1 0 0,0-1 0 0 0,0 1 0 0 0,0-1 1 0 0,1 1-1 0 0,-1 0 0 0 0,0-2 0 0 0</inkml:trace>
</inkml:ink>
</file>

<file path=ppt/ink/ink3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19.3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63 356 4145 0 0,'-18'4'1424'0'0,"-27"1"8277"0"0,74 16-6415 0 0,-17-10-3024 0 0,-1-1 0 0 0,0 2 0 0 0,-1-1 0 0 0,15 23 0 0 0,-19-25-242 0 0,0 0 1 0 0,0 0 0 0 0,1-1 0 0 0,0 0 0 0 0,1 0 0 0 0,0-1 0 0 0,0 0-1 0 0,0 0 1 0 0,1-1 0 0 0,13 8 0 0 0,-14-10-3 0 0,1-1 1 0 0,0 1-1 0 0,-1-2 1 0 0,1 1-1 0 0,0-1 1 0 0,0 0-1 0 0,0-1 1 0 0,1 0-1 0 0,-1-1 1 0 0,0 0-1 0 0,0 0 1 0 0,0-1-1 0 0,1 0 1 0 0,-1 0-1 0 0,13-5 1 0 0,-11 2 113 0 0,-1 0 0 0 0,-1-1 0 0 0,1 0 0 0 0,-1-1 0 0 0,0 0 0 0 0,0 0 0 0 0,0-1 0 0 0,-1 0 0 0 0,0 0 0 0 0,-1-1 0 0 0,1 0 0 0 0,11-18 0 0 0,11-22 208 0 0,-3-2-1 0 0,-1-1 1 0 0,23-68-1 0 0,9-17-332 0 0,-33 88-729 0 0,-10 30-5438 0 0</inkml:trace>
</inkml:ink>
</file>

<file path=ppt/ink/ink3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0.1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21 216 456 0 0,'-2'1'254'0'0,"1"-1"-1"0"0,0 1 1 0 0,0-1-1 0 0,0 1 1 0 0,0 0 0 0 0,0-1-1 0 0,0 1 1 0 0,0 0-1 0 0,0 0 1 0 0,0 0-1 0 0,0 0 1 0 0,0 0 0 0 0,0 0-1 0 0,1 0 1 0 0,-1 0-1 0 0,0 0 1 0 0,1 0-1 0 0,-1 0 1 0 0,1 0 0 0 0,-1 0-1 0 0,1 1 1 0 0,0-1-1 0 0,-1 0 1 0 0,1 0-1 0 0,0 0 1 0 0,0 1 0 0 0,0-1-1 0 0,0 0 1 0 0,0 2-1 0 0,1-2-181 0 0,0 1-1 0 0,0-1 1 0 0,1 0-1 0 0,-1 0 1 0 0,1 0-1 0 0,-1 0 0 0 0,1 0 1 0 0,-1 0-1 0 0,1 0 1 0 0,-1 0-1 0 0,1-1 1 0 0,0 1-1 0 0,-1-1 0 0 0,1 1 1 0 0,0-1-1 0 0,0 0 1 0 0,0 1-1 0 0,-1-1 1 0 0,1 0-1 0 0,3-1 0 0 0,48 1 1597 0 0,94-13 0 0 0,-63 3-889 0 0,152-25 905 0 0,-16 2-86 0 0,168-20-34 0 0,58-7-435 0 0,-402 55-1026 0 0,471-25 895 0 0,-370 25-854 0 0,-106 4-105 0 0,245-14 733 0 0,-255 15-1050 0 0,-28 0 260 0 0,0 0 0 0 0,0 0 0 0 0,0 0 0 0 0,0 0 0 0 0,-1 0 0 0 0,1 0 0 0 0,0 1 0 0 0,0-1 0 0 0,0 0 0 0 0,0 0 0 0 0,0 1 0 0 0,0-1 0 0 0,0 1 0 0 0,0-1 0 0 0,0 0 0 0 0,0 1 0 0 0,-1 0 0 0 0,1-1 0 0 0,0 1 0 0 0,0-1 0 0 0,-1 1 0 0 0,1 0 0 0 0,0 0 0 0 0,0 0-1 0 0,-4 3-1277 0 0</inkml:trace>
</inkml:ink>
</file>

<file path=ppt/ink/ink3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0.7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300 79 2761 0 0,'-81'-25'1533'0'0,"20"5"1573"0"0,-73-14 0 0 0,112 38 686 0 0,22-4-3654 0 0,-1 1-1 0 0,1-1 1 0 0,0 0 0 0 0,0 1-1 0 0,0-1 1 0 0,0 0 0 0 0,0 1-1 0 0,-1-1 1 0 0,1 1 0 0 0,0-1-1 0 0,0 0 1 0 0,0 1 0 0 0,1 0 13 0 0,-1 1 0 0 0,0-1 0 0 0,1 0 0 0 0,-1 0 0 0 0,1 1 0 0 0,0-1 0 0 0,-1 0 1 0 0,1 0-1 0 0,0 0 0 0 0,0 0 0 0 0,-1 0 0 0 0,1 0 0 0 0,0 0 0 0 0,0 0 0 0 0,0 0 0 0 0,0-1 1 0 0,0 1-1 0 0,1 0 0 0 0,-1-1 0 0 0,0 1 0 0 0,2 0 0 0 0,230 116 1049 0 0,-148-86-1065 0 0,-58-23-12 0 0,-1 1 1 0 0,31 16-1 0 0,-49-20-101 0 0,0 0 0 0 0,0 0 0 0 0,-1 0-1 0 0,1 1 1 0 0,-1 0 0 0 0,0 1 0 0 0,-1-1-1 0 0,1 1 1 0 0,-1 1 0 0 0,7 12 0 0 0,-11-18 15 0 0,-1-1 1 0 0,0 1 0 0 0,0 0-1 0 0,0 0 1 0 0,0 0 0 0 0,0 1-1 0 0,0-1 1 0 0,-1 0 0 0 0,1 0-1 0 0,-1 0 1 0 0,1 0 0 0 0,-1 1-1 0 0,0-1 1 0 0,0 0 0 0 0,0 0-1 0 0,0 1 1 0 0,0-1 0 0 0,-1 0-1 0 0,1 0 1 0 0,-1 0 0 0 0,1 1-1 0 0,-1-1 1 0 0,0 0 0 0 0,0 0-1 0 0,0 0 1 0 0,0 0 0 0 0,0 0-1 0 0,0 0 1 0 0,-1-1 0 0 0,1 1-1 0 0,-2 2 1 0 0,-5 3 136 0 0,-1 0 0 0 0,1-1 0 0 0,-1 0 0 0 0,0-1 0 0 0,-16 7 0 0 0,-13 10-16 0 0,15-7-403 0 0,0 1 1 0 0,2 1-1 0 0,0 1 1 0 0,0 1-1 0 0,-32 40 1 0 0</inkml:trace>
</inkml:ink>
</file>

<file path=ppt/ink/ink3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4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0 9674 0 0,'-1'1'129'0'0,"-1"-1"-1"0"0,1 1 1 0 0,0 0-1 0 0,0-1 1 0 0,0 1-1 0 0,0 0 1 0 0,0 0-1 0 0,0 0 1 0 0,0-1 0 0 0,0 1-1 0 0,1 0 1 0 0,-1 0-1 0 0,0 0 1 0 0,0 0-1 0 0,1 1 1 0 0,-1-1-1 0 0,1 0 1 0 0,-1 0 0 0 0,1 0-1 0 0,-1 0 1 0 0,1 2-1 0 0,-10 28 285 0 0,6-10-224 0 0,1 0 0 0 0,1 0 0 0 0,0 1 0 0 0,3 24 0 0 0,11 89 654 0 0,-4-59-349 0 0,13 736 2098 0 0,-22-642-2080 0 0,5 83 585 0 0,-2 145 862 0 0,-2-380-3425 0 0,0 1 0 0 0,5 31 1 0 0</inkml:trace>
</inkml:ink>
</file>

<file path=ppt/ink/ink3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5.2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88 541 3225 0 0,'-6'-3'297'0'0,"1"0"0"0"0,0-1 0 0 0,1 0 0 0 0,-1 0 1 0 0,0 0-1 0 0,1-1 0 0 0,0 1 0 0 0,0-1 0 0 0,1 0 1 0 0,-1 0-1 0 0,-3-8 0 0 0,2 4 1166 0 0,0 1 0 0 0,-1 0 0 0 0,-9-10 0 0 0,17 16-916 0 0,0 0 1 0 0,1 1 0 0 0,-1-1 0 0 0,1 1-1 0 0,-1-1 1 0 0,1 1 0 0 0,0 0 0 0 0,-1 0-1 0 0,1 0 1 0 0,4 0 0 0 0,-5 1-412 0 0,1 0 0 0 0,-1 0 0 0 0,1 1 0 0 0,-1-1 0 0 0,1 1 0 0 0,-1-1 0 0 0,0 1 0 0 0,1 0 0 0 0,-1 0 0 0 0,0 0 0 0 0,0 0 0 0 0,0 0 0 0 0,0 1 0 0 0,0-1 1 0 0,3 3-1 0 0,31 30 370 0 0,-23-19-356 0 0,-4-7-135 0 0,-1-1 0 0 0,1 1 0 0 0,0-1 0 0 0,0-1 0 0 0,1 0 0 0 0,0 0 0 0 0,0-1 0 0 0,15 6 0 0 0,-21-10-2 0 0,-1 0 0 0 0,1-1 0 0 0,-1 1 0 0 0,1-1 0 0 0,0 1 0 0 0,0-1 1 0 0,-1 0-1 0 0,1 0 0 0 0,0-1 0 0 0,-1 1 0 0 0,1-1 0 0 0,0 0 1 0 0,-1 0-1 0 0,1 0 0 0 0,-1 0 0 0 0,1-1 0 0 0,-1 1 0 0 0,0-1 0 0 0,0 0 1 0 0,1 0-1 0 0,-1 0 0 0 0,-1 0 0 0 0,1-1 0 0 0,0 1 0 0 0,0-1 0 0 0,-1 0 1 0 0,0 0-1 0 0,1 0 0 0 0,1-4 0 0 0,22-36 355 0 0,-2-1-1 0 0,-2-1 1 0 0,28-84-1 0 0,-47 120-329 0 0,22-69 71 0 0,-18 52-614 0 0,0 1 0 0 0,3-1 0 0 0,19-38 0 0 0,-15 40-182 0 0</inkml:trace>
</inkml:ink>
</file>

<file path=ppt/ink/ink3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47 6913 0 0,'-46'-11'4077'0'0,"79"7"-1432"0"0,137 23-168 0 0,-15-1-2290 0 0,386 3-31 0 0,-329-16 146 0 0,-111-5 162 0 0,164-20 1 0 0,95-41 1308 0 0,-331 56-1544 0 0,1 1 0 0 0,-1 1 0 0 0,1 1 0 0 0,57 5 0 0 0,-79-3-541 0 0,3 0 537 0 0</inkml:trace>
</inkml:ink>
</file>

<file path=ppt/ink/ink3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6.3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187 132 920 0 0,'-6'-11'935'0'0,"-1"1"0"0"0,-1 1 0 0 0,0-1 0 0 0,0 1 0 0 0,0 0-1 0 0,-1 1 1 0 0,-1 0 0 0 0,1 1 0 0 0,-1 0 0 0 0,-1 0 0 0 0,1 1 0 0 0,-1 0-1 0 0,0 1 1 0 0,0 0 0 0 0,-1 1 0 0 0,0 0 0 0 0,-14-3 0 0 0,88 23 2929 0 0,-11-1-3730 0 0,61 28-1 0 0,-103-40-120 0 0,-1 2-1 0 0,0-1 1 0 0,0 1-1 0 0,0 0 1 0 0,0 1-1 0 0,-1 0 1 0 0,0 0-1 0 0,0 0 1 0 0,-1 1-1 0 0,1 0 1 0 0,4 9-1 0 0,-8-12 7 0 0,-1-1 0 0 0,0 1 0 0 0,0 1 0 0 0,-1-1 0 0 0,1 0-1 0 0,-1 0 1 0 0,0 1 0 0 0,0-1 0 0 0,0 0 0 0 0,0 1 0 0 0,-1-1 0 0 0,0 1-1 0 0,0-1 1 0 0,0 1 0 0 0,-1-1 0 0 0,1 1 0 0 0,-1-1 0 0 0,0 0 0 0 0,0 1-1 0 0,-1-1 1 0 0,1 0 0 0 0,-1 0 0 0 0,0 0 0 0 0,0 0 0 0 0,-3 5-1 0 0,-10 11 128 0 0,0 0 0 0 0,-2-1 0 0 0,-25 25 0 0 0,-14 15-2242 0 0</inkml:trace>
</inkml:ink>
</file>

<file path=ppt/ink/ink3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7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74 3225 0 0,'0'-3'227'0'0,"-1"0"1"0"0,0 1-1 0 0,1-1 1 0 0,0 0 0 0 0,0 1-1 0 0,-1-1 1 0 0,2 0-1 0 0,-1 1 1 0 0,0-1 0 0 0,0 0-1 0 0,1 0 1 0 0,0 1 0 0 0,-1-1-1 0 0,3-4 1 0 0,1-15 4069 0 0,-4 15-3613 0 0,-1 11 636 0 0,-3 25 2330 0 0,-2 43 1421 0 0,5-62-5013 0 0,-4-11 77 0 0,-7-19 138 0 0,8 15-246 0 0,2-3-93 0 0,-6-8-515 0 0,8 16 468 0 0,0-1-1 0 0,0 1 1 0 0,0 0 0 0 0,0 0 0 0 0,-1-1-1 0 0,1 1 1 0 0,-2-2-1020 0 0,1 2 1020 0 0,1 0 0 0 0,0 0-1 0 0,-1-1 1 0 0,1 1 0 0 0,0 0 0 0 0,-1 0-1 0 0,1 0 1 0 0,0 0 0 0 0,-1 0-1 0 0,1 0 1 0 0,0 0 0 0 0,-1 0 0 0 0,1 0-1 0 0,0 0 1 0 0,-1 0 0 0 0,1 0-1 0 0,0 1 1 0 0,-1-1 0 0 0,1 0 0 0 0,0 0-1 0 0,-1 0 1 0 0,1 0 0 0 0</inkml:trace>
</inkml:ink>
</file>

<file path=ppt/ink/ink3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8.0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10594 0 0,'-1'1'41'0'0,"0"-1"-1"0"0,0 0 1 0 0,1 1-1 0 0,-1-1 1 0 0,0 1 0 0 0,0-1-1 0 0,0 1 1 0 0,1-1-1 0 0,-1 1 1 0 0,0-1-1 0 0,0 1 1 0 0,1 0-1 0 0,-1 0 1 0 0,1-1-1 0 0,-1 1 1 0 0,1 0-1 0 0,-1 0 1 0 0,1 0 0 0 0,-1 0-1 0 0,1-1 1 0 0,-1 3-1 0 0,-7 22 892 0 0,7-22-754 0 0,-2 10-66 0 0,0 1 0 0 0,1-1 0 0 0,0 1 0 0 0,1 0 0 0 0,2 19 0 0 0,10 72 769 0 0,-3-38-363 0 0,57 830 1435 0 0,-64-842-1780 0 0,-3-1 0 0 0,-3 1 1 0 0,-1-1-1 0 0,-4 0 0 0 0,-23 80 1 0 0,30-122-192 0 0,-7 19-236 0 0,3 1 1 0 0,0-1-1 0 0,-2 36 1 0 0,9-55-684 0 0</inkml:trace>
</inkml:ink>
</file>

<file path=ppt/ink/ink3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8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91 2304 0 0,'-40'-74'11370'0'0,"52"99"-6882"0"0,-9-15-4329 0 0,2-1 0 0 0,-1 0 0 0 0,1 0 0 0 0,0-1 1 0 0,1 1-1 0 0,8 8 0 0 0,-3-6 8 0 0,0 0-1 0 0,1-1 1 0 0,0 0 0 0 0,1-1-1 0 0,0 0 1 0 0,1-1-1 0 0,17 7 1 0 0,-25-12-84 0 0,1 0-1 0 0,-1-1 1 0 0,1 0 0 0 0,0 0-1 0 0,0 0 1 0 0,-1-1 0 0 0,1 0-1 0 0,0-1 1 0 0,0 1 0 0 0,0-1-1 0 0,0-1 1 0 0,0 1 0 0 0,0-1-1 0 0,0 0 1 0 0,0-1-1 0 0,0 0 1 0 0,-1 0 0 0 0,11-5-1 0 0,-12 4-26 0 0,0 0-1 0 0,-1 0 1 0 0,0-1-1 0 0,1 0 1 0 0,-1 0-1 0 0,-1 0 1 0 0,1 0-1 0 0,0-1 1 0 0,-1 1-1 0 0,0-1 1 0 0,0 0-1 0 0,-1 0 1 0 0,1 0-1 0 0,2-7 1 0 0,2-9-489 0 0,-1-1 1 0 0,5-26 0 0 0,-10 40 19 0 0,5-19-7214 0 0</inkml:trace>
</inkml:ink>
</file>

<file path=ppt/ink/ink3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8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135 460 6449 0 0,'-28'-5'452'0'0,"6"1"188"0"0,0 0 0 0 0,-32-12 0 0 0,54 15-589 0 0,-1 1 0 0 0,1 0 0 0 0,0 0 0 0 0,-1 0 0 0 0,1 0 0 0 0,-1 0 0 0 0,1 0 0 0 0,0 0 0 0 0,-1-1 0 0 0,1 1 1 0 0,0 0-1 0 0,-1 0 0 0 0,1-1 0 0 0,0 1 0 0 0,-1 0 0 0 0,1 0 0 0 0,0-1 0 0 0,0 1 0 0 0,-1 0 0 0 0,1-1 1 0 0,0 1-1 0 0,0 0 0 0 0,0-1 0 0 0,-1 1 0 0 0,1-1 0 0 0,0 1 0 0 0,0 0 0 0 0,0-1 0 0 0,0 1 0 0 0,0-1 0 0 0,0 0 1 0 0,10-8 830 0 0,27-5-140 0 0,-31 12-531 0 0,68-23 694 0 0,0 3 1 0 0,2 4 0 0 0,123-14 0 0 0,189-18 814 0 0,-192 20-1018 0 0,144-27 772 0 0,351-52-352 0 0,-630 102-1095 0 0,-2 1 52 0 0,0-3 0 0 0,71-19 1 0 0,-119 26-1824 0 0,-2 1-1251 0 0</inkml:trace>
</inkml:ink>
</file>

<file path=ppt/ink/ink3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29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60 3225 0 0,'-11'-4'1061'0'0,"-1"1"150"0"0,1-1 1 0 0,-1-1-1 0 0,1 0 1 0 0,1-1-1 0 0,-1 0 1 0 0,1 0-1 0 0,-17-15 1 0 0,55 42 4510 0 0,71 39-5594 0 0,-60-38-84 0 0,1-2 0 0 0,1-2 0 0 0,0-1 0 0 0,1-3 0 0 0,62 14 0 0 0,-99-27 103 0 0,-1 0-1 0 0,0 0 1 0 0,1 0 0 0 0,-1 0-1 0 0,0 1 1 0 0,0-1-1 0 0,0 1 1 0 0,0 0-1 0 0,0 1 1 0 0,-1-1 0 0 0,1 1-1 0 0,-1-1 1 0 0,1 1-1 0 0,3 5 1 0 0,-5-6-118 0 0,-1 0 0 0 0,0 0 0 0 0,0 1 0 0 0,0-1 0 0 0,-1 0-1 0 0,1 1 1 0 0,0-1 0 0 0,-1 1 0 0 0,1-1 0 0 0,-1 1 0 0 0,0 0 0 0 0,0-1 0 0 0,0 1 0 0 0,0-1 0 0 0,-1 1 0 0 0,1-1-1 0 0,-1 1 1 0 0,1-1 0 0 0,-1 1 0 0 0,0-1 0 0 0,0 0 0 0 0,0 1 0 0 0,0-1 0 0 0,0 0 0 0 0,-1 0 0 0 0,-1 3 0 0 0,-15 23 94 0 0,-24 28 0 0 0,7-11-1783 0 0,17-20-6075 0 0</inkml:trace>
</inkml:ink>
</file>

<file path=ppt/ink/ink3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4.7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225 75 4609 0 0,'-46'-1'2372'0'0,"-13"1"2701"0"0,-58 6 1 0 0,117-5-5045 0 0,0-1 0 0 0,0 0 0 0 0,0 0 0 0 0,0 0 0 0 0,0 0 0 0 0,0 0 0 0 0,0 0 0 0 0,0 0 0 0 0,0 0 0 0 0,0 0 0 0 0,0 1 0 0 0,0-1 0 0 0,0 0 0 0 0,0 0 0 0 0,0 0 0 0 0,0 0 0 0 0,0 0 0 0 0,0 0 0 0 0,0 0 0 0 0,0 0 0 0 0,0 0 0 0 0,0 0 0 0 0,0 1 0 0 0,0-1 0 0 0,0 0 0 0 0,0 0 0 0 0,0 0 0 0 0,-1 0 0 0 0,1 0 0 0 0,0 0 0 0 0,0 0 0 0 0,0 0 0 0 0,0 0 0 0 0,0 0 0 0 0,0 0 0 0 0,0 0 0 0 0,0 0 0 0 0,0 0 0 0 0,0 0 0 0 0,-1 0 0 0 0,1 0 0 0 0,0 0 0 0 0,0 0 0 0 0,0 0 0 0 0,0 0 0 0 0,0 0 0 0 0,0 0 0 0 0,0 0 0 0 0,0 0 0 0 0,0 0 0 0 0,-1 0 0 0 0,1 0 0 0 0,14 4 327 0 0,19 1-445 0 0,549 28 798 0 0,2-40-106 0 0,-105-39 510 0 0,96-15-169 0 0,-505 54-900 0 0,1 4 1 0 0,0 2-1 0 0,-1 4 1 0 0,81 12-1 0 0,-127-10-775 0 0,-1-2 0 0 0,29 1 0 0 0</inkml:trace>
</inkml:ink>
</file>

<file path=ppt/ink/ink3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5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262 54 2304 0 0,'-17'-9'1033'0'0,"1"1"0"0"0,-1 1 0 0 0,-1 1 0 0 0,0 0 0 0 0,1 1 0 0 0,-1 1 0 0 0,-1 1 0 0 0,1 0 0 0 0,0 1 0 0 0,-30 2 0 0 0,45 0-600 0 0,0 0 0 0 0,0 0 0 0 0,0 0 1 0 0,1 0-1 0 0,-1 1 0 0 0,0-1 0 0 0,0 1 0 0 0,1 0 0 0 0,-1 0 1 0 0,-3 1-1 0 0,6-1-340 0 0,0-1 1 0 0,0 0 0 0 0,-1 0-1 0 0,1 0 1 0 0,0 1 0 0 0,0-1-1 0 0,-1 0 1 0 0,1 0 0 0 0,0 1-1 0 0,0-1 1 0 0,0 0-1 0 0,0 0 1 0 0,-1 1 0 0 0,1-1-1 0 0,0 0 1 0 0,0 1 0 0 0,0-1-1 0 0,0 0 1 0 0,0 0 0 0 0,0 1-1 0 0,0-1 1 0 0,0 0-1 0 0,0 1 1 0 0,0-1 0 0 0,0 0-1 0 0,0 1 1 0 0,0-1 0 0 0,0 0-1 0 0,0 1 1 0 0,0-1-1 0 0,0 1 1 0 0,15 13 723 0 0,-6-9-759 0 0,0 0 0 0 0,1-1 0 0 0,12 5 0 0 0,-13-6-13 0 0,-1 1 0 0 0,1 0-1 0 0,0 0 1 0 0,12 9 0 0 0,164 115-45 0 0,-185-128 0 0 0,49 35 0 0 0,-47-33 0 0 0,1 0 0 0 0,-1 0 0 0 0,0 0 0 0 0,0 1 0 0 0,0-1 0 0 0,0 0 0 0 0,0 1 0 0 0,0 0 0 0 0,-1-1 0 0 0,1 1 0 0 0,-1 0 0 0 0,0 0 0 0 0,0 0 0 0 0,0 0 0 0 0,0 0 0 0 0,1 4 0 0 0,-4-3 28 0 0,1 0 1 0 0,-1 0-1 0 0,1 0 1 0 0,-1 0-1 0 0,0-1 1 0 0,-1 1-1 0 0,1 0 1 0 0,-1-1-1 0 0,1 0 1 0 0,-1 0-1 0 0,0 0 1 0 0,0 0-1 0 0,-1 0 1 0 0,-4 3 0 0 0,-12 13 103 0 0,-12 19 50 0 0,1 1 0 0 0,2 1 0 0 0,-41 75 0 0 0,70-114-227 0 0,-1 0-40 0 0,0 0 1 0 0,0 1-1 0 0,0-1 0 0 0,1 1 0 0 0,-1-1 1 0 0,0 0-1 0 0,1 1 0 0 0,-1 0 1 0 0,1-1-1 0 0,0 1 0 0 0,-1-1 0 0 0,1 1 1 0 0,0-1-1 0 0,0 1 0 0 0,0 0 1 0 0,0-1-1 0 0,0 1 0 0 0,1-1 0 0 0,-1 1 1 0 0,0-1-1 0 0,1 1 0 0 0,-1-1 0 0 0,1 1 1 0 0,1 2-1 0 0</inkml:trace>
</inkml:ink>
</file>

<file path=ppt/ink/ink3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6.8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81 123 1840 0 0,'-2'-2'456'0'0,"-1"-1"-1"0"0,0 1 0 0 0,1-1 0 0 0,-1 0 0 0 0,1 1 1 0 0,0-1-1 0 0,0 0 0 0 0,0 0 0 0 0,0-1 0 0 0,1 1 0 0 0,-1 0 1 0 0,1 0-1 0 0,0-1 0 0 0,-2-5 0 0 0,1-3 1895 0 0,1 1 0 0 0,0-1 0 0 0,1-13 0 0 0,0 21-1719 0 0,0 4-567 0 0,0 0 0 0 0,0 0 0 0 0,0-1 0 0 0,0 1 0 0 0,0 0 0 0 0,0 0 0 0 0,0-1 0 0 0,0 1 0 0 0,0 0 0 0 0,0-1 0 0 0,0 1 0 0 0,0 0 0 0 0,0 0 0 0 0,0-1 0 0 0,0 1 0 0 0,0 0 0 0 0,0 0 0 0 0,0-1 0 0 0,0 1 0 0 0,0 0 0 0 0,0-1 0 0 0,-1 1 0 0 0,1 0 0 0 0,0 0 0 0 0,0 0 0 0 0,0-1 0 0 0,0 1 0 0 0,-1 0 0 0 0,1 0 0 0 0,0 0 0 0 0,0-1 0 0 0,-1 1 0 0 0,1 0 0 0 0,0 0 0 0 0,0 0 0 0 0,-1 0 0 0 0,1 0 0 0 0,0 0 0 0 0,0-1 0 0 0,-1 1 0 0 0,1 0 0 0 0,0 0 0 0 0,0 0 0 0 0,-1 0 0 0 0,1 0 0 0 0,0 0 0 0 0,-1 0 0 0 0,1 0 0 0 0,0 0 0 0 0,0 0 0 0 0,-1 1 0 0 0,3 3-35 0 0,0 0 1 0 0,0 1-1 0 0,-1-1 0 0 0,0 1 0 0 0,1-1 0 0 0,-2 1 0 0 0,1 0 0 0 0,0-1 0 0 0,-1 10 0 0 0,0-13-19 0 0,-1 1-1 0 0,1 0 1 0 0,0 0-1 0 0,-1 0 1 0 0,0-1 0 0 0,1 1-1 0 0,-1 0 1 0 0,0-1-1 0 0,0 1 1 0 0,0 0-1 0 0,0-1 1 0 0,0 1-1 0 0,0-1 1 0 0,-1 0 0 0 0,1 1-1 0 0,0-1 1 0 0,-1 0-1 0 0,1 0 1 0 0,-1 0-1 0 0,1 0 1 0 0,-1 0-1 0 0,1 0 1 0 0,-1 0 0 0 0,0 0-1 0 0,0-1 1 0 0,1 1-1 0 0,-1-1 1 0 0,0 1-1 0 0,-3 0 1 0 0,4-1-9 0 0,1 0 0 0 0,0 0 0 0 0,0 0 0 0 0,-1 0 0 0 0,1 0 0 0 0,0 0 0 0 0,0 0 1 0 0,-1 1-1 0 0,1-1 0 0 0,0 0 0 0 0,-1 0 0 0 0,1 0 0 0 0,0 0 0 0 0,0 0 0 0 0,-1 0 0 0 0,1 0 1 0 0,0 0-1 0 0,0 0 0 0 0,-1 0 0 0 0,1 0 0 0 0,0-1 0 0 0,-1 1 0 0 0,1 0 0 0 0,0 0 0 0 0,0 0 0 0 0,-1 0 1 0 0,1 0-1 0 0,0 0 0 0 0,0-1 0 0 0,0 1 0 0 0,-1 0 0 0 0,1 0 0 0 0,0 0 0 0 0,0-1 0 0 0,0 1 1 0 0,-1 0-1 0 0,1 0 0 0 0,0 0 0 0 0,0-1 0 0 0,0 1 0 0 0,0 0 0 0 0,0-1 0 0 0,0 1 0 0 0,0 0 0 0 0,-1 0 1 0 0,1-1-1 0 0,0 1 0 0 0,0 0 0 0 0,0 0 0 0 0,0-1 0 0 0,0 1 0 0 0,0 0 0 0 0,0-1 0 0 0,0 1 1 0 0,0 0-1 0 0,1-1 465 0 0,0 5-379 0 0,11 46-85 0 0,-1 1 1 0 0,4 73 0 0 0,-2-14-26 0 0,29 121-14 0 0,-20-127 102 0 0,-5 1 1 0 0,6 159-1 0 0,-36 74-384 0 0,13-322 294 0 0,1 1-1 0 0,0-1 1 0 0,5 20 0 0 0,5 0-8951 0 0</inkml:trace>
</inkml:ink>
</file>

<file path=ppt/ink/ink3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7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63 1 3225 0 0,'-15'1'332'0'0,"-14"3"4048"0"0,28-4-4032 0 0,0 0 1 0 0,0 0-1 0 0,0 0 1 0 0,0 0 0 0 0,0 1-1 0 0,0-1 1 0 0,0 0-1 0 0,-8 7 3486 0 0,8-5-3486 0 0,1 0-132 0 0,-1-1-1 0 0,1 1 1 0 0,0-1-1 0 0,1 1 1 0 0,-1-1-1 0 0,0 1 1 0 0,0-1 0 0 0,1 1-1 0 0,-1-1 1 0 0,0 1-1 0 0,1-1 1 0 0,0 1-1 0 0,-1-1 1 0 0,1 1-1 0 0,0-1 1 0 0,0 0-1 0 0,1 3 1 0 0,22 23 818 0 0,-18-20-661 0 0,21 24-67 0 0,1-1 1 0 0,2-2 0 0 0,36 27 0 0 0,-64-53-297 0 0,-1-1-1 0 0,0 0 1 0 0,1 0 0 0 0,-1 0 0 0 0,1 0 0 0 0,0 0 0 0 0,-1 0 0 0 0,1 0 0 0 0,0 0 0 0 0,-1 0 0 0 0,1-1 0 0 0,0 1 0 0 0,0-1 0 0 0,-1 1 0 0 0,1-1 0 0 0,0 0 0 0 0,0 0 0 0 0,0 0 0 0 0,0 0 0 0 0,0 0 0 0 0,-1 0-1 0 0,1 0 1 0 0,0-1 0 0 0,0 1 0 0 0,0-1 0 0 0,-1 1 0 0 0,1-1 0 0 0,0 0 0 0 0,0 1 0 0 0,2-3 0 0 0,-1 0 16 0 0,0 0 1 0 0,-1-1-1 0 0,0 1 1 0 0,0-1-1 0 0,0 1 1 0 0,0-1-1 0 0,0 0 1 0 0,0 0-1 0 0,-1 0 1 0 0,0 1-1 0 0,0-2 0 0 0,0 1 1 0 0,0-4-1 0 0,3-58 241 0 0,-4 50-694 0 0,1 0 0 0 0,4-25 0 0 0,0 22-86 0 0</inkml:trace>
</inkml:ink>
</file>

<file path=ppt/ink/ink3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7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63 181 5529 0 0,'-24'7'1467'0'0,"-14"2"2251"0"0,116-30 179 0 0,176-7-2809 0 0,-42 7-784 0 0,355-44 1881 0 0,-242 64-1130 0 0,-70 3-808 0 0,-235-3-178 0 0,189-9 1118 0 0,-158 5-744 0 0,0-3 1 0 0,51-14 0 0 0,-92 19-878 0 0,49-10 1532 0 0,-29 12-3259 0 0,-4 8-5816 0 0</inkml:trace>
</inkml:ink>
</file>

<file path=ppt/ink/ink3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8.1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125 105 6913 0 0,'-25'-14'716'0'0,"-37"-25"389"0"0,29 8 3209 0 0,33 31-4187 0 0,0-1 0 0 0,-1 1-1 0 0,1 0 1 0 0,0-1 0 0 0,-1 1 0 0 0,1 0-1 0 0,0-1 1 0 0,0 1 0 0 0,-1-1 0 0 0,1 1-1 0 0,0 0 1 0 0,0-1 0 0 0,-1 1 0 0 0,1-1-1 0 0,0 1 1 0 0,0-1 0 0 0,0 1 0 0 0,0-1-1 0 0,0 1 1 0 0,0 0 0 0 0,0-1 0 0 0,0 1-1 0 0,0-1 1 0 0,0 1 0 0 0,0-1 0 0 0,0 1-1 0 0,0-1 1 0 0,0 1 0 0 0,1-1 0 0 0,-1 1-1 0 0,0 0 1 0 0,0-1 0 0 0,0 1 0 0 0,1-1-1 0 0,-1 1 1 0 0,1-1 0 0 0,18-4 1718 0 0,25 11-1204 0 0,-28 1-475 0 0,-1 1 0 0 0,1 1 0 0 0,-2 0 0 0 0,23 18 0 0 0,19 12-34 0 0,8-2-59 0 0,35 21 3 0 0,-97-56-71 0 0,0 0-1 0 0,0-1 0 0 0,0 1 1 0 0,0 0-1 0 0,0 0 0 0 0,0 0 1 0 0,0 0-1 0 0,-1 0 0 0 0,1 1 1 0 0,-1-1-1 0 0,1 0 0 0 0,-1 1 0 0 0,0-1 1 0 0,0 1-1 0 0,0 0 0 0 0,0-1 1 0 0,-1 1-1 0 0,1-1 0 0 0,-1 1 1 0 0,0 0-1 0 0,1 0 0 0 0,-1-1 1 0 0,0 1-1 0 0,-1 0 0 0 0,1 0 1 0 0,0-1-1 0 0,-1 1 0 0 0,0 0 1 0 0,1-1-1 0 0,-1 1 0 0 0,0-1 1 0 0,0 1-1 0 0,-1-1 0 0 0,-1 5 1 0 0,-6 7 26 0 0,0 0 0 0 0,-1-1 0 0 0,0 0 0 0 0,-18 17 1 0 0,22-23-30 0 0,-112 118-6642 0 0,104-109 189 0 0</inkml:trace>
</inkml:ink>
</file>

<file path=ppt/ink/ink3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8.7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8290 0 0,'2'11'10420'0'0,"13"37"-6964"0"0,9 30-3321 0 0,24 138 532 0 0,-30-126-767 0 0,3 0 0 0 0,36 90 0 0 0,-55-174 88 0 0,23 61-1029 0 0,-11-21-2521 0 0,-9-25-3121 0 0</inkml:trace>
</inkml:ink>
</file>

<file path=ppt/ink/ink3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39.1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166 241 2304 0 0,'-65'-19'1814'0'0,"-35"-18"13571"0"0,124 30-13518 0 0,-17 7-1764 0 0,0 0 1 0 0,0 1 0 0 0,1 0-1 0 0,-1 0 1 0 0,0 1-1 0 0,-1 0 1 0 0,1 0 0 0 0,0 1-1 0 0,0 0 1 0 0,-1 0-1 0 0,0 0 1 0 0,1 1 0 0 0,-1 0-1 0 0,-1 0 1 0 0,8 6-1 0 0,2 6-52 0 0,0 1 0 0 0,0 0 1 0 0,17 29-1 0 0,-15-22 72 0 0,24 27 0 0 0,-40-49-119 0 0,0-1 0 0 0,0 1 0 0 0,0-1 0 0 0,1 1 0 0 0,-1-1 0 0 0,1 1-1 0 0,-1-1 1 0 0,1 0 0 0 0,-1 0 0 0 0,1 0 0 0 0,0 0 0 0 0,0 0 0 0 0,-1 0-1 0 0,1 0 1 0 0,0 0 0 0 0,0-1 0 0 0,0 1 0 0 0,0-1 0 0 0,0 1 0 0 0,0-1-1 0 0,0 0 1 0 0,0 0 0 0 0,0 0 0 0 0,0 0 0 0 0,0 0 0 0 0,0 0 0 0 0,0-1-1 0 0,0 1 1 0 0,0-1 0 0 0,0 1 0 0 0,0-1 0 0 0,0 0 0 0 0,0 0 0 0 0,-1 0-1 0 0,1 0 1 0 0,0 0 0 0 0,-1 0 0 0 0,1 0 0 0 0,0 0 0 0 0,-1-1 0 0 0,1 1-1 0 0,-1-1 1 0 0,0 1 0 0 0,0-1 0 0 0,1 1 0 0 0,0-3 0 0 0,7-10 176 0 0,-1 0 0 0 0,-1 0 1 0 0,0-1-1 0 0,9-25 0 0 0,-13 30-218 0 0,8-18 26 0 0,39-95 155 0 0,-43 110-521 0 0,0 0 1 0 0,0 1 0 0 0,2-1 0 0 0,-1 2-1 0 0,1-1 1 0 0,20-18 0 0 0,-24 26-105 0 0,-1 1-1 0 0,1 0 1 0 0,-1 0 0 0 0,1 1 0 0 0,0-1 0 0 0,0 1-1 0 0,0 0 1 0 0,8-2 0 0 0,-2 2-67 0 0</inkml:trace>
</inkml:ink>
</file>

<file path=ppt/ink/ink3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45.8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79 102 10594 0 0,'-21'10'1414'0'0,"11"-6"-489"0"0,0 1 0 0 0,0 0 0 0 0,-17 13-1 0 0,28-15-72 0 0,8-1-517 0 0,9-1-1 0 0,110-6 960 0 0,492-14 1653 0 0,5-15-2894 0 0,-370 2-1 0 0,-41 3 24 0 0,-123 15-37 0 0,-56 8-404 0 0,1 0 1 0 0,36 1-1 0 0,-71 5 79 0 0,1 0-1 0 0,-1 0 1 0 0,1 0 0 0 0,-1 0-1 0 0,1 1 1 0 0,-1-1 0 0 0,1 0-1 0 0,-1 1 1 0 0,1-1 0 0 0,-1 1-1 0 0,0 0 1 0 0,1-1 0 0 0,1 2-1 0 0</inkml:trace>
</inkml:ink>
</file>

<file path=ppt/ink/ink3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46.2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100 119 2745 0 0,'-7'-5'238'0'0,"1"1"0"0"0,-1-2 1 0 0,1 1-1 0 0,-8-8 1 0 0,2-2 2293 0 0,1 0 0 0 0,-10-17 0 0 0,6 8-573 0 0,61 36 1937 0 0,302 110 189 0 0,-331-115-4015 0 0,56 26 167 0 0,-67-29-216 0 0,0-1 0 0 0,0 1 1 0 0,0 0-1 0 0,-1 1 0 0 0,0 0 0 0 0,1-1 0 0 0,-1 2 0 0 0,7 9 0 0 0,-10-10-4 0 0,0-1-1 0 0,-1 0 1 0 0,1 0-1 0 0,-1 1 1 0 0,-1-1-1 0 0,1 0 1 0 0,0 1-1 0 0,-1-1 1 0 0,0 1-1 0 0,0-1 1 0 0,-1 0-1 0 0,1 1 1 0 0,-1-1-1 0 0,0 1 1 0 0,0-1-1 0 0,0 0 1 0 0,0 0-1 0 0,-1 1 1 0 0,-3 5-1 0 0,-5 10 96 0 0,0 0 1 0 0,-19 26-1 0 0,8-18-13 0 0,-1 0 1 0 0,-1-2-1 0 0,-35 32 1 0 0,-3-5-2455 0 0</inkml:trace>
</inkml:ink>
</file>

<file path=ppt/ink/ink3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46.8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19 6913 0 0,'0'-1'223'0'0,"-1"0"-1"0"0,1 1 1 0 0,0-1-1 0 0,0 0 0 0 0,-1 0 1 0 0,1 1-1 0 0,0-1 0 0 0,0 0 1 0 0,0 0-1 0 0,0 1 0 0 0,0-1 1 0 0,0 0-1 0 0,0 0 0 0 0,0 1 1 0 0,1-1-1 0 0,-1 0 1 0 0,0 0-1 0 0,0 1 0 0 0,1-1 1 0 0,-1-1-1 0 0,1 2-151 0 0,-1 0 0 0 0,0 0 0 0 0,0 0 1 0 0,0-1-1 0 0,1 1 0 0 0,-1 0 0 0 0,0 0 0 0 0,0 0 1 0 0,0 0-1 0 0,1 0 0 0 0,-1-1 0 0 0,0 1 0 0 0,0 0 0 0 0,1 0 1 0 0,-1 0-1 0 0,0 0 0 0 0,0 0 0 0 0,1 0 0 0 0,-1 0 0 0 0,0 0 1 0 0,0 0-1 0 0,1 0 0 0 0,-1 0 0 0 0,0 0 0 0 0,0 0 0 0 0,1 0 1 0 0,-1 0-1 0 0,0 0 0 0 0,0 1 0 0 0,0-1 0 0 0,1 0 0 0 0,-1 0 1 0 0,0 0-1 0 0,0 0 0 0 0,1 0 0 0 0,-1 0 0 0 0,0 1 0 0 0,0-1 1 0 0,0 0-1 0 0,0 0 0 0 0,1 0 0 0 0,-1 1 0 0 0,0-1 0 0 0,0 0 1 0 0,0 0-1 0 0,0 0 0 0 0,0 1 0 0 0,0-1 0 0 0,0 0 1 0 0,1 0-1 0 0,-1 1 0 0 0,0-1 0 0 0,0 0 0 0 0,0 0 0 0 0,0 1 1 0 0,0-1-1 0 0,0 0 0 0 0,0 1 0 0 0,19 56 1102 0 0,-2 1 0 0 0,-2 0 0 0 0,7 75 0 0 0,-18-109-1011 0 0,39 291 920 0 0,28 152-403 0 0,-60-419-955 0 0,-2 1 0 0 0,-2 0 1 0 0,-2 0-1 0 0,-2 0 0 0 0,-2 0 1 0 0,-9 69-1 0 0,-4-39-3082 0 0,6-43-2989 0 0</inkml:trace>
</inkml:ink>
</file>

<file path=ppt/ink/ink3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47.1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72 356 2304 0 0,'-8'-6'545'0'0,"1"0"-1"0"0,-1-1 0 0 0,1 0 0 0 0,-8-11 0 0 0,9 11 969 0 0,1 0 1 0 0,0 0-1 0 0,1 0 1 0 0,0-1-1 0 0,2-10 5273 0 0,35 40-5200 0 0,25 49-460 0 0,-44-52-1043 0 0,0-1-1 0 0,1 0 0 0 0,1-1 1 0 0,24 20-1 0 0,-35-34-71 0 0,0 1 1 0 0,0-1-1 0 0,1 0 0 0 0,-1 0 0 0 0,1 0 0 0 0,-1-1 1 0 0,1 0-1 0 0,0 0 0 0 0,0 0 0 0 0,0-1 0 0 0,0 0 1 0 0,0 0-1 0 0,0 0 0 0 0,0-1 0 0 0,0 0 1 0 0,0 0-1 0 0,1-1 0 0 0,-1 1 0 0 0,0-1 0 0 0,0-1 1 0 0,7-1-1 0 0,-6 0 26 0 0,0 0 1 0 0,0-1-1 0 0,-1 0 1 0 0,1 0-1 0 0,-1 0 1 0 0,1-1-1 0 0,-1 0 1 0 0,-1 0-1 0 0,1 0 1 0 0,-1-1-1 0 0,0 0 1 0 0,0 0-1 0 0,7-13 1 0 0,4-7 176 0 0,-2-1 0 0 0,12-35 0 0 0,-12 28-142 0 0,8-17 83 0 0,59-121-140 0 0,-62 140-368 0 0</inkml:trace>
</inkml:ink>
</file>

<file path=ppt/ink/ink3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0.1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10594 0 0,'1'5'5410'0'0,"3"3"-3617"0"0,6 27-1692 0 0,25 203 2378 0 0,37 191-739 0 0,-53-354-1702 0 0,41 188 631 0 0,-47-188-1700 0 0,7 119 0 0 0,-20-185 579 0 0,1 18-5626 0 0,2-12-64 0 0</inkml:trace>
</inkml:ink>
</file>

<file path=ppt/ink/ink3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1.0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111 1 3225 0 0,'-27'4'1709'0'0,"19"-2"-26"0"0,-1 2 0 0 0,1-1 0 0 0,0 1-1 0 0,0 0 1 0 0,-12 8 0 0 0,3 1-808 0 0,17-12-805 0 0,-1-1 0 0 0,1 0 0 0 0,-1 1 0 0 0,1-1 0 0 0,0 0 0 0 0,-1 1 0 0 0,1-1-1 0 0,0 0 1 0 0,0 1 0 0 0,-1-1 0 0 0,1 0 0 0 0,0 1 0 0 0,0-1 0 0 0,0 1 0 0 0,-1-1 0 0 0,1 1 0 0 0,0-1 0 0 0,0 0 0 0 0,0 1 0 0 0,0-1 0 0 0,0 1-1 0 0,0-1 1 0 0,0 1 0 0 0,0-1 0 0 0,0 1 0 0 0,0-1 0 0 0,0 1 0 0 0,0-1 0 0 0,0 1 0 0 0,0-1 0 0 0,0 0 0 0 0,1 1 0 0 0,-1 0 0 0 0,15 11 1102 0 0,26 4-235 0 0,-39-15-795 0 0,149 38 1738 0 0,-101-28-1800 0 0,0 2 0 0 0,88 36 1 0 0,-137-48-78 0 0,1-1 0 0 0,0 1 1 0 0,-1 0-1 0 0,1-1 0 0 0,-1 1 1 0 0,1 0-1 0 0,-1 0 1 0 0,1 0-1 0 0,-1 0 0 0 0,0 0 1 0 0,0 1-1 0 0,1-1 1 0 0,-1 0-1 0 0,0 0 0 0 0,0 1 1 0 0,0-1-1 0 0,0 1 1 0 0,-1-1-1 0 0,1 1 0 0 0,0-1 1 0 0,0 4-1 0 0,-1-4-7 0 0,0 1 0 0 0,0 0 0 0 0,0-1-1 0 0,-1 1 1 0 0,1-1 0 0 0,-1 1 0 0 0,1-1 0 0 0,-1 1 0 0 0,0-1-1 0 0,0 0 1 0 0,1 1 0 0 0,-1-1 0 0 0,0 0 0 0 0,0 1 0 0 0,0-1-1 0 0,0 0 1 0 0,-1 0 0 0 0,-1 2 0 0 0,-9 5-76 0 0,0 0 0 0 0,0 0-1 0 0,-1-1 1 0 0,-13 5 0 0 0,15-7-5 0 0,-13 6 64 0 0,-8 4-77 0 0,-32 21 0 0 0,56-31 83 0 0,-1 1 0 0 0,1 0 0 0 0,0 1 0 0 0,1-1 0 0 0,0 2 0 0 0,0-1 0 0 0,0 1 0 0 0,-7 12 0 0 0,13-19 9 0 0,0 1 1 0 0,0-1 0 0 0,0 1 0 0 0,0-1 0 0 0,0 1 0 0 0,1-1 0 0 0,-1 1-1 0 0,1 0 1 0 0,-1-1 0 0 0,1 1 0 0 0,0 0 0 0 0,0-1 0 0 0,0 1 0 0 0,-1 0-1 0 0,2-1 1 0 0,-1 1 0 0 0,0 0 0 0 0,0-1 0 0 0,0 1 0 0 0,1 0-1 0 0,-1-1 1 0 0,1 1 0 0 0,1 2 0 0 0,-1-1-16 0 0,1-1 0 0 0,0 0 0 0 0,0 1 0 0 0,1-1 0 0 0,-1 0 0 0 0,0 0-1 0 0,1-1 1 0 0,-1 1 0 0 0,1 0 0 0 0,-1-1 0 0 0,1 0 0 0 0,4 2 0 0 0,6 2-63 0 0,1-1 0 0 0,1-1 0 0 0,-1 0 0 0 0,19 2 0 0 0,-7-3 86 0 0,-14-2 78 0 0,1 1-1 0 0,-1 0 1 0 0,0 1-1 0 0,0 0 0 0 0,0 1 1 0 0,0 0-1 0 0,21 10 1 0 0,-32-13-70 0 0,-1 0 0 0 0,1 1 0 0 0,-1-1 0 0 0,0 0 0 0 0,1 0 0 0 0,-1 1 1 0 0,0-1-1 0 0,0 0 0 0 0,1 1 0 0 0,-1-1 0 0 0,0 0 0 0 0,0 1 0 0 0,1-1 0 0 0,-1 1 1 0 0,0-1-1 0 0,0 0 0 0 0,0 1 0 0 0,0-1 0 0 0,0 1 0 0 0,1-1 0 0 0,-1 0 0 0 0,0 1 1 0 0,0-1-1 0 0,0 1 0 0 0,0-1 0 0 0,0 1 0 0 0,0-1 0 0 0,-1 0 0 0 0,1 1 1 0 0,0-1-1 0 0,0 1 0 0 0,0 0 0 0 0,-11 15 216 0 0,-23 12-18 0 0,31-26-196 0 0,-72 43 41 0 0,60-38-46 0 0,0 1 0 0 0,1 0 1 0 0,0 2-1 0 0,0-1 0 0 0,1 2 0 0 0,-17 16 1 0 0,29-26-29 0 0,0 0 1 0 0,0 1-1 0 0,0-1 1 0 0,0 0-1 0 0,0 0 1 0 0,1 0-1 0 0,-1 0 1 0 0,0 1-1 0 0,1-1 0 0 0,-1 0 1 0 0,1 1-1 0 0,-1-1 1 0 0,1 1-1 0 0,0-1 1 0 0,0 0-1 0 0,-1 1 1 0 0,1-1-1 0 0,0 1 1 0 0,0-1-1 0 0,1 0 1 0 0,-1 1-1 0 0,0-1 1 0 0,0 1-1 0 0,1 1 0 0 0,1 0-76 0 0,-1-1 0 0 0,1 1-1 0 0,-1-1 1 0 0,1 0-1 0 0,0 0 1 0 0,0 0 0 0 0,0 0-1 0 0,0 0 1 0 0,0 0-1 0 0,0-1 1 0 0,5 4-1 0 0,4 0-317 0 0,1 1-1 0 0,-1-1 0 0 0,1-1 1 0 0,17 5-1 0 0,0-1-1424 0 0,-18-4-82 0 0,0-1 0 0 0,0 0 0 0 0,0-1 0 0 0,19 1 0 0 0,-47-1 3926 0 0,16-1-1592 0 0,0-1 1 0 0,-1 1-1 0 0,1-1 1 0 0,-1 1 0 0 0,1-1-1 0 0,0 1 1 0 0,-1 0-1 0 0,1 0 1 0 0,0 0-1 0 0,0 0 1 0 0,0 0-1 0 0,0 0 1 0 0,0 0-1 0 0,0 0 1 0 0,0 0 0 0 0,0 0-1 0 0,0 1 1 0 0,0-1-1 0 0,1 0 1 0 0,-1 1-1 0 0,0-1 1 0 0,1 0-1 0 0,-1 1 1 0 0,1-1-1 0 0,-1 3 1 0 0,2 17 618 0 0,10 40-209 0 0,-3 1 0 0 0,-1 118 1 0 0,-7-112-663 0 0,4-1 1 0 0,13 81 0 0 0,70 171-613 0 0,-82-300-789 0 0,-3-5-4598 0 0</inkml:trace>
</inkml:ink>
</file>

<file path=ppt/ink/ink3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1.5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25 146 6913 0 0,'-10'-12'14161'0'0,"22"7"-9847"0"0,4 1-6044 0 0,-16 4 1720 0 0,0 0 0 0 0,1 0-1 0 0,-1 0 1 0 0,0 0-1 0 0,1-1 1 0 0,-1 1-1 0 0,1 0 1 0 0,-1 0 0 0 0,0 0-1 0 0,0 0 1 0 0,1 0-1 0 0,-1-1 1 0 0,0 1-1 0 0,1 0 1 0 0,-1 0 0 0 0,0-1-1 0 0,0 1 1 0 0,1 0-1 0 0,-1 0 1 0 0,0-1-1 0 0,0 1 1 0 0,1 0 0 0 0,-1-1-1 0 0,0 1 1 0 0,0 0-1 0 0,0-1 1 0 0,0 1-1 0 0,0 0 1 0 0,0-1 0 0 0,1 1-1 0 0,-1 0 1 0 0,0-1-1 0 0,0 1 1 0 0,0 0 0 0 0,0-1-1 0 0,0 1 1 0 0,0 0-1 0 0,-1-2 1 0 0,-8-14-255 0 0,8 15 265 0 0,0 1 0 0 0,0-1 1 0 0,0 0-1 0 0,1 0 0 0 0,-1 1 1 0 0,0-1-1 0 0,0 0 0 0 0,0 1 0 0 0,0-1 1 0 0,0 1-1 0 0,0-1 0 0 0,0 1 1 0 0,0 0-1 0 0,0-1 0 0 0,-1 1 1 0 0,1 0-1 0 0,0 0 0 0 0,0 0 1 0 0,0 0-1 0 0,0 0 0 0 0,0 0 1 0 0,0 0-1 0 0,0 0 0 0 0,-1 0 1 0 0,1 0-1 0 0,0 1 0 0 0,0-1 1 0 0,0 0-1 0 0,0 1 0 0 0,0-1 1 0 0,0 1-1 0 0,0-1 0 0 0,0 1 1 0 0,0 0-1 0 0,0-1 0 0 0,1 1 1 0 0,-1 0-1 0 0,0 0 0 0 0,-1 0 1 0 0,3-1 11 0 0,-1-1 0 0 0,1 1 0 0 0,0-1 0 0 0,-1 1 1 0 0,1-1-1 0 0,0 1 0 0 0,-1-1 0 0 0,1 1 0 0 0,0-1 1 0 0,0 1-1 0 0,0 0 0 0 0,-1-1 0 0 0,1 1 0 0 0,0 0 1 0 0,0 0-1 0 0,0 0 0 0 0,-1 0 0 0 0,1 0 0 0 0,0 0 1 0 0,0 0-1 0 0,0 0 0 0 0,0 0 0 0 0,-1 0 0 0 0,1 0 1 0 0,0 0-1 0 0,0 0 0 0 0,0 1 0 0 0,-1-1 0 0 0,1 0 1 0 0,0 1-1 0 0,0-1 0 0 0,-1 1 0 0 0,1-1 0 0 0,0 1 1 0 0,-1-1-1 0 0,1 1 0 0 0,0-1 0 0 0,-1 1 0 0 0,1-1 1 0 0,-1 1-1 0 0,1 0 0 0 0,-1-1 0 0 0,1 1 0 0 0,-1 0 1 0 0,0 0-1 0 0,1-1 0 0 0,-1 1 0 0 0,0 0 0 0 0,1 0 1 0 0,-1 0-1 0 0,0-1 0 0 0,0 1 0 0 0,0 1 0 0 0,1-8 21 0 0,0 0 0 0 0,-1-1-1 0 0,1 1 1 0 0,-1-1-1 0 0,-1 1 1 0 0,-1-12 0 0 0,1 14-105 0 0,0 0 0 0 0,1 0 1 0 0,-2 1-1 0 0,1-1 0 0 0,0 0 0 0 0,-1 0 1 0 0,1 1-1 0 0,-1-1 0 0 0,0 1 0 0 0,0-1 1 0 0,-1 1-1 0 0,-2-4 0 0 0,0 5-1451 0 0</inkml:trace>
</inkml:ink>
</file>

<file path=ppt/ink/ink3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2.0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5 10138 0 0,'-1'-5'1926'0'0,"6"9"-469"0"0,7 7 524 0 0,-7-2-1139 0 0,-1-1 1 0 0,0 1-1 0 0,0 0 1 0 0,3 14-1 0 0,11 74 1255 0 0,-11-46-1609 0 0,23 116 57 0 0,10 243 0 0 0,-31-239-410 0 0,-1-21-600 0 0,-6-51-2647 0 0</inkml:trace>
</inkml:ink>
</file>

<file path=ppt/ink/ink3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2.8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113 41 4145 0 0,'0'-18'8429'0'0,"2"17"-8128"0"0,20-10 3379 0 0,38 4-2171 0 0,-48 7-458 0 0,-3-1-906 0 0,58-1 1335 0 0,-63 2-1403 0 0,1 0 0 0 0,-1 0 0 0 0,0 1 0 0 0,1-1 0 0 0,-1 1 0 0 0,0 0 0 0 0,0 1 0 0 0,0-1 0 0 0,1 1 0 0 0,-1 0 0 0 0,-1 0 0 0 0,6 2 0 0 0,-9-3-93 0 0,1 0 1 0 0,-1 0-1 0 0,1 0 1 0 0,-1-1 0 0 0,0 1-1 0 0,1 0 1 0 0,-1 0-1 0 0,0 0 1 0 0,1 0-1 0 0,-1-1 1 0 0,0 1 0 0 0,0 0-1 0 0,0 0 1 0 0,0 0-1 0 0,0 0 1 0 0,0 0-1 0 0,0 0 1 0 0,0 0 0 0 0,0 0-1 0 0,0 0 1 0 0,-1-1-1 0 0,1 1 1 0 0,0 0 0 0 0,-1 0-1 0 0,1 0 1 0 0,0 0-1 0 0,-1-1 1 0 0,1 1-1 0 0,-1 0 1 0 0,1 0 0 0 0,-1-1-1 0 0,0 1 1 0 0,1 0-1 0 0,-2 0 1 0 0,-26 27-809 0 0,24-24 719 0 0,-99 79-1428 0 0,-1 2 1266 0 0,89-72 511 0 0,1 1 0 0 0,1 1 0 0 0,0 0 0 0 0,-17 27 0 0 0,28-40-216 0 0,0 1-1 0 0,1 0 0 0 0,-1 0 1 0 0,0 0-1 0 0,1 0 1 0 0,0 1-1 0 0,0-1 0 0 0,0 0 1 0 0,0 0-1 0 0,0 1 1 0 0,1-1-1 0 0,-1 1 1 0 0,1-1-1 0 0,0 0 0 0 0,0 1 1 0 0,0-1-1 0 0,1 1 1 0 0,-1-1-1 0 0,1 0 0 0 0,0 1 1 0 0,0-1-1 0 0,0 0 1 0 0,0 0-1 0 0,0 0 0 0 0,1 1 1 0 0,2 3-1 0 0,1-2-15 0 0,-1 0 0 0 0,1 0 0 0 0,0-1 0 0 0,0 0 0 0 0,1 1 0 0 0,-1-2 0 0 0,1 1 0 0 0,0-1 0 0 0,0 0 0 0 0,0 0 0 0 0,0 0 0 0 0,12 2 0 0 0,10 2 64 0 0,55 6 0 0 0,-61-11 138 0 0,0 1 0 0 0,0 1 1 0 0,-1 1-1 0 0,37 13 0 0 0,-57-18-196 0 0,1 1-1 0 0,-1 0 0 0 0,0 0 1 0 0,1 0-1 0 0,-1-1 1 0 0,1 1-1 0 0,-1 0 0 0 0,0 1 1 0 0,0-1-1 0 0,0 0 0 0 0,0 0 1 0 0,0 0-1 0 0,0 1 1 0 0,0-1-1 0 0,0 1 0 0 0,0-1 1 0 0,0 0-1 0 0,-1 1 0 0 0,1 0 1 0 0,-1-1-1 0 0,1 2 0 0 0,0 1-1 0 0,-1-1-1 0 0,0 0 1 0 0,0 0-1 0 0,0 1 1 0 0,-1-1-1 0 0,1 0 1 0 0,-1 0-1 0 0,1 0 1 0 0,-1 1-1 0 0,-2 2 0 0 0,-4 9 17 0 0,0 0 0 0 0,-1 0 0 0 0,-14 19 0 0 0,12-20 34 0 0,-25 37 57 0 0,-27 42-50 0 0,57-84-97 0 0,0 0 0 0 0,1 1-1 0 0,0-1 1 0 0,1 1 0 0 0,0 0-1 0 0,0 0 1 0 0,1 0-1 0 0,-1 13 1 0 0,3-21-55 0 0,-1 0-1 0 0,1 0 1 0 0,0 0 0 0 0,0 0-1 0 0,0 0 1 0 0,1 0 0 0 0,-1 0-1 0 0,0 1 1 0 0,1-1 0 0 0,-1 0-1 0 0,1 0 1 0 0,0 0 0 0 0,0-1-1 0 0,0 1 1 0 0,0 0 0 0 0,0 0-1 0 0,0 0 1 0 0,0-1-1 0 0,0 1 1 0 0,1 0 0 0 0,-1-1-1 0 0,1 1 1 0 0,-1-1 0 0 0,1 0-1 0 0,2 2 1 0 0,2 0-225 0 0,0-1 1 0 0,1 0-1 0 0,-1 0 1 0 0,0 0-1 0 0,1-1 1 0 0,10 1-1 0 0,-11-2 293 0 0,0 1-1 0 0,0 0 0 0 0,0 0 0 0 0,-1 0 0 0 0,1 1 0 0 0,0 0 1 0 0,-1 0-1 0 0,6 3 0 0 0,-9-4-37 0 0,0 1-1 0 0,0 0 1 0 0,0-1 0 0 0,-1 1-1 0 0,1 0 1 0 0,-1 0 0 0 0,0 0-1 0 0,1 0 1 0 0,-1 0 0 0 0,0 1-1 0 0,0-1 1 0 0,-1 0 0 0 0,1 0-1 0 0,0 1 1 0 0,-1-1 0 0 0,1 3-1 0 0,9 21-1708 0 0,6-15-3878 0 0,-15-8 5379 0 0,-23 16-7294 0 0,21-18 7797 0 0,-1 0 1 0 0,1 0-1 0 0,0-1 0 0 0,0 1 0 0 0,0 0 1 0 0,0 0-1 0 0,0 1 0 0 0,1-1 0 0 0,-1 0 0 0 0,0 0 1 0 0,0 0-1 0 0,1 0 0 0 0,-1 1 0 0 0,1-1 1 0 0,-1 0-1 0 0,1 1 0 0 0,-1-1 0 0 0,1 0 1 0 0,0 1-1 0 0,0-1 0 0 0,0 0 0 0 0,0 1 0 0 0,0-1 1 0 0,0 1-1 0 0,0 1 0 0 0,14 37 9020 0 0,-1-9-6052 0 0,-1 41-1979 0 0,-3 1 1 0 0,-1 120-1 0 0,0 4-715 0 0,6-104-536 0 0,-1-15-3628 0 0,-12-66 2065 0 0</inkml:trace>
</inkml:ink>
</file>

<file path=ppt/ink/ink3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3.3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 40 10594 0 0,'0'0'157'0'0,"-1"-1"-1"0"0,0 1 1 0 0,0 0-1 0 0,1 0 1 0 0,-1-1-1 0 0,0 1 0 0 0,0 0 1 0 0,0 0-1 0 0,0 0 1 0 0,1 0-1 0 0,-1 0 1 0 0,0 0-1 0 0,0 0 1 0 0,0 0-1 0 0,0 0 1 0 0,1 1-1 0 0,-1-1 0 0 0,0 0 1 0 0,0 0-1 0 0,0 1 1 0 0,1-1-1 0 0,-1 1 1 0 0,0-1-1 0 0,0 1 1 0 0,1-1-1 0 0,-1 1 0 0 0,0-1 1 0 0,1 1-1 0 0,-1-1 1 0 0,1 1-1 0 0,-1 0 1 0 0,0 1 68 0 0,1 0 1 0 0,0-1-1 0 0,0 1 1 0 0,0-1-1 0 0,0 1 1 0 0,0 0 0 0 0,0-1-1 0 0,1 1 1 0 0,-1 0-1 0 0,0-1 1 0 0,1 1-1 0 0,-1-1 1 0 0,1 1-1 0 0,1 2 1 0 0,2 3 300 0 0,0 1-1 0 0,1 0 1 0 0,0-1 0 0 0,11 13 0 0 0,-12-17-490 0 0,-1 0 1 0 0,1 0-1 0 0,0-1 1 0 0,0 0-1 0 0,0 0 1 0 0,0 0 0 0 0,1 0-1 0 0,-1 0 1 0 0,0-1-1 0 0,1 0 1 0 0,-1 0-1 0 0,1 0 1 0 0,-1 0 0 0 0,1-1-1 0 0,0 0 1 0 0,-1 0-1 0 0,10-1 1 0 0,-12 1-25 0 0,0-1-1 0 0,0 1 1 0 0,1-1 0 0 0,-1 0 0 0 0,0 1 0 0 0,0-1 0 0 0,0 0 0 0 0,0 0-1 0 0,0-1 1 0 0,0 1 0 0 0,-1 0 0 0 0,1 0 0 0 0,0-1 0 0 0,-1 1-1 0 0,1-1 1 0 0,0 0 0 0 0,-1 1 0 0 0,0-1 0 0 0,1 0 0 0 0,-1 0 0 0 0,0 0-1 0 0,0 0 1 0 0,0 0 0 0 0,0 0 0 0 0,-1 0 0 0 0,1 0 0 0 0,-1 0 0 0 0,1-1-1 0 0,-1 1 1 0 0,1 0 0 0 0,-1 0 0 0 0,0-1 0 0 0,0 1 0 0 0,0 0-1 0 0,-1 0 1 0 0,1 0 0 0 0,0-1 0 0 0,-2-2 0 0 0,1 1 10 0 0,0-1 0 0 0,-1 1 1 0 0,0 0-1 0 0,0 0 0 0 0,0-1 1 0 0,-1 1-1 0 0,1 0 0 0 0,-1 1 1 0 0,0-1-1 0 0,0 0 0 0 0,0 1 1 0 0,-1 0-1 0 0,1 0 0 0 0,-1 0 1 0 0,1 0-1 0 0,-1 0 0 0 0,0 1 1 0 0,0 0-1 0 0,-7-3 0 0 0,8 3-78 0 0,1 1 0 0 0,-1 0 0 0 0,0 0 0 0 0,1 0 0 0 0,-1 1 0 0 0,0-1 0 0 0,0 0 0 0 0,1 1 0 0 0,-1 0 0 0 0,0 0 0 0 0,0 0 0 0 0,0 0 0 0 0,0 0 0 0 0,1 1 0 0 0,-1-1 0 0 0,0 1 0 0 0,0-1 0 0 0,1 1 0 0 0,-1 0 0 0 0,0 0 0 0 0,1 1 0 0 0,-1-1 0 0 0,1 0 0 0 0,-1 1 0 0 0,1-1 0 0 0,0 1 0 0 0,0 0 0 0 0,0 0 0 0 0,0 0 0 0 0,0 0 0 0 0,0 0 0 0 0,-3 5 0 0 0</inkml:trace>
</inkml:ink>
</file>

<file path=ppt/ink/ink3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3.8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13 6913 0 0,'0'0'101'0'0,"0"-1"0"0"0,0 1-1 0 0,0-1 1 0 0,0 1-1 0 0,-1-1 1 0 0,1 1-1 0 0,0-1 1 0 0,0 1-1 0 0,0-1 1 0 0,-1 1-1 0 0,1-1 1 0 0,0 1-1 0 0,0-1 1 0 0,-1 1-1 0 0,1-1 1 0 0,0 1-1 0 0,-1 0 1 0 0,1-1-1 0 0,0 1 1 0 0,-1-1-1 0 0,1 1 1 0 0,-1 0-1 0 0,1 0 1 0 0,-1-1-1 0 0,1 1 1 0 0,-1 0-1 0 0,1 0 1 0 0,-1-1-1 0 0,1 1 1 0 0,-1 0 0 0 0,1 0-1 0 0,-1 0 1 0 0,1 0-1 0 0,-1 0 1 0 0,1 0-1 0 0,-1 0 1 0 0,1 0-1 0 0,-1 0 1 0 0,1 0-1 0 0,-1 0 1 0 0,1 0-1 0 0,-1 0 1 0 0,1 1-1 0 0,-1-1 1 0 0,1 0-1 0 0,-1 0 1 0 0,1 0-1 0 0,-1 1 1 0 0,-1 0 157 0 0,1 0 0 0 0,0 0 0 0 0,0 0 0 0 0,0 0 0 0 0,0 0 0 0 0,0 0 0 0 0,0 0 0 0 0,1 1 0 0 0,-1-1 0 0 0,0 0 0 0 0,1 1 0 0 0,-1-1 0 0 0,0 0 0 0 0,1 1 0 0 0,-1 2 0 0 0,0 32 1103 0 0,1-1 0 0 0,3 1 0 0 0,10 59 0 0 0,-6-49-793 0 0,58 328 1757 0 0,-17-111-1750 0 0,-44-237-1680 0 0,-1 0 1 0 0,-2 44 0 0 0</inkml:trace>
</inkml:ink>
</file>

<file path=ppt/ink/ink3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4.3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100 1 2304 0 0,'-3'0'407'0'0,"0"0"-1"0"0,0 0 0 0 0,1 0 1 0 0,-1 0-1 0 0,0 0 0 0 0,0 1 1 0 0,1-1-1 0 0,-1 1 0 0 0,0 0 0 0 0,1 0 1 0 0,-1 0-1 0 0,1 0 0 0 0,-1 0 1 0 0,1 0-1 0 0,-1 1 0 0 0,1-1 0 0 0,0 1 1 0 0,0-1-1 0 0,0 1 0 0 0,0 0 1 0 0,0 0-1 0 0,0 0 0 0 0,0 0 0 0 0,1 1 1 0 0,-3 3-1 0 0,2-4-78 0 0,0 1 0 0 0,1 0 0 0 0,0-1 0 0 0,0 1 0 0 0,-1 0 0 0 0,2-1-1 0 0,-1 1 1 0 0,0 0 0 0 0,0 0 0 0 0,1 0 0 0 0,0 0 0 0 0,-1-1 0 0 0,1 1 0 0 0,0 0 0 0 0,1 0 0 0 0,-1 0 0 0 0,0 0-1 0 0,1 0 1 0 0,0 0 0 0 0,-1-1 0 0 0,1 1 0 0 0,0 0 0 0 0,1 0 0 0 0,1 3 0 0 0,1 0-271 0 0,1-1-1 0 0,0 1 1 0 0,1-1 0 0 0,-1 0-1 0 0,1 0 1 0 0,0 0 0 0 0,0-1-1 0 0,0 0 1 0 0,14 6 0 0 0,6 1 376 0 0,38 11 0 0 0,-46-18-298 0 0,-1 2 0 0 0,1 0-1 0 0,-1 2 1 0 0,28 15 0 0 0,-44-23-140 0 0,1 1 0 0 0,-1 0 1 0 0,1 0-1 0 0,0 0 0 0 0,-1 1 0 0 0,0-1 1 0 0,1 0-1 0 0,-1 1 0 0 0,0-1 0 0 0,1 0 0 0 0,-1 1 1 0 0,0 0-1 0 0,0-1 0 0 0,0 1 0 0 0,-1-1 1 0 0,1 1-1 0 0,0 0 0 0 0,-1 0 0 0 0,1 0 1 0 0,-1-1-1 0 0,1 1 0 0 0,-1 0 0 0 0,0 0 0 0 0,0 0 1 0 0,0 3-1 0 0,-1-1-9 0 0,0-1-1 0 0,-1 1 1 0 0,1 0 0 0 0,-1-1-1 0 0,0 1 1 0 0,0-1 0 0 0,-1 0-1 0 0,1 0 1 0 0,-1 0 0 0 0,1 0-1 0 0,-6 4 1 0 0,-19 17-168 0 0,-1 0 0 0 0,-38 22-1 0 0,45-33 186 0 0,1 1-1 0 0,0 1 0 0 0,1 0 1 0 0,1 1-1 0 0,0 1 0 0 0,1 1 0 0 0,-20 27 1 0 0,36-43 0 0 0,0 0 0 0 0,0-1 0 0 0,0 1-1 0 0,0 0 1 0 0,0-1 0 0 0,0 1 0 0 0,0 0 0 0 0,1 0 0 0 0,-1 0 0 0 0,1 0 0 0 0,-1 0 0 0 0,1 0 0 0 0,0 0 0 0 0,-1 0 0 0 0,1 0-1 0 0,0 0 1 0 0,1 0 0 0 0,-1 0 0 0 0,0 0 0 0 0,1 0 0 0 0,-1-1 0 0 0,1 3 0 0 0,0-2-6 0 0,1 0 1 0 0,-1 0-1 0 0,1 0 0 0 0,-1 0 1 0 0,1-1-1 0 0,0 1 0 0 0,0 0 1 0 0,0-1-1 0 0,0 0 0 0 0,0 1 1 0 0,0-1-1 0 0,0 0 1 0 0,0 0-1 0 0,0 0 0 0 0,4 1 1 0 0,7 1-53 0 0,-1 0 0 0 0,1-1 0 0 0,0-1 0 0 0,0 0 1 0 0,18 0-1 0 0,29-5-159 0 0,-42 1 248 0 0,-1 2 0 0 0,1 0 1 0 0,-1 1-1 0 0,1 1 0 0 0,-1 0 0 0 0,0 1 1 0 0,19 6-1 0 0,-35-8-23 0 0,-1 0-1 0 0,1 0 1 0 0,0 1 0 0 0,-1-1 0 0 0,1 0 0 0 0,0 1 0 0 0,-1-1 0 0 0,1 0-1 0 0,-1 1 1 0 0,1-1 0 0 0,-1 1 0 0 0,1-1 0 0 0,-1 1 0 0 0,1-1 0 0 0,-1 1-1 0 0,1 0 1 0 0,-1-1 0 0 0,0 1 0 0 0,1 0 0 0 0,-1-1 0 0 0,0 1-1 0 0,0 0 1 0 0,1-1 0 0 0,-1 1 0 0 0,0 0 0 0 0,0-1 0 0 0,0 1 0 0 0,0 0-1 0 0,0-1 1 0 0,0 1 0 0 0,0 0 0 0 0,0 0 0 0 0,0-1 0 0 0,0 1 0 0 0,0 0-1 0 0,-1-1 1 0 0,1 1 0 0 0,0 0 0 0 0,0-1 0 0 0,-1 1 0 0 0,1 0 0 0 0,0-1-1 0 0,-1 1 1 0 0,1-1 0 0 0,-1 1 0 0 0,1-1 0 0 0,-1 1 0 0 0,1-1 0 0 0,-1 1-1 0 0,0 0 1 0 0,-32 31 282 0 0,29-28-231 0 0,-12 10 8 0 0,0 1-1 0 0,1 0 1 0 0,1 1 0 0 0,-14 19-1 0 0,24-28-408 0 0,0-1 0 0 0,1 0-1 0 0,0 1 1 0 0,0 0-1 0 0,0 0 1 0 0,1 0-1 0 0,0 0 1 0 0,0 0 0 0 0,1 0-1 0 0,0 0 1 0 0,0 1-1 0 0,1-1 1 0 0,0 0-1 0 0,0 1 1 0 0,2 11 0 0 0,0-7-1405 0 0</inkml:trace>
</inkml:ink>
</file>

<file path=ppt/ink/ink3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4.6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 0 1376 0 0,'-13'21'12022'0'0,"13"-19"-11647"0"0,3 35 3362 0 0,-3-33-3334 0 0,31 148 4926 0 0,-2-6-4726 0 0,-1 197-1671 0 0,-27-325-893 0 0,-1 0-5588 0 0</inkml:trace>
</inkml:ink>
</file>

<file path=ppt/ink/ink3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4.8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2304 0 0,'0'5'1097'0'0,"1"0"-1"0"0,0 0 0 0 0,0 0 0 0 0,1-1 0 0 0,0 1 0 0 0,-1 0 1 0 0,1 0-1 0 0,1-1 0 0 0,-1 1 0 0 0,6 6 0 0 0,11 25-129 0 0,-19-32-1893 0 0</inkml:trace>
</inkml:ink>
</file>

<file path=ppt/ink/ink3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5.3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49 920 0 0,'-14'-39'15029'0'0,"9"29"-12422"0"0,4 20 652 0 0,1 14-2479 0 0,36 232 1184 0 0,-20-165-1209 0 0,9 179 1 0 0,-25-263-1321 0 0,1 17 777 0 0</inkml:trace>
</inkml:ink>
</file>

<file path=ppt/ink/ink3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6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85 0 6913 0 0,'-4'1'298'0'0,"-1"0"0"0"0,1 0 0 0 0,0 1 0 0 0,0-1 0 0 0,-1 1 0 0 0,1 0 0 0 0,1 0 0 0 0,-1 1 0 0 0,0-1 0 0 0,0 1 0 0 0,1-1 0 0 0,-1 1 0 0 0,-2 4 0 0 0,3-5-20 0 0,1 0 0 0 0,0 0 0 0 0,0 0 0 0 0,0 0 0 0 0,1 0 0 0 0,-1 0 0 0 0,0 0 0 0 0,1 1 0 0 0,-1-1 0 0 0,1 1 0 0 0,0-1 0 0 0,0 1 0 0 0,0-1 0 0 0,0 1 0 0 0,0 0 0 0 0,1 0 0 0 0,-1-1 0 0 0,1 1 0 0 0,0 0 0 0 0,-1 0 0 0 0,2 4 0 0 0,0-5-120 0 0,0 1-1 0 0,1-1 0 0 0,-1 0 1 0 0,1 0-1 0 0,-1 0 1 0 0,1 0-1 0 0,0 0 1 0 0,0 0-1 0 0,0 0 1 0 0,0-1-1 0 0,0 1 1 0 0,1-1-1 0 0,-1 1 1 0 0,0-1-1 0 0,1 0 1 0 0,-1 0-1 0 0,0 0 1 0 0,1 0-1 0 0,0-1 1 0 0,-1 1-1 0 0,1 0 1 0 0,3-1-1 0 0,8 2 103 0 0,0-1-1 0 0,25-1 1 0 0,-39 0-255 0 0,45-3 107 0 0,-35 1-405 0 0,1 0 1 0 0,0 1-1 0 0,-1 1 1 0 0,1 0-1 0 0,0 0 1 0 0,-1 1-1 0 0,1 0 1 0 0,-1 1-1 0 0,1 0 1 0 0,11 5-1 0 0,-21-7 220 0 0,-1 0-1 0 0,0 1 0 0 0,1-1 1 0 0,-1 1-1 0 0,1-1 0 0 0,-1 1 1 0 0,0-1-1 0 0,0 1 0 0 0,1-1 1 0 0,-1 1-1 0 0,0-1 1 0 0,0 1-1 0 0,0-1 0 0 0,1 1 1 0 0,-1-1-1 0 0,0 1 0 0 0,0-1 1 0 0,0 1-1 0 0,0 0 0 0 0,0-1 1 0 0,0 1-1 0 0,0-1 0 0 0,0 1 1 0 0,0-1-1 0 0,-1 1 0 0 0,1-1 1 0 0,0 1-1 0 0,0 0 0 0 0,0-1 1 0 0,-1 1-1 0 0,1-1 1 0 0,0 1-1 0 0,0-1 0 0 0,-1 0 1 0 0,1 1-1 0 0,0-1 0 0 0,-1 1 1 0 0,1-1-1 0 0,-1 1 0 0 0,-20 23-420 0 0,17-20 396 0 0,-49 51 699 0 0,34-38 24 0 0,1 0 1 0 0,2 2-1 0 0,-1 0 0 0 0,2 1 0 0 0,1 0 0 0 0,-13 24 0 0 0,26-43-574 0 0,0 1 0 0 0,0 0 0 0 0,1 0-1 0 0,-1-1 1 0 0,0 1 0 0 0,1 0 0 0 0,-1 0-1 0 0,1 0 1 0 0,0 0 0 0 0,0 0 0 0 0,0 0-1 0 0,0-1 1 0 0,0 1 0 0 0,0 0 0 0 0,0 0-1 0 0,0 0 1 0 0,1 0 0 0 0,-1 0 0 0 0,1 0-1 0 0,-1 0 1 0 0,1-1 0 0 0,0 1 0 0 0,0 0-1 0 0,0-1 1 0 0,0 1 0 0 0,0 0 0 0 0,0-1-1 0 0,0 1 1 0 0,0-1 0 0 0,1 1 0 0 0,-1-1-1 0 0,4 2 1 0 0,3 3-42 0 0,1-2-1 0 0,0 1 0 0 0,0-1 1 0 0,1 0-1 0 0,13 3 1 0 0,-13-4 28 0 0,0 0 0 0 0,0 1 1 0 0,13 7-1 0 0,-21-10-21 0 0,0 0 0 0 0,0 1 1 0 0,0-1-1 0 0,0 1 0 0 0,0-1 0 0 0,0 1 0 0 0,-1 0 0 0 0,1 0 0 0 0,-1 0 0 0 0,1 0 0 0 0,-1 0 0 0 0,0 0 0 0 0,1 0 1 0 0,-1 0-1 0 0,0 0 0 0 0,0 1 0 0 0,-1-1 0 0 0,1 0 0 0 0,0 1 0 0 0,-1-1 0 0 0,0 1 0 0 0,1 3 0 0 0,-2 1-509 0 0,0 0-1 0 0,0 0 1 0 0,-1-1-1 0 0,1 1 1 0 0,-2-1-1 0 0,-4 13 1 0 0,5-16-367 0 0,-2 5-2072 0 0,1 0 1 0 0,0 0-1 0 0,1 0 0 0 0,-4 15 1 0 0,13 19 14527 0 0,8 3-6374 0 0,-5-15-4172 0 0,2 16-335 0 0,-1 1 0 0 0,-2 1 1 0 0,2 57-1 0 0,-6 144 593 0 0,-6-176-1086 0 0,1-38-200 0 0,-1-15-108 0 0,0-1 0 0 0,2 1 0 0 0,0 0-1 0 0,2 0 1 0 0,0 0 0 0 0,7 22 0 0 0,-6-35-1230 0 0</inkml:trace>
</inkml:ink>
</file>

<file path=ppt/ink/ink3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6.8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308 1 7370 0 0,'-28'25'12481'0'0,"42"-23"-11841"0"0,-3-1-70 0 0,-16-11-2708 0 0,-39 9-8709 0 0,35 4 12076 0 0,-29 6 961 0 0,2 1 1 0 0,-1 2 0 0 0,-66 32 0 0 0,100-42-1968 0 0,0-1 0 0 0,0 1 0 0 0,0-1 0 0 0,0 1 0 0 0,1 0 0 0 0,-1 0 0 0 0,1 0 0 0 0,-1 1 1 0 0,1-1-1 0 0,-2 3 0 0 0,4-5-176 0 0,0 1 1 0 0,-1-1-1 0 0,1 0 1 0 0,0 1 0 0 0,0-1-1 0 0,0 0 1 0 0,0 1-1 0 0,0-1 1 0 0,0 1-1 0 0,0-1 1 0 0,0 0 0 0 0,0 1-1 0 0,0-1 1 0 0,0 0-1 0 0,0 1 1 0 0,0-1-1 0 0,0 0 1 0 0,0 1 0 0 0,0-1-1 0 0,0 1 1 0 0,0-1-1 0 0,0 0 1 0 0,0 1-1 0 0,1-1 1 0 0,-1 0 0 0 0,0 1-1 0 0,0-1 1 0 0,0 0-1 0 0,1 0 1 0 0,-1 1-1 0 0,0-1 1 0 0,22 7 422 0 0,11-5-263 0 0,1-2 1 0 0,-1-2-1 0 0,0-1 0 0 0,43-9 0 0 0,10-1-365 0 0,289-40 297 0 0,-214 29-285 0 0,-51 2-1200 0 0,-87 17 408 0 0</inkml:trace>
</inkml:ink>
</file>

<file path=ppt/ink/ink3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7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0 13827 0 0,'-3'2'165'0'0,"1"0"0"0"0,-1 0 0 0 0,1 0 0 0 0,0 0 1 0 0,0 0-1 0 0,-1 1 0 0 0,2-1 0 0 0,-1 1 0 0 0,0-1 0 0 0,0 1 0 0 0,1 0 0 0 0,-1-1 1 0 0,1 1-1 0 0,0 0 0 0 0,0 0 0 0 0,0 0 0 0 0,0 0 0 0 0,1 0 0 0 0,-1 0 0 0 0,1 1 1 0 0,0-1-1 0 0,0 0 0 0 0,0 0 0 0 0,0 0 0 0 0,0 0 0 0 0,1 0 0 0 0,-1 0 0 0 0,1 0 1 0 0,0 0-1 0 0,0 0 0 0 0,0 0 0 0 0,3 5 0 0 0,1 4 225 0 0,1 0 0 0 0,0-1 0 0 0,0 1 0 0 0,2-1 0 0 0,-1 0 0 0 0,1-1 0 0 0,1 0 0 0 0,0 0 0 0 0,0-1 0 0 0,1 0 0 0 0,21 14 0 0 0,-7-7-257 0 0,0-1 0 0 0,0-2 0 0 0,2 0 0 0 0,42 14 0 0 0,-56-23-448 0 0,0-1-1 0 0,1 0 1 0 0,-1-1-1 0 0,1 0 0 0 0,0-1 1 0 0,0 0-1 0 0,18-2 1 0 0,-3-3-7651 0 0</inkml:trace>
</inkml:ink>
</file>

<file path=ppt/ink/ink3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7.2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164 0 8754 0 0,'-34'82'7514'0'0,"0"0"-3343"0"0,-56 166-2836 0 0,84-228-9066 0 0</inkml:trace>
</inkml:ink>
</file>

<file path=ppt/ink/ink3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1:59:58.0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3 100 9218 0 0,'0'0'27'0'0,"0"0"-1"0"0,0 0 1 0 0,0 0-1 0 0,-1 0 1 0 0,1 0-1 0 0,0 0 1 0 0,0 0-1 0 0,0 0 1 0 0,0 0 0 0 0,0 0-1 0 0,0 1 1 0 0,0-1-1 0 0,-1 0 1 0 0,1 0-1 0 0,0 0 1 0 0,0 0 0 0 0,0 0-1 0 0,0 0 1 0 0,0 0-1 0 0,0 1 1 0 0,0-1-1 0 0,0 0 1 0 0,0 0-1 0 0,0 0 1 0 0,0 0 0 0 0,0 0-1 0 0,0 1 1 0 0,0-1-1 0 0,0 0 1 0 0,0 0-1 0 0,0 0 1 0 0,0 0 0 0 0,0 0-1 0 0,0 1 1 0 0,0-1-1 0 0,0 0 1 0 0,0 0-1 0 0,0 0 1 0 0,0 0-1 0 0,0 0 1 0 0,0 0 0 0 0,0 1-1 0 0,0-1 1 0 0,0 0-1 0 0,0 0 1 0 0,0 0-1 0 0,1 0 1 0 0,-1 0-1 0 0,0 0 1 0 0,9 7 1232 0 0,14 2 767 0 0,-10-6-1288 0 0,1-2 1 0 0,-1 0-1 0 0,1 0 0 0 0,0-1 1 0 0,0-1-1 0 0,17-3 1 0 0,83-20 1553 0 0,-94 19-2006 0 0,68-17 636 0 0,199-44-432 0 0,-233 61-2876 0 0</inkml:trace>
</inkml:ink>
</file>

<file path=ppt/ink/ink3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06.4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25 212 920 0 0,'-2'-2'192'0'0,"0"0"-1"0"0,0 0 0 0 0,0-1 1 0 0,0 1-1 0 0,0-1 0 0 0,0 1 1 0 0,1-1-1 0 0,-1 0 0 0 0,1 1 1 0 0,0-1-1 0 0,0 0 0 0 0,0 0 1 0 0,0 0-1 0 0,0 0 0 0 0,1 0 1 0 0,-1 0-1 0 0,1-4 0 0 0,0 5 2 0 0,0-1 0 0 0,1 0 0 0 0,0 1 1 0 0,0-1-1 0 0,0 0 0 0 0,0 1 0 0 0,0-1 0 0 0,0 1 0 0 0,0-1 0 0 0,1 1 0 0 0,-1 0 0 0 0,1-1 0 0 0,0 1 0 0 0,0 0 0 0 0,0 0 0 0 0,0 0 1 0 0,0 0-1 0 0,0 1 0 0 0,3-3 0 0 0,27-16 257 0 0,0 2 0 0 0,1 1 0 0 0,0 2 0 0 0,64-21 0 0 0,-95 35-413 0 0,1 0 1 0 0,0 0-1 0 0,0 0 1 0 0,0 1-1 0 0,0-1 1 0 0,0 1-1 0 0,0 0 1 0 0,0-1-1 0 0,0 1 1 0 0,0 1 0 0 0,0-1-1 0 0,0 0 1 0 0,0 1-1 0 0,0-1 1 0 0,-1 1-1 0 0,1 0 1 0 0,0 0-1 0 0,0 0 1 0 0,0 1-1 0 0,-1-1 1 0 0,1 0-1 0 0,-1 1 1 0 0,1 0 0 0 0,2 2-1 0 0,-2-1 11 0 0,-1 1 1 0 0,1-1-1 0 0,-1 1 0 0 0,0 0 1 0 0,0 0-1 0 0,0 0 0 0 0,0 0 0 0 0,-1 0 1 0 0,1 0-1 0 0,-1 0 0 0 0,0 1 0 0 0,0-1 1 0 0,-1 0-1 0 0,1 1 0 0 0,-1 8 1 0 0,-1 0-62 0 0,0 1 0 0 0,0-1 0 0 0,-2 0 0 0 0,1 1 0 0 0,-2-1 0 0 0,-7 20 0 0 0,-39 69-118 0 0,9-22 139 0 0,40-78 62 0 0,-1 1-1 0 0,1-1 1 0 0,0 1-1 0 0,0-1 1 0 0,0 1 0 0 0,1-1-1 0 0,-1 1 1 0 0,1 0-1 0 0,-1 0 1 0 0,1-1-1 0 0,0 1 1 0 0,0 4-1 0 0,1-6-53 0 0,-1-1 0 0 0,0 1 0 0 0,0-1 0 0 0,0 0 0 0 0,1 1 0 0 0,-1-1-1 0 0,0 1 1 0 0,1-1 0 0 0,-1 0 0 0 0,0 1 0 0 0,1-1 0 0 0,-1 0 0 0 0,1 1-1 0 0,-1-1 1 0 0,0 0 0 0 0,1 1 0 0 0,-1-1 0 0 0,1 0 0 0 0,-1 0 0 0 0,1 0-1 0 0,-1 0 1 0 0,1 1 0 0 0,-1-1 0 0 0,1 0 0 0 0,0 0 0 0 0,23-4-161 0 0,34-18-57 0 0,-35 13 254 0 0,-1 1-1 0 0,1 1 1 0 0,45-8-1 0 0,-60 14-23 0 0,0 0 0 0 0,0 1 0 0 0,0 0 0 0 0,0 1 0 0 0,0 0-1 0 0,0 0 1 0 0,0 0 0 0 0,-1 1 0 0 0,1 0 0 0 0,0 1 0 0 0,-1 0 0 0 0,1 0-1 0 0,-1 1 1 0 0,0-1 0 0 0,12 10 0 0 0,-16-11-12 0 0,0 0 0 0 0,-1 0 0 0 0,1 1 1 0 0,-1-1-1 0 0,0 1 0 0 0,0-1 0 0 0,0 1 0 0 0,0-1 1 0 0,0 1-1 0 0,0 0 0 0 0,-1 0 0 0 0,1 0 0 0 0,-1 0 1 0 0,0 0-1 0 0,0 0 0 0 0,0 1 0 0 0,0-1 0 0 0,0 6 1 0 0,-1-3-22 0 0,0 0 0 0 0,-1-1 0 0 0,0 1 1 0 0,0-1-1 0 0,0 1 0 0 0,-1-1 1 0 0,1 1-1 0 0,-1-1 0 0 0,0 0 1 0 0,-4 7-1 0 0,-4 4-84 0 0,0-1-1 0 0,-1 0 1 0 0,-1 0 0 0 0,0-1-1 0 0,-24 21 1 0 0,-31 20-1282 0 0,55-46-2923 0 0</inkml:trace>
</inkml:ink>
</file>

<file path=ppt/ink/ink3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06.9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28 5185 0 0,'1'-2'11859'0'0,"-1"-13"-12067"0"0,0 15 200 0 0,0-1 0 0 0,0 1 0 0 0,0-1 0 0 0,0 1 0 0 0,0 0 0 0 0,0-1 0 0 0,0 1 0 0 0,0-1 0 0 0,0 1 0 0 0,0-1 0 0 0,1 1 0 0 0,-1-1 0 0 0,0 1 0 0 0,0-1 0 0 0,0 1 0 0 0,1 0 0 0 0,-1-1 0 0 0,0 1 1 0 0,1 0-1 0 0,-1-1 0 0 0,0 1 0 0 0,1 0 0 0 0,0-1 0 0 0</inkml:trace>
</inkml:ink>
</file>

<file path=ppt/ink/ink3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07.3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1 115 3225 0 0,'0'-4'387'0'0,"0"-1"0"0"0,1 0-1 0 0,0 0 1 0 0,0 0 0 0 0,1 1 0 0 0,-1-1 0 0 0,1 0 0 0 0,0 1 0 0 0,4-8 0 0 0,-5 9-127 0 0,15 30 6533 0 0,-15-25-7186 0 0,0 2 659 0 0,-8-34 2148 0 0,3 7-1644 0 0,-5-14 534 0 0,1 53-4261 0 0,3-2-2744 0 0</inkml:trace>
</inkml:ink>
</file>

<file path=ppt/ink/ink3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08.3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43 12 3225 0 0,'-19'-5'-383'0'0,"19"5"473"0"0,-1 0 0 0 0,1-1 0 0 0,0 1 0 0 0,-1 0 0 0 0,1 0 0 0 0,-1 0 1 0 0,1 0-1 0 0,-1 0 0 0 0,1-1 0 0 0,-1 1 0 0 0,1 0 0 0 0,-1 0 0 0 0,1 0 0 0 0,-1 0 0 0 0,1 1 0 0 0,-1-1 1 0 0,1 0-1 0 0,-1 0 0 0 0,1 0 0 0 0,-1 0 0 0 0,1 0 0 0 0,-1 1 0 0 0,1-1 0 0 0,-1 0 0 0 0,1 0 0 0 0,0 1 1 0 0,-1-1-1 0 0,1 0 0 0 0,-1 1 0 0 0,1-1 0 0 0,0 0 0 0 0,-1 1 0 0 0,1 0 0 0 0,29 23 5198 0 0,-28-23-5153 0 0,1 1 1 0 0,0-1-1 0 0,-1 0 0 0 0,1 0 0 0 0,0 1 0 0 0,0-1 1 0 0,0 0-1 0 0,0-1 0 0 0,0 1 0 0 0,0 0 1 0 0,4 0-1 0 0,-6-1-128 0 0,1 0 0 0 0,-1 0 0 0 0,0 0 0 0 0,0 0 0 0 0,0 0 1 0 0,1 0-1 0 0,-1 0 0 0 0,0 0 0 0 0,0 0 0 0 0,0 0 0 0 0,1 0 1 0 0,-1 0-1 0 0,0 0 0 0 0,0 0 0 0 0,0-1 0 0 0,0 1 0 0 0,1 0 0 0 0,-1 0 1 0 0,0 0-1 0 0,0 0 0 0 0,0 0 0 0 0,0 0 0 0 0,0-1 0 0 0,1 1 0 0 0,-1 0 1 0 0,0 0-1 0 0,0 0 0 0 0,0 0 0 0 0,0-1 0 0 0,0 1 0 0 0,0 0 0 0 0,0 0 1 0 0,0 0-1 0 0,0-1 0 0 0,0 1 0 0 0,0 0 0 0 0,0 0 0 0 0,0 0 1 0 0,0-1-1 0 0,-7-16-1 0 0,6 15 71 0 0,-1 0-1 0 0,1-1 1 0 0,-1 1-1 0 0,0 0 1 0 0,1 0-1 0 0,-1 1 1 0 0,0-1-1 0 0,0 0 1 0 0,0 1-1 0 0,-5-3 1 0 0,6 3-78 0 0,0 1 0 0 0,0-1 0 0 0,0 1-1 0 0,0 0 1 0 0,-1 0 0 0 0,1-1 0 0 0,0 1 0 0 0,0 0 0 0 0,0 0 0 0 0,0 0 0 0 0,0 0 0 0 0,-1 0 0 0 0,1 1 0 0 0,0-1 0 0 0,0 0 0 0 0,0 0 0 0 0,0 1 0 0 0,0-1 0 0 0,0 1 0 0 0,0-1 0 0 0,0 1 0 0 0,0-1 0 0 0,0 1 0 0 0,0 0 0 0 0,0-1 0 0 0,-2 3 0 0 0,-4 4-486 0 0</inkml:trace>
</inkml:ink>
</file>

<file path=ppt/ink/ink3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08.7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2 124 6913 0 0,'0'-2'69'0'0,"-1"0"-1"0"0,1-1 1 0 0,0 1-1 0 0,0 0 1 0 0,0 0-1 0 0,0-1 1 0 0,0 1 0 0 0,0 0-1 0 0,0 0 1 0 0,1 0-1 0 0,-1-1 1 0 0,1 1-1 0 0,0 0 1 0 0,-1 0-1 0 0,1 0 1 0 0,0 0-1 0 0,0 0 1 0 0,1 0-1 0 0,-1 0 1 0 0,0 0-1 0 0,0 1 1 0 0,4-4-1 0 0,0-1 214 0 0,0 0-1 0 0,1 0 1 0 0,0 1-1 0 0,0 0 1 0 0,9-6-1 0 0,-5 5 294 0 0,1 0 0 0 0,0 1-1 0 0,16-5 1 0 0,-24 8-523 0 0,1 1-1 0 0,-1 0 0 0 0,1 0 1 0 0,-1 1-1 0 0,1-1 1 0 0,-1 1-1 0 0,1 0 1 0 0,-1-1-1 0 0,1 2 1 0 0,0-1-1 0 0,-1 0 0 0 0,1 1 1 0 0,-1-1-1 0 0,1 1 1 0 0,5 3-1 0 0,-7-3-15 0 0,0 1-1 0 0,-1-1 1 0 0,1 1 0 0 0,-1-1-1 0 0,1 1 1 0 0,-1 0-1 0 0,0 0 1 0 0,0 0 0 0 0,0 0-1 0 0,0 0 1 0 0,0 0-1 0 0,0 0 1 0 0,0 0-1 0 0,-1 0 1 0 0,1 1 0 0 0,0 2-1 0 0,4 40 407 0 0,-5-39-405 0 0,1 4 40 0 0,-1 8-21 0 0,2 0-1 0 0,0-1 1 0 0,1 1 0 0 0,9 29 0 0 0,-11-43-57 0 0,0 0 1 0 0,1 0-1 0 0,0-1 0 0 0,0 1 1 0 0,0-1-1 0 0,0 0 1 0 0,0 1-1 0 0,1-1 0 0 0,-1 0 1 0 0,1 0-1 0 0,0 0 0 0 0,0-1 1 0 0,0 1-1 0 0,0-1 1 0 0,0 0-1 0 0,1 1 0 0 0,-1-1 1 0 0,1-1-1 0 0,0 1 0 0 0,-1-1 1 0 0,1 1-1 0 0,0-1 1 0 0,0 0-1 0 0,0 0 0 0 0,0-1 1 0 0,7 1-1 0 0,36-3 214 0 0,-31 0-103 0 0,0 1 0 0 0,0 1-1 0 0,0 1 1 0 0,18 2-1 0 0,-32-3-92 0 0,1 1-1 0 0,0-1 1 0 0,0 1-1 0 0,-1 0 1 0 0,1 0-1 0 0,-1 0 1 0 0,1 0-1 0 0,-1 0 1 0 0,1 0-1 0 0,-1 1 1 0 0,1-1-1 0 0,-1 1 0 0 0,0 0 1 0 0,0 0-1 0 0,0 0 1 0 0,0 0-1 0 0,0 0 1 0 0,0 0-1 0 0,-1 0 1 0 0,1 0-1 0 0,-1 1 1 0 0,1-1-1 0 0,-1 1 1 0 0,0-1-1 0 0,0 1 1 0 0,0 0-1 0 0,0-1 1 0 0,0 6-1 0 0,-1-3 42 0 0,0 0-1 0 0,0 1 1 0 0,-1-1 0 0 0,1 0 0 0 0,-1 0-1 0 0,0 0 1 0 0,-1 0 0 0 0,1 0-1 0 0,-1 0 1 0 0,0 0 0 0 0,0-1-1 0 0,-1 1 1 0 0,0-1 0 0 0,-4 7-1 0 0,-8 9 476 0 0,-29 31-1 0 0,28-34-444 0 0,-3 5-1283 0 0,-1 1-4780 0 0</inkml:trace>
</inkml:ink>
</file>

<file path=ppt/ink/ink3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09.8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198 94 920 0 0,'-23'-3'4669'0'0,"26"29"833"0"0,1-12-7068 0 0,-3-10 1691 0 0,0 1 0 0 0,1-1 0 0 0,-1 0 0 0 0,1 0 0 0 0,0 0 1 0 0,0 0-1 0 0,1 0 0 0 0,-1-1 0 0 0,5 5 0 0 0,-7-7-53 0 0,1 0 0 0 0,0 0 0 0 0,-1 0 0 0 0,1-1 0 0 0,0 1 0 0 0,0 0 0 0 0,0-1 0 0 0,-1 1 0 0 0,1-1 0 0 0,0 1 1 0 0,0-1-1 0 0,0 1 0 0 0,0-1 0 0 0,0 1 0 0 0,0-1 0 0 0,0 0 0 0 0,0 0 0 0 0,0 0 0 0 0,0 1 0 0 0,0-1 0 0 0,0 0 0 0 0,0 0 0 0 0,1 0 0 0 0,-1-1 0 0 0,0 1 0 0 0,0 0 0 0 0,0 0 0 0 0,0-1 0 0 0,0 1 0 0 0,0 0 0 0 0,0-1 0 0 0,0 1 0 0 0,0-1 0 0 0,-1 1 0 0 0,1-1 0 0 0,0 1 0 0 0,0-1 0 0 0,0 0 0 0 0,0 0 1 0 0,-1 1-1 0 0,1-1 0 0 0,0 0 0 0 0,-1 0 0 0 0,2-1 0 0 0,-1 0-21 0 0,0 0 0 0 0,-1 0 0 0 0,1 0 0 0 0,0-1 1 0 0,-1 1-1 0 0,1 0 0 0 0,-1 0 0 0 0,0 0 0 0 0,1-1 0 0 0,-1 1 1 0 0,0 0-1 0 0,-1-1 0 0 0,1 1 0 0 0,0 0 0 0 0,-1 0 1 0 0,1 0-1 0 0,-1-1 0 0 0,1 1 0 0 0,-1 0 0 0 0,0 0 0 0 0,0 0 1 0 0,0 0-1 0 0,0 0 0 0 0,-2-2 0 0 0,0-2 109 0 0,-1 1 1 0 0,1 1-1 0 0,-1-1 0 0 0,1 0 0 0 0,-1 1 1 0 0,0 0-1 0 0,-1 0 0 0 0,-6-5 1 0 0,8 7-100 0 0,0 0 1 0 0,0 1-1 0 0,-1-1 1 0 0,1 1-1 0 0,-1 0 1 0 0,1 0-1 0 0,-1 0 1 0 0,0 0 0 0 0,1 0-1 0 0,-1 1 1 0 0,0 0-1 0 0,1 0 1 0 0,-1 0-1 0 0,0 0 1 0 0,0 0-1 0 0,1 1 1 0 0,-6 1 0 0 0,3 0-41 0 0,1 0 1 0 0,-1 1-1 0 0,1-1 1 0 0,-1 1 0 0 0,1 1-1 0 0,0-1 1 0 0,0 1 0 0 0,1-1-1 0 0,-1 1 1 0 0,-3 5 0 0 0,0 0-43 0 0,0 0 1 0 0,1 1-1 0 0,1-1 0 0 0,0 1 1 0 0,0 1-1 0 0,0-1 1 0 0,2 1-1 0 0,-1 0 1 0 0,1 0-1 0 0,-3 18 1 0 0,6-26 6 0 0,0-1 0 0 0,1 0 0 0 0,-1 1-1 0 0,1-1 1 0 0,0 1 0 0 0,0-1 0 0 0,0 0 0 0 0,0 1 0 0 0,0-1 0 0 0,1 1 0 0 0,-1-1 0 0 0,1 0-1 0 0,-1 1 1 0 0,1-1 0 0 0,0 0 0 0 0,0 0 0 0 0,0 1 0 0 0,0-1 0 0 0,0 0 0 0 0,1 0 0 0 0,-1 0 0 0 0,1 0-1 0 0,-1 0 1 0 0,1-1 0 0 0,0 1 0 0 0,-1 0 0 0 0,1-1 0 0 0,0 1 0 0 0,0-1 0 0 0,0 0 0 0 0,0 0 0 0 0,0 1-1 0 0,1-2 1 0 0,3 3 0 0 0,-2-3 32 0 0,0 1 0 0 0,1 0 0 0 0,-1-1 0 0 0,1 0 0 0 0,-1 0 0 0 0,1-1 0 0 0,-1 1 0 0 0,0-1 0 0 0,1 0 0 0 0,-1 0 0 0 0,0 0 0 0 0,0 0 0 0 0,1-1 0 0 0,-1 0 0 0 0,0 0 0 0 0,0 0 0 0 0,-1 0 0 0 0,6-4 0 0 0,1-2 120 0 0,0-1 1 0 0,0 0-1 0 0,-1 0 1 0 0,0-1-1 0 0,-1 0 0 0 0,0 0 1 0 0,-1-1-1 0 0,0 0 1 0 0,8-17-1 0 0,-13 22-125 0 0,1 1-1 0 0,-1-1 1 0 0,0 0-1 0 0,-1 0 1 0 0,1 0-1 0 0,-1 0 1 0 0,-1 0-1 0 0,1 0 1 0 0,-1 0-1 0 0,0 0 1 0 0,0-1-1 0 0,-1 1 1 0 0,0 0-1 0 0,0 0 1 0 0,0 0-1 0 0,-1 0 1 0 0,0 0 0 0 0,0 1-1 0 0,0-1 1 0 0,-1 0-1 0 0,0 1 1 0 0,-4-6-1 0 0,6 9-11 0 0,0 0 0 0 0,0 1 0 0 0,0-1 0 0 0,0 0-1 0 0,-1 1 1 0 0,1-1 0 0 0,-1 1 0 0 0,1 0 0 0 0,-1 0 0 0 0,0-1 0 0 0,1 1 0 0 0,-1 0-1 0 0,0 0 1 0 0,0 0 0 0 0,0 1 0 0 0,0-1 0 0 0,0 0 0 0 0,0 1 0 0 0,0-1 0 0 0,0 1-1 0 0,0 0 1 0 0,-3 0 0 0 0,2 0 8 0 0,0 1 0 0 0,0-1-1 0 0,0 1 1 0 0,0 0 0 0 0,-1 0-1 0 0,1 1 1 0 0,1-1 0 0 0,-1 1-1 0 0,0-1 1 0 0,0 1 0 0 0,1 0-1 0 0,-6 4 1 0 0,2 0-21 0 0,0 0 0 0 0,0 1 0 0 0,0 0 0 0 0,1 0 0 0 0,0 0-1 0 0,1 0 1 0 0,-1 1 0 0 0,1 0 0 0 0,-5 14 0 0 0,8-19 7 0 0,1 0-1 0 0,-1 0 0 0 0,1 0 1 0 0,-1 0-1 0 0,1 0 1 0 0,0 0-1 0 0,0 0 0 0 0,0 0 1 0 0,1 0-1 0 0,-1 0 1 0 0,1 0-1 0 0,0 0 0 0 0,0 0 1 0 0,0 0-1 0 0,0 0 1 0 0,0 0-1 0 0,0-1 0 0 0,3 4 1 0 0,-4-5 12 0 0,1 0 0 0 0,0 0 0 0 0,0-1 1 0 0,0 1-1 0 0,0 0 0 0 0,0 0 0 0 0,0-1 1 0 0,0 1-1 0 0,0 0 0 0 0,0-1 0 0 0,0 1 1 0 0,0-1-1 0 0,0 0 0 0 0,0 1 0 0 0,0-1 0 0 0,0 0 1 0 0,1 1-1 0 0,1-1 0 0 0,-1 0 30 0 0,1-1-1 0 0,-1 1 1 0 0,0-1 0 0 0,0 1-1 0 0,0-1 1 0 0,0 0 0 0 0,0 1-1 0 0,0-1 1 0 0,0 0 0 0 0,0-1-1 0 0,0 1 1 0 0,0 0 0 0 0,2-3-1 0 0,-1 2 26 0 0,-1-1 0 0 0,1 0 0 0 0,-1 0 0 0 0,0 0 0 0 0,0 0-1 0 0,0 0 1 0 0,-1-1 0 0 0,1 1 0 0 0,-1 0 0 0 0,0-1 0 0 0,0 1 0 0 0,1-7-1 0 0,-1 9-92 0 0,-1-1 0 0 0,0 1 0 0 0,1 0 0 0 0,-1 0 0 0 0,0-1 0 0 0,0 1 0 0 0,0 0 0 0 0,0-1 0 0 0,0 1 0 0 0,0 0 0 0 0,0-1 0 0 0,-1 1 0 0 0,1 0 0 0 0,0 0 0 0 0,-1-1 0 0 0,1 1 0 0 0,-1 0 0 0 0,1 0 0 0 0,-1 0 0 0 0,0 0 0 0 0,1-1 0 0 0,-1 1 0 0 0,0 0 0 0 0,0 0 0 0 0,0 0 0 0 0,0 1 0 0 0,0-1 0 0 0,0 0 0 0 0,0 0 0 0 0,0 0 0 0 0,0 1 0 0 0,0-1 0 0 0,0 1 0 0 0,-1-1 0 0 0,1 1 0 0 0,0-1 0 0 0,0 1 0 0 0,-3-1 0 0 0,-6 4-2184 0 0</inkml:trace>
</inkml:ink>
</file>

<file path=ppt/ink/ink3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14.0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 10594 0 0,'-4'17'4131'0'0,"4"7"-5933"0"0,0-23 1779 0 0,0 0 0 0 0,0 0 0 0 0,1 0 1 0 0,-1 0-1 0 0,0 0 0 0 0,0 0 0 0 0,0 0 0 0 0,1 0 1 0 0,-1 0-1 0 0,1 0 0 0 0,-1 0 0 0 0,1-1 0 0 0,-1 1 0 0 0,1 0 1 0 0,-1 0-1 0 0,1 0 0 0 0,0-1 0 0 0,-1 1 0 0 0,1 0 1 0 0,0-1-1 0 0,0 1 0 0 0,-1-1 0 0 0,1 1 0 0 0,0-1 1 0 0,0 1-1 0 0,0-1 0 0 0,0 1 0 0 0,0-1 0 0 0,0 0 1 0 0,0 1-1 0 0,0-1 0 0 0,0 0 0 0 0,0 0 0 0 0,0 0 1 0 0,0 0-1 0 0,0 0 0 0 0,0 0 0 0 0,-1 0 0 0 0,3 0 1 0 0,3-4 22 0 0</inkml:trace>
</inkml:ink>
</file>

<file path=ppt/ink/ink3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14.5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0 106 7834 0 0,'1'-1'227'0'0,"-1"-1"-1"0"0,0 0 1 0 0,0 0 0 0 0,1 0 0 0 0,-1 1 0 0 0,1-1-1 0 0,0 0 1 0 0,0 1 0 0 0,-1-1 0 0 0,1 0 0 0 0,0 1 0 0 0,0-1-1 0 0,0 1 1 0 0,1-1 0 0 0,-1 1 0 0 0,0 0 0 0 0,0-1 0 0 0,1 1-1 0 0,2-2 1 0 0,31-23 1702 0 0,-25 19-1699 0 0,-1 2 0 0 0,1-1 0 0 0,0 1 0 0 0,0 1 0 0 0,0 0-1 0 0,1 0 1 0 0,-1 1 0 0 0,1 0 0 0 0,0 1 0 0 0,0 1 0 0 0,0-1 0 0 0,15 1 0 0 0,-24 2-229 0 0,0-1 0 0 0,0 1 1 0 0,-1-1-1 0 0,1 1 0 0 0,0 0 1 0 0,0 0-1 0 0,-1 0 0 0 0,1 0 1 0 0,0 0-1 0 0,-1 0 0 0 0,1 0 1 0 0,-1 1-1 0 0,1-1 0 0 0,-1 1 1 0 0,0-1-1 0 0,1 1 0 0 0,-1-1 0 0 0,0 1 1 0 0,0-1-1 0 0,0 1 0 0 0,0 0 1 0 0,-1 0-1 0 0,1 0 0 0 0,0-1 1 0 0,-1 1-1 0 0,1 0 0 0 0,-1 0 1 0 0,0 0-1 0 0,0 0 0 0 0,1 0 1 0 0,-2 3-1 0 0,2 10-111 0 0,-2 0 0 0 0,1-1 1 0 0,-5 20-1 0 0,2-8-348 0 0,2-23 441 0 0,0 1 0 0 0,1 0 0 0 0,0 0 0 0 0,-1 0 1 0 0,2 0-1 0 0,-1 0 0 0 0,0 0 0 0 0,1 0 0 0 0,-1-1 0 0 0,1 1 0 0 0,0 0 0 0 0,1 0 1 0 0,-1-1-1 0 0,1 1 0 0 0,-1-1 0 0 0,1 1 0 0 0,0-1 0 0 0,0 0 0 0 0,1 1 1 0 0,-1-1-1 0 0,1 0 0 0 0,-1-1 0 0 0,1 1 0 0 0,0 0 0 0 0,0-1 0 0 0,0 1 0 0 0,1-1 1 0 0,-1 0-1 0 0,0 0 0 0 0,1-1 0 0 0,-1 1 0 0 0,1-1 0 0 0,4 2 0 0 0,26 8 73 0 0,-27-9-24 0 0,0 0 1 0 0,0 0 0 0 0,0 0 0 0 0,-1 1-1 0 0,1 0 1 0 0,8 6 0 0 0,-14-7-28 0 0,1-1 0 0 0,0 1 1 0 0,0 0-1 0 0,-1-1 0 0 0,1 1 1 0 0,-1 0-1 0 0,0 0 0 0 0,0 0 1 0 0,1 0-1 0 0,-1 1 0 0 0,0-1 1 0 0,-1 0-1 0 0,1 0 0 0 0,0 1 1 0 0,-1-1-1 0 0,1 0 0 0 0,-1 1 1 0 0,0-1-1 0 0,0 1 0 0 0,0-1 0 0 0,0 0 1 0 0,0 1-1 0 0,-1 4 0 0 0,-3 8-119 0 0,0 0-1 0 0,-1-1 0 0 0,-1 1 0 0 0,0-1 1 0 0,-1 0-1 0 0,0 0 0 0 0,-1-1 0 0 0,-17 22 1 0 0,2-1-1479 0 0,16-23 470 0 0</inkml:trace>
</inkml:ink>
</file>

<file path=ppt/ink/ink3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14.6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6913 0 0,'1'0'25'0'0,"0"0"-1"0"0,0 0 1 0 0,0 0-1 0 0,0 0 1 0 0,0 0-1 0 0,0 1 1 0 0,0-1-1 0 0,0 0 1 0 0,0 1-1 0 0,0-1 0 0 0,0 1 1 0 0,0-1-1 0 0,0 1 1 0 0,0-1-1 0 0,-1 1 1 0 0,1 0-1 0 0,0-1 1 0 0,0 1-1 0 0,-1 0 0 0 0,1 0 1 0 0,0-1-1 0 0,-1 1 1 0 0,1 0-1 0 0,-1 0 1 0 0,1 1-1 0 0,0 1 110 0 0,0 0-1 0 0,0 0 0 0 0,0 0 1 0 0,0 0-1 0 0,-1 0 1 0 0,1 0-1 0 0,-1 0 0 0 0,0 6 1 0 0,0-5-5 0 0,-1 1 1 0 0,1-1 0 0 0,-1 1-1 0 0,0 0 1 0 0,0-1-1 0 0,0 0 1 0 0,0 1-1 0 0,-1-1 1 0 0,0 0 0 0 0,0 1-1 0 0,0-1 1 0 0,-4 5-1 0 0,3-13-202 0 0,1-1 58 0 0</inkml:trace>
</inkml:ink>
</file>

<file path=ppt/ink/ink3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15.0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81 8290 0 0,'6'-9'1264'0'0,"1"0"0"0"0,1 1 0 0 0,16-15 0 0 0,-20 19-1033 0 0,0 0 1 0 0,0 1-1 0 0,0 0 1 0 0,1 0-1 0 0,0 1 0 0 0,-1-1 1 0 0,1 1-1 0 0,0 0 1 0 0,0 0-1 0 0,7-1 0 0 0,-11 3-199 0 0,0 0 0 0 0,0 0 0 0 0,-1 0 0 0 0,1 0 0 0 0,0 0 0 0 0,0 1-1 0 0,-1-1 1 0 0,1 0 0 0 0,0 1 0 0 0,0-1 0 0 0,-1 0 0 0 0,1 1 0 0 0,0-1 0 0 0,-1 1-1 0 0,1-1 1 0 0,0 1 0 0 0,-1-1 0 0 0,1 1 0 0 0,-1 0 0 0 0,1-1 0 0 0,-1 1-1 0 0,1 0 1 0 0,-1-1 0 0 0,0 1 0 0 0,1 0 0 0 0,-1-1 0 0 0,0 1 0 0 0,0 0 0 0 0,1 0-1 0 0,-1 0 1 0 0,0-1 0 0 0,0 1 0 0 0,0 0 0 0 0,0 0 0 0 0,0 0 0 0 0,0-1 0 0 0,0 1-1 0 0,0 0 1 0 0,0 1 0 0 0,-4 41 81 0 0,2-34-64 0 0,2-5-66 0 0,-1 0 1 0 0,1 1-1 0 0,0-1 0 0 0,0 0 1 0 0,0 1-1 0 0,1-1 1 0 0,-1 0-1 0 0,1 1 1 0 0,0-1-1 0 0,0 0 0 0 0,1 0 1 0 0,-1 0-1 0 0,1 0 1 0 0,0 0-1 0 0,0 0 1 0 0,3 4-1 0 0,0-2 6 0 0,0-2 1 0 0,0 1-1 0 0,1-1 0 0 0,-1 0 1 0 0,1 0-1 0 0,0 0 1 0 0,0-1-1 0 0,0 0 0 0 0,11 4 1 0 0,-7-3 22 0 0,-4-1 48 0 0,0-1 1 0 0,0 1-1 0 0,0 0 1 0 0,0 0-1 0 0,-1 0 0 0 0,8 6 1 0 0,-12-7-52 0 0,0-1 0 0 0,1 0 0 0 0,-1 1 0 0 0,0-1 0 0 0,0 1 0 0 0,-1-1 0 0 0,1 1 0 0 0,0 0 0 0 0,0-1 0 0 0,-1 1 0 0 0,1 0 0 0 0,-1-1 0 0 0,1 1 0 0 0,-1 0 0 0 0,0 0 0 0 0,0 0 0 0 0,0-1 0 0 0,0 1 0 0 0,0 0 0 0 0,0 0 0 0 0,0-1 0 0 0,0 1 0 0 0,-1 0 0 0 0,1 0 0 0 0,-1-1 0 0 0,1 1 0 0 0,-1 0 0 0 0,-1 1 0 0 0,-10 22-54 0 0,-1-1 0 0 0,-2 0 0 0 0,-18 24 0 0 0,15-23-351 0 0,3-4-140 0 0</inkml:trace>
</inkml:ink>
</file>

<file path=ppt/ink/ink3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15.6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10 11058 0 0,'1'0'1145'0'0,"-1"0"-1048"0"0,27-8 7190 0 0,-37 6-5685 0 0,10 2-1541 0 0</inkml:trace>
</inkml:ink>
</file>

<file path=ppt/ink/ink3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0.6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30 10138 0 0,'0'-1'143'0'0,"0"0"0"0"0,0 0-1 0 0,0 0 1 0 0,0-1 0 0 0,0 1-1 0 0,0 0 1 0 0,0 0 0 0 0,0 0 0 0 0,1 0-1 0 0,-1-1 1 0 0,0 1 0 0 0,1 0-1 0 0,-1 0 1 0 0,1 0 0 0 0,-1 0 0 0 0,1 0-1 0 0,-1 0 1 0 0,1 0 0 0 0,0 0 0 0 0,-1 0-1 0 0,1 0 1 0 0,0 1 0 0 0,0-1-1 0 0,0 0 1 0 0,0 0 0 0 0,0 1 0 0 0,0-1-1 0 0,1-1 1 0 0,0 2-36 0 0,-1 1-1 0 0,0-1 1 0 0,1 0 0 0 0,-1 0-1 0 0,0 0 1 0 0,1 1 0 0 0,-1-1-1 0 0,0 1 1 0 0,0-1 0 0 0,1 1-1 0 0,-1-1 1 0 0,0 1 0 0 0,0 0-1 0 0,0-1 1 0 0,0 1 0 0 0,0 0-1 0 0,0 0 1 0 0,0 0 0 0 0,0 0-1 0 0,0 0 1 0 0,0 0 0 0 0,0 0-1 0 0,-1 0 1 0 0,1 1 0 0 0,0 0-1 0 0,10 11-98 0 0,1 0 0 0 0,0-1 0 0 0,0-1 0 0 0,1 0 0 0 0,1-1 0 0 0,0 0 0 0 0,28 14 0 0 0,-22-11-400 0 0,-11-8 182 0 0,3 2 88 0 0,-1 0 1 0 0,0 0 0 0 0,0 1 0 0 0,0 1-1 0 0,8 9 1 0 0,-17-15 224 0 0,0-1 0 0 0,0 0 0 0 0,0 0 0 0 0,-1 1 0 0 0,1-1 0 0 0,-1 1 0 0 0,1 0 0 0 0,-1-1 0 0 0,0 1 0 0 0,0 0 0 0 0,-1 0 0 0 0,1-1 0 0 0,0 1 0 0 0,-1 0 0 0 0,0 0 0 0 0,1 0 0 0 0,-1 0 0 0 0,0 0 0 0 0,-1 0 0 0 0,1 0 0 0 0,0-1 0 0 0,-1 1 0 0 0,0 0 0 0 0,0 0 0 0 0,0 0 0 0 0,0-1 0 0 0,0 1 0 0 0,-3 4 0 0 0,-21 37 874 0 0,-9 14-1144 0 0,14-18-4152 0 0</inkml:trace>
</inkml:ink>
</file>

<file path=ppt/ink/ink3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0.9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 3225 0 0,'-7'1'12416'0'0,"7"11"-12934"0"0,0-4 575 0 0,-1 1 1 0 0,2 0-1 0 0,-1-1 0 0 0,1 1 0 0 0,0 0 0 0 0,1-1 0 0 0,0 1 0 0 0,4 11 1 0 0,-5-18-56 0 0,1 1 0 0 0,-1 0-1 0 0,1-1 1 0 0,0 0 0 0 0,0 1 0 0 0,0-1 0 0 0,0 0 0 0 0,0 0 0 0 0,0 0 0 0 0,0 0 0 0 0,1-1 0 0 0,-1 1 0 0 0,1-1 0 0 0,-1 1 0 0 0,1-1 0 0 0,0 0 0 0 0,0 0 0 0 0,-1 0 0 0 0,1 0 0 0 0,0 0 0 0 0,0-1 0 0 0,0 1 0 0 0,0-1 0 0 0,0 0 0 0 0,0 0 0 0 0,0 0 0 0 0,0 0 0 0 0,3-1 0 0 0,11-1 76 0 0,31-2 660 0 0,-46 4-640 0 0,0 0 0 0 0,0 0 0 0 0,-1 1 0 0 0,1-1 1 0 0,0 0-1 0 0,0 0 0 0 0,0 1 0 0 0,0-1 1 0 0,-1 1-1 0 0,1 0 0 0 0,0-1 0 0 0,0 1 1 0 0,-1 0-1 0 0,1 0 0 0 0,-1 0 0 0 0,1 0 0 0 0,-1 0 1 0 0,1 1-1 0 0,-1-1 0 0 0,2 2 0 0 0,-3-1 7 0 0,0 1 0 0 0,1 0 0 0 0,-1-1 0 0 0,0 1 1 0 0,-1-1-1 0 0,1 1 0 0 0,0-1 0 0 0,-1 1 0 0 0,1-1 0 0 0,-1 1 0 0 0,0-1 0 0 0,0 1 0 0 0,0-1 0 0 0,0 0 0 0 0,0 1 0 0 0,0-1 0 0 0,-3 3 0 0 0,-3 10-5987 0 0</inkml:trace>
</inkml:ink>
</file>

<file path=ppt/ink/ink3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1.4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14747 0 0,'0'0'1568'0'0,"0"1"-1936"0"0,1 0-128 0 0,-1 1-24 0 0,3 2-8 0 0,0 3 416 0 0,-1 2 112 0 0,0 2 0 0 0</inkml:trace>
</inkml:ink>
</file>

<file path=ppt/ink/ink3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2.5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 45 6913 0 0,'1'-1'298'0'0,"-1"1"-249"0"0,0 0 1 0 0,0 0 0 0 0,0 0-1 0 0,0 0 1 0 0,0-1-1 0 0,0 1 1 0 0,1 0-1 0 0,-1 0 1 0 0,0 0-1 0 0,0 0 1 0 0,0 0 0 0 0,0 0-1 0 0,0-1 1 0 0,0 1-1 0 0,0 0 1 0 0,0 0-1 0 0,0 0 1 0 0,0 0 0 0 0,0 0-1 0 0,0-1 1 0 0,0 1-1 0 0,-1 0 1 0 0,1 0-1 0 0,-1-1 546 0 0,1 1-545 0 0,0-1-1 0 0,0 1 1 0 0,0 0-1 0 0,0 0 1 0 0,0 0-1 0 0,0 0 1 0 0,-1 0 0 0 0,1 0-1 0 0,0 0 1 0 0,0 0-1 0 0,0 0 1 0 0,0 0-1 0 0,0 0 1 0 0,-1 0 0 0 0,1 0-1 0 0,0 0 1 0 0,0 0-1 0 0,0 0 1 0 0,0 0-1 0 0,0 0 1 0 0,-1 0 0 0 0,13-8 4770 0 0,-9 7-4235 0 0,-1 1-753 0 0,14-4 1657 0 0,-15 4-1442 0 0,-1 0-1 0 0,0 0 1 0 0,0 0-1 0 0,0 0 1 0 0,1 0-1 0 0,-1 0 0 0 0,0 0 1 0 0,0 0-1 0 0,1 0 1 0 0,-1 0-1 0 0,0 0 0 0 0,0 0 1 0 0,1 1-1 0 0,-1-1 1 0 0,0 0-1 0 0,0 0 1 0 0,0 0-1 0 0,1 0 0 0 0,-1 0 1 0 0,0 0-1 0 0,0 1 1 0 0,0-1-1 0 0,1 0 1 0 0,-1 0-1 0 0,0 0 0 0 0,0 1 1 0 0,0-1-1 0 0,0 0 1 0 0,0 0-1 0 0,1 0 1 0 0,-1 1-1 0 0,0-1 0 0 0,0 0 1 0 0,0 0-1 0 0,0 1 1 0 0,0-1-1 0 0,0 0 0 0 0,0 0 1 0 0,0 1-1 0 0,0-1 1 0 0,0 0-1 0 0,0 0 1 0 0,0 0-1 0 0,0 1 0 0 0,0-1 1 0 0,0 0-1 0 0,0 0 1 0 0,0 1-1 0 0,0-1 1 0 0,-1 0-1 0 0,1 0 0 0 0,0 1 1 0 0,0-1-1 0 0,0 0 1 0 0,0 0-1 0 0,0 0 1 0 0,-1 1-1 0 0,1-1 0 0 0,0 0 1 0 0,0 1 243 0 0,-4-4-322 0 0,-5-5 77 0 0,5 5-279 0 0,0-1-1 0 0,0 1 1 0 0,-1-1-1 0 0,1 1 0 0 0,-10-4 1 0 0,14 6 188 0 0,-1 1 0 0 0,1 0 1 0 0,-1 0-1 0 0,1 0 0 0 0,-1 0 1 0 0,1 0-1 0 0,-1-1 0 0 0,1 1 1 0 0,-1 0-1 0 0,1 0 0 0 0,-1 0 1 0 0,1 0-1 0 0,-1 1 0 0 0,0-1 1 0 0,1 0-1 0 0,-1 0 0 0 0,1 0 0 0 0,-1 0 1 0 0,1 0-1 0 0,-1 1 0 0 0,1-1 1 0 0,-1 0-1 0 0,1 1 0 0 0,-1-1 1 0 0,0 1-1 0 0,1 0-39 0 0,-1 0-1 0 0,0 1 1 0 0,0-1 0 0 0,1 0-1 0 0,-1 1 1 0 0,1-1 0 0 0,-1 1-1 0 0,1-1 1 0 0,0 1 0 0 0,0-1-1 0 0,-1 1 1 0 0,1-1 0 0 0,0 1-1 0 0,1 1 1 0 0,0 13-1412 0 0,3-6-2360 0 0</inkml:trace>
</inkml:ink>
</file>

<file path=ppt/ink/ink3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2.8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39 112 10594 0 0,'-5'-5'281'0'0,"1"-1"0"0"0,0 0 0 0 0,0-1-1 0 0,0 1 1 0 0,1 0 0 0 0,0-1 0 0 0,0 0 0 0 0,-3-12-1 0 0,4-14 3237 0 0,2 33-3449 0 0,0 0 0 0 0,-1-1 0 0 0,1 1 0 0 0,0 0 0 0 0,0-1-1 0 0,1 1 1 0 0,-1 0 0 0 0,0-1 0 0 0,0 1 0 0 0,0 0 0 0 0,0-1 0 0 0,0 1-1 0 0,0 0 1 0 0,0-1 0 0 0,0 1 0 0 0,1 0 0 0 0,-1 0 0 0 0,0-1 0 0 0,0 1-1 0 0,0 0 1 0 0,1 0 0 0 0,-1-1 0 0 0,0 1 0 0 0,0 0 0 0 0,1 0 0 0 0,-1-1-1 0 0,0 1 1 0 0,0 0 0 0 0,1 0 0 0 0,-1 0 0 0 0,0 0 0 0 0,1-1 0 0 0,-1 1 0 0 0,0 0-1 0 0,1 0 1 0 0,0 0 0 0 0,12 7 1211 0 0,9 17-166 0 0,-1 8-554 0 0,0 0 0 0 0,28 65 0 0 0,20 77-455 0 0,-57-144-201 0 0,25 68-2656 0 0,-23-65-4660 0 0</inkml:trace>
</inkml:ink>
</file>

<file path=ppt/ink/ink3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3.2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392 65 4609 0 0,'0'-9'2200'0'0,"-1"4"-1169"0"0,1-1 0 0 0,0 1 1 0 0,0 0-1 0 0,0-1 0 0 0,1 1 0 0 0,0 0 0 0 0,0 0 1 0 0,6-8 3997 0 0,-7 39-3882 0 0,-6 13-704 0 0,-1-1 0 0 0,-2-1-1 0 0,-28 73 1 0 0,-59 103-426 0 0,90-200 12 0 0,-74 152 99 0 0,-10 18-228 0 0,32-59-2936 0 0,47-100-4245 0 0</inkml:trace>
</inkml:ink>
</file>

<file path=ppt/ink/ink3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0.0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64 208 1840 0 0,'-18'-22'2845'0'0,"16"18"-2130"0"0,0 1 1 0 0,-1-1-1 0 0,0 1 0 0 0,0-1 1 0 0,0 1-1 0 0,0 0 0 0 0,-1 0 0 0 0,1 1 1 0 0,-1-1-1 0 0,-4-2 0 0 0,8 5-572 0 0,-1 0 0 0 0,1-1 0 0 0,-1 1 0 0 0,1 0-1 0 0,-1-1 1 0 0,1 1 0 0 0,0 0 0 0 0,-1-1-1 0 0,1 1 1 0 0,-1-1 0 0 0,1 1 0 0 0,0-1 0 0 0,-1 1-1 0 0,1-1 1 0 0,0 1 0 0 0,0-1 0 0 0,-1 1 0 0 0,1-1-1 0 0,0 1 1 0 0,0-1 0 0 0,0 0 0 0 0,0 1-1 0 0,0-1 1 0 0,0 1 0 0 0,0-1 0 0 0,0 1 0 0 0,0-1-1 0 0,0 0 1 0 0,0 0 0 0 0,10-21 1600 0 0,19-13-319 0 0,-19 26-1237 0 0,0 1-1 0 0,0 0 1 0 0,1 1-1 0 0,1 0 1 0 0,-1 0-1 0 0,1 1 1 0 0,0 1-1 0 0,0 0 0 0 0,17-4 1 0 0,-25 7-183 0 0,0 1 0 0 0,0 0 0 0 0,0 1 1 0 0,0-1-1 0 0,0 1 0 0 0,0 0 0 0 0,1 0 0 0 0,-1 0 0 0 0,0 0 0 0 0,0 1 1 0 0,0-1-1 0 0,0 1 0 0 0,0 0 0 0 0,0 1 0 0 0,0-1 0 0 0,0 1 0 0 0,0-1 1 0 0,-1 1-1 0 0,1 0 0 0 0,-1 0 0 0 0,1 1 0 0 0,-1-1 0 0 0,0 1 1 0 0,0 0-1 0 0,0 0 0 0 0,0 0 0 0 0,0 0 0 0 0,-1 0 0 0 0,1 1 0 0 0,-1-1 1 0 0,0 1-1 0 0,0-1 0 0 0,1 5 0 0 0,2 5 12 0 0,0 0 1 0 0,-1 1-1 0 0,-1-1 1 0 0,-1 0-1 0 0,1 1 0 0 0,-2 0 1 0 0,0 0-1 0 0,-1-1 1 0 0,0 1-1 0 0,-4 24 0 0 0,-1-14-13 0 0,0 0 0 0 0,-2-1 0 0 0,0 0 0 0 0,-1 0 0 0 0,-15 26-1 0 0,23-48 5 0 0,0-1 0 0 0,-1 1-1 0 0,1-1 1 0 0,0 0 0 0 0,-1 1-1 0 0,1-1 1 0 0,0 1-1 0 0,0-1 1 0 0,0 1 0 0 0,0-1-1 0 0,-1 0 1 0 0,1 1 0 0 0,0-1-1 0 0,0 1 1 0 0,0-1 0 0 0,0 1-1 0 0,0-1 1 0 0,0 1-1 0 0,0-1 1 0 0,0 1 0 0 0,0-1-1 0 0,1 1 1 0 0,-1-1 0 0 0,0 1-1 0 0,0-1 1 0 0,0 1 0 0 0,0-1-1 0 0,1 0 1 0 0,-1 1-1 0 0,14 0 30 0 0,31-19-145 0 0,-29 11 125 0 0,-9 5-7 0 0,0 0 0 0 0,0 0 0 0 0,0 1 0 0 0,1 0 0 0 0,-1 0 0 0 0,0 1 0 0 0,1 0 0 0 0,7 0 0 0 0,-13 0-7 0 0,-1 1-1 0 0,1-1 1 0 0,-1 0-1 0 0,1 1 1 0 0,0-1-1 0 0,-1 1 1 0 0,1-1-1 0 0,-1 1 1 0 0,1 0-1 0 0,-1-1 1 0 0,0 1-1 0 0,1 0 1 0 0,-1 0-1 0 0,0 0 1 0 0,1 0-1 0 0,-1 0 1 0 0,0 0-1 0 0,0 1 1 0 0,0-1-1 0 0,0 0 1 0 0,0 1-1 0 0,0-1 1 0 0,-1 0-1 0 0,1 1 1 0 0,0-1-1 0 0,-1 1 0 0 0,1 0 1 0 0,-1-1-1 0 0,1 1 1 0 0,-1-1-1 0 0,0 1 1 0 0,0-1-1 0 0,1 1 1 0 0,-1 0-1 0 0,0-1 1 0 0,-1 1-1 0 0,1 0 1 0 0,0-1-1 0 0,0 1 1 0 0,-1-1-1 0 0,0 4 1 0 0,-5 13 34 0 0,-1 1-1 0 0,-1-1 1 0 0,-1 0 0 0 0,0-1 0 0 0,-2 0-1 0 0,-17 23 1 0 0,9-13-14 0 0,-18 26-568 0 0,-18 26-2904 0 0</inkml:trace>
</inkml:ink>
</file>

<file path=ppt/ink/ink3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0.3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54 2761 0 0,'-8'-54'16761'0'0,"13"80"-15150"0"0,-2 9-1310 0 0,-2 0 0 0 0,0 0 0 0 0,-3 0 0 0 0,-1 0 0 0 0,-10 47 0 0 0,0 10-179 0 0,8-19-44 0 0,5 75 1 0 0,1-60-139 0 0,-5-52-2411 0 0</inkml:trace>
</inkml:ink>
</file>

<file path=ppt/ink/ink3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0.6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1 160 8290 0 0,'0'0'200'0'0,"0"-1"-1"0"0,-1 1 1 0 0,1-1 0 0 0,0 0 0 0 0,0 1 0 0 0,0-1-1 0 0,0 1 1 0 0,0-1 0 0 0,0 1 0 0 0,0-1 0 0 0,0 0-1 0 0,0 1 1 0 0,0-1 0 0 0,1 1 0 0 0,-1-1 0 0 0,0 1-1 0 0,4-6 2199 0 0,-3 6-2198 0 0,-1-1 0 0 0,1 1-1 0 0,-1 0 1 0 0,1 0 0 0 0,-1-1 0 0 0,1 1 0 0 0,-1 0-1 0 0,1 0 1 0 0,22-13 2298 0 0,-6 8-1899 0 0,0 0 0 0 0,1 1-1 0 0,0 1 1 0 0,-1 0 0 0 0,1 1 0 0 0,0 2 0 0 0,19 0 0 0 0,38-3 40 0 0,-40-1-457 0 0,0-1 1 0 0,57-17-1 0 0,-70 15-1026 0 0,33-16 1 0 0,-40 15-1605 0 0,0-1 1 0 0,24-17-1 0 0</inkml:trace>
</inkml:ink>
</file>

<file path=ppt/ink/ink4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0.9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 44 920 0 0,'-14'-15'4061'0'0,"-16"-14"7583"0"0,30 30-11377 0 0,-1 0 0 0 0,1-1 0 0 0,-1 1 0 0 0,1 0 0 0 0,0 0 0 0 0,-1 0 0 0 0,1-1 0 0 0,0 1 0 0 0,-1 0 0 0 0,1 0 0 0 0,0 0 0 0 0,0 0 0 0 0,0-1 0 0 0,0 1 0 0 0,0 0 0 0 0,0 0 0 0 0,0 0 0 0 0,0 0 0 0 0,0 0 0 0 0,1 1 0 0 0,1 25 153 0 0,53 283 933 0 0,-54-303-1353 0 0,8 31 7 0 0,2-1 0 0 0,2 0 0 0 0,1 0 0 0 0,21 39 0 0 0,-1-14 404 0 0,58 81-1 0 0,-86-136-482 0 0,0 0-1 0 0,0 0 0 0 0,0 0 0 0 0,1-1 1 0 0,-1 1-1 0 0,2-2 0 0 0,-1 1 0 0 0,1-1 1 0 0,-1 0-1 0 0,1-1 0 0 0,1 1 1 0 0,16 5-1 0 0,-20-8-1922 0 0</inkml:trace>
</inkml:ink>
</file>

<file path=ppt/ink/ink4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20.2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10138 0 0,'1'4'8489'0'0,"1"4"-5648"0"0,9 25-7201 0 0</inkml:trace>
</inkml:ink>
</file>

<file path=ppt/ink/ink4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4.5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57 36 5985 0 0,'-16'-14'3519'0'0,"14"11"-2810"0"0,-1 1-1 0 0,1 0 1 0 0,-1-1-1 0 0,1 1 1 0 0,-1 0 0 0 0,0 1-1 0 0,0-1 1 0 0,0 0 0 0 0,-4-1-1 0 0,6 3-596 0 0,1 1-1 0 0,-1-1 1 0 0,1 0-1 0 0,-1 0 1 0 0,1 1-1 0 0,-1-1 1 0 0,1 0-1 0 0,-1 1 1 0 0,1-1-1 0 0,-1 1 1 0 0,1-1-1 0 0,0 1 1 0 0,-1-1-1 0 0,1 0 0 0 0,0 1 1 0 0,-1-1-1 0 0,1 1 1 0 0,0 0-1 0 0,0-1 1 0 0,-1 1-1 0 0,1-1 1 0 0,0 1-1 0 0,0-1 1 0 0,0 1-1 0 0,0-1 1 0 0,0 1-1 0 0,0 0 1 0 0,0-1-1 0 0,0 1 1 0 0,0-1-1 0 0,0 1 1 0 0,0 0-1 0 0,0 0 1 0 0,1 22 574 0 0,1-6-473 0 0,0 0-1 0 0,1-1 1 0 0,2 1-1 0 0,-1-1 1 0 0,2 0-1 0 0,0 0 1 0 0,1 0 0 0 0,0-1-1 0 0,1 0 1 0 0,20 27-1 0 0,-22-35-135 0 0,1 1 0 0 0,-1-1 0 0 0,1 0-1 0 0,1 0 1 0 0,-1 0 0 0 0,1-1 0 0 0,0-1 0 0 0,1 1 0 0 0,-1-1-1 0 0,1-1 1 0 0,0 1 0 0 0,0-2 0 0 0,1 1 0 0 0,-1-1 0 0 0,1-1-1 0 0,0 1 1 0 0,-1-2 0 0 0,1 1 0 0 0,0-2 0 0 0,11 1 0 0 0,-10-2-78 0 0,0 0 1 0 0,-1-1-1 0 0,1 0 0 0 0,-1-1 1 0 0,1 0-1 0 0,-1-1 1 0 0,0 0-1 0 0,-1-1 1 0 0,18-10-1 0 0,-19 10-255 0 0,-1 0 1 0 0,0 0-1 0 0,0-1 1 0 0,0 0-1 0 0,-1 0 0 0 0,0-1 1 0 0,0 1-1 0 0,-1-1 0 0 0,0-1 1 0 0,0 1-1 0 0,0-1 1 0 0,4-10-1 0 0,-5 6-1038 0 0</inkml:trace>
</inkml:ink>
</file>

<file path=ppt/ink/ink4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4.8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0 2304 0 0,'-32'25'6566'0'0,"31"-23"-5720"0"0,0 0 0 0 0,0 0-1 0 0,-1 3 1 0 0,1-4-155 0 0,0 1 0 0 0,1 0 0 0 0,0 0 0 0 0,-1 0 0 0 0,1 0 0 0 0,0 0 0 0 0,0 0 0 0 0,0 0 0 0 0,0-1 0 0 0,0 1 0 0 0,1 0 0 0 0,0 3 0 0 0,9 18-612 0 0,13 22 1132 0 0,-1 0 1 0 0,23 75-1 0 0,-26-54-872 0 0,-3 1 0 0 0,14 134 0 0 0,-26-158-300 0 0,0-9-1898 0 0,-2-11-3818 0 0,0-1-2262 0 0</inkml:trace>
</inkml:ink>
</file>

<file path=ppt/ink/ink4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5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 17972 0 0,'-1'4'592'0'0,"0"1"0"0"0,0-1 0 0 0,1 1-1 0 0,-1-1 1 0 0,1 1 0 0 0,0-1 0 0 0,0 1 0 0 0,1-1 0 0 0,-1 1 0 0 0,2 5 0 0 0,5 7-2165 0 0,2-3-4021 0 0</inkml:trace>
</inkml:ink>
</file>

<file path=ppt/ink/ink4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9.2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75 132 2761 0 0,'-7'-3'711'0'0,"0"0"1"0"0,-1-1 0 0 0,1 0-1 0 0,1 0 1 0 0,-1 0 0 0 0,0-1 0 0 0,1 0-1 0 0,-8-8 1 0 0,13 12-481 0 0,1 0 0 0 0,-1 0 1 0 0,1 0-1 0 0,-1 1 0 0 0,1-1 0 0 0,-1 0 0 0 0,1 0 0 0 0,0 0 1 0 0,-1 0-1 0 0,1 0 0 0 0,0 0 0 0 0,0 0 0 0 0,0 0 1 0 0,-1 0-1 0 0,1 0 0 0 0,0 0 0 0 0,1 0 0 0 0,-1 0 0 0 0,0 0 1 0 0,0 0-1 0 0,0 0 0 0 0,0 0 0 0 0,1 0 0 0 0,0-2 1 0 0,0 1-31 0 0,1 0 1 0 0,0-1 0 0 0,-1 1 0 0 0,1 0 0 0 0,0 0 0 0 0,0 0-1 0 0,0 0 1 0 0,0 1 0 0 0,3-3 0 0 0,4-2 22 0 0,1 1-1 0 0,0 0 1 0 0,16-6-1 0 0,-19 8-192 0 0,-1 1-1 0 0,0 0 1 0 0,1 1-1 0 0,-1 0 1 0 0,1 0-1 0 0,-1 0 0 0 0,1 1 1 0 0,0-1-1 0 0,-1 2 1 0 0,1-1-1 0 0,-1 1 1 0 0,1 0-1 0 0,-1 0 0 0 0,1 1 1 0 0,-1 0-1 0 0,0 0 1 0 0,1 0-1 0 0,-1 1 0 0 0,0 0 1 0 0,-1 0-1 0 0,1 1 1 0 0,0-1-1 0 0,8 9 1 0 0,-6-3-92 0 0,0-1 0 0 0,0 1 1 0 0,-1 0-1 0 0,-1 0 1 0 0,1 1-1 0 0,-1 0 1 0 0,-1 0-1 0 0,0 1 0 0 0,-1-1 1 0 0,0 1-1 0 0,0 0 1 0 0,3 23-1 0 0,-3 4 98 0 0,-4-31 34 0 0,0 0-1 0 0,0 0 0 0 0,1 0 0 0 0,0 0 0 0 0,0 0 0 0 0,1-1 0 0 0,-1 1 0 0 0,2 0 0 0 0,-1-1 0 0 0,4 7 0 0 0,-5-11-64 0 0,1-1-1 0 0,-1 0 0 0 0,1 0 1 0 0,-1 0-1 0 0,1 0 0 0 0,-1 0 1 0 0,1 0-1 0 0,-1-1 0 0 0,1 1 0 0 0,0 0 1 0 0,-1-1-1 0 0,1 1 0 0 0,0-1 1 0 0,0 0-1 0 0,0 1 0 0 0,-1-1 1 0 0,1 0-1 0 0,2 0 0 0 0,40-4 307 0 0,-19 1-50 0 0,-20 3-230 0 0,0 0-1 0 0,-1 0 0 0 0,1 1 1 0 0,-1-1-1 0 0,1 1 1 0 0,0 0-1 0 0,-1 0 1 0 0,0 1-1 0 0,1-1 1 0 0,-1 1-1 0 0,0 0 0 0 0,0 0 1 0 0,0 0-1 0 0,0 1 1 0 0,5 3-1 0 0,-7-4-15 0 0,0 1 0 0 0,0-1-1 0 0,0 1 1 0 0,-1 0 0 0 0,1 0-1 0 0,0 0 1 0 0,-1 0 0 0 0,0 0-1 0 0,0 0 1 0 0,0 0 0 0 0,0 0 0 0 0,0 0-1 0 0,-1 0 1 0 0,1 1 0 0 0,-1-1-1 0 0,0 0 1 0 0,0 0 0 0 0,0 1-1 0 0,-1-1 1 0 0,1 0 0 0 0,-1 0 0 0 0,-1 4-1 0 0,-3 14 202 0 0,-2 0 0 0 0,-1-1 0 0 0,0 0-1 0 0,-15 25 1 0 0,9-20-1573 0 0,-15 45 0 0 0,23-54-5361 0 0</inkml:trace>
</inkml:ink>
</file>

<file path=ppt/ink/ink4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9.4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3 5985 0 0,'-29'-2'5539'0'0,"22"8"-6222"0"0,13 11-6327 0 0,-2-12 6385 0 0,3-2 476 0 0</inkml:trace>
</inkml:ink>
</file>

<file path=ppt/ink/ink4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49.8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59 8290 0 0,'0'-1'174'0'0,"0"-1"0"0"0,-1 0 0 0 0,1 0 1 0 0,0 0-1 0 0,0 1 0 0 0,0-1 0 0 0,1 0 0 0 0,-1 0 0 0 0,0 0 1 0 0,1 1-1 0 0,-1-1 0 0 0,1 0 0 0 0,-1 0 0 0 0,1 1 1 0 0,0-1-1 0 0,0 1 0 0 0,0-1 0 0 0,0 1 0 0 0,0-1 0 0 0,0 1 1 0 0,0-1-1 0 0,0 1 0 0 0,1 0 0 0 0,-1 0 0 0 0,0-1 1 0 0,1 1-1 0 0,-1 0 0 0 0,4-1 0 0 0,-3 0 80 0 0,1 1 0 0 0,0-1-1 0 0,-1 1 1 0 0,1 0 0 0 0,0 0 0 0 0,0 0 0 0 0,-1 0-1 0 0,1 0 1 0 0,0 1 0 0 0,0-1 0 0 0,0 1-1 0 0,0 0 1 0 0,0-1 0 0 0,0 2 0 0 0,0-1 0 0 0,0 0-1 0 0,4 1 1 0 0,-4 1-155 0 0,0-1 0 0 0,0 1 0 0 0,0-1 0 0 0,-1 1 0 0 0,1 0 0 0 0,0 0 0 0 0,-1 0-1 0 0,0 0 1 0 0,1 0 0 0 0,-1 1 0 0 0,0-1 0 0 0,0 1 0 0 0,0 0 0 0 0,-1-1 0 0 0,1 1 0 0 0,-1 0 0 0 0,1 0 0 0 0,1 6 0 0 0,1 5-77 0 0,-1 1 1 0 0,4 30 0 0 0,-6-33-50 0 0,1-1 0 0 0,0 1-1 0 0,6 18 1 0 0,-7-27 25 0 0,0-1-1 0 0,0 0 1 0 0,0 1 0 0 0,0-1-1 0 0,0 0 1 0 0,1 0-1 0 0,-1 0 1 0 0,1 0 0 0 0,-1 0-1 0 0,1 0 1 0 0,0-1 0 0 0,0 1-1 0 0,0 0 1 0 0,0-1-1 0 0,0 1 1 0 0,0-1 0 0 0,0 0-1 0 0,0 0 1 0 0,1 0-1 0 0,3 1 1 0 0,0-1 67 0 0,0 0-1 0 0,0-1 1 0 0,0 1-1 0 0,0-1 1 0 0,0-1 0 0 0,9-1-1 0 0,-10 1 1 0 0,0 0-1 0 0,0 1 0 0 0,-1-1 0 0 0,1 1 1 0 0,0 0-1 0 0,0 1 0 0 0,0-1 0 0 0,0 1 1 0 0,0 0-1 0 0,-1 0 0 0 0,1 0 1 0 0,8 4-1 0 0,-10-3-45 0 0,-1 0-1 0 0,0 0 1 0 0,1 1 0 0 0,-1-1 0 0 0,0 1-1 0 0,0-1 1 0 0,-1 1 0 0 0,1 0 0 0 0,-1 0 0 0 0,1-1-1 0 0,-1 1 1 0 0,0 0 0 0 0,0 0 0 0 0,0 0 0 0 0,0 1-1 0 0,-1-1 1 0 0,1 0 0 0 0,-1 0 0 0 0,0 0-1 0 0,0 0 1 0 0,0 1 0 0 0,0-1 0 0 0,-1 0 0 0 0,0 6-1 0 0,-2 6 201 0 0,0 1-1 0 0,-1-1 0 0 0,-9 24 1 0 0,-40 77-1605 0 0,46-97-6122 0 0</inkml:trace>
</inkml:ink>
</file>

<file path=ppt/ink/ink4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54.9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41 332 6913 0 0,'-3'-3'265'0'0,"-1"0"0"0"0,1 0 0 0 0,0 0 0 0 0,0 0 0 0 0,0 0 0 0 0,1-1 0 0 0,-1 0 0 0 0,1 1 0 0 0,0-1 0 0 0,0 0 0 0 0,0 0 0 0 0,1 0 0 0 0,-1 0 0 0 0,1 0 0 0 0,0-1 0 0 0,0 1-1 0 0,0 0 1 0 0,1-1 0 0 0,-1-7 0 0 0,1 1 61 0 0,0 0 0 0 0,1-1-1 0 0,0 1 1 0 0,0 0 0 0 0,1 0 0 0 0,6-19-1 0 0,-3 20-101 0 0,-1 0 0 0 0,2 0-1 0 0,-1 0 1 0 0,1 1 0 0 0,1 0-1 0 0,-1 0 1 0 0,2 1-1 0 0,-1-1 1 0 0,14-10 0 0 0,-15 14-84 0 0,1 0 1 0 0,-1 0 0 0 0,1 0 0 0 0,0 1-1 0 0,0 0 1 0 0,0 1 0 0 0,1-1-1 0 0,-1 1 1 0 0,1 1 0 0 0,0-1 0 0 0,0 2-1 0 0,0-1 1 0 0,14-1 0 0 0,-20 3-123 0 0,1 1 0 0 0,-1-1 1 0 0,1 0-1 0 0,-1 1 0 0 0,1-1 1 0 0,-1 1-1 0 0,1 0 1 0 0,-1 0-1 0 0,0 0 0 0 0,0 0 1 0 0,1 0-1 0 0,-1 0 0 0 0,0 1 1 0 0,0-1-1 0 0,0 1 0 0 0,0-1 1 0 0,3 5-1 0 0,-2-2-36 0 0,1 1 0 0 0,-1 0 0 0 0,0 0 0 0 0,0 0 0 0 0,-1 0 0 0 0,1 0 0 0 0,1 9 0 0 0,1 4-215 0 0,-1 1-1 0 0,-1-1 0 0 0,2 35 1 0 0,-6-12 163 0 0,-2 1 1 0 0,-2-1-1 0 0,-1 0 1 0 0,-21 69 0 0 0,22-88 726 0 0,4-21-587 0 0,0 1-1 0 0,1-1 1 0 0,-1 0-1 0 0,1 0 1 0 0,0 1-1 0 0,-1-1 1 0 0,1 0-1 0 0,0 1 1 0 0,0-1-1 0 0,0 1 1 0 0,0-1-1 0 0,0 0 1 0 0,0 1-1 0 0,0-1 1 0 0,0 0-1 0 0,0 1 1 0 0,1-1-1 0 0,-1 0 1 0 0,1 1-1 0 0,-1-1 1 0 0,1 0-1 0 0,-1 0 1 0 0,1 1-1 0 0,0-1 1 0 0,0 0-1 0 0,-1 0 1 0 0,1 0-1 0 0,0 0 1 0 0,0 0-1 0 0,0 0 1 0 0,1 1-1 0 0,1-2-15 0 0,-1 0-1 0 0,0 1 0 0 0,1-1 1 0 0,-1 0-1 0 0,0 0 1 0 0,0 0-1 0 0,1-1 1 0 0,-1 1-1 0 0,0-1 1 0 0,0 1-1 0 0,1-1 0 0 0,-1 1 1 0 0,0-1-1 0 0,0 0 1 0 0,0 0-1 0 0,0 0 1 0 0,0-1-1 0 0,3-1 1 0 0,61-47 355 0 0,-3 2-1604 0 0,-17 23-3203 0 0,-29 18-1701 0 0</inkml:trace>
</inkml:ink>
</file>

<file path=ppt/ink/ink4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55.3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251 12 9218 0 0,'-1'-1'356'0'0,"0"0"0"0"0,1 1 0 0 0,-1-1 1 0 0,0 0-1 0 0,0 0 0 0 0,0 0 0 0 0,0 1 0 0 0,0-1 0 0 0,0 0 1 0 0,0 1-1 0 0,0-1 0 0 0,0 1 0 0 0,0-1 0 0 0,0 1 0 0 0,0-1 1 0 0,0 1-1 0 0,-1 0 0 0 0,1 0 0 0 0,0 0 0 0 0,-2-1 0 0 0,2 2-259 0 0,0 0 0 0 0,0 0 0 0 0,0-1 0 0 0,0 1 0 0 0,0 0 0 0 0,0 0 0 0 0,0 0-1 0 0,1 0 1 0 0,-1 0 0 0 0,0 0 0 0 0,1 0 0 0 0,-1 0 0 0 0,0 1 0 0 0,1-1 0 0 0,-1 0 0 0 0,1 0-1 0 0,0 0 1 0 0,-1 1 0 0 0,1-1 0 0 0,0 2 0 0 0,-11 40 188 0 0,-101 348 612 0 0,89-324-829 0 0,-27 132 1 0 0,34-82-3443 0 0,15-103 1748 0 0</inkml:trace>
</inkml:ink>
</file>

<file path=ppt/ink/ink4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55.7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22 6449 0 0,'-1'-22'6739'0'0,"-3"34"-2434"0"0,-1 38-2506 0 0,5-29-1503 0 0,0-1-1 0 0,1 1 0 0 0,1-1 1 0 0,1 1-1 0 0,1-1 1 0 0,0 0-1 0 0,14 34 0 0 0,-16-48-265 0 0,0 0 0 0 0,1 0 0 0 0,0 0 0 0 0,0-1 0 0 0,1 1 0 0 0,-1-1 0 0 0,1 0 0 0 0,0 0 0 0 0,1 0 0 0 0,-1-1 0 0 0,1 0 0 0 0,0 1 0 0 0,0-2 0 0 0,0 1 0 0 0,1 0 0 0 0,-1-1 0 0 0,1 0 0 0 0,0-1 0 0 0,0 1 0 0 0,0-1 0 0 0,0 0 0 0 0,0 0 0 0 0,0-1 0 0 0,1 0 0 0 0,-1 0 0 0 0,0-1 0 0 0,1 1 0 0 0,11-2 0 0 0,-10 0-194 0 0,-1-1 1 0 0,1 0-1 0 0,-1 0 1 0 0,0 0-1 0 0,0-1 1 0 0,0 0-1 0 0,0-1 0 0 0,-1 1 1 0 0,1-1-1 0 0,-1 0 1 0 0,0-1-1 0 0,0 0 1 0 0,0 0-1 0 0,-1 0 1 0 0,1 0-1 0 0,6-11 1 0 0,29-45-2310 0 0,-8 1-3370 0 0,-24 41 903 0 0</inkml:trace>
</inkml:ink>
</file>

<file path=ppt/ink/ink4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8T22:00:55.9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 0 6913 0 0,'-1'0'242'0'0,"-1"0"0"0"0,1 0 0 0 0,-1 0 0 0 0,0 1-1 0 0,1-1 1 0 0,-1 0 0 0 0,1 1 0 0 0,-1-1-1 0 0,1 1 1 0 0,0-1 0 0 0,-1 1 0 0 0,1 0-1 0 0,-1 0 1 0 0,1 0 0 0 0,0-1 0 0 0,0 1-1 0 0,-1 0 1 0 0,1 1 0 0 0,0-1 0 0 0,0 0-1 0 0,0 0 1 0 0,0 0 0 0 0,0 1 0 0 0,0-1 0 0 0,1 0-1 0 0,-1 1 1 0 0,0-1 0 0 0,1 1 0 0 0,-1-1-1 0 0,1 1 1 0 0,-1-1 0 0 0,1 1 0 0 0,0-1-1 0 0,0 1 1 0 0,0-1 0 0 0,0 1 0 0 0,0-1-1 0 0,0 1 1 0 0,0 0 0 0 0,0-1 0 0 0,1 3-1 0 0,2 6 988 0 0,1 0-1 0 0,0 0 0 0 0,0 0 1 0 0,1 0-1 0 0,8 11 1 0 0,4 12-1985 0 0,6 28 1373 0 0,27 116-1 0 0,-33-109-1280 0 0,34 90-1 0 0,-32-114 124 0 0,0 2-3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1" Type="http://schemas.openxmlformats.org/officeDocument/2006/relationships/customXml" Target="../ink/ink10.xml"/><Relationship Id="rId42" Type="http://schemas.openxmlformats.org/officeDocument/2006/relationships/image" Target="../media/image22.png"/><Relationship Id="rId63" Type="http://schemas.openxmlformats.org/officeDocument/2006/relationships/customXml" Target="../ink/ink31.xml"/><Relationship Id="rId84" Type="http://schemas.openxmlformats.org/officeDocument/2006/relationships/image" Target="../media/image43.png"/><Relationship Id="rId138" Type="http://schemas.openxmlformats.org/officeDocument/2006/relationships/image" Target="../media/image70.png"/><Relationship Id="rId159" Type="http://schemas.openxmlformats.org/officeDocument/2006/relationships/customXml" Target="../ink/ink79.xml"/><Relationship Id="rId170" Type="http://schemas.openxmlformats.org/officeDocument/2006/relationships/image" Target="../media/image86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26" Type="http://schemas.openxmlformats.org/officeDocument/2006/relationships/image" Target="../media/image114.png"/><Relationship Id="rId107" Type="http://schemas.openxmlformats.org/officeDocument/2006/relationships/customXml" Target="../ink/ink53.xml"/><Relationship Id="rId11" Type="http://schemas.openxmlformats.org/officeDocument/2006/relationships/customXml" Target="../ink/ink5.xml"/><Relationship Id="rId32" Type="http://schemas.openxmlformats.org/officeDocument/2006/relationships/image" Target="../media/image17.png"/><Relationship Id="rId53" Type="http://schemas.openxmlformats.org/officeDocument/2006/relationships/customXml" Target="../ink/ink26.xml"/><Relationship Id="rId74" Type="http://schemas.openxmlformats.org/officeDocument/2006/relationships/image" Target="../media/image38.png"/><Relationship Id="rId128" Type="http://schemas.openxmlformats.org/officeDocument/2006/relationships/image" Target="../media/image65.png"/><Relationship Id="rId149" Type="http://schemas.openxmlformats.org/officeDocument/2006/relationships/customXml" Target="../ink/ink74.xml"/><Relationship Id="rId5" Type="http://schemas.openxmlformats.org/officeDocument/2006/relationships/customXml" Target="../ink/ink2.xml"/><Relationship Id="rId95" Type="http://schemas.openxmlformats.org/officeDocument/2006/relationships/customXml" Target="../ink/ink47.xml"/><Relationship Id="rId160" Type="http://schemas.openxmlformats.org/officeDocument/2006/relationships/image" Target="../media/image81.png"/><Relationship Id="rId181" Type="http://schemas.openxmlformats.org/officeDocument/2006/relationships/customXml" Target="../ink/ink90.xml"/><Relationship Id="rId216" Type="http://schemas.openxmlformats.org/officeDocument/2006/relationships/image" Target="../media/image109.png"/><Relationship Id="rId22" Type="http://schemas.openxmlformats.org/officeDocument/2006/relationships/image" Target="../media/image12.png"/><Relationship Id="rId43" Type="http://schemas.openxmlformats.org/officeDocument/2006/relationships/customXml" Target="../ink/ink21.xml"/><Relationship Id="rId64" Type="http://schemas.openxmlformats.org/officeDocument/2006/relationships/image" Target="../media/image33.png"/><Relationship Id="rId118" Type="http://schemas.openxmlformats.org/officeDocument/2006/relationships/image" Target="../media/image60.png"/><Relationship Id="rId139" Type="http://schemas.openxmlformats.org/officeDocument/2006/relationships/customXml" Target="../ink/ink69.xml"/><Relationship Id="rId85" Type="http://schemas.openxmlformats.org/officeDocument/2006/relationships/customXml" Target="../ink/ink42.xml"/><Relationship Id="rId150" Type="http://schemas.openxmlformats.org/officeDocument/2006/relationships/image" Target="../media/image76.png"/><Relationship Id="rId171" Type="http://schemas.openxmlformats.org/officeDocument/2006/relationships/customXml" Target="../ink/ink85.xml"/><Relationship Id="rId192" Type="http://schemas.openxmlformats.org/officeDocument/2006/relationships/image" Target="../media/image97.png"/><Relationship Id="rId206" Type="http://schemas.openxmlformats.org/officeDocument/2006/relationships/image" Target="../media/image104.png"/><Relationship Id="rId227" Type="http://schemas.openxmlformats.org/officeDocument/2006/relationships/customXml" Target="../ink/ink113.xml"/><Relationship Id="rId12" Type="http://schemas.openxmlformats.org/officeDocument/2006/relationships/image" Target="../media/image7.png"/><Relationship Id="rId33" Type="http://schemas.openxmlformats.org/officeDocument/2006/relationships/customXml" Target="../ink/ink16.xml"/><Relationship Id="rId108" Type="http://schemas.openxmlformats.org/officeDocument/2006/relationships/image" Target="../media/image55.png"/><Relationship Id="rId129" Type="http://schemas.openxmlformats.org/officeDocument/2006/relationships/customXml" Target="../ink/ink64.xml"/><Relationship Id="rId54" Type="http://schemas.openxmlformats.org/officeDocument/2006/relationships/image" Target="../media/image28.png"/><Relationship Id="rId75" Type="http://schemas.openxmlformats.org/officeDocument/2006/relationships/customXml" Target="../ink/ink37.xml"/><Relationship Id="rId96" Type="http://schemas.openxmlformats.org/officeDocument/2006/relationships/image" Target="../media/image49.png"/><Relationship Id="rId140" Type="http://schemas.openxmlformats.org/officeDocument/2006/relationships/image" Target="../media/image71.png"/><Relationship Id="rId161" Type="http://schemas.openxmlformats.org/officeDocument/2006/relationships/customXml" Target="../ink/ink80.xml"/><Relationship Id="rId182" Type="http://schemas.openxmlformats.org/officeDocument/2006/relationships/image" Target="../media/image92.png"/><Relationship Id="rId217" Type="http://schemas.openxmlformats.org/officeDocument/2006/relationships/customXml" Target="../ink/ink108.xml"/><Relationship Id="rId6" Type="http://schemas.openxmlformats.org/officeDocument/2006/relationships/image" Target="../media/image4.png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44" Type="http://schemas.openxmlformats.org/officeDocument/2006/relationships/image" Target="../media/image23.png"/><Relationship Id="rId65" Type="http://schemas.openxmlformats.org/officeDocument/2006/relationships/customXml" Target="../ink/ink32.xml"/><Relationship Id="rId86" Type="http://schemas.openxmlformats.org/officeDocument/2006/relationships/image" Target="../media/image44.png"/><Relationship Id="rId130" Type="http://schemas.openxmlformats.org/officeDocument/2006/relationships/image" Target="../media/image66.png"/><Relationship Id="rId151" Type="http://schemas.openxmlformats.org/officeDocument/2006/relationships/customXml" Target="../ink/ink75.xml"/><Relationship Id="rId172" Type="http://schemas.openxmlformats.org/officeDocument/2006/relationships/image" Target="../media/image87.png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28" Type="http://schemas.openxmlformats.org/officeDocument/2006/relationships/image" Target="../media/image115.png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34" Type="http://schemas.openxmlformats.org/officeDocument/2006/relationships/image" Target="../media/image18.png"/><Relationship Id="rId55" Type="http://schemas.openxmlformats.org/officeDocument/2006/relationships/customXml" Target="../ink/ink27.xml"/><Relationship Id="rId76" Type="http://schemas.openxmlformats.org/officeDocument/2006/relationships/image" Target="../media/image39.png"/><Relationship Id="rId97" Type="http://schemas.openxmlformats.org/officeDocument/2006/relationships/customXml" Target="../ink/ink48.xml"/><Relationship Id="rId120" Type="http://schemas.openxmlformats.org/officeDocument/2006/relationships/image" Target="../media/image61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62" Type="http://schemas.openxmlformats.org/officeDocument/2006/relationships/image" Target="../media/image82.png"/><Relationship Id="rId183" Type="http://schemas.openxmlformats.org/officeDocument/2006/relationships/customXml" Target="../ink/ink91.xml"/><Relationship Id="rId218" Type="http://schemas.openxmlformats.org/officeDocument/2006/relationships/image" Target="../media/image110.png"/><Relationship Id="rId24" Type="http://schemas.openxmlformats.org/officeDocument/2006/relationships/image" Target="../media/image13.png"/><Relationship Id="rId45" Type="http://schemas.openxmlformats.org/officeDocument/2006/relationships/customXml" Target="../ink/ink22.xml"/><Relationship Id="rId66" Type="http://schemas.openxmlformats.org/officeDocument/2006/relationships/image" Target="../media/image34.png"/><Relationship Id="rId87" Type="http://schemas.openxmlformats.org/officeDocument/2006/relationships/customXml" Target="../ink/ink43.xml"/><Relationship Id="rId110" Type="http://schemas.openxmlformats.org/officeDocument/2006/relationships/image" Target="../media/image56.png"/><Relationship Id="rId131" Type="http://schemas.openxmlformats.org/officeDocument/2006/relationships/customXml" Target="../ink/ink65.xml"/><Relationship Id="rId152" Type="http://schemas.openxmlformats.org/officeDocument/2006/relationships/image" Target="../media/image77.png"/><Relationship Id="rId173" Type="http://schemas.openxmlformats.org/officeDocument/2006/relationships/customXml" Target="../ink/ink86.xml"/><Relationship Id="rId194" Type="http://schemas.openxmlformats.org/officeDocument/2006/relationships/image" Target="../media/image98.png"/><Relationship Id="rId208" Type="http://schemas.openxmlformats.org/officeDocument/2006/relationships/image" Target="../media/image105.png"/><Relationship Id="rId229" Type="http://schemas.openxmlformats.org/officeDocument/2006/relationships/customXml" Target="../ink/ink114.xml"/><Relationship Id="rId14" Type="http://schemas.openxmlformats.org/officeDocument/2006/relationships/image" Target="../media/image8.png"/><Relationship Id="rId35" Type="http://schemas.openxmlformats.org/officeDocument/2006/relationships/customXml" Target="../ink/ink17.xml"/><Relationship Id="rId56" Type="http://schemas.openxmlformats.org/officeDocument/2006/relationships/image" Target="../media/image29.png"/><Relationship Id="rId77" Type="http://schemas.openxmlformats.org/officeDocument/2006/relationships/customXml" Target="../ink/ink38.xml"/><Relationship Id="rId100" Type="http://schemas.openxmlformats.org/officeDocument/2006/relationships/image" Target="../media/image51.png"/><Relationship Id="rId8" Type="http://schemas.openxmlformats.org/officeDocument/2006/relationships/image" Target="../media/image5.png"/><Relationship Id="rId98" Type="http://schemas.openxmlformats.org/officeDocument/2006/relationships/image" Target="../media/image50.png"/><Relationship Id="rId121" Type="http://schemas.openxmlformats.org/officeDocument/2006/relationships/customXml" Target="../ink/ink60.xml"/><Relationship Id="rId142" Type="http://schemas.openxmlformats.org/officeDocument/2006/relationships/image" Target="../media/image72.png"/><Relationship Id="rId163" Type="http://schemas.openxmlformats.org/officeDocument/2006/relationships/customXml" Target="../ink/ink81.xml"/><Relationship Id="rId184" Type="http://schemas.openxmlformats.org/officeDocument/2006/relationships/image" Target="../media/image93.png"/><Relationship Id="rId219" Type="http://schemas.openxmlformats.org/officeDocument/2006/relationships/customXml" Target="../ink/ink109.xml"/><Relationship Id="rId230" Type="http://schemas.openxmlformats.org/officeDocument/2006/relationships/image" Target="../media/image116.png"/><Relationship Id="rId25" Type="http://schemas.openxmlformats.org/officeDocument/2006/relationships/customXml" Target="../ink/ink12.xml"/><Relationship Id="rId46" Type="http://schemas.openxmlformats.org/officeDocument/2006/relationships/image" Target="../media/image24.png"/><Relationship Id="rId67" Type="http://schemas.openxmlformats.org/officeDocument/2006/relationships/customXml" Target="../ink/ink33.xml"/><Relationship Id="rId116" Type="http://schemas.openxmlformats.org/officeDocument/2006/relationships/image" Target="../media/image59.png"/><Relationship Id="rId137" Type="http://schemas.openxmlformats.org/officeDocument/2006/relationships/customXml" Target="../ink/ink68.xml"/><Relationship Id="rId158" Type="http://schemas.openxmlformats.org/officeDocument/2006/relationships/image" Target="../media/image80.png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62" Type="http://schemas.openxmlformats.org/officeDocument/2006/relationships/image" Target="../media/image32.png"/><Relationship Id="rId83" Type="http://schemas.openxmlformats.org/officeDocument/2006/relationships/customXml" Target="../ink/ink41.xml"/><Relationship Id="rId88" Type="http://schemas.openxmlformats.org/officeDocument/2006/relationships/image" Target="../media/image45.png"/><Relationship Id="rId111" Type="http://schemas.openxmlformats.org/officeDocument/2006/relationships/customXml" Target="../ink/ink55.xml"/><Relationship Id="rId132" Type="http://schemas.openxmlformats.org/officeDocument/2006/relationships/image" Target="../media/image67.png"/><Relationship Id="rId153" Type="http://schemas.openxmlformats.org/officeDocument/2006/relationships/customXml" Target="../ink/ink76.xml"/><Relationship Id="rId174" Type="http://schemas.openxmlformats.org/officeDocument/2006/relationships/image" Target="../media/image88.png"/><Relationship Id="rId179" Type="http://schemas.openxmlformats.org/officeDocument/2006/relationships/customXml" Target="../ink/ink89.xml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190" Type="http://schemas.openxmlformats.org/officeDocument/2006/relationships/image" Target="../media/image96.png"/><Relationship Id="rId204" Type="http://schemas.openxmlformats.org/officeDocument/2006/relationships/image" Target="../media/image103.png"/><Relationship Id="rId220" Type="http://schemas.openxmlformats.org/officeDocument/2006/relationships/image" Target="../media/image111.png"/><Relationship Id="rId225" Type="http://schemas.openxmlformats.org/officeDocument/2006/relationships/customXml" Target="../ink/ink112.xml"/><Relationship Id="rId15" Type="http://schemas.openxmlformats.org/officeDocument/2006/relationships/customXml" Target="../ink/ink7.xml"/><Relationship Id="rId36" Type="http://schemas.openxmlformats.org/officeDocument/2006/relationships/image" Target="../media/image19.png"/><Relationship Id="rId57" Type="http://schemas.openxmlformats.org/officeDocument/2006/relationships/customXml" Target="../ink/ink28.xml"/><Relationship Id="rId106" Type="http://schemas.openxmlformats.org/officeDocument/2006/relationships/image" Target="../media/image54.png"/><Relationship Id="rId127" Type="http://schemas.openxmlformats.org/officeDocument/2006/relationships/customXml" Target="../ink/ink63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52" Type="http://schemas.openxmlformats.org/officeDocument/2006/relationships/image" Target="../media/image27.png"/><Relationship Id="rId73" Type="http://schemas.openxmlformats.org/officeDocument/2006/relationships/customXml" Target="../ink/ink36.xml"/><Relationship Id="rId78" Type="http://schemas.openxmlformats.org/officeDocument/2006/relationships/image" Target="../media/image40.png"/><Relationship Id="rId94" Type="http://schemas.openxmlformats.org/officeDocument/2006/relationships/image" Target="../media/image48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2.png"/><Relationship Id="rId143" Type="http://schemas.openxmlformats.org/officeDocument/2006/relationships/customXml" Target="../ink/ink71.xml"/><Relationship Id="rId148" Type="http://schemas.openxmlformats.org/officeDocument/2006/relationships/image" Target="../media/image75.png"/><Relationship Id="rId164" Type="http://schemas.openxmlformats.org/officeDocument/2006/relationships/image" Target="../media/image83.png"/><Relationship Id="rId169" Type="http://schemas.openxmlformats.org/officeDocument/2006/relationships/customXml" Target="../ink/ink84.xml"/><Relationship Id="rId185" Type="http://schemas.openxmlformats.org/officeDocument/2006/relationships/customXml" Target="../ink/ink92.xml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80" Type="http://schemas.openxmlformats.org/officeDocument/2006/relationships/image" Target="../media/image91.png"/><Relationship Id="rId210" Type="http://schemas.openxmlformats.org/officeDocument/2006/relationships/image" Target="../media/image106.png"/><Relationship Id="rId215" Type="http://schemas.openxmlformats.org/officeDocument/2006/relationships/customXml" Target="../ink/ink107.xml"/><Relationship Id="rId26" Type="http://schemas.openxmlformats.org/officeDocument/2006/relationships/image" Target="../media/image14.png"/><Relationship Id="rId47" Type="http://schemas.openxmlformats.org/officeDocument/2006/relationships/customXml" Target="../ink/ink23.xml"/><Relationship Id="rId68" Type="http://schemas.openxmlformats.org/officeDocument/2006/relationships/image" Target="../media/image35.png"/><Relationship Id="rId89" Type="http://schemas.openxmlformats.org/officeDocument/2006/relationships/customXml" Target="../ink/ink44.xml"/><Relationship Id="rId112" Type="http://schemas.openxmlformats.org/officeDocument/2006/relationships/image" Target="../media/image57.png"/><Relationship Id="rId133" Type="http://schemas.openxmlformats.org/officeDocument/2006/relationships/customXml" Target="../ink/ink66.xml"/><Relationship Id="rId154" Type="http://schemas.openxmlformats.org/officeDocument/2006/relationships/image" Target="../media/image78.png"/><Relationship Id="rId175" Type="http://schemas.openxmlformats.org/officeDocument/2006/relationships/customXml" Target="../ink/ink87.xml"/><Relationship Id="rId196" Type="http://schemas.openxmlformats.org/officeDocument/2006/relationships/image" Target="../media/image99.png"/><Relationship Id="rId200" Type="http://schemas.openxmlformats.org/officeDocument/2006/relationships/image" Target="../media/image101.png"/><Relationship Id="rId16" Type="http://schemas.openxmlformats.org/officeDocument/2006/relationships/image" Target="../media/image9.png"/><Relationship Id="rId221" Type="http://schemas.openxmlformats.org/officeDocument/2006/relationships/customXml" Target="../ink/ink110.xml"/><Relationship Id="rId37" Type="http://schemas.openxmlformats.org/officeDocument/2006/relationships/customXml" Target="../ink/ink18.xml"/><Relationship Id="rId58" Type="http://schemas.openxmlformats.org/officeDocument/2006/relationships/image" Target="../media/image30.png"/><Relationship Id="rId79" Type="http://schemas.openxmlformats.org/officeDocument/2006/relationships/customXml" Target="../ink/ink39.xml"/><Relationship Id="rId102" Type="http://schemas.openxmlformats.org/officeDocument/2006/relationships/image" Target="../media/image52.png"/><Relationship Id="rId123" Type="http://schemas.openxmlformats.org/officeDocument/2006/relationships/customXml" Target="../ink/ink61.xml"/><Relationship Id="rId144" Type="http://schemas.openxmlformats.org/officeDocument/2006/relationships/image" Target="../media/image73.png"/><Relationship Id="rId90" Type="http://schemas.openxmlformats.org/officeDocument/2006/relationships/image" Target="../media/image46.png"/><Relationship Id="rId165" Type="http://schemas.openxmlformats.org/officeDocument/2006/relationships/customXml" Target="../ink/ink82.xml"/><Relationship Id="rId186" Type="http://schemas.openxmlformats.org/officeDocument/2006/relationships/image" Target="../media/image94.png"/><Relationship Id="rId211" Type="http://schemas.openxmlformats.org/officeDocument/2006/relationships/customXml" Target="../ink/ink105.xml"/><Relationship Id="rId27" Type="http://schemas.openxmlformats.org/officeDocument/2006/relationships/customXml" Target="../ink/ink13.xml"/><Relationship Id="rId48" Type="http://schemas.openxmlformats.org/officeDocument/2006/relationships/image" Target="../media/image25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8.png"/><Relationship Id="rId80" Type="http://schemas.openxmlformats.org/officeDocument/2006/relationships/image" Target="../media/image41.png"/><Relationship Id="rId155" Type="http://schemas.openxmlformats.org/officeDocument/2006/relationships/customXml" Target="../ink/ink77.xml"/><Relationship Id="rId176" Type="http://schemas.openxmlformats.org/officeDocument/2006/relationships/image" Target="../media/image89.png"/><Relationship Id="rId197" Type="http://schemas.openxmlformats.org/officeDocument/2006/relationships/customXml" Target="../ink/ink98.xml"/><Relationship Id="rId201" Type="http://schemas.openxmlformats.org/officeDocument/2006/relationships/customXml" Target="../ink/ink100.xml"/><Relationship Id="rId222" Type="http://schemas.openxmlformats.org/officeDocument/2006/relationships/image" Target="../media/image112.png"/><Relationship Id="rId17" Type="http://schemas.openxmlformats.org/officeDocument/2006/relationships/customXml" Target="../ink/ink8.xml"/><Relationship Id="rId38" Type="http://schemas.openxmlformats.org/officeDocument/2006/relationships/image" Target="../media/image20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3.png"/><Relationship Id="rId70" Type="http://schemas.openxmlformats.org/officeDocument/2006/relationships/image" Target="../media/image36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4.png"/><Relationship Id="rId187" Type="http://schemas.openxmlformats.org/officeDocument/2006/relationships/customXml" Target="../ink/ink9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7.png"/><Relationship Id="rId28" Type="http://schemas.openxmlformats.org/officeDocument/2006/relationships/image" Target="../media/image15.png"/><Relationship Id="rId49" Type="http://schemas.openxmlformats.org/officeDocument/2006/relationships/customXml" Target="../ink/ink24.xml"/><Relationship Id="rId114" Type="http://schemas.openxmlformats.org/officeDocument/2006/relationships/image" Target="../media/image58.png"/><Relationship Id="rId60" Type="http://schemas.openxmlformats.org/officeDocument/2006/relationships/image" Target="../media/image31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9.png"/><Relationship Id="rId177" Type="http://schemas.openxmlformats.org/officeDocument/2006/relationships/customXml" Target="../ink/ink88.xml"/><Relationship Id="rId198" Type="http://schemas.openxmlformats.org/officeDocument/2006/relationships/image" Target="../media/image100.png"/><Relationship Id="rId202" Type="http://schemas.openxmlformats.org/officeDocument/2006/relationships/image" Target="../media/image102.png"/><Relationship Id="rId223" Type="http://schemas.openxmlformats.org/officeDocument/2006/relationships/customXml" Target="../ink/ink111.xml"/><Relationship Id="rId18" Type="http://schemas.openxmlformats.org/officeDocument/2006/relationships/image" Target="../media/image10.png"/><Relationship Id="rId39" Type="http://schemas.openxmlformats.org/officeDocument/2006/relationships/customXml" Target="../ink/ink19.xml"/><Relationship Id="rId50" Type="http://schemas.openxmlformats.org/officeDocument/2006/relationships/image" Target="../media/image26.png"/><Relationship Id="rId104" Type="http://schemas.openxmlformats.org/officeDocument/2006/relationships/image" Target="../media/image53.png"/><Relationship Id="rId125" Type="http://schemas.openxmlformats.org/officeDocument/2006/relationships/customXml" Target="../ink/ink62.xml"/><Relationship Id="rId146" Type="http://schemas.openxmlformats.org/officeDocument/2006/relationships/image" Target="../media/image74.png"/><Relationship Id="rId167" Type="http://schemas.openxmlformats.org/officeDocument/2006/relationships/customXml" Target="../ink/ink83.xml"/><Relationship Id="rId188" Type="http://schemas.openxmlformats.org/officeDocument/2006/relationships/image" Target="../media/image95.png"/><Relationship Id="rId71" Type="http://schemas.openxmlformats.org/officeDocument/2006/relationships/customXml" Target="../ink/ink35.xml"/><Relationship Id="rId92" Type="http://schemas.openxmlformats.org/officeDocument/2006/relationships/image" Target="../media/image47.png"/><Relationship Id="rId213" Type="http://schemas.openxmlformats.org/officeDocument/2006/relationships/customXml" Target="../ink/ink106.xml"/><Relationship Id="rId2" Type="http://schemas.openxmlformats.org/officeDocument/2006/relationships/image" Target="../media/image2.png"/><Relationship Id="rId29" Type="http://schemas.openxmlformats.org/officeDocument/2006/relationships/customXml" Target="../ink/ink14.xml"/><Relationship Id="rId40" Type="http://schemas.openxmlformats.org/officeDocument/2006/relationships/image" Target="../media/image21.png"/><Relationship Id="rId115" Type="http://schemas.openxmlformats.org/officeDocument/2006/relationships/customXml" Target="../ink/ink57.xml"/><Relationship Id="rId136" Type="http://schemas.openxmlformats.org/officeDocument/2006/relationships/image" Target="../media/image69.png"/><Relationship Id="rId157" Type="http://schemas.openxmlformats.org/officeDocument/2006/relationships/customXml" Target="../ink/ink78.xml"/><Relationship Id="rId178" Type="http://schemas.openxmlformats.org/officeDocument/2006/relationships/image" Target="../media/image90.png"/><Relationship Id="rId61" Type="http://schemas.openxmlformats.org/officeDocument/2006/relationships/customXml" Target="../ink/ink30.xml"/><Relationship Id="rId82" Type="http://schemas.openxmlformats.org/officeDocument/2006/relationships/image" Target="../media/image42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3.png"/><Relationship Id="rId30" Type="http://schemas.openxmlformats.org/officeDocument/2006/relationships/image" Target="../media/image16.png"/><Relationship Id="rId105" Type="http://schemas.openxmlformats.org/officeDocument/2006/relationships/customXml" Target="../ink/ink52.xml"/><Relationship Id="rId126" Type="http://schemas.openxmlformats.org/officeDocument/2006/relationships/image" Target="../media/image64.png"/><Relationship Id="rId147" Type="http://schemas.openxmlformats.org/officeDocument/2006/relationships/customXml" Target="../ink/ink73.xml"/><Relationship Id="rId168" Type="http://schemas.openxmlformats.org/officeDocument/2006/relationships/image" Target="../media/image85.png"/><Relationship Id="rId51" Type="http://schemas.openxmlformats.org/officeDocument/2006/relationships/customXml" Target="../ink/ink25.xml"/><Relationship Id="rId72" Type="http://schemas.openxmlformats.org/officeDocument/2006/relationships/image" Target="../media/image37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8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72.xml"/><Relationship Id="rId21" Type="http://schemas.openxmlformats.org/officeDocument/2006/relationships/customXml" Target="../ink/ink124.xml"/><Relationship Id="rId42" Type="http://schemas.openxmlformats.org/officeDocument/2006/relationships/image" Target="../media/image2210.png"/><Relationship Id="rId63" Type="http://schemas.openxmlformats.org/officeDocument/2006/relationships/customXml" Target="../ink/ink145.xml"/><Relationship Id="rId84" Type="http://schemas.openxmlformats.org/officeDocument/2006/relationships/image" Target="../media/image4310.png"/><Relationship Id="rId138" Type="http://schemas.openxmlformats.org/officeDocument/2006/relationships/image" Target="../media/image7010.png"/><Relationship Id="rId107" Type="http://schemas.openxmlformats.org/officeDocument/2006/relationships/customXml" Target="../ink/ink167.xml"/><Relationship Id="rId11" Type="http://schemas.openxmlformats.org/officeDocument/2006/relationships/customXml" Target="../ink/ink119.xml"/><Relationship Id="rId32" Type="http://schemas.openxmlformats.org/officeDocument/2006/relationships/image" Target="../media/image17100.png"/><Relationship Id="rId53" Type="http://schemas.openxmlformats.org/officeDocument/2006/relationships/customXml" Target="../ink/ink140.xml"/><Relationship Id="rId74" Type="http://schemas.openxmlformats.org/officeDocument/2006/relationships/image" Target="../media/image3810.png"/><Relationship Id="rId128" Type="http://schemas.openxmlformats.org/officeDocument/2006/relationships/image" Target="../media/image6510.png"/><Relationship Id="rId5" Type="http://schemas.openxmlformats.org/officeDocument/2006/relationships/customXml" Target="../ink/ink116.xml"/><Relationship Id="rId90" Type="http://schemas.openxmlformats.org/officeDocument/2006/relationships/image" Target="../media/image4610.png"/><Relationship Id="rId95" Type="http://schemas.openxmlformats.org/officeDocument/2006/relationships/customXml" Target="../ink/ink161.xml"/><Relationship Id="rId22" Type="http://schemas.openxmlformats.org/officeDocument/2006/relationships/image" Target="../media/image12100.png"/><Relationship Id="rId27" Type="http://schemas.openxmlformats.org/officeDocument/2006/relationships/customXml" Target="../ink/ink127.xml"/><Relationship Id="rId43" Type="http://schemas.openxmlformats.org/officeDocument/2006/relationships/customXml" Target="../ink/ink135.xml"/><Relationship Id="rId48" Type="http://schemas.openxmlformats.org/officeDocument/2006/relationships/image" Target="../media/image2510.png"/><Relationship Id="rId64" Type="http://schemas.openxmlformats.org/officeDocument/2006/relationships/image" Target="../media/image3310.png"/><Relationship Id="rId69" Type="http://schemas.openxmlformats.org/officeDocument/2006/relationships/customXml" Target="../ink/ink148.xml"/><Relationship Id="rId113" Type="http://schemas.openxmlformats.org/officeDocument/2006/relationships/customXml" Target="../ink/ink170.xml"/><Relationship Id="rId118" Type="http://schemas.openxmlformats.org/officeDocument/2006/relationships/image" Target="../media/image6010.png"/><Relationship Id="rId134" Type="http://schemas.openxmlformats.org/officeDocument/2006/relationships/image" Target="../media/image6810.png"/><Relationship Id="rId139" Type="http://schemas.openxmlformats.org/officeDocument/2006/relationships/customXml" Target="../ink/ink183.xml"/><Relationship Id="rId80" Type="http://schemas.openxmlformats.org/officeDocument/2006/relationships/image" Target="../media/image4110.png"/><Relationship Id="rId85" Type="http://schemas.openxmlformats.org/officeDocument/2006/relationships/customXml" Target="../ink/ink156.xml"/><Relationship Id="rId12" Type="http://schemas.openxmlformats.org/officeDocument/2006/relationships/image" Target="../media/image7100.png"/><Relationship Id="rId17" Type="http://schemas.openxmlformats.org/officeDocument/2006/relationships/customXml" Target="../ink/ink122.xml"/><Relationship Id="rId33" Type="http://schemas.openxmlformats.org/officeDocument/2006/relationships/customXml" Target="../ink/ink130.xml"/><Relationship Id="rId38" Type="http://schemas.openxmlformats.org/officeDocument/2006/relationships/image" Target="../media/image20100.png"/><Relationship Id="rId59" Type="http://schemas.openxmlformats.org/officeDocument/2006/relationships/customXml" Target="../ink/ink143.xml"/><Relationship Id="rId103" Type="http://schemas.openxmlformats.org/officeDocument/2006/relationships/customXml" Target="../ink/ink165.xml"/><Relationship Id="rId108" Type="http://schemas.openxmlformats.org/officeDocument/2006/relationships/image" Target="../media/image5510.png"/><Relationship Id="rId124" Type="http://schemas.openxmlformats.org/officeDocument/2006/relationships/image" Target="../media/image6310.png"/><Relationship Id="rId129" Type="http://schemas.openxmlformats.org/officeDocument/2006/relationships/customXml" Target="../ink/ink178.xml"/><Relationship Id="rId54" Type="http://schemas.openxmlformats.org/officeDocument/2006/relationships/image" Target="../media/image2810.png"/><Relationship Id="rId70" Type="http://schemas.openxmlformats.org/officeDocument/2006/relationships/image" Target="../media/image3610.png"/><Relationship Id="rId75" Type="http://schemas.openxmlformats.org/officeDocument/2006/relationships/customXml" Target="../ink/ink151.xml"/><Relationship Id="rId91" Type="http://schemas.openxmlformats.org/officeDocument/2006/relationships/customXml" Target="../ink/ink159.xml"/><Relationship Id="rId96" Type="http://schemas.openxmlformats.org/officeDocument/2006/relationships/image" Target="../media/image4910.png"/><Relationship Id="rId140" Type="http://schemas.openxmlformats.org/officeDocument/2006/relationships/image" Target="../media/image7110.png"/><Relationship Id="rId145" Type="http://schemas.openxmlformats.org/officeDocument/2006/relationships/customXml" Target="../ink/ink1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0.png"/><Relationship Id="rId23" Type="http://schemas.openxmlformats.org/officeDocument/2006/relationships/customXml" Target="../ink/ink125.xml"/><Relationship Id="rId28" Type="http://schemas.openxmlformats.org/officeDocument/2006/relationships/image" Target="../media/image15100.png"/><Relationship Id="rId49" Type="http://schemas.openxmlformats.org/officeDocument/2006/relationships/customXml" Target="../ink/ink138.xml"/><Relationship Id="rId114" Type="http://schemas.openxmlformats.org/officeDocument/2006/relationships/image" Target="../media/image5810.png"/><Relationship Id="rId119" Type="http://schemas.openxmlformats.org/officeDocument/2006/relationships/customXml" Target="../ink/ink173.xml"/><Relationship Id="rId44" Type="http://schemas.openxmlformats.org/officeDocument/2006/relationships/image" Target="../media/image2310.png"/><Relationship Id="rId60" Type="http://schemas.openxmlformats.org/officeDocument/2006/relationships/image" Target="../media/image3110.png"/><Relationship Id="rId65" Type="http://schemas.openxmlformats.org/officeDocument/2006/relationships/customXml" Target="../ink/ink146.xml"/><Relationship Id="rId81" Type="http://schemas.openxmlformats.org/officeDocument/2006/relationships/customXml" Target="../ink/ink154.xml"/><Relationship Id="rId86" Type="http://schemas.openxmlformats.org/officeDocument/2006/relationships/image" Target="../media/image4410.png"/><Relationship Id="rId130" Type="http://schemas.openxmlformats.org/officeDocument/2006/relationships/image" Target="../media/image6610.png"/><Relationship Id="rId135" Type="http://schemas.openxmlformats.org/officeDocument/2006/relationships/customXml" Target="../ink/ink181.xml"/><Relationship Id="rId13" Type="http://schemas.openxmlformats.org/officeDocument/2006/relationships/customXml" Target="../ink/ink120.xml"/><Relationship Id="rId18" Type="http://schemas.openxmlformats.org/officeDocument/2006/relationships/image" Target="../media/image10100.png"/><Relationship Id="rId39" Type="http://schemas.openxmlformats.org/officeDocument/2006/relationships/customXml" Target="../ink/ink133.xml"/><Relationship Id="rId109" Type="http://schemas.openxmlformats.org/officeDocument/2006/relationships/customXml" Target="../ink/ink168.xml"/><Relationship Id="rId34" Type="http://schemas.openxmlformats.org/officeDocument/2006/relationships/image" Target="../media/image18100.png"/><Relationship Id="rId50" Type="http://schemas.openxmlformats.org/officeDocument/2006/relationships/image" Target="../media/image2610.png"/><Relationship Id="rId55" Type="http://schemas.openxmlformats.org/officeDocument/2006/relationships/customXml" Target="../ink/ink141.xml"/><Relationship Id="rId76" Type="http://schemas.openxmlformats.org/officeDocument/2006/relationships/image" Target="../media/image3910.png"/><Relationship Id="rId97" Type="http://schemas.openxmlformats.org/officeDocument/2006/relationships/customXml" Target="../ink/ink162.xml"/><Relationship Id="rId104" Type="http://schemas.openxmlformats.org/officeDocument/2006/relationships/image" Target="../media/image5310.png"/><Relationship Id="rId120" Type="http://schemas.openxmlformats.org/officeDocument/2006/relationships/image" Target="../media/image6110.png"/><Relationship Id="rId125" Type="http://schemas.openxmlformats.org/officeDocument/2006/relationships/customXml" Target="../ink/ink176.xml"/><Relationship Id="rId141" Type="http://schemas.openxmlformats.org/officeDocument/2006/relationships/customXml" Target="../ink/ink184.xml"/><Relationship Id="rId146" Type="http://schemas.openxmlformats.org/officeDocument/2006/relationships/image" Target="../media/image7410.png"/><Relationship Id="rId7" Type="http://schemas.openxmlformats.org/officeDocument/2006/relationships/customXml" Target="../ink/ink117.xml"/><Relationship Id="rId71" Type="http://schemas.openxmlformats.org/officeDocument/2006/relationships/customXml" Target="../ink/ink149.xml"/><Relationship Id="rId92" Type="http://schemas.openxmlformats.org/officeDocument/2006/relationships/image" Target="../media/image4710.png"/><Relationship Id="rId2" Type="http://schemas.openxmlformats.org/officeDocument/2006/relationships/image" Target="../media/image2.png"/><Relationship Id="rId29" Type="http://schemas.openxmlformats.org/officeDocument/2006/relationships/customXml" Target="../ink/ink128.xml"/><Relationship Id="rId24" Type="http://schemas.openxmlformats.org/officeDocument/2006/relationships/image" Target="../media/image13100.png"/><Relationship Id="rId40" Type="http://schemas.openxmlformats.org/officeDocument/2006/relationships/image" Target="../media/image2175.png"/><Relationship Id="rId45" Type="http://schemas.openxmlformats.org/officeDocument/2006/relationships/customXml" Target="../ink/ink136.xml"/><Relationship Id="rId66" Type="http://schemas.openxmlformats.org/officeDocument/2006/relationships/image" Target="../media/image3410.png"/><Relationship Id="rId87" Type="http://schemas.openxmlformats.org/officeDocument/2006/relationships/customXml" Target="../ink/ink157.xml"/><Relationship Id="rId110" Type="http://schemas.openxmlformats.org/officeDocument/2006/relationships/image" Target="../media/image5610.png"/><Relationship Id="rId115" Type="http://schemas.openxmlformats.org/officeDocument/2006/relationships/customXml" Target="../ink/ink171.xml"/><Relationship Id="rId131" Type="http://schemas.openxmlformats.org/officeDocument/2006/relationships/customXml" Target="../ink/ink179.xml"/><Relationship Id="rId136" Type="http://schemas.openxmlformats.org/officeDocument/2006/relationships/image" Target="../media/image6910.png"/><Relationship Id="rId61" Type="http://schemas.openxmlformats.org/officeDocument/2006/relationships/customXml" Target="../ink/ink144.xml"/><Relationship Id="rId82" Type="http://schemas.openxmlformats.org/officeDocument/2006/relationships/image" Target="../media/image4210.png"/><Relationship Id="rId19" Type="http://schemas.openxmlformats.org/officeDocument/2006/relationships/customXml" Target="../ink/ink123.xml"/><Relationship Id="rId14" Type="http://schemas.openxmlformats.org/officeDocument/2006/relationships/image" Target="../media/image8100.png"/><Relationship Id="rId30" Type="http://schemas.openxmlformats.org/officeDocument/2006/relationships/image" Target="../media/image16100.png"/><Relationship Id="rId35" Type="http://schemas.openxmlformats.org/officeDocument/2006/relationships/customXml" Target="../ink/ink131.xml"/><Relationship Id="rId56" Type="http://schemas.openxmlformats.org/officeDocument/2006/relationships/image" Target="../media/image2910.png"/><Relationship Id="rId77" Type="http://schemas.openxmlformats.org/officeDocument/2006/relationships/customXml" Target="../ink/ink152.xml"/><Relationship Id="rId100" Type="http://schemas.openxmlformats.org/officeDocument/2006/relationships/image" Target="../media/image5110.png"/><Relationship Id="rId105" Type="http://schemas.openxmlformats.org/officeDocument/2006/relationships/customXml" Target="../ink/ink166.xml"/><Relationship Id="rId126" Type="http://schemas.openxmlformats.org/officeDocument/2006/relationships/image" Target="../media/image6410.png"/><Relationship Id="rId147" Type="http://schemas.openxmlformats.org/officeDocument/2006/relationships/customXml" Target="../ink/ink187.xml"/><Relationship Id="rId8" Type="http://schemas.openxmlformats.org/officeDocument/2006/relationships/image" Target="../media/image5100.png"/><Relationship Id="rId51" Type="http://schemas.openxmlformats.org/officeDocument/2006/relationships/customXml" Target="../ink/ink139.xml"/><Relationship Id="rId72" Type="http://schemas.openxmlformats.org/officeDocument/2006/relationships/image" Target="../media/image3710.png"/><Relationship Id="rId93" Type="http://schemas.openxmlformats.org/officeDocument/2006/relationships/customXml" Target="../ink/ink160.xml"/><Relationship Id="rId98" Type="http://schemas.openxmlformats.org/officeDocument/2006/relationships/image" Target="../media/image5010.png"/><Relationship Id="rId121" Type="http://schemas.openxmlformats.org/officeDocument/2006/relationships/customXml" Target="../ink/ink174.xml"/><Relationship Id="rId142" Type="http://schemas.openxmlformats.org/officeDocument/2006/relationships/image" Target="../media/image7210.png"/><Relationship Id="rId3" Type="http://schemas.openxmlformats.org/officeDocument/2006/relationships/customXml" Target="../ink/ink115.xml"/><Relationship Id="rId25" Type="http://schemas.openxmlformats.org/officeDocument/2006/relationships/customXml" Target="../ink/ink126.xml"/><Relationship Id="rId46" Type="http://schemas.openxmlformats.org/officeDocument/2006/relationships/image" Target="../media/image2410.png"/><Relationship Id="rId67" Type="http://schemas.openxmlformats.org/officeDocument/2006/relationships/customXml" Target="../ink/ink147.xml"/><Relationship Id="rId116" Type="http://schemas.openxmlformats.org/officeDocument/2006/relationships/image" Target="../media/image5910.png"/><Relationship Id="rId137" Type="http://schemas.openxmlformats.org/officeDocument/2006/relationships/customXml" Target="../ink/ink182.xml"/><Relationship Id="rId20" Type="http://schemas.openxmlformats.org/officeDocument/2006/relationships/image" Target="../media/image11100.png"/><Relationship Id="rId41" Type="http://schemas.openxmlformats.org/officeDocument/2006/relationships/customXml" Target="../ink/ink134.xml"/><Relationship Id="rId62" Type="http://schemas.openxmlformats.org/officeDocument/2006/relationships/image" Target="../media/image3210.png"/><Relationship Id="rId83" Type="http://schemas.openxmlformats.org/officeDocument/2006/relationships/customXml" Target="../ink/ink155.xml"/><Relationship Id="rId88" Type="http://schemas.openxmlformats.org/officeDocument/2006/relationships/image" Target="../media/image4510.png"/><Relationship Id="rId111" Type="http://schemas.openxmlformats.org/officeDocument/2006/relationships/customXml" Target="../ink/ink169.xml"/><Relationship Id="rId132" Type="http://schemas.openxmlformats.org/officeDocument/2006/relationships/image" Target="../media/image6710.png"/><Relationship Id="rId15" Type="http://schemas.openxmlformats.org/officeDocument/2006/relationships/customXml" Target="../ink/ink121.xml"/><Relationship Id="rId36" Type="http://schemas.openxmlformats.org/officeDocument/2006/relationships/image" Target="../media/image19100.png"/><Relationship Id="rId57" Type="http://schemas.openxmlformats.org/officeDocument/2006/relationships/customXml" Target="../ink/ink142.xml"/><Relationship Id="rId106" Type="http://schemas.openxmlformats.org/officeDocument/2006/relationships/image" Target="../media/image5410.png"/><Relationship Id="rId127" Type="http://schemas.openxmlformats.org/officeDocument/2006/relationships/customXml" Target="../ink/ink177.xml"/><Relationship Id="rId10" Type="http://schemas.openxmlformats.org/officeDocument/2006/relationships/image" Target="../media/image6100.png"/><Relationship Id="rId31" Type="http://schemas.openxmlformats.org/officeDocument/2006/relationships/customXml" Target="../ink/ink129.xml"/><Relationship Id="rId52" Type="http://schemas.openxmlformats.org/officeDocument/2006/relationships/image" Target="../media/image2710.png"/><Relationship Id="rId73" Type="http://schemas.openxmlformats.org/officeDocument/2006/relationships/customXml" Target="../ink/ink150.xml"/><Relationship Id="rId78" Type="http://schemas.openxmlformats.org/officeDocument/2006/relationships/image" Target="../media/image4010.png"/><Relationship Id="rId94" Type="http://schemas.openxmlformats.org/officeDocument/2006/relationships/image" Target="../media/image4810.png"/><Relationship Id="rId99" Type="http://schemas.openxmlformats.org/officeDocument/2006/relationships/customXml" Target="../ink/ink163.xml"/><Relationship Id="rId101" Type="http://schemas.openxmlformats.org/officeDocument/2006/relationships/customXml" Target="../ink/ink164.xml"/><Relationship Id="rId122" Type="http://schemas.openxmlformats.org/officeDocument/2006/relationships/image" Target="../media/image6210.png"/><Relationship Id="rId143" Type="http://schemas.openxmlformats.org/officeDocument/2006/relationships/customXml" Target="../ink/ink185.xml"/><Relationship Id="rId148" Type="http://schemas.openxmlformats.org/officeDocument/2006/relationships/image" Target="../media/image7510.png"/><Relationship Id="rId4" Type="http://schemas.openxmlformats.org/officeDocument/2006/relationships/image" Target="../media/image3100.png"/><Relationship Id="rId9" Type="http://schemas.openxmlformats.org/officeDocument/2006/relationships/customXml" Target="../ink/ink118.xml"/><Relationship Id="rId26" Type="http://schemas.openxmlformats.org/officeDocument/2006/relationships/image" Target="../media/image14100.png"/><Relationship Id="rId47" Type="http://schemas.openxmlformats.org/officeDocument/2006/relationships/customXml" Target="../ink/ink137.xml"/><Relationship Id="rId68" Type="http://schemas.openxmlformats.org/officeDocument/2006/relationships/image" Target="../media/image3510.png"/><Relationship Id="rId89" Type="http://schemas.openxmlformats.org/officeDocument/2006/relationships/customXml" Target="../ink/ink158.xml"/><Relationship Id="rId112" Type="http://schemas.openxmlformats.org/officeDocument/2006/relationships/image" Target="../media/image5710.png"/><Relationship Id="rId133" Type="http://schemas.openxmlformats.org/officeDocument/2006/relationships/customXml" Target="../ink/ink180.xml"/><Relationship Id="rId16" Type="http://schemas.openxmlformats.org/officeDocument/2006/relationships/image" Target="../media/image9100.png"/><Relationship Id="rId37" Type="http://schemas.openxmlformats.org/officeDocument/2006/relationships/customXml" Target="../ink/ink132.xml"/><Relationship Id="rId58" Type="http://schemas.openxmlformats.org/officeDocument/2006/relationships/image" Target="../media/image3010.png"/><Relationship Id="rId79" Type="http://schemas.openxmlformats.org/officeDocument/2006/relationships/customXml" Target="../ink/ink153.xml"/><Relationship Id="rId102" Type="http://schemas.openxmlformats.org/officeDocument/2006/relationships/image" Target="../media/image5210.png"/><Relationship Id="rId123" Type="http://schemas.openxmlformats.org/officeDocument/2006/relationships/customXml" Target="../ink/ink175.xml"/><Relationship Id="rId144" Type="http://schemas.openxmlformats.org/officeDocument/2006/relationships/image" Target="../media/image7310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45.xml"/><Relationship Id="rId21" Type="http://schemas.openxmlformats.org/officeDocument/2006/relationships/customXml" Target="../ink/ink197.xml"/><Relationship Id="rId63" Type="http://schemas.openxmlformats.org/officeDocument/2006/relationships/customXml" Target="../ink/ink218.xml"/><Relationship Id="rId159" Type="http://schemas.openxmlformats.org/officeDocument/2006/relationships/customXml" Target="../ink/ink266.xml"/><Relationship Id="rId170" Type="http://schemas.openxmlformats.org/officeDocument/2006/relationships/image" Target="../media/image201.png"/><Relationship Id="rId226" Type="http://schemas.openxmlformats.org/officeDocument/2006/relationships/image" Target="../media/image229.png"/><Relationship Id="rId268" Type="http://schemas.openxmlformats.org/officeDocument/2006/relationships/image" Target="../media/image250.png"/><Relationship Id="rId32" Type="http://schemas.openxmlformats.org/officeDocument/2006/relationships/image" Target="../media/image132.png"/><Relationship Id="rId74" Type="http://schemas.openxmlformats.org/officeDocument/2006/relationships/image" Target="../media/image153.png"/><Relationship Id="rId128" Type="http://schemas.openxmlformats.org/officeDocument/2006/relationships/image" Target="../media/image180.png"/><Relationship Id="rId5" Type="http://schemas.openxmlformats.org/officeDocument/2006/relationships/customXml" Target="../ink/ink189.xml"/><Relationship Id="rId181" Type="http://schemas.openxmlformats.org/officeDocument/2006/relationships/customXml" Target="../ink/ink277.xml"/><Relationship Id="rId237" Type="http://schemas.openxmlformats.org/officeDocument/2006/relationships/customXml" Target="../ink/ink305.xml"/><Relationship Id="rId279" Type="http://schemas.openxmlformats.org/officeDocument/2006/relationships/customXml" Target="../ink/ink326.xml"/><Relationship Id="rId43" Type="http://schemas.openxmlformats.org/officeDocument/2006/relationships/customXml" Target="../ink/ink208.xml"/><Relationship Id="rId139" Type="http://schemas.openxmlformats.org/officeDocument/2006/relationships/customXml" Target="../ink/ink256.xml"/><Relationship Id="rId290" Type="http://schemas.openxmlformats.org/officeDocument/2006/relationships/image" Target="../media/image261.png"/><Relationship Id="rId85" Type="http://schemas.openxmlformats.org/officeDocument/2006/relationships/customXml" Target="../ink/ink229.xml"/><Relationship Id="rId150" Type="http://schemas.openxmlformats.org/officeDocument/2006/relationships/image" Target="../media/image191.png"/><Relationship Id="rId192" Type="http://schemas.openxmlformats.org/officeDocument/2006/relationships/image" Target="../media/image212.png"/><Relationship Id="rId206" Type="http://schemas.openxmlformats.org/officeDocument/2006/relationships/image" Target="../media/image219.png"/><Relationship Id="rId248" Type="http://schemas.openxmlformats.org/officeDocument/2006/relationships/image" Target="../media/image240.png"/><Relationship Id="rId269" Type="http://schemas.openxmlformats.org/officeDocument/2006/relationships/customXml" Target="../ink/ink321.xml"/><Relationship Id="rId12" Type="http://schemas.openxmlformats.org/officeDocument/2006/relationships/image" Target="../media/image122.png"/><Relationship Id="rId33" Type="http://schemas.openxmlformats.org/officeDocument/2006/relationships/customXml" Target="../ink/ink203.xml"/><Relationship Id="rId108" Type="http://schemas.openxmlformats.org/officeDocument/2006/relationships/image" Target="../media/image170.png"/><Relationship Id="rId129" Type="http://schemas.openxmlformats.org/officeDocument/2006/relationships/customXml" Target="../ink/ink251.xml"/><Relationship Id="rId280" Type="http://schemas.openxmlformats.org/officeDocument/2006/relationships/image" Target="../media/image256.png"/><Relationship Id="rId54" Type="http://schemas.openxmlformats.org/officeDocument/2006/relationships/image" Target="../media/image143.png"/><Relationship Id="rId75" Type="http://schemas.openxmlformats.org/officeDocument/2006/relationships/customXml" Target="../ink/ink224.xml"/><Relationship Id="rId96" Type="http://schemas.openxmlformats.org/officeDocument/2006/relationships/image" Target="../media/image164.png"/><Relationship Id="rId140" Type="http://schemas.openxmlformats.org/officeDocument/2006/relationships/image" Target="../media/image186.png"/><Relationship Id="rId161" Type="http://schemas.openxmlformats.org/officeDocument/2006/relationships/customXml" Target="../ink/ink267.xml"/><Relationship Id="rId182" Type="http://schemas.openxmlformats.org/officeDocument/2006/relationships/image" Target="../media/image207.png"/><Relationship Id="rId217" Type="http://schemas.openxmlformats.org/officeDocument/2006/relationships/customXml" Target="../ink/ink295.xml"/><Relationship Id="rId6" Type="http://schemas.openxmlformats.org/officeDocument/2006/relationships/image" Target="../media/image119.png"/><Relationship Id="rId238" Type="http://schemas.openxmlformats.org/officeDocument/2006/relationships/image" Target="../media/image235.png"/><Relationship Id="rId259" Type="http://schemas.openxmlformats.org/officeDocument/2006/relationships/customXml" Target="../ink/ink316.xml"/><Relationship Id="rId23" Type="http://schemas.openxmlformats.org/officeDocument/2006/relationships/customXml" Target="../ink/ink198.xml"/><Relationship Id="rId119" Type="http://schemas.openxmlformats.org/officeDocument/2006/relationships/customXml" Target="../ink/ink246.xml"/><Relationship Id="rId270" Type="http://schemas.openxmlformats.org/officeDocument/2006/relationships/image" Target="../media/image251.png"/><Relationship Id="rId291" Type="http://schemas.openxmlformats.org/officeDocument/2006/relationships/customXml" Target="../ink/ink332.xml"/><Relationship Id="rId44" Type="http://schemas.openxmlformats.org/officeDocument/2006/relationships/image" Target="../media/image138.png"/><Relationship Id="rId65" Type="http://schemas.openxmlformats.org/officeDocument/2006/relationships/customXml" Target="../ink/ink219.xml"/><Relationship Id="rId86" Type="http://schemas.openxmlformats.org/officeDocument/2006/relationships/image" Target="../media/image159.png"/><Relationship Id="rId130" Type="http://schemas.openxmlformats.org/officeDocument/2006/relationships/image" Target="../media/image181.png"/><Relationship Id="rId151" Type="http://schemas.openxmlformats.org/officeDocument/2006/relationships/customXml" Target="../ink/ink262.xml"/><Relationship Id="rId172" Type="http://schemas.openxmlformats.org/officeDocument/2006/relationships/image" Target="../media/image202.png"/><Relationship Id="rId193" Type="http://schemas.openxmlformats.org/officeDocument/2006/relationships/customXml" Target="../ink/ink283.xml"/><Relationship Id="rId207" Type="http://schemas.openxmlformats.org/officeDocument/2006/relationships/customXml" Target="../ink/ink290.xml"/><Relationship Id="rId228" Type="http://schemas.openxmlformats.org/officeDocument/2006/relationships/image" Target="../media/image230.png"/><Relationship Id="rId249" Type="http://schemas.openxmlformats.org/officeDocument/2006/relationships/customXml" Target="../ink/ink311.xml"/><Relationship Id="rId13" Type="http://schemas.openxmlformats.org/officeDocument/2006/relationships/customXml" Target="../ink/ink193.xml"/><Relationship Id="rId109" Type="http://schemas.openxmlformats.org/officeDocument/2006/relationships/customXml" Target="../ink/ink241.xml"/><Relationship Id="rId260" Type="http://schemas.openxmlformats.org/officeDocument/2006/relationships/image" Target="../media/image246.png"/><Relationship Id="rId281" Type="http://schemas.openxmlformats.org/officeDocument/2006/relationships/customXml" Target="../ink/ink327.xml"/><Relationship Id="rId34" Type="http://schemas.openxmlformats.org/officeDocument/2006/relationships/image" Target="../media/image133.png"/><Relationship Id="rId55" Type="http://schemas.openxmlformats.org/officeDocument/2006/relationships/customXml" Target="../ink/ink214.xml"/><Relationship Id="rId76" Type="http://schemas.openxmlformats.org/officeDocument/2006/relationships/image" Target="../media/image154.png"/><Relationship Id="rId97" Type="http://schemas.openxmlformats.org/officeDocument/2006/relationships/customXml" Target="../ink/ink235.xml"/><Relationship Id="rId120" Type="http://schemas.openxmlformats.org/officeDocument/2006/relationships/image" Target="../media/image176.png"/><Relationship Id="rId141" Type="http://schemas.openxmlformats.org/officeDocument/2006/relationships/customXml" Target="../ink/ink257.xml"/><Relationship Id="rId7" Type="http://schemas.openxmlformats.org/officeDocument/2006/relationships/customXml" Target="../ink/ink190.xml"/><Relationship Id="rId162" Type="http://schemas.openxmlformats.org/officeDocument/2006/relationships/image" Target="../media/image197.png"/><Relationship Id="rId183" Type="http://schemas.openxmlformats.org/officeDocument/2006/relationships/customXml" Target="../ink/ink278.xml"/><Relationship Id="rId218" Type="http://schemas.openxmlformats.org/officeDocument/2006/relationships/image" Target="../media/image225.png"/><Relationship Id="rId239" Type="http://schemas.openxmlformats.org/officeDocument/2006/relationships/customXml" Target="../ink/ink306.xml"/><Relationship Id="rId250" Type="http://schemas.openxmlformats.org/officeDocument/2006/relationships/image" Target="../media/image241.png"/><Relationship Id="rId271" Type="http://schemas.openxmlformats.org/officeDocument/2006/relationships/customXml" Target="../ink/ink322.xml"/><Relationship Id="rId292" Type="http://schemas.openxmlformats.org/officeDocument/2006/relationships/image" Target="../media/image262.png"/><Relationship Id="rId24" Type="http://schemas.openxmlformats.org/officeDocument/2006/relationships/image" Target="../media/image128.png"/><Relationship Id="rId45" Type="http://schemas.openxmlformats.org/officeDocument/2006/relationships/customXml" Target="../ink/ink209.xml"/><Relationship Id="rId66" Type="http://schemas.openxmlformats.org/officeDocument/2006/relationships/image" Target="../media/image149.png"/><Relationship Id="rId87" Type="http://schemas.openxmlformats.org/officeDocument/2006/relationships/customXml" Target="../ink/ink230.xml"/><Relationship Id="rId110" Type="http://schemas.openxmlformats.org/officeDocument/2006/relationships/image" Target="../media/image171.png"/><Relationship Id="rId131" Type="http://schemas.openxmlformats.org/officeDocument/2006/relationships/customXml" Target="../ink/ink252.xml"/><Relationship Id="rId152" Type="http://schemas.openxmlformats.org/officeDocument/2006/relationships/image" Target="../media/image192.png"/><Relationship Id="rId173" Type="http://schemas.openxmlformats.org/officeDocument/2006/relationships/customXml" Target="../ink/ink273.xml"/><Relationship Id="rId194" Type="http://schemas.openxmlformats.org/officeDocument/2006/relationships/image" Target="../media/image213.png"/><Relationship Id="rId208" Type="http://schemas.openxmlformats.org/officeDocument/2006/relationships/image" Target="../media/image220.png"/><Relationship Id="rId229" Type="http://schemas.openxmlformats.org/officeDocument/2006/relationships/customXml" Target="../ink/ink301.xml"/><Relationship Id="rId240" Type="http://schemas.openxmlformats.org/officeDocument/2006/relationships/image" Target="../media/image236.png"/><Relationship Id="rId261" Type="http://schemas.openxmlformats.org/officeDocument/2006/relationships/customXml" Target="../ink/ink317.xml"/><Relationship Id="rId14" Type="http://schemas.openxmlformats.org/officeDocument/2006/relationships/image" Target="../media/image123.png"/><Relationship Id="rId35" Type="http://schemas.openxmlformats.org/officeDocument/2006/relationships/customXml" Target="../ink/ink204.xml"/><Relationship Id="rId56" Type="http://schemas.openxmlformats.org/officeDocument/2006/relationships/image" Target="../media/image144.png"/><Relationship Id="rId77" Type="http://schemas.openxmlformats.org/officeDocument/2006/relationships/customXml" Target="../ink/ink225.xml"/><Relationship Id="rId100" Type="http://schemas.openxmlformats.org/officeDocument/2006/relationships/image" Target="../media/image166.png"/><Relationship Id="rId282" Type="http://schemas.openxmlformats.org/officeDocument/2006/relationships/image" Target="../media/image257.png"/><Relationship Id="rId8" Type="http://schemas.openxmlformats.org/officeDocument/2006/relationships/image" Target="../media/image120.png"/><Relationship Id="rId98" Type="http://schemas.openxmlformats.org/officeDocument/2006/relationships/image" Target="../media/image165.png"/><Relationship Id="rId121" Type="http://schemas.openxmlformats.org/officeDocument/2006/relationships/customXml" Target="../ink/ink247.xml"/><Relationship Id="rId142" Type="http://schemas.openxmlformats.org/officeDocument/2006/relationships/image" Target="../media/image187.png"/><Relationship Id="rId163" Type="http://schemas.openxmlformats.org/officeDocument/2006/relationships/customXml" Target="../ink/ink268.xml"/><Relationship Id="rId184" Type="http://schemas.openxmlformats.org/officeDocument/2006/relationships/image" Target="../media/image208.png"/><Relationship Id="rId219" Type="http://schemas.openxmlformats.org/officeDocument/2006/relationships/customXml" Target="../ink/ink296.xml"/><Relationship Id="rId230" Type="http://schemas.openxmlformats.org/officeDocument/2006/relationships/image" Target="../media/image231.png"/><Relationship Id="rId251" Type="http://schemas.openxmlformats.org/officeDocument/2006/relationships/customXml" Target="../ink/ink312.xml"/><Relationship Id="rId25" Type="http://schemas.openxmlformats.org/officeDocument/2006/relationships/customXml" Target="../ink/ink199.xml"/><Relationship Id="rId46" Type="http://schemas.openxmlformats.org/officeDocument/2006/relationships/image" Target="../media/image139.png"/><Relationship Id="rId67" Type="http://schemas.openxmlformats.org/officeDocument/2006/relationships/customXml" Target="../ink/ink220.xml"/><Relationship Id="rId272" Type="http://schemas.openxmlformats.org/officeDocument/2006/relationships/image" Target="../media/image252.png"/><Relationship Id="rId88" Type="http://schemas.openxmlformats.org/officeDocument/2006/relationships/image" Target="../media/image160.png"/><Relationship Id="rId111" Type="http://schemas.openxmlformats.org/officeDocument/2006/relationships/customXml" Target="../ink/ink242.xml"/><Relationship Id="rId132" Type="http://schemas.openxmlformats.org/officeDocument/2006/relationships/image" Target="../media/image182.png"/><Relationship Id="rId153" Type="http://schemas.openxmlformats.org/officeDocument/2006/relationships/customXml" Target="../ink/ink263.xml"/><Relationship Id="rId174" Type="http://schemas.openxmlformats.org/officeDocument/2006/relationships/image" Target="../media/image203.png"/><Relationship Id="rId195" Type="http://schemas.openxmlformats.org/officeDocument/2006/relationships/customXml" Target="../ink/ink284.xml"/><Relationship Id="rId209" Type="http://schemas.openxmlformats.org/officeDocument/2006/relationships/customXml" Target="../ink/ink291.xml"/><Relationship Id="rId220" Type="http://schemas.openxmlformats.org/officeDocument/2006/relationships/image" Target="../media/image226.png"/><Relationship Id="rId241" Type="http://schemas.openxmlformats.org/officeDocument/2006/relationships/customXml" Target="../ink/ink307.xml"/><Relationship Id="rId15" Type="http://schemas.openxmlformats.org/officeDocument/2006/relationships/customXml" Target="../ink/ink194.xml"/><Relationship Id="rId36" Type="http://schemas.openxmlformats.org/officeDocument/2006/relationships/image" Target="../media/image134.png"/><Relationship Id="rId57" Type="http://schemas.openxmlformats.org/officeDocument/2006/relationships/customXml" Target="../ink/ink215.xml"/><Relationship Id="rId262" Type="http://schemas.openxmlformats.org/officeDocument/2006/relationships/image" Target="../media/image247.png"/><Relationship Id="rId283" Type="http://schemas.openxmlformats.org/officeDocument/2006/relationships/customXml" Target="../ink/ink328.xml"/><Relationship Id="rId78" Type="http://schemas.openxmlformats.org/officeDocument/2006/relationships/image" Target="../media/image155.png"/><Relationship Id="rId99" Type="http://schemas.openxmlformats.org/officeDocument/2006/relationships/customXml" Target="../ink/ink236.xml"/><Relationship Id="rId101" Type="http://schemas.openxmlformats.org/officeDocument/2006/relationships/customXml" Target="../ink/ink237.xml"/><Relationship Id="rId122" Type="http://schemas.openxmlformats.org/officeDocument/2006/relationships/image" Target="../media/image177.png"/><Relationship Id="rId143" Type="http://schemas.openxmlformats.org/officeDocument/2006/relationships/customXml" Target="../ink/ink258.xml"/><Relationship Id="rId164" Type="http://schemas.openxmlformats.org/officeDocument/2006/relationships/image" Target="../media/image198.png"/><Relationship Id="rId185" Type="http://schemas.openxmlformats.org/officeDocument/2006/relationships/customXml" Target="../ink/ink279.xml"/><Relationship Id="rId9" Type="http://schemas.openxmlformats.org/officeDocument/2006/relationships/customXml" Target="../ink/ink191.xml"/><Relationship Id="rId210" Type="http://schemas.openxmlformats.org/officeDocument/2006/relationships/image" Target="../media/image221.png"/><Relationship Id="rId26" Type="http://schemas.openxmlformats.org/officeDocument/2006/relationships/image" Target="../media/image129.png"/><Relationship Id="rId231" Type="http://schemas.openxmlformats.org/officeDocument/2006/relationships/customXml" Target="../ink/ink302.xml"/><Relationship Id="rId252" Type="http://schemas.openxmlformats.org/officeDocument/2006/relationships/image" Target="../media/image242.png"/><Relationship Id="rId273" Type="http://schemas.openxmlformats.org/officeDocument/2006/relationships/customXml" Target="../ink/ink323.xml"/><Relationship Id="rId47" Type="http://schemas.openxmlformats.org/officeDocument/2006/relationships/customXml" Target="../ink/ink210.xml"/><Relationship Id="rId68" Type="http://schemas.openxmlformats.org/officeDocument/2006/relationships/image" Target="../media/image150.png"/><Relationship Id="rId89" Type="http://schemas.openxmlformats.org/officeDocument/2006/relationships/customXml" Target="../ink/ink231.xml"/><Relationship Id="rId112" Type="http://schemas.openxmlformats.org/officeDocument/2006/relationships/image" Target="../media/image172.png"/><Relationship Id="rId133" Type="http://schemas.openxmlformats.org/officeDocument/2006/relationships/customXml" Target="../ink/ink253.xml"/><Relationship Id="rId154" Type="http://schemas.openxmlformats.org/officeDocument/2006/relationships/image" Target="../media/image193.png"/><Relationship Id="rId175" Type="http://schemas.openxmlformats.org/officeDocument/2006/relationships/customXml" Target="../ink/ink274.xml"/><Relationship Id="rId196" Type="http://schemas.openxmlformats.org/officeDocument/2006/relationships/image" Target="../media/image214.png"/><Relationship Id="rId200" Type="http://schemas.openxmlformats.org/officeDocument/2006/relationships/image" Target="../media/image216.png"/><Relationship Id="rId16" Type="http://schemas.openxmlformats.org/officeDocument/2006/relationships/image" Target="../media/image124.png"/><Relationship Id="rId221" Type="http://schemas.openxmlformats.org/officeDocument/2006/relationships/customXml" Target="../ink/ink297.xml"/><Relationship Id="rId242" Type="http://schemas.openxmlformats.org/officeDocument/2006/relationships/image" Target="../media/image237.png"/><Relationship Id="rId263" Type="http://schemas.openxmlformats.org/officeDocument/2006/relationships/customXml" Target="../ink/ink318.xml"/><Relationship Id="rId284" Type="http://schemas.openxmlformats.org/officeDocument/2006/relationships/image" Target="../media/image258.png"/><Relationship Id="rId37" Type="http://schemas.openxmlformats.org/officeDocument/2006/relationships/customXml" Target="../ink/ink205.xml"/><Relationship Id="rId58" Type="http://schemas.openxmlformats.org/officeDocument/2006/relationships/image" Target="../media/image145.png"/><Relationship Id="rId79" Type="http://schemas.openxmlformats.org/officeDocument/2006/relationships/customXml" Target="../ink/ink226.xml"/><Relationship Id="rId102" Type="http://schemas.openxmlformats.org/officeDocument/2006/relationships/image" Target="../media/image167.png"/><Relationship Id="rId123" Type="http://schemas.openxmlformats.org/officeDocument/2006/relationships/customXml" Target="../ink/ink248.xml"/><Relationship Id="rId144" Type="http://schemas.openxmlformats.org/officeDocument/2006/relationships/image" Target="../media/image188.png"/><Relationship Id="rId90" Type="http://schemas.openxmlformats.org/officeDocument/2006/relationships/image" Target="../media/image161.png"/><Relationship Id="rId165" Type="http://schemas.openxmlformats.org/officeDocument/2006/relationships/customXml" Target="../ink/ink269.xml"/><Relationship Id="rId186" Type="http://schemas.openxmlformats.org/officeDocument/2006/relationships/image" Target="../media/image209.png"/><Relationship Id="rId211" Type="http://schemas.openxmlformats.org/officeDocument/2006/relationships/customXml" Target="../ink/ink292.xml"/><Relationship Id="rId232" Type="http://schemas.openxmlformats.org/officeDocument/2006/relationships/image" Target="../media/image232.png"/><Relationship Id="rId253" Type="http://schemas.openxmlformats.org/officeDocument/2006/relationships/customXml" Target="../ink/ink313.xml"/><Relationship Id="rId274" Type="http://schemas.openxmlformats.org/officeDocument/2006/relationships/image" Target="../media/image253.png"/><Relationship Id="rId27" Type="http://schemas.openxmlformats.org/officeDocument/2006/relationships/customXml" Target="../ink/ink200.xml"/><Relationship Id="rId48" Type="http://schemas.openxmlformats.org/officeDocument/2006/relationships/image" Target="../media/image140.png"/><Relationship Id="rId69" Type="http://schemas.openxmlformats.org/officeDocument/2006/relationships/customXml" Target="../ink/ink221.xml"/><Relationship Id="rId113" Type="http://schemas.openxmlformats.org/officeDocument/2006/relationships/customXml" Target="../ink/ink243.xml"/><Relationship Id="rId134" Type="http://schemas.openxmlformats.org/officeDocument/2006/relationships/image" Target="../media/image183.png"/><Relationship Id="rId80" Type="http://schemas.openxmlformats.org/officeDocument/2006/relationships/image" Target="../media/image156.png"/><Relationship Id="rId155" Type="http://schemas.openxmlformats.org/officeDocument/2006/relationships/customXml" Target="../ink/ink264.xml"/><Relationship Id="rId176" Type="http://schemas.openxmlformats.org/officeDocument/2006/relationships/image" Target="../media/image204.png"/><Relationship Id="rId197" Type="http://schemas.openxmlformats.org/officeDocument/2006/relationships/customXml" Target="../ink/ink285.xml"/><Relationship Id="rId201" Type="http://schemas.openxmlformats.org/officeDocument/2006/relationships/customXml" Target="../ink/ink287.xml"/><Relationship Id="rId222" Type="http://schemas.openxmlformats.org/officeDocument/2006/relationships/image" Target="../media/image227.png"/><Relationship Id="rId243" Type="http://schemas.openxmlformats.org/officeDocument/2006/relationships/customXml" Target="../ink/ink308.xml"/><Relationship Id="rId264" Type="http://schemas.openxmlformats.org/officeDocument/2006/relationships/image" Target="../media/image248.png"/><Relationship Id="rId285" Type="http://schemas.openxmlformats.org/officeDocument/2006/relationships/customXml" Target="../ink/ink329.xml"/><Relationship Id="rId17" Type="http://schemas.openxmlformats.org/officeDocument/2006/relationships/customXml" Target="../ink/ink195.xml"/><Relationship Id="rId38" Type="http://schemas.openxmlformats.org/officeDocument/2006/relationships/image" Target="../media/image135.png"/><Relationship Id="rId59" Type="http://schemas.openxmlformats.org/officeDocument/2006/relationships/customXml" Target="../ink/ink216.xml"/><Relationship Id="rId103" Type="http://schemas.openxmlformats.org/officeDocument/2006/relationships/customXml" Target="../ink/ink238.xml"/><Relationship Id="rId124" Type="http://schemas.openxmlformats.org/officeDocument/2006/relationships/image" Target="../media/image178.png"/><Relationship Id="rId70" Type="http://schemas.openxmlformats.org/officeDocument/2006/relationships/image" Target="../media/image151.png"/><Relationship Id="rId91" Type="http://schemas.openxmlformats.org/officeDocument/2006/relationships/customXml" Target="../ink/ink232.xml"/><Relationship Id="rId145" Type="http://schemas.openxmlformats.org/officeDocument/2006/relationships/customXml" Target="../ink/ink259.xml"/><Relationship Id="rId166" Type="http://schemas.openxmlformats.org/officeDocument/2006/relationships/image" Target="../media/image199.png"/><Relationship Id="rId187" Type="http://schemas.openxmlformats.org/officeDocument/2006/relationships/customXml" Target="../ink/ink280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22.png"/><Relationship Id="rId233" Type="http://schemas.openxmlformats.org/officeDocument/2006/relationships/customXml" Target="../ink/ink303.xml"/><Relationship Id="rId254" Type="http://schemas.openxmlformats.org/officeDocument/2006/relationships/image" Target="../media/image243.png"/><Relationship Id="rId28" Type="http://schemas.openxmlformats.org/officeDocument/2006/relationships/image" Target="../media/image130.png"/><Relationship Id="rId49" Type="http://schemas.openxmlformats.org/officeDocument/2006/relationships/customXml" Target="../ink/ink211.xml"/><Relationship Id="rId114" Type="http://schemas.openxmlformats.org/officeDocument/2006/relationships/image" Target="../media/image173.png"/><Relationship Id="rId275" Type="http://schemas.openxmlformats.org/officeDocument/2006/relationships/customXml" Target="../ink/ink324.xml"/><Relationship Id="rId60" Type="http://schemas.openxmlformats.org/officeDocument/2006/relationships/image" Target="../media/image146.png"/><Relationship Id="rId81" Type="http://schemas.openxmlformats.org/officeDocument/2006/relationships/customXml" Target="../ink/ink227.xml"/><Relationship Id="rId135" Type="http://schemas.openxmlformats.org/officeDocument/2006/relationships/customXml" Target="../ink/ink254.xml"/><Relationship Id="rId156" Type="http://schemas.openxmlformats.org/officeDocument/2006/relationships/image" Target="../media/image194.png"/><Relationship Id="rId177" Type="http://schemas.openxmlformats.org/officeDocument/2006/relationships/customXml" Target="../ink/ink275.xml"/><Relationship Id="rId198" Type="http://schemas.openxmlformats.org/officeDocument/2006/relationships/image" Target="../media/image215.png"/><Relationship Id="rId202" Type="http://schemas.openxmlformats.org/officeDocument/2006/relationships/image" Target="../media/image217.png"/><Relationship Id="rId223" Type="http://schemas.openxmlformats.org/officeDocument/2006/relationships/customXml" Target="../ink/ink298.xml"/><Relationship Id="rId244" Type="http://schemas.openxmlformats.org/officeDocument/2006/relationships/image" Target="../media/image238.png"/><Relationship Id="rId18" Type="http://schemas.openxmlformats.org/officeDocument/2006/relationships/image" Target="../media/image125.png"/><Relationship Id="rId39" Type="http://schemas.openxmlformats.org/officeDocument/2006/relationships/customXml" Target="../ink/ink206.xml"/><Relationship Id="rId265" Type="http://schemas.openxmlformats.org/officeDocument/2006/relationships/customXml" Target="../ink/ink319.xml"/><Relationship Id="rId286" Type="http://schemas.openxmlformats.org/officeDocument/2006/relationships/image" Target="../media/image259.png"/><Relationship Id="rId50" Type="http://schemas.openxmlformats.org/officeDocument/2006/relationships/image" Target="../media/image141.png"/><Relationship Id="rId104" Type="http://schemas.openxmlformats.org/officeDocument/2006/relationships/image" Target="../media/image168.png"/><Relationship Id="rId125" Type="http://schemas.openxmlformats.org/officeDocument/2006/relationships/customXml" Target="../ink/ink249.xml"/><Relationship Id="rId146" Type="http://schemas.openxmlformats.org/officeDocument/2006/relationships/image" Target="../media/image189.png"/><Relationship Id="rId167" Type="http://schemas.openxmlformats.org/officeDocument/2006/relationships/customXml" Target="../ink/ink270.xml"/><Relationship Id="rId188" Type="http://schemas.openxmlformats.org/officeDocument/2006/relationships/image" Target="../media/image210.png"/><Relationship Id="rId71" Type="http://schemas.openxmlformats.org/officeDocument/2006/relationships/customXml" Target="../ink/ink222.xml"/><Relationship Id="rId92" Type="http://schemas.openxmlformats.org/officeDocument/2006/relationships/image" Target="../media/image162.png"/><Relationship Id="rId213" Type="http://schemas.openxmlformats.org/officeDocument/2006/relationships/customXml" Target="../ink/ink293.xml"/><Relationship Id="rId234" Type="http://schemas.openxmlformats.org/officeDocument/2006/relationships/image" Target="../media/image233.png"/><Relationship Id="rId2" Type="http://schemas.openxmlformats.org/officeDocument/2006/relationships/image" Target="../media/image117.png"/><Relationship Id="rId29" Type="http://schemas.openxmlformats.org/officeDocument/2006/relationships/customXml" Target="../ink/ink201.xml"/><Relationship Id="rId255" Type="http://schemas.openxmlformats.org/officeDocument/2006/relationships/customXml" Target="../ink/ink314.xml"/><Relationship Id="rId276" Type="http://schemas.openxmlformats.org/officeDocument/2006/relationships/image" Target="../media/image254.png"/><Relationship Id="rId40" Type="http://schemas.openxmlformats.org/officeDocument/2006/relationships/image" Target="../media/image136.png"/><Relationship Id="rId115" Type="http://schemas.openxmlformats.org/officeDocument/2006/relationships/customXml" Target="../ink/ink244.xml"/><Relationship Id="rId136" Type="http://schemas.openxmlformats.org/officeDocument/2006/relationships/image" Target="../media/image184.png"/><Relationship Id="rId157" Type="http://schemas.openxmlformats.org/officeDocument/2006/relationships/customXml" Target="../ink/ink265.xml"/><Relationship Id="rId178" Type="http://schemas.openxmlformats.org/officeDocument/2006/relationships/image" Target="../media/image205.png"/><Relationship Id="rId61" Type="http://schemas.openxmlformats.org/officeDocument/2006/relationships/customXml" Target="../ink/ink217.xml"/><Relationship Id="rId82" Type="http://schemas.openxmlformats.org/officeDocument/2006/relationships/image" Target="../media/image157.png"/><Relationship Id="rId199" Type="http://schemas.openxmlformats.org/officeDocument/2006/relationships/customXml" Target="../ink/ink286.xml"/><Relationship Id="rId203" Type="http://schemas.openxmlformats.org/officeDocument/2006/relationships/customXml" Target="../ink/ink288.xml"/><Relationship Id="rId19" Type="http://schemas.openxmlformats.org/officeDocument/2006/relationships/customXml" Target="../ink/ink196.xml"/><Relationship Id="rId224" Type="http://schemas.openxmlformats.org/officeDocument/2006/relationships/image" Target="../media/image228.png"/><Relationship Id="rId245" Type="http://schemas.openxmlformats.org/officeDocument/2006/relationships/customXml" Target="../ink/ink309.xml"/><Relationship Id="rId266" Type="http://schemas.openxmlformats.org/officeDocument/2006/relationships/image" Target="../media/image249.png"/><Relationship Id="rId287" Type="http://schemas.openxmlformats.org/officeDocument/2006/relationships/customXml" Target="../ink/ink330.xml"/><Relationship Id="rId30" Type="http://schemas.openxmlformats.org/officeDocument/2006/relationships/image" Target="../media/image131.png"/><Relationship Id="rId105" Type="http://schemas.openxmlformats.org/officeDocument/2006/relationships/customXml" Target="../ink/ink239.xml"/><Relationship Id="rId126" Type="http://schemas.openxmlformats.org/officeDocument/2006/relationships/image" Target="../media/image179.png"/><Relationship Id="rId147" Type="http://schemas.openxmlformats.org/officeDocument/2006/relationships/customXml" Target="../ink/ink260.xml"/><Relationship Id="rId168" Type="http://schemas.openxmlformats.org/officeDocument/2006/relationships/image" Target="../media/image200.png"/><Relationship Id="rId51" Type="http://schemas.openxmlformats.org/officeDocument/2006/relationships/customXml" Target="../ink/ink212.xml"/><Relationship Id="rId72" Type="http://schemas.openxmlformats.org/officeDocument/2006/relationships/image" Target="../media/image152.png"/><Relationship Id="rId93" Type="http://schemas.openxmlformats.org/officeDocument/2006/relationships/customXml" Target="../ink/ink233.xml"/><Relationship Id="rId189" Type="http://schemas.openxmlformats.org/officeDocument/2006/relationships/customXml" Target="../ink/ink281.xml"/><Relationship Id="rId3" Type="http://schemas.openxmlformats.org/officeDocument/2006/relationships/customXml" Target="../ink/ink188.xml"/><Relationship Id="rId214" Type="http://schemas.openxmlformats.org/officeDocument/2006/relationships/image" Target="../media/image223.png"/><Relationship Id="rId235" Type="http://schemas.openxmlformats.org/officeDocument/2006/relationships/customXml" Target="../ink/ink304.xml"/><Relationship Id="rId256" Type="http://schemas.openxmlformats.org/officeDocument/2006/relationships/image" Target="../media/image244.png"/><Relationship Id="rId277" Type="http://schemas.openxmlformats.org/officeDocument/2006/relationships/customXml" Target="../ink/ink325.xml"/><Relationship Id="rId116" Type="http://schemas.openxmlformats.org/officeDocument/2006/relationships/image" Target="../media/image174.png"/><Relationship Id="rId137" Type="http://schemas.openxmlformats.org/officeDocument/2006/relationships/customXml" Target="../ink/ink255.xml"/><Relationship Id="rId158" Type="http://schemas.openxmlformats.org/officeDocument/2006/relationships/image" Target="../media/image195.png"/><Relationship Id="rId20" Type="http://schemas.openxmlformats.org/officeDocument/2006/relationships/image" Target="../media/image126.png"/><Relationship Id="rId41" Type="http://schemas.openxmlformats.org/officeDocument/2006/relationships/customXml" Target="../ink/ink207.xml"/><Relationship Id="rId62" Type="http://schemas.openxmlformats.org/officeDocument/2006/relationships/image" Target="../media/image147.png"/><Relationship Id="rId83" Type="http://schemas.openxmlformats.org/officeDocument/2006/relationships/customXml" Target="../ink/ink228.xml"/><Relationship Id="rId179" Type="http://schemas.openxmlformats.org/officeDocument/2006/relationships/customXml" Target="../ink/ink276.xml"/><Relationship Id="rId190" Type="http://schemas.openxmlformats.org/officeDocument/2006/relationships/image" Target="../media/image211.png"/><Relationship Id="rId204" Type="http://schemas.openxmlformats.org/officeDocument/2006/relationships/image" Target="../media/image218.png"/><Relationship Id="rId225" Type="http://schemas.openxmlformats.org/officeDocument/2006/relationships/customXml" Target="../ink/ink299.xml"/><Relationship Id="rId246" Type="http://schemas.openxmlformats.org/officeDocument/2006/relationships/image" Target="../media/image239.png"/><Relationship Id="rId267" Type="http://schemas.openxmlformats.org/officeDocument/2006/relationships/customXml" Target="../ink/ink320.xml"/><Relationship Id="rId288" Type="http://schemas.openxmlformats.org/officeDocument/2006/relationships/image" Target="../media/image260.png"/><Relationship Id="rId106" Type="http://schemas.openxmlformats.org/officeDocument/2006/relationships/image" Target="../media/image169.png"/><Relationship Id="rId127" Type="http://schemas.openxmlformats.org/officeDocument/2006/relationships/customXml" Target="../ink/ink250.xml"/><Relationship Id="rId10" Type="http://schemas.openxmlformats.org/officeDocument/2006/relationships/image" Target="../media/image121.png"/><Relationship Id="rId31" Type="http://schemas.openxmlformats.org/officeDocument/2006/relationships/customXml" Target="../ink/ink202.xml"/><Relationship Id="rId52" Type="http://schemas.openxmlformats.org/officeDocument/2006/relationships/image" Target="../media/image142.png"/><Relationship Id="rId73" Type="http://schemas.openxmlformats.org/officeDocument/2006/relationships/customXml" Target="../ink/ink223.xml"/><Relationship Id="rId94" Type="http://schemas.openxmlformats.org/officeDocument/2006/relationships/image" Target="../media/image163.png"/><Relationship Id="rId148" Type="http://schemas.openxmlformats.org/officeDocument/2006/relationships/image" Target="../media/image190.png"/><Relationship Id="rId169" Type="http://schemas.openxmlformats.org/officeDocument/2006/relationships/customXml" Target="../ink/ink271.xml"/><Relationship Id="rId4" Type="http://schemas.openxmlformats.org/officeDocument/2006/relationships/image" Target="../media/image118.png"/><Relationship Id="rId180" Type="http://schemas.openxmlformats.org/officeDocument/2006/relationships/image" Target="../media/image206.png"/><Relationship Id="rId215" Type="http://schemas.openxmlformats.org/officeDocument/2006/relationships/customXml" Target="../ink/ink294.xml"/><Relationship Id="rId236" Type="http://schemas.openxmlformats.org/officeDocument/2006/relationships/image" Target="../media/image234.png"/><Relationship Id="rId257" Type="http://schemas.openxmlformats.org/officeDocument/2006/relationships/customXml" Target="../ink/ink315.xml"/><Relationship Id="rId278" Type="http://schemas.openxmlformats.org/officeDocument/2006/relationships/image" Target="../media/image255.png"/><Relationship Id="rId42" Type="http://schemas.openxmlformats.org/officeDocument/2006/relationships/image" Target="../media/image137.png"/><Relationship Id="rId84" Type="http://schemas.openxmlformats.org/officeDocument/2006/relationships/image" Target="../media/image158.png"/><Relationship Id="rId138" Type="http://schemas.openxmlformats.org/officeDocument/2006/relationships/image" Target="../media/image185.png"/><Relationship Id="rId191" Type="http://schemas.openxmlformats.org/officeDocument/2006/relationships/customXml" Target="../ink/ink282.xml"/><Relationship Id="rId205" Type="http://schemas.openxmlformats.org/officeDocument/2006/relationships/customXml" Target="../ink/ink289.xml"/><Relationship Id="rId247" Type="http://schemas.openxmlformats.org/officeDocument/2006/relationships/customXml" Target="../ink/ink310.xml"/><Relationship Id="rId107" Type="http://schemas.openxmlformats.org/officeDocument/2006/relationships/customXml" Target="../ink/ink240.xml"/><Relationship Id="rId289" Type="http://schemas.openxmlformats.org/officeDocument/2006/relationships/customXml" Target="../ink/ink331.xml"/><Relationship Id="rId11" Type="http://schemas.openxmlformats.org/officeDocument/2006/relationships/customXml" Target="../ink/ink192.xml"/><Relationship Id="rId53" Type="http://schemas.openxmlformats.org/officeDocument/2006/relationships/customXml" Target="../ink/ink213.xml"/><Relationship Id="rId149" Type="http://schemas.openxmlformats.org/officeDocument/2006/relationships/customXml" Target="../ink/ink261.xml"/><Relationship Id="rId95" Type="http://schemas.openxmlformats.org/officeDocument/2006/relationships/customXml" Target="../ink/ink234.xml"/><Relationship Id="rId160" Type="http://schemas.openxmlformats.org/officeDocument/2006/relationships/image" Target="../media/image196.png"/><Relationship Id="rId216" Type="http://schemas.openxmlformats.org/officeDocument/2006/relationships/image" Target="../media/image224.png"/><Relationship Id="rId258" Type="http://schemas.openxmlformats.org/officeDocument/2006/relationships/image" Target="../media/image245.png"/><Relationship Id="rId22" Type="http://schemas.openxmlformats.org/officeDocument/2006/relationships/image" Target="../media/image127.png"/><Relationship Id="rId64" Type="http://schemas.openxmlformats.org/officeDocument/2006/relationships/image" Target="../media/image148.png"/><Relationship Id="rId118" Type="http://schemas.openxmlformats.org/officeDocument/2006/relationships/image" Target="../media/image175.png"/><Relationship Id="rId171" Type="http://schemas.openxmlformats.org/officeDocument/2006/relationships/customXml" Target="../ink/ink272.xml"/><Relationship Id="rId227" Type="http://schemas.openxmlformats.org/officeDocument/2006/relationships/customXml" Target="../ink/ink300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0.png"/><Relationship Id="rId21" Type="http://schemas.openxmlformats.org/officeDocument/2006/relationships/image" Target="../media/image272.png"/><Relationship Id="rId324" Type="http://schemas.openxmlformats.org/officeDocument/2006/relationships/customXml" Target="../ink/ink494.xml"/><Relationship Id="rId531" Type="http://schemas.openxmlformats.org/officeDocument/2006/relationships/image" Target="../media/image527.png"/><Relationship Id="rId170" Type="http://schemas.openxmlformats.org/officeDocument/2006/relationships/customXml" Target="../ink/ink417.xml"/><Relationship Id="rId268" Type="http://schemas.openxmlformats.org/officeDocument/2006/relationships/customXml" Target="../ink/ink466.xml"/><Relationship Id="rId475" Type="http://schemas.openxmlformats.org/officeDocument/2006/relationships/image" Target="../media/image499.png"/><Relationship Id="rId32" Type="http://schemas.openxmlformats.org/officeDocument/2006/relationships/customXml" Target="../ink/ink348.xml"/><Relationship Id="rId128" Type="http://schemas.openxmlformats.org/officeDocument/2006/relationships/customXml" Target="../ink/ink396.xml"/><Relationship Id="rId335" Type="http://schemas.openxmlformats.org/officeDocument/2006/relationships/image" Target="../media/image429.png"/><Relationship Id="rId542" Type="http://schemas.openxmlformats.org/officeDocument/2006/relationships/customXml" Target="../ink/ink603.xml"/><Relationship Id="rId181" Type="http://schemas.openxmlformats.org/officeDocument/2006/relationships/image" Target="../media/image352.png"/><Relationship Id="rId402" Type="http://schemas.openxmlformats.org/officeDocument/2006/relationships/customXml" Target="../ink/ink533.xml"/><Relationship Id="rId279" Type="http://schemas.openxmlformats.org/officeDocument/2006/relationships/image" Target="../media/image401.png"/><Relationship Id="rId486" Type="http://schemas.openxmlformats.org/officeDocument/2006/relationships/customXml" Target="../ink/ink575.xml"/><Relationship Id="rId43" Type="http://schemas.openxmlformats.org/officeDocument/2006/relationships/image" Target="../media/image283.png"/><Relationship Id="rId139" Type="http://schemas.openxmlformats.org/officeDocument/2006/relationships/image" Target="../media/image331.png"/><Relationship Id="rId346" Type="http://schemas.openxmlformats.org/officeDocument/2006/relationships/customXml" Target="../ink/ink505.xml"/><Relationship Id="rId553" Type="http://schemas.openxmlformats.org/officeDocument/2006/relationships/image" Target="../media/image538.png"/><Relationship Id="rId192" Type="http://schemas.openxmlformats.org/officeDocument/2006/relationships/customXml" Target="../ink/ink428.xml"/><Relationship Id="rId206" Type="http://schemas.openxmlformats.org/officeDocument/2006/relationships/customXml" Target="../ink/ink435.xml"/><Relationship Id="rId413" Type="http://schemas.openxmlformats.org/officeDocument/2006/relationships/image" Target="../media/image468.png"/><Relationship Id="rId497" Type="http://schemas.openxmlformats.org/officeDocument/2006/relationships/image" Target="../media/image510.png"/><Relationship Id="rId357" Type="http://schemas.openxmlformats.org/officeDocument/2006/relationships/image" Target="../media/image440.png"/><Relationship Id="rId54" Type="http://schemas.openxmlformats.org/officeDocument/2006/relationships/customXml" Target="../ink/ink359.xml"/><Relationship Id="rId217" Type="http://schemas.openxmlformats.org/officeDocument/2006/relationships/image" Target="../media/image370.png"/><Relationship Id="rId564" Type="http://schemas.openxmlformats.org/officeDocument/2006/relationships/customXml" Target="../ink/ink614.xml"/><Relationship Id="rId424" Type="http://schemas.openxmlformats.org/officeDocument/2006/relationships/customXml" Target="../ink/ink544.xml"/><Relationship Id="rId270" Type="http://schemas.openxmlformats.org/officeDocument/2006/relationships/customXml" Target="../ink/ink467.xml"/><Relationship Id="rId65" Type="http://schemas.openxmlformats.org/officeDocument/2006/relationships/image" Target="../media/image294.png"/><Relationship Id="rId130" Type="http://schemas.openxmlformats.org/officeDocument/2006/relationships/customXml" Target="../ink/ink397.xml"/><Relationship Id="rId368" Type="http://schemas.openxmlformats.org/officeDocument/2006/relationships/customXml" Target="../ink/ink516.xml"/><Relationship Id="rId172" Type="http://schemas.openxmlformats.org/officeDocument/2006/relationships/customXml" Target="../ink/ink418.xml"/><Relationship Id="rId228" Type="http://schemas.openxmlformats.org/officeDocument/2006/relationships/customXml" Target="../ink/ink446.xml"/><Relationship Id="rId435" Type="http://schemas.openxmlformats.org/officeDocument/2006/relationships/image" Target="../media/image479.png"/><Relationship Id="rId477" Type="http://schemas.openxmlformats.org/officeDocument/2006/relationships/image" Target="../media/image500.png"/><Relationship Id="rId281" Type="http://schemas.openxmlformats.org/officeDocument/2006/relationships/image" Target="../media/image402.png"/><Relationship Id="rId337" Type="http://schemas.openxmlformats.org/officeDocument/2006/relationships/image" Target="../media/image430.png"/><Relationship Id="rId502" Type="http://schemas.openxmlformats.org/officeDocument/2006/relationships/customXml" Target="../ink/ink583.xml"/><Relationship Id="rId34" Type="http://schemas.openxmlformats.org/officeDocument/2006/relationships/customXml" Target="../ink/ink349.xml"/><Relationship Id="rId76" Type="http://schemas.openxmlformats.org/officeDocument/2006/relationships/customXml" Target="../ink/ink370.xml"/><Relationship Id="rId141" Type="http://schemas.openxmlformats.org/officeDocument/2006/relationships/image" Target="../media/image332.png"/><Relationship Id="rId379" Type="http://schemas.openxmlformats.org/officeDocument/2006/relationships/image" Target="../media/image451.png"/><Relationship Id="rId544" Type="http://schemas.openxmlformats.org/officeDocument/2006/relationships/customXml" Target="../ink/ink604.xml"/><Relationship Id="rId7" Type="http://schemas.openxmlformats.org/officeDocument/2006/relationships/image" Target="../media/image265.png"/><Relationship Id="rId183" Type="http://schemas.openxmlformats.org/officeDocument/2006/relationships/image" Target="../media/image353.png"/><Relationship Id="rId239" Type="http://schemas.openxmlformats.org/officeDocument/2006/relationships/image" Target="../media/image381.png"/><Relationship Id="rId390" Type="http://schemas.openxmlformats.org/officeDocument/2006/relationships/customXml" Target="../ink/ink527.xml"/><Relationship Id="rId404" Type="http://schemas.openxmlformats.org/officeDocument/2006/relationships/customXml" Target="../ink/ink534.xml"/><Relationship Id="rId446" Type="http://schemas.openxmlformats.org/officeDocument/2006/relationships/customXml" Target="../ink/ink555.xml"/><Relationship Id="rId250" Type="http://schemas.openxmlformats.org/officeDocument/2006/relationships/customXml" Target="../ink/ink457.xml"/><Relationship Id="rId292" Type="http://schemas.openxmlformats.org/officeDocument/2006/relationships/customXml" Target="../ink/ink478.xml"/><Relationship Id="rId306" Type="http://schemas.openxmlformats.org/officeDocument/2006/relationships/customXml" Target="../ink/ink485.xml"/><Relationship Id="rId488" Type="http://schemas.openxmlformats.org/officeDocument/2006/relationships/customXml" Target="../ink/ink576.xml"/><Relationship Id="rId45" Type="http://schemas.openxmlformats.org/officeDocument/2006/relationships/image" Target="../media/image284.png"/><Relationship Id="rId87" Type="http://schemas.openxmlformats.org/officeDocument/2006/relationships/image" Target="../media/image305.png"/><Relationship Id="rId110" Type="http://schemas.openxmlformats.org/officeDocument/2006/relationships/customXml" Target="../ink/ink387.xml"/><Relationship Id="rId348" Type="http://schemas.openxmlformats.org/officeDocument/2006/relationships/customXml" Target="../ink/ink506.xml"/><Relationship Id="rId513" Type="http://schemas.openxmlformats.org/officeDocument/2006/relationships/image" Target="../media/image518.png"/><Relationship Id="rId555" Type="http://schemas.openxmlformats.org/officeDocument/2006/relationships/image" Target="../media/image539.png"/><Relationship Id="rId152" Type="http://schemas.openxmlformats.org/officeDocument/2006/relationships/customXml" Target="../ink/ink408.xml"/><Relationship Id="rId194" Type="http://schemas.openxmlformats.org/officeDocument/2006/relationships/customXml" Target="../ink/ink429.xml"/><Relationship Id="rId208" Type="http://schemas.openxmlformats.org/officeDocument/2006/relationships/customXml" Target="../ink/ink436.xml"/><Relationship Id="rId415" Type="http://schemas.openxmlformats.org/officeDocument/2006/relationships/image" Target="../media/image469.png"/><Relationship Id="rId457" Type="http://schemas.openxmlformats.org/officeDocument/2006/relationships/image" Target="../media/image490.png"/><Relationship Id="rId261" Type="http://schemas.openxmlformats.org/officeDocument/2006/relationships/image" Target="../media/image392.png"/><Relationship Id="rId499" Type="http://schemas.openxmlformats.org/officeDocument/2006/relationships/image" Target="../media/image511.png"/><Relationship Id="rId14" Type="http://schemas.openxmlformats.org/officeDocument/2006/relationships/customXml" Target="../ink/ink339.xml"/><Relationship Id="rId56" Type="http://schemas.openxmlformats.org/officeDocument/2006/relationships/customXml" Target="../ink/ink360.xml"/><Relationship Id="rId317" Type="http://schemas.openxmlformats.org/officeDocument/2006/relationships/image" Target="../media/image420.png"/><Relationship Id="rId359" Type="http://schemas.openxmlformats.org/officeDocument/2006/relationships/image" Target="../media/image441.png"/><Relationship Id="rId524" Type="http://schemas.openxmlformats.org/officeDocument/2006/relationships/customXml" Target="../ink/ink594.xml"/><Relationship Id="rId566" Type="http://schemas.openxmlformats.org/officeDocument/2006/relationships/customXml" Target="../ink/ink615.xml"/><Relationship Id="rId98" Type="http://schemas.openxmlformats.org/officeDocument/2006/relationships/customXml" Target="../ink/ink381.xml"/><Relationship Id="rId121" Type="http://schemas.openxmlformats.org/officeDocument/2006/relationships/image" Target="../media/image322.png"/><Relationship Id="rId163" Type="http://schemas.openxmlformats.org/officeDocument/2006/relationships/image" Target="../media/image343.png"/><Relationship Id="rId219" Type="http://schemas.openxmlformats.org/officeDocument/2006/relationships/image" Target="../media/image371.png"/><Relationship Id="rId370" Type="http://schemas.openxmlformats.org/officeDocument/2006/relationships/customXml" Target="../ink/ink517.xml"/><Relationship Id="rId426" Type="http://schemas.openxmlformats.org/officeDocument/2006/relationships/customXml" Target="../ink/ink545.xml"/><Relationship Id="rId230" Type="http://schemas.openxmlformats.org/officeDocument/2006/relationships/customXml" Target="../ink/ink447.xml"/><Relationship Id="rId468" Type="http://schemas.openxmlformats.org/officeDocument/2006/relationships/customXml" Target="../ink/ink566.xml"/><Relationship Id="rId25" Type="http://schemas.openxmlformats.org/officeDocument/2006/relationships/image" Target="../media/image274.png"/><Relationship Id="rId67" Type="http://schemas.openxmlformats.org/officeDocument/2006/relationships/image" Target="../media/image295.png"/><Relationship Id="rId272" Type="http://schemas.openxmlformats.org/officeDocument/2006/relationships/customXml" Target="../ink/ink468.xml"/><Relationship Id="rId328" Type="http://schemas.openxmlformats.org/officeDocument/2006/relationships/customXml" Target="../ink/ink496.xml"/><Relationship Id="rId535" Type="http://schemas.openxmlformats.org/officeDocument/2006/relationships/image" Target="../media/image529.png"/><Relationship Id="rId132" Type="http://schemas.openxmlformats.org/officeDocument/2006/relationships/customXml" Target="../ink/ink398.xml"/><Relationship Id="rId174" Type="http://schemas.openxmlformats.org/officeDocument/2006/relationships/customXml" Target="../ink/ink419.xml"/><Relationship Id="rId381" Type="http://schemas.openxmlformats.org/officeDocument/2006/relationships/image" Target="../media/image452.png"/><Relationship Id="rId241" Type="http://schemas.openxmlformats.org/officeDocument/2006/relationships/image" Target="../media/image382.png"/><Relationship Id="rId437" Type="http://schemas.openxmlformats.org/officeDocument/2006/relationships/image" Target="../media/image480.png"/><Relationship Id="rId479" Type="http://schemas.openxmlformats.org/officeDocument/2006/relationships/image" Target="../media/image501.png"/><Relationship Id="rId36" Type="http://schemas.openxmlformats.org/officeDocument/2006/relationships/customXml" Target="../ink/ink350.xml"/><Relationship Id="rId283" Type="http://schemas.openxmlformats.org/officeDocument/2006/relationships/image" Target="../media/image403.png"/><Relationship Id="rId339" Type="http://schemas.openxmlformats.org/officeDocument/2006/relationships/image" Target="../media/image431.png"/><Relationship Id="rId490" Type="http://schemas.openxmlformats.org/officeDocument/2006/relationships/customXml" Target="../ink/ink577.xml"/><Relationship Id="rId504" Type="http://schemas.openxmlformats.org/officeDocument/2006/relationships/customXml" Target="../ink/ink584.xml"/><Relationship Id="rId546" Type="http://schemas.openxmlformats.org/officeDocument/2006/relationships/customXml" Target="../ink/ink605.xml"/><Relationship Id="rId78" Type="http://schemas.openxmlformats.org/officeDocument/2006/relationships/customXml" Target="../ink/ink371.xml"/><Relationship Id="rId101" Type="http://schemas.openxmlformats.org/officeDocument/2006/relationships/image" Target="../media/image312.png"/><Relationship Id="rId143" Type="http://schemas.openxmlformats.org/officeDocument/2006/relationships/image" Target="../media/image333.png"/><Relationship Id="rId185" Type="http://schemas.openxmlformats.org/officeDocument/2006/relationships/image" Target="../media/image354.png"/><Relationship Id="rId350" Type="http://schemas.openxmlformats.org/officeDocument/2006/relationships/customXml" Target="../ink/ink507.xml"/><Relationship Id="rId406" Type="http://schemas.openxmlformats.org/officeDocument/2006/relationships/customXml" Target="../ink/ink535.xml"/><Relationship Id="rId9" Type="http://schemas.openxmlformats.org/officeDocument/2006/relationships/image" Target="../media/image266.png"/><Relationship Id="rId210" Type="http://schemas.openxmlformats.org/officeDocument/2006/relationships/customXml" Target="../ink/ink437.xml"/><Relationship Id="rId392" Type="http://schemas.openxmlformats.org/officeDocument/2006/relationships/customXml" Target="../ink/ink528.xml"/><Relationship Id="rId448" Type="http://schemas.openxmlformats.org/officeDocument/2006/relationships/customXml" Target="../ink/ink556.xml"/><Relationship Id="rId252" Type="http://schemas.openxmlformats.org/officeDocument/2006/relationships/customXml" Target="../ink/ink458.xml"/><Relationship Id="rId294" Type="http://schemas.openxmlformats.org/officeDocument/2006/relationships/customXml" Target="../ink/ink479.xml"/><Relationship Id="rId308" Type="http://schemas.openxmlformats.org/officeDocument/2006/relationships/customXml" Target="../ink/ink486.xml"/><Relationship Id="rId515" Type="http://schemas.openxmlformats.org/officeDocument/2006/relationships/image" Target="../media/image519.png"/><Relationship Id="rId47" Type="http://schemas.openxmlformats.org/officeDocument/2006/relationships/image" Target="../media/image285.png"/><Relationship Id="rId89" Type="http://schemas.openxmlformats.org/officeDocument/2006/relationships/image" Target="../media/image306.png"/><Relationship Id="rId112" Type="http://schemas.openxmlformats.org/officeDocument/2006/relationships/customXml" Target="../ink/ink388.xml"/><Relationship Id="rId154" Type="http://schemas.openxmlformats.org/officeDocument/2006/relationships/customXml" Target="../ink/ink409.xml"/><Relationship Id="rId361" Type="http://schemas.openxmlformats.org/officeDocument/2006/relationships/image" Target="../media/image442.png"/><Relationship Id="rId557" Type="http://schemas.openxmlformats.org/officeDocument/2006/relationships/image" Target="../media/image540.png"/><Relationship Id="rId196" Type="http://schemas.openxmlformats.org/officeDocument/2006/relationships/customXml" Target="../ink/ink430.xml"/><Relationship Id="rId417" Type="http://schemas.openxmlformats.org/officeDocument/2006/relationships/image" Target="../media/image470.png"/><Relationship Id="rId459" Type="http://schemas.openxmlformats.org/officeDocument/2006/relationships/image" Target="../media/image491.png"/><Relationship Id="rId16" Type="http://schemas.openxmlformats.org/officeDocument/2006/relationships/customXml" Target="../ink/ink340.xml"/><Relationship Id="rId221" Type="http://schemas.openxmlformats.org/officeDocument/2006/relationships/image" Target="../media/image372.png"/><Relationship Id="rId263" Type="http://schemas.openxmlformats.org/officeDocument/2006/relationships/image" Target="../media/image393.png"/><Relationship Id="rId319" Type="http://schemas.openxmlformats.org/officeDocument/2006/relationships/image" Target="../media/image421.png"/><Relationship Id="rId470" Type="http://schemas.openxmlformats.org/officeDocument/2006/relationships/customXml" Target="../ink/ink567.xml"/><Relationship Id="rId526" Type="http://schemas.openxmlformats.org/officeDocument/2006/relationships/customXml" Target="../ink/ink595.xml"/><Relationship Id="rId58" Type="http://schemas.openxmlformats.org/officeDocument/2006/relationships/customXml" Target="../ink/ink361.xml"/><Relationship Id="rId123" Type="http://schemas.openxmlformats.org/officeDocument/2006/relationships/image" Target="../media/image323.png"/><Relationship Id="rId330" Type="http://schemas.openxmlformats.org/officeDocument/2006/relationships/customXml" Target="../ink/ink497.xml"/><Relationship Id="rId568" Type="http://schemas.openxmlformats.org/officeDocument/2006/relationships/customXml" Target="../ink/ink616.xml"/><Relationship Id="rId165" Type="http://schemas.openxmlformats.org/officeDocument/2006/relationships/image" Target="../media/image344.png"/><Relationship Id="rId372" Type="http://schemas.openxmlformats.org/officeDocument/2006/relationships/customXml" Target="../ink/ink518.xml"/><Relationship Id="rId428" Type="http://schemas.openxmlformats.org/officeDocument/2006/relationships/customXml" Target="../ink/ink546.xml"/><Relationship Id="rId232" Type="http://schemas.openxmlformats.org/officeDocument/2006/relationships/customXml" Target="../ink/ink448.xml"/><Relationship Id="rId274" Type="http://schemas.openxmlformats.org/officeDocument/2006/relationships/customXml" Target="../ink/ink469.xml"/><Relationship Id="rId481" Type="http://schemas.openxmlformats.org/officeDocument/2006/relationships/image" Target="../media/image502.png"/><Relationship Id="rId27" Type="http://schemas.openxmlformats.org/officeDocument/2006/relationships/image" Target="../media/image275.png"/><Relationship Id="rId69" Type="http://schemas.openxmlformats.org/officeDocument/2006/relationships/image" Target="../media/image296.png"/><Relationship Id="rId134" Type="http://schemas.openxmlformats.org/officeDocument/2006/relationships/customXml" Target="../ink/ink399.xml"/><Relationship Id="rId537" Type="http://schemas.openxmlformats.org/officeDocument/2006/relationships/image" Target="../media/image530.png"/><Relationship Id="rId80" Type="http://schemas.openxmlformats.org/officeDocument/2006/relationships/customXml" Target="../ink/ink372.xml"/><Relationship Id="rId176" Type="http://schemas.openxmlformats.org/officeDocument/2006/relationships/customXml" Target="../ink/ink420.xml"/><Relationship Id="rId341" Type="http://schemas.openxmlformats.org/officeDocument/2006/relationships/image" Target="../media/image432.png"/><Relationship Id="rId383" Type="http://schemas.openxmlformats.org/officeDocument/2006/relationships/image" Target="../media/image453.png"/><Relationship Id="rId439" Type="http://schemas.openxmlformats.org/officeDocument/2006/relationships/image" Target="../media/image481.png"/><Relationship Id="rId201" Type="http://schemas.openxmlformats.org/officeDocument/2006/relationships/image" Target="../media/image362.png"/><Relationship Id="rId243" Type="http://schemas.openxmlformats.org/officeDocument/2006/relationships/image" Target="../media/image383.png"/><Relationship Id="rId285" Type="http://schemas.openxmlformats.org/officeDocument/2006/relationships/image" Target="../media/image404.png"/><Relationship Id="rId450" Type="http://schemas.openxmlformats.org/officeDocument/2006/relationships/customXml" Target="../ink/ink557.xml"/><Relationship Id="rId506" Type="http://schemas.openxmlformats.org/officeDocument/2006/relationships/customXml" Target="../ink/ink585.xml"/><Relationship Id="rId38" Type="http://schemas.openxmlformats.org/officeDocument/2006/relationships/customXml" Target="../ink/ink351.xml"/><Relationship Id="rId103" Type="http://schemas.openxmlformats.org/officeDocument/2006/relationships/image" Target="../media/image313.png"/><Relationship Id="rId310" Type="http://schemas.openxmlformats.org/officeDocument/2006/relationships/customXml" Target="../ink/ink487.xml"/><Relationship Id="rId492" Type="http://schemas.openxmlformats.org/officeDocument/2006/relationships/customXml" Target="../ink/ink578.xml"/><Relationship Id="rId548" Type="http://schemas.openxmlformats.org/officeDocument/2006/relationships/customXml" Target="../ink/ink606.xml"/><Relationship Id="rId91" Type="http://schemas.openxmlformats.org/officeDocument/2006/relationships/image" Target="../media/image307.png"/><Relationship Id="rId145" Type="http://schemas.openxmlformats.org/officeDocument/2006/relationships/image" Target="../media/image334.png"/><Relationship Id="rId187" Type="http://schemas.openxmlformats.org/officeDocument/2006/relationships/image" Target="../media/image355.png"/><Relationship Id="rId352" Type="http://schemas.openxmlformats.org/officeDocument/2006/relationships/customXml" Target="../ink/ink508.xml"/><Relationship Id="rId394" Type="http://schemas.openxmlformats.org/officeDocument/2006/relationships/customXml" Target="../ink/ink529.xml"/><Relationship Id="rId408" Type="http://schemas.openxmlformats.org/officeDocument/2006/relationships/customXml" Target="../ink/ink536.xml"/><Relationship Id="rId212" Type="http://schemas.openxmlformats.org/officeDocument/2006/relationships/customXml" Target="../ink/ink438.xml"/><Relationship Id="rId254" Type="http://schemas.openxmlformats.org/officeDocument/2006/relationships/customXml" Target="../ink/ink459.xml"/><Relationship Id="rId49" Type="http://schemas.openxmlformats.org/officeDocument/2006/relationships/image" Target="../media/image286.png"/><Relationship Id="rId114" Type="http://schemas.openxmlformats.org/officeDocument/2006/relationships/customXml" Target="../ink/ink389.xml"/><Relationship Id="rId296" Type="http://schemas.openxmlformats.org/officeDocument/2006/relationships/customXml" Target="../ink/ink480.xml"/><Relationship Id="rId461" Type="http://schemas.openxmlformats.org/officeDocument/2006/relationships/image" Target="../media/image492.png"/><Relationship Id="rId517" Type="http://schemas.openxmlformats.org/officeDocument/2006/relationships/image" Target="../media/image520.png"/><Relationship Id="rId559" Type="http://schemas.openxmlformats.org/officeDocument/2006/relationships/image" Target="../media/image541.png"/><Relationship Id="rId60" Type="http://schemas.openxmlformats.org/officeDocument/2006/relationships/customXml" Target="../ink/ink362.xml"/><Relationship Id="rId156" Type="http://schemas.openxmlformats.org/officeDocument/2006/relationships/customXml" Target="../ink/ink410.xml"/><Relationship Id="rId198" Type="http://schemas.openxmlformats.org/officeDocument/2006/relationships/customXml" Target="../ink/ink431.xml"/><Relationship Id="rId321" Type="http://schemas.openxmlformats.org/officeDocument/2006/relationships/image" Target="../media/image422.png"/><Relationship Id="rId363" Type="http://schemas.openxmlformats.org/officeDocument/2006/relationships/image" Target="../media/image443.png"/><Relationship Id="rId419" Type="http://schemas.openxmlformats.org/officeDocument/2006/relationships/image" Target="../media/image471.png"/><Relationship Id="rId223" Type="http://schemas.openxmlformats.org/officeDocument/2006/relationships/image" Target="../media/image373.png"/><Relationship Id="rId430" Type="http://schemas.openxmlformats.org/officeDocument/2006/relationships/customXml" Target="../ink/ink547.xml"/><Relationship Id="rId18" Type="http://schemas.openxmlformats.org/officeDocument/2006/relationships/customXml" Target="../ink/ink341.xml"/><Relationship Id="rId265" Type="http://schemas.openxmlformats.org/officeDocument/2006/relationships/image" Target="../media/image394.png"/><Relationship Id="rId472" Type="http://schemas.openxmlformats.org/officeDocument/2006/relationships/customXml" Target="../ink/ink568.xml"/><Relationship Id="rId528" Type="http://schemas.openxmlformats.org/officeDocument/2006/relationships/customXml" Target="../ink/ink596.xml"/><Relationship Id="rId125" Type="http://schemas.openxmlformats.org/officeDocument/2006/relationships/image" Target="../media/image324.png"/><Relationship Id="rId167" Type="http://schemas.openxmlformats.org/officeDocument/2006/relationships/image" Target="../media/image345.png"/><Relationship Id="rId332" Type="http://schemas.openxmlformats.org/officeDocument/2006/relationships/customXml" Target="../ink/ink498.xml"/><Relationship Id="rId374" Type="http://schemas.openxmlformats.org/officeDocument/2006/relationships/customXml" Target="../ink/ink519.xml"/><Relationship Id="rId71" Type="http://schemas.openxmlformats.org/officeDocument/2006/relationships/image" Target="../media/image297.png"/><Relationship Id="rId234" Type="http://schemas.openxmlformats.org/officeDocument/2006/relationships/customXml" Target="../ink/ink449.xml"/><Relationship Id="rId2" Type="http://schemas.openxmlformats.org/officeDocument/2006/relationships/customXml" Target="../ink/ink333.xml"/><Relationship Id="rId29" Type="http://schemas.openxmlformats.org/officeDocument/2006/relationships/image" Target="../media/image276.png"/><Relationship Id="rId276" Type="http://schemas.openxmlformats.org/officeDocument/2006/relationships/customXml" Target="../ink/ink470.xml"/><Relationship Id="rId441" Type="http://schemas.openxmlformats.org/officeDocument/2006/relationships/image" Target="../media/image482.png"/><Relationship Id="rId483" Type="http://schemas.openxmlformats.org/officeDocument/2006/relationships/image" Target="../media/image503.png"/><Relationship Id="rId539" Type="http://schemas.openxmlformats.org/officeDocument/2006/relationships/image" Target="../media/image531.png"/><Relationship Id="rId40" Type="http://schemas.openxmlformats.org/officeDocument/2006/relationships/customXml" Target="../ink/ink352.xml"/><Relationship Id="rId136" Type="http://schemas.openxmlformats.org/officeDocument/2006/relationships/customXml" Target="../ink/ink400.xml"/><Relationship Id="rId178" Type="http://schemas.openxmlformats.org/officeDocument/2006/relationships/customXml" Target="../ink/ink421.xml"/><Relationship Id="rId301" Type="http://schemas.openxmlformats.org/officeDocument/2006/relationships/image" Target="../media/image412.png"/><Relationship Id="rId343" Type="http://schemas.openxmlformats.org/officeDocument/2006/relationships/image" Target="../media/image433.png"/><Relationship Id="rId550" Type="http://schemas.openxmlformats.org/officeDocument/2006/relationships/customXml" Target="../ink/ink607.xml"/><Relationship Id="rId82" Type="http://schemas.openxmlformats.org/officeDocument/2006/relationships/customXml" Target="../ink/ink373.xml"/><Relationship Id="rId203" Type="http://schemas.openxmlformats.org/officeDocument/2006/relationships/image" Target="../media/image363.png"/><Relationship Id="rId385" Type="http://schemas.openxmlformats.org/officeDocument/2006/relationships/image" Target="../media/image454.png"/><Relationship Id="rId245" Type="http://schemas.openxmlformats.org/officeDocument/2006/relationships/image" Target="../media/image384.png"/><Relationship Id="rId287" Type="http://schemas.openxmlformats.org/officeDocument/2006/relationships/image" Target="../media/image405.png"/><Relationship Id="rId410" Type="http://schemas.openxmlformats.org/officeDocument/2006/relationships/customXml" Target="../ink/ink537.xml"/><Relationship Id="rId452" Type="http://schemas.openxmlformats.org/officeDocument/2006/relationships/customXml" Target="../ink/ink558.xml"/><Relationship Id="rId494" Type="http://schemas.openxmlformats.org/officeDocument/2006/relationships/customXml" Target="../ink/ink579.xml"/><Relationship Id="rId508" Type="http://schemas.openxmlformats.org/officeDocument/2006/relationships/customXml" Target="../ink/ink586.xml"/><Relationship Id="rId105" Type="http://schemas.openxmlformats.org/officeDocument/2006/relationships/image" Target="../media/image314.png"/><Relationship Id="rId147" Type="http://schemas.openxmlformats.org/officeDocument/2006/relationships/image" Target="../media/image335.png"/><Relationship Id="rId312" Type="http://schemas.openxmlformats.org/officeDocument/2006/relationships/customXml" Target="../ink/ink488.xml"/><Relationship Id="rId354" Type="http://schemas.openxmlformats.org/officeDocument/2006/relationships/customXml" Target="../ink/ink509.xml"/><Relationship Id="rId51" Type="http://schemas.openxmlformats.org/officeDocument/2006/relationships/image" Target="../media/image287.png"/><Relationship Id="rId93" Type="http://schemas.openxmlformats.org/officeDocument/2006/relationships/image" Target="../media/image308.png"/><Relationship Id="rId189" Type="http://schemas.openxmlformats.org/officeDocument/2006/relationships/image" Target="../media/image356.png"/><Relationship Id="rId396" Type="http://schemas.openxmlformats.org/officeDocument/2006/relationships/customXml" Target="../ink/ink530.xml"/><Relationship Id="rId561" Type="http://schemas.openxmlformats.org/officeDocument/2006/relationships/image" Target="../media/image542.png"/><Relationship Id="rId214" Type="http://schemas.openxmlformats.org/officeDocument/2006/relationships/customXml" Target="../ink/ink439.xml"/><Relationship Id="rId256" Type="http://schemas.openxmlformats.org/officeDocument/2006/relationships/customXml" Target="../ink/ink460.xml"/><Relationship Id="rId298" Type="http://schemas.openxmlformats.org/officeDocument/2006/relationships/customXml" Target="../ink/ink481.xml"/><Relationship Id="rId421" Type="http://schemas.openxmlformats.org/officeDocument/2006/relationships/image" Target="../media/image472.png"/><Relationship Id="rId463" Type="http://schemas.openxmlformats.org/officeDocument/2006/relationships/image" Target="../media/image493.png"/><Relationship Id="rId519" Type="http://schemas.openxmlformats.org/officeDocument/2006/relationships/image" Target="../media/image521.png"/><Relationship Id="rId116" Type="http://schemas.openxmlformats.org/officeDocument/2006/relationships/customXml" Target="../ink/ink390.xml"/><Relationship Id="rId158" Type="http://schemas.openxmlformats.org/officeDocument/2006/relationships/customXml" Target="../ink/ink411.xml"/><Relationship Id="rId323" Type="http://schemas.openxmlformats.org/officeDocument/2006/relationships/image" Target="../media/image423.png"/><Relationship Id="rId530" Type="http://schemas.openxmlformats.org/officeDocument/2006/relationships/customXml" Target="../ink/ink597.xml"/><Relationship Id="rId20" Type="http://schemas.openxmlformats.org/officeDocument/2006/relationships/customXml" Target="../ink/ink342.xml"/><Relationship Id="rId62" Type="http://schemas.openxmlformats.org/officeDocument/2006/relationships/customXml" Target="../ink/ink363.xml"/><Relationship Id="rId365" Type="http://schemas.openxmlformats.org/officeDocument/2006/relationships/image" Target="../media/image444.png"/><Relationship Id="rId225" Type="http://schemas.openxmlformats.org/officeDocument/2006/relationships/image" Target="../media/image374.png"/><Relationship Id="rId267" Type="http://schemas.openxmlformats.org/officeDocument/2006/relationships/image" Target="../media/image395.png"/><Relationship Id="rId432" Type="http://schemas.openxmlformats.org/officeDocument/2006/relationships/customXml" Target="../ink/ink548.xml"/><Relationship Id="rId474" Type="http://schemas.openxmlformats.org/officeDocument/2006/relationships/customXml" Target="../ink/ink569.xml"/><Relationship Id="rId127" Type="http://schemas.openxmlformats.org/officeDocument/2006/relationships/image" Target="../media/image325.png"/><Relationship Id="rId31" Type="http://schemas.openxmlformats.org/officeDocument/2006/relationships/image" Target="../media/image277.png"/><Relationship Id="rId73" Type="http://schemas.openxmlformats.org/officeDocument/2006/relationships/image" Target="../media/image298.png"/><Relationship Id="rId169" Type="http://schemas.openxmlformats.org/officeDocument/2006/relationships/image" Target="../media/image346.png"/><Relationship Id="rId334" Type="http://schemas.openxmlformats.org/officeDocument/2006/relationships/customXml" Target="../ink/ink499.xml"/><Relationship Id="rId376" Type="http://schemas.openxmlformats.org/officeDocument/2006/relationships/customXml" Target="../ink/ink520.xml"/><Relationship Id="rId541" Type="http://schemas.openxmlformats.org/officeDocument/2006/relationships/image" Target="../media/image532.png"/><Relationship Id="rId4" Type="http://schemas.openxmlformats.org/officeDocument/2006/relationships/customXml" Target="../ink/ink334.xml"/><Relationship Id="rId180" Type="http://schemas.openxmlformats.org/officeDocument/2006/relationships/customXml" Target="../ink/ink422.xml"/><Relationship Id="rId236" Type="http://schemas.openxmlformats.org/officeDocument/2006/relationships/customXml" Target="../ink/ink450.xml"/><Relationship Id="rId278" Type="http://schemas.openxmlformats.org/officeDocument/2006/relationships/customXml" Target="../ink/ink471.xml"/><Relationship Id="rId401" Type="http://schemas.openxmlformats.org/officeDocument/2006/relationships/image" Target="../media/image462.png"/><Relationship Id="rId443" Type="http://schemas.openxmlformats.org/officeDocument/2006/relationships/image" Target="../media/image483.png"/><Relationship Id="rId303" Type="http://schemas.openxmlformats.org/officeDocument/2006/relationships/image" Target="../media/image413.png"/><Relationship Id="rId485" Type="http://schemas.openxmlformats.org/officeDocument/2006/relationships/image" Target="../media/image504.png"/><Relationship Id="rId42" Type="http://schemas.openxmlformats.org/officeDocument/2006/relationships/customXml" Target="../ink/ink353.xml"/><Relationship Id="rId84" Type="http://schemas.openxmlformats.org/officeDocument/2006/relationships/customXml" Target="../ink/ink374.xml"/><Relationship Id="rId138" Type="http://schemas.openxmlformats.org/officeDocument/2006/relationships/customXml" Target="../ink/ink401.xml"/><Relationship Id="rId345" Type="http://schemas.openxmlformats.org/officeDocument/2006/relationships/image" Target="../media/image434.png"/><Relationship Id="rId387" Type="http://schemas.openxmlformats.org/officeDocument/2006/relationships/image" Target="../media/image455.png"/><Relationship Id="rId510" Type="http://schemas.openxmlformats.org/officeDocument/2006/relationships/customXml" Target="../ink/ink587.xml"/><Relationship Id="rId552" Type="http://schemas.openxmlformats.org/officeDocument/2006/relationships/customXml" Target="../ink/ink608.xml"/><Relationship Id="rId191" Type="http://schemas.openxmlformats.org/officeDocument/2006/relationships/image" Target="../media/image357.png"/><Relationship Id="rId205" Type="http://schemas.openxmlformats.org/officeDocument/2006/relationships/image" Target="../media/image364.png"/><Relationship Id="rId247" Type="http://schemas.openxmlformats.org/officeDocument/2006/relationships/image" Target="../media/image385.png"/><Relationship Id="rId412" Type="http://schemas.openxmlformats.org/officeDocument/2006/relationships/customXml" Target="../ink/ink538.xml"/><Relationship Id="rId107" Type="http://schemas.openxmlformats.org/officeDocument/2006/relationships/image" Target="../media/image315.png"/><Relationship Id="rId289" Type="http://schemas.openxmlformats.org/officeDocument/2006/relationships/image" Target="../media/image406.png"/><Relationship Id="rId454" Type="http://schemas.openxmlformats.org/officeDocument/2006/relationships/customXml" Target="../ink/ink559.xml"/><Relationship Id="rId496" Type="http://schemas.openxmlformats.org/officeDocument/2006/relationships/customXml" Target="../ink/ink580.xml"/><Relationship Id="rId11" Type="http://schemas.openxmlformats.org/officeDocument/2006/relationships/image" Target="../media/image267.png"/><Relationship Id="rId53" Type="http://schemas.openxmlformats.org/officeDocument/2006/relationships/image" Target="../media/image288.png"/><Relationship Id="rId149" Type="http://schemas.openxmlformats.org/officeDocument/2006/relationships/image" Target="../media/image336.png"/><Relationship Id="rId314" Type="http://schemas.openxmlformats.org/officeDocument/2006/relationships/customXml" Target="../ink/ink489.xml"/><Relationship Id="rId356" Type="http://schemas.openxmlformats.org/officeDocument/2006/relationships/customXml" Target="../ink/ink510.xml"/><Relationship Id="rId398" Type="http://schemas.openxmlformats.org/officeDocument/2006/relationships/customXml" Target="../ink/ink531.xml"/><Relationship Id="rId521" Type="http://schemas.openxmlformats.org/officeDocument/2006/relationships/image" Target="../media/image522.png"/><Relationship Id="rId563" Type="http://schemas.openxmlformats.org/officeDocument/2006/relationships/image" Target="../media/image543.png"/><Relationship Id="rId95" Type="http://schemas.openxmlformats.org/officeDocument/2006/relationships/image" Target="../media/image309.png"/><Relationship Id="rId160" Type="http://schemas.openxmlformats.org/officeDocument/2006/relationships/customXml" Target="../ink/ink412.xml"/><Relationship Id="rId216" Type="http://schemas.openxmlformats.org/officeDocument/2006/relationships/customXml" Target="../ink/ink440.xml"/><Relationship Id="rId423" Type="http://schemas.openxmlformats.org/officeDocument/2006/relationships/image" Target="../media/image473.png"/><Relationship Id="rId258" Type="http://schemas.openxmlformats.org/officeDocument/2006/relationships/customXml" Target="../ink/ink461.xml"/><Relationship Id="rId465" Type="http://schemas.openxmlformats.org/officeDocument/2006/relationships/image" Target="../media/image494.png"/><Relationship Id="rId22" Type="http://schemas.openxmlformats.org/officeDocument/2006/relationships/customXml" Target="../ink/ink343.xml"/><Relationship Id="rId64" Type="http://schemas.openxmlformats.org/officeDocument/2006/relationships/customXml" Target="../ink/ink364.xml"/><Relationship Id="rId118" Type="http://schemas.openxmlformats.org/officeDocument/2006/relationships/customXml" Target="../ink/ink391.xml"/><Relationship Id="rId325" Type="http://schemas.openxmlformats.org/officeDocument/2006/relationships/image" Target="../media/image424.png"/><Relationship Id="rId367" Type="http://schemas.openxmlformats.org/officeDocument/2006/relationships/image" Target="../media/image445.png"/><Relationship Id="rId532" Type="http://schemas.openxmlformats.org/officeDocument/2006/relationships/customXml" Target="../ink/ink598.xml"/><Relationship Id="rId171" Type="http://schemas.openxmlformats.org/officeDocument/2006/relationships/image" Target="../media/image347.png"/><Relationship Id="rId227" Type="http://schemas.openxmlformats.org/officeDocument/2006/relationships/image" Target="../media/image375.png"/><Relationship Id="rId269" Type="http://schemas.openxmlformats.org/officeDocument/2006/relationships/image" Target="../media/image396.png"/><Relationship Id="rId434" Type="http://schemas.openxmlformats.org/officeDocument/2006/relationships/customXml" Target="../ink/ink549.xml"/><Relationship Id="rId476" Type="http://schemas.openxmlformats.org/officeDocument/2006/relationships/customXml" Target="../ink/ink570.xml"/><Relationship Id="rId33" Type="http://schemas.openxmlformats.org/officeDocument/2006/relationships/image" Target="../media/image278.png"/><Relationship Id="rId129" Type="http://schemas.openxmlformats.org/officeDocument/2006/relationships/image" Target="../media/image326.png"/><Relationship Id="rId280" Type="http://schemas.openxmlformats.org/officeDocument/2006/relationships/customXml" Target="../ink/ink472.xml"/><Relationship Id="rId336" Type="http://schemas.openxmlformats.org/officeDocument/2006/relationships/customXml" Target="../ink/ink500.xml"/><Relationship Id="rId501" Type="http://schemas.openxmlformats.org/officeDocument/2006/relationships/image" Target="../media/image512.png"/><Relationship Id="rId543" Type="http://schemas.openxmlformats.org/officeDocument/2006/relationships/image" Target="../media/image533.png"/><Relationship Id="rId75" Type="http://schemas.openxmlformats.org/officeDocument/2006/relationships/image" Target="../media/image299.png"/><Relationship Id="rId140" Type="http://schemas.openxmlformats.org/officeDocument/2006/relationships/customXml" Target="../ink/ink402.xml"/><Relationship Id="rId182" Type="http://schemas.openxmlformats.org/officeDocument/2006/relationships/customXml" Target="../ink/ink423.xml"/><Relationship Id="rId378" Type="http://schemas.openxmlformats.org/officeDocument/2006/relationships/customXml" Target="../ink/ink521.xml"/><Relationship Id="rId403" Type="http://schemas.openxmlformats.org/officeDocument/2006/relationships/image" Target="../media/image463.png"/><Relationship Id="rId6" Type="http://schemas.openxmlformats.org/officeDocument/2006/relationships/customXml" Target="../ink/ink335.xml"/><Relationship Id="rId238" Type="http://schemas.openxmlformats.org/officeDocument/2006/relationships/customXml" Target="../ink/ink451.xml"/><Relationship Id="rId445" Type="http://schemas.openxmlformats.org/officeDocument/2006/relationships/image" Target="../media/image484.png"/><Relationship Id="rId487" Type="http://schemas.openxmlformats.org/officeDocument/2006/relationships/image" Target="../media/image505.png"/><Relationship Id="rId291" Type="http://schemas.openxmlformats.org/officeDocument/2006/relationships/image" Target="../media/image407.png"/><Relationship Id="rId305" Type="http://schemas.openxmlformats.org/officeDocument/2006/relationships/image" Target="../media/image414.png"/><Relationship Id="rId347" Type="http://schemas.openxmlformats.org/officeDocument/2006/relationships/image" Target="../media/image435.png"/><Relationship Id="rId512" Type="http://schemas.openxmlformats.org/officeDocument/2006/relationships/customXml" Target="../ink/ink588.xml"/><Relationship Id="rId44" Type="http://schemas.openxmlformats.org/officeDocument/2006/relationships/customXml" Target="../ink/ink354.xml"/><Relationship Id="rId86" Type="http://schemas.openxmlformats.org/officeDocument/2006/relationships/customXml" Target="../ink/ink375.xml"/><Relationship Id="rId151" Type="http://schemas.openxmlformats.org/officeDocument/2006/relationships/image" Target="../media/image337.png"/><Relationship Id="rId389" Type="http://schemas.openxmlformats.org/officeDocument/2006/relationships/image" Target="../media/image456.png"/><Relationship Id="rId554" Type="http://schemas.openxmlformats.org/officeDocument/2006/relationships/customXml" Target="../ink/ink609.xml"/><Relationship Id="rId193" Type="http://schemas.openxmlformats.org/officeDocument/2006/relationships/image" Target="../media/image358.png"/><Relationship Id="rId207" Type="http://schemas.openxmlformats.org/officeDocument/2006/relationships/image" Target="../media/image365.png"/><Relationship Id="rId249" Type="http://schemas.openxmlformats.org/officeDocument/2006/relationships/image" Target="../media/image386.png"/><Relationship Id="rId414" Type="http://schemas.openxmlformats.org/officeDocument/2006/relationships/customXml" Target="../ink/ink539.xml"/><Relationship Id="rId456" Type="http://schemas.openxmlformats.org/officeDocument/2006/relationships/customXml" Target="../ink/ink560.xml"/><Relationship Id="rId498" Type="http://schemas.openxmlformats.org/officeDocument/2006/relationships/customXml" Target="../ink/ink581.xml"/><Relationship Id="rId13" Type="http://schemas.openxmlformats.org/officeDocument/2006/relationships/image" Target="../media/image268.png"/><Relationship Id="rId109" Type="http://schemas.openxmlformats.org/officeDocument/2006/relationships/image" Target="../media/image316.png"/><Relationship Id="rId260" Type="http://schemas.openxmlformats.org/officeDocument/2006/relationships/customXml" Target="../ink/ink462.xml"/><Relationship Id="rId316" Type="http://schemas.openxmlformats.org/officeDocument/2006/relationships/customXml" Target="../ink/ink490.xml"/><Relationship Id="rId523" Type="http://schemas.openxmlformats.org/officeDocument/2006/relationships/image" Target="../media/image523.png"/><Relationship Id="rId55" Type="http://schemas.openxmlformats.org/officeDocument/2006/relationships/image" Target="../media/image289.png"/><Relationship Id="rId97" Type="http://schemas.openxmlformats.org/officeDocument/2006/relationships/image" Target="../media/image310.png"/><Relationship Id="rId120" Type="http://schemas.openxmlformats.org/officeDocument/2006/relationships/customXml" Target="../ink/ink392.xml"/><Relationship Id="rId358" Type="http://schemas.openxmlformats.org/officeDocument/2006/relationships/customXml" Target="../ink/ink511.xml"/><Relationship Id="rId565" Type="http://schemas.openxmlformats.org/officeDocument/2006/relationships/image" Target="../media/image544.png"/><Relationship Id="rId162" Type="http://schemas.openxmlformats.org/officeDocument/2006/relationships/customXml" Target="../ink/ink413.xml"/><Relationship Id="rId218" Type="http://schemas.openxmlformats.org/officeDocument/2006/relationships/customXml" Target="../ink/ink441.xml"/><Relationship Id="rId425" Type="http://schemas.openxmlformats.org/officeDocument/2006/relationships/image" Target="../media/image474.png"/><Relationship Id="rId467" Type="http://schemas.openxmlformats.org/officeDocument/2006/relationships/image" Target="../media/image495.png"/><Relationship Id="rId271" Type="http://schemas.openxmlformats.org/officeDocument/2006/relationships/image" Target="../media/image397.png"/><Relationship Id="rId24" Type="http://schemas.openxmlformats.org/officeDocument/2006/relationships/customXml" Target="../ink/ink344.xml"/><Relationship Id="rId66" Type="http://schemas.openxmlformats.org/officeDocument/2006/relationships/customXml" Target="../ink/ink365.xml"/><Relationship Id="rId131" Type="http://schemas.openxmlformats.org/officeDocument/2006/relationships/image" Target="../media/image327.png"/><Relationship Id="rId327" Type="http://schemas.openxmlformats.org/officeDocument/2006/relationships/image" Target="../media/image425.png"/><Relationship Id="rId369" Type="http://schemas.openxmlformats.org/officeDocument/2006/relationships/image" Target="../media/image446.png"/><Relationship Id="rId534" Type="http://schemas.openxmlformats.org/officeDocument/2006/relationships/customXml" Target="../ink/ink599.xml"/><Relationship Id="rId173" Type="http://schemas.openxmlformats.org/officeDocument/2006/relationships/image" Target="../media/image348.png"/><Relationship Id="rId229" Type="http://schemas.openxmlformats.org/officeDocument/2006/relationships/image" Target="../media/image376.png"/><Relationship Id="rId380" Type="http://schemas.openxmlformats.org/officeDocument/2006/relationships/customXml" Target="../ink/ink522.xml"/><Relationship Id="rId436" Type="http://schemas.openxmlformats.org/officeDocument/2006/relationships/customXml" Target="../ink/ink550.xml"/><Relationship Id="rId240" Type="http://schemas.openxmlformats.org/officeDocument/2006/relationships/customXml" Target="../ink/ink452.xml"/><Relationship Id="rId478" Type="http://schemas.openxmlformats.org/officeDocument/2006/relationships/customXml" Target="../ink/ink571.xml"/><Relationship Id="rId35" Type="http://schemas.openxmlformats.org/officeDocument/2006/relationships/image" Target="../media/image279.png"/><Relationship Id="rId77" Type="http://schemas.openxmlformats.org/officeDocument/2006/relationships/image" Target="../media/image300.png"/><Relationship Id="rId100" Type="http://schemas.openxmlformats.org/officeDocument/2006/relationships/customXml" Target="../ink/ink382.xml"/><Relationship Id="rId282" Type="http://schemas.openxmlformats.org/officeDocument/2006/relationships/customXml" Target="../ink/ink473.xml"/><Relationship Id="rId338" Type="http://schemas.openxmlformats.org/officeDocument/2006/relationships/customXml" Target="../ink/ink501.xml"/><Relationship Id="rId503" Type="http://schemas.openxmlformats.org/officeDocument/2006/relationships/image" Target="../media/image513.png"/><Relationship Id="rId545" Type="http://schemas.openxmlformats.org/officeDocument/2006/relationships/image" Target="../media/image534.png"/><Relationship Id="rId8" Type="http://schemas.openxmlformats.org/officeDocument/2006/relationships/customXml" Target="../ink/ink336.xml"/><Relationship Id="rId142" Type="http://schemas.openxmlformats.org/officeDocument/2006/relationships/customXml" Target="../ink/ink403.xml"/><Relationship Id="rId184" Type="http://schemas.openxmlformats.org/officeDocument/2006/relationships/customXml" Target="../ink/ink424.xml"/><Relationship Id="rId391" Type="http://schemas.openxmlformats.org/officeDocument/2006/relationships/image" Target="../media/image457.png"/><Relationship Id="rId405" Type="http://schemas.openxmlformats.org/officeDocument/2006/relationships/image" Target="../media/image464.png"/><Relationship Id="rId447" Type="http://schemas.openxmlformats.org/officeDocument/2006/relationships/image" Target="../media/image485.png"/><Relationship Id="rId251" Type="http://schemas.openxmlformats.org/officeDocument/2006/relationships/image" Target="../media/image387.png"/><Relationship Id="rId489" Type="http://schemas.openxmlformats.org/officeDocument/2006/relationships/image" Target="../media/image506.png"/><Relationship Id="rId46" Type="http://schemas.openxmlformats.org/officeDocument/2006/relationships/customXml" Target="../ink/ink355.xml"/><Relationship Id="rId293" Type="http://schemas.openxmlformats.org/officeDocument/2006/relationships/image" Target="../media/image408.png"/><Relationship Id="rId307" Type="http://schemas.openxmlformats.org/officeDocument/2006/relationships/image" Target="../media/image415.png"/><Relationship Id="rId349" Type="http://schemas.openxmlformats.org/officeDocument/2006/relationships/image" Target="../media/image436.png"/><Relationship Id="rId514" Type="http://schemas.openxmlformats.org/officeDocument/2006/relationships/customXml" Target="../ink/ink589.xml"/><Relationship Id="rId556" Type="http://schemas.openxmlformats.org/officeDocument/2006/relationships/customXml" Target="../ink/ink610.xml"/><Relationship Id="rId88" Type="http://schemas.openxmlformats.org/officeDocument/2006/relationships/customXml" Target="../ink/ink376.xml"/><Relationship Id="rId111" Type="http://schemas.openxmlformats.org/officeDocument/2006/relationships/image" Target="../media/image317.png"/><Relationship Id="rId153" Type="http://schemas.openxmlformats.org/officeDocument/2006/relationships/image" Target="../media/image338.png"/><Relationship Id="rId195" Type="http://schemas.openxmlformats.org/officeDocument/2006/relationships/image" Target="../media/image359.png"/><Relationship Id="rId209" Type="http://schemas.openxmlformats.org/officeDocument/2006/relationships/image" Target="../media/image366.png"/><Relationship Id="rId360" Type="http://schemas.openxmlformats.org/officeDocument/2006/relationships/customXml" Target="../ink/ink512.xml"/><Relationship Id="rId416" Type="http://schemas.openxmlformats.org/officeDocument/2006/relationships/customXml" Target="../ink/ink540.xml"/><Relationship Id="rId220" Type="http://schemas.openxmlformats.org/officeDocument/2006/relationships/customXml" Target="../ink/ink442.xml"/><Relationship Id="rId458" Type="http://schemas.openxmlformats.org/officeDocument/2006/relationships/customXml" Target="../ink/ink561.xml"/><Relationship Id="rId15" Type="http://schemas.openxmlformats.org/officeDocument/2006/relationships/image" Target="../media/image269.png"/><Relationship Id="rId57" Type="http://schemas.openxmlformats.org/officeDocument/2006/relationships/image" Target="../media/image290.png"/><Relationship Id="rId262" Type="http://schemas.openxmlformats.org/officeDocument/2006/relationships/customXml" Target="../ink/ink463.xml"/><Relationship Id="rId318" Type="http://schemas.openxmlformats.org/officeDocument/2006/relationships/customXml" Target="../ink/ink491.xml"/><Relationship Id="rId525" Type="http://schemas.openxmlformats.org/officeDocument/2006/relationships/image" Target="../media/image524.png"/><Relationship Id="rId567" Type="http://schemas.openxmlformats.org/officeDocument/2006/relationships/image" Target="../media/image545.png"/><Relationship Id="rId99" Type="http://schemas.openxmlformats.org/officeDocument/2006/relationships/image" Target="../media/image311.png"/><Relationship Id="rId122" Type="http://schemas.openxmlformats.org/officeDocument/2006/relationships/customXml" Target="../ink/ink393.xml"/><Relationship Id="rId164" Type="http://schemas.openxmlformats.org/officeDocument/2006/relationships/customXml" Target="../ink/ink414.xml"/><Relationship Id="rId371" Type="http://schemas.openxmlformats.org/officeDocument/2006/relationships/image" Target="../media/image447.png"/><Relationship Id="rId427" Type="http://schemas.openxmlformats.org/officeDocument/2006/relationships/image" Target="../media/image475.png"/><Relationship Id="rId469" Type="http://schemas.openxmlformats.org/officeDocument/2006/relationships/image" Target="../media/image496.png"/><Relationship Id="rId26" Type="http://schemas.openxmlformats.org/officeDocument/2006/relationships/customXml" Target="../ink/ink345.xml"/><Relationship Id="rId231" Type="http://schemas.openxmlformats.org/officeDocument/2006/relationships/image" Target="../media/image377.png"/><Relationship Id="rId273" Type="http://schemas.openxmlformats.org/officeDocument/2006/relationships/image" Target="../media/image398.png"/><Relationship Id="rId329" Type="http://schemas.openxmlformats.org/officeDocument/2006/relationships/image" Target="../media/image426.png"/><Relationship Id="rId480" Type="http://schemas.openxmlformats.org/officeDocument/2006/relationships/customXml" Target="../ink/ink572.xml"/><Relationship Id="rId536" Type="http://schemas.openxmlformats.org/officeDocument/2006/relationships/customXml" Target="../ink/ink600.xml"/><Relationship Id="rId68" Type="http://schemas.openxmlformats.org/officeDocument/2006/relationships/customXml" Target="../ink/ink366.xml"/><Relationship Id="rId133" Type="http://schemas.openxmlformats.org/officeDocument/2006/relationships/image" Target="../media/image328.png"/><Relationship Id="rId175" Type="http://schemas.openxmlformats.org/officeDocument/2006/relationships/image" Target="../media/image349.png"/><Relationship Id="rId340" Type="http://schemas.openxmlformats.org/officeDocument/2006/relationships/customXml" Target="../ink/ink502.xml"/><Relationship Id="rId200" Type="http://schemas.openxmlformats.org/officeDocument/2006/relationships/customXml" Target="../ink/ink432.xml"/><Relationship Id="rId382" Type="http://schemas.openxmlformats.org/officeDocument/2006/relationships/customXml" Target="../ink/ink523.xml"/><Relationship Id="rId438" Type="http://schemas.openxmlformats.org/officeDocument/2006/relationships/customXml" Target="../ink/ink551.xml"/><Relationship Id="rId242" Type="http://schemas.openxmlformats.org/officeDocument/2006/relationships/customXml" Target="../ink/ink453.xml"/><Relationship Id="rId284" Type="http://schemas.openxmlformats.org/officeDocument/2006/relationships/customXml" Target="../ink/ink474.xml"/><Relationship Id="rId491" Type="http://schemas.openxmlformats.org/officeDocument/2006/relationships/image" Target="../media/image507.png"/><Relationship Id="rId505" Type="http://schemas.openxmlformats.org/officeDocument/2006/relationships/image" Target="../media/image514.png"/><Relationship Id="rId37" Type="http://schemas.openxmlformats.org/officeDocument/2006/relationships/image" Target="../media/image280.png"/><Relationship Id="rId79" Type="http://schemas.openxmlformats.org/officeDocument/2006/relationships/image" Target="../media/image301.png"/><Relationship Id="rId102" Type="http://schemas.openxmlformats.org/officeDocument/2006/relationships/customXml" Target="../ink/ink383.xml"/><Relationship Id="rId144" Type="http://schemas.openxmlformats.org/officeDocument/2006/relationships/customXml" Target="../ink/ink404.xml"/><Relationship Id="rId547" Type="http://schemas.openxmlformats.org/officeDocument/2006/relationships/image" Target="../media/image535.png"/><Relationship Id="rId90" Type="http://schemas.openxmlformats.org/officeDocument/2006/relationships/customXml" Target="../ink/ink377.xml"/><Relationship Id="rId186" Type="http://schemas.openxmlformats.org/officeDocument/2006/relationships/customXml" Target="../ink/ink425.xml"/><Relationship Id="rId351" Type="http://schemas.openxmlformats.org/officeDocument/2006/relationships/image" Target="../media/image437.png"/><Relationship Id="rId393" Type="http://schemas.openxmlformats.org/officeDocument/2006/relationships/image" Target="../media/image458.png"/><Relationship Id="rId407" Type="http://schemas.openxmlformats.org/officeDocument/2006/relationships/image" Target="../media/image465.png"/><Relationship Id="rId449" Type="http://schemas.openxmlformats.org/officeDocument/2006/relationships/image" Target="../media/image486.png"/><Relationship Id="rId211" Type="http://schemas.openxmlformats.org/officeDocument/2006/relationships/image" Target="../media/image367.png"/><Relationship Id="rId253" Type="http://schemas.openxmlformats.org/officeDocument/2006/relationships/image" Target="../media/image388.png"/><Relationship Id="rId295" Type="http://schemas.openxmlformats.org/officeDocument/2006/relationships/image" Target="../media/image409.png"/><Relationship Id="rId309" Type="http://schemas.openxmlformats.org/officeDocument/2006/relationships/image" Target="../media/image416.png"/><Relationship Id="rId460" Type="http://schemas.openxmlformats.org/officeDocument/2006/relationships/customXml" Target="../ink/ink562.xml"/><Relationship Id="rId516" Type="http://schemas.openxmlformats.org/officeDocument/2006/relationships/customXml" Target="../ink/ink590.xml"/><Relationship Id="rId48" Type="http://schemas.openxmlformats.org/officeDocument/2006/relationships/customXml" Target="../ink/ink356.xml"/><Relationship Id="rId113" Type="http://schemas.openxmlformats.org/officeDocument/2006/relationships/image" Target="../media/image318.png"/><Relationship Id="rId320" Type="http://schemas.openxmlformats.org/officeDocument/2006/relationships/customXml" Target="../ink/ink492.xml"/><Relationship Id="rId558" Type="http://schemas.openxmlformats.org/officeDocument/2006/relationships/customXml" Target="../ink/ink611.xml"/><Relationship Id="rId155" Type="http://schemas.openxmlformats.org/officeDocument/2006/relationships/image" Target="../media/image339.png"/><Relationship Id="rId197" Type="http://schemas.openxmlformats.org/officeDocument/2006/relationships/image" Target="../media/image360.png"/><Relationship Id="rId362" Type="http://schemas.openxmlformats.org/officeDocument/2006/relationships/customXml" Target="../ink/ink513.xml"/><Relationship Id="rId418" Type="http://schemas.openxmlformats.org/officeDocument/2006/relationships/customXml" Target="../ink/ink541.xml"/><Relationship Id="rId222" Type="http://schemas.openxmlformats.org/officeDocument/2006/relationships/customXml" Target="../ink/ink443.xml"/><Relationship Id="rId264" Type="http://schemas.openxmlformats.org/officeDocument/2006/relationships/customXml" Target="../ink/ink464.xml"/><Relationship Id="rId471" Type="http://schemas.openxmlformats.org/officeDocument/2006/relationships/image" Target="../media/image497.png"/><Relationship Id="rId17" Type="http://schemas.openxmlformats.org/officeDocument/2006/relationships/image" Target="../media/image270.png"/><Relationship Id="rId59" Type="http://schemas.openxmlformats.org/officeDocument/2006/relationships/image" Target="../media/image291.png"/><Relationship Id="rId124" Type="http://schemas.openxmlformats.org/officeDocument/2006/relationships/customXml" Target="../ink/ink394.xml"/><Relationship Id="rId527" Type="http://schemas.openxmlformats.org/officeDocument/2006/relationships/image" Target="../media/image525.png"/><Relationship Id="rId569" Type="http://schemas.openxmlformats.org/officeDocument/2006/relationships/image" Target="../media/image546.png"/><Relationship Id="rId70" Type="http://schemas.openxmlformats.org/officeDocument/2006/relationships/customXml" Target="../ink/ink367.xml"/><Relationship Id="rId166" Type="http://schemas.openxmlformats.org/officeDocument/2006/relationships/customXml" Target="../ink/ink415.xml"/><Relationship Id="rId331" Type="http://schemas.openxmlformats.org/officeDocument/2006/relationships/image" Target="../media/image427.png"/><Relationship Id="rId373" Type="http://schemas.openxmlformats.org/officeDocument/2006/relationships/image" Target="../media/image448.png"/><Relationship Id="rId429" Type="http://schemas.openxmlformats.org/officeDocument/2006/relationships/image" Target="../media/image476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378.png"/><Relationship Id="rId440" Type="http://schemas.openxmlformats.org/officeDocument/2006/relationships/customXml" Target="../ink/ink552.xml"/><Relationship Id="rId28" Type="http://schemas.openxmlformats.org/officeDocument/2006/relationships/customXml" Target="../ink/ink346.xml"/><Relationship Id="rId275" Type="http://schemas.openxmlformats.org/officeDocument/2006/relationships/image" Target="../media/image399.png"/><Relationship Id="rId300" Type="http://schemas.openxmlformats.org/officeDocument/2006/relationships/customXml" Target="../ink/ink482.xml"/><Relationship Id="rId482" Type="http://schemas.openxmlformats.org/officeDocument/2006/relationships/customXml" Target="../ink/ink573.xml"/><Relationship Id="rId538" Type="http://schemas.openxmlformats.org/officeDocument/2006/relationships/customXml" Target="../ink/ink601.xml"/><Relationship Id="rId81" Type="http://schemas.openxmlformats.org/officeDocument/2006/relationships/image" Target="../media/image302.png"/><Relationship Id="rId135" Type="http://schemas.openxmlformats.org/officeDocument/2006/relationships/image" Target="../media/image329.png"/><Relationship Id="rId177" Type="http://schemas.openxmlformats.org/officeDocument/2006/relationships/image" Target="../media/image350.png"/><Relationship Id="rId342" Type="http://schemas.openxmlformats.org/officeDocument/2006/relationships/customXml" Target="../ink/ink503.xml"/><Relationship Id="rId384" Type="http://schemas.openxmlformats.org/officeDocument/2006/relationships/customXml" Target="../ink/ink524.xml"/><Relationship Id="rId202" Type="http://schemas.openxmlformats.org/officeDocument/2006/relationships/customXml" Target="../ink/ink433.xml"/><Relationship Id="rId244" Type="http://schemas.openxmlformats.org/officeDocument/2006/relationships/customXml" Target="../ink/ink454.xml"/><Relationship Id="rId39" Type="http://schemas.openxmlformats.org/officeDocument/2006/relationships/image" Target="../media/image281.png"/><Relationship Id="rId286" Type="http://schemas.openxmlformats.org/officeDocument/2006/relationships/customXml" Target="../ink/ink475.xml"/><Relationship Id="rId451" Type="http://schemas.openxmlformats.org/officeDocument/2006/relationships/image" Target="../media/image487.png"/><Relationship Id="rId493" Type="http://schemas.openxmlformats.org/officeDocument/2006/relationships/image" Target="../media/image508.png"/><Relationship Id="rId507" Type="http://schemas.openxmlformats.org/officeDocument/2006/relationships/image" Target="../media/image515.png"/><Relationship Id="rId549" Type="http://schemas.openxmlformats.org/officeDocument/2006/relationships/image" Target="../media/image536.png"/><Relationship Id="rId50" Type="http://schemas.openxmlformats.org/officeDocument/2006/relationships/customXml" Target="../ink/ink357.xml"/><Relationship Id="rId104" Type="http://schemas.openxmlformats.org/officeDocument/2006/relationships/customXml" Target="../ink/ink384.xml"/><Relationship Id="rId146" Type="http://schemas.openxmlformats.org/officeDocument/2006/relationships/customXml" Target="../ink/ink405.xml"/><Relationship Id="rId188" Type="http://schemas.openxmlformats.org/officeDocument/2006/relationships/customXml" Target="../ink/ink426.xml"/><Relationship Id="rId311" Type="http://schemas.openxmlformats.org/officeDocument/2006/relationships/image" Target="../media/image417.png"/><Relationship Id="rId353" Type="http://schemas.openxmlformats.org/officeDocument/2006/relationships/image" Target="../media/image438.png"/><Relationship Id="rId395" Type="http://schemas.openxmlformats.org/officeDocument/2006/relationships/image" Target="../media/image459.png"/><Relationship Id="rId409" Type="http://schemas.openxmlformats.org/officeDocument/2006/relationships/image" Target="../media/image466.png"/><Relationship Id="rId560" Type="http://schemas.openxmlformats.org/officeDocument/2006/relationships/customXml" Target="../ink/ink612.xml"/><Relationship Id="rId92" Type="http://schemas.openxmlformats.org/officeDocument/2006/relationships/customXml" Target="../ink/ink378.xml"/><Relationship Id="rId213" Type="http://schemas.openxmlformats.org/officeDocument/2006/relationships/image" Target="../media/image368.png"/><Relationship Id="rId420" Type="http://schemas.openxmlformats.org/officeDocument/2006/relationships/customXml" Target="../ink/ink542.xml"/><Relationship Id="rId255" Type="http://schemas.openxmlformats.org/officeDocument/2006/relationships/image" Target="../media/image389.png"/><Relationship Id="rId297" Type="http://schemas.openxmlformats.org/officeDocument/2006/relationships/image" Target="../media/image410.png"/><Relationship Id="rId462" Type="http://schemas.openxmlformats.org/officeDocument/2006/relationships/customXml" Target="../ink/ink563.xml"/><Relationship Id="rId518" Type="http://schemas.openxmlformats.org/officeDocument/2006/relationships/customXml" Target="../ink/ink591.xml"/><Relationship Id="rId115" Type="http://schemas.openxmlformats.org/officeDocument/2006/relationships/image" Target="../media/image319.png"/><Relationship Id="rId157" Type="http://schemas.openxmlformats.org/officeDocument/2006/relationships/image" Target="../media/image340.png"/><Relationship Id="rId322" Type="http://schemas.openxmlformats.org/officeDocument/2006/relationships/customXml" Target="../ink/ink493.xml"/><Relationship Id="rId364" Type="http://schemas.openxmlformats.org/officeDocument/2006/relationships/customXml" Target="../ink/ink514.xml"/><Relationship Id="rId61" Type="http://schemas.openxmlformats.org/officeDocument/2006/relationships/image" Target="../media/image292.png"/><Relationship Id="rId199" Type="http://schemas.openxmlformats.org/officeDocument/2006/relationships/image" Target="../media/image361.png"/><Relationship Id="rId19" Type="http://schemas.openxmlformats.org/officeDocument/2006/relationships/image" Target="../media/image271.png"/><Relationship Id="rId224" Type="http://schemas.openxmlformats.org/officeDocument/2006/relationships/customXml" Target="../ink/ink444.xml"/><Relationship Id="rId266" Type="http://schemas.openxmlformats.org/officeDocument/2006/relationships/customXml" Target="../ink/ink465.xml"/><Relationship Id="rId431" Type="http://schemas.openxmlformats.org/officeDocument/2006/relationships/image" Target="../media/image477.png"/><Relationship Id="rId473" Type="http://schemas.openxmlformats.org/officeDocument/2006/relationships/image" Target="../media/image498.png"/><Relationship Id="rId529" Type="http://schemas.openxmlformats.org/officeDocument/2006/relationships/image" Target="../media/image526.png"/><Relationship Id="rId30" Type="http://schemas.openxmlformats.org/officeDocument/2006/relationships/customXml" Target="../ink/ink347.xml"/><Relationship Id="rId126" Type="http://schemas.openxmlformats.org/officeDocument/2006/relationships/customXml" Target="../ink/ink395.xml"/><Relationship Id="rId168" Type="http://schemas.openxmlformats.org/officeDocument/2006/relationships/customXml" Target="../ink/ink416.xml"/><Relationship Id="rId333" Type="http://schemas.openxmlformats.org/officeDocument/2006/relationships/image" Target="../media/image428.png"/><Relationship Id="rId540" Type="http://schemas.openxmlformats.org/officeDocument/2006/relationships/customXml" Target="../ink/ink602.xml"/><Relationship Id="rId72" Type="http://schemas.openxmlformats.org/officeDocument/2006/relationships/customXml" Target="../ink/ink368.xml"/><Relationship Id="rId375" Type="http://schemas.openxmlformats.org/officeDocument/2006/relationships/image" Target="../media/image449.png"/><Relationship Id="rId3" Type="http://schemas.openxmlformats.org/officeDocument/2006/relationships/image" Target="../media/image263.png"/><Relationship Id="rId235" Type="http://schemas.openxmlformats.org/officeDocument/2006/relationships/image" Target="../media/image379.png"/><Relationship Id="rId277" Type="http://schemas.openxmlformats.org/officeDocument/2006/relationships/image" Target="../media/image400.png"/><Relationship Id="rId400" Type="http://schemas.openxmlformats.org/officeDocument/2006/relationships/customXml" Target="../ink/ink532.xml"/><Relationship Id="rId442" Type="http://schemas.openxmlformats.org/officeDocument/2006/relationships/customXml" Target="../ink/ink553.xml"/><Relationship Id="rId484" Type="http://schemas.openxmlformats.org/officeDocument/2006/relationships/customXml" Target="../ink/ink574.xml"/><Relationship Id="rId137" Type="http://schemas.openxmlformats.org/officeDocument/2006/relationships/image" Target="../media/image330.png"/><Relationship Id="rId302" Type="http://schemas.openxmlformats.org/officeDocument/2006/relationships/customXml" Target="../ink/ink483.xml"/><Relationship Id="rId344" Type="http://schemas.openxmlformats.org/officeDocument/2006/relationships/customXml" Target="../ink/ink504.xml"/><Relationship Id="rId41" Type="http://schemas.openxmlformats.org/officeDocument/2006/relationships/image" Target="../media/image282.png"/><Relationship Id="rId83" Type="http://schemas.openxmlformats.org/officeDocument/2006/relationships/image" Target="../media/image303.png"/><Relationship Id="rId179" Type="http://schemas.openxmlformats.org/officeDocument/2006/relationships/image" Target="../media/image351.png"/><Relationship Id="rId386" Type="http://schemas.openxmlformats.org/officeDocument/2006/relationships/customXml" Target="../ink/ink525.xml"/><Relationship Id="rId551" Type="http://schemas.openxmlformats.org/officeDocument/2006/relationships/image" Target="../media/image537.png"/><Relationship Id="rId190" Type="http://schemas.openxmlformats.org/officeDocument/2006/relationships/customXml" Target="../ink/ink427.xml"/><Relationship Id="rId204" Type="http://schemas.openxmlformats.org/officeDocument/2006/relationships/customXml" Target="../ink/ink434.xml"/><Relationship Id="rId246" Type="http://schemas.openxmlformats.org/officeDocument/2006/relationships/customXml" Target="../ink/ink455.xml"/><Relationship Id="rId288" Type="http://schemas.openxmlformats.org/officeDocument/2006/relationships/customXml" Target="../ink/ink476.xml"/><Relationship Id="rId411" Type="http://schemas.openxmlformats.org/officeDocument/2006/relationships/image" Target="../media/image467.png"/><Relationship Id="rId453" Type="http://schemas.openxmlformats.org/officeDocument/2006/relationships/image" Target="../media/image488.png"/><Relationship Id="rId509" Type="http://schemas.openxmlformats.org/officeDocument/2006/relationships/image" Target="../media/image516.png"/><Relationship Id="rId106" Type="http://schemas.openxmlformats.org/officeDocument/2006/relationships/customXml" Target="../ink/ink385.xml"/><Relationship Id="rId313" Type="http://schemas.openxmlformats.org/officeDocument/2006/relationships/image" Target="../media/image418.png"/><Relationship Id="rId495" Type="http://schemas.openxmlformats.org/officeDocument/2006/relationships/image" Target="../media/image509.png"/><Relationship Id="rId10" Type="http://schemas.openxmlformats.org/officeDocument/2006/relationships/customXml" Target="../ink/ink337.xml"/><Relationship Id="rId52" Type="http://schemas.openxmlformats.org/officeDocument/2006/relationships/customXml" Target="../ink/ink358.xml"/><Relationship Id="rId94" Type="http://schemas.openxmlformats.org/officeDocument/2006/relationships/customXml" Target="../ink/ink379.xml"/><Relationship Id="rId148" Type="http://schemas.openxmlformats.org/officeDocument/2006/relationships/customXml" Target="../ink/ink406.xml"/><Relationship Id="rId355" Type="http://schemas.openxmlformats.org/officeDocument/2006/relationships/image" Target="../media/image439.png"/><Relationship Id="rId397" Type="http://schemas.openxmlformats.org/officeDocument/2006/relationships/image" Target="../media/image460.png"/><Relationship Id="rId520" Type="http://schemas.openxmlformats.org/officeDocument/2006/relationships/customXml" Target="../ink/ink592.xml"/><Relationship Id="rId562" Type="http://schemas.openxmlformats.org/officeDocument/2006/relationships/customXml" Target="../ink/ink613.xml"/><Relationship Id="rId215" Type="http://schemas.openxmlformats.org/officeDocument/2006/relationships/image" Target="../media/image369.png"/><Relationship Id="rId257" Type="http://schemas.openxmlformats.org/officeDocument/2006/relationships/image" Target="../media/image390.png"/><Relationship Id="rId422" Type="http://schemas.openxmlformats.org/officeDocument/2006/relationships/customXml" Target="../ink/ink543.xml"/><Relationship Id="rId464" Type="http://schemas.openxmlformats.org/officeDocument/2006/relationships/customXml" Target="../ink/ink564.xml"/><Relationship Id="rId299" Type="http://schemas.openxmlformats.org/officeDocument/2006/relationships/image" Target="../media/image411.png"/><Relationship Id="rId63" Type="http://schemas.openxmlformats.org/officeDocument/2006/relationships/image" Target="../media/image293.png"/><Relationship Id="rId159" Type="http://schemas.openxmlformats.org/officeDocument/2006/relationships/image" Target="../media/image341.png"/><Relationship Id="rId366" Type="http://schemas.openxmlformats.org/officeDocument/2006/relationships/customXml" Target="../ink/ink515.xml"/><Relationship Id="rId226" Type="http://schemas.openxmlformats.org/officeDocument/2006/relationships/customXml" Target="../ink/ink445.xml"/><Relationship Id="rId433" Type="http://schemas.openxmlformats.org/officeDocument/2006/relationships/image" Target="../media/image478.png"/><Relationship Id="rId74" Type="http://schemas.openxmlformats.org/officeDocument/2006/relationships/customXml" Target="../ink/ink369.xml"/><Relationship Id="rId377" Type="http://schemas.openxmlformats.org/officeDocument/2006/relationships/image" Target="../media/image450.png"/><Relationship Id="rId500" Type="http://schemas.openxmlformats.org/officeDocument/2006/relationships/customXml" Target="../ink/ink582.xml"/><Relationship Id="rId5" Type="http://schemas.openxmlformats.org/officeDocument/2006/relationships/image" Target="../media/image264.png"/><Relationship Id="rId237" Type="http://schemas.openxmlformats.org/officeDocument/2006/relationships/image" Target="../media/image380.png"/><Relationship Id="rId444" Type="http://schemas.openxmlformats.org/officeDocument/2006/relationships/customXml" Target="../ink/ink554.xml"/><Relationship Id="rId290" Type="http://schemas.openxmlformats.org/officeDocument/2006/relationships/customXml" Target="../ink/ink477.xml"/><Relationship Id="rId304" Type="http://schemas.openxmlformats.org/officeDocument/2006/relationships/customXml" Target="../ink/ink484.xml"/><Relationship Id="rId388" Type="http://schemas.openxmlformats.org/officeDocument/2006/relationships/customXml" Target="../ink/ink526.xml"/><Relationship Id="rId511" Type="http://schemas.openxmlformats.org/officeDocument/2006/relationships/image" Target="../media/image517.png"/><Relationship Id="rId85" Type="http://schemas.openxmlformats.org/officeDocument/2006/relationships/image" Target="../media/image304.png"/><Relationship Id="rId150" Type="http://schemas.openxmlformats.org/officeDocument/2006/relationships/customXml" Target="../ink/ink407.xml"/><Relationship Id="rId248" Type="http://schemas.openxmlformats.org/officeDocument/2006/relationships/customXml" Target="../ink/ink456.xml"/><Relationship Id="rId455" Type="http://schemas.openxmlformats.org/officeDocument/2006/relationships/image" Target="../media/image489.png"/><Relationship Id="rId12" Type="http://schemas.openxmlformats.org/officeDocument/2006/relationships/customXml" Target="../ink/ink338.xml"/><Relationship Id="rId108" Type="http://schemas.openxmlformats.org/officeDocument/2006/relationships/customXml" Target="../ink/ink386.xml"/><Relationship Id="rId315" Type="http://schemas.openxmlformats.org/officeDocument/2006/relationships/image" Target="../media/image419.png"/><Relationship Id="rId522" Type="http://schemas.openxmlformats.org/officeDocument/2006/relationships/customXml" Target="../ink/ink593.xml"/><Relationship Id="rId96" Type="http://schemas.openxmlformats.org/officeDocument/2006/relationships/customXml" Target="../ink/ink380.xml"/><Relationship Id="rId161" Type="http://schemas.openxmlformats.org/officeDocument/2006/relationships/image" Target="../media/image342.png"/><Relationship Id="rId399" Type="http://schemas.openxmlformats.org/officeDocument/2006/relationships/image" Target="../media/image461.png"/><Relationship Id="rId259" Type="http://schemas.openxmlformats.org/officeDocument/2006/relationships/image" Target="../media/image391.png"/><Relationship Id="rId466" Type="http://schemas.openxmlformats.org/officeDocument/2006/relationships/customXml" Target="../ink/ink565.xml"/><Relationship Id="rId23" Type="http://schemas.openxmlformats.org/officeDocument/2006/relationships/image" Target="../media/image273.png"/><Relationship Id="rId119" Type="http://schemas.openxmlformats.org/officeDocument/2006/relationships/image" Target="../media/image321.png"/><Relationship Id="rId326" Type="http://schemas.openxmlformats.org/officeDocument/2006/relationships/customXml" Target="../ink/ink495.xml"/><Relationship Id="rId533" Type="http://schemas.openxmlformats.org/officeDocument/2006/relationships/image" Target="../media/image528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04.png"/><Relationship Id="rId671" Type="http://schemas.openxmlformats.org/officeDocument/2006/relationships/image" Target="../media/image881.png"/><Relationship Id="rId21" Type="http://schemas.openxmlformats.org/officeDocument/2006/relationships/image" Target="../media/image556.png"/><Relationship Id="rId324" Type="http://schemas.openxmlformats.org/officeDocument/2006/relationships/customXml" Target="../ink/ink778.xml"/><Relationship Id="rId531" Type="http://schemas.openxmlformats.org/officeDocument/2006/relationships/image" Target="../media/image811.png"/><Relationship Id="rId629" Type="http://schemas.openxmlformats.org/officeDocument/2006/relationships/image" Target="../media/image860.png"/><Relationship Id="rId170" Type="http://schemas.openxmlformats.org/officeDocument/2006/relationships/customXml" Target="../ink/ink701.xml"/><Relationship Id="rId268" Type="http://schemas.openxmlformats.org/officeDocument/2006/relationships/customXml" Target="../ink/ink750.xml"/><Relationship Id="rId475" Type="http://schemas.openxmlformats.org/officeDocument/2006/relationships/image" Target="../media/image783.png"/><Relationship Id="rId682" Type="http://schemas.openxmlformats.org/officeDocument/2006/relationships/customXml" Target="../ink/ink957.xml"/><Relationship Id="rId32" Type="http://schemas.openxmlformats.org/officeDocument/2006/relationships/customXml" Target="../ink/ink632.xml"/><Relationship Id="rId128" Type="http://schemas.openxmlformats.org/officeDocument/2006/relationships/customXml" Target="../ink/ink680.xml"/><Relationship Id="rId335" Type="http://schemas.openxmlformats.org/officeDocument/2006/relationships/image" Target="../media/image713.png"/><Relationship Id="rId542" Type="http://schemas.openxmlformats.org/officeDocument/2006/relationships/customXml" Target="../ink/ink887.xml"/><Relationship Id="rId181" Type="http://schemas.openxmlformats.org/officeDocument/2006/relationships/image" Target="../media/image636.png"/><Relationship Id="rId402" Type="http://schemas.openxmlformats.org/officeDocument/2006/relationships/customXml" Target="../ink/ink817.xml"/><Relationship Id="rId279" Type="http://schemas.openxmlformats.org/officeDocument/2006/relationships/image" Target="../media/image685.png"/><Relationship Id="rId486" Type="http://schemas.openxmlformats.org/officeDocument/2006/relationships/customXml" Target="../ink/ink859.xml"/><Relationship Id="rId43" Type="http://schemas.openxmlformats.org/officeDocument/2006/relationships/image" Target="../media/image567.png"/><Relationship Id="rId139" Type="http://schemas.openxmlformats.org/officeDocument/2006/relationships/image" Target="../media/image615.png"/><Relationship Id="rId346" Type="http://schemas.openxmlformats.org/officeDocument/2006/relationships/customXml" Target="../ink/ink789.xml"/><Relationship Id="rId553" Type="http://schemas.openxmlformats.org/officeDocument/2006/relationships/image" Target="../media/image822.png"/><Relationship Id="rId192" Type="http://schemas.openxmlformats.org/officeDocument/2006/relationships/customXml" Target="../ink/ink712.xml"/><Relationship Id="rId206" Type="http://schemas.openxmlformats.org/officeDocument/2006/relationships/customXml" Target="../ink/ink719.xml"/><Relationship Id="rId413" Type="http://schemas.openxmlformats.org/officeDocument/2006/relationships/image" Target="../media/image752.png"/><Relationship Id="rId497" Type="http://schemas.openxmlformats.org/officeDocument/2006/relationships/image" Target="../media/image794.png"/><Relationship Id="rId620" Type="http://schemas.openxmlformats.org/officeDocument/2006/relationships/customXml" Target="../ink/ink926.xml"/><Relationship Id="rId357" Type="http://schemas.openxmlformats.org/officeDocument/2006/relationships/image" Target="../media/image724.png"/><Relationship Id="rId54" Type="http://schemas.openxmlformats.org/officeDocument/2006/relationships/customXml" Target="../ink/ink643.xml"/><Relationship Id="rId217" Type="http://schemas.openxmlformats.org/officeDocument/2006/relationships/image" Target="../media/image654.png"/><Relationship Id="rId564" Type="http://schemas.openxmlformats.org/officeDocument/2006/relationships/customXml" Target="../ink/ink898.xml"/><Relationship Id="rId424" Type="http://schemas.openxmlformats.org/officeDocument/2006/relationships/customXml" Target="../ink/ink828.xml"/><Relationship Id="rId631" Type="http://schemas.openxmlformats.org/officeDocument/2006/relationships/image" Target="../media/image861.png"/><Relationship Id="rId270" Type="http://schemas.openxmlformats.org/officeDocument/2006/relationships/customXml" Target="../ink/ink751.xml"/><Relationship Id="rId65" Type="http://schemas.openxmlformats.org/officeDocument/2006/relationships/image" Target="../media/image578.png"/><Relationship Id="rId130" Type="http://schemas.openxmlformats.org/officeDocument/2006/relationships/customXml" Target="../ink/ink681.xml"/><Relationship Id="rId368" Type="http://schemas.openxmlformats.org/officeDocument/2006/relationships/customXml" Target="../ink/ink800.xml"/><Relationship Id="rId575" Type="http://schemas.openxmlformats.org/officeDocument/2006/relationships/image" Target="../media/image833.png"/><Relationship Id="rId228" Type="http://schemas.openxmlformats.org/officeDocument/2006/relationships/customXml" Target="../ink/ink730.xml"/><Relationship Id="rId435" Type="http://schemas.openxmlformats.org/officeDocument/2006/relationships/image" Target="../media/image763.png"/><Relationship Id="rId642" Type="http://schemas.openxmlformats.org/officeDocument/2006/relationships/customXml" Target="../ink/ink937.xml"/><Relationship Id="rId281" Type="http://schemas.openxmlformats.org/officeDocument/2006/relationships/image" Target="../media/image686.png"/><Relationship Id="rId502" Type="http://schemas.openxmlformats.org/officeDocument/2006/relationships/customXml" Target="../ink/ink867.xml"/><Relationship Id="rId76" Type="http://schemas.openxmlformats.org/officeDocument/2006/relationships/customXml" Target="../ink/ink654.xml"/><Relationship Id="rId141" Type="http://schemas.openxmlformats.org/officeDocument/2006/relationships/image" Target="../media/image616.png"/><Relationship Id="rId379" Type="http://schemas.openxmlformats.org/officeDocument/2006/relationships/image" Target="../media/image735.png"/><Relationship Id="rId586" Type="http://schemas.openxmlformats.org/officeDocument/2006/relationships/customXml" Target="../ink/ink909.xml"/><Relationship Id="rId7" Type="http://schemas.openxmlformats.org/officeDocument/2006/relationships/image" Target="../media/image549.png"/><Relationship Id="rId239" Type="http://schemas.openxmlformats.org/officeDocument/2006/relationships/image" Target="../media/image665.png"/><Relationship Id="rId446" Type="http://schemas.openxmlformats.org/officeDocument/2006/relationships/customXml" Target="../ink/ink839.xml"/><Relationship Id="rId653" Type="http://schemas.openxmlformats.org/officeDocument/2006/relationships/image" Target="../media/image872.png"/><Relationship Id="rId292" Type="http://schemas.openxmlformats.org/officeDocument/2006/relationships/customXml" Target="../ink/ink762.xml"/><Relationship Id="rId306" Type="http://schemas.openxmlformats.org/officeDocument/2006/relationships/customXml" Target="../ink/ink769.xml"/><Relationship Id="rId87" Type="http://schemas.openxmlformats.org/officeDocument/2006/relationships/image" Target="../media/image589.png"/><Relationship Id="rId513" Type="http://schemas.openxmlformats.org/officeDocument/2006/relationships/image" Target="../media/image802.png"/><Relationship Id="rId597" Type="http://schemas.openxmlformats.org/officeDocument/2006/relationships/image" Target="../media/image844.png"/><Relationship Id="rId152" Type="http://schemas.openxmlformats.org/officeDocument/2006/relationships/customXml" Target="../ink/ink692.xml"/><Relationship Id="rId457" Type="http://schemas.openxmlformats.org/officeDocument/2006/relationships/image" Target="../media/image774.png"/><Relationship Id="rId664" Type="http://schemas.openxmlformats.org/officeDocument/2006/relationships/customXml" Target="../ink/ink948.xml"/><Relationship Id="rId14" Type="http://schemas.openxmlformats.org/officeDocument/2006/relationships/customXml" Target="../ink/ink623.xml"/><Relationship Id="rId317" Type="http://schemas.openxmlformats.org/officeDocument/2006/relationships/image" Target="../media/image704.png"/><Relationship Id="rId524" Type="http://schemas.openxmlformats.org/officeDocument/2006/relationships/customXml" Target="../ink/ink878.xml"/><Relationship Id="rId98" Type="http://schemas.openxmlformats.org/officeDocument/2006/relationships/customXml" Target="../ink/ink665.xml"/><Relationship Id="rId163" Type="http://schemas.openxmlformats.org/officeDocument/2006/relationships/image" Target="../media/image627.png"/><Relationship Id="rId370" Type="http://schemas.openxmlformats.org/officeDocument/2006/relationships/customXml" Target="../ink/ink801.xml"/><Relationship Id="rId230" Type="http://schemas.openxmlformats.org/officeDocument/2006/relationships/customXml" Target="../ink/ink731.xml"/><Relationship Id="rId468" Type="http://schemas.openxmlformats.org/officeDocument/2006/relationships/customXml" Target="../ink/ink850.xml"/><Relationship Id="rId675" Type="http://schemas.openxmlformats.org/officeDocument/2006/relationships/image" Target="../media/image883.png"/><Relationship Id="rId25" Type="http://schemas.openxmlformats.org/officeDocument/2006/relationships/image" Target="../media/image558.png"/><Relationship Id="rId328" Type="http://schemas.openxmlformats.org/officeDocument/2006/relationships/customXml" Target="../ink/ink780.xml"/><Relationship Id="rId535" Type="http://schemas.openxmlformats.org/officeDocument/2006/relationships/image" Target="../media/image813.png"/><Relationship Id="rId174" Type="http://schemas.openxmlformats.org/officeDocument/2006/relationships/customXml" Target="../ink/ink703.xml"/><Relationship Id="rId381" Type="http://schemas.openxmlformats.org/officeDocument/2006/relationships/image" Target="../media/image736.png"/><Relationship Id="rId602" Type="http://schemas.openxmlformats.org/officeDocument/2006/relationships/customXml" Target="../ink/ink917.xml"/><Relationship Id="rId241" Type="http://schemas.openxmlformats.org/officeDocument/2006/relationships/image" Target="../media/image666.png"/><Relationship Id="rId479" Type="http://schemas.openxmlformats.org/officeDocument/2006/relationships/image" Target="../media/image785.png"/><Relationship Id="rId36" Type="http://schemas.openxmlformats.org/officeDocument/2006/relationships/customXml" Target="../ink/ink634.xml"/><Relationship Id="rId339" Type="http://schemas.openxmlformats.org/officeDocument/2006/relationships/image" Target="../media/image715.png"/><Relationship Id="rId546" Type="http://schemas.openxmlformats.org/officeDocument/2006/relationships/customXml" Target="../ink/ink889.xml"/><Relationship Id="rId101" Type="http://schemas.openxmlformats.org/officeDocument/2006/relationships/image" Target="../media/image596.png"/><Relationship Id="rId185" Type="http://schemas.openxmlformats.org/officeDocument/2006/relationships/image" Target="../media/image638.png"/><Relationship Id="rId406" Type="http://schemas.openxmlformats.org/officeDocument/2006/relationships/customXml" Target="../ink/ink819.xml"/><Relationship Id="rId392" Type="http://schemas.openxmlformats.org/officeDocument/2006/relationships/customXml" Target="../ink/ink812.xml"/><Relationship Id="rId613" Type="http://schemas.openxmlformats.org/officeDocument/2006/relationships/image" Target="../media/image852.png"/><Relationship Id="rId252" Type="http://schemas.openxmlformats.org/officeDocument/2006/relationships/customXml" Target="../ink/ink742.xml"/><Relationship Id="rId47" Type="http://schemas.openxmlformats.org/officeDocument/2006/relationships/image" Target="../media/image569.png"/><Relationship Id="rId112" Type="http://schemas.openxmlformats.org/officeDocument/2006/relationships/customXml" Target="../ink/ink672.xml"/><Relationship Id="rId557" Type="http://schemas.openxmlformats.org/officeDocument/2006/relationships/image" Target="../media/image824.png"/><Relationship Id="rId196" Type="http://schemas.openxmlformats.org/officeDocument/2006/relationships/customXml" Target="../ink/ink714.xml"/><Relationship Id="rId417" Type="http://schemas.openxmlformats.org/officeDocument/2006/relationships/image" Target="../media/image754.png"/><Relationship Id="rId624" Type="http://schemas.openxmlformats.org/officeDocument/2006/relationships/customXml" Target="../ink/ink928.xml"/><Relationship Id="rId263" Type="http://schemas.openxmlformats.org/officeDocument/2006/relationships/image" Target="../media/image677.png"/><Relationship Id="rId470" Type="http://schemas.openxmlformats.org/officeDocument/2006/relationships/customXml" Target="../ink/ink851.xml"/><Relationship Id="rId58" Type="http://schemas.openxmlformats.org/officeDocument/2006/relationships/customXml" Target="../ink/ink645.xml"/><Relationship Id="rId123" Type="http://schemas.openxmlformats.org/officeDocument/2006/relationships/image" Target="../media/image607.png"/><Relationship Id="rId330" Type="http://schemas.openxmlformats.org/officeDocument/2006/relationships/customXml" Target="../ink/ink781.xml"/><Relationship Id="rId568" Type="http://schemas.openxmlformats.org/officeDocument/2006/relationships/customXml" Target="../ink/ink900.xml"/><Relationship Id="rId428" Type="http://schemas.openxmlformats.org/officeDocument/2006/relationships/customXml" Target="../ink/ink830.xml"/><Relationship Id="rId635" Type="http://schemas.openxmlformats.org/officeDocument/2006/relationships/image" Target="../media/image863.png"/><Relationship Id="rId274" Type="http://schemas.openxmlformats.org/officeDocument/2006/relationships/customXml" Target="../ink/ink753.xml"/><Relationship Id="rId481" Type="http://schemas.openxmlformats.org/officeDocument/2006/relationships/image" Target="../media/image786.png"/><Relationship Id="rId69" Type="http://schemas.openxmlformats.org/officeDocument/2006/relationships/image" Target="../media/image580.png"/><Relationship Id="rId134" Type="http://schemas.openxmlformats.org/officeDocument/2006/relationships/customXml" Target="../ink/ink683.xml"/><Relationship Id="rId579" Type="http://schemas.openxmlformats.org/officeDocument/2006/relationships/image" Target="../media/image835.png"/><Relationship Id="rId341" Type="http://schemas.openxmlformats.org/officeDocument/2006/relationships/image" Target="../media/image716.png"/><Relationship Id="rId439" Type="http://schemas.openxmlformats.org/officeDocument/2006/relationships/image" Target="../media/image765.png"/><Relationship Id="rId646" Type="http://schemas.openxmlformats.org/officeDocument/2006/relationships/customXml" Target="../ink/ink939.xml"/><Relationship Id="rId201" Type="http://schemas.openxmlformats.org/officeDocument/2006/relationships/image" Target="../media/image646.png"/><Relationship Id="rId285" Type="http://schemas.openxmlformats.org/officeDocument/2006/relationships/image" Target="../media/image688.png"/><Relationship Id="rId506" Type="http://schemas.openxmlformats.org/officeDocument/2006/relationships/customXml" Target="../ink/ink869.xml"/><Relationship Id="rId492" Type="http://schemas.openxmlformats.org/officeDocument/2006/relationships/customXml" Target="../ink/ink862.xml"/><Relationship Id="rId145" Type="http://schemas.openxmlformats.org/officeDocument/2006/relationships/image" Target="../media/image618.png"/><Relationship Id="rId352" Type="http://schemas.openxmlformats.org/officeDocument/2006/relationships/customXml" Target="../ink/ink792.xml"/><Relationship Id="rId212" Type="http://schemas.openxmlformats.org/officeDocument/2006/relationships/customXml" Target="../ink/ink722.xml"/><Relationship Id="rId254" Type="http://schemas.openxmlformats.org/officeDocument/2006/relationships/customXml" Target="../ink/ink743.xml"/><Relationship Id="rId657" Type="http://schemas.openxmlformats.org/officeDocument/2006/relationships/image" Target="../media/image874.png"/><Relationship Id="rId49" Type="http://schemas.openxmlformats.org/officeDocument/2006/relationships/image" Target="../media/image570.png"/><Relationship Id="rId114" Type="http://schemas.openxmlformats.org/officeDocument/2006/relationships/customXml" Target="../ink/ink673.xml"/><Relationship Id="rId296" Type="http://schemas.openxmlformats.org/officeDocument/2006/relationships/customXml" Target="../ink/ink764.xml"/><Relationship Id="rId461" Type="http://schemas.openxmlformats.org/officeDocument/2006/relationships/image" Target="../media/image776.png"/><Relationship Id="rId517" Type="http://schemas.openxmlformats.org/officeDocument/2006/relationships/image" Target="../media/image804.png"/><Relationship Id="rId559" Type="http://schemas.openxmlformats.org/officeDocument/2006/relationships/image" Target="../media/image825.png"/><Relationship Id="rId60" Type="http://schemas.openxmlformats.org/officeDocument/2006/relationships/customXml" Target="../ink/ink646.xml"/><Relationship Id="rId156" Type="http://schemas.openxmlformats.org/officeDocument/2006/relationships/customXml" Target="../ink/ink694.xml"/><Relationship Id="rId198" Type="http://schemas.openxmlformats.org/officeDocument/2006/relationships/customXml" Target="../ink/ink715.xml"/><Relationship Id="rId321" Type="http://schemas.openxmlformats.org/officeDocument/2006/relationships/image" Target="../media/image706.png"/><Relationship Id="rId363" Type="http://schemas.openxmlformats.org/officeDocument/2006/relationships/image" Target="../media/image727.png"/><Relationship Id="rId419" Type="http://schemas.openxmlformats.org/officeDocument/2006/relationships/image" Target="../media/image755.png"/><Relationship Id="rId570" Type="http://schemas.openxmlformats.org/officeDocument/2006/relationships/customXml" Target="../ink/ink901.xml"/><Relationship Id="rId626" Type="http://schemas.openxmlformats.org/officeDocument/2006/relationships/customXml" Target="../ink/ink929.xml"/><Relationship Id="rId223" Type="http://schemas.openxmlformats.org/officeDocument/2006/relationships/image" Target="../media/image657.png"/><Relationship Id="rId430" Type="http://schemas.openxmlformats.org/officeDocument/2006/relationships/customXml" Target="../ink/ink831.xml"/><Relationship Id="rId668" Type="http://schemas.openxmlformats.org/officeDocument/2006/relationships/customXml" Target="../ink/ink950.xml"/><Relationship Id="rId18" Type="http://schemas.openxmlformats.org/officeDocument/2006/relationships/customXml" Target="../ink/ink625.xml"/><Relationship Id="rId265" Type="http://schemas.openxmlformats.org/officeDocument/2006/relationships/image" Target="../media/image678.png"/><Relationship Id="rId472" Type="http://schemas.openxmlformats.org/officeDocument/2006/relationships/customXml" Target="../ink/ink852.xml"/><Relationship Id="rId528" Type="http://schemas.openxmlformats.org/officeDocument/2006/relationships/customXml" Target="../ink/ink880.xml"/><Relationship Id="rId125" Type="http://schemas.openxmlformats.org/officeDocument/2006/relationships/image" Target="../media/image608.png"/><Relationship Id="rId167" Type="http://schemas.openxmlformats.org/officeDocument/2006/relationships/image" Target="../media/image629.png"/><Relationship Id="rId332" Type="http://schemas.openxmlformats.org/officeDocument/2006/relationships/customXml" Target="../ink/ink782.xml"/><Relationship Id="rId374" Type="http://schemas.openxmlformats.org/officeDocument/2006/relationships/customXml" Target="../ink/ink803.xml"/><Relationship Id="rId581" Type="http://schemas.openxmlformats.org/officeDocument/2006/relationships/image" Target="../media/image836.png"/><Relationship Id="rId71" Type="http://schemas.openxmlformats.org/officeDocument/2006/relationships/image" Target="../media/image581.png"/><Relationship Id="rId234" Type="http://schemas.openxmlformats.org/officeDocument/2006/relationships/customXml" Target="../ink/ink733.xml"/><Relationship Id="rId637" Type="http://schemas.openxmlformats.org/officeDocument/2006/relationships/image" Target="../media/image864.png"/><Relationship Id="rId679" Type="http://schemas.openxmlformats.org/officeDocument/2006/relationships/image" Target="../media/image885.png"/><Relationship Id="rId2" Type="http://schemas.openxmlformats.org/officeDocument/2006/relationships/customXml" Target="../ink/ink617.xml"/><Relationship Id="rId29" Type="http://schemas.openxmlformats.org/officeDocument/2006/relationships/image" Target="../media/image560.png"/><Relationship Id="rId276" Type="http://schemas.openxmlformats.org/officeDocument/2006/relationships/customXml" Target="../ink/ink754.xml"/><Relationship Id="rId441" Type="http://schemas.openxmlformats.org/officeDocument/2006/relationships/image" Target="../media/image766.png"/><Relationship Id="rId483" Type="http://schemas.openxmlformats.org/officeDocument/2006/relationships/image" Target="../media/image787.png"/><Relationship Id="rId539" Type="http://schemas.openxmlformats.org/officeDocument/2006/relationships/image" Target="../media/image815.png"/><Relationship Id="rId40" Type="http://schemas.openxmlformats.org/officeDocument/2006/relationships/customXml" Target="../ink/ink636.xml"/><Relationship Id="rId136" Type="http://schemas.openxmlformats.org/officeDocument/2006/relationships/customXml" Target="../ink/ink684.xml"/><Relationship Id="rId178" Type="http://schemas.openxmlformats.org/officeDocument/2006/relationships/customXml" Target="../ink/ink705.xml"/><Relationship Id="rId301" Type="http://schemas.openxmlformats.org/officeDocument/2006/relationships/image" Target="../media/image696.png"/><Relationship Id="rId343" Type="http://schemas.openxmlformats.org/officeDocument/2006/relationships/image" Target="../media/image717.png"/><Relationship Id="rId550" Type="http://schemas.openxmlformats.org/officeDocument/2006/relationships/customXml" Target="../ink/ink891.xml"/><Relationship Id="rId82" Type="http://schemas.openxmlformats.org/officeDocument/2006/relationships/customXml" Target="../ink/ink657.xml"/><Relationship Id="rId203" Type="http://schemas.openxmlformats.org/officeDocument/2006/relationships/image" Target="../media/image647.png"/><Relationship Id="rId385" Type="http://schemas.openxmlformats.org/officeDocument/2006/relationships/image" Target="../media/image738.png"/><Relationship Id="rId592" Type="http://schemas.openxmlformats.org/officeDocument/2006/relationships/customXml" Target="../ink/ink912.xml"/><Relationship Id="rId606" Type="http://schemas.openxmlformats.org/officeDocument/2006/relationships/customXml" Target="../ink/ink919.xml"/><Relationship Id="rId648" Type="http://schemas.openxmlformats.org/officeDocument/2006/relationships/customXml" Target="../ink/ink940.xml"/><Relationship Id="rId245" Type="http://schemas.openxmlformats.org/officeDocument/2006/relationships/image" Target="../media/image668.png"/><Relationship Id="rId287" Type="http://schemas.openxmlformats.org/officeDocument/2006/relationships/image" Target="../media/image689.png"/><Relationship Id="rId410" Type="http://schemas.openxmlformats.org/officeDocument/2006/relationships/customXml" Target="../ink/ink821.xml"/><Relationship Id="rId452" Type="http://schemas.openxmlformats.org/officeDocument/2006/relationships/customXml" Target="../ink/ink842.xml"/><Relationship Id="rId494" Type="http://schemas.openxmlformats.org/officeDocument/2006/relationships/customXml" Target="../ink/ink863.xml"/><Relationship Id="rId508" Type="http://schemas.openxmlformats.org/officeDocument/2006/relationships/customXml" Target="../ink/ink870.xml"/><Relationship Id="rId105" Type="http://schemas.openxmlformats.org/officeDocument/2006/relationships/image" Target="../media/image598.png"/><Relationship Id="rId147" Type="http://schemas.openxmlformats.org/officeDocument/2006/relationships/image" Target="../media/image619.png"/><Relationship Id="rId312" Type="http://schemas.openxmlformats.org/officeDocument/2006/relationships/customXml" Target="../ink/ink772.xml"/><Relationship Id="rId354" Type="http://schemas.openxmlformats.org/officeDocument/2006/relationships/customXml" Target="../ink/ink793.xml"/><Relationship Id="rId51" Type="http://schemas.openxmlformats.org/officeDocument/2006/relationships/image" Target="../media/image571.png"/><Relationship Id="rId93" Type="http://schemas.openxmlformats.org/officeDocument/2006/relationships/image" Target="../media/image592.png"/><Relationship Id="rId189" Type="http://schemas.openxmlformats.org/officeDocument/2006/relationships/image" Target="../media/image640.png"/><Relationship Id="rId396" Type="http://schemas.openxmlformats.org/officeDocument/2006/relationships/customXml" Target="../ink/ink814.xml"/><Relationship Id="rId561" Type="http://schemas.openxmlformats.org/officeDocument/2006/relationships/image" Target="../media/image826.png"/><Relationship Id="rId617" Type="http://schemas.openxmlformats.org/officeDocument/2006/relationships/image" Target="../media/image854.png"/><Relationship Id="rId659" Type="http://schemas.openxmlformats.org/officeDocument/2006/relationships/image" Target="../media/image875.png"/><Relationship Id="rId214" Type="http://schemas.openxmlformats.org/officeDocument/2006/relationships/customXml" Target="../ink/ink723.xml"/><Relationship Id="rId256" Type="http://schemas.openxmlformats.org/officeDocument/2006/relationships/customXml" Target="../ink/ink744.xml"/><Relationship Id="rId298" Type="http://schemas.openxmlformats.org/officeDocument/2006/relationships/customXml" Target="../ink/ink765.xml"/><Relationship Id="rId421" Type="http://schemas.openxmlformats.org/officeDocument/2006/relationships/image" Target="../media/image756.png"/><Relationship Id="rId463" Type="http://schemas.openxmlformats.org/officeDocument/2006/relationships/image" Target="../media/image777.png"/><Relationship Id="rId519" Type="http://schemas.openxmlformats.org/officeDocument/2006/relationships/image" Target="../media/image805.png"/><Relationship Id="rId670" Type="http://schemas.openxmlformats.org/officeDocument/2006/relationships/customXml" Target="../ink/ink951.xml"/><Relationship Id="rId116" Type="http://schemas.openxmlformats.org/officeDocument/2006/relationships/customXml" Target="../ink/ink674.xml"/><Relationship Id="rId158" Type="http://schemas.openxmlformats.org/officeDocument/2006/relationships/customXml" Target="../ink/ink695.xml"/><Relationship Id="rId323" Type="http://schemas.openxmlformats.org/officeDocument/2006/relationships/image" Target="../media/image707.png"/><Relationship Id="rId530" Type="http://schemas.openxmlformats.org/officeDocument/2006/relationships/customXml" Target="../ink/ink881.xml"/><Relationship Id="rId20" Type="http://schemas.openxmlformats.org/officeDocument/2006/relationships/customXml" Target="../ink/ink626.xml"/><Relationship Id="rId62" Type="http://schemas.openxmlformats.org/officeDocument/2006/relationships/customXml" Target="../ink/ink647.xml"/><Relationship Id="rId365" Type="http://schemas.openxmlformats.org/officeDocument/2006/relationships/image" Target="../media/image728.png"/><Relationship Id="rId572" Type="http://schemas.openxmlformats.org/officeDocument/2006/relationships/customXml" Target="../ink/ink902.xml"/><Relationship Id="rId628" Type="http://schemas.openxmlformats.org/officeDocument/2006/relationships/customXml" Target="../ink/ink930.xml"/><Relationship Id="rId225" Type="http://schemas.openxmlformats.org/officeDocument/2006/relationships/image" Target="../media/image658.png"/><Relationship Id="rId267" Type="http://schemas.openxmlformats.org/officeDocument/2006/relationships/image" Target="../media/image679.png"/><Relationship Id="rId432" Type="http://schemas.openxmlformats.org/officeDocument/2006/relationships/customXml" Target="../ink/ink832.xml"/><Relationship Id="rId474" Type="http://schemas.openxmlformats.org/officeDocument/2006/relationships/customXml" Target="../ink/ink853.xml"/><Relationship Id="rId127" Type="http://schemas.openxmlformats.org/officeDocument/2006/relationships/image" Target="../media/image609.png"/><Relationship Id="rId681" Type="http://schemas.openxmlformats.org/officeDocument/2006/relationships/image" Target="../media/image886.png"/><Relationship Id="rId31" Type="http://schemas.openxmlformats.org/officeDocument/2006/relationships/image" Target="../media/image561.png"/><Relationship Id="rId73" Type="http://schemas.openxmlformats.org/officeDocument/2006/relationships/image" Target="../media/image582.png"/><Relationship Id="rId169" Type="http://schemas.openxmlformats.org/officeDocument/2006/relationships/image" Target="../media/image630.png"/><Relationship Id="rId334" Type="http://schemas.openxmlformats.org/officeDocument/2006/relationships/customXml" Target="../ink/ink783.xml"/><Relationship Id="rId376" Type="http://schemas.openxmlformats.org/officeDocument/2006/relationships/customXml" Target="../ink/ink804.xml"/><Relationship Id="rId541" Type="http://schemas.openxmlformats.org/officeDocument/2006/relationships/image" Target="../media/image816.png"/><Relationship Id="rId583" Type="http://schemas.openxmlformats.org/officeDocument/2006/relationships/image" Target="../media/image837.png"/><Relationship Id="rId639" Type="http://schemas.openxmlformats.org/officeDocument/2006/relationships/image" Target="../media/image865.png"/><Relationship Id="rId4" Type="http://schemas.openxmlformats.org/officeDocument/2006/relationships/customXml" Target="../ink/ink618.xml"/><Relationship Id="rId180" Type="http://schemas.openxmlformats.org/officeDocument/2006/relationships/customXml" Target="../ink/ink706.xml"/><Relationship Id="rId236" Type="http://schemas.openxmlformats.org/officeDocument/2006/relationships/customXml" Target="../ink/ink734.xml"/><Relationship Id="rId278" Type="http://schemas.openxmlformats.org/officeDocument/2006/relationships/customXml" Target="../ink/ink755.xml"/><Relationship Id="rId401" Type="http://schemas.openxmlformats.org/officeDocument/2006/relationships/image" Target="../media/image746.png"/><Relationship Id="rId443" Type="http://schemas.openxmlformats.org/officeDocument/2006/relationships/image" Target="../media/image767.png"/><Relationship Id="rId650" Type="http://schemas.openxmlformats.org/officeDocument/2006/relationships/customXml" Target="../ink/ink941.xml"/><Relationship Id="rId303" Type="http://schemas.openxmlformats.org/officeDocument/2006/relationships/image" Target="../media/image697.png"/><Relationship Id="rId485" Type="http://schemas.openxmlformats.org/officeDocument/2006/relationships/image" Target="../media/image788.png"/><Relationship Id="rId42" Type="http://schemas.openxmlformats.org/officeDocument/2006/relationships/customXml" Target="../ink/ink637.xml"/><Relationship Id="rId84" Type="http://schemas.openxmlformats.org/officeDocument/2006/relationships/customXml" Target="../ink/ink658.xml"/><Relationship Id="rId138" Type="http://schemas.openxmlformats.org/officeDocument/2006/relationships/customXml" Target="../ink/ink685.xml"/><Relationship Id="rId345" Type="http://schemas.openxmlformats.org/officeDocument/2006/relationships/image" Target="../media/image718.png"/><Relationship Id="rId387" Type="http://schemas.openxmlformats.org/officeDocument/2006/relationships/image" Target="../media/image739.png"/><Relationship Id="rId510" Type="http://schemas.openxmlformats.org/officeDocument/2006/relationships/customXml" Target="../ink/ink871.xml"/><Relationship Id="rId552" Type="http://schemas.openxmlformats.org/officeDocument/2006/relationships/customXml" Target="../ink/ink892.xml"/><Relationship Id="rId594" Type="http://schemas.openxmlformats.org/officeDocument/2006/relationships/customXml" Target="../ink/ink913.xml"/><Relationship Id="rId608" Type="http://schemas.openxmlformats.org/officeDocument/2006/relationships/customXml" Target="../ink/ink920.xml"/><Relationship Id="rId191" Type="http://schemas.openxmlformats.org/officeDocument/2006/relationships/image" Target="../media/image641.png"/><Relationship Id="rId205" Type="http://schemas.openxmlformats.org/officeDocument/2006/relationships/image" Target="../media/image648.png"/><Relationship Id="rId247" Type="http://schemas.openxmlformats.org/officeDocument/2006/relationships/image" Target="../media/image669.png"/><Relationship Id="rId412" Type="http://schemas.openxmlformats.org/officeDocument/2006/relationships/customXml" Target="../ink/ink822.xml"/><Relationship Id="rId107" Type="http://schemas.openxmlformats.org/officeDocument/2006/relationships/image" Target="../media/image599.png"/><Relationship Id="rId289" Type="http://schemas.openxmlformats.org/officeDocument/2006/relationships/image" Target="../media/image690.png"/><Relationship Id="rId454" Type="http://schemas.openxmlformats.org/officeDocument/2006/relationships/customXml" Target="../ink/ink843.xml"/><Relationship Id="rId496" Type="http://schemas.openxmlformats.org/officeDocument/2006/relationships/customXml" Target="../ink/ink864.xml"/><Relationship Id="rId661" Type="http://schemas.openxmlformats.org/officeDocument/2006/relationships/image" Target="../media/image876.png"/><Relationship Id="rId11" Type="http://schemas.openxmlformats.org/officeDocument/2006/relationships/image" Target="../media/image551.png"/><Relationship Id="rId53" Type="http://schemas.openxmlformats.org/officeDocument/2006/relationships/image" Target="../media/image572.png"/><Relationship Id="rId149" Type="http://schemas.openxmlformats.org/officeDocument/2006/relationships/image" Target="../media/image620.png"/><Relationship Id="rId314" Type="http://schemas.openxmlformats.org/officeDocument/2006/relationships/customXml" Target="../ink/ink773.xml"/><Relationship Id="rId356" Type="http://schemas.openxmlformats.org/officeDocument/2006/relationships/customXml" Target="../ink/ink794.xml"/><Relationship Id="rId398" Type="http://schemas.openxmlformats.org/officeDocument/2006/relationships/customXml" Target="../ink/ink815.xml"/><Relationship Id="rId521" Type="http://schemas.openxmlformats.org/officeDocument/2006/relationships/image" Target="../media/image806.png"/><Relationship Id="rId563" Type="http://schemas.openxmlformats.org/officeDocument/2006/relationships/image" Target="../media/image827.png"/><Relationship Id="rId619" Type="http://schemas.openxmlformats.org/officeDocument/2006/relationships/image" Target="../media/image855.png"/><Relationship Id="rId95" Type="http://schemas.openxmlformats.org/officeDocument/2006/relationships/image" Target="../media/image593.png"/><Relationship Id="rId160" Type="http://schemas.openxmlformats.org/officeDocument/2006/relationships/customXml" Target="../ink/ink696.xml"/><Relationship Id="rId216" Type="http://schemas.openxmlformats.org/officeDocument/2006/relationships/customXml" Target="../ink/ink724.xml"/><Relationship Id="rId423" Type="http://schemas.openxmlformats.org/officeDocument/2006/relationships/image" Target="../media/image757.png"/><Relationship Id="rId258" Type="http://schemas.openxmlformats.org/officeDocument/2006/relationships/customXml" Target="../ink/ink745.xml"/><Relationship Id="rId465" Type="http://schemas.openxmlformats.org/officeDocument/2006/relationships/image" Target="../media/image778.png"/><Relationship Id="rId630" Type="http://schemas.openxmlformats.org/officeDocument/2006/relationships/customXml" Target="../ink/ink931.xml"/><Relationship Id="rId672" Type="http://schemas.openxmlformats.org/officeDocument/2006/relationships/customXml" Target="../ink/ink952.xml"/><Relationship Id="rId22" Type="http://schemas.openxmlformats.org/officeDocument/2006/relationships/customXml" Target="../ink/ink627.xml"/><Relationship Id="rId64" Type="http://schemas.openxmlformats.org/officeDocument/2006/relationships/customXml" Target="../ink/ink648.xml"/><Relationship Id="rId118" Type="http://schemas.openxmlformats.org/officeDocument/2006/relationships/customXml" Target="../ink/ink675.xml"/><Relationship Id="rId325" Type="http://schemas.openxmlformats.org/officeDocument/2006/relationships/image" Target="../media/image708.png"/><Relationship Id="rId367" Type="http://schemas.openxmlformats.org/officeDocument/2006/relationships/image" Target="../media/image729.png"/><Relationship Id="rId532" Type="http://schemas.openxmlformats.org/officeDocument/2006/relationships/customXml" Target="../ink/ink882.xml"/><Relationship Id="rId574" Type="http://schemas.openxmlformats.org/officeDocument/2006/relationships/customXml" Target="../ink/ink903.xml"/><Relationship Id="rId171" Type="http://schemas.openxmlformats.org/officeDocument/2006/relationships/image" Target="../media/image631.png"/><Relationship Id="rId227" Type="http://schemas.openxmlformats.org/officeDocument/2006/relationships/image" Target="../media/image659.png"/><Relationship Id="rId269" Type="http://schemas.openxmlformats.org/officeDocument/2006/relationships/image" Target="../media/image680.png"/><Relationship Id="rId434" Type="http://schemas.openxmlformats.org/officeDocument/2006/relationships/customXml" Target="../ink/ink833.xml"/><Relationship Id="rId476" Type="http://schemas.openxmlformats.org/officeDocument/2006/relationships/customXml" Target="../ink/ink854.xml"/><Relationship Id="rId641" Type="http://schemas.openxmlformats.org/officeDocument/2006/relationships/image" Target="../media/image866.png"/><Relationship Id="rId683" Type="http://schemas.openxmlformats.org/officeDocument/2006/relationships/image" Target="../media/image887.png"/><Relationship Id="rId33" Type="http://schemas.openxmlformats.org/officeDocument/2006/relationships/image" Target="../media/image562.png"/><Relationship Id="rId129" Type="http://schemas.openxmlformats.org/officeDocument/2006/relationships/image" Target="../media/image610.png"/><Relationship Id="rId280" Type="http://schemas.openxmlformats.org/officeDocument/2006/relationships/customXml" Target="../ink/ink756.xml"/><Relationship Id="rId336" Type="http://schemas.openxmlformats.org/officeDocument/2006/relationships/customXml" Target="../ink/ink784.xml"/><Relationship Id="rId501" Type="http://schemas.openxmlformats.org/officeDocument/2006/relationships/image" Target="../media/image796.png"/><Relationship Id="rId543" Type="http://schemas.openxmlformats.org/officeDocument/2006/relationships/image" Target="../media/image817.png"/><Relationship Id="rId75" Type="http://schemas.openxmlformats.org/officeDocument/2006/relationships/image" Target="../media/image583.png"/><Relationship Id="rId140" Type="http://schemas.openxmlformats.org/officeDocument/2006/relationships/customXml" Target="../ink/ink686.xml"/><Relationship Id="rId182" Type="http://schemas.openxmlformats.org/officeDocument/2006/relationships/customXml" Target="../ink/ink707.xml"/><Relationship Id="rId378" Type="http://schemas.openxmlformats.org/officeDocument/2006/relationships/customXml" Target="../ink/ink805.xml"/><Relationship Id="rId403" Type="http://schemas.openxmlformats.org/officeDocument/2006/relationships/image" Target="../media/image747.png"/><Relationship Id="rId585" Type="http://schemas.openxmlformats.org/officeDocument/2006/relationships/image" Target="../media/image838.png"/><Relationship Id="rId6" Type="http://schemas.openxmlformats.org/officeDocument/2006/relationships/customXml" Target="../ink/ink619.xml"/><Relationship Id="rId238" Type="http://schemas.openxmlformats.org/officeDocument/2006/relationships/customXml" Target="../ink/ink735.xml"/><Relationship Id="rId445" Type="http://schemas.openxmlformats.org/officeDocument/2006/relationships/image" Target="../media/image768.png"/><Relationship Id="rId487" Type="http://schemas.openxmlformats.org/officeDocument/2006/relationships/image" Target="../media/image789.png"/><Relationship Id="rId610" Type="http://schemas.openxmlformats.org/officeDocument/2006/relationships/customXml" Target="../ink/ink921.xml"/><Relationship Id="rId652" Type="http://schemas.openxmlformats.org/officeDocument/2006/relationships/customXml" Target="../ink/ink942.xml"/><Relationship Id="rId291" Type="http://schemas.openxmlformats.org/officeDocument/2006/relationships/image" Target="../media/image691.png"/><Relationship Id="rId305" Type="http://schemas.openxmlformats.org/officeDocument/2006/relationships/image" Target="../media/image698.png"/><Relationship Id="rId347" Type="http://schemas.openxmlformats.org/officeDocument/2006/relationships/image" Target="../media/image719.png"/><Relationship Id="rId512" Type="http://schemas.openxmlformats.org/officeDocument/2006/relationships/customXml" Target="../ink/ink872.xml"/><Relationship Id="rId44" Type="http://schemas.openxmlformats.org/officeDocument/2006/relationships/customXml" Target="../ink/ink638.xml"/><Relationship Id="rId86" Type="http://schemas.openxmlformats.org/officeDocument/2006/relationships/customXml" Target="../ink/ink659.xml"/><Relationship Id="rId151" Type="http://schemas.openxmlformats.org/officeDocument/2006/relationships/image" Target="../media/image621.png"/><Relationship Id="rId389" Type="http://schemas.openxmlformats.org/officeDocument/2006/relationships/image" Target="../media/image740.png"/><Relationship Id="rId554" Type="http://schemas.openxmlformats.org/officeDocument/2006/relationships/customXml" Target="../ink/ink893.xml"/><Relationship Id="rId596" Type="http://schemas.openxmlformats.org/officeDocument/2006/relationships/customXml" Target="../ink/ink914.xml"/><Relationship Id="rId193" Type="http://schemas.openxmlformats.org/officeDocument/2006/relationships/image" Target="../media/image642.png"/><Relationship Id="rId207" Type="http://schemas.openxmlformats.org/officeDocument/2006/relationships/image" Target="../media/image649.png"/><Relationship Id="rId249" Type="http://schemas.openxmlformats.org/officeDocument/2006/relationships/image" Target="../media/image670.png"/><Relationship Id="rId414" Type="http://schemas.openxmlformats.org/officeDocument/2006/relationships/customXml" Target="../ink/ink823.xml"/><Relationship Id="rId456" Type="http://schemas.openxmlformats.org/officeDocument/2006/relationships/customXml" Target="../ink/ink844.xml"/><Relationship Id="rId498" Type="http://schemas.openxmlformats.org/officeDocument/2006/relationships/customXml" Target="../ink/ink865.xml"/><Relationship Id="rId621" Type="http://schemas.openxmlformats.org/officeDocument/2006/relationships/image" Target="../media/image856.png"/><Relationship Id="rId663" Type="http://schemas.openxmlformats.org/officeDocument/2006/relationships/image" Target="../media/image877.png"/><Relationship Id="rId13" Type="http://schemas.openxmlformats.org/officeDocument/2006/relationships/image" Target="../media/image552.png"/><Relationship Id="rId109" Type="http://schemas.openxmlformats.org/officeDocument/2006/relationships/image" Target="../media/image600.png"/><Relationship Id="rId260" Type="http://schemas.openxmlformats.org/officeDocument/2006/relationships/customXml" Target="../ink/ink746.xml"/><Relationship Id="rId316" Type="http://schemas.openxmlformats.org/officeDocument/2006/relationships/customXml" Target="../ink/ink774.xml"/><Relationship Id="rId523" Type="http://schemas.openxmlformats.org/officeDocument/2006/relationships/image" Target="../media/image807.png"/><Relationship Id="rId55" Type="http://schemas.openxmlformats.org/officeDocument/2006/relationships/image" Target="../media/image573.png"/><Relationship Id="rId97" Type="http://schemas.openxmlformats.org/officeDocument/2006/relationships/image" Target="../media/image594.png"/><Relationship Id="rId120" Type="http://schemas.openxmlformats.org/officeDocument/2006/relationships/customXml" Target="../ink/ink676.xml"/><Relationship Id="rId358" Type="http://schemas.openxmlformats.org/officeDocument/2006/relationships/customXml" Target="../ink/ink795.xml"/><Relationship Id="rId565" Type="http://schemas.openxmlformats.org/officeDocument/2006/relationships/image" Target="../media/image828.png"/><Relationship Id="rId162" Type="http://schemas.openxmlformats.org/officeDocument/2006/relationships/customXml" Target="../ink/ink697.xml"/><Relationship Id="rId218" Type="http://schemas.openxmlformats.org/officeDocument/2006/relationships/customXml" Target="../ink/ink725.xml"/><Relationship Id="rId425" Type="http://schemas.openxmlformats.org/officeDocument/2006/relationships/image" Target="../media/image758.png"/><Relationship Id="rId467" Type="http://schemas.openxmlformats.org/officeDocument/2006/relationships/image" Target="../media/image779.png"/><Relationship Id="rId632" Type="http://schemas.openxmlformats.org/officeDocument/2006/relationships/customXml" Target="../ink/ink932.xml"/><Relationship Id="rId271" Type="http://schemas.openxmlformats.org/officeDocument/2006/relationships/image" Target="../media/image681.png"/><Relationship Id="rId674" Type="http://schemas.openxmlformats.org/officeDocument/2006/relationships/customXml" Target="../ink/ink953.xml"/><Relationship Id="rId24" Type="http://schemas.openxmlformats.org/officeDocument/2006/relationships/customXml" Target="../ink/ink628.xml"/><Relationship Id="rId66" Type="http://schemas.openxmlformats.org/officeDocument/2006/relationships/customXml" Target="../ink/ink649.xml"/><Relationship Id="rId131" Type="http://schemas.openxmlformats.org/officeDocument/2006/relationships/image" Target="../media/image611.png"/><Relationship Id="rId327" Type="http://schemas.openxmlformats.org/officeDocument/2006/relationships/image" Target="../media/image709.png"/><Relationship Id="rId369" Type="http://schemas.openxmlformats.org/officeDocument/2006/relationships/image" Target="../media/image730.png"/><Relationship Id="rId534" Type="http://schemas.openxmlformats.org/officeDocument/2006/relationships/customXml" Target="../ink/ink883.xml"/><Relationship Id="rId576" Type="http://schemas.openxmlformats.org/officeDocument/2006/relationships/customXml" Target="../ink/ink904.xml"/><Relationship Id="rId173" Type="http://schemas.openxmlformats.org/officeDocument/2006/relationships/image" Target="../media/image632.png"/><Relationship Id="rId229" Type="http://schemas.openxmlformats.org/officeDocument/2006/relationships/image" Target="../media/image660.png"/><Relationship Id="rId380" Type="http://schemas.openxmlformats.org/officeDocument/2006/relationships/customXml" Target="../ink/ink806.xml"/><Relationship Id="rId436" Type="http://schemas.openxmlformats.org/officeDocument/2006/relationships/customXml" Target="../ink/ink834.xml"/><Relationship Id="rId601" Type="http://schemas.openxmlformats.org/officeDocument/2006/relationships/image" Target="../media/image846.png"/><Relationship Id="rId643" Type="http://schemas.openxmlformats.org/officeDocument/2006/relationships/image" Target="../media/image867.png"/><Relationship Id="rId240" Type="http://schemas.openxmlformats.org/officeDocument/2006/relationships/customXml" Target="../ink/ink736.xml"/><Relationship Id="rId478" Type="http://schemas.openxmlformats.org/officeDocument/2006/relationships/customXml" Target="../ink/ink855.xml"/><Relationship Id="rId685" Type="http://schemas.openxmlformats.org/officeDocument/2006/relationships/image" Target="../media/image888.png"/><Relationship Id="rId35" Type="http://schemas.openxmlformats.org/officeDocument/2006/relationships/image" Target="../media/image563.png"/><Relationship Id="rId77" Type="http://schemas.openxmlformats.org/officeDocument/2006/relationships/image" Target="../media/image584.png"/><Relationship Id="rId100" Type="http://schemas.openxmlformats.org/officeDocument/2006/relationships/customXml" Target="../ink/ink666.xml"/><Relationship Id="rId282" Type="http://schemas.openxmlformats.org/officeDocument/2006/relationships/customXml" Target="../ink/ink757.xml"/><Relationship Id="rId338" Type="http://schemas.openxmlformats.org/officeDocument/2006/relationships/customXml" Target="../ink/ink785.xml"/><Relationship Id="rId503" Type="http://schemas.openxmlformats.org/officeDocument/2006/relationships/image" Target="../media/image797.png"/><Relationship Id="rId545" Type="http://schemas.openxmlformats.org/officeDocument/2006/relationships/image" Target="../media/image818.png"/><Relationship Id="rId587" Type="http://schemas.openxmlformats.org/officeDocument/2006/relationships/image" Target="../media/image839.png"/><Relationship Id="rId8" Type="http://schemas.openxmlformats.org/officeDocument/2006/relationships/customXml" Target="../ink/ink620.xml"/><Relationship Id="rId142" Type="http://schemas.openxmlformats.org/officeDocument/2006/relationships/customXml" Target="../ink/ink687.xml"/><Relationship Id="rId184" Type="http://schemas.openxmlformats.org/officeDocument/2006/relationships/customXml" Target="../ink/ink708.xml"/><Relationship Id="rId391" Type="http://schemas.openxmlformats.org/officeDocument/2006/relationships/image" Target="../media/image741.png"/><Relationship Id="rId405" Type="http://schemas.openxmlformats.org/officeDocument/2006/relationships/image" Target="../media/image748.png"/><Relationship Id="rId447" Type="http://schemas.openxmlformats.org/officeDocument/2006/relationships/image" Target="../media/image769.png"/><Relationship Id="rId612" Type="http://schemas.openxmlformats.org/officeDocument/2006/relationships/customXml" Target="../ink/ink922.xml"/><Relationship Id="rId251" Type="http://schemas.openxmlformats.org/officeDocument/2006/relationships/image" Target="../media/image671.png"/><Relationship Id="rId489" Type="http://schemas.openxmlformats.org/officeDocument/2006/relationships/image" Target="../media/image790.png"/><Relationship Id="rId654" Type="http://schemas.openxmlformats.org/officeDocument/2006/relationships/customXml" Target="../ink/ink943.xml"/><Relationship Id="rId46" Type="http://schemas.openxmlformats.org/officeDocument/2006/relationships/customXml" Target="../ink/ink639.xml"/><Relationship Id="rId293" Type="http://schemas.openxmlformats.org/officeDocument/2006/relationships/image" Target="../media/image692.png"/><Relationship Id="rId307" Type="http://schemas.openxmlformats.org/officeDocument/2006/relationships/image" Target="../media/image699.png"/><Relationship Id="rId349" Type="http://schemas.openxmlformats.org/officeDocument/2006/relationships/image" Target="../media/image720.png"/><Relationship Id="rId514" Type="http://schemas.openxmlformats.org/officeDocument/2006/relationships/customXml" Target="../ink/ink873.xml"/><Relationship Id="rId556" Type="http://schemas.openxmlformats.org/officeDocument/2006/relationships/customXml" Target="../ink/ink894.xml"/><Relationship Id="rId88" Type="http://schemas.openxmlformats.org/officeDocument/2006/relationships/customXml" Target="../ink/ink660.xml"/><Relationship Id="rId111" Type="http://schemas.openxmlformats.org/officeDocument/2006/relationships/image" Target="../media/image601.png"/><Relationship Id="rId153" Type="http://schemas.openxmlformats.org/officeDocument/2006/relationships/image" Target="../media/image622.png"/><Relationship Id="rId195" Type="http://schemas.openxmlformats.org/officeDocument/2006/relationships/image" Target="../media/image643.png"/><Relationship Id="rId209" Type="http://schemas.openxmlformats.org/officeDocument/2006/relationships/image" Target="../media/image650.png"/><Relationship Id="rId360" Type="http://schemas.openxmlformats.org/officeDocument/2006/relationships/customXml" Target="../ink/ink796.xml"/><Relationship Id="rId416" Type="http://schemas.openxmlformats.org/officeDocument/2006/relationships/customXml" Target="../ink/ink824.xml"/><Relationship Id="rId598" Type="http://schemas.openxmlformats.org/officeDocument/2006/relationships/customXml" Target="../ink/ink915.xml"/><Relationship Id="rId220" Type="http://schemas.openxmlformats.org/officeDocument/2006/relationships/customXml" Target="../ink/ink726.xml"/><Relationship Id="rId458" Type="http://schemas.openxmlformats.org/officeDocument/2006/relationships/customXml" Target="../ink/ink845.xml"/><Relationship Id="rId623" Type="http://schemas.openxmlformats.org/officeDocument/2006/relationships/image" Target="../media/image857.png"/><Relationship Id="rId665" Type="http://schemas.openxmlformats.org/officeDocument/2006/relationships/image" Target="../media/image878.png"/><Relationship Id="rId15" Type="http://schemas.openxmlformats.org/officeDocument/2006/relationships/image" Target="../media/image553.png"/><Relationship Id="rId57" Type="http://schemas.openxmlformats.org/officeDocument/2006/relationships/image" Target="../media/image574.png"/><Relationship Id="rId262" Type="http://schemas.openxmlformats.org/officeDocument/2006/relationships/customXml" Target="../ink/ink747.xml"/><Relationship Id="rId318" Type="http://schemas.openxmlformats.org/officeDocument/2006/relationships/customXml" Target="../ink/ink775.xml"/><Relationship Id="rId525" Type="http://schemas.openxmlformats.org/officeDocument/2006/relationships/image" Target="../media/image808.png"/><Relationship Id="rId567" Type="http://schemas.openxmlformats.org/officeDocument/2006/relationships/image" Target="../media/image829.png"/><Relationship Id="rId99" Type="http://schemas.openxmlformats.org/officeDocument/2006/relationships/image" Target="../media/image595.png"/><Relationship Id="rId122" Type="http://schemas.openxmlformats.org/officeDocument/2006/relationships/customXml" Target="../ink/ink677.xml"/><Relationship Id="rId164" Type="http://schemas.openxmlformats.org/officeDocument/2006/relationships/customXml" Target="../ink/ink698.xml"/><Relationship Id="rId371" Type="http://schemas.openxmlformats.org/officeDocument/2006/relationships/image" Target="../media/image731.png"/><Relationship Id="rId427" Type="http://schemas.openxmlformats.org/officeDocument/2006/relationships/image" Target="../media/image759.png"/><Relationship Id="rId469" Type="http://schemas.openxmlformats.org/officeDocument/2006/relationships/image" Target="../media/image780.png"/><Relationship Id="rId634" Type="http://schemas.openxmlformats.org/officeDocument/2006/relationships/customXml" Target="../ink/ink933.xml"/><Relationship Id="rId676" Type="http://schemas.openxmlformats.org/officeDocument/2006/relationships/customXml" Target="../ink/ink954.xml"/><Relationship Id="rId26" Type="http://schemas.openxmlformats.org/officeDocument/2006/relationships/customXml" Target="../ink/ink629.xml"/><Relationship Id="rId231" Type="http://schemas.openxmlformats.org/officeDocument/2006/relationships/image" Target="../media/image661.png"/><Relationship Id="rId273" Type="http://schemas.openxmlformats.org/officeDocument/2006/relationships/image" Target="../media/image682.png"/><Relationship Id="rId329" Type="http://schemas.openxmlformats.org/officeDocument/2006/relationships/image" Target="../media/image710.png"/><Relationship Id="rId480" Type="http://schemas.openxmlformats.org/officeDocument/2006/relationships/customXml" Target="../ink/ink856.xml"/><Relationship Id="rId536" Type="http://schemas.openxmlformats.org/officeDocument/2006/relationships/customXml" Target="../ink/ink884.xml"/><Relationship Id="rId68" Type="http://schemas.openxmlformats.org/officeDocument/2006/relationships/customXml" Target="../ink/ink650.xml"/><Relationship Id="rId133" Type="http://schemas.openxmlformats.org/officeDocument/2006/relationships/image" Target="../media/image612.png"/><Relationship Id="rId175" Type="http://schemas.openxmlformats.org/officeDocument/2006/relationships/image" Target="../media/image633.png"/><Relationship Id="rId340" Type="http://schemas.openxmlformats.org/officeDocument/2006/relationships/customXml" Target="../ink/ink786.xml"/><Relationship Id="rId578" Type="http://schemas.openxmlformats.org/officeDocument/2006/relationships/customXml" Target="../ink/ink905.xml"/><Relationship Id="rId200" Type="http://schemas.openxmlformats.org/officeDocument/2006/relationships/customXml" Target="../ink/ink716.xml"/><Relationship Id="rId382" Type="http://schemas.openxmlformats.org/officeDocument/2006/relationships/customXml" Target="../ink/ink807.xml"/><Relationship Id="rId438" Type="http://schemas.openxmlformats.org/officeDocument/2006/relationships/customXml" Target="../ink/ink835.xml"/><Relationship Id="rId603" Type="http://schemas.openxmlformats.org/officeDocument/2006/relationships/image" Target="../media/image847.png"/><Relationship Id="rId645" Type="http://schemas.openxmlformats.org/officeDocument/2006/relationships/image" Target="../media/image868.png"/><Relationship Id="rId242" Type="http://schemas.openxmlformats.org/officeDocument/2006/relationships/customXml" Target="../ink/ink737.xml"/><Relationship Id="rId284" Type="http://schemas.openxmlformats.org/officeDocument/2006/relationships/customXml" Target="../ink/ink758.xml"/><Relationship Id="rId491" Type="http://schemas.openxmlformats.org/officeDocument/2006/relationships/image" Target="../media/image791.png"/><Relationship Id="rId505" Type="http://schemas.openxmlformats.org/officeDocument/2006/relationships/image" Target="../media/image798.png"/><Relationship Id="rId37" Type="http://schemas.openxmlformats.org/officeDocument/2006/relationships/image" Target="../media/image564.png"/><Relationship Id="rId79" Type="http://schemas.openxmlformats.org/officeDocument/2006/relationships/image" Target="../media/image585.png"/><Relationship Id="rId102" Type="http://schemas.openxmlformats.org/officeDocument/2006/relationships/customXml" Target="../ink/ink667.xml"/><Relationship Id="rId144" Type="http://schemas.openxmlformats.org/officeDocument/2006/relationships/customXml" Target="../ink/ink688.xml"/><Relationship Id="rId547" Type="http://schemas.openxmlformats.org/officeDocument/2006/relationships/image" Target="../media/image819.png"/><Relationship Id="rId589" Type="http://schemas.openxmlformats.org/officeDocument/2006/relationships/image" Target="../media/image840.png"/><Relationship Id="rId90" Type="http://schemas.openxmlformats.org/officeDocument/2006/relationships/customXml" Target="../ink/ink661.xml"/><Relationship Id="rId186" Type="http://schemas.openxmlformats.org/officeDocument/2006/relationships/customXml" Target="../ink/ink709.xml"/><Relationship Id="rId351" Type="http://schemas.openxmlformats.org/officeDocument/2006/relationships/image" Target="../media/image721.png"/><Relationship Id="rId393" Type="http://schemas.openxmlformats.org/officeDocument/2006/relationships/image" Target="../media/image742.png"/><Relationship Id="rId407" Type="http://schemas.openxmlformats.org/officeDocument/2006/relationships/image" Target="../media/image749.png"/><Relationship Id="rId449" Type="http://schemas.openxmlformats.org/officeDocument/2006/relationships/image" Target="../media/image770.png"/><Relationship Id="rId614" Type="http://schemas.openxmlformats.org/officeDocument/2006/relationships/customXml" Target="../ink/ink923.xml"/><Relationship Id="rId656" Type="http://schemas.openxmlformats.org/officeDocument/2006/relationships/customXml" Target="../ink/ink944.xml"/><Relationship Id="rId211" Type="http://schemas.openxmlformats.org/officeDocument/2006/relationships/image" Target="../media/image651.png"/><Relationship Id="rId253" Type="http://schemas.openxmlformats.org/officeDocument/2006/relationships/image" Target="../media/image672.png"/><Relationship Id="rId295" Type="http://schemas.openxmlformats.org/officeDocument/2006/relationships/image" Target="../media/image693.png"/><Relationship Id="rId309" Type="http://schemas.openxmlformats.org/officeDocument/2006/relationships/image" Target="../media/image700.png"/><Relationship Id="rId460" Type="http://schemas.openxmlformats.org/officeDocument/2006/relationships/customXml" Target="../ink/ink846.xml"/><Relationship Id="rId516" Type="http://schemas.openxmlformats.org/officeDocument/2006/relationships/customXml" Target="../ink/ink874.xml"/><Relationship Id="rId48" Type="http://schemas.openxmlformats.org/officeDocument/2006/relationships/customXml" Target="../ink/ink640.xml"/><Relationship Id="rId113" Type="http://schemas.openxmlformats.org/officeDocument/2006/relationships/image" Target="../media/image602.png"/><Relationship Id="rId320" Type="http://schemas.openxmlformats.org/officeDocument/2006/relationships/customXml" Target="../ink/ink776.xml"/><Relationship Id="rId558" Type="http://schemas.openxmlformats.org/officeDocument/2006/relationships/customXml" Target="../ink/ink895.xml"/><Relationship Id="rId155" Type="http://schemas.openxmlformats.org/officeDocument/2006/relationships/image" Target="../media/image623.png"/><Relationship Id="rId197" Type="http://schemas.openxmlformats.org/officeDocument/2006/relationships/image" Target="../media/image644.png"/><Relationship Id="rId362" Type="http://schemas.openxmlformats.org/officeDocument/2006/relationships/customXml" Target="../ink/ink797.xml"/><Relationship Id="rId418" Type="http://schemas.openxmlformats.org/officeDocument/2006/relationships/customXml" Target="../ink/ink825.xml"/><Relationship Id="rId625" Type="http://schemas.openxmlformats.org/officeDocument/2006/relationships/image" Target="../media/image858.png"/><Relationship Id="rId222" Type="http://schemas.openxmlformats.org/officeDocument/2006/relationships/customXml" Target="../ink/ink727.xml"/><Relationship Id="rId264" Type="http://schemas.openxmlformats.org/officeDocument/2006/relationships/customXml" Target="../ink/ink748.xml"/><Relationship Id="rId471" Type="http://schemas.openxmlformats.org/officeDocument/2006/relationships/image" Target="../media/image781.png"/><Relationship Id="rId667" Type="http://schemas.openxmlformats.org/officeDocument/2006/relationships/image" Target="../media/image879.png"/><Relationship Id="rId17" Type="http://schemas.openxmlformats.org/officeDocument/2006/relationships/image" Target="../media/image554.png"/><Relationship Id="rId59" Type="http://schemas.openxmlformats.org/officeDocument/2006/relationships/image" Target="../media/image575.png"/><Relationship Id="rId124" Type="http://schemas.openxmlformats.org/officeDocument/2006/relationships/customXml" Target="../ink/ink678.xml"/><Relationship Id="rId527" Type="http://schemas.openxmlformats.org/officeDocument/2006/relationships/image" Target="../media/image809.png"/><Relationship Id="rId569" Type="http://schemas.openxmlformats.org/officeDocument/2006/relationships/image" Target="../media/image830.png"/><Relationship Id="rId70" Type="http://schemas.openxmlformats.org/officeDocument/2006/relationships/customXml" Target="../ink/ink651.xml"/><Relationship Id="rId166" Type="http://schemas.openxmlformats.org/officeDocument/2006/relationships/customXml" Target="../ink/ink699.xml"/><Relationship Id="rId331" Type="http://schemas.openxmlformats.org/officeDocument/2006/relationships/image" Target="../media/image711.png"/><Relationship Id="rId373" Type="http://schemas.openxmlformats.org/officeDocument/2006/relationships/image" Target="../media/image732.png"/><Relationship Id="rId429" Type="http://schemas.openxmlformats.org/officeDocument/2006/relationships/image" Target="../media/image760.png"/><Relationship Id="rId580" Type="http://schemas.openxmlformats.org/officeDocument/2006/relationships/customXml" Target="../ink/ink906.xml"/><Relationship Id="rId636" Type="http://schemas.openxmlformats.org/officeDocument/2006/relationships/customXml" Target="../ink/ink934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662.png"/><Relationship Id="rId440" Type="http://schemas.openxmlformats.org/officeDocument/2006/relationships/customXml" Target="../ink/ink836.xml"/><Relationship Id="rId678" Type="http://schemas.openxmlformats.org/officeDocument/2006/relationships/customXml" Target="../ink/ink955.xml"/><Relationship Id="rId28" Type="http://schemas.openxmlformats.org/officeDocument/2006/relationships/customXml" Target="../ink/ink630.xml"/><Relationship Id="rId275" Type="http://schemas.openxmlformats.org/officeDocument/2006/relationships/image" Target="../media/image683.png"/><Relationship Id="rId300" Type="http://schemas.openxmlformats.org/officeDocument/2006/relationships/customXml" Target="../ink/ink766.xml"/><Relationship Id="rId482" Type="http://schemas.openxmlformats.org/officeDocument/2006/relationships/customXml" Target="../ink/ink857.xml"/><Relationship Id="rId538" Type="http://schemas.openxmlformats.org/officeDocument/2006/relationships/customXml" Target="../ink/ink885.xml"/><Relationship Id="rId81" Type="http://schemas.openxmlformats.org/officeDocument/2006/relationships/image" Target="../media/image586.png"/><Relationship Id="rId135" Type="http://schemas.openxmlformats.org/officeDocument/2006/relationships/image" Target="../media/image613.png"/><Relationship Id="rId177" Type="http://schemas.openxmlformats.org/officeDocument/2006/relationships/image" Target="../media/image634.png"/><Relationship Id="rId342" Type="http://schemas.openxmlformats.org/officeDocument/2006/relationships/customXml" Target="../ink/ink787.xml"/><Relationship Id="rId384" Type="http://schemas.openxmlformats.org/officeDocument/2006/relationships/customXml" Target="../ink/ink808.xml"/><Relationship Id="rId591" Type="http://schemas.openxmlformats.org/officeDocument/2006/relationships/image" Target="../media/image841.png"/><Relationship Id="rId605" Type="http://schemas.openxmlformats.org/officeDocument/2006/relationships/image" Target="../media/image848.png"/><Relationship Id="rId202" Type="http://schemas.openxmlformats.org/officeDocument/2006/relationships/customXml" Target="../ink/ink717.xml"/><Relationship Id="rId244" Type="http://schemas.openxmlformats.org/officeDocument/2006/relationships/customXml" Target="../ink/ink738.xml"/><Relationship Id="rId647" Type="http://schemas.openxmlformats.org/officeDocument/2006/relationships/image" Target="../media/image869.png"/><Relationship Id="rId39" Type="http://schemas.openxmlformats.org/officeDocument/2006/relationships/image" Target="../media/image565.png"/><Relationship Id="rId286" Type="http://schemas.openxmlformats.org/officeDocument/2006/relationships/customXml" Target="../ink/ink759.xml"/><Relationship Id="rId451" Type="http://schemas.openxmlformats.org/officeDocument/2006/relationships/image" Target="../media/image771.png"/><Relationship Id="rId493" Type="http://schemas.openxmlformats.org/officeDocument/2006/relationships/image" Target="../media/image792.png"/><Relationship Id="rId507" Type="http://schemas.openxmlformats.org/officeDocument/2006/relationships/image" Target="../media/image799.png"/><Relationship Id="rId549" Type="http://schemas.openxmlformats.org/officeDocument/2006/relationships/image" Target="../media/image820.png"/><Relationship Id="rId50" Type="http://schemas.openxmlformats.org/officeDocument/2006/relationships/customXml" Target="../ink/ink641.xml"/><Relationship Id="rId104" Type="http://schemas.openxmlformats.org/officeDocument/2006/relationships/customXml" Target="../ink/ink668.xml"/><Relationship Id="rId146" Type="http://schemas.openxmlformats.org/officeDocument/2006/relationships/customXml" Target="../ink/ink689.xml"/><Relationship Id="rId188" Type="http://schemas.openxmlformats.org/officeDocument/2006/relationships/customXml" Target="../ink/ink710.xml"/><Relationship Id="rId311" Type="http://schemas.openxmlformats.org/officeDocument/2006/relationships/image" Target="../media/image701.png"/><Relationship Id="rId353" Type="http://schemas.openxmlformats.org/officeDocument/2006/relationships/image" Target="../media/image722.png"/><Relationship Id="rId395" Type="http://schemas.openxmlformats.org/officeDocument/2006/relationships/image" Target="../media/image743.png"/><Relationship Id="rId409" Type="http://schemas.openxmlformats.org/officeDocument/2006/relationships/image" Target="../media/image750.png"/><Relationship Id="rId560" Type="http://schemas.openxmlformats.org/officeDocument/2006/relationships/customXml" Target="../ink/ink896.xml"/><Relationship Id="rId92" Type="http://schemas.openxmlformats.org/officeDocument/2006/relationships/customXml" Target="../ink/ink662.xml"/><Relationship Id="rId213" Type="http://schemas.openxmlformats.org/officeDocument/2006/relationships/image" Target="../media/image652.png"/><Relationship Id="rId420" Type="http://schemas.openxmlformats.org/officeDocument/2006/relationships/customXml" Target="../ink/ink826.xml"/><Relationship Id="rId616" Type="http://schemas.openxmlformats.org/officeDocument/2006/relationships/customXml" Target="../ink/ink924.xml"/><Relationship Id="rId658" Type="http://schemas.openxmlformats.org/officeDocument/2006/relationships/customXml" Target="../ink/ink945.xml"/><Relationship Id="rId255" Type="http://schemas.openxmlformats.org/officeDocument/2006/relationships/image" Target="../media/image673.png"/><Relationship Id="rId297" Type="http://schemas.openxmlformats.org/officeDocument/2006/relationships/image" Target="../media/image694.png"/><Relationship Id="rId462" Type="http://schemas.openxmlformats.org/officeDocument/2006/relationships/customXml" Target="../ink/ink847.xml"/><Relationship Id="rId518" Type="http://schemas.openxmlformats.org/officeDocument/2006/relationships/customXml" Target="../ink/ink875.xml"/><Relationship Id="rId115" Type="http://schemas.openxmlformats.org/officeDocument/2006/relationships/image" Target="../media/image603.png"/><Relationship Id="rId157" Type="http://schemas.openxmlformats.org/officeDocument/2006/relationships/image" Target="../media/image624.png"/><Relationship Id="rId322" Type="http://schemas.openxmlformats.org/officeDocument/2006/relationships/customXml" Target="../ink/ink777.xml"/><Relationship Id="rId364" Type="http://schemas.openxmlformats.org/officeDocument/2006/relationships/customXml" Target="../ink/ink798.xml"/><Relationship Id="rId61" Type="http://schemas.openxmlformats.org/officeDocument/2006/relationships/image" Target="../media/image576.png"/><Relationship Id="rId199" Type="http://schemas.openxmlformats.org/officeDocument/2006/relationships/image" Target="../media/image645.png"/><Relationship Id="rId571" Type="http://schemas.openxmlformats.org/officeDocument/2006/relationships/image" Target="../media/image831.png"/><Relationship Id="rId627" Type="http://schemas.openxmlformats.org/officeDocument/2006/relationships/image" Target="../media/image859.png"/><Relationship Id="rId669" Type="http://schemas.openxmlformats.org/officeDocument/2006/relationships/image" Target="../media/image880.png"/><Relationship Id="rId19" Type="http://schemas.openxmlformats.org/officeDocument/2006/relationships/image" Target="../media/image555.png"/><Relationship Id="rId224" Type="http://schemas.openxmlformats.org/officeDocument/2006/relationships/customXml" Target="../ink/ink728.xml"/><Relationship Id="rId266" Type="http://schemas.openxmlformats.org/officeDocument/2006/relationships/customXml" Target="../ink/ink749.xml"/><Relationship Id="rId431" Type="http://schemas.openxmlformats.org/officeDocument/2006/relationships/image" Target="../media/image761.png"/><Relationship Id="rId473" Type="http://schemas.openxmlformats.org/officeDocument/2006/relationships/image" Target="../media/image782.png"/><Relationship Id="rId529" Type="http://schemas.openxmlformats.org/officeDocument/2006/relationships/image" Target="../media/image810.png"/><Relationship Id="rId680" Type="http://schemas.openxmlformats.org/officeDocument/2006/relationships/customXml" Target="../ink/ink956.xml"/><Relationship Id="rId30" Type="http://schemas.openxmlformats.org/officeDocument/2006/relationships/customXml" Target="../ink/ink631.xml"/><Relationship Id="rId126" Type="http://schemas.openxmlformats.org/officeDocument/2006/relationships/customXml" Target="../ink/ink679.xml"/><Relationship Id="rId168" Type="http://schemas.openxmlformats.org/officeDocument/2006/relationships/customXml" Target="../ink/ink700.xml"/><Relationship Id="rId333" Type="http://schemas.openxmlformats.org/officeDocument/2006/relationships/image" Target="../media/image712.png"/><Relationship Id="rId540" Type="http://schemas.openxmlformats.org/officeDocument/2006/relationships/customXml" Target="../ink/ink886.xml"/><Relationship Id="rId72" Type="http://schemas.openxmlformats.org/officeDocument/2006/relationships/customXml" Target="../ink/ink652.xml"/><Relationship Id="rId375" Type="http://schemas.openxmlformats.org/officeDocument/2006/relationships/image" Target="../media/image733.png"/><Relationship Id="rId582" Type="http://schemas.openxmlformats.org/officeDocument/2006/relationships/customXml" Target="../ink/ink907.xml"/><Relationship Id="rId638" Type="http://schemas.openxmlformats.org/officeDocument/2006/relationships/customXml" Target="../ink/ink935.xml"/><Relationship Id="rId3" Type="http://schemas.openxmlformats.org/officeDocument/2006/relationships/image" Target="../media/image547.png"/><Relationship Id="rId235" Type="http://schemas.openxmlformats.org/officeDocument/2006/relationships/image" Target="../media/image663.png"/><Relationship Id="rId277" Type="http://schemas.openxmlformats.org/officeDocument/2006/relationships/image" Target="../media/image684.png"/><Relationship Id="rId400" Type="http://schemas.openxmlformats.org/officeDocument/2006/relationships/customXml" Target="../ink/ink816.xml"/><Relationship Id="rId442" Type="http://schemas.openxmlformats.org/officeDocument/2006/relationships/customXml" Target="../ink/ink837.xml"/><Relationship Id="rId484" Type="http://schemas.openxmlformats.org/officeDocument/2006/relationships/customXml" Target="../ink/ink858.xml"/><Relationship Id="rId137" Type="http://schemas.openxmlformats.org/officeDocument/2006/relationships/image" Target="../media/image614.png"/><Relationship Id="rId302" Type="http://schemas.openxmlformats.org/officeDocument/2006/relationships/customXml" Target="../ink/ink767.xml"/><Relationship Id="rId344" Type="http://schemas.openxmlformats.org/officeDocument/2006/relationships/customXml" Target="../ink/ink788.xml"/><Relationship Id="rId41" Type="http://schemas.openxmlformats.org/officeDocument/2006/relationships/image" Target="../media/image566.png"/><Relationship Id="rId83" Type="http://schemas.openxmlformats.org/officeDocument/2006/relationships/image" Target="../media/image587.png"/><Relationship Id="rId179" Type="http://schemas.openxmlformats.org/officeDocument/2006/relationships/image" Target="../media/image635.png"/><Relationship Id="rId386" Type="http://schemas.openxmlformats.org/officeDocument/2006/relationships/customXml" Target="../ink/ink809.xml"/><Relationship Id="rId551" Type="http://schemas.openxmlformats.org/officeDocument/2006/relationships/image" Target="../media/image821.png"/><Relationship Id="rId593" Type="http://schemas.openxmlformats.org/officeDocument/2006/relationships/image" Target="../media/image842.png"/><Relationship Id="rId607" Type="http://schemas.openxmlformats.org/officeDocument/2006/relationships/image" Target="../media/image849.png"/><Relationship Id="rId649" Type="http://schemas.openxmlformats.org/officeDocument/2006/relationships/image" Target="../media/image870.png"/><Relationship Id="rId190" Type="http://schemas.openxmlformats.org/officeDocument/2006/relationships/customXml" Target="../ink/ink711.xml"/><Relationship Id="rId204" Type="http://schemas.openxmlformats.org/officeDocument/2006/relationships/customXml" Target="../ink/ink718.xml"/><Relationship Id="rId246" Type="http://schemas.openxmlformats.org/officeDocument/2006/relationships/customXml" Target="../ink/ink739.xml"/><Relationship Id="rId288" Type="http://schemas.openxmlformats.org/officeDocument/2006/relationships/customXml" Target="../ink/ink760.xml"/><Relationship Id="rId411" Type="http://schemas.openxmlformats.org/officeDocument/2006/relationships/image" Target="../media/image751.png"/><Relationship Id="rId453" Type="http://schemas.openxmlformats.org/officeDocument/2006/relationships/image" Target="../media/image772.png"/><Relationship Id="rId509" Type="http://schemas.openxmlformats.org/officeDocument/2006/relationships/image" Target="../media/image800.png"/><Relationship Id="rId660" Type="http://schemas.openxmlformats.org/officeDocument/2006/relationships/customXml" Target="../ink/ink946.xml"/><Relationship Id="rId106" Type="http://schemas.openxmlformats.org/officeDocument/2006/relationships/customXml" Target="../ink/ink669.xml"/><Relationship Id="rId313" Type="http://schemas.openxmlformats.org/officeDocument/2006/relationships/image" Target="../media/image702.png"/><Relationship Id="rId495" Type="http://schemas.openxmlformats.org/officeDocument/2006/relationships/image" Target="../media/image793.png"/><Relationship Id="rId10" Type="http://schemas.openxmlformats.org/officeDocument/2006/relationships/customXml" Target="../ink/ink621.xml"/><Relationship Id="rId52" Type="http://schemas.openxmlformats.org/officeDocument/2006/relationships/customXml" Target="../ink/ink642.xml"/><Relationship Id="rId94" Type="http://schemas.openxmlformats.org/officeDocument/2006/relationships/customXml" Target="../ink/ink663.xml"/><Relationship Id="rId148" Type="http://schemas.openxmlformats.org/officeDocument/2006/relationships/customXml" Target="../ink/ink690.xml"/><Relationship Id="rId355" Type="http://schemas.openxmlformats.org/officeDocument/2006/relationships/image" Target="../media/image723.png"/><Relationship Id="rId397" Type="http://schemas.openxmlformats.org/officeDocument/2006/relationships/image" Target="../media/image744.png"/><Relationship Id="rId520" Type="http://schemas.openxmlformats.org/officeDocument/2006/relationships/customXml" Target="../ink/ink876.xml"/><Relationship Id="rId562" Type="http://schemas.openxmlformats.org/officeDocument/2006/relationships/customXml" Target="../ink/ink897.xml"/><Relationship Id="rId618" Type="http://schemas.openxmlformats.org/officeDocument/2006/relationships/customXml" Target="../ink/ink925.xml"/><Relationship Id="rId215" Type="http://schemas.openxmlformats.org/officeDocument/2006/relationships/image" Target="../media/image653.png"/><Relationship Id="rId257" Type="http://schemas.openxmlformats.org/officeDocument/2006/relationships/image" Target="../media/image674.png"/><Relationship Id="rId422" Type="http://schemas.openxmlformats.org/officeDocument/2006/relationships/customXml" Target="../ink/ink827.xml"/><Relationship Id="rId464" Type="http://schemas.openxmlformats.org/officeDocument/2006/relationships/customXml" Target="../ink/ink848.xml"/><Relationship Id="rId299" Type="http://schemas.openxmlformats.org/officeDocument/2006/relationships/image" Target="../media/image695.png"/><Relationship Id="rId63" Type="http://schemas.openxmlformats.org/officeDocument/2006/relationships/image" Target="../media/image577.png"/><Relationship Id="rId159" Type="http://schemas.openxmlformats.org/officeDocument/2006/relationships/image" Target="../media/image625.png"/><Relationship Id="rId366" Type="http://schemas.openxmlformats.org/officeDocument/2006/relationships/customXml" Target="../ink/ink799.xml"/><Relationship Id="rId573" Type="http://schemas.openxmlformats.org/officeDocument/2006/relationships/image" Target="../media/image832.png"/><Relationship Id="rId226" Type="http://schemas.openxmlformats.org/officeDocument/2006/relationships/customXml" Target="../ink/ink729.xml"/><Relationship Id="rId433" Type="http://schemas.openxmlformats.org/officeDocument/2006/relationships/image" Target="../media/image762.png"/><Relationship Id="rId640" Type="http://schemas.openxmlformats.org/officeDocument/2006/relationships/customXml" Target="../ink/ink936.xml"/><Relationship Id="rId74" Type="http://schemas.openxmlformats.org/officeDocument/2006/relationships/customXml" Target="../ink/ink653.xml"/><Relationship Id="rId377" Type="http://schemas.openxmlformats.org/officeDocument/2006/relationships/image" Target="../media/image734.png"/><Relationship Id="rId500" Type="http://schemas.openxmlformats.org/officeDocument/2006/relationships/customXml" Target="../ink/ink866.xml"/><Relationship Id="rId584" Type="http://schemas.openxmlformats.org/officeDocument/2006/relationships/customXml" Target="../ink/ink908.xml"/><Relationship Id="rId5" Type="http://schemas.openxmlformats.org/officeDocument/2006/relationships/image" Target="../media/image548.png"/><Relationship Id="rId237" Type="http://schemas.openxmlformats.org/officeDocument/2006/relationships/image" Target="../media/image664.png"/><Relationship Id="rId444" Type="http://schemas.openxmlformats.org/officeDocument/2006/relationships/customXml" Target="../ink/ink838.xml"/><Relationship Id="rId651" Type="http://schemas.openxmlformats.org/officeDocument/2006/relationships/image" Target="../media/image871.png"/><Relationship Id="rId290" Type="http://schemas.openxmlformats.org/officeDocument/2006/relationships/customXml" Target="../ink/ink761.xml"/><Relationship Id="rId304" Type="http://schemas.openxmlformats.org/officeDocument/2006/relationships/customXml" Target="../ink/ink768.xml"/><Relationship Id="rId388" Type="http://schemas.openxmlformats.org/officeDocument/2006/relationships/customXml" Target="../ink/ink810.xml"/><Relationship Id="rId511" Type="http://schemas.openxmlformats.org/officeDocument/2006/relationships/image" Target="../media/image801.png"/><Relationship Id="rId609" Type="http://schemas.openxmlformats.org/officeDocument/2006/relationships/image" Target="../media/image850.png"/><Relationship Id="rId85" Type="http://schemas.openxmlformats.org/officeDocument/2006/relationships/image" Target="../media/image588.png"/><Relationship Id="rId150" Type="http://schemas.openxmlformats.org/officeDocument/2006/relationships/customXml" Target="../ink/ink691.xml"/><Relationship Id="rId595" Type="http://schemas.openxmlformats.org/officeDocument/2006/relationships/image" Target="../media/image843.png"/><Relationship Id="rId248" Type="http://schemas.openxmlformats.org/officeDocument/2006/relationships/customXml" Target="../ink/ink740.xml"/><Relationship Id="rId455" Type="http://schemas.openxmlformats.org/officeDocument/2006/relationships/image" Target="../media/image773.png"/><Relationship Id="rId662" Type="http://schemas.openxmlformats.org/officeDocument/2006/relationships/customXml" Target="../ink/ink947.xml"/><Relationship Id="rId12" Type="http://schemas.openxmlformats.org/officeDocument/2006/relationships/customXml" Target="../ink/ink622.xml"/><Relationship Id="rId108" Type="http://schemas.openxmlformats.org/officeDocument/2006/relationships/customXml" Target="../ink/ink670.xml"/><Relationship Id="rId315" Type="http://schemas.openxmlformats.org/officeDocument/2006/relationships/image" Target="../media/image703.png"/><Relationship Id="rId522" Type="http://schemas.openxmlformats.org/officeDocument/2006/relationships/customXml" Target="../ink/ink877.xml"/><Relationship Id="rId96" Type="http://schemas.openxmlformats.org/officeDocument/2006/relationships/customXml" Target="../ink/ink664.xml"/><Relationship Id="rId161" Type="http://schemas.openxmlformats.org/officeDocument/2006/relationships/image" Target="../media/image626.png"/><Relationship Id="rId399" Type="http://schemas.openxmlformats.org/officeDocument/2006/relationships/image" Target="../media/image745.png"/><Relationship Id="rId259" Type="http://schemas.openxmlformats.org/officeDocument/2006/relationships/image" Target="../media/image675.png"/><Relationship Id="rId466" Type="http://schemas.openxmlformats.org/officeDocument/2006/relationships/customXml" Target="../ink/ink849.xml"/><Relationship Id="rId673" Type="http://schemas.openxmlformats.org/officeDocument/2006/relationships/image" Target="../media/image882.png"/><Relationship Id="rId23" Type="http://schemas.openxmlformats.org/officeDocument/2006/relationships/image" Target="../media/image557.png"/><Relationship Id="rId119" Type="http://schemas.openxmlformats.org/officeDocument/2006/relationships/image" Target="../media/image605.png"/><Relationship Id="rId326" Type="http://schemas.openxmlformats.org/officeDocument/2006/relationships/customXml" Target="../ink/ink779.xml"/><Relationship Id="rId533" Type="http://schemas.openxmlformats.org/officeDocument/2006/relationships/image" Target="../media/image812.png"/><Relationship Id="rId172" Type="http://schemas.openxmlformats.org/officeDocument/2006/relationships/customXml" Target="../ink/ink702.xml"/><Relationship Id="rId477" Type="http://schemas.openxmlformats.org/officeDocument/2006/relationships/image" Target="../media/image784.png"/><Relationship Id="rId600" Type="http://schemas.openxmlformats.org/officeDocument/2006/relationships/customXml" Target="../ink/ink916.xml"/><Relationship Id="rId684" Type="http://schemas.openxmlformats.org/officeDocument/2006/relationships/customXml" Target="../ink/ink958.xml"/><Relationship Id="rId337" Type="http://schemas.openxmlformats.org/officeDocument/2006/relationships/image" Target="../media/image714.png"/><Relationship Id="rId34" Type="http://schemas.openxmlformats.org/officeDocument/2006/relationships/customXml" Target="../ink/ink633.xml"/><Relationship Id="rId544" Type="http://schemas.openxmlformats.org/officeDocument/2006/relationships/customXml" Target="../ink/ink888.xml"/><Relationship Id="rId183" Type="http://schemas.openxmlformats.org/officeDocument/2006/relationships/image" Target="../media/image637.png"/><Relationship Id="rId390" Type="http://schemas.openxmlformats.org/officeDocument/2006/relationships/customXml" Target="../ink/ink811.xml"/><Relationship Id="rId404" Type="http://schemas.openxmlformats.org/officeDocument/2006/relationships/customXml" Target="../ink/ink818.xml"/><Relationship Id="rId611" Type="http://schemas.openxmlformats.org/officeDocument/2006/relationships/image" Target="../media/image851.png"/><Relationship Id="rId250" Type="http://schemas.openxmlformats.org/officeDocument/2006/relationships/customXml" Target="../ink/ink741.xml"/><Relationship Id="rId488" Type="http://schemas.openxmlformats.org/officeDocument/2006/relationships/customXml" Target="../ink/ink860.xml"/><Relationship Id="rId45" Type="http://schemas.openxmlformats.org/officeDocument/2006/relationships/image" Target="../media/image568.png"/><Relationship Id="rId110" Type="http://schemas.openxmlformats.org/officeDocument/2006/relationships/customXml" Target="../ink/ink671.xml"/><Relationship Id="rId348" Type="http://schemas.openxmlformats.org/officeDocument/2006/relationships/customXml" Target="../ink/ink790.xml"/><Relationship Id="rId555" Type="http://schemas.openxmlformats.org/officeDocument/2006/relationships/image" Target="../media/image823.png"/><Relationship Id="rId194" Type="http://schemas.openxmlformats.org/officeDocument/2006/relationships/customXml" Target="../ink/ink713.xml"/><Relationship Id="rId208" Type="http://schemas.openxmlformats.org/officeDocument/2006/relationships/customXml" Target="../ink/ink720.xml"/><Relationship Id="rId415" Type="http://schemas.openxmlformats.org/officeDocument/2006/relationships/image" Target="../media/image753.png"/><Relationship Id="rId622" Type="http://schemas.openxmlformats.org/officeDocument/2006/relationships/customXml" Target="../ink/ink927.xml"/><Relationship Id="rId261" Type="http://schemas.openxmlformats.org/officeDocument/2006/relationships/image" Target="../media/image676.png"/><Relationship Id="rId499" Type="http://schemas.openxmlformats.org/officeDocument/2006/relationships/image" Target="../media/image795.png"/><Relationship Id="rId56" Type="http://schemas.openxmlformats.org/officeDocument/2006/relationships/customXml" Target="../ink/ink644.xml"/><Relationship Id="rId359" Type="http://schemas.openxmlformats.org/officeDocument/2006/relationships/image" Target="../media/image725.png"/><Relationship Id="rId566" Type="http://schemas.openxmlformats.org/officeDocument/2006/relationships/customXml" Target="../ink/ink899.xml"/><Relationship Id="rId121" Type="http://schemas.openxmlformats.org/officeDocument/2006/relationships/image" Target="../media/image606.png"/><Relationship Id="rId219" Type="http://schemas.openxmlformats.org/officeDocument/2006/relationships/image" Target="../media/image655.png"/><Relationship Id="rId426" Type="http://schemas.openxmlformats.org/officeDocument/2006/relationships/customXml" Target="../ink/ink829.xml"/><Relationship Id="rId633" Type="http://schemas.openxmlformats.org/officeDocument/2006/relationships/image" Target="../media/image862.png"/><Relationship Id="rId67" Type="http://schemas.openxmlformats.org/officeDocument/2006/relationships/image" Target="../media/image579.png"/><Relationship Id="rId272" Type="http://schemas.openxmlformats.org/officeDocument/2006/relationships/customXml" Target="../ink/ink752.xml"/><Relationship Id="rId577" Type="http://schemas.openxmlformats.org/officeDocument/2006/relationships/image" Target="../media/image834.png"/><Relationship Id="rId132" Type="http://schemas.openxmlformats.org/officeDocument/2006/relationships/customXml" Target="../ink/ink682.xml"/><Relationship Id="rId437" Type="http://schemas.openxmlformats.org/officeDocument/2006/relationships/image" Target="../media/image764.png"/><Relationship Id="rId644" Type="http://schemas.openxmlformats.org/officeDocument/2006/relationships/customXml" Target="../ink/ink938.xml"/><Relationship Id="rId283" Type="http://schemas.openxmlformats.org/officeDocument/2006/relationships/image" Target="../media/image687.png"/><Relationship Id="rId490" Type="http://schemas.openxmlformats.org/officeDocument/2006/relationships/customXml" Target="../ink/ink861.xml"/><Relationship Id="rId504" Type="http://schemas.openxmlformats.org/officeDocument/2006/relationships/customXml" Target="../ink/ink868.xml"/><Relationship Id="rId78" Type="http://schemas.openxmlformats.org/officeDocument/2006/relationships/customXml" Target="../ink/ink655.xml"/><Relationship Id="rId143" Type="http://schemas.openxmlformats.org/officeDocument/2006/relationships/image" Target="../media/image617.png"/><Relationship Id="rId350" Type="http://schemas.openxmlformats.org/officeDocument/2006/relationships/customXml" Target="../ink/ink791.xml"/><Relationship Id="rId588" Type="http://schemas.openxmlformats.org/officeDocument/2006/relationships/customXml" Target="../ink/ink910.xml"/><Relationship Id="rId9" Type="http://schemas.openxmlformats.org/officeDocument/2006/relationships/image" Target="../media/image550.png"/><Relationship Id="rId210" Type="http://schemas.openxmlformats.org/officeDocument/2006/relationships/customXml" Target="../ink/ink721.xml"/><Relationship Id="rId448" Type="http://schemas.openxmlformats.org/officeDocument/2006/relationships/customXml" Target="../ink/ink840.xml"/><Relationship Id="rId655" Type="http://schemas.openxmlformats.org/officeDocument/2006/relationships/image" Target="../media/image873.png"/><Relationship Id="rId294" Type="http://schemas.openxmlformats.org/officeDocument/2006/relationships/customXml" Target="../ink/ink763.xml"/><Relationship Id="rId308" Type="http://schemas.openxmlformats.org/officeDocument/2006/relationships/customXml" Target="../ink/ink770.xml"/><Relationship Id="rId515" Type="http://schemas.openxmlformats.org/officeDocument/2006/relationships/image" Target="../media/image803.png"/><Relationship Id="rId89" Type="http://schemas.openxmlformats.org/officeDocument/2006/relationships/image" Target="../media/image590.png"/><Relationship Id="rId154" Type="http://schemas.openxmlformats.org/officeDocument/2006/relationships/customXml" Target="../ink/ink693.xml"/><Relationship Id="rId361" Type="http://schemas.openxmlformats.org/officeDocument/2006/relationships/image" Target="../media/image726.png"/><Relationship Id="rId599" Type="http://schemas.openxmlformats.org/officeDocument/2006/relationships/image" Target="../media/image845.png"/><Relationship Id="rId459" Type="http://schemas.openxmlformats.org/officeDocument/2006/relationships/image" Target="../media/image775.png"/><Relationship Id="rId666" Type="http://schemas.openxmlformats.org/officeDocument/2006/relationships/customXml" Target="../ink/ink949.xml"/><Relationship Id="rId16" Type="http://schemas.openxmlformats.org/officeDocument/2006/relationships/customXml" Target="../ink/ink624.xml"/><Relationship Id="rId221" Type="http://schemas.openxmlformats.org/officeDocument/2006/relationships/image" Target="../media/image656.png"/><Relationship Id="rId319" Type="http://schemas.openxmlformats.org/officeDocument/2006/relationships/image" Target="../media/image705.png"/><Relationship Id="rId526" Type="http://schemas.openxmlformats.org/officeDocument/2006/relationships/customXml" Target="../ink/ink879.xml"/><Relationship Id="rId165" Type="http://schemas.openxmlformats.org/officeDocument/2006/relationships/image" Target="../media/image628.png"/><Relationship Id="rId372" Type="http://schemas.openxmlformats.org/officeDocument/2006/relationships/customXml" Target="../ink/ink802.xml"/><Relationship Id="rId677" Type="http://schemas.openxmlformats.org/officeDocument/2006/relationships/image" Target="../media/image884.png"/><Relationship Id="rId232" Type="http://schemas.openxmlformats.org/officeDocument/2006/relationships/customXml" Target="../ink/ink732.xml"/><Relationship Id="rId27" Type="http://schemas.openxmlformats.org/officeDocument/2006/relationships/image" Target="../media/image559.png"/><Relationship Id="rId537" Type="http://schemas.openxmlformats.org/officeDocument/2006/relationships/image" Target="../media/image814.png"/><Relationship Id="rId80" Type="http://schemas.openxmlformats.org/officeDocument/2006/relationships/customXml" Target="../ink/ink656.xml"/><Relationship Id="rId176" Type="http://schemas.openxmlformats.org/officeDocument/2006/relationships/customXml" Target="../ink/ink704.xml"/><Relationship Id="rId383" Type="http://schemas.openxmlformats.org/officeDocument/2006/relationships/image" Target="../media/image737.png"/><Relationship Id="rId590" Type="http://schemas.openxmlformats.org/officeDocument/2006/relationships/customXml" Target="../ink/ink911.xml"/><Relationship Id="rId604" Type="http://schemas.openxmlformats.org/officeDocument/2006/relationships/customXml" Target="../ink/ink918.xml"/><Relationship Id="rId243" Type="http://schemas.openxmlformats.org/officeDocument/2006/relationships/image" Target="../media/image667.png"/><Relationship Id="rId450" Type="http://schemas.openxmlformats.org/officeDocument/2006/relationships/customXml" Target="../ink/ink841.xml"/><Relationship Id="rId38" Type="http://schemas.openxmlformats.org/officeDocument/2006/relationships/customXml" Target="../ink/ink635.xml"/><Relationship Id="rId103" Type="http://schemas.openxmlformats.org/officeDocument/2006/relationships/image" Target="../media/image597.png"/><Relationship Id="rId310" Type="http://schemas.openxmlformats.org/officeDocument/2006/relationships/customXml" Target="../ink/ink771.xml"/><Relationship Id="rId548" Type="http://schemas.openxmlformats.org/officeDocument/2006/relationships/customXml" Target="../ink/ink890.xml"/><Relationship Id="rId91" Type="http://schemas.openxmlformats.org/officeDocument/2006/relationships/image" Target="../media/image591.png"/><Relationship Id="rId187" Type="http://schemas.openxmlformats.org/officeDocument/2006/relationships/image" Target="../media/image639.png"/><Relationship Id="rId394" Type="http://schemas.openxmlformats.org/officeDocument/2006/relationships/customXml" Target="../ink/ink813.xml"/><Relationship Id="rId408" Type="http://schemas.openxmlformats.org/officeDocument/2006/relationships/customXml" Target="../ink/ink820.xml"/><Relationship Id="rId615" Type="http://schemas.openxmlformats.org/officeDocument/2006/relationships/image" Target="../media/image853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03.png"/><Relationship Id="rId21" Type="http://schemas.openxmlformats.org/officeDocument/2006/relationships/image" Target="../media/image655.png"/><Relationship Id="rId324" Type="http://schemas.openxmlformats.org/officeDocument/2006/relationships/customXml" Target="../ink/ink1120.xml"/><Relationship Id="rId531" Type="http://schemas.openxmlformats.org/officeDocument/2006/relationships/image" Target="../media/image1018.png"/><Relationship Id="rId170" Type="http://schemas.openxmlformats.org/officeDocument/2006/relationships/customXml" Target="../ink/ink1043.xml"/><Relationship Id="rId268" Type="http://schemas.openxmlformats.org/officeDocument/2006/relationships/customXml" Target="../ink/ink1092.xml"/><Relationship Id="rId475" Type="http://schemas.openxmlformats.org/officeDocument/2006/relationships/image" Target="../media/image990.png"/><Relationship Id="rId32" Type="http://schemas.openxmlformats.org/officeDocument/2006/relationships/customXml" Target="../ink/ink974.xml"/><Relationship Id="rId128" Type="http://schemas.openxmlformats.org/officeDocument/2006/relationships/customXml" Target="../ink/ink1022.xml"/><Relationship Id="rId335" Type="http://schemas.openxmlformats.org/officeDocument/2006/relationships/image" Target="../media/image920.png"/><Relationship Id="rId542" Type="http://schemas.openxmlformats.org/officeDocument/2006/relationships/customXml" Target="../ink/ink1229.xml"/><Relationship Id="rId181" Type="http://schemas.openxmlformats.org/officeDocument/2006/relationships/image" Target="../media/image735.png"/><Relationship Id="rId402" Type="http://schemas.openxmlformats.org/officeDocument/2006/relationships/customXml" Target="../ink/ink1159.xml"/><Relationship Id="rId279" Type="http://schemas.openxmlformats.org/officeDocument/2006/relationships/image" Target="../media/image892.png"/><Relationship Id="rId486" Type="http://schemas.openxmlformats.org/officeDocument/2006/relationships/customXml" Target="../ink/ink1201.xml"/><Relationship Id="rId43" Type="http://schemas.openxmlformats.org/officeDocument/2006/relationships/image" Target="../media/image666.png"/><Relationship Id="rId139" Type="http://schemas.openxmlformats.org/officeDocument/2006/relationships/image" Target="../media/image714.png"/><Relationship Id="rId346" Type="http://schemas.openxmlformats.org/officeDocument/2006/relationships/customXml" Target="../ink/ink1131.xml"/><Relationship Id="rId553" Type="http://schemas.openxmlformats.org/officeDocument/2006/relationships/image" Target="../media/image1029.png"/><Relationship Id="rId192" Type="http://schemas.openxmlformats.org/officeDocument/2006/relationships/customXml" Target="../ink/ink1054.xml"/><Relationship Id="rId206" Type="http://schemas.openxmlformats.org/officeDocument/2006/relationships/customXml" Target="../ink/ink1061.xml"/><Relationship Id="rId413" Type="http://schemas.openxmlformats.org/officeDocument/2006/relationships/image" Target="../media/image959.png"/><Relationship Id="rId497" Type="http://schemas.openxmlformats.org/officeDocument/2006/relationships/image" Target="../media/image1001.png"/><Relationship Id="rId357" Type="http://schemas.openxmlformats.org/officeDocument/2006/relationships/image" Target="../media/image931.png"/><Relationship Id="rId54" Type="http://schemas.openxmlformats.org/officeDocument/2006/relationships/customXml" Target="../ink/ink985.xml"/><Relationship Id="rId217" Type="http://schemas.openxmlformats.org/officeDocument/2006/relationships/image" Target="../media/image753.png"/><Relationship Id="rId564" Type="http://schemas.openxmlformats.org/officeDocument/2006/relationships/customXml" Target="../ink/ink1240.xml"/><Relationship Id="rId424" Type="http://schemas.openxmlformats.org/officeDocument/2006/relationships/customXml" Target="../ink/ink1170.xml"/><Relationship Id="rId270" Type="http://schemas.openxmlformats.org/officeDocument/2006/relationships/customXml" Target="../ink/ink1093.xml"/><Relationship Id="rId65" Type="http://schemas.openxmlformats.org/officeDocument/2006/relationships/image" Target="../media/image677.png"/><Relationship Id="rId130" Type="http://schemas.openxmlformats.org/officeDocument/2006/relationships/customXml" Target="../ink/ink1023.xml"/><Relationship Id="rId368" Type="http://schemas.openxmlformats.org/officeDocument/2006/relationships/customXml" Target="../ink/ink1142.xml"/><Relationship Id="rId575" Type="http://schemas.openxmlformats.org/officeDocument/2006/relationships/image" Target="../media/image1040.png"/><Relationship Id="rId228" Type="http://schemas.openxmlformats.org/officeDocument/2006/relationships/customXml" Target="../ink/ink1072.xml"/><Relationship Id="rId435" Type="http://schemas.openxmlformats.org/officeDocument/2006/relationships/image" Target="../media/image970.png"/><Relationship Id="rId281" Type="http://schemas.openxmlformats.org/officeDocument/2006/relationships/image" Target="../media/image893.png"/><Relationship Id="rId502" Type="http://schemas.openxmlformats.org/officeDocument/2006/relationships/customXml" Target="../ink/ink1209.xml"/><Relationship Id="rId76" Type="http://schemas.openxmlformats.org/officeDocument/2006/relationships/customXml" Target="../ink/ink996.xml"/><Relationship Id="rId141" Type="http://schemas.openxmlformats.org/officeDocument/2006/relationships/image" Target="../media/image715.png"/><Relationship Id="rId379" Type="http://schemas.openxmlformats.org/officeDocument/2006/relationships/image" Target="../media/image942.png"/><Relationship Id="rId586" Type="http://schemas.openxmlformats.org/officeDocument/2006/relationships/customXml" Target="../ink/ink1251.xml"/><Relationship Id="rId7" Type="http://schemas.openxmlformats.org/officeDocument/2006/relationships/image" Target="../media/image648.png"/><Relationship Id="rId239" Type="http://schemas.openxmlformats.org/officeDocument/2006/relationships/image" Target="../media/image764.png"/><Relationship Id="rId446" Type="http://schemas.openxmlformats.org/officeDocument/2006/relationships/customXml" Target="../ink/ink1181.xml"/><Relationship Id="rId292" Type="http://schemas.openxmlformats.org/officeDocument/2006/relationships/customXml" Target="../ink/ink1104.xml"/><Relationship Id="rId306" Type="http://schemas.openxmlformats.org/officeDocument/2006/relationships/customXml" Target="../ink/ink1111.xml"/><Relationship Id="rId87" Type="http://schemas.openxmlformats.org/officeDocument/2006/relationships/image" Target="../media/image688.png"/><Relationship Id="rId513" Type="http://schemas.openxmlformats.org/officeDocument/2006/relationships/image" Target="../media/image1009.png"/><Relationship Id="rId597" Type="http://schemas.openxmlformats.org/officeDocument/2006/relationships/image" Target="../media/image1051.png"/><Relationship Id="rId152" Type="http://schemas.openxmlformats.org/officeDocument/2006/relationships/customXml" Target="../ink/ink1034.xml"/><Relationship Id="rId457" Type="http://schemas.openxmlformats.org/officeDocument/2006/relationships/image" Target="../media/image981.png"/><Relationship Id="rId261" Type="http://schemas.openxmlformats.org/officeDocument/2006/relationships/image" Target="../media/image775.png"/><Relationship Id="rId499" Type="http://schemas.openxmlformats.org/officeDocument/2006/relationships/image" Target="../media/image1002.png"/><Relationship Id="rId14" Type="http://schemas.openxmlformats.org/officeDocument/2006/relationships/customXml" Target="../ink/ink965.xml"/><Relationship Id="rId56" Type="http://schemas.openxmlformats.org/officeDocument/2006/relationships/customXml" Target="../ink/ink986.xml"/><Relationship Id="rId317" Type="http://schemas.openxmlformats.org/officeDocument/2006/relationships/image" Target="../media/image911.png"/><Relationship Id="rId359" Type="http://schemas.openxmlformats.org/officeDocument/2006/relationships/image" Target="../media/image932.png"/><Relationship Id="rId524" Type="http://schemas.openxmlformats.org/officeDocument/2006/relationships/customXml" Target="../ink/ink1220.xml"/><Relationship Id="rId566" Type="http://schemas.openxmlformats.org/officeDocument/2006/relationships/customXml" Target="../ink/ink1241.xml"/><Relationship Id="rId98" Type="http://schemas.openxmlformats.org/officeDocument/2006/relationships/customXml" Target="../ink/ink1007.xml"/><Relationship Id="rId121" Type="http://schemas.openxmlformats.org/officeDocument/2006/relationships/image" Target="../media/image705.png"/><Relationship Id="rId163" Type="http://schemas.openxmlformats.org/officeDocument/2006/relationships/image" Target="../media/image726.png"/><Relationship Id="rId219" Type="http://schemas.openxmlformats.org/officeDocument/2006/relationships/image" Target="../media/image754.png"/><Relationship Id="rId370" Type="http://schemas.openxmlformats.org/officeDocument/2006/relationships/customXml" Target="../ink/ink1143.xml"/><Relationship Id="rId426" Type="http://schemas.openxmlformats.org/officeDocument/2006/relationships/customXml" Target="../ink/ink1171.xml"/><Relationship Id="rId230" Type="http://schemas.openxmlformats.org/officeDocument/2006/relationships/customXml" Target="../ink/ink1073.xml"/><Relationship Id="rId468" Type="http://schemas.openxmlformats.org/officeDocument/2006/relationships/customXml" Target="../ink/ink1192.xml"/><Relationship Id="rId25" Type="http://schemas.openxmlformats.org/officeDocument/2006/relationships/image" Target="../media/image657.png"/><Relationship Id="rId67" Type="http://schemas.openxmlformats.org/officeDocument/2006/relationships/image" Target="../media/image678.png"/><Relationship Id="rId272" Type="http://schemas.openxmlformats.org/officeDocument/2006/relationships/customXml" Target="../ink/ink1094.xml"/><Relationship Id="rId328" Type="http://schemas.openxmlformats.org/officeDocument/2006/relationships/customXml" Target="../ink/ink1122.xml"/><Relationship Id="rId535" Type="http://schemas.openxmlformats.org/officeDocument/2006/relationships/image" Target="../media/image1020.png"/><Relationship Id="rId577" Type="http://schemas.openxmlformats.org/officeDocument/2006/relationships/image" Target="../media/image1041.png"/><Relationship Id="rId132" Type="http://schemas.openxmlformats.org/officeDocument/2006/relationships/customXml" Target="../ink/ink1024.xml"/><Relationship Id="rId174" Type="http://schemas.openxmlformats.org/officeDocument/2006/relationships/customXml" Target="../ink/ink1045.xml"/><Relationship Id="rId381" Type="http://schemas.openxmlformats.org/officeDocument/2006/relationships/image" Target="../media/image943.png"/><Relationship Id="rId241" Type="http://schemas.openxmlformats.org/officeDocument/2006/relationships/image" Target="../media/image765.png"/><Relationship Id="rId437" Type="http://schemas.openxmlformats.org/officeDocument/2006/relationships/image" Target="../media/image971.png"/><Relationship Id="rId479" Type="http://schemas.openxmlformats.org/officeDocument/2006/relationships/image" Target="../media/image992.png"/><Relationship Id="rId36" Type="http://schemas.openxmlformats.org/officeDocument/2006/relationships/customXml" Target="../ink/ink976.xml"/><Relationship Id="rId283" Type="http://schemas.openxmlformats.org/officeDocument/2006/relationships/image" Target="../media/image894.png"/><Relationship Id="rId339" Type="http://schemas.openxmlformats.org/officeDocument/2006/relationships/image" Target="../media/image922.png"/><Relationship Id="rId490" Type="http://schemas.openxmlformats.org/officeDocument/2006/relationships/customXml" Target="../ink/ink1203.xml"/><Relationship Id="rId504" Type="http://schemas.openxmlformats.org/officeDocument/2006/relationships/customXml" Target="../ink/ink1210.xml"/><Relationship Id="rId546" Type="http://schemas.openxmlformats.org/officeDocument/2006/relationships/customXml" Target="../ink/ink1231.xml"/><Relationship Id="rId78" Type="http://schemas.openxmlformats.org/officeDocument/2006/relationships/customXml" Target="../ink/ink997.xml"/><Relationship Id="rId101" Type="http://schemas.openxmlformats.org/officeDocument/2006/relationships/image" Target="../media/image695.png"/><Relationship Id="rId143" Type="http://schemas.openxmlformats.org/officeDocument/2006/relationships/image" Target="../media/image716.png"/><Relationship Id="rId185" Type="http://schemas.openxmlformats.org/officeDocument/2006/relationships/image" Target="../media/image737.png"/><Relationship Id="rId350" Type="http://schemas.openxmlformats.org/officeDocument/2006/relationships/customXml" Target="../ink/ink1133.xml"/><Relationship Id="rId406" Type="http://schemas.openxmlformats.org/officeDocument/2006/relationships/customXml" Target="../ink/ink1161.xml"/><Relationship Id="rId588" Type="http://schemas.openxmlformats.org/officeDocument/2006/relationships/customXml" Target="../ink/ink1252.xml"/><Relationship Id="rId9" Type="http://schemas.openxmlformats.org/officeDocument/2006/relationships/image" Target="../media/image649.png"/><Relationship Id="rId210" Type="http://schemas.openxmlformats.org/officeDocument/2006/relationships/customXml" Target="../ink/ink1063.xml"/><Relationship Id="rId392" Type="http://schemas.openxmlformats.org/officeDocument/2006/relationships/customXml" Target="../ink/ink1154.xml"/><Relationship Id="rId448" Type="http://schemas.openxmlformats.org/officeDocument/2006/relationships/customXml" Target="../ink/ink1182.xml"/><Relationship Id="rId252" Type="http://schemas.openxmlformats.org/officeDocument/2006/relationships/customXml" Target="../ink/ink1084.xml"/><Relationship Id="rId294" Type="http://schemas.openxmlformats.org/officeDocument/2006/relationships/customXml" Target="../ink/ink1105.xml"/><Relationship Id="rId308" Type="http://schemas.openxmlformats.org/officeDocument/2006/relationships/customXml" Target="../ink/ink1112.xml"/><Relationship Id="rId515" Type="http://schemas.openxmlformats.org/officeDocument/2006/relationships/image" Target="../media/image1010.png"/><Relationship Id="rId47" Type="http://schemas.openxmlformats.org/officeDocument/2006/relationships/image" Target="../media/image668.png"/><Relationship Id="rId89" Type="http://schemas.openxmlformats.org/officeDocument/2006/relationships/image" Target="../media/image689.png"/><Relationship Id="rId112" Type="http://schemas.openxmlformats.org/officeDocument/2006/relationships/customXml" Target="../ink/ink1014.xml"/><Relationship Id="rId154" Type="http://schemas.openxmlformats.org/officeDocument/2006/relationships/customXml" Target="../ink/ink1035.xml"/><Relationship Id="rId361" Type="http://schemas.openxmlformats.org/officeDocument/2006/relationships/image" Target="../media/image933.png"/><Relationship Id="rId557" Type="http://schemas.openxmlformats.org/officeDocument/2006/relationships/image" Target="../media/image1031.png"/><Relationship Id="rId196" Type="http://schemas.openxmlformats.org/officeDocument/2006/relationships/customXml" Target="../ink/ink1056.xml"/><Relationship Id="rId417" Type="http://schemas.openxmlformats.org/officeDocument/2006/relationships/image" Target="../media/image961.png"/><Relationship Id="rId459" Type="http://schemas.openxmlformats.org/officeDocument/2006/relationships/image" Target="../media/image982.png"/><Relationship Id="rId16" Type="http://schemas.openxmlformats.org/officeDocument/2006/relationships/customXml" Target="../ink/ink966.xml"/><Relationship Id="rId221" Type="http://schemas.openxmlformats.org/officeDocument/2006/relationships/image" Target="../media/image755.png"/><Relationship Id="rId263" Type="http://schemas.openxmlformats.org/officeDocument/2006/relationships/image" Target="../media/image776.png"/><Relationship Id="rId319" Type="http://schemas.openxmlformats.org/officeDocument/2006/relationships/image" Target="../media/image912.png"/><Relationship Id="rId470" Type="http://schemas.openxmlformats.org/officeDocument/2006/relationships/customXml" Target="../ink/ink1193.xml"/><Relationship Id="rId526" Type="http://schemas.openxmlformats.org/officeDocument/2006/relationships/customXml" Target="../ink/ink1221.xml"/><Relationship Id="rId58" Type="http://schemas.openxmlformats.org/officeDocument/2006/relationships/customXml" Target="../ink/ink987.xml"/><Relationship Id="rId123" Type="http://schemas.openxmlformats.org/officeDocument/2006/relationships/image" Target="../media/image706.png"/><Relationship Id="rId330" Type="http://schemas.openxmlformats.org/officeDocument/2006/relationships/customXml" Target="../ink/ink1123.xml"/><Relationship Id="rId568" Type="http://schemas.openxmlformats.org/officeDocument/2006/relationships/customXml" Target="../ink/ink1242.xml"/><Relationship Id="rId165" Type="http://schemas.openxmlformats.org/officeDocument/2006/relationships/image" Target="../media/image727.png"/><Relationship Id="rId372" Type="http://schemas.openxmlformats.org/officeDocument/2006/relationships/customXml" Target="../ink/ink1144.xml"/><Relationship Id="rId428" Type="http://schemas.openxmlformats.org/officeDocument/2006/relationships/customXml" Target="../ink/ink1172.xml"/><Relationship Id="rId232" Type="http://schemas.openxmlformats.org/officeDocument/2006/relationships/customXml" Target="../ink/ink1074.xml"/><Relationship Id="rId274" Type="http://schemas.openxmlformats.org/officeDocument/2006/relationships/customXml" Target="../ink/ink1095.xml"/><Relationship Id="rId481" Type="http://schemas.openxmlformats.org/officeDocument/2006/relationships/image" Target="../media/image993.png"/><Relationship Id="rId27" Type="http://schemas.openxmlformats.org/officeDocument/2006/relationships/image" Target="../media/image658.png"/><Relationship Id="rId69" Type="http://schemas.openxmlformats.org/officeDocument/2006/relationships/image" Target="../media/image679.png"/><Relationship Id="rId134" Type="http://schemas.openxmlformats.org/officeDocument/2006/relationships/customXml" Target="../ink/ink1025.xml"/><Relationship Id="rId537" Type="http://schemas.openxmlformats.org/officeDocument/2006/relationships/image" Target="../media/image1021.png"/><Relationship Id="rId579" Type="http://schemas.openxmlformats.org/officeDocument/2006/relationships/image" Target="../media/image1042.png"/><Relationship Id="rId80" Type="http://schemas.openxmlformats.org/officeDocument/2006/relationships/customXml" Target="../ink/ink998.xml"/><Relationship Id="rId176" Type="http://schemas.openxmlformats.org/officeDocument/2006/relationships/customXml" Target="../ink/ink1046.xml"/><Relationship Id="rId341" Type="http://schemas.openxmlformats.org/officeDocument/2006/relationships/image" Target="../media/image923.png"/><Relationship Id="rId383" Type="http://schemas.openxmlformats.org/officeDocument/2006/relationships/image" Target="../media/image944.png"/><Relationship Id="rId439" Type="http://schemas.openxmlformats.org/officeDocument/2006/relationships/image" Target="../media/image972.png"/><Relationship Id="rId590" Type="http://schemas.openxmlformats.org/officeDocument/2006/relationships/customXml" Target="../ink/ink1253.xml"/><Relationship Id="rId201" Type="http://schemas.openxmlformats.org/officeDocument/2006/relationships/image" Target="../media/image745.png"/><Relationship Id="rId243" Type="http://schemas.openxmlformats.org/officeDocument/2006/relationships/image" Target="../media/image766.png"/><Relationship Id="rId285" Type="http://schemas.openxmlformats.org/officeDocument/2006/relationships/image" Target="../media/image895.png"/><Relationship Id="rId450" Type="http://schemas.openxmlformats.org/officeDocument/2006/relationships/customXml" Target="../ink/ink1183.xml"/><Relationship Id="rId506" Type="http://schemas.openxmlformats.org/officeDocument/2006/relationships/customXml" Target="../ink/ink1211.xml"/><Relationship Id="rId38" Type="http://schemas.openxmlformats.org/officeDocument/2006/relationships/customXml" Target="../ink/ink977.xml"/><Relationship Id="rId103" Type="http://schemas.openxmlformats.org/officeDocument/2006/relationships/image" Target="../media/image696.png"/><Relationship Id="rId310" Type="http://schemas.openxmlformats.org/officeDocument/2006/relationships/customXml" Target="../ink/ink1113.xml"/><Relationship Id="rId492" Type="http://schemas.openxmlformats.org/officeDocument/2006/relationships/customXml" Target="../ink/ink1204.xml"/><Relationship Id="rId548" Type="http://schemas.openxmlformats.org/officeDocument/2006/relationships/customXml" Target="../ink/ink1232.xml"/><Relationship Id="rId91" Type="http://schemas.openxmlformats.org/officeDocument/2006/relationships/image" Target="../media/image690.png"/><Relationship Id="rId145" Type="http://schemas.openxmlformats.org/officeDocument/2006/relationships/image" Target="../media/image717.png"/><Relationship Id="rId187" Type="http://schemas.openxmlformats.org/officeDocument/2006/relationships/image" Target="../media/image738.png"/><Relationship Id="rId352" Type="http://schemas.openxmlformats.org/officeDocument/2006/relationships/customXml" Target="../ink/ink1134.xml"/><Relationship Id="rId394" Type="http://schemas.openxmlformats.org/officeDocument/2006/relationships/customXml" Target="../ink/ink1155.xml"/><Relationship Id="rId408" Type="http://schemas.openxmlformats.org/officeDocument/2006/relationships/customXml" Target="../ink/ink1162.xml"/><Relationship Id="rId212" Type="http://schemas.openxmlformats.org/officeDocument/2006/relationships/customXml" Target="../ink/ink1064.xml"/><Relationship Id="rId254" Type="http://schemas.openxmlformats.org/officeDocument/2006/relationships/customXml" Target="../ink/ink1085.xml"/><Relationship Id="rId49" Type="http://schemas.openxmlformats.org/officeDocument/2006/relationships/image" Target="../media/image669.png"/><Relationship Id="rId114" Type="http://schemas.openxmlformats.org/officeDocument/2006/relationships/customXml" Target="../ink/ink1015.xml"/><Relationship Id="rId296" Type="http://schemas.openxmlformats.org/officeDocument/2006/relationships/customXml" Target="../ink/ink1106.xml"/><Relationship Id="rId461" Type="http://schemas.openxmlformats.org/officeDocument/2006/relationships/image" Target="../media/image983.png"/><Relationship Id="rId517" Type="http://schemas.openxmlformats.org/officeDocument/2006/relationships/image" Target="../media/image1011.png"/><Relationship Id="rId559" Type="http://schemas.openxmlformats.org/officeDocument/2006/relationships/image" Target="../media/image1032.png"/><Relationship Id="rId60" Type="http://schemas.openxmlformats.org/officeDocument/2006/relationships/customXml" Target="../ink/ink988.xml"/><Relationship Id="rId156" Type="http://schemas.openxmlformats.org/officeDocument/2006/relationships/customXml" Target="../ink/ink1036.xml"/><Relationship Id="rId198" Type="http://schemas.openxmlformats.org/officeDocument/2006/relationships/customXml" Target="../ink/ink1057.xml"/><Relationship Id="rId321" Type="http://schemas.openxmlformats.org/officeDocument/2006/relationships/image" Target="../media/image913.png"/><Relationship Id="rId363" Type="http://schemas.openxmlformats.org/officeDocument/2006/relationships/image" Target="../media/image934.png"/><Relationship Id="rId419" Type="http://schemas.openxmlformats.org/officeDocument/2006/relationships/image" Target="../media/image962.png"/><Relationship Id="rId570" Type="http://schemas.openxmlformats.org/officeDocument/2006/relationships/customXml" Target="../ink/ink1243.xml"/><Relationship Id="rId223" Type="http://schemas.openxmlformats.org/officeDocument/2006/relationships/image" Target="../media/image756.png"/><Relationship Id="rId430" Type="http://schemas.openxmlformats.org/officeDocument/2006/relationships/customXml" Target="../ink/ink1173.xml"/><Relationship Id="rId18" Type="http://schemas.openxmlformats.org/officeDocument/2006/relationships/customXml" Target="../ink/ink967.xml"/><Relationship Id="rId265" Type="http://schemas.openxmlformats.org/officeDocument/2006/relationships/image" Target="../media/image777.png"/><Relationship Id="rId472" Type="http://schemas.openxmlformats.org/officeDocument/2006/relationships/customXml" Target="../ink/ink1194.xml"/><Relationship Id="rId528" Type="http://schemas.openxmlformats.org/officeDocument/2006/relationships/customXml" Target="../ink/ink1222.xml"/><Relationship Id="rId125" Type="http://schemas.openxmlformats.org/officeDocument/2006/relationships/image" Target="../media/image707.png"/><Relationship Id="rId167" Type="http://schemas.openxmlformats.org/officeDocument/2006/relationships/image" Target="../media/image728.png"/><Relationship Id="rId332" Type="http://schemas.openxmlformats.org/officeDocument/2006/relationships/customXml" Target="../ink/ink1124.xml"/><Relationship Id="rId374" Type="http://schemas.openxmlformats.org/officeDocument/2006/relationships/customXml" Target="../ink/ink1145.xml"/><Relationship Id="rId581" Type="http://schemas.openxmlformats.org/officeDocument/2006/relationships/image" Target="../media/image1043.png"/><Relationship Id="rId71" Type="http://schemas.openxmlformats.org/officeDocument/2006/relationships/image" Target="../media/image680.png"/><Relationship Id="rId234" Type="http://schemas.openxmlformats.org/officeDocument/2006/relationships/customXml" Target="../ink/ink1075.xml"/><Relationship Id="rId2" Type="http://schemas.openxmlformats.org/officeDocument/2006/relationships/customXml" Target="../ink/ink959.xml"/><Relationship Id="rId29" Type="http://schemas.openxmlformats.org/officeDocument/2006/relationships/image" Target="../media/image659.png"/><Relationship Id="rId276" Type="http://schemas.openxmlformats.org/officeDocument/2006/relationships/customXml" Target="../ink/ink1096.xml"/><Relationship Id="rId441" Type="http://schemas.openxmlformats.org/officeDocument/2006/relationships/image" Target="../media/image973.png"/><Relationship Id="rId483" Type="http://schemas.openxmlformats.org/officeDocument/2006/relationships/image" Target="../media/image994.png"/><Relationship Id="rId539" Type="http://schemas.openxmlformats.org/officeDocument/2006/relationships/image" Target="../media/image1022.png"/><Relationship Id="rId40" Type="http://schemas.openxmlformats.org/officeDocument/2006/relationships/customXml" Target="../ink/ink978.xml"/><Relationship Id="rId136" Type="http://schemas.openxmlformats.org/officeDocument/2006/relationships/customXml" Target="../ink/ink1026.xml"/><Relationship Id="rId178" Type="http://schemas.openxmlformats.org/officeDocument/2006/relationships/customXml" Target="../ink/ink1047.xml"/><Relationship Id="rId301" Type="http://schemas.openxmlformats.org/officeDocument/2006/relationships/image" Target="../media/image903.png"/><Relationship Id="rId343" Type="http://schemas.openxmlformats.org/officeDocument/2006/relationships/image" Target="../media/image924.png"/><Relationship Id="rId550" Type="http://schemas.openxmlformats.org/officeDocument/2006/relationships/customXml" Target="../ink/ink1233.xml"/><Relationship Id="rId82" Type="http://schemas.openxmlformats.org/officeDocument/2006/relationships/customXml" Target="../ink/ink999.xml"/><Relationship Id="rId203" Type="http://schemas.openxmlformats.org/officeDocument/2006/relationships/image" Target="../media/image746.png"/><Relationship Id="rId385" Type="http://schemas.openxmlformats.org/officeDocument/2006/relationships/image" Target="../media/image945.png"/><Relationship Id="rId592" Type="http://schemas.openxmlformats.org/officeDocument/2006/relationships/customXml" Target="../ink/ink1254.xml"/><Relationship Id="rId245" Type="http://schemas.openxmlformats.org/officeDocument/2006/relationships/image" Target="../media/image767.png"/><Relationship Id="rId287" Type="http://schemas.openxmlformats.org/officeDocument/2006/relationships/image" Target="../media/image896.png"/><Relationship Id="rId410" Type="http://schemas.openxmlformats.org/officeDocument/2006/relationships/customXml" Target="../ink/ink1163.xml"/><Relationship Id="rId452" Type="http://schemas.openxmlformats.org/officeDocument/2006/relationships/customXml" Target="../ink/ink1184.xml"/><Relationship Id="rId494" Type="http://schemas.openxmlformats.org/officeDocument/2006/relationships/customXml" Target="../ink/ink1205.xml"/><Relationship Id="rId508" Type="http://schemas.openxmlformats.org/officeDocument/2006/relationships/customXml" Target="../ink/ink1212.xml"/><Relationship Id="rId105" Type="http://schemas.openxmlformats.org/officeDocument/2006/relationships/image" Target="../media/image697.png"/><Relationship Id="rId147" Type="http://schemas.openxmlformats.org/officeDocument/2006/relationships/image" Target="../media/image718.png"/><Relationship Id="rId312" Type="http://schemas.openxmlformats.org/officeDocument/2006/relationships/customXml" Target="../ink/ink1114.xml"/><Relationship Id="rId354" Type="http://schemas.openxmlformats.org/officeDocument/2006/relationships/customXml" Target="../ink/ink1135.xml"/><Relationship Id="rId51" Type="http://schemas.openxmlformats.org/officeDocument/2006/relationships/image" Target="../media/image670.png"/><Relationship Id="rId93" Type="http://schemas.openxmlformats.org/officeDocument/2006/relationships/image" Target="../media/image691.png"/><Relationship Id="rId189" Type="http://schemas.openxmlformats.org/officeDocument/2006/relationships/image" Target="../media/image739.png"/><Relationship Id="rId396" Type="http://schemas.openxmlformats.org/officeDocument/2006/relationships/customXml" Target="../ink/ink1156.xml"/><Relationship Id="rId561" Type="http://schemas.openxmlformats.org/officeDocument/2006/relationships/image" Target="../media/image1033.png"/><Relationship Id="rId214" Type="http://schemas.openxmlformats.org/officeDocument/2006/relationships/customXml" Target="../ink/ink1065.xml"/><Relationship Id="rId256" Type="http://schemas.openxmlformats.org/officeDocument/2006/relationships/customXml" Target="../ink/ink1086.xml"/><Relationship Id="rId298" Type="http://schemas.openxmlformats.org/officeDocument/2006/relationships/customXml" Target="../ink/ink1107.xml"/><Relationship Id="rId421" Type="http://schemas.openxmlformats.org/officeDocument/2006/relationships/image" Target="../media/image963.png"/><Relationship Id="rId463" Type="http://schemas.openxmlformats.org/officeDocument/2006/relationships/image" Target="../media/image984.png"/><Relationship Id="rId519" Type="http://schemas.openxmlformats.org/officeDocument/2006/relationships/image" Target="../media/image1012.png"/><Relationship Id="rId116" Type="http://schemas.openxmlformats.org/officeDocument/2006/relationships/customXml" Target="../ink/ink1016.xml"/><Relationship Id="rId158" Type="http://schemas.openxmlformats.org/officeDocument/2006/relationships/customXml" Target="../ink/ink1037.xml"/><Relationship Id="rId323" Type="http://schemas.openxmlformats.org/officeDocument/2006/relationships/image" Target="../media/image914.png"/><Relationship Id="rId530" Type="http://schemas.openxmlformats.org/officeDocument/2006/relationships/customXml" Target="../ink/ink1223.xml"/><Relationship Id="rId20" Type="http://schemas.openxmlformats.org/officeDocument/2006/relationships/customXml" Target="../ink/ink968.xml"/><Relationship Id="rId62" Type="http://schemas.openxmlformats.org/officeDocument/2006/relationships/customXml" Target="../ink/ink989.xml"/><Relationship Id="rId365" Type="http://schemas.openxmlformats.org/officeDocument/2006/relationships/image" Target="../media/image935.png"/><Relationship Id="rId572" Type="http://schemas.openxmlformats.org/officeDocument/2006/relationships/customXml" Target="../ink/ink1244.xml"/><Relationship Id="rId225" Type="http://schemas.openxmlformats.org/officeDocument/2006/relationships/image" Target="../media/image757.png"/><Relationship Id="rId267" Type="http://schemas.openxmlformats.org/officeDocument/2006/relationships/image" Target="../media/image778.png"/><Relationship Id="rId432" Type="http://schemas.openxmlformats.org/officeDocument/2006/relationships/customXml" Target="../ink/ink1174.xml"/><Relationship Id="rId474" Type="http://schemas.openxmlformats.org/officeDocument/2006/relationships/customXml" Target="../ink/ink1195.xml"/><Relationship Id="rId127" Type="http://schemas.openxmlformats.org/officeDocument/2006/relationships/image" Target="../media/image708.png"/><Relationship Id="rId31" Type="http://schemas.openxmlformats.org/officeDocument/2006/relationships/image" Target="../media/image660.png"/><Relationship Id="rId73" Type="http://schemas.openxmlformats.org/officeDocument/2006/relationships/image" Target="../media/image681.png"/><Relationship Id="rId169" Type="http://schemas.openxmlformats.org/officeDocument/2006/relationships/image" Target="../media/image729.png"/><Relationship Id="rId334" Type="http://schemas.openxmlformats.org/officeDocument/2006/relationships/customXml" Target="../ink/ink1125.xml"/><Relationship Id="rId376" Type="http://schemas.openxmlformats.org/officeDocument/2006/relationships/customXml" Target="../ink/ink1146.xml"/><Relationship Id="rId541" Type="http://schemas.openxmlformats.org/officeDocument/2006/relationships/image" Target="../media/image1023.png"/><Relationship Id="rId583" Type="http://schemas.openxmlformats.org/officeDocument/2006/relationships/image" Target="../media/image1044.png"/><Relationship Id="rId4" Type="http://schemas.openxmlformats.org/officeDocument/2006/relationships/customXml" Target="../ink/ink960.xml"/><Relationship Id="rId180" Type="http://schemas.openxmlformats.org/officeDocument/2006/relationships/customXml" Target="../ink/ink1048.xml"/><Relationship Id="rId236" Type="http://schemas.openxmlformats.org/officeDocument/2006/relationships/customXml" Target="../ink/ink1076.xml"/><Relationship Id="rId278" Type="http://schemas.openxmlformats.org/officeDocument/2006/relationships/customXml" Target="../ink/ink1097.xml"/><Relationship Id="rId401" Type="http://schemas.openxmlformats.org/officeDocument/2006/relationships/image" Target="../media/image953.png"/><Relationship Id="rId443" Type="http://schemas.openxmlformats.org/officeDocument/2006/relationships/image" Target="../media/image974.png"/><Relationship Id="rId303" Type="http://schemas.openxmlformats.org/officeDocument/2006/relationships/image" Target="../media/image904.png"/><Relationship Id="rId485" Type="http://schemas.openxmlformats.org/officeDocument/2006/relationships/image" Target="../media/image995.png"/><Relationship Id="rId42" Type="http://schemas.openxmlformats.org/officeDocument/2006/relationships/customXml" Target="../ink/ink979.xml"/><Relationship Id="rId84" Type="http://schemas.openxmlformats.org/officeDocument/2006/relationships/customXml" Target="../ink/ink1000.xml"/><Relationship Id="rId138" Type="http://schemas.openxmlformats.org/officeDocument/2006/relationships/customXml" Target="../ink/ink1027.xml"/><Relationship Id="rId345" Type="http://schemas.openxmlformats.org/officeDocument/2006/relationships/image" Target="../media/image925.png"/><Relationship Id="rId387" Type="http://schemas.openxmlformats.org/officeDocument/2006/relationships/image" Target="../media/image946.png"/><Relationship Id="rId510" Type="http://schemas.openxmlformats.org/officeDocument/2006/relationships/customXml" Target="../ink/ink1213.xml"/><Relationship Id="rId552" Type="http://schemas.openxmlformats.org/officeDocument/2006/relationships/customXml" Target="../ink/ink1234.xml"/><Relationship Id="rId594" Type="http://schemas.openxmlformats.org/officeDocument/2006/relationships/customXml" Target="../ink/ink1255.xml"/><Relationship Id="rId191" Type="http://schemas.openxmlformats.org/officeDocument/2006/relationships/image" Target="../media/image740.png"/><Relationship Id="rId205" Type="http://schemas.openxmlformats.org/officeDocument/2006/relationships/image" Target="../media/image747.png"/><Relationship Id="rId247" Type="http://schemas.openxmlformats.org/officeDocument/2006/relationships/image" Target="../media/image768.png"/><Relationship Id="rId412" Type="http://schemas.openxmlformats.org/officeDocument/2006/relationships/customXml" Target="../ink/ink1164.xml"/><Relationship Id="rId107" Type="http://schemas.openxmlformats.org/officeDocument/2006/relationships/image" Target="../media/image698.png"/><Relationship Id="rId289" Type="http://schemas.openxmlformats.org/officeDocument/2006/relationships/image" Target="../media/image897.png"/><Relationship Id="rId454" Type="http://schemas.openxmlformats.org/officeDocument/2006/relationships/customXml" Target="../ink/ink1185.xml"/><Relationship Id="rId496" Type="http://schemas.openxmlformats.org/officeDocument/2006/relationships/customXml" Target="../ink/ink1206.xml"/><Relationship Id="rId11" Type="http://schemas.openxmlformats.org/officeDocument/2006/relationships/image" Target="../media/image650.png"/><Relationship Id="rId53" Type="http://schemas.openxmlformats.org/officeDocument/2006/relationships/image" Target="../media/image671.png"/><Relationship Id="rId149" Type="http://schemas.openxmlformats.org/officeDocument/2006/relationships/image" Target="../media/image719.png"/><Relationship Id="rId314" Type="http://schemas.openxmlformats.org/officeDocument/2006/relationships/customXml" Target="../ink/ink1115.xml"/><Relationship Id="rId356" Type="http://schemas.openxmlformats.org/officeDocument/2006/relationships/customXml" Target="../ink/ink1136.xml"/><Relationship Id="rId398" Type="http://schemas.openxmlformats.org/officeDocument/2006/relationships/customXml" Target="../ink/ink1157.xml"/><Relationship Id="rId521" Type="http://schemas.openxmlformats.org/officeDocument/2006/relationships/image" Target="../media/image1013.png"/><Relationship Id="rId563" Type="http://schemas.openxmlformats.org/officeDocument/2006/relationships/image" Target="../media/image1034.png"/><Relationship Id="rId95" Type="http://schemas.openxmlformats.org/officeDocument/2006/relationships/image" Target="../media/image692.png"/><Relationship Id="rId160" Type="http://schemas.openxmlformats.org/officeDocument/2006/relationships/customXml" Target="../ink/ink1038.xml"/><Relationship Id="rId216" Type="http://schemas.openxmlformats.org/officeDocument/2006/relationships/customXml" Target="../ink/ink1066.xml"/><Relationship Id="rId423" Type="http://schemas.openxmlformats.org/officeDocument/2006/relationships/image" Target="../media/image964.png"/><Relationship Id="rId258" Type="http://schemas.openxmlformats.org/officeDocument/2006/relationships/customXml" Target="../ink/ink1087.xml"/><Relationship Id="rId465" Type="http://schemas.openxmlformats.org/officeDocument/2006/relationships/image" Target="../media/image985.png"/><Relationship Id="rId22" Type="http://schemas.openxmlformats.org/officeDocument/2006/relationships/customXml" Target="../ink/ink969.xml"/><Relationship Id="rId64" Type="http://schemas.openxmlformats.org/officeDocument/2006/relationships/customXml" Target="../ink/ink990.xml"/><Relationship Id="rId118" Type="http://schemas.openxmlformats.org/officeDocument/2006/relationships/customXml" Target="../ink/ink1017.xml"/><Relationship Id="rId325" Type="http://schemas.openxmlformats.org/officeDocument/2006/relationships/image" Target="../media/image915.png"/><Relationship Id="rId367" Type="http://schemas.openxmlformats.org/officeDocument/2006/relationships/image" Target="../media/image936.png"/><Relationship Id="rId532" Type="http://schemas.openxmlformats.org/officeDocument/2006/relationships/customXml" Target="../ink/ink1224.xml"/><Relationship Id="rId574" Type="http://schemas.openxmlformats.org/officeDocument/2006/relationships/customXml" Target="../ink/ink1245.xml"/><Relationship Id="rId171" Type="http://schemas.openxmlformats.org/officeDocument/2006/relationships/image" Target="../media/image730.png"/><Relationship Id="rId227" Type="http://schemas.openxmlformats.org/officeDocument/2006/relationships/image" Target="../media/image758.png"/><Relationship Id="rId269" Type="http://schemas.openxmlformats.org/officeDocument/2006/relationships/image" Target="../media/image779.png"/><Relationship Id="rId434" Type="http://schemas.openxmlformats.org/officeDocument/2006/relationships/customXml" Target="../ink/ink1175.xml"/><Relationship Id="rId476" Type="http://schemas.openxmlformats.org/officeDocument/2006/relationships/customXml" Target="../ink/ink1196.xml"/><Relationship Id="rId33" Type="http://schemas.openxmlformats.org/officeDocument/2006/relationships/image" Target="../media/image661.png"/><Relationship Id="rId129" Type="http://schemas.openxmlformats.org/officeDocument/2006/relationships/image" Target="../media/image709.png"/><Relationship Id="rId280" Type="http://schemas.openxmlformats.org/officeDocument/2006/relationships/customXml" Target="../ink/ink1098.xml"/><Relationship Id="rId336" Type="http://schemas.openxmlformats.org/officeDocument/2006/relationships/customXml" Target="../ink/ink1126.xml"/><Relationship Id="rId501" Type="http://schemas.openxmlformats.org/officeDocument/2006/relationships/image" Target="../media/image1003.png"/><Relationship Id="rId543" Type="http://schemas.openxmlformats.org/officeDocument/2006/relationships/image" Target="../media/image1024.png"/><Relationship Id="rId75" Type="http://schemas.openxmlformats.org/officeDocument/2006/relationships/image" Target="../media/image682.png"/><Relationship Id="rId140" Type="http://schemas.openxmlformats.org/officeDocument/2006/relationships/customXml" Target="../ink/ink1028.xml"/><Relationship Id="rId182" Type="http://schemas.openxmlformats.org/officeDocument/2006/relationships/customXml" Target="../ink/ink1049.xml"/><Relationship Id="rId378" Type="http://schemas.openxmlformats.org/officeDocument/2006/relationships/customXml" Target="../ink/ink1147.xml"/><Relationship Id="rId403" Type="http://schemas.openxmlformats.org/officeDocument/2006/relationships/image" Target="../media/image954.png"/><Relationship Id="rId585" Type="http://schemas.openxmlformats.org/officeDocument/2006/relationships/image" Target="../media/image1045.png"/><Relationship Id="rId6" Type="http://schemas.openxmlformats.org/officeDocument/2006/relationships/customXml" Target="../ink/ink961.xml"/><Relationship Id="rId238" Type="http://schemas.openxmlformats.org/officeDocument/2006/relationships/customXml" Target="../ink/ink1077.xml"/><Relationship Id="rId445" Type="http://schemas.openxmlformats.org/officeDocument/2006/relationships/image" Target="../media/image975.png"/><Relationship Id="rId487" Type="http://schemas.openxmlformats.org/officeDocument/2006/relationships/image" Target="../media/image996.png"/><Relationship Id="rId291" Type="http://schemas.openxmlformats.org/officeDocument/2006/relationships/image" Target="../media/image898.png"/><Relationship Id="rId305" Type="http://schemas.openxmlformats.org/officeDocument/2006/relationships/image" Target="../media/image905.png"/><Relationship Id="rId347" Type="http://schemas.openxmlformats.org/officeDocument/2006/relationships/image" Target="../media/image926.png"/><Relationship Id="rId512" Type="http://schemas.openxmlformats.org/officeDocument/2006/relationships/customXml" Target="../ink/ink1214.xml"/><Relationship Id="rId44" Type="http://schemas.openxmlformats.org/officeDocument/2006/relationships/customXml" Target="../ink/ink980.xml"/><Relationship Id="rId86" Type="http://schemas.openxmlformats.org/officeDocument/2006/relationships/customXml" Target="../ink/ink1001.xml"/><Relationship Id="rId151" Type="http://schemas.openxmlformats.org/officeDocument/2006/relationships/image" Target="../media/image720.png"/><Relationship Id="rId389" Type="http://schemas.openxmlformats.org/officeDocument/2006/relationships/image" Target="../media/image947.png"/><Relationship Id="rId554" Type="http://schemas.openxmlformats.org/officeDocument/2006/relationships/customXml" Target="../ink/ink1235.xml"/><Relationship Id="rId596" Type="http://schemas.openxmlformats.org/officeDocument/2006/relationships/customXml" Target="../ink/ink1256.xml"/><Relationship Id="rId193" Type="http://schemas.openxmlformats.org/officeDocument/2006/relationships/image" Target="../media/image741.png"/><Relationship Id="rId207" Type="http://schemas.openxmlformats.org/officeDocument/2006/relationships/image" Target="../media/image748.png"/><Relationship Id="rId249" Type="http://schemas.openxmlformats.org/officeDocument/2006/relationships/image" Target="../media/image769.png"/><Relationship Id="rId414" Type="http://schemas.openxmlformats.org/officeDocument/2006/relationships/customXml" Target="../ink/ink1165.xml"/><Relationship Id="rId456" Type="http://schemas.openxmlformats.org/officeDocument/2006/relationships/customXml" Target="../ink/ink1186.xml"/><Relationship Id="rId498" Type="http://schemas.openxmlformats.org/officeDocument/2006/relationships/customXml" Target="../ink/ink1207.xml"/><Relationship Id="rId13" Type="http://schemas.openxmlformats.org/officeDocument/2006/relationships/image" Target="../media/image651.png"/><Relationship Id="rId109" Type="http://schemas.openxmlformats.org/officeDocument/2006/relationships/image" Target="../media/image699.png"/><Relationship Id="rId260" Type="http://schemas.openxmlformats.org/officeDocument/2006/relationships/customXml" Target="../ink/ink1088.xml"/><Relationship Id="rId316" Type="http://schemas.openxmlformats.org/officeDocument/2006/relationships/customXml" Target="../ink/ink1116.xml"/><Relationship Id="rId523" Type="http://schemas.openxmlformats.org/officeDocument/2006/relationships/image" Target="../media/image1014.png"/><Relationship Id="rId55" Type="http://schemas.openxmlformats.org/officeDocument/2006/relationships/image" Target="../media/image672.png"/><Relationship Id="rId97" Type="http://schemas.openxmlformats.org/officeDocument/2006/relationships/image" Target="../media/image693.png"/><Relationship Id="rId120" Type="http://schemas.openxmlformats.org/officeDocument/2006/relationships/customXml" Target="../ink/ink1018.xml"/><Relationship Id="rId358" Type="http://schemas.openxmlformats.org/officeDocument/2006/relationships/customXml" Target="../ink/ink1137.xml"/><Relationship Id="rId565" Type="http://schemas.openxmlformats.org/officeDocument/2006/relationships/image" Target="../media/image1035.png"/><Relationship Id="rId162" Type="http://schemas.openxmlformats.org/officeDocument/2006/relationships/customXml" Target="../ink/ink1039.xml"/><Relationship Id="rId218" Type="http://schemas.openxmlformats.org/officeDocument/2006/relationships/customXml" Target="../ink/ink1067.xml"/><Relationship Id="rId425" Type="http://schemas.openxmlformats.org/officeDocument/2006/relationships/image" Target="../media/image965.png"/><Relationship Id="rId467" Type="http://schemas.openxmlformats.org/officeDocument/2006/relationships/image" Target="../media/image986.png"/><Relationship Id="rId271" Type="http://schemas.openxmlformats.org/officeDocument/2006/relationships/image" Target="../media/image780.png"/><Relationship Id="rId24" Type="http://schemas.openxmlformats.org/officeDocument/2006/relationships/customXml" Target="../ink/ink970.xml"/><Relationship Id="rId66" Type="http://schemas.openxmlformats.org/officeDocument/2006/relationships/customXml" Target="../ink/ink991.xml"/><Relationship Id="rId131" Type="http://schemas.openxmlformats.org/officeDocument/2006/relationships/image" Target="../media/image710.png"/><Relationship Id="rId327" Type="http://schemas.openxmlformats.org/officeDocument/2006/relationships/image" Target="../media/image916.png"/><Relationship Id="rId369" Type="http://schemas.openxmlformats.org/officeDocument/2006/relationships/image" Target="../media/image937.png"/><Relationship Id="rId534" Type="http://schemas.openxmlformats.org/officeDocument/2006/relationships/customXml" Target="../ink/ink1225.xml"/><Relationship Id="rId576" Type="http://schemas.openxmlformats.org/officeDocument/2006/relationships/customXml" Target="../ink/ink1246.xml"/><Relationship Id="rId173" Type="http://schemas.openxmlformats.org/officeDocument/2006/relationships/image" Target="../media/image731.png"/><Relationship Id="rId229" Type="http://schemas.openxmlformats.org/officeDocument/2006/relationships/image" Target="../media/image759.png"/><Relationship Id="rId380" Type="http://schemas.openxmlformats.org/officeDocument/2006/relationships/customXml" Target="../ink/ink1148.xml"/><Relationship Id="rId436" Type="http://schemas.openxmlformats.org/officeDocument/2006/relationships/customXml" Target="../ink/ink1176.xml"/><Relationship Id="rId240" Type="http://schemas.openxmlformats.org/officeDocument/2006/relationships/customXml" Target="../ink/ink1078.xml"/><Relationship Id="rId478" Type="http://schemas.openxmlformats.org/officeDocument/2006/relationships/customXml" Target="../ink/ink1197.xml"/><Relationship Id="rId35" Type="http://schemas.openxmlformats.org/officeDocument/2006/relationships/image" Target="../media/image662.png"/><Relationship Id="rId77" Type="http://schemas.openxmlformats.org/officeDocument/2006/relationships/image" Target="../media/image683.png"/><Relationship Id="rId100" Type="http://schemas.openxmlformats.org/officeDocument/2006/relationships/customXml" Target="../ink/ink1008.xml"/><Relationship Id="rId282" Type="http://schemas.openxmlformats.org/officeDocument/2006/relationships/customXml" Target="../ink/ink1099.xml"/><Relationship Id="rId338" Type="http://schemas.openxmlformats.org/officeDocument/2006/relationships/customXml" Target="../ink/ink1127.xml"/><Relationship Id="rId503" Type="http://schemas.openxmlformats.org/officeDocument/2006/relationships/image" Target="../media/image1004.png"/><Relationship Id="rId545" Type="http://schemas.openxmlformats.org/officeDocument/2006/relationships/image" Target="../media/image1025.png"/><Relationship Id="rId587" Type="http://schemas.openxmlformats.org/officeDocument/2006/relationships/image" Target="../media/image1046.png"/><Relationship Id="rId8" Type="http://schemas.openxmlformats.org/officeDocument/2006/relationships/customXml" Target="../ink/ink962.xml"/><Relationship Id="rId142" Type="http://schemas.openxmlformats.org/officeDocument/2006/relationships/customXml" Target="../ink/ink1029.xml"/><Relationship Id="rId184" Type="http://schemas.openxmlformats.org/officeDocument/2006/relationships/customXml" Target="../ink/ink1050.xml"/><Relationship Id="rId391" Type="http://schemas.openxmlformats.org/officeDocument/2006/relationships/image" Target="../media/image948.png"/><Relationship Id="rId405" Type="http://schemas.openxmlformats.org/officeDocument/2006/relationships/image" Target="../media/image955.png"/><Relationship Id="rId447" Type="http://schemas.openxmlformats.org/officeDocument/2006/relationships/image" Target="../media/image976.png"/><Relationship Id="rId251" Type="http://schemas.openxmlformats.org/officeDocument/2006/relationships/image" Target="../media/image770.png"/><Relationship Id="rId489" Type="http://schemas.openxmlformats.org/officeDocument/2006/relationships/image" Target="../media/image997.png"/><Relationship Id="rId46" Type="http://schemas.openxmlformats.org/officeDocument/2006/relationships/customXml" Target="../ink/ink981.xml"/><Relationship Id="rId293" Type="http://schemas.openxmlformats.org/officeDocument/2006/relationships/image" Target="../media/image899.png"/><Relationship Id="rId307" Type="http://schemas.openxmlformats.org/officeDocument/2006/relationships/image" Target="../media/image906.png"/><Relationship Id="rId349" Type="http://schemas.openxmlformats.org/officeDocument/2006/relationships/image" Target="../media/image927.png"/><Relationship Id="rId514" Type="http://schemas.openxmlformats.org/officeDocument/2006/relationships/customXml" Target="../ink/ink1215.xml"/><Relationship Id="rId556" Type="http://schemas.openxmlformats.org/officeDocument/2006/relationships/customXml" Target="../ink/ink1236.xml"/><Relationship Id="rId88" Type="http://schemas.openxmlformats.org/officeDocument/2006/relationships/customXml" Target="../ink/ink1002.xml"/><Relationship Id="rId111" Type="http://schemas.openxmlformats.org/officeDocument/2006/relationships/image" Target="../media/image700.png"/><Relationship Id="rId153" Type="http://schemas.openxmlformats.org/officeDocument/2006/relationships/image" Target="../media/image721.png"/><Relationship Id="rId195" Type="http://schemas.openxmlformats.org/officeDocument/2006/relationships/image" Target="../media/image742.png"/><Relationship Id="rId209" Type="http://schemas.openxmlformats.org/officeDocument/2006/relationships/image" Target="../media/image749.png"/><Relationship Id="rId360" Type="http://schemas.openxmlformats.org/officeDocument/2006/relationships/customXml" Target="../ink/ink1138.xml"/><Relationship Id="rId416" Type="http://schemas.openxmlformats.org/officeDocument/2006/relationships/customXml" Target="../ink/ink1166.xml"/><Relationship Id="rId220" Type="http://schemas.openxmlformats.org/officeDocument/2006/relationships/customXml" Target="../ink/ink1068.xml"/><Relationship Id="rId458" Type="http://schemas.openxmlformats.org/officeDocument/2006/relationships/customXml" Target="../ink/ink1187.xml"/><Relationship Id="rId15" Type="http://schemas.openxmlformats.org/officeDocument/2006/relationships/image" Target="../media/image652.png"/><Relationship Id="rId57" Type="http://schemas.openxmlformats.org/officeDocument/2006/relationships/image" Target="../media/image673.png"/><Relationship Id="rId262" Type="http://schemas.openxmlformats.org/officeDocument/2006/relationships/customXml" Target="../ink/ink1089.xml"/><Relationship Id="rId318" Type="http://schemas.openxmlformats.org/officeDocument/2006/relationships/customXml" Target="../ink/ink1117.xml"/><Relationship Id="rId525" Type="http://schemas.openxmlformats.org/officeDocument/2006/relationships/image" Target="../media/image1015.png"/><Relationship Id="rId567" Type="http://schemas.openxmlformats.org/officeDocument/2006/relationships/image" Target="../media/image1036.png"/><Relationship Id="rId99" Type="http://schemas.openxmlformats.org/officeDocument/2006/relationships/image" Target="../media/image694.png"/><Relationship Id="rId122" Type="http://schemas.openxmlformats.org/officeDocument/2006/relationships/customXml" Target="../ink/ink1019.xml"/><Relationship Id="rId164" Type="http://schemas.openxmlformats.org/officeDocument/2006/relationships/customXml" Target="../ink/ink1040.xml"/><Relationship Id="rId371" Type="http://schemas.openxmlformats.org/officeDocument/2006/relationships/image" Target="../media/image938.png"/><Relationship Id="rId427" Type="http://schemas.openxmlformats.org/officeDocument/2006/relationships/image" Target="../media/image966.png"/><Relationship Id="rId469" Type="http://schemas.openxmlformats.org/officeDocument/2006/relationships/image" Target="../media/image987.png"/><Relationship Id="rId26" Type="http://schemas.openxmlformats.org/officeDocument/2006/relationships/customXml" Target="../ink/ink971.xml"/><Relationship Id="rId231" Type="http://schemas.openxmlformats.org/officeDocument/2006/relationships/image" Target="../media/image760.png"/><Relationship Id="rId273" Type="http://schemas.openxmlformats.org/officeDocument/2006/relationships/image" Target="../media/image889.png"/><Relationship Id="rId329" Type="http://schemas.openxmlformats.org/officeDocument/2006/relationships/image" Target="../media/image917.png"/><Relationship Id="rId480" Type="http://schemas.openxmlformats.org/officeDocument/2006/relationships/customXml" Target="../ink/ink1198.xml"/><Relationship Id="rId536" Type="http://schemas.openxmlformats.org/officeDocument/2006/relationships/customXml" Target="../ink/ink1226.xml"/><Relationship Id="rId68" Type="http://schemas.openxmlformats.org/officeDocument/2006/relationships/customXml" Target="../ink/ink992.xml"/><Relationship Id="rId133" Type="http://schemas.openxmlformats.org/officeDocument/2006/relationships/image" Target="../media/image711.png"/><Relationship Id="rId175" Type="http://schemas.openxmlformats.org/officeDocument/2006/relationships/image" Target="../media/image732.png"/><Relationship Id="rId340" Type="http://schemas.openxmlformats.org/officeDocument/2006/relationships/customXml" Target="../ink/ink1128.xml"/><Relationship Id="rId578" Type="http://schemas.openxmlformats.org/officeDocument/2006/relationships/customXml" Target="../ink/ink1247.xml"/><Relationship Id="rId200" Type="http://schemas.openxmlformats.org/officeDocument/2006/relationships/customXml" Target="../ink/ink1058.xml"/><Relationship Id="rId382" Type="http://schemas.openxmlformats.org/officeDocument/2006/relationships/customXml" Target="../ink/ink1149.xml"/><Relationship Id="rId438" Type="http://schemas.openxmlformats.org/officeDocument/2006/relationships/customXml" Target="../ink/ink1177.xml"/><Relationship Id="rId242" Type="http://schemas.openxmlformats.org/officeDocument/2006/relationships/customXml" Target="../ink/ink1079.xml"/><Relationship Id="rId284" Type="http://schemas.openxmlformats.org/officeDocument/2006/relationships/customXml" Target="../ink/ink1100.xml"/><Relationship Id="rId491" Type="http://schemas.openxmlformats.org/officeDocument/2006/relationships/image" Target="../media/image998.png"/><Relationship Id="rId505" Type="http://schemas.openxmlformats.org/officeDocument/2006/relationships/image" Target="../media/image1005.png"/><Relationship Id="rId37" Type="http://schemas.openxmlformats.org/officeDocument/2006/relationships/image" Target="../media/image663.png"/><Relationship Id="rId79" Type="http://schemas.openxmlformats.org/officeDocument/2006/relationships/image" Target="../media/image684.png"/><Relationship Id="rId102" Type="http://schemas.openxmlformats.org/officeDocument/2006/relationships/customXml" Target="../ink/ink1009.xml"/><Relationship Id="rId144" Type="http://schemas.openxmlformats.org/officeDocument/2006/relationships/customXml" Target="../ink/ink1030.xml"/><Relationship Id="rId547" Type="http://schemas.openxmlformats.org/officeDocument/2006/relationships/image" Target="../media/image1026.png"/><Relationship Id="rId589" Type="http://schemas.openxmlformats.org/officeDocument/2006/relationships/image" Target="../media/image1047.png"/><Relationship Id="rId90" Type="http://schemas.openxmlformats.org/officeDocument/2006/relationships/customXml" Target="../ink/ink1003.xml"/><Relationship Id="rId186" Type="http://schemas.openxmlformats.org/officeDocument/2006/relationships/customXml" Target="../ink/ink1051.xml"/><Relationship Id="rId351" Type="http://schemas.openxmlformats.org/officeDocument/2006/relationships/image" Target="../media/image928.png"/><Relationship Id="rId393" Type="http://schemas.openxmlformats.org/officeDocument/2006/relationships/image" Target="../media/image949.png"/><Relationship Id="rId407" Type="http://schemas.openxmlformats.org/officeDocument/2006/relationships/image" Target="../media/image956.png"/><Relationship Id="rId449" Type="http://schemas.openxmlformats.org/officeDocument/2006/relationships/image" Target="../media/image977.png"/><Relationship Id="rId211" Type="http://schemas.openxmlformats.org/officeDocument/2006/relationships/image" Target="../media/image750.png"/><Relationship Id="rId253" Type="http://schemas.openxmlformats.org/officeDocument/2006/relationships/image" Target="../media/image771.png"/><Relationship Id="rId295" Type="http://schemas.openxmlformats.org/officeDocument/2006/relationships/image" Target="../media/image900.png"/><Relationship Id="rId309" Type="http://schemas.openxmlformats.org/officeDocument/2006/relationships/image" Target="../media/image907.png"/><Relationship Id="rId460" Type="http://schemas.openxmlformats.org/officeDocument/2006/relationships/customXml" Target="../ink/ink1188.xml"/><Relationship Id="rId516" Type="http://schemas.openxmlformats.org/officeDocument/2006/relationships/customXml" Target="../ink/ink1216.xml"/><Relationship Id="rId48" Type="http://schemas.openxmlformats.org/officeDocument/2006/relationships/customXml" Target="../ink/ink982.xml"/><Relationship Id="rId113" Type="http://schemas.openxmlformats.org/officeDocument/2006/relationships/image" Target="../media/image701.png"/><Relationship Id="rId320" Type="http://schemas.openxmlformats.org/officeDocument/2006/relationships/customXml" Target="../ink/ink1118.xml"/><Relationship Id="rId558" Type="http://schemas.openxmlformats.org/officeDocument/2006/relationships/customXml" Target="../ink/ink1237.xml"/><Relationship Id="rId155" Type="http://schemas.openxmlformats.org/officeDocument/2006/relationships/image" Target="../media/image722.png"/><Relationship Id="rId197" Type="http://schemas.openxmlformats.org/officeDocument/2006/relationships/image" Target="../media/image743.png"/><Relationship Id="rId362" Type="http://schemas.openxmlformats.org/officeDocument/2006/relationships/customXml" Target="../ink/ink1139.xml"/><Relationship Id="rId418" Type="http://schemas.openxmlformats.org/officeDocument/2006/relationships/customXml" Target="../ink/ink1167.xml"/><Relationship Id="rId222" Type="http://schemas.openxmlformats.org/officeDocument/2006/relationships/customXml" Target="../ink/ink1069.xml"/><Relationship Id="rId264" Type="http://schemas.openxmlformats.org/officeDocument/2006/relationships/customXml" Target="../ink/ink1090.xml"/><Relationship Id="rId471" Type="http://schemas.openxmlformats.org/officeDocument/2006/relationships/image" Target="../media/image988.png"/><Relationship Id="rId17" Type="http://schemas.openxmlformats.org/officeDocument/2006/relationships/image" Target="../media/image653.png"/><Relationship Id="rId59" Type="http://schemas.openxmlformats.org/officeDocument/2006/relationships/image" Target="../media/image674.png"/><Relationship Id="rId124" Type="http://schemas.openxmlformats.org/officeDocument/2006/relationships/customXml" Target="../ink/ink1020.xml"/><Relationship Id="rId527" Type="http://schemas.openxmlformats.org/officeDocument/2006/relationships/image" Target="../media/image1016.png"/><Relationship Id="rId569" Type="http://schemas.openxmlformats.org/officeDocument/2006/relationships/image" Target="../media/image1037.png"/><Relationship Id="rId70" Type="http://schemas.openxmlformats.org/officeDocument/2006/relationships/customXml" Target="../ink/ink993.xml"/><Relationship Id="rId166" Type="http://schemas.openxmlformats.org/officeDocument/2006/relationships/customXml" Target="../ink/ink1041.xml"/><Relationship Id="rId331" Type="http://schemas.openxmlformats.org/officeDocument/2006/relationships/image" Target="../media/image918.png"/><Relationship Id="rId373" Type="http://schemas.openxmlformats.org/officeDocument/2006/relationships/image" Target="../media/image939.png"/><Relationship Id="rId429" Type="http://schemas.openxmlformats.org/officeDocument/2006/relationships/image" Target="../media/image967.png"/><Relationship Id="rId580" Type="http://schemas.openxmlformats.org/officeDocument/2006/relationships/customXml" Target="../ink/ink1248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761.png"/><Relationship Id="rId440" Type="http://schemas.openxmlformats.org/officeDocument/2006/relationships/customXml" Target="../ink/ink1178.xml"/><Relationship Id="rId28" Type="http://schemas.openxmlformats.org/officeDocument/2006/relationships/customXml" Target="../ink/ink972.xml"/><Relationship Id="rId275" Type="http://schemas.openxmlformats.org/officeDocument/2006/relationships/image" Target="../media/image890.png"/><Relationship Id="rId300" Type="http://schemas.openxmlformats.org/officeDocument/2006/relationships/customXml" Target="../ink/ink1108.xml"/><Relationship Id="rId482" Type="http://schemas.openxmlformats.org/officeDocument/2006/relationships/customXml" Target="../ink/ink1199.xml"/><Relationship Id="rId538" Type="http://schemas.openxmlformats.org/officeDocument/2006/relationships/customXml" Target="../ink/ink1227.xml"/><Relationship Id="rId81" Type="http://schemas.openxmlformats.org/officeDocument/2006/relationships/image" Target="../media/image685.png"/><Relationship Id="rId135" Type="http://schemas.openxmlformats.org/officeDocument/2006/relationships/image" Target="../media/image712.png"/><Relationship Id="rId177" Type="http://schemas.openxmlformats.org/officeDocument/2006/relationships/image" Target="../media/image733.png"/><Relationship Id="rId342" Type="http://schemas.openxmlformats.org/officeDocument/2006/relationships/customXml" Target="../ink/ink1129.xml"/><Relationship Id="rId384" Type="http://schemas.openxmlformats.org/officeDocument/2006/relationships/customXml" Target="../ink/ink1150.xml"/><Relationship Id="rId591" Type="http://schemas.openxmlformats.org/officeDocument/2006/relationships/image" Target="../media/image1048.png"/><Relationship Id="rId202" Type="http://schemas.openxmlformats.org/officeDocument/2006/relationships/customXml" Target="../ink/ink1059.xml"/><Relationship Id="rId244" Type="http://schemas.openxmlformats.org/officeDocument/2006/relationships/customXml" Target="../ink/ink1080.xml"/><Relationship Id="rId39" Type="http://schemas.openxmlformats.org/officeDocument/2006/relationships/image" Target="../media/image664.png"/><Relationship Id="rId286" Type="http://schemas.openxmlformats.org/officeDocument/2006/relationships/customXml" Target="../ink/ink1101.xml"/><Relationship Id="rId451" Type="http://schemas.openxmlformats.org/officeDocument/2006/relationships/image" Target="../media/image978.png"/><Relationship Id="rId493" Type="http://schemas.openxmlformats.org/officeDocument/2006/relationships/image" Target="../media/image999.png"/><Relationship Id="rId507" Type="http://schemas.openxmlformats.org/officeDocument/2006/relationships/image" Target="../media/image1006.png"/><Relationship Id="rId549" Type="http://schemas.openxmlformats.org/officeDocument/2006/relationships/image" Target="../media/image1027.png"/><Relationship Id="rId50" Type="http://schemas.openxmlformats.org/officeDocument/2006/relationships/customXml" Target="../ink/ink983.xml"/><Relationship Id="rId104" Type="http://schemas.openxmlformats.org/officeDocument/2006/relationships/customXml" Target="../ink/ink1010.xml"/><Relationship Id="rId146" Type="http://schemas.openxmlformats.org/officeDocument/2006/relationships/customXml" Target="../ink/ink1031.xml"/><Relationship Id="rId188" Type="http://schemas.openxmlformats.org/officeDocument/2006/relationships/customXml" Target="../ink/ink1052.xml"/><Relationship Id="rId311" Type="http://schemas.openxmlformats.org/officeDocument/2006/relationships/image" Target="../media/image908.png"/><Relationship Id="rId353" Type="http://schemas.openxmlformats.org/officeDocument/2006/relationships/image" Target="../media/image929.png"/><Relationship Id="rId395" Type="http://schemas.openxmlformats.org/officeDocument/2006/relationships/image" Target="../media/image950.png"/><Relationship Id="rId409" Type="http://schemas.openxmlformats.org/officeDocument/2006/relationships/image" Target="../media/image957.png"/><Relationship Id="rId560" Type="http://schemas.openxmlformats.org/officeDocument/2006/relationships/customXml" Target="../ink/ink1238.xml"/><Relationship Id="rId92" Type="http://schemas.openxmlformats.org/officeDocument/2006/relationships/customXml" Target="../ink/ink1004.xml"/><Relationship Id="rId213" Type="http://schemas.openxmlformats.org/officeDocument/2006/relationships/image" Target="../media/image751.png"/><Relationship Id="rId420" Type="http://schemas.openxmlformats.org/officeDocument/2006/relationships/customXml" Target="../ink/ink1168.xml"/><Relationship Id="rId255" Type="http://schemas.openxmlformats.org/officeDocument/2006/relationships/image" Target="../media/image772.png"/><Relationship Id="rId297" Type="http://schemas.openxmlformats.org/officeDocument/2006/relationships/image" Target="../media/image901.png"/><Relationship Id="rId462" Type="http://schemas.openxmlformats.org/officeDocument/2006/relationships/customXml" Target="../ink/ink1189.xml"/><Relationship Id="rId518" Type="http://schemas.openxmlformats.org/officeDocument/2006/relationships/customXml" Target="../ink/ink1217.xml"/><Relationship Id="rId115" Type="http://schemas.openxmlformats.org/officeDocument/2006/relationships/image" Target="../media/image702.png"/><Relationship Id="rId157" Type="http://schemas.openxmlformats.org/officeDocument/2006/relationships/image" Target="../media/image723.png"/><Relationship Id="rId322" Type="http://schemas.openxmlformats.org/officeDocument/2006/relationships/customXml" Target="../ink/ink1119.xml"/><Relationship Id="rId364" Type="http://schemas.openxmlformats.org/officeDocument/2006/relationships/customXml" Target="../ink/ink1140.xml"/><Relationship Id="rId61" Type="http://schemas.openxmlformats.org/officeDocument/2006/relationships/image" Target="../media/image675.png"/><Relationship Id="rId199" Type="http://schemas.openxmlformats.org/officeDocument/2006/relationships/image" Target="../media/image744.png"/><Relationship Id="rId571" Type="http://schemas.openxmlformats.org/officeDocument/2006/relationships/image" Target="../media/image1038.png"/><Relationship Id="rId19" Type="http://schemas.openxmlformats.org/officeDocument/2006/relationships/image" Target="../media/image654.png"/><Relationship Id="rId224" Type="http://schemas.openxmlformats.org/officeDocument/2006/relationships/customXml" Target="../ink/ink1070.xml"/><Relationship Id="rId266" Type="http://schemas.openxmlformats.org/officeDocument/2006/relationships/customXml" Target="../ink/ink1091.xml"/><Relationship Id="rId431" Type="http://schemas.openxmlformats.org/officeDocument/2006/relationships/image" Target="../media/image968.png"/><Relationship Id="rId473" Type="http://schemas.openxmlformats.org/officeDocument/2006/relationships/image" Target="../media/image989.png"/><Relationship Id="rId529" Type="http://schemas.openxmlformats.org/officeDocument/2006/relationships/image" Target="../media/image1017.png"/><Relationship Id="rId30" Type="http://schemas.openxmlformats.org/officeDocument/2006/relationships/customXml" Target="../ink/ink973.xml"/><Relationship Id="rId126" Type="http://schemas.openxmlformats.org/officeDocument/2006/relationships/customXml" Target="../ink/ink1021.xml"/><Relationship Id="rId168" Type="http://schemas.openxmlformats.org/officeDocument/2006/relationships/customXml" Target="../ink/ink1042.xml"/><Relationship Id="rId333" Type="http://schemas.openxmlformats.org/officeDocument/2006/relationships/image" Target="../media/image919.png"/><Relationship Id="rId540" Type="http://schemas.openxmlformats.org/officeDocument/2006/relationships/customXml" Target="../ink/ink1228.xml"/><Relationship Id="rId72" Type="http://schemas.openxmlformats.org/officeDocument/2006/relationships/customXml" Target="../ink/ink994.xml"/><Relationship Id="rId375" Type="http://schemas.openxmlformats.org/officeDocument/2006/relationships/image" Target="../media/image940.png"/><Relationship Id="rId582" Type="http://schemas.openxmlformats.org/officeDocument/2006/relationships/customXml" Target="../ink/ink1249.xml"/><Relationship Id="rId3" Type="http://schemas.openxmlformats.org/officeDocument/2006/relationships/image" Target="../media/image646.png"/><Relationship Id="rId235" Type="http://schemas.openxmlformats.org/officeDocument/2006/relationships/image" Target="../media/image762.png"/><Relationship Id="rId277" Type="http://schemas.openxmlformats.org/officeDocument/2006/relationships/image" Target="../media/image891.png"/><Relationship Id="rId400" Type="http://schemas.openxmlformats.org/officeDocument/2006/relationships/customXml" Target="../ink/ink1158.xml"/><Relationship Id="rId442" Type="http://schemas.openxmlformats.org/officeDocument/2006/relationships/customXml" Target="../ink/ink1179.xml"/><Relationship Id="rId484" Type="http://schemas.openxmlformats.org/officeDocument/2006/relationships/customXml" Target="../ink/ink1200.xml"/><Relationship Id="rId137" Type="http://schemas.openxmlformats.org/officeDocument/2006/relationships/image" Target="../media/image713.png"/><Relationship Id="rId302" Type="http://schemas.openxmlformats.org/officeDocument/2006/relationships/customXml" Target="../ink/ink1109.xml"/><Relationship Id="rId344" Type="http://schemas.openxmlformats.org/officeDocument/2006/relationships/customXml" Target="../ink/ink1130.xml"/><Relationship Id="rId41" Type="http://schemas.openxmlformats.org/officeDocument/2006/relationships/image" Target="../media/image665.png"/><Relationship Id="rId83" Type="http://schemas.openxmlformats.org/officeDocument/2006/relationships/image" Target="../media/image686.png"/><Relationship Id="rId179" Type="http://schemas.openxmlformats.org/officeDocument/2006/relationships/image" Target="../media/image734.png"/><Relationship Id="rId386" Type="http://schemas.openxmlformats.org/officeDocument/2006/relationships/customXml" Target="../ink/ink1151.xml"/><Relationship Id="rId551" Type="http://schemas.openxmlformats.org/officeDocument/2006/relationships/image" Target="../media/image1028.png"/><Relationship Id="rId593" Type="http://schemas.openxmlformats.org/officeDocument/2006/relationships/image" Target="../media/image1049.png"/><Relationship Id="rId190" Type="http://schemas.openxmlformats.org/officeDocument/2006/relationships/customXml" Target="../ink/ink1053.xml"/><Relationship Id="rId204" Type="http://schemas.openxmlformats.org/officeDocument/2006/relationships/customXml" Target="../ink/ink1060.xml"/><Relationship Id="rId246" Type="http://schemas.openxmlformats.org/officeDocument/2006/relationships/customXml" Target="../ink/ink1081.xml"/><Relationship Id="rId288" Type="http://schemas.openxmlformats.org/officeDocument/2006/relationships/customXml" Target="../ink/ink1102.xml"/><Relationship Id="rId411" Type="http://schemas.openxmlformats.org/officeDocument/2006/relationships/image" Target="../media/image958.png"/><Relationship Id="rId453" Type="http://schemas.openxmlformats.org/officeDocument/2006/relationships/image" Target="../media/image979.png"/><Relationship Id="rId509" Type="http://schemas.openxmlformats.org/officeDocument/2006/relationships/image" Target="../media/image1007.png"/><Relationship Id="rId106" Type="http://schemas.openxmlformats.org/officeDocument/2006/relationships/customXml" Target="../ink/ink1011.xml"/><Relationship Id="rId313" Type="http://schemas.openxmlformats.org/officeDocument/2006/relationships/image" Target="../media/image909.png"/><Relationship Id="rId495" Type="http://schemas.openxmlformats.org/officeDocument/2006/relationships/image" Target="../media/image1000.png"/><Relationship Id="rId10" Type="http://schemas.openxmlformats.org/officeDocument/2006/relationships/customXml" Target="../ink/ink963.xml"/><Relationship Id="rId52" Type="http://schemas.openxmlformats.org/officeDocument/2006/relationships/customXml" Target="../ink/ink984.xml"/><Relationship Id="rId94" Type="http://schemas.openxmlformats.org/officeDocument/2006/relationships/customXml" Target="../ink/ink1005.xml"/><Relationship Id="rId148" Type="http://schemas.openxmlformats.org/officeDocument/2006/relationships/customXml" Target="../ink/ink1032.xml"/><Relationship Id="rId355" Type="http://schemas.openxmlformats.org/officeDocument/2006/relationships/image" Target="../media/image930.png"/><Relationship Id="rId397" Type="http://schemas.openxmlformats.org/officeDocument/2006/relationships/image" Target="../media/image951.png"/><Relationship Id="rId520" Type="http://schemas.openxmlformats.org/officeDocument/2006/relationships/customXml" Target="../ink/ink1218.xml"/><Relationship Id="rId562" Type="http://schemas.openxmlformats.org/officeDocument/2006/relationships/customXml" Target="../ink/ink1239.xml"/><Relationship Id="rId215" Type="http://schemas.openxmlformats.org/officeDocument/2006/relationships/image" Target="../media/image752.png"/><Relationship Id="rId257" Type="http://schemas.openxmlformats.org/officeDocument/2006/relationships/image" Target="../media/image773.png"/><Relationship Id="rId422" Type="http://schemas.openxmlformats.org/officeDocument/2006/relationships/customXml" Target="../ink/ink1169.xml"/><Relationship Id="rId464" Type="http://schemas.openxmlformats.org/officeDocument/2006/relationships/customXml" Target="../ink/ink1190.xml"/><Relationship Id="rId299" Type="http://schemas.openxmlformats.org/officeDocument/2006/relationships/image" Target="../media/image902.png"/><Relationship Id="rId63" Type="http://schemas.openxmlformats.org/officeDocument/2006/relationships/image" Target="../media/image676.png"/><Relationship Id="rId159" Type="http://schemas.openxmlformats.org/officeDocument/2006/relationships/image" Target="../media/image724.png"/><Relationship Id="rId366" Type="http://schemas.openxmlformats.org/officeDocument/2006/relationships/customXml" Target="../ink/ink1141.xml"/><Relationship Id="rId573" Type="http://schemas.openxmlformats.org/officeDocument/2006/relationships/image" Target="../media/image1039.png"/><Relationship Id="rId226" Type="http://schemas.openxmlformats.org/officeDocument/2006/relationships/customXml" Target="../ink/ink1071.xml"/><Relationship Id="rId433" Type="http://schemas.openxmlformats.org/officeDocument/2006/relationships/image" Target="../media/image969.png"/><Relationship Id="rId74" Type="http://schemas.openxmlformats.org/officeDocument/2006/relationships/customXml" Target="../ink/ink995.xml"/><Relationship Id="rId377" Type="http://schemas.openxmlformats.org/officeDocument/2006/relationships/image" Target="../media/image941.png"/><Relationship Id="rId500" Type="http://schemas.openxmlformats.org/officeDocument/2006/relationships/customXml" Target="../ink/ink1208.xml"/><Relationship Id="rId584" Type="http://schemas.openxmlformats.org/officeDocument/2006/relationships/customXml" Target="../ink/ink1250.xml"/><Relationship Id="rId5" Type="http://schemas.openxmlformats.org/officeDocument/2006/relationships/image" Target="../media/image647.png"/><Relationship Id="rId237" Type="http://schemas.openxmlformats.org/officeDocument/2006/relationships/image" Target="../media/image763.png"/><Relationship Id="rId444" Type="http://schemas.openxmlformats.org/officeDocument/2006/relationships/customXml" Target="../ink/ink1180.xml"/><Relationship Id="rId290" Type="http://schemas.openxmlformats.org/officeDocument/2006/relationships/customXml" Target="../ink/ink1103.xml"/><Relationship Id="rId304" Type="http://schemas.openxmlformats.org/officeDocument/2006/relationships/customXml" Target="../ink/ink1110.xml"/><Relationship Id="rId388" Type="http://schemas.openxmlformats.org/officeDocument/2006/relationships/customXml" Target="../ink/ink1152.xml"/><Relationship Id="rId511" Type="http://schemas.openxmlformats.org/officeDocument/2006/relationships/image" Target="../media/image1008.png"/><Relationship Id="rId85" Type="http://schemas.openxmlformats.org/officeDocument/2006/relationships/image" Target="../media/image687.png"/><Relationship Id="rId150" Type="http://schemas.openxmlformats.org/officeDocument/2006/relationships/customXml" Target="../ink/ink1033.xml"/><Relationship Id="rId595" Type="http://schemas.openxmlformats.org/officeDocument/2006/relationships/image" Target="../media/image1050.png"/><Relationship Id="rId248" Type="http://schemas.openxmlformats.org/officeDocument/2006/relationships/customXml" Target="../ink/ink1082.xml"/><Relationship Id="rId455" Type="http://schemas.openxmlformats.org/officeDocument/2006/relationships/image" Target="../media/image980.png"/><Relationship Id="rId12" Type="http://schemas.openxmlformats.org/officeDocument/2006/relationships/customXml" Target="../ink/ink964.xml"/><Relationship Id="rId108" Type="http://schemas.openxmlformats.org/officeDocument/2006/relationships/customXml" Target="../ink/ink1012.xml"/><Relationship Id="rId315" Type="http://schemas.openxmlformats.org/officeDocument/2006/relationships/image" Target="../media/image910.png"/><Relationship Id="rId522" Type="http://schemas.openxmlformats.org/officeDocument/2006/relationships/customXml" Target="../ink/ink1219.xml"/><Relationship Id="rId96" Type="http://schemas.openxmlformats.org/officeDocument/2006/relationships/customXml" Target="../ink/ink1006.xml"/><Relationship Id="rId161" Type="http://schemas.openxmlformats.org/officeDocument/2006/relationships/image" Target="../media/image725.png"/><Relationship Id="rId399" Type="http://schemas.openxmlformats.org/officeDocument/2006/relationships/image" Target="../media/image952.png"/><Relationship Id="rId259" Type="http://schemas.openxmlformats.org/officeDocument/2006/relationships/image" Target="../media/image774.png"/><Relationship Id="rId466" Type="http://schemas.openxmlformats.org/officeDocument/2006/relationships/customXml" Target="../ink/ink1191.xml"/><Relationship Id="rId23" Type="http://schemas.openxmlformats.org/officeDocument/2006/relationships/image" Target="../media/image656.png"/><Relationship Id="rId119" Type="http://schemas.openxmlformats.org/officeDocument/2006/relationships/image" Target="../media/image704.png"/><Relationship Id="rId326" Type="http://schemas.openxmlformats.org/officeDocument/2006/relationships/customXml" Target="../ink/ink1121.xml"/><Relationship Id="rId533" Type="http://schemas.openxmlformats.org/officeDocument/2006/relationships/image" Target="../media/image1019.png"/><Relationship Id="rId172" Type="http://schemas.openxmlformats.org/officeDocument/2006/relationships/customXml" Target="../ink/ink1044.xml"/><Relationship Id="rId477" Type="http://schemas.openxmlformats.org/officeDocument/2006/relationships/image" Target="../media/image991.png"/><Relationship Id="rId337" Type="http://schemas.openxmlformats.org/officeDocument/2006/relationships/image" Target="../media/image921.png"/><Relationship Id="rId34" Type="http://schemas.openxmlformats.org/officeDocument/2006/relationships/customXml" Target="../ink/ink975.xml"/><Relationship Id="rId544" Type="http://schemas.openxmlformats.org/officeDocument/2006/relationships/customXml" Target="../ink/ink1230.xml"/><Relationship Id="rId183" Type="http://schemas.openxmlformats.org/officeDocument/2006/relationships/image" Target="../media/image736.png"/><Relationship Id="rId390" Type="http://schemas.openxmlformats.org/officeDocument/2006/relationships/customXml" Target="../ink/ink1153.xml"/><Relationship Id="rId404" Type="http://schemas.openxmlformats.org/officeDocument/2006/relationships/customXml" Target="../ink/ink1160.xml"/><Relationship Id="rId250" Type="http://schemas.openxmlformats.org/officeDocument/2006/relationships/customXml" Target="../ink/ink1083.xml"/><Relationship Id="rId488" Type="http://schemas.openxmlformats.org/officeDocument/2006/relationships/customXml" Target="../ink/ink1202.xml"/><Relationship Id="rId45" Type="http://schemas.openxmlformats.org/officeDocument/2006/relationships/image" Target="../media/image667.png"/><Relationship Id="rId110" Type="http://schemas.openxmlformats.org/officeDocument/2006/relationships/customXml" Target="../ink/ink1013.xml"/><Relationship Id="rId348" Type="http://schemas.openxmlformats.org/officeDocument/2006/relationships/customXml" Target="../ink/ink1132.xml"/><Relationship Id="rId555" Type="http://schemas.openxmlformats.org/officeDocument/2006/relationships/image" Target="../media/image1030.png"/><Relationship Id="rId194" Type="http://schemas.openxmlformats.org/officeDocument/2006/relationships/customXml" Target="../ink/ink1055.xml"/><Relationship Id="rId208" Type="http://schemas.openxmlformats.org/officeDocument/2006/relationships/customXml" Target="../ink/ink1062.xml"/><Relationship Id="rId415" Type="http://schemas.openxmlformats.org/officeDocument/2006/relationships/image" Target="../media/image960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09.png"/><Relationship Id="rId21" Type="http://schemas.openxmlformats.org/officeDocument/2006/relationships/image" Target="../media/image1061.png"/><Relationship Id="rId42" Type="http://schemas.openxmlformats.org/officeDocument/2006/relationships/customXml" Target="../ink/ink1277.xml"/><Relationship Id="rId63" Type="http://schemas.openxmlformats.org/officeDocument/2006/relationships/image" Target="../media/image1082.png"/><Relationship Id="rId84" Type="http://schemas.openxmlformats.org/officeDocument/2006/relationships/customXml" Target="../ink/ink1298.xml"/><Relationship Id="rId138" Type="http://schemas.openxmlformats.org/officeDocument/2006/relationships/customXml" Target="../ink/ink1325.xml"/><Relationship Id="rId107" Type="http://schemas.openxmlformats.org/officeDocument/2006/relationships/image" Target="../media/image1104.png"/><Relationship Id="rId11" Type="http://schemas.openxmlformats.org/officeDocument/2006/relationships/image" Target="../media/image1056.png"/><Relationship Id="rId32" Type="http://schemas.openxmlformats.org/officeDocument/2006/relationships/customXml" Target="../ink/ink1272.xml"/><Relationship Id="rId37" Type="http://schemas.openxmlformats.org/officeDocument/2006/relationships/image" Target="../media/image1069.png"/><Relationship Id="rId53" Type="http://schemas.openxmlformats.org/officeDocument/2006/relationships/image" Target="../media/image1077.png"/><Relationship Id="rId58" Type="http://schemas.openxmlformats.org/officeDocument/2006/relationships/customXml" Target="../ink/ink1285.xml"/><Relationship Id="rId74" Type="http://schemas.openxmlformats.org/officeDocument/2006/relationships/customXml" Target="../ink/ink1293.xml"/><Relationship Id="rId79" Type="http://schemas.openxmlformats.org/officeDocument/2006/relationships/image" Target="../media/image1090.png"/><Relationship Id="rId102" Type="http://schemas.openxmlformats.org/officeDocument/2006/relationships/customXml" Target="../ink/ink1307.xml"/><Relationship Id="rId123" Type="http://schemas.openxmlformats.org/officeDocument/2006/relationships/image" Target="../media/image1112.png"/><Relationship Id="rId128" Type="http://schemas.openxmlformats.org/officeDocument/2006/relationships/customXml" Target="../ink/ink1320.xml"/><Relationship Id="rId5" Type="http://schemas.openxmlformats.org/officeDocument/2006/relationships/image" Target="../media/image1053.png"/><Relationship Id="rId90" Type="http://schemas.openxmlformats.org/officeDocument/2006/relationships/customXml" Target="../ink/ink1301.xml"/><Relationship Id="rId95" Type="http://schemas.openxmlformats.org/officeDocument/2006/relationships/image" Target="../media/image1098.png"/><Relationship Id="rId22" Type="http://schemas.openxmlformats.org/officeDocument/2006/relationships/customXml" Target="../ink/ink1267.xml"/><Relationship Id="rId27" Type="http://schemas.openxmlformats.org/officeDocument/2006/relationships/image" Target="../media/image1064.png"/><Relationship Id="rId43" Type="http://schemas.openxmlformats.org/officeDocument/2006/relationships/image" Target="../media/image1072.png"/><Relationship Id="rId48" Type="http://schemas.openxmlformats.org/officeDocument/2006/relationships/customXml" Target="../ink/ink1280.xml"/><Relationship Id="rId64" Type="http://schemas.openxmlformats.org/officeDocument/2006/relationships/customXml" Target="../ink/ink1288.xml"/><Relationship Id="rId69" Type="http://schemas.openxmlformats.org/officeDocument/2006/relationships/image" Target="../media/image1085.png"/><Relationship Id="rId113" Type="http://schemas.openxmlformats.org/officeDocument/2006/relationships/image" Target="../media/image1107.png"/><Relationship Id="rId118" Type="http://schemas.openxmlformats.org/officeDocument/2006/relationships/customXml" Target="../ink/ink1315.xml"/><Relationship Id="rId134" Type="http://schemas.openxmlformats.org/officeDocument/2006/relationships/customXml" Target="../ink/ink1323.xml"/><Relationship Id="rId139" Type="http://schemas.openxmlformats.org/officeDocument/2006/relationships/image" Target="../media/image1120.png"/><Relationship Id="rId80" Type="http://schemas.openxmlformats.org/officeDocument/2006/relationships/customXml" Target="../ink/ink1296.xml"/><Relationship Id="rId85" Type="http://schemas.openxmlformats.org/officeDocument/2006/relationships/image" Target="../media/image1093.png"/><Relationship Id="rId12" Type="http://schemas.openxmlformats.org/officeDocument/2006/relationships/customXml" Target="../ink/ink1262.xml"/><Relationship Id="rId17" Type="http://schemas.openxmlformats.org/officeDocument/2006/relationships/image" Target="../media/image1059.png"/><Relationship Id="rId33" Type="http://schemas.openxmlformats.org/officeDocument/2006/relationships/image" Target="../media/image1067.png"/><Relationship Id="rId38" Type="http://schemas.openxmlformats.org/officeDocument/2006/relationships/customXml" Target="../ink/ink1275.xml"/><Relationship Id="rId59" Type="http://schemas.openxmlformats.org/officeDocument/2006/relationships/image" Target="../media/image1080.png"/><Relationship Id="rId103" Type="http://schemas.openxmlformats.org/officeDocument/2006/relationships/image" Target="../media/image1102.png"/><Relationship Id="rId108" Type="http://schemas.openxmlformats.org/officeDocument/2006/relationships/customXml" Target="../ink/ink1310.xml"/><Relationship Id="rId124" Type="http://schemas.openxmlformats.org/officeDocument/2006/relationships/customXml" Target="../ink/ink1318.xml"/><Relationship Id="rId129" Type="http://schemas.openxmlformats.org/officeDocument/2006/relationships/image" Target="../media/image1115.png"/><Relationship Id="rId54" Type="http://schemas.openxmlformats.org/officeDocument/2006/relationships/customXml" Target="../ink/ink1283.xml"/><Relationship Id="rId70" Type="http://schemas.openxmlformats.org/officeDocument/2006/relationships/customXml" Target="../ink/ink1291.xml"/><Relationship Id="rId75" Type="http://schemas.openxmlformats.org/officeDocument/2006/relationships/image" Target="../media/image1088.png"/><Relationship Id="rId91" Type="http://schemas.openxmlformats.org/officeDocument/2006/relationships/image" Target="../media/image1096.png"/><Relationship Id="rId96" Type="http://schemas.openxmlformats.org/officeDocument/2006/relationships/customXml" Target="../ink/ink1304.xml"/><Relationship Id="rId140" Type="http://schemas.openxmlformats.org/officeDocument/2006/relationships/customXml" Target="../ink/ink132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59.xml"/><Relationship Id="rId23" Type="http://schemas.openxmlformats.org/officeDocument/2006/relationships/image" Target="../media/image1062.png"/><Relationship Id="rId28" Type="http://schemas.openxmlformats.org/officeDocument/2006/relationships/customXml" Target="../ink/ink1270.xml"/><Relationship Id="rId49" Type="http://schemas.openxmlformats.org/officeDocument/2006/relationships/image" Target="../media/image1075.png"/><Relationship Id="rId114" Type="http://schemas.openxmlformats.org/officeDocument/2006/relationships/customXml" Target="../ink/ink1313.xml"/><Relationship Id="rId119" Type="http://schemas.openxmlformats.org/officeDocument/2006/relationships/image" Target="../media/image1110.png"/><Relationship Id="rId44" Type="http://schemas.openxmlformats.org/officeDocument/2006/relationships/customXml" Target="../ink/ink1278.xml"/><Relationship Id="rId60" Type="http://schemas.openxmlformats.org/officeDocument/2006/relationships/customXml" Target="../ink/ink1286.xml"/><Relationship Id="rId65" Type="http://schemas.openxmlformats.org/officeDocument/2006/relationships/image" Target="../media/image1083.png"/><Relationship Id="rId81" Type="http://schemas.openxmlformats.org/officeDocument/2006/relationships/image" Target="../media/image1091.png"/><Relationship Id="rId86" Type="http://schemas.openxmlformats.org/officeDocument/2006/relationships/customXml" Target="../ink/ink1299.xml"/><Relationship Id="rId130" Type="http://schemas.openxmlformats.org/officeDocument/2006/relationships/customXml" Target="../ink/ink1321.xml"/><Relationship Id="rId135" Type="http://schemas.openxmlformats.org/officeDocument/2006/relationships/image" Target="../media/image1118.png"/><Relationship Id="rId13" Type="http://schemas.openxmlformats.org/officeDocument/2006/relationships/image" Target="../media/image1057.png"/><Relationship Id="rId18" Type="http://schemas.openxmlformats.org/officeDocument/2006/relationships/customXml" Target="../ink/ink1265.xml"/><Relationship Id="rId39" Type="http://schemas.openxmlformats.org/officeDocument/2006/relationships/image" Target="../media/image1070.png"/><Relationship Id="rId109" Type="http://schemas.openxmlformats.org/officeDocument/2006/relationships/image" Target="../media/image1105.png"/><Relationship Id="rId34" Type="http://schemas.openxmlformats.org/officeDocument/2006/relationships/customXml" Target="../ink/ink1273.xml"/><Relationship Id="rId50" Type="http://schemas.openxmlformats.org/officeDocument/2006/relationships/customXml" Target="../ink/ink1281.xml"/><Relationship Id="rId55" Type="http://schemas.openxmlformats.org/officeDocument/2006/relationships/image" Target="../media/image1078.png"/><Relationship Id="rId76" Type="http://schemas.openxmlformats.org/officeDocument/2006/relationships/customXml" Target="../ink/ink1294.xml"/><Relationship Id="rId97" Type="http://schemas.openxmlformats.org/officeDocument/2006/relationships/image" Target="../media/image1099.png"/><Relationship Id="rId104" Type="http://schemas.openxmlformats.org/officeDocument/2006/relationships/customXml" Target="../ink/ink1308.xml"/><Relationship Id="rId120" Type="http://schemas.openxmlformats.org/officeDocument/2006/relationships/customXml" Target="../ink/ink1316.xml"/><Relationship Id="rId125" Type="http://schemas.openxmlformats.org/officeDocument/2006/relationships/image" Target="../media/image1113.png"/><Relationship Id="rId141" Type="http://schemas.openxmlformats.org/officeDocument/2006/relationships/image" Target="../media/image1121.png"/><Relationship Id="rId7" Type="http://schemas.openxmlformats.org/officeDocument/2006/relationships/image" Target="../media/image1054.png"/><Relationship Id="rId71" Type="http://schemas.openxmlformats.org/officeDocument/2006/relationships/image" Target="../media/image1086.png"/><Relationship Id="rId92" Type="http://schemas.openxmlformats.org/officeDocument/2006/relationships/customXml" Target="../ink/ink1302.xml"/><Relationship Id="rId2" Type="http://schemas.openxmlformats.org/officeDocument/2006/relationships/customXml" Target="../ink/ink1257.xml"/><Relationship Id="rId29" Type="http://schemas.openxmlformats.org/officeDocument/2006/relationships/image" Target="../media/image1065.png"/><Relationship Id="rId24" Type="http://schemas.openxmlformats.org/officeDocument/2006/relationships/customXml" Target="../ink/ink1268.xml"/><Relationship Id="rId40" Type="http://schemas.openxmlformats.org/officeDocument/2006/relationships/customXml" Target="../ink/ink1276.xml"/><Relationship Id="rId45" Type="http://schemas.openxmlformats.org/officeDocument/2006/relationships/image" Target="../media/image1073.png"/><Relationship Id="rId66" Type="http://schemas.openxmlformats.org/officeDocument/2006/relationships/customXml" Target="../ink/ink1289.xml"/><Relationship Id="rId87" Type="http://schemas.openxmlformats.org/officeDocument/2006/relationships/image" Target="../media/image1094.png"/><Relationship Id="rId110" Type="http://schemas.openxmlformats.org/officeDocument/2006/relationships/customXml" Target="../ink/ink1311.xml"/><Relationship Id="rId115" Type="http://schemas.openxmlformats.org/officeDocument/2006/relationships/image" Target="../media/image1108.png"/><Relationship Id="rId131" Type="http://schemas.openxmlformats.org/officeDocument/2006/relationships/image" Target="../media/image1116.png"/><Relationship Id="rId136" Type="http://schemas.openxmlformats.org/officeDocument/2006/relationships/customXml" Target="../ink/ink1324.xml"/><Relationship Id="rId61" Type="http://schemas.openxmlformats.org/officeDocument/2006/relationships/image" Target="../media/image1081.png"/><Relationship Id="rId82" Type="http://schemas.openxmlformats.org/officeDocument/2006/relationships/customXml" Target="../ink/ink1297.xml"/><Relationship Id="rId19" Type="http://schemas.openxmlformats.org/officeDocument/2006/relationships/image" Target="../media/image1060.png"/><Relationship Id="rId14" Type="http://schemas.openxmlformats.org/officeDocument/2006/relationships/customXml" Target="../ink/ink1263.xml"/><Relationship Id="rId30" Type="http://schemas.openxmlformats.org/officeDocument/2006/relationships/customXml" Target="../ink/ink1271.xml"/><Relationship Id="rId35" Type="http://schemas.openxmlformats.org/officeDocument/2006/relationships/image" Target="../media/image1068.png"/><Relationship Id="rId56" Type="http://schemas.openxmlformats.org/officeDocument/2006/relationships/customXml" Target="../ink/ink1284.xml"/><Relationship Id="rId77" Type="http://schemas.openxmlformats.org/officeDocument/2006/relationships/image" Target="../media/image1089.png"/><Relationship Id="rId100" Type="http://schemas.openxmlformats.org/officeDocument/2006/relationships/customXml" Target="../ink/ink1306.xml"/><Relationship Id="rId105" Type="http://schemas.openxmlformats.org/officeDocument/2006/relationships/image" Target="../media/image1103.png"/><Relationship Id="rId126" Type="http://schemas.openxmlformats.org/officeDocument/2006/relationships/customXml" Target="../ink/ink1319.xml"/><Relationship Id="rId8" Type="http://schemas.openxmlformats.org/officeDocument/2006/relationships/customXml" Target="../ink/ink1260.xml"/><Relationship Id="rId51" Type="http://schemas.openxmlformats.org/officeDocument/2006/relationships/image" Target="../media/image1076.png"/><Relationship Id="rId72" Type="http://schemas.openxmlformats.org/officeDocument/2006/relationships/customXml" Target="../ink/ink1292.xml"/><Relationship Id="rId93" Type="http://schemas.openxmlformats.org/officeDocument/2006/relationships/image" Target="../media/image1097.png"/><Relationship Id="rId98" Type="http://schemas.openxmlformats.org/officeDocument/2006/relationships/customXml" Target="../ink/ink1305.xml"/><Relationship Id="rId121" Type="http://schemas.openxmlformats.org/officeDocument/2006/relationships/image" Target="../media/image1111.png"/><Relationship Id="rId3" Type="http://schemas.openxmlformats.org/officeDocument/2006/relationships/image" Target="../media/image1052.png"/><Relationship Id="rId25" Type="http://schemas.openxmlformats.org/officeDocument/2006/relationships/image" Target="../media/image1063.png"/><Relationship Id="rId46" Type="http://schemas.openxmlformats.org/officeDocument/2006/relationships/customXml" Target="../ink/ink1279.xml"/><Relationship Id="rId67" Type="http://schemas.openxmlformats.org/officeDocument/2006/relationships/image" Target="../media/image1084.png"/><Relationship Id="rId116" Type="http://schemas.openxmlformats.org/officeDocument/2006/relationships/customXml" Target="../ink/ink1314.xml"/><Relationship Id="rId137" Type="http://schemas.openxmlformats.org/officeDocument/2006/relationships/image" Target="../media/image1119.png"/><Relationship Id="rId20" Type="http://schemas.openxmlformats.org/officeDocument/2006/relationships/customXml" Target="../ink/ink1266.xml"/><Relationship Id="rId41" Type="http://schemas.openxmlformats.org/officeDocument/2006/relationships/image" Target="../media/image1071.png"/><Relationship Id="rId62" Type="http://schemas.openxmlformats.org/officeDocument/2006/relationships/customXml" Target="../ink/ink1287.xml"/><Relationship Id="rId83" Type="http://schemas.openxmlformats.org/officeDocument/2006/relationships/image" Target="../media/image1092.png"/><Relationship Id="rId88" Type="http://schemas.openxmlformats.org/officeDocument/2006/relationships/customXml" Target="../ink/ink1300.xml"/><Relationship Id="rId111" Type="http://schemas.openxmlformats.org/officeDocument/2006/relationships/image" Target="../media/image1106.png"/><Relationship Id="rId132" Type="http://schemas.openxmlformats.org/officeDocument/2006/relationships/customXml" Target="../ink/ink1322.xml"/><Relationship Id="rId15" Type="http://schemas.openxmlformats.org/officeDocument/2006/relationships/image" Target="../media/image1058.png"/><Relationship Id="rId36" Type="http://schemas.openxmlformats.org/officeDocument/2006/relationships/customXml" Target="../ink/ink1274.xml"/><Relationship Id="rId57" Type="http://schemas.openxmlformats.org/officeDocument/2006/relationships/image" Target="../media/image1079.png"/><Relationship Id="rId106" Type="http://schemas.openxmlformats.org/officeDocument/2006/relationships/customXml" Target="../ink/ink1309.xml"/><Relationship Id="rId127" Type="http://schemas.openxmlformats.org/officeDocument/2006/relationships/image" Target="../media/image1114.png"/><Relationship Id="rId10" Type="http://schemas.openxmlformats.org/officeDocument/2006/relationships/customXml" Target="../ink/ink1261.xml"/><Relationship Id="rId31" Type="http://schemas.openxmlformats.org/officeDocument/2006/relationships/image" Target="../media/image1066.png"/><Relationship Id="rId52" Type="http://schemas.openxmlformats.org/officeDocument/2006/relationships/customXml" Target="../ink/ink1282.xml"/><Relationship Id="rId73" Type="http://schemas.openxmlformats.org/officeDocument/2006/relationships/image" Target="../media/image1087.png"/><Relationship Id="rId78" Type="http://schemas.openxmlformats.org/officeDocument/2006/relationships/customXml" Target="../ink/ink1295.xml"/><Relationship Id="rId94" Type="http://schemas.openxmlformats.org/officeDocument/2006/relationships/customXml" Target="../ink/ink1303.xml"/><Relationship Id="rId99" Type="http://schemas.openxmlformats.org/officeDocument/2006/relationships/image" Target="../media/image1100.png"/><Relationship Id="rId101" Type="http://schemas.openxmlformats.org/officeDocument/2006/relationships/image" Target="../media/image1101.png"/><Relationship Id="rId122" Type="http://schemas.openxmlformats.org/officeDocument/2006/relationships/customXml" Target="../ink/ink1317.xml"/><Relationship Id="rId4" Type="http://schemas.openxmlformats.org/officeDocument/2006/relationships/customXml" Target="../ink/ink1258.xml"/><Relationship Id="rId9" Type="http://schemas.openxmlformats.org/officeDocument/2006/relationships/image" Target="../media/image1055.png"/><Relationship Id="rId26" Type="http://schemas.openxmlformats.org/officeDocument/2006/relationships/customXml" Target="../ink/ink1269.xml"/><Relationship Id="rId47" Type="http://schemas.openxmlformats.org/officeDocument/2006/relationships/image" Target="../media/image1074.png"/><Relationship Id="rId68" Type="http://schemas.openxmlformats.org/officeDocument/2006/relationships/customXml" Target="../ink/ink1290.xml"/><Relationship Id="rId89" Type="http://schemas.openxmlformats.org/officeDocument/2006/relationships/image" Target="../media/image1095.png"/><Relationship Id="rId112" Type="http://schemas.openxmlformats.org/officeDocument/2006/relationships/customXml" Target="../ink/ink1312.xml"/><Relationship Id="rId133" Type="http://schemas.openxmlformats.org/officeDocument/2006/relationships/image" Target="../media/image1117.png"/><Relationship Id="rId16" Type="http://schemas.openxmlformats.org/officeDocument/2006/relationships/customXml" Target="../ink/ink1264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79.png"/><Relationship Id="rId21" Type="http://schemas.openxmlformats.org/officeDocument/2006/relationships/image" Target="../media/image1131.png"/><Relationship Id="rId42" Type="http://schemas.openxmlformats.org/officeDocument/2006/relationships/customXml" Target="../ink/ink1347.xml"/><Relationship Id="rId63" Type="http://schemas.openxmlformats.org/officeDocument/2006/relationships/image" Target="../media/image1152.png"/><Relationship Id="rId84" Type="http://schemas.openxmlformats.org/officeDocument/2006/relationships/customXml" Target="../ink/ink1368.xml"/><Relationship Id="rId138" Type="http://schemas.openxmlformats.org/officeDocument/2006/relationships/customXml" Target="../ink/ink1395.xml"/><Relationship Id="rId159" Type="http://schemas.openxmlformats.org/officeDocument/2006/relationships/image" Target="../media/image1200.png"/><Relationship Id="rId170" Type="http://schemas.openxmlformats.org/officeDocument/2006/relationships/customXml" Target="../ink/ink1411.xml"/><Relationship Id="rId107" Type="http://schemas.openxmlformats.org/officeDocument/2006/relationships/image" Target="../media/image1174.png"/><Relationship Id="rId11" Type="http://schemas.openxmlformats.org/officeDocument/2006/relationships/image" Target="../media/image1126.png"/><Relationship Id="rId32" Type="http://schemas.openxmlformats.org/officeDocument/2006/relationships/customXml" Target="../ink/ink1342.xml"/><Relationship Id="rId53" Type="http://schemas.openxmlformats.org/officeDocument/2006/relationships/image" Target="../media/image1147.png"/><Relationship Id="rId74" Type="http://schemas.openxmlformats.org/officeDocument/2006/relationships/customXml" Target="../ink/ink1363.xml"/><Relationship Id="rId128" Type="http://schemas.openxmlformats.org/officeDocument/2006/relationships/customXml" Target="../ink/ink1390.xml"/><Relationship Id="rId149" Type="http://schemas.openxmlformats.org/officeDocument/2006/relationships/image" Target="../media/image1195.png"/><Relationship Id="rId5" Type="http://schemas.openxmlformats.org/officeDocument/2006/relationships/image" Target="../media/image1123.png"/><Relationship Id="rId95" Type="http://schemas.openxmlformats.org/officeDocument/2006/relationships/image" Target="../media/image1168.png"/><Relationship Id="rId160" Type="http://schemas.openxmlformats.org/officeDocument/2006/relationships/customXml" Target="../ink/ink1406.xml"/><Relationship Id="rId181" Type="http://schemas.openxmlformats.org/officeDocument/2006/relationships/image" Target="../media/image1211.png"/><Relationship Id="rId22" Type="http://schemas.openxmlformats.org/officeDocument/2006/relationships/customXml" Target="../ink/ink1337.xml"/><Relationship Id="rId43" Type="http://schemas.openxmlformats.org/officeDocument/2006/relationships/image" Target="../media/image1142.png"/><Relationship Id="rId64" Type="http://schemas.openxmlformats.org/officeDocument/2006/relationships/customXml" Target="../ink/ink1358.xml"/><Relationship Id="rId118" Type="http://schemas.openxmlformats.org/officeDocument/2006/relationships/customXml" Target="../ink/ink1385.xml"/><Relationship Id="rId139" Type="http://schemas.openxmlformats.org/officeDocument/2006/relationships/image" Target="../media/image1190.png"/><Relationship Id="rId85" Type="http://schemas.openxmlformats.org/officeDocument/2006/relationships/image" Target="../media/image1163.png"/><Relationship Id="rId150" Type="http://schemas.openxmlformats.org/officeDocument/2006/relationships/customXml" Target="../ink/ink1401.xml"/><Relationship Id="rId171" Type="http://schemas.openxmlformats.org/officeDocument/2006/relationships/image" Target="../media/image1206.png"/><Relationship Id="rId12" Type="http://schemas.openxmlformats.org/officeDocument/2006/relationships/customXml" Target="../ink/ink1332.xml"/><Relationship Id="rId33" Type="http://schemas.openxmlformats.org/officeDocument/2006/relationships/image" Target="../media/image1137.png"/><Relationship Id="rId108" Type="http://schemas.openxmlformats.org/officeDocument/2006/relationships/customXml" Target="../ink/ink1380.xml"/><Relationship Id="rId129" Type="http://schemas.openxmlformats.org/officeDocument/2006/relationships/image" Target="../media/image1185.png"/><Relationship Id="rId54" Type="http://schemas.openxmlformats.org/officeDocument/2006/relationships/customXml" Target="../ink/ink1353.xml"/><Relationship Id="rId75" Type="http://schemas.openxmlformats.org/officeDocument/2006/relationships/image" Target="../media/image1158.png"/><Relationship Id="rId96" Type="http://schemas.openxmlformats.org/officeDocument/2006/relationships/customXml" Target="../ink/ink1374.xml"/><Relationship Id="rId140" Type="http://schemas.openxmlformats.org/officeDocument/2006/relationships/customXml" Target="../ink/ink1396.xml"/><Relationship Id="rId161" Type="http://schemas.openxmlformats.org/officeDocument/2006/relationships/image" Target="../media/image1201.png"/><Relationship Id="rId182" Type="http://schemas.openxmlformats.org/officeDocument/2006/relationships/customXml" Target="../ink/ink1417.xml"/><Relationship Id="rId6" Type="http://schemas.openxmlformats.org/officeDocument/2006/relationships/customXml" Target="../ink/ink1329.xml"/><Relationship Id="rId23" Type="http://schemas.openxmlformats.org/officeDocument/2006/relationships/image" Target="../media/image1132.png"/><Relationship Id="rId119" Type="http://schemas.openxmlformats.org/officeDocument/2006/relationships/image" Target="../media/image1180.png"/><Relationship Id="rId44" Type="http://schemas.openxmlformats.org/officeDocument/2006/relationships/customXml" Target="../ink/ink1348.xml"/><Relationship Id="rId65" Type="http://schemas.openxmlformats.org/officeDocument/2006/relationships/image" Target="../media/image1153.png"/><Relationship Id="rId86" Type="http://schemas.openxmlformats.org/officeDocument/2006/relationships/customXml" Target="../ink/ink1369.xml"/><Relationship Id="rId130" Type="http://schemas.openxmlformats.org/officeDocument/2006/relationships/customXml" Target="../ink/ink1391.xml"/><Relationship Id="rId151" Type="http://schemas.openxmlformats.org/officeDocument/2006/relationships/image" Target="../media/image1196.png"/><Relationship Id="rId172" Type="http://schemas.openxmlformats.org/officeDocument/2006/relationships/customXml" Target="../ink/ink1412.xml"/><Relationship Id="rId13" Type="http://schemas.openxmlformats.org/officeDocument/2006/relationships/image" Target="../media/image1127.png"/><Relationship Id="rId18" Type="http://schemas.openxmlformats.org/officeDocument/2006/relationships/customXml" Target="../ink/ink1335.xml"/><Relationship Id="rId39" Type="http://schemas.openxmlformats.org/officeDocument/2006/relationships/image" Target="../media/image1140.png"/><Relationship Id="rId109" Type="http://schemas.openxmlformats.org/officeDocument/2006/relationships/image" Target="../media/image1175.png"/><Relationship Id="rId34" Type="http://schemas.openxmlformats.org/officeDocument/2006/relationships/customXml" Target="../ink/ink1343.xml"/><Relationship Id="rId50" Type="http://schemas.openxmlformats.org/officeDocument/2006/relationships/customXml" Target="../ink/ink1351.xml"/><Relationship Id="rId55" Type="http://schemas.openxmlformats.org/officeDocument/2006/relationships/image" Target="../media/image1148.png"/><Relationship Id="rId76" Type="http://schemas.openxmlformats.org/officeDocument/2006/relationships/customXml" Target="../ink/ink1364.xml"/><Relationship Id="rId97" Type="http://schemas.openxmlformats.org/officeDocument/2006/relationships/image" Target="../media/image1169.png"/><Relationship Id="rId104" Type="http://schemas.openxmlformats.org/officeDocument/2006/relationships/customXml" Target="../ink/ink1378.xml"/><Relationship Id="rId120" Type="http://schemas.openxmlformats.org/officeDocument/2006/relationships/customXml" Target="../ink/ink1386.xml"/><Relationship Id="rId125" Type="http://schemas.openxmlformats.org/officeDocument/2006/relationships/image" Target="../media/image1183.png"/><Relationship Id="rId141" Type="http://schemas.openxmlformats.org/officeDocument/2006/relationships/image" Target="../media/image1191.png"/><Relationship Id="rId146" Type="http://schemas.openxmlformats.org/officeDocument/2006/relationships/customXml" Target="../ink/ink1399.xml"/><Relationship Id="rId167" Type="http://schemas.openxmlformats.org/officeDocument/2006/relationships/image" Target="../media/image1204.png"/><Relationship Id="rId7" Type="http://schemas.openxmlformats.org/officeDocument/2006/relationships/image" Target="../media/image1124.png"/><Relationship Id="rId71" Type="http://schemas.openxmlformats.org/officeDocument/2006/relationships/image" Target="../media/image1156.png"/><Relationship Id="rId92" Type="http://schemas.openxmlformats.org/officeDocument/2006/relationships/customXml" Target="../ink/ink1372.xml"/><Relationship Id="rId162" Type="http://schemas.openxmlformats.org/officeDocument/2006/relationships/customXml" Target="../ink/ink1407.xml"/><Relationship Id="rId183" Type="http://schemas.openxmlformats.org/officeDocument/2006/relationships/image" Target="../media/image1212.png"/><Relationship Id="rId2" Type="http://schemas.openxmlformats.org/officeDocument/2006/relationships/customXml" Target="../ink/ink1327.xml"/><Relationship Id="rId29" Type="http://schemas.openxmlformats.org/officeDocument/2006/relationships/image" Target="../media/image1135.png"/><Relationship Id="rId24" Type="http://schemas.openxmlformats.org/officeDocument/2006/relationships/customXml" Target="../ink/ink1338.xml"/><Relationship Id="rId40" Type="http://schemas.openxmlformats.org/officeDocument/2006/relationships/customXml" Target="../ink/ink1346.xml"/><Relationship Id="rId45" Type="http://schemas.openxmlformats.org/officeDocument/2006/relationships/image" Target="../media/image1143.png"/><Relationship Id="rId66" Type="http://schemas.openxmlformats.org/officeDocument/2006/relationships/customXml" Target="../ink/ink1359.xml"/><Relationship Id="rId87" Type="http://schemas.openxmlformats.org/officeDocument/2006/relationships/image" Target="../media/image1164.png"/><Relationship Id="rId110" Type="http://schemas.openxmlformats.org/officeDocument/2006/relationships/customXml" Target="../ink/ink1381.xml"/><Relationship Id="rId115" Type="http://schemas.openxmlformats.org/officeDocument/2006/relationships/image" Target="../media/image1178.png"/><Relationship Id="rId131" Type="http://schemas.openxmlformats.org/officeDocument/2006/relationships/image" Target="../media/image1186.png"/><Relationship Id="rId136" Type="http://schemas.openxmlformats.org/officeDocument/2006/relationships/customXml" Target="../ink/ink1394.xml"/><Relationship Id="rId157" Type="http://schemas.openxmlformats.org/officeDocument/2006/relationships/image" Target="../media/image1199.png"/><Relationship Id="rId178" Type="http://schemas.openxmlformats.org/officeDocument/2006/relationships/customXml" Target="../ink/ink1415.xml"/><Relationship Id="rId61" Type="http://schemas.openxmlformats.org/officeDocument/2006/relationships/image" Target="../media/image1151.png"/><Relationship Id="rId82" Type="http://schemas.openxmlformats.org/officeDocument/2006/relationships/customXml" Target="../ink/ink1367.xml"/><Relationship Id="rId152" Type="http://schemas.openxmlformats.org/officeDocument/2006/relationships/customXml" Target="../ink/ink1402.xml"/><Relationship Id="rId173" Type="http://schemas.openxmlformats.org/officeDocument/2006/relationships/image" Target="../media/image1207.png"/><Relationship Id="rId19" Type="http://schemas.openxmlformats.org/officeDocument/2006/relationships/image" Target="../media/image1130.png"/><Relationship Id="rId14" Type="http://schemas.openxmlformats.org/officeDocument/2006/relationships/customXml" Target="../ink/ink1333.xml"/><Relationship Id="rId30" Type="http://schemas.openxmlformats.org/officeDocument/2006/relationships/customXml" Target="../ink/ink1341.xml"/><Relationship Id="rId35" Type="http://schemas.openxmlformats.org/officeDocument/2006/relationships/image" Target="../media/image1138.png"/><Relationship Id="rId56" Type="http://schemas.openxmlformats.org/officeDocument/2006/relationships/customXml" Target="../ink/ink1354.xml"/><Relationship Id="rId77" Type="http://schemas.openxmlformats.org/officeDocument/2006/relationships/image" Target="../media/image1159.png"/><Relationship Id="rId100" Type="http://schemas.openxmlformats.org/officeDocument/2006/relationships/customXml" Target="../ink/ink1376.xml"/><Relationship Id="rId105" Type="http://schemas.openxmlformats.org/officeDocument/2006/relationships/image" Target="../media/image1173.png"/><Relationship Id="rId126" Type="http://schemas.openxmlformats.org/officeDocument/2006/relationships/customXml" Target="../ink/ink1389.xml"/><Relationship Id="rId147" Type="http://schemas.openxmlformats.org/officeDocument/2006/relationships/image" Target="../media/image1194.png"/><Relationship Id="rId168" Type="http://schemas.openxmlformats.org/officeDocument/2006/relationships/customXml" Target="../ink/ink1410.xml"/><Relationship Id="rId8" Type="http://schemas.openxmlformats.org/officeDocument/2006/relationships/customXml" Target="../ink/ink1330.xml"/><Relationship Id="rId51" Type="http://schemas.openxmlformats.org/officeDocument/2006/relationships/image" Target="../media/image1146.png"/><Relationship Id="rId72" Type="http://schemas.openxmlformats.org/officeDocument/2006/relationships/customXml" Target="../ink/ink1362.xml"/><Relationship Id="rId93" Type="http://schemas.openxmlformats.org/officeDocument/2006/relationships/image" Target="../media/image1167.png"/><Relationship Id="rId98" Type="http://schemas.openxmlformats.org/officeDocument/2006/relationships/customXml" Target="../ink/ink1375.xml"/><Relationship Id="rId121" Type="http://schemas.openxmlformats.org/officeDocument/2006/relationships/image" Target="../media/image1181.png"/><Relationship Id="rId142" Type="http://schemas.openxmlformats.org/officeDocument/2006/relationships/customXml" Target="../ink/ink1397.xml"/><Relationship Id="rId163" Type="http://schemas.openxmlformats.org/officeDocument/2006/relationships/image" Target="../media/image1202.png"/><Relationship Id="rId184" Type="http://schemas.openxmlformats.org/officeDocument/2006/relationships/customXml" Target="../ink/ink1418.xml"/><Relationship Id="rId3" Type="http://schemas.openxmlformats.org/officeDocument/2006/relationships/image" Target="../media/image1122.png"/><Relationship Id="rId25" Type="http://schemas.openxmlformats.org/officeDocument/2006/relationships/image" Target="../media/image1133.png"/><Relationship Id="rId46" Type="http://schemas.openxmlformats.org/officeDocument/2006/relationships/customXml" Target="../ink/ink1349.xml"/><Relationship Id="rId67" Type="http://schemas.openxmlformats.org/officeDocument/2006/relationships/image" Target="../media/image1154.png"/><Relationship Id="rId116" Type="http://schemas.openxmlformats.org/officeDocument/2006/relationships/customXml" Target="../ink/ink1384.xml"/><Relationship Id="rId137" Type="http://schemas.openxmlformats.org/officeDocument/2006/relationships/image" Target="../media/image1189.png"/><Relationship Id="rId158" Type="http://schemas.openxmlformats.org/officeDocument/2006/relationships/customXml" Target="../ink/ink1405.xml"/><Relationship Id="rId20" Type="http://schemas.openxmlformats.org/officeDocument/2006/relationships/customXml" Target="../ink/ink1336.xml"/><Relationship Id="rId41" Type="http://schemas.openxmlformats.org/officeDocument/2006/relationships/image" Target="../media/image1141.png"/><Relationship Id="rId62" Type="http://schemas.openxmlformats.org/officeDocument/2006/relationships/customXml" Target="../ink/ink1357.xml"/><Relationship Id="rId83" Type="http://schemas.openxmlformats.org/officeDocument/2006/relationships/image" Target="../media/image1162.png"/><Relationship Id="rId88" Type="http://schemas.openxmlformats.org/officeDocument/2006/relationships/customXml" Target="../ink/ink1370.xml"/><Relationship Id="rId111" Type="http://schemas.openxmlformats.org/officeDocument/2006/relationships/image" Target="../media/image1176.png"/><Relationship Id="rId132" Type="http://schemas.openxmlformats.org/officeDocument/2006/relationships/customXml" Target="../ink/ink1392.xml"/><Relationship Id="rId153" Type="http://schemas.openxmlformats.org/officeDocument/2006/relationships/image" Target="../media/image1197.png"/><Relationship Id="rId174" Type="http://schemas.openxmlformats.org/officeDocument/2006/relationships/customXml" Target="../ink/ink1413.xml"/><Relationship Id="rId179" Type="http://schemas.openxmlformats.org/officeDocument/2006/relationships/image" Target="../media/image1210.png"/><Relationship Id="rId15" Type="http://schemas.openxmlformats.org/officeDocument/2006/relationships/image" Target="../media/image1128.png"/><Relationship Id="rId36" Type="http://schemas.openxmlformats.org/officeDocument/2006/relationships/customXml" Target="../ink/ink1344.xml"/><Relationship Id="rId57" Type="http://schemas.openxmlformats.org/officeDocument/2006/relationships/image" Target="../media/image1149.png"/><Relationship Id="rId106" Type="http://schemas.openxmlformats.org/officeDocument/2006/relationships/customXml" Target="../ink/ink1379.xml"/><Relationship Id="rId127" Type="http://schemas.openxmlformats.org/officeDocument/2006/relationships/image" Target="../media/image1184.png"/><Relationship Id="rId10" Type="http://schemas.openxmlformats.org/officeDocument/2006/relationships/customXml" Target="../ink/ink1331.xml"/><Relationship Id="rId31" Type="http://schemas.openxmlformats.org/officeDocument/2006/relationships/image" Target="../media/image1136.png"/><Relationship Id="rId52" Type="http://schemas.openxmlformats.org/officeDocument/2006/relationships/customXml" Target="../ink/ink1352.xml"/><Relationship Id="rId73" Type="http://schemas.openxmlformats.org/officeDocument/2006/relationships/image" Target="../media/image1157.png"/><Relationship Id="rId78" Type="http://schemas.openxmlformats.org/officeDocument/2006/relationships/customXml" Target="../ink/ink1365.xml"/><Relationship Id="rId94" Type="http://schemas.openxmlformats.org/officeDocument/2006/relationships/customXml" Target="../ink/ink1373.xml"/><Relationship Id="rId99" Type="http://schemas.openxmlformats.org/officeDocument/2006/relationships/image" Target="../media/image1170.png"/><Relationship Id="rId101" Type="http://schemas.openxmlformats.org/officeDocument/2006/relationships/image" Target="../media/image1171.png"/><Relationship Id="rId122" Type="http://schemas.openxmlformats.org/officeDocument/2006/relationships/customXml" Target="../ink/ink1387.xml"/><Relationship Id="rId143" Type="http://schemas.openxmlformats.org/officeDocument/2006/relationships/image" Target="../media/image1192.png"/><Relationship Id="rId148" Type="http://schemas.openxmlformats.org/officeDocument/2006/relationships/customXml" Target="../ink/ink1400.xml"/><Relationship Id="rId164" Type="http://schemas.openxmlformats.org/officeDocument/2006/relationships/customXml" Target="../ink/ink1408.xml"/><Relationship Id="rId169" Type="http://schemas.openxmlformats.org/officeDocument/2006/relationships/image" Target="../media/image1205.png"/><Relationship Id="rId185" Type="http://schemas.openxmlformats.org/officeDocument/2006/relationships/image" Target="../media/image1213.png"/><Relationship Id="rId4" Type="http://schemas.openxmlformats.org/officeDocument/2006/relationships/customXml" Target="../ink/ink1328.xml"/><Relationship Id="rId9" Type="http://schemas.openxmlformats.org/officeDocument/2006/relationships/image" Target="../media/image1125.png"/><Relationship Id="rId180" Type="http://schemas.openxmlformats.org/officeDocument/2006/relationships/customXml" Target="../ink/ink1416.xml"/><Relationship Id="rId26" Type="http://schemas.openxmlformats.org/officeDocument/2006/relationships/customXml" Target="../ink/ink1339.xml"/><Relationship Id="rId47" Type="http://schemas.openxmlformats.org/officeDocument/2006/relationships/image" Target="../media/image1144.png"/><Relationship Id="rId68" Type="http://schemas.openxmlformats.org/officeDocument/2006/relationships/customXml" Target="../ink/ink1360.xml"/><Relationship Id="rId89" Type="http://schemas.openxmlformats.org/officeDocument/2006/relationships/image" Target="../media/image1165.png"/><Relationship Id="rId112" Type="http://schemas.openxmlformats.org/officeDocument/2006/relationships/customXml" Target="../ink/ink1382.xml"/><Relationship Id="rId133" Type="http://schemas.openxmlformats.org/officeDocument/2006/relationships/image" Target="../media/image1187.png"/><Relationship Id="rId154" Type="http://schemas.openxmlformats.org/officeDocument/2006/relationships/customXml" Target="../ink/ink1403.xml"/><Relationship Id="rId175" Type="http://schemas.openxmlformats.org/officeDocument/2006/relationships/image" Target="../media/image1208.png"/><Relationship Id="rId16" Type="http://schemas.openxmlformats.org/officeDocument/2006/relationships/customXml" Target="../ink/ink1334.xml"/><Relationship Id="rId37" Type="http://schemas.openxmlformats.org/officeDocument/2006/relationships/image" Target="../media/image1139.png"/><Relationship Id="rId58" Type="http://schemas.openxmlformats.org/officeDocument/2006/relationships/customXml" Target="../ink/ink1355.xml"/><Relationship Id="rId79" Type="http://schemas.openxmlformats.org/officeDocument/2006/relationships/image" Target="../media/image1160.png"/><Relationship Id="rId102" Type="http://schemas.openxmlformats.org/officeDocument/2006/relationships/customXml" Target="../ink/ink1377.xml"/><Relationship Id="rId123" Type="http://schemas.openxmlformats.org/officeDocument/2006/relationships/image" Target="../media/image1182.png"/><Relationship Id="rId144" Type="http://schemas.openxmlformats.org/officeDocument/2006/relationships/customXml" Target="../ink/ink1398.xml"/><Relationship Id="rId90" Type="http://schemas.openxmlformats.org/officeDocument/2006/relationships/customXml" Target="../ink/ink1371.xml"/><Relationship Id="rId165" Type="http://schemas.openxmlformats.org/officeDocument/2006/relationships/image" Target="../media/image1203.png"/><Relationship Id="rId186" Type="http://schemas.openxmlformats.org/officeDocument/2006/relationships/customXml" Target="../ink/ink1419.xml"/><Relationship Id="rId27" Type="http://schemas.openxmlformats.org/officeDocument/2006/relationships/image" Target="../media/image1134.png"/><Relationship Id="rId48" Type="http://schemas.openxmlformats.org/officeDocument/2006/relationships/customXml" Target="../ink/ink1350.xml"/><Relationship Id="rId69" Type="http://schemas.openxmlformats.org/officeDocument/2006/relationships/image" Target="../media/image1155.png"/><Relationship Id="rId113" Type="http://schemas.openxmlformats.org/officeDocument/2006/relationships/image" Target="../media/image1177.png"/><Relationship Id="rId134" Type="http://schemas.openxmlformats.org/officeDocument/2006/relationships/customXml" Target="../ink/ink1393.xml"/><Relationship Id="rId80" Type="http://schemas.openxmlformats.org/officeDocument/2006/relationships/customXml" Target="../ink/ink1366.xml"/><Relationship Id="rId155" Type="http://schemas.openxmlformats.org/officeDocument/2006/relationships/image" Target="../media/image1198.png"/><Relationship Id="rId176" Type="http://schemas.openxmlformats.org/officeDocument/2006/relationships/customXml" Target="../ink/ink1414.xml"/><Relationship Id="rId17" Type="http://schemas.openxmlformats.org/officeDocument/2006/relationships/image" Target="../media/image1129.png"/><Relationship Id="rId38" Type="http://schemas.openxmlformats.org/officeDocument/2006/relationships/customXml" Target="../ink/ink1345.xml"/><Relationship Id="rId59" Type="http://schemas.openxmlformats.org/officeDocument/2006/relationships/image" Target="../media/image1150.png"/><Relationship Id="rId103" Type="http://schemas.openxmlformats.org/officeDocument/2006/relationships/image" Target="../media/image1172.png"/><Relationship Id="rId124" Type="http://schemas.openxmlformats.org/officeDocument/2006/relationships/customXml" Target="../ink/ink1388.xml"/><Relationship Id="rId70" Type="http://schemas.openxmlformats.org/officeDocument/2006/relationships/customXml" Target="../ink/ink1361.xml"/><Relationship Id="rId91" Type="http://schemas.openxmlformats.org/officeDocument/2006/relationships/image" Target="../media/image1166.png"/><Relationship Id="rId145" Type="http://schemas.openxmlformats.org/officeDocument/2006/relationships/image" Target="../media/image1193.png"/><Relationship Id="rId166" Type="http://schemas.openxmlformats.org/officeDocument/2006/relationships/customXml" Target="../ink/ink1409.xml"/><Relationship Id="rId187" Type="http://schemas.openxmlformats.org/officeDocument/2006/relationships/image" Target="../media/image1214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340.xml"/><Relationship Id="rId49" Type="http://schemas.openxmlformats.org/officeDocument/2006/relationships/image" Target="../media/image1145.png"/><Relationship Id="rId114" Type="http://schemas.openxmlformats.org/officeDocument/2006/relationships/customXml" Target="../ink/ink1383.xml"/><Relationship Id="rId60" Type="http://schemas.openxmlformats.org/officeDocument/2006/relationships/customXml" Target="../ink/ink1356.xml"/><Relationship Id="rId81" Type="http://schemas.openxmlformats.org/officeDocument/2006/relationships/image" Target="../media/image1161.png"/><Relationship Id="rId135" Type="http://schemas.openxmlformats.org/officeDocument/2006/relationships/image" Target="../media/image1188.png"/><Relationship Id="rId156" Type="http://schemas.openxmlformats.org/officeDocument/2006/relationships/customXml" Target="../ink/ink1404.xml"/><Relationship Id="rId177" Type="http://schemas.openxmlformats.org/officeDocument/2006/relationships/image" Target="../media/image1209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710.png"/><Relationship Id="rId299" Type="http://schemas.openxmlformats.org/officeDocument/2006/relationships/image" Target="../media/image2880.png"/><Relationship Id="rId21" Type="http://schemas.openxmlformats.org/officeDocument/2006/relationships/image" Target="../media/image14911.png"/><Relationship Id="rId63" Type="http://schemas.openxmlformats.org/officeDocument/2006/relationships/image" Target="../media/image17010.png"/><Relationship Id="rId159" Type="http://schemas.openxmlformats.org/officeDocument/2006/relationships/image" Target="../media/image2180.png"/><Relationship Id="rId324" Type="http://schemas.openxmlformats.org/officeDocument/2006/relationships/customXml" Target="../ink/ink1581.xml"/><Relationship Id="rId366" Type="http://schemas.openxmlformats.org/officeDocument/2006/relationships/customXml" Target="../ink/ink1602.xml"/><Relationship Id="rId170" Type="http://schemas.openxmlformats.org/officeDocument/2006/relationships/customXml" Target="../ink/ink1504.xml"/><Relationship Id="rId226" Type="http://schemas.openxmlformats.org/officeDocument/2006/relationships/customXml" Target="../ink/ink1532.xml"/><Relationship Id="rId268" Type="http://schemas.openxmlformats.org/officeDocument/2006/relationships/customXml" Target="../ink/ink1553.xml"/><Relationship Id="rId32" Type="http://schemas.openxmlformats.org/officeDocument/2006/relationships/customXml" Target="../ink/ink1435.xml"/><Relationship Id="rId74" Type="http://schemas.openxmlformats.org/officeDocument/2006/relationships/customXml" Target="../ink/ink1456.xml"/><Relationship Id="rId128" Type="http://schemas.openxmlformats.org/officeDocument/2006/relationships/customXml" Target="../ink/ink1483.xml"/><Relationship Id="rId335" Type="http://schemas.openxmlformats.org/officeDocument/2006/relationships/image" Target="../media/image3060.png"/><Relationship Id="rId377" Type="http://schemas.openxmlformats.org/officeDocument/2006/relationships/image" Target="../media/image3270.png"/><Relationship Id="rId5" Type="http://schemas.openxmlformats.org/officeDocument/2006/relationships/image" Target="../media/image14110.png"/><Relationship Id="rId181" Type="http://schemas.openxmlformats.org/officeDocument/2006/relationships/image" Target="../media/image2290.png"/><Relationship Id="rId237" Type="http://schemas.openxmlformats.org/officeDocument/2006/relationships/image" Target="../media/image2570.png"/><Relationship Id="rId402" Type="http://schemas.openxmlformats.org/officeDocument/2006/relationships/customXml" Target="../ink/ink1620.xml"/><Relationship Id="rId279" Type="http://schemas.openxmlformats.org/officeDocument/2006/relationships/image" Target="../media/image2780.png"/><Relationship Id="rId43" Type="http://schemas.openxmlformats.org/officeDocument/2006/relationships/image" Target="../media/image16010.png"/><Relationship Id="rId139" Type="http://schemas.openxmlformats.org/officeDocument/2006/relationships/image" Target="../media/image20810.png"/><Relationship Id="rId290" Type="http://schemas.openxmlformats.org/officeDocument/2006/relationships/customXml" Target="../ink/ink1564.xml"/><Relationship Id="rId304" Type="http://schemas.openxmlformats.org/officeDocument/2006/relationships/customXml" Target="../ink/ink1571.xml"/><Relationship Id="rId346" Type="http://schemas.openxmlformats.org/officeDocument/2006/relationships/customXml" Target="../ink/ink1592.xml"/><Relationship Id="rId388" Type="http://schemas.openxmlformats.org/officeDocument/2006/relationships/customXml" Target="../ink/ink1613.xml"/><Relationship Id="rId85" Type="http://schemas.openxmlformats.org/officeDocument/2006/relationships/image" Target="../media/image18110.png"/><Relationship Id="rId150" Type="http://schemas.openxmlformats.org/officeDocument/2006/relationships/customXml" Target="../ink/ink1494.xml"/><Relationship Id="rId192" Type="http://schemas.openxmlformats.org/officeDocument/2006/relationships/customXml" Target="../ink/ink1515.xml"/><Relationship Id="rId206" Type="http://schemas.openxmlformats.org/officeDocument/2006/relationships/customXml" Target="../ink/ink1522.xml"/><Relationship Id="rId413" Type="http://schemas.openxmlformats.org/officeDocument/2006/relationships/image" Target="../media/image3450.png"/><Relationship Id="rId248" Type="http://schemas.openxmlformats.org/officeDocument/2006/relationships/customXml" Target="../ink/ink1543.xml"/><Relationship Id="rId12" Type="http://schemas.openxmlformats.org/officeDocument/2006/relationships/customXml" Target="../ink/ink1425.xml"/><Relationship Id="rId108" Type="http://schemas.openxmlformats.org/officeDocument/2006/relationships/customXml" Target="../ink/ink1473.xml"/><Relationship Id="rId315" Type="http://schemas.openxmlformats.org/officeDocument/2006/relationships/image" Target="../media/image2960.png"/><Relationship Id="rId357" Type="http://schemas.openxmlformats.org/officeDocument/2006/relationships/image" Target="../media/image3170.png"/><Relationship Id="rId54" Type="http://schemas.openxmlformats.org/officeDocument/2006/relationships/customXml" Target="../ink/ink1446.xml"/><Relationship Id="rId96" Type="http://schemas.openxmlformats.org/officeDocument/2006/relationships/customXml" Target="../ink/ink1467.xml"/><Relationship Id="rId161" Type="http://schemas.openxmlformats.org/officeDocument/2006/relationships/image" Target="../media/image2190.png"/><Relationship Id="rId217" Type="http://schemas.openxmlformats.org/officeDocument/2006/relationships/image" Target="../media/image2470.png"/><Relationship Id="rId399" Type="http://schemas.openxmlformats.org/officeDocument/2006/relationships/image" Target="../media/image3380.png"/><Relationship Id="rId259" Type="http://schemas.openxmlformats.org/officeDocument/2006/relationships/image" Target="../media/image2680.png"/><Relationship Id="rId424" Type="http://schemas.openxmlformats.org/officeDocument/2006/relationships/customXml" Target="../ink/ink1631.xml"/><Relationship Id="rId23" Type="http://schemas.openxmlformats.org/officeDocument/2006/relationships/image" Target="../media/image15010.png"/><Relationship Id="rId119" Type="http://schemas.openxmlformats.org/officeDocument/2006/relationships/image" Target="../media/image19810.png"/><Relationship Id="rId270" Type="http://schemas.openxmlformats.org/officeDocument/2006/relationships/customXml" Target="../ink/ink1554.xml"/><Relationship Id="rId326" Type="http://schemas.openxmlformats.org/officeDocument/2006/relationships/customXml" Target="../ink/ink1582.xml"/><Relationship Id="rId65" Type="http://schemas.openxmlformats.org/officeDocument/2006/relationships/image" Target="../media/image17110.png"/><Relationship Id="rId130" Type="http://schemas.openxmlformats.org/officeDocument/2006/relationships/customXml" Target="../ink/ink1484.xml"/><Relationship Id="rId368" Type="http://schemas.openxmlformats.org/officeDocument/2006/relationships/customXml" Target="../ink/ink1603.xml"/><Relationship Id="rId172" Type="http://schemas.openxmlformats.org/officeDocument/2006/relationships/customXml" Target="../ink/ink1505.xml"/><Relationship Id="rId228" Type="http://schemas.openxmlformats.org/officeDocument/2006/relationships/customXml" Target="../ink/ink1533.xml"/><Relationship Id="rId281" Type="http://schemas.openxmlformats.org/officeDocument/2006/relationships/image" Target="../media/image2790.png"/><Relationship Id="rId337" Type="http://schemas.openxmlformats.org/officeDocument/2006/relationships/image" Target="../media/image3070.png"/><Relationship Id="rId34" Type="http://schemas.openxmlformats.org/officeDocument/2006/relationships/customXml" Target="../ink/ink1436.xml"/><Relationship Id="rId76" Type="http://schemas.openxmlformats.org/officeDocument/2006/relationships/customXml" Target="../ink/ink1457.xml"/><Relationship Id="rId141" Type="http://schemas.openxmlformats.org/officeDocument/2006/relationships/image" Target="../media/image20910.png"/><Relationship Id="rId379" Type="http://schemas.openxmlformats.org/officeDocument/2006/relationships/image" Target="../media/image3280.png"/><Relationship Id="rId7" Type="http://schemas.openxmlformats.org/officeDocument/2006/relationships/image" Target="../media/image14210.png"/><Relationship Id="rId183" Type="http://schemas.openxmlformats.org/officeDocument/2006/relationships/image" Target="../media/image2300.png"/><Relationship Id="rId239" Type="http://schemas.openxmlformats.org/officeDocument/2006/relationships/image" Target="../media/image2580.png"/><Relationship Id="rId390" Type="http://schemas.openxmlformats.org/officeDocument/2006/relationships/customXml" Target="../ink/ink1614.xml"/><Relationship Id="rId404" Type="http://schemas.openxmlformats.org/officeDocument/2006/relationships/customXml" Target="../ink/ink1621.xml"/><Relationship Id="rId250" Type="http://schemas.openxmlformats.org/officeDocument/2006/relationships/customXml" Target="../ink/ink1544.xml"/><Relationship Id="rId292" Type="http://schemas.openxmlformats.org/officeDocument/2006/relationships/customXml" Target="../ink/ink1565.xml"/><Relationship Id="rId306" Type="http://schemas.openxmlformats.org/officeDocument/2006/relationships/customXml" Target="../ink/ink1572.xml"/><Relationship Id="rId45" Type="http://schemas.openxmlformats.org/officeDocument/2006/relationships/image" Target="../media/image16110.png"/><Relationship Id="rId87" Type="http://schemas.openxmlformats.org/officeDocument/2006/relationships/image" Target="../media/image18210.png"/><Relationship Id="rId110" Type="http://schemas.openxmlformats.org/officeDocument/2006/relationships/customXml" Target="../ink/ink1474.xml"/><Relationship Id="rId348" Type="http://schemas.openxmlformats.org/officeDocument/2006/relationships/customXml" Target="../ink/ink1593.xml"/><Relationship Id="rId152" Type="http://schemas.openxmlformats.org/officeDocument/2006/relationships/customXml" Target="../ink/ink1495.xml"/><Relationship Id="rId194" Type="http://schemas.openxmlformats.org/officeDocument/2006/relationships/customXml" Target="../ink/ink1516.xml"/><Relationship Id="rId208" Type="http://schemas.openxmlformats.org/officeDocument/2006/relationships/customXml" Target="../ink/ink1523.xml"/><Relationship Id="rId415" Type="http://schemas.openxmlformats.org/officeDocument/2006/relationships/image" Target="../media/image3460.png"/><Relationship Id="rId261" Type="http://schemas.openxmlformats.org/officeDocument/2006/relationships/image" Target="../media/image2690.png"/><Relationship Id="rId14" Type="http://schemas.openxmlformats.org/officeDocument/2006/relationships/customXml" Target="../ink/ink1426.xml"/><Relationship Id="rId56" Type="http://schemas.openxmlformats.org/officeDocument/2006/relationships/customXml" Target="../ink/ink1447.xml"/><Relationship Id="rId317" Type="http://schemas.openxmlformats.org/officeDocument/2006/relationships/image" Target="../media/image2970.png"/><Relationship Id="rId359" Type="http://schemas.openxmlformats.org/officeDocument/2006/relationships/image" Target="../media/image3180.png"/><Relationship Id="rId98" Type="http://schemas.openxmlformats.org/officeDocument/2006/relationships/customXml" Target="../ink/ink1468.xml"/><Relationship Id="rId121" Type="http://schemas.openxmlformats.org/officeDocument/2006/relationships/image" Target="../media/image19910.png"/><Relationship Id="rId163" Type="http://schemas.openxmlformats.org/officeDocument/2006/relationships/image" Target="../media/image2200.png"/><Relationship Id="rId219" Type="http://schemas.openxmlformats.org/officeDocument/2006/relationships/image" Target="../media/image2480.png"/><Relationship Id="rId370" Type="http://schemas.openxmlformats.org/officeDocument/2006/relationships/customXml" Target="../ink/ink1604.xml"/><Relationship Id="rId426" Type="http://schemas.openxmlformats.org/officeDocument/2006/relationships/customXml" Target="../ink/ink1632.xml"/><Relationship Id="rId230" Type="http://schemas.openxmlformats.org/officeDocument/2006/relationships/customXml" Target="../ink/ink1534.xml"/><Relationship Id="rId25" Type="http://schemas.openxmlformats.org/officeDocument/2006/relationships/image" Target="../media/image15110.png"/><Relationship Id="rId67" Type="http://schemas.openxmlformats.org/officeDocument/2006/relationships/image" Target="../media/image17210.png"/><Relationship Id="rId272" Type="http://schemas.openxmlformats.org/officeDocument/2006/relationships/customXml" Target="../ink/ink1555.xml"/><Relationship Id="rId328" Type="http://schemas.openxmlformats.org/officeDocument/2006/relationships/customXml" Target="../ink/ink1583.xml"/><Relationship Id="rId132" Type="http://schemas.openxmlformats.org/officeDocument/2006/relationships/customXml" Target="../ink/ink1485.xml"/><Relationship Id="rId174" Type="http://schemas.openxmlformats.org/officeDocument/2006/relationships/customXml" Target="../ink/ink1506.xml"/><Relationship Id="rId381" Type="http://schemas.openxmlformats.org/officeDocument/2006/relationships/image" Target="../media/image3290.png"/><Relationship Id="rId241" Type="http://schemas.openxmlformats.org/officeDocument/2006/relationships/image" Target="../media/image2590.png"/><Relationship Id="rId36" Type="http://schemas.openxmlformats.org/officeDocument/2006/relationships/customXml" Target="../ink/ink1437.xml"/><Relationship Id="rId283" Type="http://schemas.openxmlformats.org/officeDocument/2006/relationships/image" Target="../media/image2800.png"/><Relationship Id="rId339" Type="http://schemas.openxmlformats.org/officeDocument/2006/relationships/image" Target="../media/image3080.png"/><Relationship Id="rId78" Type="http://schemas.openxmlformats.org/officeDocument/2006/relationships/customXml" Target="../ink/ink1458.xml"/><Relationship Id="rId101" Type="http://schemas.openxmlformats.org/officeDocument/2006/relationships/image" Target="../media/image18910.png"/><Relationship Id="rId143" Type="http://schemas.openxmlformats.org/officeDocument/2006/relationships/image" Target="../media/image21010.png"/><Relationship Id="rId185" Type="http://schemas.openxmlformats.org/officeDocument/2006/relationships/image" Target="../media/image2311.png"/><Relationship Id="rId350" Type="http://schemas.openxmlformats.org/officeDocument/2006/relationships/customXml" Target="../ink/ink1594.xml"/><Relationship Id="rId406" Type="http://schemas.openxmlformats.org/officeDocument/2006/relationships/customXml" Target="../ink/ink1622.xml"/><Relationship Id="rId9" Type="http://schemas.openxmlformats.org/officeDocument/2006/relationships/image" Target="../media/image14310.png"/><Relationship Id="rId210" Type="http://schemas.openxmlformats.org/officeDocument/2006/relationships/customXml" Target="../ink/ink1524.xml"/><Relationship Id="rId392" Type="http://schemas.openxmlformats.org/officeDocument/2006/relationships/customXml" Target="../ink/ink1615.xml"/><Relationship Id="rId252" Type="http://schemas.openxmlformats.org/officeDocument/2006/relationships/customXml" Target="../ink/ink1545.xml"/><Relationship Id="rId294" Type="http://schemas.openxmlformats.org/officeDocument/2006/relationships/customXml" Target="../ink/ink1566.xml"/><Relationship Id="rId308" Type="http://schemas.openxmlformats.org/officeDocument/2006/relationships/customXml" Target="../ink/ink1573.xml"/><Relationship Id="rId47" Type="http://schemas.openxmlformats.org/officeDocument/2006/relationships/image" Target="../media/image16210.png"/><Relationship Id="rId89" Type="http://schemas.openxmlformats.org/officeDocument/2006/relationships/image" Target="../media/image18310.png"/><Relationship Id="rId112" Type="http://schemas.openxmlformats.org/officeDocument/2006/relationships/customXml" Target="../ink/ink1475.xml"/><Relationship Id="rId154" Type="http://schemas.openxmlformats.org/officeDocument/2006/relationships/customXml" Target="../ink/ink1496.xml"/><Relationship Id="rId361" Type="http://schemas.openxmlformats.org/officeDocument/2006/relationships/image" Target="../media/image3190.png"/><Relationship Id="rId196" Type="http://schemas.openxmlformats.org/officeDocument/2006/relationships/customXml" Target="../ink/ink1517.xml"/><Relationship Id="rId417" Type="http://schemas.openxmlformats.org/officeDocument/2006/relationships/image" Target="../media/image3470.png"/><Relationship Id="rId16" Type="http://schemas.openxmlformats.org/officeDocument/2006/relationships/customXml" Target="../ink/ink1427.xml"/><Relationship Id="rId221" Type="http://schemas.openxmlformats.org/officeDocument/2006/relationships/image" Target="../media/image2490.png"/><Relationship Id="rId263" Type="http://schemas.openxmlformats.org/officeDocument/2006/relationships/image" Target="../media/image2700.png"/><Relationship Id="rId319" Type="http://schemas.openxmlformats.org/officeDocument/2006/relationships/image" Target="../media/image2980.png"/><Relationship Id="rId58" Type="http://schemas.openxmlformats.org/officeDocument/2006/relationships/customXml" Target="../ink/ink1448.xml"/><Relationship Id="rId123" Type="http://schemas.openxmlformats.org/officeDocument/2006/relationships/image" Target="../media/image20010.png"/><Relationship Id="rId330" Type="http://schemas.openxmlformats.org/officeDocument/2006/relationships/customXml" Target="../ink/ink1584.xml"/><Relationship Id="rId165" Type="http://schemas.openxmlformats.org/officeDocument/2006/relationships/image" Target="../media/image2211.png"/><Relationship Id="rId372" Type="http://schemas.openxmlformats.org/officeDocument/2006/relationships/customXml" Target="../ink/ink1605.xml"/><Relationship Id="rId428" Type="http://schemas.openxmlformats.org/officeDocument/2006/relationships/customXml" Target="../ink/ink1633.xml"/><Relationship Id="rId232" Type="http://schemas.openxmlformats.org/officeDocument/2006/relationships/customXml" Target="../ink/ink1535.xml"/><Relationship Id="rId274" Type="http://schemas.openxmlformats.org/officeDocument/2006/relationships/customXml" Target="../ink/ink1556.xml"/><Relationship Id="rId27" Type="http://schemas.openxmlformats.org/officeDocument/2006/relationships/image" Target="../media/image15210.png"/><Relationship Id="rId69" Type="http://schemas.openxmlformats.org/officeDocument/2006/relationships/image" Target="../media/image17310.png"/><Relationship Id="rId134" Type="http://schemas.openxmlformats.org/officeDocument/2006/relationships/customXml" Target="../ink/ink1486.xml"/><Relationship Id="rId80" Type="http://schemas.openxmlformats.org/officeDocument/2006/relationships/customXml" Target="../ink/ink1459.xml"/><Relationship Id="rId176" Type="http://schemas.openxmlformats.org/officeDocument/2006/relationships/customXml" Target="../ink/ink1507.xml"/><Relationship Id="rId341" Type="http://schemas.openxmlformats.org/officeDocument/2006/relationships/image" Target="../media/image3090.png"/><Relationship Id="rId383" Type="http://schemas.openxmlformats.org/officeDocument/2006/relationships/image" Target="../media/image3300.png"/><Relationship Id="rId201" Type="http://schemas.openxmlformats.org/officeDocument/2006/relationships/image" Target="../media/image2390.png"/><Relationship Id="rId243" Type="http://schemas.openxmlformats.org/officeDocument/2006/relationships/image" Target="../media/image2600.png"/><Relationship Id="rId285" Type="http://schemas.openxmlformats.org/officeDocument/2006/relationships/image" Target="../media/image2811.png"/><Relationship Id="rId38" Type="http://schemas.openxmlformats.org/officeDocument/2006/relationships/customXml" Target="../ink/ink1438.xml"/><Relationship Id="rId103" Type="http://schemas.openxmlformats.org/officeDocument/2006/relationships/image" Target="../media/image19010.png"/><Relationship Id="rId310" Type="http://schemas.openxmlformats.org/officeDocument/2006/relationships/customXml" Target="../ink/ink1574.xml"/><Relationship Id="rId91" Type="http://schemas.openxmlformats.org/officeDocument/2006/relationships/image" Target="../media/image18410.png"/><Relationship Id="rId145" Type="http://schemas.openxmlformats.org/officeDocument/2006/relationships/image" Target="../media/image21110.png"/><Relationship Id="rId187" Type="http://schemas.openxmlformats.org/officeDocument/2006/relationships/image" Target="../media/image2320.png"/><Relationship Id="rId352" Type="http://schemas.openxmlformats.org/officeDocument/2006/relationships/customXml" Target="../ink/ink1595.xml"/><Relationship Id="rId394" Type="http://schemas.openxmlformats.org/officeDocument/2006/relationships/customXml" Target="../ink/ink1616.xml"/><Relationship Id="rId408" Type="http://schemas.openxmlformats.org/officeDocument/2006/relationships/customXml" Target="../ink/ink1623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525.xml"/><Relationship Id="rId233" Type="http://schemas.openxmlformats.org/officeDocument/2006/relationships/image" Target="../media/image2550.png"/><Relationship Id="rId254" Type="http://schemas.openxmlformats.org/officeDocument/2006/relationships/customXml" Target="../ink/ink1546.xml"/><Relationship Id="rId28" Type="http://schemas.openxmlformats.org/officeDocument/2006/relationships/customXml" Target="../ink/ink1433.xml"/><Relationship Id="rId49" Type="http://schemas.openxmlformats.org/officeDocument/2006/relationships/image" Target="../media/image16310.png"/><Relationship Id="rId114" Type="http://schemas.openxmlformats.org/officeDocument/2006/relationships/customXml" Target="../ink/ink1476.xml"/><Relationship Id="rId275" Type="http://schemas.openxmlformats.org/officeDocument/2006/relationships/image" Target="../media/image2760.png"/><Relationship Id="rId296" Type="http://schemas.openxmlformats.org/officeDocument/2006/relationships/customXml" Target="../ink/ink1567.xml"/><Relationship Id="rId300" Type="http://schemas.openxmlformats.org/officeDocument/2006/relationships/customXml" Target="../ink/ink1569.xml"/><Relationship Id="rId60" Type="http://schemas.openxmlformats.org/officeDocument/2006/relationships/customXml" Target="../ink/ink1449.xml"/><Relationship Id="rId81" Type="http://schemas.openxmlformats.org/officeDocument/2006/relationships/image" Target="../media/image17910.png"/><Relationship Id="rId135" Type="http://schemas.openxmlformats.org/officeDocument/2006/relationships/image" Target="../media/image20610.png"/><Relationship Id="rId156" Type="http://schemas.openxmlformats.org/officeDocument/2006/relationships/customXml" Target="../ink/ink1497.xml"/><Relationship Id="rId177" Type="http://schemas.openxmlformats.org/officeDocument/2006/relationships/image" Target="../media/image2270.png"/><Relationship Id="rId198" Type="http://schemas.openxmlformats.org/officeDocument/2006/relationships/customXml" Target="../ink/ink1518.xml"/><Relationship Id="rId321" Type="http://schemas.openxmlformats.org/officeDocument/2006/relationships/image" Target="../media/image2990.png"/><Relationship Id="rId342" Type="http://schemas.openxmlformats.org/officeDocument/2006/relationships/customXml" Target="../ink/ink1590.xml"/><Relationship Id="rId363" Type="http://schemas.openxmlformats.org/officeDocument/2006/relationships/image" Target="../media/image3200.png"/><Relationship Id="rId384" Type="http://schemas.openxmlformats.org/officeDocument/2006/relationships/customXml" Target="../ink/ink1611.xml"/><Relationship Id="rId419" Type="http://schemas.openxmlformats.org/officeDocument/2006/relationships/image" Target="../media/image3480.png"/><Relationship Id="rId202" Type="http://schemas.openxmlformats.org/officeDocument/2006/relationships/customXml" Target="../ink/ink1520.xml"/><Relationship Id="rId223" Type="http://schemas.openxmlformats.org/officeDocument/2006/relationships/image" Target="../media/image2500.png"/><Relationship Id="rId244" Type="http://schemas.openxmlformats.org/officeDocument/2006/relationships/customXml" Target="../ink/ink1541.xml"/><Relationship Id="rId18" Type="http://schemas.openxmlformats.org/officeDocument/2006/relationships/customXml" Target="../ink/ink1428.xml"/><Relationship Id="rId39" Type="http://schemas.openxmlformats.org/officeDocument/2006/relationships/image" Target="../media/image15810.png"/><Relationship Id="rId265" Type="http://schemas.openxmlformats.org/officeDocument/2006/relationships/image" Target="../media/image2711.png"/><Relationship Id="rId286" Type="http://schemas.openxmlformats.org/officeDocument/2006/relationships/customXml" Target="../ink/ink1562.xml"/><Relationship Id="rId50" Type="http://schemas.openxmlformats.org/officeDocument/2006/relationships/customXml" Target="../ink/ink1444.xml"/><Relationship Id="rId104" Type="http://schemas.openxmlformats.org/officeDocument/2006/relationships/customXml" Target="../ink/ink1471.xml"/><Relationship Id="rId125" Type="http://schemas.openxmlformats.org/officeDocument/2006/relationships/image" Target="../media/image20110.png"/><Relationship Id="rId146" Type="http://schemas.openxmlformats.org/officeDocument/2006/relationships/customXml" Target="../ink/ink1492.xml"/><Relationship Id="rId167" Type="http://schemas.openxmlformats.org/officeDocument/2006/relationships/image" Target="../media/image2220.png"/><Relationship Id="rId188" Type="http://schemas.openxmlformats.org/officeDocument/2006/relationships/customXml" Target="../ink/ink1513.xml"/><Relationship Id="rId311" Type="http://schemas.openxmlformats.org/officeDocument/2006/relationships/image" Target="../media/image2940.png"/><Relationship Id="rId332" Type="http://schemas.openxmlformats.org/officeDocument/2006/relationships/customXml" Target="../ink/ink1585.xml"/><Relationship Id="rId353" Type="http://schemas.openxmlformats.org/officeDocument/2006/relationships/image" Target="../media/image3150.png"/><Relationship Id="rId374" Type="http://schemas.openxmlformats.org/officeDocument/2006/relationships/customXml" Target="../ink/ink1606.xml"/><Relationship Id="rId395" Type="http://schemas.openxmlformats.org/officeDocument/2006/relationships/image" Target="../media/image3360.png"/><Relationship Id="rId409" Type="http://schemas.openxmlformats.org/officeDocument/2006/relationships/image" Target="../media/image3430.png"/><Relationship Id="rId71" Type="http://schemas.openxmlformats.org/officeDocument/2006/relationships/image" Target="../media/image17410.png"/><Relationship Id="rId92" Type="http://schemas.openxmlformats.org/officeDocument/2006/relationships/customXml" Target="../ink/ink1465.xml"/><Relationship Id="rId213" Type="http://schemas.openxmlformats.org/officeDocument/2006/relationships/image" Target="../media/image2450.png"/><Relationship Id="rId234" Type="http://schemas.openxmlformats.org/officeDocument/2006/relationships/customXml" Target="../ink/ink1536.xml"/><Relationship Id="rId420" Type="http://schemas.openxmlformats.org/officeDocument/2006/relationships/customXml" Target="../ink/ink1629.xml"/><Relationship Id="rId2" Type="http://schemas.openxmlformats.org/officeDocument/2006/relationships/customXml" Target="../ink/ink1420.xml"/><Relationship Id="rId29" Type="http://schemas.openxmlformats.org/officeDocument/2006/relationships/image" Target="../media/image15310.png"/><Relationship Id="rId255" Type="http://schemas.openxmlformats.org/officeDocument/2006/relationships/image" Target="../media/image2660.png"/><Relationship Id="rId276" Type="http://schemas.openxmlformats.org/officeDocument/2006/relationships/customXml" Target="../ink/ink1557.xml"/><Relationship Id="rId297" Type="http://schemas.openxmlformats.org/officeDocument/2006/relationships/image" Target="../media/image2870.png"/><Relationship Id="rId40" Type="http://schemas.openxmlformats.org/officeDocument/2006/relationships/customXml" Target="../ink/ink1439.xml"/><Relationship Id="rId115" Type="http://schemas.openxmlformats.org/officeDocument/2006/relationships/image" Target="../media/image19610.png"/><Relationship Id="rId136" Type="http://schemas.openxmlformats.org/officeDocument/2006/relationships/customXml" Target="../ink/ink1487.xml"/><Relationship Id="rId157" Type="http://schemas.openxmlformats.org/officeDocument/2006/relationships/image" Target="../media/image2176.png"/><Relationship Id="rId178" Type="http://schemas.openxmlformats.org/officeDocument/2006/relationships/customXml" Target="../ink/ink1508.xml"/><Relationship Id="rId301" Type="http://schemas.openxmlformats.org/officeDocument/2006/relationships/image" Target="../media/image2890.png"/><Relationship Id="rId322" Type="http://schemas.openxmlformats.org/officeDocument/2006/relationships/customXml" Target="../ink/ink1580.xml"/><Relationship Id="rId343" Type="http://schemas.openxmlformats.org/officeDocument/2006/relationships/image" Target="../media/image3101.png"/><Relationship Id="rId364" Type="http://schemas.openxmlformats.org/officeDocument/2006/relationships/customXml" Target="../ink/ink1601.xml"/><Relationship Id="rId61" Type="http://schemas.openxmlformats.org/officeDocument/2006/relationships/image" Target="../media/image16910.png"/><Relationship Id="rId82" Type="http://schemas.openxmlformats.org/officeDocument/2006/relationships/customXml" Target="../ink/ink1460.xml"/><Relationship Id="rId199" Type="http://schemas.openxmlformats.org/officeDocument/2006/relationships/image" Target="../media/image2380.png"/><Relationship Id="rId203" Type="http://schemas.openxmlformats.org/officeDocument/2006/relationships/image" Target="../media/image2400.png"/><Relationship Id="rId385" Type="http://schemas.openxmlformats.org/officeDocument/2006/relationships/image" Target="../media/image3311.png"/><Relationship Id="rId19" Type="http://schemas.openxmlformats.org/officeDocument/2006/relationships/image" Target="../media/image14811.png"/><Relationship Id="rId224" Type="http://schemas.openxmlformats.org/officeDocument/2006/relationships/customXml" Target="../ink/ink1531.xml"/><Relationship Id="rId245" Type="http://schemas.openxmlformats.org/officeDocument/2006/relationships/image" Target="../media/image2611.png"/><Relationship Id="rId266" Type="http://schemas.openxmlformats.org/officeDocument/2006/relationships/customXml" Target="../ink/ink1552.xml"/><Relationship Id="rId287" Type="http://schemas.openxmlformats.org/officeDocument/2006/relationships/image" Target="../media/image2820.png"/><Relationship Id="rId410" Type="http://schemas.openxmlformats.org/officeDocument/2006/relationships/customXml" Target="../ink/ink1624.xml"/><Relationship Id="rId30" Type="http://schemas.openxmlformats.org/officeDocument/2006/relationships/customXml" Target="../ink/ink1434.xml"/><Relationship Id="rId105" Type="http://schemas.openxmlformats.org/officeDocument/2006/relationships/image" Target="../media/image19110.png"/><Relationship Id="rId126" Type="http://schemas.openxmlformats.org/officeDocument/2006/relationships/customXml" Target="../ink/ink1482.xml"/><Relationship Id="rId147" Type="http://schemas.openxmlformats.org/officeDocument/2006/relationships/image" Target="../media/image21210.png"/><Relationship Id="rId168" Type="http://schemas.openxmlformats.org/officeDocument/2006/relationships/customXml" Target="../ink/ink1503.xml"/><Relationship Id="rId312" Type="http://schemas.openxmlformats.org/officeDocument/2006/relationships/customXml" Target="../ink/ink1575.xml"/><Relationship Id="rId333" Type="http://schemas.openxmlformats.org/officeDocument/2006/relationships/image" Target="../media/image3050.png"/><Relationship Id="rId354" Type="http://schemas.openxmlformats.org/officeDocument/2006/relationships/customXml" Target="../ink/ink1596.xml"/><Relationship Id="rId51" Type="http://schemas.openxmlformats.org/officeDocument/2006/relationships/image" Target="../media/image16410.png"/><Relationship Id="rId72" Type="http://schemas.openxmlformats.org/officeDocument/2006/relationships/customXml" Target="../ink/ink1455.xml"/><Relationship Id="rId93" Type="http://schemas.openxmlformats.org/officeDocument/2006/relationships/image" Target="../media/image18510.png"/><Relationship Id="rId189" Type="http://schemas.openxmlformats.org/officeDocument/2006/relationships/image" Target="../media/image2330.png"/><Relationship Id="rId375" Type="http://schemas.openxmlformats.org/officeDocument/2006/relationships/image" Target="../media/image3260.png"/><Relationship Id="rId396" Type="http://schemas.openxmlformats.org/officeDocument/2006/relationships/customXml" Target="../ink/ink1617.xml"/><Relationship Id="rId3" Type="http://schemas.openxmlformats.org/officeDocument/2006/relationships/image" Target="../media/image14010.png"/><Relationship Id="rId214" Type="http://schemas.openxmlformats.org/officeDocument/2006/relationships/customXml" Target="../ink/ink1526.xml"/><Relationship Id="rId235" Type="http://schemas.openxmlformats.org/officeDocument/2006/relationships/image" Target="../media/image2560.png"/><Relationship Id="rId256" Type="http://schemas.openxmlformats.org/officeDocument/2006/relationships/customXml" Target="../ink/ink1547.xml"/><Relationship Id="rId277" Type="http://schemas.openxmlformats.org/officeDocument/2006/relationships/image" Target="../media/image2770.png"/><Relationship Id="rId298" Type="http://schemas.openxmlformats.org/officeDocument/2006/relationships/customXml" Target="../ink/ink1568.xml"/><Relationship Id="rId400" Type="http://schemas.openxmlformats.org/officeDocument/2006/relationships/customXml" Target="../ink/ink1619.xml"/><Relationship Id="rId421" Type="http://schemas.openxmlformats.org/officeDocument/2006/relationships/image" Target="../media/image3490.png"/><Relationship Id="rId116" Type="http://schemas.openxmlformats.org/officeDocument/2006/relationships/customXml" Target="../ink/ink1477.xml"/><Relationship Id="rId137" Type="http://schemas.openxmlformats.org/officeDocument/2006/relationships/image" Target="../media/image20710.png"/><Relationship Id="rId158" Type="http://schemas.openxmlformats.org/officeDocument/2006/relationships/customXml" Target="../ink/ink1498.xml"/><Relationship Id="rId302" Type="http://schemas.openxmlformats.org/officeDocument/2006/relationships/customXml" Target="../ink/ink1570.xml"/><Relationship Id="rId323" Type="http://schemas.openxmlformats.org/officeDocument/2006/relationships/image" Target="../media/image3000.png"/><Relationship Id="rId344" Type="http://schemas.openxmlformats.org/officeDocument/2006/relationships/customXml" Target="../ink/ink1591.xml"/><Relationship Id="rId20" Type="http://schemas.openxmlformats.org/officeDocument/2006/relationships/customXml" Target="../ink/ink1429.xml"/><Relationship Id="rId41" Type="http://schemas.openxmlformats.org/officeDocument/2006/relationships/image" Target="../media/image15910.png"/><Relationship Id="rId62" Type="http://schemas.openxmlformats.org/officeDocument/2006/relationships/customXml" Target="../ink/ink1450.xml"/><Relationship Id="rId83" Type="http://schemas.openxmlformats.org/officeDocument/2006/relationships/image" Target="../media/image18010.png"/><Relationship Id="rId179" Type="http://schemas.openxmlformats.org/officeDocument/2006/relationships/image" Target="../media/image2280.png"/><Relationship Id="rId365" Type="http://schemas.openxmlformats.org/officeDocument/2006/relationships/image" Target="../media/image3211.png"/><Relationship Id="rId386" Type="http://schemas.openxmlformats.org/officeDocument/2006/relationships/customXml" Target="../ink/ink1612.xml"/><Relationship Id="rId190" Type="http://schemas.openxmlformats.org/officeDocument/2006/relationships/customXml" Target="../ink/ink1514.xml"/><Relationship Id="rId204" Type="http://schemas.openxmlformats.org/officeDocument/2006/relationships/customXml" Target="../ink/ink1521.xml"/><Relationship Id="rId225" Type="http://schemas.openxmlformats.org/officeDocument/2006/relationships/image" Target="../media/image2511.png"/><Relationship Id="rId246" Type="http://schemas.openxmlformats.org/officeDocument/2006/relationships/customXml" Target="../ink/ink1542.xml"/><Relationship Id="rId267" Type="http://schemas.openxmlformats.org/officeDocument/2006/relationships/image" Target="../media/image2720.png"/><Relationship Id="rId288" Type="http://schemas.openxmlformats.org/officeDocument/2006/relationships/customXml" Target="../ink/ink1563.xml"/><Relationship Id="rId411" Type="http://schemas.openxmlformats.org/officeDocument/2006/relationships/image" Target="../media/image3440.png"/><Relationship Id="rId106" Type="http://schemas.openxmlformats.org/officeDocument/2006/relationships/customXml" Target="../ink/ink1472.xml"/><Relationship Id="rId127" Type="http://schemas.openxmlformats.org/officeDocument/2006/relationships/image" Target="../media/image20210.png"/><Relationship Id="rId313" Type="http://schemas.openxmlformats.org/officeDocument/2006/relationships/image" Target="../media/image2950.png"/><Relationship Id="rId10" Type="http://schemas.openxmlformats.org/officeDocument/2006/relationships/customXml" Target="../ink/ink1424.xml"/><Relationship Id="rId31" Type="http://schemas.openxmlformats.org/officeDocument/2006/relationships/image" Target="../media/image15410.png"/><Relationship Id="rId52" Type="http://schemas.openxmlformats.org/officeDocument/2006/relationships/customXml" Target="../ink/ink1445.xml"/><Relationship Id="rId73" Type="http://schemas.openxmlformats.org/officeDocument/2006/relationships/image" Target="../media/image17510.png"/><Relationship Id="rId94" Type="http://schemas.openxmlformats.org/officeDocument/2006/relationships/customXml" Target="../ink/ink1466.xml"/><Relationship Id="rId148" Type="http://schemas.openxmlformats.org/officeDocument/2006/relationships/customXml" Target="../ink/ink1493.xml"/><Relationship Id="rId169" Type="http://schemas.openxmlformats.org/officeDocument/2006/relationships/image" Target="../media/image2230.png"/><Relationship Id="rId334" Type="http://schemas.openxmlformats.org/officeDocument/2006/relationships/customXml" Target="../ink/ink1586.xml"/><Relationship Id="rId355" Type="http://schemas.openxmlformats.org/officeDocument/2006/relationships/image" Target="../media/image3160.png"/><Relationship Id="rId376" Type="http://schemas.openxmlformats.org/officeDocument/2006/relationships/customXml" Target="../ink/ink1607.xml"/><Relationship Id="rId397" Type="http://schemas.openxmlformats.org/officeDocument/2006/relationships/image" Target="../media/image3370.png"/><Relationship Id="rId4" Type="http://schemas.openxmlformats.org/officeDocument/2006/relationships/customXml" Target="../ink/ink1421.xml"/><Relationship Id="rId180" Type="http://schemas.openxmlformats.org/officeDocument/2006/relationships/customXml" Target="../ink/ink1509.xml"/><Relationship Id="rId215" Type="http://schemas.openxmlformats.org/officeDocument/2006/relationships/image" Target="../media/image2460.png"/><Relationship Id="rId236" Type="http://schemas.openxmlformats.org/officeDocument/2006/relationships/customXml" Target="../ink/ink1537.xml"/><Relationship Id="rId257" Type="http://schemas.openxmlformats.org/officeDocument/2006/relationships/image" Target="../media/image2670.png"/><Relationship Id="rId278" Type="http://schemas.openxmlformats.org/officeDocument/2006/relationships/customXml" Target="../ink/ink1558.xml"/><Relationship Id="rId401" Type="http://schemas.openxmlformats.org/officeDocument/2006/relationships/image" Target="../media/image3390.png"/><Relationship Id="rId422" Type="http://schemas.openxmlformats.org/officeDocument/2006/relationships/customXml" Target="../ink/ink1630.xml"/><Relationship Id="rId303" Type="http://schemas.openxmlformats.org/officeDocument/2006/relationships/image" Target="../media/image2900.png"/><Relationship Id="rId42" Type="http://schemas.openxmlformats.org/officeDocument/2006/relationships/customXml" Target="../ink/ink1440.xml"/><Relationship Id="rId84" Type="http://schemas.openxmlformats.org/officeDocument/2006/relationships/customXml" Target="../ink/ink1461.xml"/><Relationship Id="rId138" Type="http://schemas.openxmlformats.org/officeDocument/2006/relationships/customXml" Target="../ink/ink1488.xml"/><Relationship Id="rId345" Type="http://schemas.openxmlformats.org/officeDocument/2006/relationships/image" Target="../media/image3111.png"/><Relationship Id="rId387" Type="http://schemas.openxmlformats.org/officeDocument/2006/relationships/image" Target="../media/image3320.png"/><Relationship Id="rId191" Type="http://schemas.openxmlformats.org/officeDocument/2006/relationships/image" Target="../media/image2340.png"/><Relationship Id="rId205" Type="http://schemas.openxmlformats.org/officeDocument/2006/relationships/image" Target="../media/image2411.png"/><Relationship Id="rId247" Type="http://schemas.openxmlformats.org/officeDocument/2006/relationships/image" Target="../media/image2620.png"/><Relationship Id="rId412" Type="http://schemas.openxmlformats.org/officeDocument/2006/relationships/customXml" Target="../ink/ink1625.xml"/><Relationship Id="rId107" Type="http://schemas.openxmlformats.org/officeDocument/2006/relationships/image" Target="../media/image19210.png"/><Relationship Id="rId289" Type="http://schemas.openxmlformats.org/officeDocument/2006/relationships/image" Target="../media/image2830.png"/><Relationship Id="rId11" Type="http://schemas.openxmlformats.org/officeDocument/2006/relationships/image" Target="../media/image14410.png"/><Relationship Id="rId53" Type="http://schemas.openxmlformats.org/officeDocument/2006/relationships/image" Target="../media/image16510.png"/><Relationship Id="rId149" Type="http://schemas.openxmlformats.org/officeDocument/2006/relationships/image" Target="../media/image21310.png"/><Relationship Id="rId314" Type="http://schemas.openxmlformats.org/officeDocument/2006/relationships/customXml" Target="../ink/ink1576.xml"/><Relationship Id="rId356" Type="http://schemas.openxmlformats.org/officeDocument/2006/relationships/customXml" Target="../ink/ink1597.xml"/><Relationship Id="rId398" Type="http://schemas.openxmlformats.org/officeDocument/2006/relationships/customXml" Target="../ink/ink1618.xml"/><Relationship Id="rId95" Type="http://schemas.openxmlformats.org/officeDocument/2006/relationships/image" Target="../media/image18610.png"/><Relationship Id="rId160" Type="http://schemas.openxmlformats.org/officeDocument/2006/relationships/customXml" Target="../ink/ink1499.xml"/><Relationship Id="rId216" Type="http://schemas.openxmlformats.org/officeDocument/2006/relationships/customXml" Target="../ink/ink1527.xml"/><Relationship Id="rId423" Type="http://schemas.openxmlformats.org/officeDocument/2006/relationships/image" Target="../media/image3500.png"/><Relationship Id="rId258" Type="http://schemas.openxmlformats.org/officeDocument/2006/relationships/customXml" Target="../ink/ink1548.xml"/><Relationship Id="rId22" Type="http://schemas.openxmlformats.org/officeDocument/2006/relationships/customXml" Target="../ink/ink1430.xml"/><Relationship Id="rId64" Type="http://schemas.openxmlformats.org/officeDocument/2006/relationships/customXml" Target="../ink/ink1451.xml"/><Relationship Id="rId118" Type="http://schemas.openxmlformats.org/officeDocument/2006/relationships/customXml" Target="../ink/ink1478.xml"/><Relationship Id="rId325" Type="http://schemas.openxmlformats.org/officeDocument/2006/relationships/image" Target="../media/image3011.png"/><Relationship Id="rId367" Type="http://schemas.openxmlformats.org/officeDocument/2006/relationships/image" Target="../media/image3220.png"/><Relationship Id="rId171" Type="http://schemas.openxmlformats.org/officeDocument/2006/relationships/image" Target="../media/image2240.png"/><Relationship Id="rId227" Type="http://schemas.openxmlformats.org/officeDocument/2006/relationships/image" Target="../media/image2520.png"/><Relationship Id="rId269" Type="http://schemas.openxmlformats.org/officeDocument/2006/relationships/image" Target="../media/image2730.png"/><Relationship Id="rId33" Type="http://schemas.openxmlformats.org/officeDocument/2006/relationships/image" Target="../media/image15510.png"/><Relationship Id="rId129" Type="http://schemas.openxmlformats.org/officeDocument/2006/relationships/image" Target="../media/image20310.png"/><Relationship Id="rId280" Type="http://schemas.openxmlformats.org/officeDocument/2006/relationships/customXml" Target="../ink/ink1559.xml"/><Relationship Id="rId336" Type="http://schemas.openxmlformats.org/officeDocument/2006/relationships/customXml" Target="../ink/ink1587.xml"/><Relationship Id="rId75" Type="http://schemas.openxmlformats.org/officeDocument/2006/relationships/image" Target="../media/image17610.png"/><Relationship Id="rId140" Type="http://schemas.openxmlformats.org/officeDocument/2006/relationships/customXml" Target="../ink/ink1489.xml"/><Relationship Id="rId182" Type="http://schemas.openxmlformats.org/officeDocument/2006/relationships/customXml" Target="../ink/ink1510.xml"/><Relationship Id="rId378" Type="http://schemas.openxmlformats.org/officeDocument/2006/relationships/customXml" Target="../ink/ink1608.xml"/><Relationship Id="rId403" Type="http://schemas.openxmlformats.org/officeDocument/2006/relationships/image" Target="../media/image3400.png"/><Relationship Id="rId6" Type="http://schemas.openxmlformats.org/officeDocument/2006/relationships/customXml" Target="../ink/ink1422.xml"/><Relationship Id="rId238" Type="http://schemas.openxmlformats.org/officeDocument/2006/relationships/customXml" Target="../ink/ink1538.xml"/><Relationship Id="rId291" Type="http://schemas.openxmlformats.org/officeDocument/2006/relationships/image" Target="../media/image2840.png"/><Relationship Id="rId305" Type="http://schemas.openxmlformats.org/officeDocument/2006/relationships/image" Target="../media/image2911.png"/><Relationship Id="rId347" Type="http://schemas.openxmlformats.org/officeDocument/2006/relationships/image" Target="../media/image3120.png"/><Relationship Id="rId44" Type="http://schemas.openxmlformats.org/officeDocument/2006/relationships/customXml" Target="../ink/ink1441.xml"/><Relationship Id="rId86" Type="http://schemas.openxmlformats.org/officeDocument/2006/relationships/customXml" Target="../ink/ink1462.xml"/><Relationship Id="rId151" Type="http://schemas.openxmlformats.org/officeDocument/2006/relationships/image" Target="../media/image21410.png"/><Relationship Id="rId389" Type="http://schemas.openxmlformats.org/officeDocument/2006/relationships/image" Target="../media/image3330.png"/><Relationship Id="rId193" Type="http://schemas.openxmlformats.org/officeDocument/2006/relationships/image" Target="../media/image2350.png"/><Relationship Id="rId207" Type="http://schemas.openxmlformats.org/officeDocument/2006/relationships/image" Target="../media/image2420.png"/><Relationship Id="rId249" Type="http://schemas.openxmlformats.org/officeDocument/2006/relationships/image" Target="../media/image2630.png"/><Relationship Id="rId414" Type="http://schemas.openxmlformats.org/officeDocument/2006/relationships/customXml" Target="../ink/ink1626.xml"/><Relationship Id="rId13" Type="http://schemas.openxmlformats.org/officeDocument/2006/relationships/image" Target="../media/image14510.png"/><Relationship Id="rId109" Type="http://schemas.openxmlformats.org/officeDocument/2006/relationships/image" Target="../media/image19310.png"/><Relationship Id="rId260" Type="http://schemas.openxmlformats.org/officeDocument/2006/relationships/customXml" Target="../ink/ink1549.xml"/><Relationship Id="rId316" Type="http://schemas.openxmlformats.org/officeDocument/2006/relationships/customXml" Target="../ink/ink1577.xml"/><Relationship Id="rId55" Type="http://schemas.openxmlformats.org/officeDocument/2006/relationships/image" Target="../media/image16610.png"/><Relationship Id="rId97" Type="http://schemas.openxmlformats.org/officeDocument/2006/relationships/image" Target="../media/image18710.png"/><Relationship Id="rId120" Type="http://schemas.openxmlformats.org/officeDocument/2006/relationships/customXml" Target="../ink/ink1479.xml"/><Relationship Id="rId358" Type="http://schemas.openxmlformats.org/officeDocument/2006/relationships/customXml" Target="../ink/ink1598.xml"/><Relationship Id="rId162" Type="http://schemas.openxmlformats.org/officeDocument/2006/relationships/customXml" Target="../ink/ink1500.xml"/><Relationship Id="rId218" Type="http://schemas.openxmlformats.org/officeDocument/2006/relationships/customXml" Target="../ink/ink1528.xml"/><Relationship Id="rId425" Type="http://schemas.openxmlformats.org/officeDocument/2006/relationships/image" Target="../media/image3511.png"/><Relationship Id="rId271" Type="http://schemas.openxmlformats.org/officeDocument/2006/relationships/image" Target="../media/image2740.png"/><Relationship Id="rId24" Type="http://schemas.openxmlformats.org/officeDocument/2006/relationships/customXml" Target="../ink/ink1431.xml"/><Relationship Id="rId66" Type="http://schemas.openxmlformats.org/officeDocument/2006/relationships/customXml" Target="../ink/ink1452.xml"/><Relationship Id="rId131" Type="http://schemas.openxmlformats.org/officeDocument/2006/relationships/image" Target="../media/image20410.png"/><Relationship Id="rId327" Type="http://schemas.openxmlformats.org/officeDocument/2006/relationships/image" Target="../media/image3020.png"/><Relationship Id="rId369" Type="http://schemas.openxmlformats.org/officeDocument/2006/relationships/image" Target="../media/image3230.png"/><Relationship Id="rId173" Type="http://schemas.openxmlformats.org/officeDocument/2006/relationships/image" Target="../media/image2250.png"/><Relationship Id="rId229" Type="http://schemas.openxmlformats.org/officeDocument/2006/relationships/image" Target="../media/image2530.png"/><Relationship Id="rId380" Type="http://schemas.openxmlformats.org/officeDocument/2006/relationships/customXml" Target="../ink/ink1609.xml"/><Relationship Id="rId240" Type="http://schemas.openxmlformats.org/officeDocument/2006/relationships/customXml" Target="../ink/ink1539.xml"/><Relationship Id="rId35" Type="http://schemas.openxmlformats.org/officeDocument/2006/relationships/image" Target="../media/image15610.png"/><Relationship Id="rId77" Type="http://schemas.openxmlformats.org/officeDocument/2006/relationships/image" Target="../media/image17710.png"/><Relationship Id="rId100" Type="http://schemas.openxmlformats.org/officeDocument/2006/relationships/customXml" Target="../ink/ink1469.xml"/><Relationship Id="rId282" Type="http://schemas.openxmlformats.org/officeDocument/2006/relationships/customXml" Target="../ink/ink1560.xml"/><Relationship Id="rId338" Type="http://schemas.openxmlformats.org/officeDocument/2006/relationships/customXml" Target="../ink/ink1588.xml"/><Relationship Id="rId8" Type="http://schemas.openxmlformats.org/officeDocument/2006/relationships/customXml" Target="../ink/ink1423.xml"/><Relationship Id="rId142" Type="http://schemas.openxmlformats.org/officeDocument/2006/relationships/customXml" Target="../ink/ink1490.xml"/><Relationship Id="rId184" Type="http://schemas.openxmlformats.org/officeDocument/2006/relationships/customXml" Target="../ink/ink1511.xml"/><Relationship Id="rId391" Type="http://schemas.openxmlformats.org/officeDocument/2006/relationships/image" Target="../media/image3340.png"/><Relationship Id="rId405" Type="http://schemas.openxmlformats.org/officeDocument/2006/relationships/image" Target="../media/image3411.png"/><Relationship Id="rId251" Type="http://schemas.openxmlformats.org/officeDocument/2006/relationships/image" Target="../media/image2640.png"/><Relationship Id="rId46" Type="http://schemas.openxmlformats.org/officeDocument/2006/relationships/customXml" Target="../ink/ink1442.xml"/><Relationship Id="rId293" Type="http://schemas.openxmlformats.org/officeDocument/2006/relationships/image" Target="../media/image2850.png"/><Relationship Id="rId307" Type="http://schemas.openxmlformats.org/officeDocument/2006/relationships/image" Target="../media/image2920.png"/><Relationship Id="rId349" Type="http://schemas.openxmlformats.org/officeDocument/2006/relationships/image" Target="../media/image3130.png"/><Relationship Id="rId88" Type="http://schemas.openxmlformats.org/officeDocument/2006/relationships/customXml" Target="../ink/ink1463.xml"/><Relationship Id="rId111" Type="http://schemas.openxmlformats.org/officeDocument/2006/relationships/image" Target="../media/image19410.png"/><Relationship Id="rId153" Type="http://schemas.openxmlformats.org/officeDocument/2006/relationships/image" Target="../media/image21510.png"/><Relationship Id="rId195" Type="http://schemas.openxmlformats.org/officeDocument/2006/relationships/image" Target="../media/image2360.png"/><Relationship Id="rId209" Type="http://schemas.openxmlformats.org/officeDocument/2006/relationships/image" Target="../media/image2430.png"/><Relationship Id="rId360" Type="http://schemas.openxmlformats.org/officeDocument/2006/relationships/customXml" Target="../ink/ink1599.xml"/><Relationship Id="rId416" Type="http://schemas.openxmlformats.org/officeDocument/2006/relationships/customXml" Target="../ink/ink1627.xml"/><Relationship Id="rId220" Type="http://schemas.openxmlformats.org/officeDocument/2006/relationships/customXml" Target="../ink/ink1529.xml"/><Relationship Id="rId15" Type="http://schemas.openxmlformats.org/officeDocument/2006/relationships/image" Target="../media/image14611.png"/><Relationship Id="rId57" Type="http://schemas.openxmlformats.org/officeDocument/2006/relationships/image" Target="../media/image16710.png"/><Relationship Id="rId262" Type="http://schemas.openxmlformats.org/officeDocument/2006/relationships/customXml" Target="../ink/ink1550.xml"/><Relationship Id="rId318" Type="http://schemas.openxmlformats.org/officeDocument/2006/relationships/customXml" Target="../ink/ink1578.xml"/><Relationship Id="rId99" Type="http://schemas.openxmlformats.org/officeDocument/2006/relationships/image" Target="../media/image18810.png"/><Relationship Id="rId122" Type="http://schemas.openxmlformats.org/officeDocument/2006/relationships/customXml" Target="../ink/ink1480.xml"/><Relationship Id="rId164" Type="http://schemas.openxmlformats.org/officeDocument/2006/relationships/customXml" Target="../ink/ink1501.xml"/><Relationship Id="rId371" Type="http://schemas.openxmlformats.org/officeDocument/2006/relationships/image" Target="../media/image3240.png"/><Relationship Id="rId427" Type="http://schemas.openxmlformats.org/officeDocument/2006/relationships/image" Target="../media/image3520.png"/><Relationship Id="rId26" Type="http://schemas.openxmlformats.org/officeDocument/2006/relationships/customXml" Target="../ink/ink1432.xml"/><Relationship Id="rId231" Type="http://schemas.openxmlformats.org/officeDocument/2006/relationships/image" Target="../media/image2540.png"/><Relationship Id="rId273" Type="http://schemas.openxmlformats.org/officeDocument/2006/relationships/image" Target="../media/image2750.png"/><Relationship Id="rId329" Type="http://schemas.openxmlformats.org/officeDocument/2006/relationships/image" Target="../media/image3030.png"/><Relationship Id="rId68" Type="http://schemas.openxmlformats.org/officeDocument/2006/relationships/customXml" Target="../ink/ink1453.xml"/><Relationship Id="rId133" Type="http://schemas.openxmlformats.org/officeDocument/2006/relationships/image" Target="../media/image20510.png"/><Relationship Id="rId175" Type="http://schemas.openxmlformats.org/officeDocument/2006/relationships/image" Target="../media/image2260.png"/><Relationship Id="rId340" Type="http://schemas.openxmlformats.org/officeDocument/2006/relationships/customXml" Target="../ink/ink1589.xml"/><Relationship Id="rId200" Type="http://schemas.openxmlformats.org/officeDocument/2006/relationships/customXml" Target="../ink/ink1519.xml"/><Relationship Id="rId382" Type="http://schemas.openxmlformats.org/officeDocument/2006/relationships/customXml" Target="../ink/ink1610.xml"/><Relationship Id="rId242" Type="http://schemas.openxmlformats.org/officeDocument/2006/relationships/customXml" Target="../ink/ink1540.xml"/><Relationship Id="rId284" Type="http://schemas.openxmlformats.org/officeDocument/2006/relationships/customXml" Target="../ink/ink1561.xml"/><Relationship Id="rId37" Type="http://schemas.openxmlformats.org/officeDocument/2006/relationships/image" Target="../media/image15710.png"/><Relationship Id="rId79" Type="http://schemas.openxmlformats.org/officeDocument/2006/relationships/image" Target="../media/image17810.png"/><Relationship Id="rId102" Type="http://schemas.openxmlformats.org/officeDocument/2006/relationships/customXml" Target="../ink/ink1470.xml"/><Relationship Id="rId144" Type="http://schemas.openxmlformats.org/officeDocument/2006/relationships/customXml" Target="../ink/ink1491.xml"/><Relationship Id="rId90" Type="http://schemas.openxmlformats.org/officeDocument/2006/relationships/customXml" Target="../ink/ink1464.xml"/><Relationship Id="rId186" Type="http://schemas.openxmlformats.org/officeDocument/2006/relationships/customXml" Target="../ink/ink1512.xml"/><Relationship Id="rId351" Type="http://schemas.openxmlformats.org/officeDocument/2006/relationships/image" Target="../media/image3140.png"/><Relationship Id="rId393" Type="http://schemas.openxmlformats.org/officeDocument/2006/relationships/image" Target="../media/image3350.png"/><Relationship Id="rId407" Type="http://schemas.openxmlformats.org/officeDocument/2006/relationships/image" Target="../media/image3420.png"/><Relationship Id="rId211" Type="http://schemas.openxmlformats.org/officeDocument/2006/relationships/image" Target="../media/image2440.png"/><Relationship Id="rId253" Type="http://schemas.openxmlformats.org/officeDocument/2006/relationships/image" Target="../media/image2650.png"/><Relationship Id="rId295" Type="http://schemas.openxmlformats.org/officeDocument/2006/relationships/image" Target="../media/image2860.png"/><Relationship Id="rId309" Type="http://schemas.openxmlformats.org/officeDocument/2006/relationships/image" Target="../media/image2930.png"/><Relationship Id="rId48" Type="http://schemas.openxmlformats.org/officeDocument/2006/relationships/customXml" Target="../ink/ink1443.xml"/><Relationship Id="rId113" Type="http://schemas.openxmlformats.org/officeDocument/2006/relationships/image" Target="../media/image19510.png"/><Relationship Id="rId320" Type="http://schemas.openxmlformats.org/officeDocument/2006/relationships/customXml" Target="../ink/ink1579.xml"/><Relationship Id="rId155" Type="http://schemas.openxmlformats.org/officeDocument/2006/relationships/image" Target="../media/image21610.png"/><Relationship Id="rId197" Type="http://schemas.openxmlformats.org/officeDocument/2006/relationships/image" Target="../media/image2370.png"/><Relationship Id="rId362" Type="http://schemas.openxmlformats.org/officeDocument/2006/relationships/customXml" Target="../ink/ink1600.xml"/><Relationship Id="rId418" Type="http://schemas.openxmlformats.org/officeDocument/2006/relationships/customXml" Target="../ink/ink1628.xml"/><Relationship Id="rId222" Type="http://schemas.openxmlformats.org/officeDocument/2006/relationships/customXml" Target="../ink/ink1530.xml"/><Relationship Id="rId264" Type="http://schemas.openxmlformats.org/officeDocument/2006/relationships/customXml" Target="../ink/ink1551.xml"/><Relationship Id="rId17" Type="http://schemas.openxmlformats.org/officeDocument/2006/relationships/image" Target="../media/image14711.png"/><Relationship Id="rId59" Type="http://schemas.openxmlformats.org/officeDocument/2006/relationships/image" Target="../media/image16810.png"/><Relationship Id="rId124" Type="http://schemas.openxmlformats.org/officeDocument/2006/relationships/customXml" Target="../ink/ink1481.xml"/><Relationship Id="rId70" Type="http://schemas.openxmlformats.org/officeDocument/2006/relationships/customXml" Target="../ink/ink1454.xml"/><Relationship Id="rId166" Type="http://schemas.openxmlformats.org/officeDocument/2006/relationships/customXml" Target="../ink/ink1502.xml"/><Relationship Id="rId331" Type="http://schemas.openxmlformats.org/officeDocument/2006/relationships/image" Target="../media/image3040.png"/><Relationship Id="rId373" Type="http://schemas.openxmlformats.org/officeDocument/2006/relationships/image" Target="../media/image3250.png"/><Relationship Id="rId429" Type="http://schemas.openxmlformats.org/officeDocument/2006/relationships/image" Target="../media/image3530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11.png"/><Relationship Id="rId21" Type="http://schemas.openxmlformats.org/officeDocument/2006/relationships/image" Target="../media/image3630.png"/><Relationship Id="rId324" Type="http://schemas.openxmlformats.org/officeDocument/2006/relationships/customXml" Target="../ink/ink1795.xml"/><Relationship Id="rId531" Type="http://schemas.openxmlformats.org/officeDocument/2006/relationships/image" Target="../media/image6180.png"/><Relationship Id="rId170" Type="http://schemas.openxmlformats.org/officeDocument/2006/relationships/customXml" Target="../ink/ink1718.xml"/><Relationship Id="rId268" Type="http://schemas.openxmlformats.org/officeDocument/2006/relationships/customXml" Target="../ink/ink1767.xml"/><Relationship Id="rId475" Type="http://schemas.openxmlformats.org/officeDocument/2006/relationships/image" Target="../media/image5900.png"/><Relationship Id="rId32" Type="http://schemas.openxmlformats.org/officeDocument/2006/relationships/customXml" Target="../ink/ink1649.xml"/><Relationship Id="rId128" Type="http://schemas.openxmlformats.org/officeDocument/2006/relationships/customXml" Target="../ink/ink1697.xml"/><Relationship Id="rId335" Type="http://schemas.openxmlformats.org/officeDocument/2006/relationships/image" Target="../media/image5200.png"/><Relationship Id="rId5" Type="http://schemas.openxmlformats.org/officeDocument/2006/relationships/image" Target="../media/image3550.png"/><Relationship Id="rId181" Type="http://schemas.openxmlformats.org/officeDocument/2006/relationships/image" Target="../media/image4430.png"/><Relationship Id="rId237" Type="http://schemas.openxmlformats.org/officeDocument/2006/relationships/image" Target="../media/image4711.png"/><Relationship Id="rId402" Type="http://schemas.openxmlformats.org/officeDocument/2006/relationships/customXml" Target="../ink/ink1834.xml"/><Relationship Id="rId279" Type="http://schemas.openxmlformats.org/officeDocument/2006/relationships/image" Target="../media/image4920.png"/><Relationship Id="rId444" Type="http://schemas.openxmlformats.org/officeDocument/2006/relationships/customXml" Target="../ink/ink1855.xml"/><Relationship Id="rId486" Type="http://schemas.openxmlformats.org/officeDocument/2006/relationships/customXml" Target="../ink/ink1876.xml"/><Relationship Id="rId43" Type="http://schemas.openxmlformats.org/officeDocument/2006/relationships/image" Target="../media/image3740.png"/><Relationship Id="rId139" Type="http://schemas.openxmlformats.org/officeDocument/2006/relationships/image" Target="../media/image4220.png"/><Relationship Id="rId290" Type="http://schemas.openxmlformats.org/officeDocument/2006/relationships/customXml" Target="../ink/ink1778.xml"/><Relationship Id="rId304" Type="http://schemas.openxmlformats.org/officeDocument/2006/relationships/customXml" Target="../ink/ink1785.xml"/><Relationship Id="rId346" Type="http://schemas.openxmlformats.org/officeDocument/2006/relationships/customXml" Target="../ink/ink1806.xml"/><Relationship Id="rId388" Type="http://schemas.openxmlformats.org/officeDocument/2006/relationships/customXml" Target="../ink/ink1827.xml"/><Relationship Id="rId511" Type="http://schemas.openxmlformats.org/officeDocument/2006/relationships/image" Target="../media/image6080.png"/><Relationship Id="rId85" Type="http://schemas.openxmlformats.org/officeDocument/2006/relationships/image" Target="../media/image3950.png"/><Relationship Id="rId150" Type="http://schemas.openxmlformats.org/officeDocument/2006/relationships/customXml" Target="../ink/ink1708.xml"/><Relationship Id="rId192" Type="http://schemas.openxmlformats.org/officeDocument/2006/relationships/customXml" Target="../ink/ink1729.xml"/><Relationship Id="rId206" Type="http://schemas.openxmlformats.org/officeDocument/2006/relationships/customXml" Target="../ink/ink1736.xml"/><Relationship Id="rId413" Type="http://schemas.openxmlformats.org/officeDocument/2006/relationships/image" Target="../media/image5590.png"/><Relationship Id="rId248" Type="http://schemas.openxmlformats.org/officeDocument/2006/relationships/customXml" Target="../ink/ink1757.xml"/><Relationship Id="rId455" Type="http://schemas.openxmlformats.org/officeDocument/2006/relationships/image" Target="../media/image5800.png"/><Relationship Id="rId497" Type="http://schemas.openxmlformats.org/officeDocument/2006/relationships/image" Target="../media/image6011.png"/><Relationship Id="rId12" Type="http://schemas.openxmlformats.org/officeDocument/2006/relationships/customXml" Target="../ink/ink1639.xml"/><Relationship Id="rId108" Type="http://schemas.openxmlformats.org/officeDocument/2006/relationships/customXml" Target="../ink/ink1687.xml"/><Relationship Id="rId315" Type="http://schemas.openxmlformats.org/officeDocument/2006/relationships/image" Target="../media/image5101.png"/><Relationship Id="rId357" Type="http://schemas.openxmlformats.org/officeDocument/2006/relationships/image" Target="../media/image5311.png"/><Relationship Id="rId522" Type="http://schemas.openxmlformats.org/officeDocument/2006/relationships/customXml" Target="../ink/ink1894.xml"/><Relationship Id="rId54" Type="http://schemas.openxmlformats.org/officeDocument/2006/relationships/customXml" Target="../ink/ink1660.xml"/><Relationship Id="rId96" Type="http://schemas.openxmlformats.org/officeDocument/2006/relationships/customXml" Target="../ink/ink1681.xml"/><Relationship Id="rId161" Type="http://schemas.openxmlformats.org/officeDocument/2006/relationships/image" Target="../media/image4330.png"/><Relationship Id="rId217" Type="http://schemas.openxmlformats.org/officeDocument/2006/relationships/image" Target="../media/image4611.png"/><Relationship Id="rId399" Type="http://schemas.openxmlformats.org/officeDocument/2006/relationships/image" Target="../media/image5520.png"/><Relationship Id="rId259" Type="http://schemas.openxmlformats.org/officeDocument/2006/relationships/image" Target="../media/image4820.png"/><Relationship Id="rId424" Type="http://schemas.openxmlformats.org/officeDocument/2006/relationships/customXml" Target="../ink/ink1845.xml"/><Relationship Id="rId466" Type="http://schemas.openxmlformats.org/officeDocument/2006/relationships/customXml" Target="../ink/ink1866.xml"/><Relationship Id="rId23" Type="http://schemas.openxmlformats.org/officeDocument/2006/relationships/image" Target="../media/image3640.png"/><Relationship Id="rId119" Type="http://schemas.openxmlformats.org/officeDocument/2006/relationships/image" Target="../media/image4120.png"/><Relationship Id="rId270" Type="http://schemas.openxmlformats.org/officeDocument/2006/relationships/customXml" Target="../ink/ink1768.xml"/><Relationship Id="rId326" Type="http://schemas.openxmlformats.org/officeDocument/2006/relationships/customXml" Target="../ink/ink1796.xml"/><Relationship Id="rId65" Type="http://schemas.openxmlformats.org/officeDocument/2006/relationships/image" Target="../media/image3850.png"/><Relationship Id="rId130" Type="http://schemas.openxmlformats.org/officeDocument/2006/relationships/customXml" Target="../ink/ink1698.xml"/><Relationship Id="rId368" Type="http://schemas.openxmlformats.org/officeDocument/2006/relationships/customXml" Target="../ink/ink1817.xml"/><Relationship Id="rId172" Type="http://schemas.openxmlformats.org/officeDocument/2006/relationships/customXml" Target="../ink/ink1719.xml"/><Relationship Id="rId228" Type="http://schemas.openxmlformats.org/officeDocument/2006/relationships/customXml" Target="../ink/ink1747.xml"/><Relationship Id="rId435" Type="http://schemas.openxmlformats.org/officeDocument/2006/relationships/image" Target="../media/image5700.png"/><Relationship Id="rId477" Type="http://schemas.openxmlformats.org/officeDocument/2006/relationships/image" Target="../media/image5911.png"/><Relationship Id="rId281" Type="http://schemas.openxmlformats.org/officeDocument/2006/relationships/image" Target="../media/image4930.png"/><Relationship Id="rId337" Type="http://schemas.openxmlformats.org/officeDocument/2006/relationships/image" Target="../media/image5211.png"/><Relationship Id="rId502" Type="http://schemas.openxmlformats.org/officeDocument/2006/relationships/customXml" Target="../ink/ink1884.xml"/><Relationship Id="rId34" Type="http://schemas.openxmlformats.org/officeDocument/2006/relationships/customXml" Target="../ink/ink1650.xml"/><Relationship Id="rId76" Type="http://schemas.openxmlformats.org/officeDocument/2006/relationships/customXml" Target="../ink/ink1671.xml"/><Relationship Id="rId141" Type="http://schemas.openxmlformats.org/officeDocument/2006/relationships/image" Target="../media/image4230.png"/><Relationship Id="rId379" Type="http://schemas.openxmlformats.org/officeDocument/2006/relationships/image" Target="../media/image5420.png"/><Relationship Id="rId7" Type="http://schemas.openxmlformats.org/officeDocument/2006/relationships/image" Target="../media/image3560.png"/><Relationship Id="rId183" Type="http://schemas.openxmlformats.org/officeDocument/2006/relationships/image" Target="../media/image4440.png"/><Relationship Id="rId239" Type="http://schemas.openxmlformats.org/officeDocument/2006/relationships/image" Target="../media/image4720.png"/><Relationship Id="rId390" Type="http://schemas.openxmlformats.org/officeDocument/2006/relationships/customXml" Target="../ink/ink1828.xml"/><Relationship Id="rId404" Type="http://schemas.openxmlformats.org/officeDocument/2006/relationships/customXml" Target="../ink/ink1835.xml"/><Relationship Id="rId446" Type="http://schemas.openxmlformats.org/officeDocument/2006/relationships/customXml" Target="../ink/ink1856.xml"/><Relationship Id="rId250" Type="http://schemas.openxmlformats.org/officeDocument/2006/relationships/customXml" Target="../ink/ink1758.xml"/><Relationship Id="rId292" Type="http://schemas.openxmlformats.org/officeDocument/2006/relationships/customXml" Target="../ink/ink1779.xml"/><Relationship Id="rId306" Type="http://schemas.openxmlformats.org/officeDocument/2006/relationships/customXml" Target="../ink/ink1786.xml"/><Relationship Id="rId488" Type="http://schemas.openxmlformats.org/officeDocument/2006/relationships/customXml" Target="../ink/ink1877.xml"/><Relationship Id="rId45" Type="http://schemas.openxmlformats.org/officeDocument/2006/relationships/image" Target="../media/image3750.png"/><Relationship Id="rId87" Type="http://schemas.openxmlformats.org/officeDocument/2006/relationships/image" Target="../media/image3960.png"/><Relationship Id="rId110" Type="http://schemas.openxmlformats.org/officeDocument/2006/relationships/customXml" Target="../ink/ink1688.xml"/><Relationship Id="rId348" Type="http://schemas.openxmlformats.org/officeDocument/2006/relationships/customXml" Target="../ink/ink1807.xml"/><Relationship Id="rId513" Type="http://schemas.openxmlformats.org/officeDocument/2006/relationships/image" Target="../media/image6090.png"/><Relationship Id="rId152" Type="http://schemas.openxmlformats.org/officeDocument/2006/relationships/customXml" Target="../ink/ink1709.xml"/><Relationship Id="rId194" Type="http://schemas.openxmlformats.org/officeDocument/2006/relationships/customXml" Target="../ink/ink1730.xml"/><Relationship Id="rId208" Type="http://schemas.openxmlformats.org/officeDocument/2006/relationships/customXml" Target="../ink/ink1737.xml"/><Relationship Id="rId415" Type="http://schemas.openxmlformats.org/officeDocument/2006/relationships/image" Target="../media/image5600.png"/><Relationship Id="rId457" Type="http://schemas.openxmlformats.org/officeDocument/2006/relationships/image" Target="../media/image5811.png"/><Relationship Id="rId261" Type="http://schemas.openxmlformats.org/officeDocument/2006/relationships/image" Target="../media/image4830.png"/><Relationship Id="rId499" Type="http://schemas.openxmlformats.org/officeDocument/2006/relationships/image" Target="../media/image6020.png"/><Relationship Id="rId14" Type="http://schemas.openxmlformats.org/officeDocument/2006/relationships/customXml" Target="../ink/ink1640.xml"/><Relationship Id="rId56" Type="http://schemas.openxmlformats.org/officeDocument/2006/relationships/customXml" Target="../ink/ink1661.xml"/><Relationship Id="rId317" Type="http://schemas.openxmlformats.org/officeDocument/2006/relationships/image" Target="../media/image5111.png"/><Relationship Id="rId359" Type="http://schemas.openxmlformats.org/officeDocument/2006/relationships/image" Target="../media/image5320.png"/><Relationship Id="rId524" Type="http://schemas.openxmlformats.org/officeDocument/2006/relationships/customXml" Target="../ink/ink1895.xml"/><Relationship Id="rId98" Type="http://schemas.openxmlformats.org/officeDocument/2006/relationships/customXml" Target="../ink/ink1682.xml"/><Relationship Id="rId121" Type="http://schemas.openxmlformats.org/officeDocument/2006/relationships/image" Target="../media/image4130.png"/><Relationship Id="rId163" Type="http://schemas.openxmlformats.org/officeDocument/2006/relationships/image" Target="../media/image4340.png"/><Relationship Id="rId219" Type="http://schemas.openxmlformats.org/officeDocument/2006/relationships/image" Target="../media/image4620.png"/><Relationship Id="rId370" Type="http://schemas.openxmlformats.org/officeDocument/2006/relationships/customXml" Target="../ink/ink1818.xml"/><Relationship Id="rId426" Type="http://schemas.openxmlformats.org/officeDocument/2006/relationships/customXml" Target="../ink/ink1846.xml"/><Relationship Id="rId230" Type="http://schemas.openxmlformats.org/officeDocument/2006/relationships/customXml" Target="../ink/ink1748.xml"/><Relationship Id="rId468" Type="http://schemas.openxmlformats.org/officeDocument/2006/relationships/customXml" Target="../ink/ink1867.xml"/><Relationship Id="rId25" Type="http://schemas.openxmlformats.org/officeDocument/2006/relationships/image" Target="../media/image3650.png"/><Relationship Id="rId67" Type="http://schemas.openxmlformats.org/officeDocument/2006/relationships/image" Target="../media/image3860.png"/><Relationship Id="rId272" Type="http://schemas.openxmlformats.org/officeDocument/2006/relationships/customXml" Target="../ink/ink1769.xml"/><Relationship Id="rId328" Type="http://schemas.openxmlformats.org/officeDocument/2006/relationships/customXml" Target="../ink/ink1797.xml"/><Relationship Id="rId132" Type="http://schemas.openxmlformats.org/officeDocument/2006/relationships/customXml" Target="../ink/ink1699.xml"/><Relationship Id="rId174" Type="http://schemas.openxmlformats.org/officeDocument/2006/relationships/customXml" Target="../ink/ink1720.xml"/><Relationship Id="rId381" Type="http://schemas.openxmlformats.org/officeDocument/2006/relationships/image" Target="../media/image5430.png"/><Relationship Id="rId241" Type="http://schemas.openxmlformats.org/officeDocument/2006/relationships/image" Target="../media/image4730.png"/><Relationship Id="rId437" Type="http://schemas.openxmlformats.org/officeDocument/2006/relationships/image" Target="../media/image5711.png"/><Relationship Id="rId479" Type="http://schemas.openxmlformats.org/officeDocument/2006/relationships/image" Target="../media/image5920.png"/><Relationship Id="rId36" Type="http://schemas.openxmlformats.org/officeDocument/2006/relationships/customXml" Target="../ink/ink1651.xml"/><Relationship Id="rId283" Type="http://schemas.openxmlformats.org/officeDocument/2006/relationships/image" Target="../media/image4940.png"/><Relationship Id="rId339" Type="http://schemas.openxmlformats.org/officeDocument/2006/relationships/image" Target="../media/image5220.png"/><Relationship Id="rId490" Type="http://schemas.openxmlformats.org/officeDocument/2006/relationships/customXml" Target="../ink/ink1878.xml"/><Relationship Id="rId504" Type="http://schemas.openxmlformats.org/officeDocument/2006/relationships/customXml" Target="../ink/ink1885.xml"/><Relationship Id="rId78" Type="http://schemas.openxmlformats.org/officeDocument/2006/relationships/customXml" Target="../ink/ink1672.xml"/><Relationship Id="rId101" Type="http://schemas.openxmlformats.org/officeDocument/2006/relationships/image" Target="../media/image4030.png"/><Relationship Id="rId143" Type="http://schemas.openxmlformats.org/officeDocument/2006/relationships/image" Target="../media/image4240.png"/><Relationship Id="rId185" Type="http://schemas.openxmlformats.org/officeDocument/2006/relationships/image" Target="../media/image4450.png"/><Relationship Id="rId350" Type="http://schemas.openxmlformats.org/officeDocument/2006/relationships/customXml" Target="../ink/ink1808.xml"/><Relationship Id="rId406" Type="http://schemas.openxmlformats.org/officeDocument/2006/relationships/customXml" Target="../ink/ink1836.xml"/><Relationship Id="rId9" Type="http://schemas.openxmlformats.org/officeDocument/2006/relationships/image" Target="../media/image3570.png"/><Relationship Id="rId210" Type="http://schemas.openxmlformats.org/officeDocument/2006/relationships/customXml" Target="../ink/ink1738.xml"/><Relationship Id="rId392" Type="http://schemas.openxmlformats.org/officeDocument/2006/relationships/customXml" Target="../ink/ink1829.xml"/><Relationship Id="rId448" Type="http://schemas.openxmlformats.org/officeDocument/2006/relationships/customXml" Target="../ink/ink1857.xml"/><Relationship Id="rId252" Type="http://schemas.openxmlformats.org/officeDocument/2006/relationships/customXml" Target="../ink/ink1759.xml"/><Relationship Id="rId294" Type="http://schemas.openxmlformats.org/officeDocument/2006/relationships/customXml" Target="../ink/ink1780.xml"/><Relationship Id="rId308" Type="http://schemas.openxmlformats.org/officeDocument/2006/relationships/customXml" Target="../ink/ink1787.xml"/><Relationship Id="rId515" Type="http://schemas.openxmlformats.org/officeDocument/2006/relationships/image" Target="../media/image6101.png"/><Relationship Id="rId47" Type="http://schemas.openxmlformats.org/officeDocument/2006/relationships/image" Target="../media/image3760.png"/><Relationship Id="rId89" Type="http://schemas.openxmlformats.org/officeDocument/2006/relationships/image" Target="../media/image3970.png"/><Relationship Id="rId112" Type="http://schemas.openxmlformats.org/officeDocument/2006/relationships/customXml" Target="../ink/ink1689.xml"/><Relationship Id="rId154" Type="http://schemas.openxmlformats.org/officeDocument/2006/relationships/customXml" Target="../ink/ink1710.xml"/><Relationship Id="rId361" Type="http://schemas.openxmlformats.org/officeDocument/2006/relationships/image" Target="../media/image5330.png"/><Relationship Id="rId196" Type="http://schemas.openxmlformats.org/officeDocument/2006/relationships/customXml" Target="../ink/ink1731.xml"/><Relationship Id="rId417" Type="http://schemas.openxmlformats.org/officeDocument/2006/relationships/image" Target="../media/image5611.png"/><Relationship Id="rId459" Type="http://schemas.openxmlformats.org/officeDocument/2006/relationships/image" Target="../media/image5820.png"/><Relationship Id="rId16" Type="http://schemas.openxmlformats.org/officeDocument/2006/relationships/customXml" Target="../ink/ink1641.xml"/><Relationship Id="rId221" Type="http://schemas.openxmlformats.org/officeDocument/2006/relationships/image" Target="../media/image4630.png"/><Relationship Id="rId263" Type="http://schemas.openxmlformats.org/officeDocument/2006/relationships/image" Target="../media/image4840.png"/><Relationship Id="rId319" Type="http://schemas.openxmlformats.org/officeDocument/2006/relationships/image" Target="../media/image5120.png"/><Relationship Id="rId470" Type="http://schemas.openxmlformats.org/officeDocument/2006/relationships/customXml" Target="../ink/ink1868.xml"/><Relationship Id="rId526" Type="http://schemas.openxmlformats.org/officeDocument/2006/relationships/customXml" Target="../ink/ink1896.xml"/><Relationship Id="rId58" Type="http://schemas.openxmlformats.org/officeDocument/2006/relationships/customXml" Target="../ink/ink1662.xml"/><Relationship Id="rId123" Type="http://schemas.openxmlformats.org/officeDocument/2006/relationships/image" Target="../media/image4140.png"/><Relationship Id="rId330" Type="http://schemas.openxmlformats.org/officeDocument/2006/relationships/customXml" Target="../ink/ink1798.xml"/><Relationship Id="rId165" Type="http://schemas.openxmlformats.org/officeDocument/2006/relationships/image" Target="../media/image4350.png"/><Relationship Id="rId372" Type="http://schemas.openxmlformats.org/officeDocument/2006/relationships/customXml" Target="../ink/ink1819.xml"/><Relationship Id="rId428" Type="http://schemas.openxmlformats.org/officeDocument/2006/relationships/customXml" Target="../ink/ink1847.xml"/><Relationship Id="rId232" Type="http://schemas.openxmlformats.org/officeDocument/2006/relationships/customXml" Target="../ink/ink1749.xml"/><Relationship Id="rId274" Type="http://schemas.openxmlformats.org/officeDocument/2006/relationships/customXml" Target="../ink/ink1770.xml"/><Relationship Id="rId481" Type="http://schemas.openxmlformats.org/officeDocument/2006/relationships/image" Target="../media/image5930.png"/><Relationship Id="rId27" Type="http://schemas.openxmlformats.org/officeDocument/2006/relationships/image" Target="../media/image3660.png"/><Relationship Id="rId69" Type="http://schemas.openxmlformats.org/officeDocument/2006/relationships/image" Target="../media/image3870.png"/><Relationship Id="rId134" Type="http://schemas.openxmlformats.org/officeDocument/2006/relationships/customXml" Target="../ink/ink1700.xml"/><Relationship Id="rId80" Type="http://schemas.openxmlformats.org/officeDocument/2006/relationships/customXml" Target="../ink/ink1673.xml"/><Relationship Id="rId176" Type="http://schemas.openxmlformats.org/officeDocument/2006/relationships/customXml" Target="../ink/ink1721.xml"/><Relationship Id="rId341" Type="http://schemas.openxmlformats.org/officeDocument/2006/relationships/image" Target="../media/image5230.png"/><Relationship Id="rId383" Type="http://schemas.openxmlformats.org/officeDocument/2006/relationships/image" Target="../media/image5440.png"/><Relationship Id="rId439" Type="http://schemas.openxmlformats.org/officeDocument/2006/relationships/image" Target="../media/image5720.png"/><Relationship Id="rId201" Type="http://schemas.openxmlformats.org/officeDocument/2006/relationships/image" Target="../media/image4530.png"/><Relationship Id="rId243" Type="http://schemas.openxmlformats.org/officeDocument/2006/relationships/image" Target="../media/image4740.png"/><Relationship Id="rId285" Type="http://schemas.openxmlformats.org/officeDocument/2006/relationships/image" Target="../media/image4950.png"/><Relationship Id="rId450" Type="http://schemas.openxmlformats.org/officeDocument/2006/relationships/customXml" Target="../ink/ink1858.xml"/><Relationship Id="rId506" Type="http://schemas.openxmlformats.org/officeDocument/2006/relationships/customXml" Target="../ink/ink1886.xml"/><Relationship Id="rId38" Type="http://schemas.openxmlformats.org/officeDocument/2006/relationships/customXml" Target="../ink/ink1652.xml"/><Relationship Id="rId103" Type="http://schemas.openxmlformats.org/officeDocument/2006/relationships/image" Target="../media/image4040.png"/><Relationship Id="rId310" Type="http://schemas.openxmlformats.org/officeDocument/2006/relationships/customXml" Target="../ink/ink1788.xml"/><Relationship Id="rId492" Type="http://schemas.openxmlformats.org/officeDocument/2006/relationships/customXml" Target="../ink/ink1879.xml"/><Relationship Id="rId91" Type="http://schemas.openxmlformats.org/officeDocument/2006/relationships/image" Target="../media/image3980.png"/><Relationship Id="rId145" Type="http://schemas.openxmlformats.org/officeDocument/2006/relationships/image" Target="../media/image4250.png"/><Relationship Id="rId187" Type="http://schemas.openxmlformats.org/officeDocument/2006/relationships/image" Target="../media/image4460.png"/><Relationship Id="rId352" Type="http://schemas.openxmlformats.org/officeDocument/2006/relationships/customXml" Target="../ink/ink1809.xml"/><Relationship Id="rId394" Type="http://schemas.openxmlformats.org/officeDocument/2006/relationships/customXml" Target="../ink/ink1830.xml"/><Relationship Id="rId408" Type="http://schemas.openxmlformats.org/officeDocument/2006/relationships/customXml" Target="../ink/ink1837.xml"/><Relationship Id="rId212" Type="http://schemas.openxmlformats.org/officeDocument/2006/relationships/customXml" Target="../ink/ink1739.xml"/><Relationship Id="rId254" Type="http://schemas.openxmlformats.org/officeDocument/2006/relationships/customXml" Target="../ink/ink1760.xml"/><Relationship Id="rId49" Type="http://schemas.openxmlformats.org/officeDocument/2006/relationships/image" Target="../media/image3770.png"/><Relationship Id="rId114" Type="http://schemas.openxmlformats.org/officeDocument/2006/relationships/customXml" Target="../ink/ink1690.xml"/><Relationship Id="rId296" Type="http://schemas.openxmlformats.org/officeDocument/2006/relationships/customXml" Target="../ink/ink1781.xml"/><Relationship Id="rId461" Type="http://schemas.openxmlformats.org/officeDocument/2006/relationships/image" Target="../media/image5830.png"/><Relationship Id="rId517" Type="http://schemas.openxmlformats.org/officeDocument/2006/relationships/image" Target="../media/image6111.png"/><Relationship Id="rId60" Type="http://schemas.openxmlformats.org/officeDocument/2006/relationships/customXml" Target="../ink/ink1663.xml"/><Relationship Id="rId156" Type="http://schemas.openxmlformats.org/officeDocument/2006/relationships/customXml" Target="../ink/ink1711.xml"/><Relationship Id="rId198" Type="http://schemas.openxmlformats.org/officeDocument/2006/relationships/customXml" Target="../ink/ink1732.xml"/><Relationship Id="rId321" Type="http://schemas.openxmlformats.org/officeDocument/2006/relationships/image" Target="../media/image5130.png"/><Relationship Id="rId363" Type="http://schemas.openxmlformats.org/officeDocument/2006/relationships/image" Target="../media/image5340.png"/><Relationship Id="rId419" Type="http://schemas.openxmlformats.org/officeDocument/2006/relationships/image" Target="../media/image5620.png"/><Relationship Id="rId223" Type="http://schemas.openxmlformats.org/officeDocument/2006/relationships/image" Target="../media/image4640.png"/><Relationship Id="rId430" Type="http://schemas.openxmlformats.org/officeDocument/2006/relationships/customXml" Target="../ink/ink1848.xml"/><Relationship Id="rId18" Type="http://schemas.openxmlformats.org/officeDocument/2006/relationships/customXml" Target="../ink/ink1642.xml"/><Relationship Id="rId265" Type="http://schemas.openxmlformats.org/officeDocument/2006/relationships/image" Target="../media/image4850.png"/><Relationship Id="rId472" Type="http://schemas.openxmlformats.org/officeDocument/2006/relationships/customXml" Target="../ink/ink1869.xml"/><Relationship Id="rId528" Type="http://schemas.openxmlformats.org/officeDocument/2006/relationships/customXml" Target="../ink/ink1897.xml"/><Relationship Id="rId125" Type="http://schemas.openxmlformats.org/officeDocument/2006/relationships/image" Target="../media/image4150.png"/><Relationship Id="rId167" Type="http://schemas.openxmlformats.org/officeDocument/2006/relationships/image" Target="../media/image4360.png"/><Relationship Id="rId332" Type="http://schemas.openxmlformats.org/officeDocument/2006/relationships/customXml" Target="../ink/ink1799.xml"/><Relationship Id="rId374" Type="http://schemas.openxmlformats.org/officeDocument/2006/relationships/customXml" Target="../ink/ink1820.xml"/><Relationship Id="rId71" Type="http://schemas.openxmlformats.org/officeDocument/2006/relationships/image" Target="../media/image3880.png"/><Relationship Id="rId234" Type="http://schemas.openxmlformats.org/officeDocument/2006/relationships/customXml" Target="../ink/ink1750.xml"/><Relationship Id="rId2" Type="http://schemas.openxmlformats.org/officeDocument/2006/relationships/customXml" Target="../ink/ink1634.xml"/><Relationship Id="rId29" Type="http://schemas.openxmlformats.org/officeDocument/2006/relationships/image" Target="../media/image3670.png"/><Relationship Id="rId276" Type="http://schemas.openxmlformats.org/officeDocument/2006/relationships/customXml" Target="../ink/ink1771.xml"/><Relationship Id="rId441" Type="http://schemas.openxmlformats.org/officeDocument/2006/relationships/image" Target="../media/image5730.png"/><Relationship Id="rId483" Type="http://schemas.openxmlformats.org/officeDocument/2006/relationships/image" Target="../media/image5940.png"/><Relationship Id="rId40" Type="http://schemas.openxmlformats.org/officeDocument/2006/relationships/customXml" Target="../ink/ink1653.xml"/><Relationship Id="rId136" Type="http://schemas.openxmlformats.org/officeDocument/2006/relationships/customXml" Target="../ink/ink1701.xml"/><Relationship Id="rId178" Type="http://schemas.openxmlformats.org/officeDocument/2006/relationships/customXml" Target="../ink/ink1722.xml"/><Relationship Id="rId301" Type="http://schemas.openxmlformats.org/officeDocument/2006/relationships/image" Target="../media/image5030.png"/><Relationship Id="rId343" Type="http://schemas.openxmlformats.org/officeDocument/2006/relationships/image" Target="../media/image5240.png"/><Relationship Id="rId82" Type="http://schemas.openxmlformats.org/officeDocument/2006/relationships/customXml" Target="../ink/ink1674.xml"/><Relationship Id="rId203" Type="http://schemas.openxmlformats.org/officeDocument/2006/relationships/image" Target="../media/image4540.png"/><Relationship Id="rId385" Type="http://schemas.openxmlformats.org/officeDocument/2006/relationships/image" Target="../media/image5450.png"/><Relationship Id="rId245" Type="http://schemas.openxmlformats.org/officeDocument/2006/relationships/image" Target="../media/image4750.png"/><Relationship Id="rId287" Type="http://schemas.openxmlformats.org/officeDocument/2006/relationships/image" Target="../media/image4960.png"/><Relationship Id="rId410" Type="http://schemas.openxmlformats.org/officeDocument/2006/relationships/customXml" Target="../ink/ink1838.xml"/><Relationship Id="rId452" Type="http://schemas.openxmlformats.org/officeDocument/2006/relationships/customXml" Target="../ink/ink1859.xml"/><Relationship Id="rId494" Type="http://schemas.openxmlformats.org/officeDocument/2006/relationships/customXml" Target="../ink/ink1880.xml"/><Relationship Id="rId508" Type="http://schemas.openxmlformats.org/officeDocument/2006/relationships/customXml" Target="../ink/ink1887.xml"/><Relationship Id="rId105" Type="http://schemas.openxmlformats.org/officeDocument/2006/relationships/image" Target="../media/image4050.png"/><Relationship Id="rId147" Type="http://schemas.openxmlformats.org/officeDocument/2006/relationships/image" Target="../media/image4260.png"/><Relationship Id="rId312" Type="http://schemas.openxmlformats.org/officeDocument/2006/relationships/customXml" Target="../ink/ink1789.xml"/><Relationship Id="rId354" Type="http://schemas.openxmlformats.org/officeDocument/2006/relationships/customXml" Target="../ink/ink1810.xml"/><Relationship Id="rId51" Type="http://schemas.openxmlformats.org/officeDocument/2006/relationships/image" Target="../media/image3780.png"/><Relationship Id="rId93" Type="http://schemas.openxmlformats.org/officeDocument/2006/relationships/image" Target="../media/image3990.png"/><Relationship Id="rId189" Type="http://schemas.openxmlformats.org/officeDocument/2006/relationships/image" Target="../media/image4470.png"/><Relationship Id="rId396" Type="http://schemas.openxmlformats.org/officeDocument/2006/relationships/customXml" Target="../ink/ink1831.xml"/><Relationship Id="rId214" Type="http://schemas.openxmlformats.org/officeDocument/2006/relationships/customXml" Target="../ink/ink1740.xml"/><Relationship Id="rId256" Type="http://schemas.openxmlformats.org/officeDocument/2006/relationships/customXml" Target="../ink/ink1761.xml"/><Relationship Id="rId298" Type="http://schemas.openxmlformats.org/officeDocument/2006/relationships/customXml" Target="../ink/ink1782.xml"/><Relationship Id="rId421" Type="http://schemas.openxmlformats.org/officeDocument/2006/relationships/image" Target="../media/image5630.png"/><Relationship Id="rId463" Type="http://schemas.openxmlformats.org/officeDocument/2006/relationships/image" Target="../media/image5840.png"/><Relationship Id="rId519" Type="http://schemas.openxmlformats.org/officeDocument/2006/relationships/image" Target="../media/image6120.png"/><Relationship Id="rId116" Type="http://schemas.openxmlformats.org/officeDocument/2006/relationships/customXml" Target="../ink/ink1691.xml"/><Relationship Id="rId158" Type="http://schemas.openxmlformats.org/officeDocument/2006/relationships/customXml" Target="../ink/ink1712.xml"/><Relationship Id="rId323" Type="http://schemas.openxmlformats.org/officeDocument/2006/relationships/image" Target="../media/image5140.png"/><Relationship Id="rId530" Type="http://schemas.openxmlformats.org/officeDocument/2006/relationships/customXml" Target="../ink/ink1898.xml"/><Relationship Id="rId20" Type="http://schemas.openxmlformats.org/officeDocument/2006/relationships/customXml" Target="../ink/ink1643.xml"/><Relationship Id="rId62" Type="http://schemas.openxmlformats.org/officeDocument/2006/relationships/customXml" Target="../ink/ink1664.xml"/><Relationship Id="rId365" Type="http://schemas.openxmlformats.org/officeDocument/2006/relationships/image" Target="../media/image5350.png"/><Relationship Id="rId225" Type="http://schemas.openxmlformats.org/officeDocument/2006/relationships/image" Target="../media/image4650.png"/><Relationship Id="rId267" Type="http://schemas.openxmlformats.org/officeDocument/2006/relationships/image" Target="../media/image4860.png"/><Relationship Id="rId432" Type="http://schemas.openxmlformats.org/officeDocument/2006/relationships/customXml" Target="../ink/ink1849.xml"/><Relationship Id="rId474" Type="http://schemas.openxmlformats.org/officeDocument/2006/relationships/customXml" Target="../ink/ink1870.xml"/><Relationship Id="rId127" Type="http://schemas.openxmlformats.org/officeDocument/2006/relationships/image" Target="../media/image4160.png"/><Relationship Id="rId31" Type="http://schemas.openxmlformats.org/officeDocument/2006/relationships/image" Target="../media/image3680.png"/><Relationship Id="rId73" Type="http://schemas.openxmlformats.org/officeDocument/2006/relationships/image" Target="../media/image3890.png"/><Relationship Id="rId169" Type="http://schemas.openxmlformats.org/officeDocument/2006/relationships/image" Target="../media/image4370.png"/><Relationship Id="rId334" Type="http://schemas.openxmlformats.org/officeDocument/2006/relationships/customXml" Target="../ink/ink1800.xml"/><Relationship Id="rId376" Type="http://schemas.openxmlformats.org/officeDocument/2006/relationships/customXml" Target="../ink/ink1821.xml"/><Relationship Id="rId4" Type="http://schemas.openxmlformats.org/officeDocument/2006/relationships/customXml" Target="../ink/ink1635.xml"/><Relationship Id="rId180" Type="http://schemas.openxmlformats.org/officeDocument/2006/relationships/customXml" Target="../ink/ink1723.xml"/><Relationship Id="rId236" Type="http://schemas.openxmlformats.org/officeDocument/2006/relationships/customXml" Target="../ink/ink1751.xml"/><Relationship Id="rId278" Type="http://schemas.openxmlformats.org/officeDocument/2006/relationships/customXml" Target="../ink/ink1772.xml"/><Relationship Id="rId401" Type="http://schemas.openxmlformats.org/officeDocument/2006/relationships/image" Target="../media/image5530.png"/><Relationship Id="rId443" Type="http://schemas.openxmlformats.org/officeDocument/2006/relationships/image" Target="../media/image5740.png"/><Relationship Id="rId303" Type="http://schemas.openxmlformats.org/officeDocument/2006/relationships/image" Target="../media/image5040.png"/><Relationship Id="rId485" Type="http://schemas.openxmlformats.org/officeDocument/2006/relationships/image" Target="../media/image5950.png"/><Relationship Id="rId42" Type="http://schemas.openxmlformats.org/officeDocument/2006/relationships/customXml" Target="../ink/ink1654.xml"/><Relationship Id="rId84" Type="http://schemas.openxmlformats.org/officeDocument/2006/relationships/customXml" Target="../ink/ink1675.xml"/><Relationship Id="rId138" Type="http://schemas.openxmlformats.org/officeDocument/2006/relationships/customXml" Target="../ink/ink1702.xml"/><Relationship Id="rId345" Type="http://schemas.openxmlformats.org/officeDocument/2006/relationships/image" Target="../media/image5250.png"/><Relationship Id="rId387" Type="http://schemas.openxmlformats.org/officeDocument/2006/relationships/image" Target="../media/image5460.png"/><Relationship Id="rId510" Type="http://schemas.openxmlformats.org/officeDocument/2006/relationships/customXml" Target="../ink/ink1888.xml"/><Relationship Id="rId191" Type="http://schemas.openxmlformats.org/officeDocument/2006/relationships/image" Target="../media/image4480.png"/><Relationship Id="rId205" Type="http://schemas.openxmlformats.org/officeDocument/2006/relationships/image" Target="../media/image4550.png"/><Relationship Id="rId247" Type="http://schemas.openxmlformats.org/officeDocument/2006/relationships/image" Target="../media/image4760.png"/><Relationship Id="rId412" Type="http://schemas.openxmlformats.org/officeDocument/2006/relationships/customXml" Target="../ink/ink1839.xml"/><Relationship Id="rId107" Type="http://schemas.openxmlformats.org/officeDocument/2006/relationships/image" Target="../media/image4060.png"/><Relationship Id="rId289" Type="http://schemas.openxmlformats.org/officeDocument/2006/relationships/image" Target="../media/image4970.png"/><Relationship Id="rId454" Type="http://schemas.openxmlformats.org/officeDocument/2006/relationships/customXml" Target="../ink/ink1860.xml"/><Relationship Id="rId496" Type="http://schemas.openxmlformats.org/officeDocument/2006/relationships/customXml" Target="../ink/ink1881.xml"/><Relationship Id="rId11" Type="http://schemas.openxmlformats.org/officeDocument/2006/relationships/image" Target="../media/image3580.png"/><Relationship Id="rId53" Type="http://schemas.openxmlformats.org/officeDocument/2006/relationships/image" Target="../media/image3790.png"/><Relationship Id="rId149" Type="http://schemas.openxmlformats.org/officeDocument/2006/relationships/image" Target="../media/image4270.png"/><Relationship Id="rId314" Type="http://schemas.openxmlformats.org/officeDocument/2006/relationships/customXml" Target="../ink/ink1790.xml"/><Relationship Id="rId356" Type="http://schemas.openxmlformats.org/officeDocument/2006/relationships/customXml" Target="../ink/ink1811.xml"/><Relationship Id="rId398" Type="http://schemas.openxmlformats.org/officeDocument/2006/relationships/customXml" Target="../ink/ink1832.xml"/><Relationship Id="rId521" Type="http://schemas.openxmlformats.org/officeDocument/2006/relationships/image" Target="../media/image6130.png"/><Relationship Id="rId95" Type="http://schemas.openxmlformats.org/officeDocument/2006/relationships/image" Target="../media/image4000.png"/><Relationship Id="rId160" Type="http://schemas.openxmlformats.org/officeDocument/2006/relationships/customXml" Target="../ink/ink1713.xml"/><Relationship Id="rId216" Type="http://schemas.openxmlformats.org/officeDocument/2006/relationships/customXml" Target="../ink/ink1741.xml"/><Relationship Id="rId423" Type="http://schemas.openxmlformats.org/officeDocument/2006/relationships/image" Target="../media/image5640.png"/><Relationship Id="rId258" Type="http://schemas.openxmlformats.org/officeDocument/2006/relationships/customXml" Target="../ink/ink1762.xml"/><Relationship Id="rId465" Type="http://schemas.openxmlformats.org/officeDocument/2006/relationships/image" Target="../media/image5850.png"/><Relationship Id="rId22" Type="http://schemas.openxmlformats.org/officeDocument/2006/relationships/customXml" Target="../ink/ink1644.xml"/><Relationship Id="rId64" Type="http://schemas.openxmlformats.org/officeDocument/2006/relationships/customXml" Target="../ink/ink1665.xml"/><Relationship Id="rId118" Type="http://schemas.openxmlformats.org/officeDocument/2006/relationships/customXml" Target="../ink/ink1692.xml"/><Relationship Id="rId325" Type="http://schemas.openxmlformats.org/officeDocument/2006/relationships/image" Target="../media/image5150.png"/><Relationship Id="rId367" Type="http://schemas.openxmlformats.org/officeDocument/2006/relationships/image" Target="../media/image5360.png"/><Relationship Id="rId171" Type="http://schemas.openxmlformats.org/officeDocument/2006/relationships/image" Target="../media/image4380.png"/><Relationship Id="rId227" Type="http://schemas.openxmlformats.org/officeDocument/2006/relationships/image" Target="../media/image4660.png"/><Relationship Id="rId269" Type="http://schemas.openxmlformats.org/officeDocument/2006/relationships/image" Target="../media/image4870.png"/><Relationship Id="rId434" Type="http://schemas.openxmlformats.org/officeDocument/2006/relationships/customXml" Target="../ink/ink1850.xml"/><Relationship Id="rId476" Type="http://schemas.openxmlformats.org/officeDocument/2006/relationships/customXml" Target="../ink/ink1871.xml"/><Relationship Id="rId33" Type="http://schemas.openxmlformats.org/officeDocument/2006/relationships/image" Target="../media/image3690.png"/><Relationship Id="rId129" Type="http://schemas.openxmlformats.org/officeDocument/2006/relationships/image" Target="../media/image4170.png"/><Relationship Id="rId280" Type="http://schemas.openxmlformats.org/officeDocument/2006/relationships/customXml" Target="../ink/ink1773.xml"/><Relationship Id="rId336" Type="http://schemas.openxmlformats.org/officeDocument/2006/relationships/customXml" Target="../ink/ink1801.xml"/><Relationship Id="rId501" Type="http://schemas.openxmlformats.org/officeDocument/2006/relationships/image" Target="../media/image6030.png"/><Relationship Id="rId75" Type="http://schemas.openxmlformats.org/officeDocument/2006/relationships/image" Target="../media/image3900.png"/><Relationship Id="rId140" Type="http://schemas.openxmlformats.org/officeDocument/2006/relationships/customXml" Target="../ink/ink1703.xml"/><Relationship Id="rId182" Type="http://schemas.openxmlformats.org/officeDocument/2006/relationships/customXml" Target="../ink/ink1724.xml"/><Relationship Id="rId378" Type="http://schemas.openxmlformats.org/officeDocument/2006/relationships/customXml" Target="../ink/ink1822.xml"/><Relationship Id="rId403" Type="http://schemas.openxmlformats.org/officeDocument/2006/relationships/image" Target="../media/image5540.png"/><Relationship Id="rId6" Type="http://schemas.openxmlformats.org/officeDocument/2006/relationships/customXml" Target="../ink/ink1636.xml"/><Relationship Id="rId238" Type="http://schemas.openxmlformats.org/officeDocument/2006/relationships/customXml" Target="../ink/ink1752.xml"/><Relationship Id="rId445" Type="http://schemas.openxmlformats.org/officeDocument/2006/relationships/image" Target="../media/image5750.png"/><Relationship Id="rId487" Type="http://schemas.openxmlformats.org/officeDocument/2006/relationships/image" Target="../media/image5960.png"/><Relationship Id="rId291" Type="http://schemas.openxmlformats.org/officeDocument/2006/relationships/image" Target="../media/image4980.png"/><Relationship Id="rId305" Type="http://schemas.openxmlformats.org/officeDocument/2006/relationships/image" Target="../media/image5050.png"/><Relationship Id="rId347" Type="http://schemas.openxmlformats.org/officeDocument/2006/relationships/image" Target="../media/image5260.png"/><Relationship Id="rId512" Type="http://schemas.openxmlformats.org/officeDocument/2006/relationships/customXml" Target="../ink/ink1889.xml"/><Relationship Id="rId44" Type="http://schemas.openxmlformats.org/officeDocument/2006/relationships/customXml" Target="../ink/ink1655.xml"/><Relationship Id="rId86" Type="http://schemas.openxmlformats.org/officeDocument/2006/relationships/customXml" Target="../ink/ink1676.xml"/><Relationship Id="rId151" Type="http://schemas.openxmlformats.org/officeDocument/2006/relationships/image" Target="../media/image4280.png"/><Relationship Id="rId389" Type="http://schemas.openxmlformats.org/officeDocument/2006/relationships/image" Target="../media/image5470.png"/><Relationship Id="rId193" Type="http://schemas.openxmlformats.org/officeDocument/2006/relationships/image" Target="../media/image4490.png"/><Relationship Id="rId207" Type="http://schemas.openxmlformats.org/officeDocument/2006/relationships/image" Target="../media/image4560.png"/><Relationship Id="rId249" Type="http://schemas.openxmlformats.org/officeDocument/2006/relationships/image" Target="../media/image4770.png"/><Relationship Id="rId414" Type="http://schemas.openxmlformats.org/officeDocument/2006/relationships/customXml" Target="../ink/ink1840.xml"/><Relationship Id="rId456" Type="http://schemas.openxmlformats.org/officeDocument/2006/relationships/customXml" Target="../ink/ink1861.xml"/><Relationship Id="rId498" Type="http://schemas.openxmlformats.org/officeDocument/2006/relationships/customXml" Target="../ink/ink1882.xml"/><Relationship Id="rId13" Type="http://schemas.openxmlformats.org/officeDocument/2006/relationships/image" Target="../media/image3590.png"/><Relationship Id="rId109" Type="http://schemas.openxmlformats.org/officeDocument/2006/relationships/image" Target="../media/image4070.png"/><Relationship Id="rId260" Type="http://schemas.openxmlformats.org/officeDocument/2006/relationships/customXml" Target="../ink/ink1763.xml"/><Relationship Id="rId316" Type="http://schemas.openxmlformats.org/officeDocument/2006/relationships/customXml" Target="../ink/ink1791.xml"/><Relationship Id="rId523" Type="http://schemas.openxmlformats.org/officeDocument/2006/relationships/image" Target="../media/image6140.png"/><Relationship Id="rId55" Type="http://schemas.openxmlformats.org/officeDocument/2006/relationships/image" Target="../media/image3800.png"/><Relationship Id="rId97" Type="http://schemas.openxmlformats.org/officeDocument/2006/relationships/image" Target="../media/image4011.png"/><Relationship Id="rId120" Type="http://schemas.openxmlformats.org/officeDocument/2006/relationships/customXml" Target="../ink/ink1693.xml"/><Relationship Id="rId358" Type="http://schemas.openxmlformats.org/officeDocument/2006/relationships/customXml" Target="../ink/ink1812.xml"/><Relationship Id="rId162" Type="http://schemas.openxmlformats.org/officeDocument/2006/relationships/customXml" Target="../ink/ink1714.xml"/><Relationship Id="rId218" Type="http://schemas.openxmlformats.org/officeDocument/2006/relationships/customXml" Target="../ink/ink1742.xml"/><Relationship Id="rId425" Type="http://schemas.openxmlformats.org/officeDocument/2006/relationships/image" Target="../media/image5650.png"/><Relationship Id="rId467" Type="http://schemas.openxmlformats.org/officeDocument/2006/relationships/image" Target="../media/image5860.png"/><Relationship Id="rId271" Type="http://schemas.openxmlformats.org/officeDocument/2006/relationships/image" Target="../media/image4880.png"/><Relationship Id="rId24" Type="http://schemas.openxmlformats.org/officeDocument/2006/relationships/customXml" Target="../ink/ink1645.xml"/><Relationship Id="rId66" Type="http://schemas.openxmlformats.org/officeDocument/2006/relationships/customXml" Target="../ink/ink1666.xml"/><Relationship Id="rId131" Type="http://schemas.openxmlformats.org/officeDocument/2006/relationships/image" Target="../media/image4180.png"/><Relationship Id="rId327" Type="http://schemas.openxmlformats.org/officeDocument/2006/relationships/image" Target="../media/image5160.png"/><Relationship Id="rId369" Type="http://schemas.openxmlformats.org/officeDocument/2006/relationships/image" Target="../media/image5370.png"/><Relationship Id="rId173" Type="http://schemas.openxmlformats.org/officeDocument/2006/relationships/image" Target="../media/image4390.png"/><Relationship Id="rId229" Type="http://schemas.openxmlformats.org/officeDocument/2006/relationships/image" Target="../media/image4670.png"/><Relationship Id="rId380" Type="http://schemas.openxmlformats.org/officeDocument/2006/relationships/customXml" Target="../ink/ink1823.xml"/><Relationship Id="rId436" Type="http://schemas.openxmlformats.org/officeDocument/2006/relationships/customXml" Target="../ink/ink1851.xml"/><Relationship Id="rId240" Type="http://schemas.openxmlformats.org/officeDocument/2006/relationships/customXml" Target="../ink/ink1753.xml"/><Relationship Id="rId478" Type="http://schemas.openxmlformats.org/officeDocument/2006/relationships/customXml" Target="../ink/ink1872.xml"/><Relationship Id="rId35" Type="http://schemas.openxmlformats.org/officeDocument/2006/relationships/image" Target="../media/image3700.png"/><Relationship Id="rId77" Type="http://schemas.openxmlformats.org/officeDocument/2006/relationships/image" Target="../media/image3911.png"/><Relationship Id="rId100" Type="http://schemas.openxmlformats.org/officeDocument/2006/relationships/customXml" Target="../ink/ink1683.xml"/><Relationship Id="rId282" Type="http://schemas.openxmlformats.org/officeDocument/2006/relationships/customXml" Target="../ink/ink1774.xml"/><Relationship Id="rId338" Type="http://schemas.openxmlformats.org/officeDocument/2006/relationships/customXml" Target="../ink/ink1802.xml"/><Relationship Id="rId503" Type="http://schemas.openxmlformats.org/officeDocument/2006/relationships/image" Target="../media/image6040.png"/><Relationship Id="rId8" Type="http://schemas.openxmlformats.org/officeDocument/2006/relationships/customXml" Target="../ink/ink1637.xml"/><Relationship Id="rId142" Type="http://schemas.openxmlformats.org/officeDocument/2006/relationships/customXml" Target="../ink/ink1704.xml"/><Relationship Id="rId184" Type="http://schemas.openxmlformats.org/officeDocument/2006/relationships/customXml" Target="../ink/ink1725.xml"/><Relationship Id="rId391" Type="http://schemas.openxmlformats.org/officeDocument/2006/relationships/image" Target="../media/image5480.png"/><Relationship Id="rId405" Type="http://schemas.openxmlformats.org/officeDocument/2006/relationships/image" Target="../media/image5550.png"/><Relationship Id="rId447" Type="http://schemas.openxmlformats.org/officeDocument/2006/relationships/image" Target="../media/image5760.png"/><Relationship Id="rId251" Type="http://schemas.openxmlformats.org/officeDocument/2006/relationships/image" Target="../media/image4780.png"/><Relationship Id="rId489" Type="http://schemas.openxmlformats.org/officeDocument/2006/relationships/image" Target="../media/image5970.png"/><Relationship Id="rId46" Type="http://schemas.openxmlformats.org/officeDocument/2006/relationships/customXml" Target="../ink/ink1656.xml"/><Relationship Id="rId293" Type="http://schemas.openxmlformats.org/officeDocument/2006/relationships/image" Target="../media/image4990.png"/><Relationship Id="rId307" Type="http://schemas.openxmlformats.org/officeDocument/2006/relationships/image" Target="../media/image5060.png"/><Relationship Id="rId349" Type="http://schemas.openxmlformats.org/officeDocument/2006/relationships/image" Target="../media/image5270.png"/><Relationship Id="rId514" Type="http://schemas.openxmlformats.org/officeDocument/2006/relationships/customXml" Target="../ink/ink1890.xml"/><Relationship Id="rId88" Type="http://schemas.openxmlformats.org/officeDocument/2006/relationships/customXml" Target="../ink/ink1677.xml"/><Relationship Id="rId111" Type="http://schemas.openxmlformats.org/officeDocument/2006/relationships/image" Target="../media/image4080.png"/><Relationship Id="rId153" Type="http://schemas.openxmlformats.org/officeDocument/2006/relationships/image" Target="../media/image4290.png"/><Relationship Id="rId195" Type="http://schemas.openxmlformats.org/officeDocument/2006/relationships/image" Target="../media/image4500.png"/><Relationship Id="rId209" Type="http://schemas.openxmlformats.org/officeDocument/2006/relationships/image" Target="../media/image4570.png"/><Relationship Id="rId360" Type="http://schemas.openxmlformats.org/officeDocument/2006/relationships/customXml" Target="../ink/ink1813.xml"/><Relationship Id="rId416" Type="http://schemas.openxmlformats.org/officeDocument/2006/relationships/customXml" Target="../ink/ink1841.xml"/><Relationship Id="rId220" Type="http://schemas.openxmlformats.org/officeDocument/2006/relationships/customXml" Target="../ink/ink1743.xml"/><Relationship Id="rId458" Type="http://schemas.openxmlformats.org/officeDocument/2006/relationships/customXml" Target="../ink/ink1862.xml"/><Relationship Id="rId15" Type="http://schemas.openxmlformats.org/officeDocument/2006/relationships/image" Target="../media/image3600.png"/><Relationship Id="rId57" Type="http://schemas.openxmlformats.org/officeDocument/2006/relationships/image" Target="../media/image3811.png"/><Relationship Id="rId262" Type="http://schemas.openxmlformats.org/officeDocument/2006/relationships/customXml" Target="../ink/ink1764.xml"/><Relationship Id="rId318" Type="http://schemas.openxmlformats.org/officeDocument/2006/relationships/customXml" Target="../ink/ink1792.xml"/><Relationship Id="rId525" Type="http://schemas.openxmlformats.org/officeDocument/2006/relationships/image" Target="../media/image6150.png"/><Relationship Id="rId99" Type="http://schemas.openxmlformats.org/officeDocument/2006/relationships/image" Target="../media/image4020.png"/><Relationship Id="rId122" Type="http://schemas.openxmlformats.org/officeDocument/2006/relationships/customXml" Target="../ink/ink1694.xml"/><Relationship Id="rId164" Type="http://schemas.openxmlformats.org/officeDocument/2006/relationships/customXml" Target="../ink/ink1715.xml"/><Relationship Id="rId371" Type="http://schemas.openxmlformats.org/officeDocument/2006/relationships/image" Target="../media/image5380.png"/><Relationship Id="rId427" Type="http://schemas.openxmlformats.org/officeDocument/2006/relationships/image" Target="../media/image5660.png"/><Relationship Id="rId469" Type="http://schemas.openxmlformats.org/officeDocument/2006/relationships/image" Target="../media/image5870.png"/><Relationship Id="rId26" Type="http://schemas.openxmlformats.org/officeDocument/2006/relationships/customXml" Target="../ink/ink1646.xml"/><Relationship Id="rId231" Type="http://schemas.openxmlformats.org/officeDocument/2006/relationships/image" Target="../media/image4680.png"/><Relationship Id="rId273" Type="http://schemas.openxmlformats.org/officeDocument/2006/relationships/image" Target="../media/image4890.png"/><Relationship Id="rId329" Type="http://schemas.openxmlformats.org/officeDocument/2006/relationships/image" Target="../media/image5170.png"/><Relationship Id="rId480" Type="http://schemas.openxmlformats.org/officeDocument/2006/relationships/customXml" Target="../ink/ink1873.xml"/><Relationship Id="rId68" Type="http://schemas.openxmlformats.org/officeDocument/2006/relationships/customXml" Target="../ink/ink1667.xml"/><Relationship Id="rId133" Type="http://schemas.openxmlformats.org/officeDocument/2006/relationships/image" Target="../media/image4190.png"/><Relationship Id="rId175" Type="http://schemas.openxmlformats.org/officeDocument/2006/relationships/image" Target="../media/image4400.png"/><Relationship Id="rId340" Type="http://schemas.openxmlformats.org/officeDocument/2006/relationships/customXml" Target="../ink/ink1803.xml"/><Relationship Id="rId200" Type="http://schemas.openxmlformats.org/officeDocument/2006/relationships/customXml" Target="../ink/ink1733.xml"/><Relationship Id="rId382" Type="http://schemas.openxmlformats.org/officeDocument/2006/relationships/customXml" Target="../ink/ink1824.xml"/><Relationship Id="rId438" Type="http://schemas.openxmlformats.org/officeDocument/2006/relationships/customXml" Target="../ink/ink1852.xml"/><Relationship Id="rId242" Type="http://schemas.openxmlformats.org/officeDocument/2006/relationships/customXml" Target="../ink/ink1754.xml"/><Relationship Id="rId284" Type="http://schemas.openxmlformats.org/officeDocument/2006/relationships/customXml" Target="../ink/ink1775.xml"/><Relationship Id="rId491" Type="http://schemas.openxmlformats.org/officeDocument/2006/relationships/image" Target="../media/image5980.png"/><Relationship Id="rId505" Type="http://schemas.openxmlformats.org/officeDocument/2006/relationships/image" Target="../media/image6050.png"/><Relationship Id="rId37" Type="http://schemas.openxmlformats.org/officeDocument/2006/relationships/image" Target="../media/image3711.png"/><Relationship Id="rId79" Type="http://schemas.openxmlformats.org/officeDocument/2006/relationships/image" Target="../media/image3920.png"/><Relationship Id="rId102" Type="http://schemas.openxmlformats.org/officeDocument/2006/relationships/customXml" Target="../ink/ink1684.xml"/><Relationship Id="rId144" Type="http://schemas.openxmlformats.org/officeDocument/2006/relationships/customXml" Target="../ink/ink1705.xml"/><Relationship Id="rId90" Type="http://schemas.openxmlformats.org/officeDocument/2006/relationships/customXml" Target="../ink/ink1678.xml"/><Relationship Id="rId186" Type="http://schemas.openxmlformats.org/officeDocument/2006/relationships/customXml" Target="../ink/ink1726.xml"/><Relationship Id="rId351" Type="http://schemas.openxmlformats.org/officeDocument/2006/relationships/image" Target="../media/image5280.png"/><Relationship Id="rId393" Type="http://schemas.openxmlformats.org/officeDocument/2006/relationships/image" Target="../media/image5490.png"/><Relationship Id="rId407" Type="http://schemas.openxmlformats.org/officeDocument/2006/relationships/image" Target="../media/image5560.png"/><Relationship Id="rId449" Type="http://schemas.openxmlformats.org/officeDocument/2006/relationships/image" Target="../media/image5770.png"/><Relationship Id="rId211" Type="http://schemas.openxmlformats.org/officeDocument/2006/relationships/image" Target="../media/image4580.png"/><Relationship Id="rId253" Type="http://schemas.openxmlformats.org/officeDocument/2006/relationships/image" Target="../media/image4790.png"/><Relationship Id="rId295" Type="http://schemas.openxmlformats.org/officeDocument/2006/relationships/image" Target="../media/image5000.png"/><Relationship Id="rId309" Type="http://schemas.openxmlformats.org/officeDocument/2006/relationships/image" Target="../media/image5070.png"/><Relationship Id="rId460" Type="http://schemas.openxmlformats.org/officeDocument/2006/relationships/customXml" Target="../ink/ink1863.xml"/><Relationship Id="rId516" Type="http://schemas.openxmlformats.org/officeDocument/2006/relationships/customXml" Target="../ink/ink1891.xml"/><Relationship Id="rId48" Type="http://schemas.openxmlformats.org/officeDocument/2006/relationships/customXml" Target="../ink/ink1657.xml"/><Relationship Id="rId113" Type="http://schemas.openxmlformats.org/officeDocument/2006/relationships/image" Target="../media/image4090.png"/><Relationship Id="rId320" Type="http://schemas.openxmlformats.org/officeDocument/2006/relationships/customXml" Target="../ink/ink1793.xml"/><Relationship Id="rId155" Type="http://schemas.openxmlformats.org/officeDocument/2006/relationships/image" Target="../media/image4300.png"/><Relationship Id="rId197" Type="http://schemas.openxmlformats.org/officeDocument/2006/relationships/image" Target="../media/image4511.png"/><Relationship Id="rId362" Type="http://schemas.openxmlformats.org/officeDocument/2006/relationships/customXml" Target="../ink/ink1814.xml"/><Relationship Id="rId418" Type="http://schemas.openxmlformats.org/officeDocument/2006/relationships/customXml" Target="../ink/ink1842.xml"/><Relationship Id="rId222" Type="http://schemas.openxmlformats.org/officeDocument/2006/relationships/customXml" Target="../ink/ink1744.xml"/><Relationship Id="rId264" Type="http://schemas.openxmlformats.org/officeDocument/2006/relationships/customXml" Target="../ink/ink1765.xml"/><Relationship Id="rId471" Type="http://schemas.openxmlformats.org/officeDocument/2006/relationships/image" Target="../media/image5880.png"/><Relationship Id="rId17" Type="http://schemas.openxmlformats.org/officeDocument/2006/relationships/image" Target="../media/image3611.png"/><Relationship Id="rId59" Type="http://schemas.openxmlformats.org/officeDocument/2006/relationships/image" Target="../media/image3820.png"/><Relationship Id="rId124" Type="http://schemas.openxmlformats.org/officeDocument/2006/relationships/customXml" Target="../ink/ink1695.xml"/><Relationship Id="rId527" Type="http://schemas.openxmlformats.org/officeDocument/2006/relationships/image" Target="../media/image6160.png"/><Relationship Id="rId70" Type="http://schemas.openxmlformats.org/officeDocument/2006/relationships/customXml" Target="../ink/ink1668.xml"/><Relationship Id="rId166" Type="http://schemas.openxmlformats.org/officeDocument/2006/relationships/customXml" Target="../ink/ink1716.xml"/><Relationship Id="rId331" Type="http://schemas.openxmlformats.org/officeDocument/2006/relationships/image" Target="../media/image5180.png"/><Relationship Id="rId373" Type="http://schemas.openxmlformats.org/officeDocument/2006/relationships/image" Target="../media/image5390.png"/><Relationship Id="rId429" Type="http://schemas.openxmlformats.org/officeDocument/2006/relationships/image" Target="../media/image5670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4690.png"/><Relationship Id="rId440" Type="http://schemas.openxmlformats.org/officeDocument/2006/relationships/customXml" Target="../ink/ink1853.xml"/><Relationship Id="rId28" Type="http://schemas.openxmlformats.org/officeDocument/2006/relationships/customXml" Target="../ink/ink1647.xml"/><Relationship Id="rId275" Type="http://schemas.openxmlformats.org/officeDocument/2006/relationships/image" Target="../media/image4900.png"/><Relationship Id="rId300" Type="http://schemas.openxmlformats.org/officeDocument/2006/relationships/customXml" Target="../ink/ink1783.xml"/><Relationship Id="rId482" Type="http://schemas.openxmlformats.org/officeDocument/2006/relationships/customXml" Target="../ink/ink1874.xml"/><Relationship Id="rId81" Type="http://schemas.openxmlformats.org/officeDocument/2006/relationships/image" Target="../media/image3930.png"/><Relationship Id="rId135" Type="http://schemas.openxmlformats.org/officeDocument/2006/relationships/image" Target="../media/image4200.png"/><Relationship Id="rId177" Type="http://schemas.openxmlformats.org/officeDocument/2006/relationships/image" Target="../media/image4411.png"/><Relationship Id="rId342" Type="http://schemas.openxmlformats.org/officeDocument/2006/relationships/customXml" Target="../ink/ink1804.xml"/><Relationship Id="rId384" Type="http://schemas.openxmlformats.org/officeDocument/2006/relationships/customXml" Target="../ink/ink1825.xml"/><Relationship Id="rId202" Type="http://schemas.openxmlformats.org/officeDocument/2006/relationships/customXml" Target="../ink/ink1734.xml"/><Relationship Id="rId244" Type="http://schemas.openxmlformats.org/officeDocument/2006/relationships/customXml" Target="../ink/ink1755.xml"/><Relationship Id="rId39" Type="http://schemas.openxmlformats.org/officeDocument/2006/relationships/image" Target="../media/image3720.png"/><Relationship Id="rId286" Type="http://schemas.openxmlformats.org/officeDocument/2006/relationships/customXml" Target="../ink/ink1776.xml"/><Relationship Id="rId451" Type="http://schemas.openxmlformats.org/officeDocument/2006/relationships/image" Target="../media/image5780.png"/><Relationship Id="rId493" Type="http://schemas.openxmlformats.org/officeDocument/2006/relationships/image" Target="../media/image5990.png"/><Relationship Id="rId507" Type="http://schemas.openxmlformats.org/officeDocument/2006/relationships/image" Target="../media/image6060.png"/><Relationship Id="rId50" Type="http://schemas.openxmlformats.org/officeDocument/2006/relationships/customXml" Target="../ink/ink1658.xml"/><Relationship Id="rId104" Type="http://schemas.openxmlformats.org/officeDocument/2006/relationships/customXml" Target="../ink/ink1685.xml"/><Relationship Id="rId146" Type="http://schemas.openxmlformats.org/officeDocument/2006/relationships/customXml" Target="../ink/ink1706.xml"/><Relationship Id="rId188" Type="http://schemas.openxmlformats.org/officeDocument/2006/relationships/customXml" Target="../ink/ink1727.xml"/><Relationship Id="rId311" Type="http://schemas.openxmlformats.org/officeDocument/2006/relationships/image" Target="../media/image5080.png"/><Relationship Id="rId353" Type="http://schemas.openxmlformats.org/officeDocument/2006/relationships/image" Target="../media/image5290.png"/><Relationship Id="rId395" Type="http://schemas.openxmlformats.org/officeDocument/2006/relationships/image" Target="../media/image5500.png"/><Relationship Id="rId409" Type="http://schemas.openxmlformats.org/officeDocument/2006/relationships/image" Target="../media/image5570.png"/><Relationship Id="rId92" Type="http://schemas.openxmlformats.org/officeDocument/2006/relationships/customXml" Target="../ink/ink1679.xml"/><Relationship Id="rId213" Type="http://schemas.openxmlformats.org/officeDocument/2006/relationships/image" Target="../media/image4590.png"/><Relationship Id="rId420" Type="http://schemas.openxmlformats.org/officeDocument/2006/relationships/customXml" Target="../ink/ink1843.xml"/><Relationship Id="rId255" Type="http://schemas.openxmlformats.org/officeDocument/2006/relationships/image" Target="../media/image4800.png"/><Relationship Id="rId297" Type="http://schemas.openxmlformats.org/officeDocument/2006/relationships/image" Target="../media/image5011.png"/><Relationship Id="rId462" Type="http://schemas.openxmlformats.org/officeDocument/2006/relationships/customXml" Target="../ink/ink1864.xml"/><Relationship Id="rId518" Type="http://schemas.openxmlformats.org/officeDocument/2006/relationships/customXml" Target="../ink/ink1892.xml"/><Relationship Id="rId115" Type="http://schemas.openxmlformats.org/officeDocument/2006/relationships/image" Target="../media/image4101.png"/><Relationship Id="rId157" Type="http://schemas.openxmlformats.org/officeDocument/2006/relationships/image" Target="../media/image4311.png"/><Relationship Id="rId322" Type="http://schemas.openxmlformats.org/officeDocument/2006/relationships/customXml" Target="../ink/ink1794.xml"/><Relationship Id="rId364" Type="http://schemas.openxmlformats.org/officeDocument/2006/relationships/customXml" Target="../ink/ink1815.xml"/><Relationship Id="rId61" Type="http://schemas.openxmlformats.org/officeDocument/2006/relationships/image" Target="../media/image3830.png"/><Relationship Id="rId199" Type="http://schemas.openxmlformats.org/officeDocument/2006/relationships/image" Target="../media/image4520.png"/><Relationship Id="rId19" Type="http://schemas.openxmlformats.org/officeDocument/2006/relationships/image" Target="../media/image3620.png"/><Relationship Id="rId224" Type="http://schemas.openxmlformats.org/officeDocument/2006/relationships/customXml" Target="../ink/ink1745.xml"/><Relationship Id="rId266" Type="http://schemas.openxmlformats.org/officeDocument/2006/relationships/customXml" Target="../ink/ink1766.xml"/><Relationship Id="rId431" Type="http://schemas.openxmlformats.org/officeDocument/2006/relationships/image" Target="../media/image5680.png"/><Relationship Id="rId473" Type="http://schemas.openxmlformats.org/officeDocument/2006/relationships/image" Target="../media/image5890.png"/><Relationship Id="rId529" Type="http://schemas.openxmlformats.org/officeDocument/2006/relationships/image" Target="../media/image6170.png"/><Relationship Id="rId30" Type="http://schemas.openxmlformats.org/officeDocument/2006/relationships/customXml" Target="../ink/ink1648.xml"/><Relationship Id="rId126" Type="http://schemas.openxmlformats.org/officeDocument/2006/relationships/customXml" Target="../ink/ink1696.xml"/><Relationship Id="rId168" Type="http://schemas.openxmlformats.org/officeDocument/2006/relationships/customXml" Target="../ink/ink1717.xml"/><Relationship Id="rId333" Type="http://schemas.openxmlformats.org/officeDocument/2006/relationships/image" Target="../media/image5190.png"/><Relationship Id="rId72" Type="http://schemas.openxmlformats.org/officeDocument/2006/relationships/customXml" Target="../ink/ink1669.xml"/><Relationship Id="rId375" Type="http://schemas.openxmlformats.org/officeDocument/2006/relationships/image" Target="../media/image5400.png"/><Relationship Id="rId3" Type="http://schemas.openxmlformats.org/officeDocument/2006/relationships/image" Target="../media/image3540.png"/><Relationship Id="rId235" Type="http://schemas.openxmlformats.org/officeDocument/2006/relationships/image" Target="../media/image4700.png"/><Relationship Id="rId277" Type="http://schemas.openxmlformats.org/officeDocument/2006/relationships/image" Target="../media/image4911.png"/><Relationship Id="rId400" Type="http://schemas.openxmlformats.org/officeDocument/2006/relationships/customXml" Target="../ink/ink1833.xml"/><Relationship Id="rId442" Type="http://schemas.openxmlformats.org/officeDocument/2006/relationships/customXml" Target="../ink/ink1854.xml"/><Relationship Id="rId484" Type="http://schemas.openxmlformats.org/officeDocument/2006/relationships/customXml" Target="../ink/ink1875.xml"/><Relationship Id="rId137" Type="http://schemas.openxmlformats.org/officeDocument/2006/relationships/image" Target="../media/image4211.png"/><Relationship Id="rId302" Type="http://schemas.openxmlformats.org/officeDocument/2006/relationships/customXml" Target="../ink/ink1784.xml"/><Relationship Id="rId344" Type="http://schemas.openxmlformats.org/officeDocument/2006/relationships/customXml" Target="../ink/ink1805.xml"/><Relationship Id="rId41" Type="http://schemas.openxmlformats.org/officeDocument/2006/relationships/image" Target="../media/image3730.png"/><Relationship Id="rId83" Type="http://schemas.openxmlformats.org/officeDocument/2006/relationships/image" Target="../media/image3940.png"/><Relationship Id="rId179" Type="http://schemas.openxmlformats.org/officeDocument/2006/relationships/image" Target="../media/image4420.png"/><Relationship Id="rId386" Type="http://schemas.openxmlformats.org/officeDocument/2006/relationships/customXml" Target="../ink/ink1826.xml"/><Relationship Id="rId190" Type="http://schemas.openxmlformats.org/officeDocument/2006/relationships/customXml" Target="../ink/ink1728.xml"/><Relationship Id="rId204" Type="http://schemas.openxmlformats.org/officeDocument/2006/relationships/customXml" Target="../ink/ink1735.xml"/><Relationship Id="rId246" Type="http://schemas.openxmlformats.org/officeDocument/2006/relationships/customXml" Target="../ink/ink1756.xml"/><Relationship Id="rId288" Type="http://schemas.openxmlformats.org/officeDocument/2006/relationships/customXml" Target="../ink/ink1777.xml"/><Relationship Id="rId411" Type="http://schemas.openxmlformats.org/officeDocument/2006/relationships/image" Target="../media/image5580.png"/><Relationship Id="rId453" Type="http://schemas.openxmlformats.org/officeDocument/2006/relationships/image" Target="../media/image5790.png"/><Relationship Id="rId509" Type="http://schemas.openxmlformats.org/officeDocument/2006/relationships/image" Target="../media/image6070.png"/><Relationship Id="rId106" Type="http://schemas.openxmlformats.org/officeDocument/2006/relationships/customXml" Target="../ink/ink1686.xml"/><Relationship Id="rId313" Type="http://schemas.openxmlformats.org/officeDocument/2006/relationships/image" Target="../media/image5090.png"/><Relationship Id="rId495" Type="http://schemas.openxmlformats.org/officeDocument/2006/relationships/image" Target="../media/image6000.png"/><Relationship Id="rId10" Type="http://schemas.openxmlformats.org/officeDocument/2006/relationships/customXml" Target="../ink/ink1638.xml"/><Relationship Id="rId52" Type="http://schemas.openxmlformats.org/officeDocument/2006/relationships/customXml" Target="../ink/ink1659.xml"/><Relationship Id="rId94" Type="http://schemas.openxmlformats.org/officeDocument/2006/relationships/customXml" Target="../ink/ink1680.xml"/><Relationship Id="rId148" Type="http://schemas.openxmlformats.org/officeDocument/2006/relationships/customXml" Target="../ink/ink1707.xml"/><Relationship Id="rId355" Type="http://schemas.openxmlformats.org/officeDocument/2006/relationships/image" Target="../media/image5300.png"/><Relationship Id="rId397" Type="http://schemas.openxmlformats.org/officeDocument/2006/relationships/image" Target="../media/image5511.png"/><Relationship Id="rId520" Type="http://schemas.openxmlformats.org/officeDocument/2006/relationships/customXml" Target="../ink/ink1893.xml"/><Relationship Id="rId215" Type="http://schemas.openxmlformats.org/officeDocument/2006/relationships/image" Target="../media/image4600.png"/><Relationship Id="rId257" Type="http://schemas.openxmlformats.org/officeDocument/2006/relationships/image" Target="../media/image4811.png"/><Relationship Id="rId422" Type="http://schemas.openxmlformats.org/officeDocument/2006/relationships/customXml" Target="../ink/ink1844.xml"/><Relationship Id="rId464" Type="http://schemas.openxmlformats.org/officeDocument/2006/relationships/customXml" Target="../ink/ink1865.xml"/><Relationship Id="rId299" Type="http://schemas.openxmlformats.org/officeDocument/2006/relationships/image" Target="../media/image5020.png"/><Relationship Id="rId63" Type="http://schemas.openxmlformats.org/officeDocument/2006/relationships/image" Target="../media/image3840.png"/><Relationship Id="rId159" Type="http://schemas.openxmlformats.org/officeDocument/2006/relationships/image" Target="../media/image4320.png"/><Relationship Id="rId366" Type="http://schemas.openxmlformats.org/officeDocument/2006/relationships/customXml" Target="../ink/ink1816.xml"/><Relationship Id="rId226" Type="http://schemas.openxmlformats.org/officeDocument/2006/relationships/customXml" Target="../ink/ink1746.xml"/><Relationship Id="rId433" Type="http://schemas.openxmlformats.org/officeDocument/2006/relationships/image" Target="../media/image5690.png"/><Relationship Id="rId74" Type="http://schemas.openxmlformats.org/officeDocument/2006/relationships/customXml" Target="../ink/ink1670.xml"/><Relationship Id="rId377" Type="http://schemas.openxmlformats.org/officeDocument/2006/relationships/image" Target="../media/image5411.png"/><Relationship Id="rId500" Type="http://schemas.openxmlformats.org/officeDocument/2006/relationships/customXml" Target="../ink/ink1883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72.png"/><Relationship Id="rId299" Type="http://schemas.openxmlformats.org/officeDocument/2006/relationships/image" Target="../media/image1363.png"/><Relationship Id="rId21" Type="http://schemas.openxmlformats.org/officeDocument/2006/relationships/image" Target="../media/image1224.png"/><Relationship Id="rId63" Type="http://schemas.openxmlformats.org/officeDocument/2006/relationships/image" Target="../media/image1245.png"/><Relationship Id="rId159" Type="http://schemas.openxmlformats.org/officeDocument/2006/relationships/image" Target="../media/image1293.png"/><Relationship Id="rId324" Type="http://schemas.openxmlformats.org/officeDocument/2006/relationships/customXml" Target="../ink/ink2060.xml"/><Relationship Id="rId366" Type="http://schemas.openxmlformats.org/officeDocument/2006/relationships/customXml" Target="../ink/ink2081.xml"/><Relationship Id="rId170" Type="http://schemas.openxmlformats.org/officeDocument/2006/relationships/customXml" Target="../ink/ink1983.xml"/><Relationship Id="rId226" Type="http://schemas.openxmlformats.org/officeDocument/2006/relationships/customXml" Target="../ink/ink2011.xml"/><Relationship Id="rId433" Type="http://schemas.openxmlformats.org/officeDocument/2006/relationships/image" Target="../media/image1430.png"/><Relationship Id="rId268" Type="http://schemas.openxmlformats.org/officeDocument/2006/relationships/customXml" Target="../ink/ink2032.xml"/><Relationship Id="rId32" Type="http://schemas.openxmlformats.org/officeDocument/2006/relationships/customXml" Target="../ink/ink1914.xml"/><Relationship Id="rId74" Type="http://schemas.openxmlformats.org/officeDocument/2006/relationships/customXml" Target="../ink/ink1935.xml"/><Relationship Id="rId128" Type="http://schemas.openxmlformats.org/officeDocument/2006/relationships/customXml" Target="../ink/ink1962.xml"/><Relationship Id="rId335" Type="http://schemas.openxmlformats.org/officeDocument/2006/relationships/image" Target="../media/image1381.png"/><Relationship Id="rId377" Type="http://schemas.openxmlformats.org/officeDocument/2006/relationships/image" Target="../media/image1402.png"/><Relationship Id="rId5" Type="http://schemas.openxmlformats.org/officeDocument/2006/relationships/image" Target="../media/image1216.png"/><Relationship Id="rId181" Type="http://schemas.openxmlformats.org/officeDocument/2006/relationships/image" Target="../media/image1304.png"/><Relationship Id="rId237" Type="http://schemas.openxmlformats.org/officeDocument/2006/relationships/image" Target="../media/image1332.png"/><Relationship Id="rId402" Type="http://schemas.openxmlformats.org/officeDocument/2006/relationships/customXml" Target="../ink/ink2099.xml"/><Relationship Id="rId279" Type="http://schemas.openxmlformats.org/officeDocument/2006/relationships/image" Target="../media/image1353.png"/><Relationship Id="rId444" Type="http://schemas.openxmlformats.org/officeDocument/2006/relationships/customXml" Target="../ink/ink2120.xml"/><Relationship Id="rId43" Type="http://schemas.openxmlformats.org/officeDocument/2006/relationships/image" Target="../media/image1235.png"/><Relationship Id="rId139" Type="http://schemas.openxmlformats.org/officeDocument/2006/relationships/image" Target="../media/image1283.png"/><Relationship Id="rId290" Type="http://schemas.openxmlformats.org/officeDocument/2006/relationships/customXml" Target="../ink/ink2043.xml"/><Relationship Id="rId304" Type="http://schemas.openxmlformats.org/officeDocument/2006/relationships/customXml" Target="../ink/ink2050.xml"/><Relationship Id="rId346" Type="http://schemas.openxmlformats.org/officeDocument/2006/relationships/customXml" Target="../ink/ink2071.xml"/><Relationship Id="rId388" Type="http://schemas.openxmlformats.org/officeDocument/2006/relationships/customXml" Target="../ink/ink2092.xml"/><Relationship Id="rId85" Type="http://schemas.openxmlformats.org/officeDocument/2006/relationships/image" Target="../media/image1256.png"/><Relationship Id="rId150" Type="http://schemas.openxmlformats.org/officeDocument/2006/relationships/customXml" Target="../ink/ink1973.xml"/><Relationship Id="rId192" Type="http://schemas.openxmlformats.org/officeDocument/2006/relationships/customXml" Target="../ink/ink1994.xml"/><Relationship Id="rId206" Type="http://schemas.openxmlformats.org/officeDocument/2006/relationships/customXml" Target="../ink/ink2001.xml"/><Relationship Id="rId413" Type="http://schemas.openxmlformats.org/officeDocument/2006/relationships/image" Target="../media/image1420.png"/><Relationship Id="rId248" Type="http://schemas.openxmlformats.org/officeDocument/2006/relationships/customXml" Target="../ink/ink2022.xml"/><Relationship Id="rId455" Type="http://schemas.openxmlformats.org/officeDocument/2006/relationships/image" Target="../media/image1441.png"/><Relationship Id="rId12" Type="http://schemas.openxmlformats.org/officeDocument/2006/relationships/customXml" Target="../ink/ink1904.xml"/><Relationship Id="rId108" Type="http://schemas.openxmlformats.org/officeDocument/2006/relationships/customXml" Target="../ink/ink1952.xml"/><Relationship Id="rId315" Type="http://schemas.openxmlformats.org/officeDocument/2006/relationships/image" Target="../media/image1371.png"/><Relationship Id="rId357" Type="http://schemas.openxmlformats.org/officeDocument/2006/relationships/image" Target="../media/image1392.png"/><Relationship Id="rId54" Type="http://schemas.openxmlformats.org/officeDocument/2006/relationships/customXml" Target="../ink/ink1925.xml"/><Relationship Id="rId96" Type="http://schemas.openxmlformats.org/officeDocument/2006/relationships/customXml" Target="../ink/ink1946.xml"/><Relationship Id="rId161" Type="http://schemas.openxmlformats.org/officeDocument/2006/relationships/image" Target="../media/image1294.png"/><Relationship Id="rId217" Type="http://schemas.openxmlformats.org/officeDocument/2006/relationships/image" Target="../media/image1322.png"/><Relationship Id="rId399" Type="http://schemas.openxmlformats.org/officeDocument/2006/relationships/image" Target="../media/image1413.png"/><Relationship Id="rId259" Type="http://schemas.openxmlformats.org/officeDocument/2006/relationships/image" Target="../media/image1343.png"/><Relationship Id="rId424" Type="http://schemas.openxmlformats.org/officeDocument/2006/relationships/customXml" Target="../ink/ink2110.xml"/><Relationship Id="rId23" Type="http://schemas.openxmlformats.org/officeDocument/2006/relationships/image" Target="../media/image1225.png"/><Relationship Id="rId119" Type="http://schemas.openxmlformats.org/officeDocument/2006/relationships/image" Target="../media/image1273.png"/><Relationship Id="rId270" Type="http://schemas.openxmlformats.org/officeDocument/2006/relationships/customXml" Target="../ink/ink2033.xml"/><Relationship Id="rId326" Type="http://schemas.openxmlformats.org/officeDocument/2006/relationships/customXml" Target="../ink/ink2061.xml"/><Relationship Id="rId65" Type="http://schemas.openxmlformats.org/officeDocument/2006/relationships/image" Target="../media/image1246.png"/><Relationship Id="rId130" Type="http://schemas.openxmlformats.org/officeDocument/2006/relationships/customXml" Target="../ink/ink1963.xml"/><Relationship Id="rId368" Type="http://schemas.openxmlformats.org/officeDocument/2006/relationships/customXml" Target="../ink/ink2082.xml"/><Relationship Id="rId172" Type="http://schemas.openxmlformats.org/officeDocument/2006/relationships/customXml" Target="../ink/ink1984.xml"/><Relationship Id="rId228" Type="http://schemas.openxmlformats.org/officeDocument/2006/relationships/customXml" Target="../ink/ink2012.xml"/><Relationship Id="rId435" Type="http://schemas.openxmlformats.org/officeDocument/2006/relationships/image" Target="../media/image1431.png"/><Relationship Id="rId281" Type="http://schemas.openxmlformats.org/officeDocument/2006/relationships/image" Target="../media/image1354.png"/><Relationship Id="rId337" Type="http://schemas.openxmlformats.org/officeDocument/2006/relationships/image" Target="../media/image1382.png"/><Relationship Id="rId34" Type="http://schemas.openxmlformats.org/officeDocument/2006/relationships/customXml" Target="../ink/ink1915.xml"/><Relationship Id="rId76" Type="http://schemas.openxmlformats.org/officeDocument/2006/relationships/customXml" Target="../ink/ink1936.xml"/><Relationship Id="rId141" Type="http://schemas.openxmlformats.org/officeDocument/2006/relationships/image" Target="../media/image1284.png"/><Relationship Id="rId379" Type="http://schemas.openxmlformats.org/officeDocument/2006/relationships/image" Target="../media/image1403.png"/><Relationship Id="rId7" Type="http://schemas.openxmlformats.org/officeDocument/2006/relationships/image" Target="../media/image1217.png"/><Relationship Id="rId183" Type="http://schemas.openxmlformats.org/officeDocument/2006/relationships/image" Target="../media/image1305.png"/><Relationship Id="rId239" Type="http://schemas.openxmlformats.org/officeDocument/2006/relationships/image" Target="../media/image1333.png"/><Relationship Id="rId390" Type="http://schemas.openxmlformats.org/officeDocument/2006/relationships/customXml" Target="../ink/ink2093.xml"/><Relationship Id="rId404" Type="http://schemas.openxmlformats.org/officeDocument/2006/relationships/customXml" Target="../ink/ink2100.xml"/><Relationship Id="rId446" Type="http://schemas.openxmlformats.org/officeDocument/2006/relationships/customXml" Target="../ink/ink2121.xml"/><Relationship Id="rId250" Type="http://schemas.openxmlformats.org/officeDocument/2006/relationships/customXml" Target="../ink/ink2023.xml"/><Relationship Id="rId292" Type="http://schemas.openxmlformats.org/officeDocument/2006/relationships/customXml" Target="../ink/ink2044.xml"/><Relationship Id="rId306" Type="http://schemas.openxmlformats.org/officeDocument/2006/relationships/customXml" Target="../ink/ink2051.xml"/><Relationship Id="rId45" Type="http://schemas.openxmlformats.org/officeDocument/2006/relationships/image" Target="../media/image1236.png"/><Relationship Id="rId87" Type="http://schemas.openxmlformats.org/officeDocument/2006/relationships/image" Target="../media/image1257.png"/><Relationship Id="rId110" Type="http://schemas.openxmlformats.org/officeDocument/2006/relationships/customXml" Target="../ink/ink1953.xml"/><Relationship Id="rId348" Type="http://schemas.openxmlformats.org/officeDocument/2006/relationships/customXml" Target="../ink/ink2072.xml"/><Relationship Id="rId152" Type="http://schemas.openxmlformats.org/officeDocument/2006/relationships/customXml" Target="../ink/ink1974.xml"/><Relationship Id="rId194" Type="http://schemas.openxmlformats.org/officeDocument/2006/relationships/customXml" Target="../ink/ink1995.xml"/><Relationship Id="rId208" Type="http://schemas.openxmlformats.org/officeDocument/2006/relationships/customXml" Target="../ink/ink2002.xml"/><Relationship Id="rId415" Type="http://schemas.openxmlformats.org/officeDocument/2006/relationships/image" Target="../media/image1421.png"/><Relationship Id="rId261" Type="http://schemas.openxmlformats.org/officeDocument/2006/relationships/image" Target="../media/image1344.png"/><Relationship Id="rId14" Type="http://schemas.openxmlformats.org/officeDocument/2006/relationships/customXml" Target="../ink/ink1905.xml"/><Relationship Id="rId56" Type="http://schemas.openxmlformats.org/officeDocument/2006/relationships/customXml" Target="../ink/ink1926.xml"/><Relationship Id="rId317" Type="http://schemas.openxmlformats.org/officeDocument/2006/relationships/image" Target="../media/image1372.png"/><Relationship Id="rId359" Type="http://schemas.openxmlformats.org/officeDocument/2006/relationships/image" Target="../media/image1393.png"/><Relationship Id="rId98" Type="http://schemas.openxmlformats.org/officeDocument/2006/relationships/customXml" Target="../ink/ink1947.xml"/><Relationship Id="rId121" Type="http://schemas.openxmlformats.org/officeDocument/2006/relationships/image" Target="../media/image1274.png"/><Relationship Id="rId163" Type="http://schemas.openxmlformats.org/officeDocument/2006/relationships/image" Target="../media/image1295.png"/><Relationship Id="rId219" Type="http://schemas.openxmlformats.org/officeDocument/2006/relationships/image" Target="../media/image1323.png"/><Relationship Id="rId370" Type="http://schemas.openxmlformats.org/officeDocument/2006/relationships/customXml" Target="../ink/ink2083.xml"/><Relationship Id="rId426" Type="http://schemas.openxmlformats.org/officeDocument/2006/relationships/customXml" Target="../ink/ink2111.xml"/><Relationship Id="rId230" Type="http://schemas.openxmlformats.org/officeDocument/2006/relationships/customXml" Target="../ink/ink2013.xml"/><Relationship Id="rId25" Type="http://schemas.openxmlformats.org/officeDocument/2006/relationships/image" Target="../media/image1226.png"/><Relationship Id="rId67" Type="http://schemas.openxmlformats.org/officeDocument/2006/relationships/image" Target="../media/image1247.png"/><Relationship Id="rId272" Type="http://schemas.openxmlformats.org/officeDocument/2006/relationships/customXml" Target="../ink/ink2034.xml"/><Relationship Id="rId328" Type="http://schemas.openxmlformats.org/officeDocument/2006/relationships/customXml" Target="../ink/ink2062.xml"/><Relationship Id="rId132" Type="http://schemas.openxmlformats.org/officeDocument/2006/relationships/customXml" Target="../ink/ink1964.xml"/><Relationship Id="rId174" Type="http://schemas.openxmlformats.org/officeDocument/2006/relationships/customXml" Target="../ink/ink1985.xml"/><Relationship Id="rId381" Type="http://schemas.openxmlformats.org/officeDocument/2006/relationships/image" Target="../media/image1404.png"/><Relationship Id="rId241" Type="http://schemas.openxmlformats.org/officeDocument/2006/relationships/image" Target="../media/image1334.png"/><Relationship Id="rId437" Type="http://schemas.openxmlformats.org/officeDocument/2006/relationships/image" Target="../media/image1432.png"/><Relationship Id="rId36" Type="http://schemas.openxmlformats.org/officeDocument/2006/relationships/customXml" Target="../ink/ink1916.xml"/><Relationship Id="rId283" Type="http://schemas.openxmlformats.org/officeDocument/2006/relationships/image" Target="../media/image1355.png"/><Relationship Id="rId339" Type="http://schemas.openxmlformats.org/officeDocument/2006/relationships/image" Target="../media/image1383.png"/><Relationship Id="rId78" Type="http://schemas.openxmlformats.org/officeDocument/2006/relationships/customXml" Target="../ink/ink1937.xml"/><Relationship Id="rId101" Type="http://schemas.openxmlformats.org/officeDocument/2006/relationships/image" Target="../media/image1264.png"/><Relationship Id="rId143" Type="http://schemas.openxmlformats.org/officeDocument/2006/relationships/image" Target="../media/image1285.png"/><Relationship Id="rId185" Type="http://schemas.openxmlformats.org/officeDocument/2006/relationships/image" Target="../media/image1306.png"/><Relationship Id="rId350" Type="http://schemas.openxmlformats.org/officeDocument/2006/relationships/customXml" Target="../ink/ink2073.xml"/><Relationship Id="rId406" Type="http://schemas.openxmlformats.org/officeDocument/2006/relationships/customXml" Target="../ink/ink2101.xml"/><Relationship Id="rId9" Type="http://schemas.openxmlformats.org/officeDocument/2006/relationships/image" Target="../media/image1218.png"/><Relationship Id="rId210" Type="http://schemas.openxmlformats.org/officeDocument/2006/relationships/customXml" Target="../ink/ink2003.xml"/><Relationship Id="rId392" Type="http://schemas.openxmlformats.org/officeDocument/2006/relationships/customXml" Target="../ink/ink2094.xml"/><Relationship Id="rId448" Type="http://schemas.openxmlformats.org/officeDocument/2006/relationships/customXml" Target="../ink/ink2122.xml"/><Relationship Id="rId252" Type="http://schemas.openxmlformats.org/officeDocument/2006/relationships/customXml" Target="../ink/ink2024.xml"/><Relationship Id="rId294" Type="http://schemas.openxmlformats.org/officeDocument/2006/relationships/customXml" Target="../ink/ink2045.xml"/><Relationship Id="rId308" Type="http://schemas.openxmlformats.org/officeDocument/2006/relationships/customXml" Target="../ink/ink2052.xml"/><Relationship Id="rId47" Type="http://schemas.openxmlformats.org/officeDocument/2006/relationships/image" Target="../media/image1237.png"/><Relationship Id="rId89" Type="http://schemas.openxmlformats.org/officeDocument/2006/relationships/image" Target="../media/image1258.png"/><Relationship Id="rId112" Type="http://schemas.openxmlformats.org/officeDocument/2006/relationships/customXml" Target="../ink/ink1954.xml"/><Relationship Id="rId154" Type="http://schemas.openxmlformats.org/officeDocument/2006/relationships/customXml" Target="../ink/ink1975.xml"/><Relationship Id="rId361" Type="http://schemas.openxmlformats.org/officeDocument/2006/relationships/image" Target="../media/image1394.png"/><Relationship Id="rId196" Type="http://schemas.openxmlformats.org/officeDocument/2006/relationships/customXml" Target="../ink/ink1996.xml"/><Relationship Id="rId417" Type="http://schemas.openxmlformats.org/officeDocument/2006/relationships/image" Target="../media/image1422.png"/><Relationship Id="rId16" Type="http://schemas.openxmlformats.org/officeDocument/2006/relationships/customXml" Target="../ink/ink1906.xml"/><Relationship Id="rId221" Type="http://schemas.openxmlformats.org/officeDocument/2006/relationships/image" Target="../media/image1324.png"/><Relationship Id="rId263" Type="http://schemas.openxmlformats.org/officeDocument/2006/relationships/image" Target="../media/image1345.png"/><Relationship Id="rId319" Type="http://schemas.openxmlformats.org/officeDocument/2006/relationships/image" Target="../media/image1373.png"/><Relationship Id="rId58" Type="http://schemas.openxmlformats.org/officeDocument/2006/relationships/customXml" Target="../ink/ink1927.xml"/><Relationship Id="rId123" Type="http://schemas.openxmlformats.org/officeDocument/2006/relationships/image" Target="../media/image1275.png"/><Relationship Id="rId330" Type="http://schemas.openxmlformats.org/officeDocument/2006/relationships/customXml" Target="../ink/ink2063.xml"/><Relationship Id="rId165" Type="http://schemas.openxmlformats.org/officeDocument/2006/relationships/image" Target="../media/image1296.png"/><Relationship Id="rId372" Type="http://schemas.openxmlformats.org/officeDocument/2006/relationships/customXml" Target="../ink/ink2084.xml"/><Relationship Id="rId428" Type="http://schemas.openxmlformats.org/officeDocument/2006/relationships/customXml" Target="../ink/ink2112.xml"/><Relationship Id="rId232" Type="http://schemas.openxmlformats.org/officeDocument/2006/relationships/customXml" Target="../ink/ink2014.xml"/><Relationship Id="rId274" Type="http://schemas.openxmlformats.org/officeDocument/2006/relationships/customXml" Target="../ink/ink2035.xml"/><Relationship Id="rId27" Type="http://schemas.openxmlformats.org/officeDocument/2006/relationships/image" Target="../media/image1227.png"/><Relationship Id="rId69" Type="http://schemas.openxmlformats.org/officeDocument/2006/relationships/image" Target="../media/image1248.png"/><Relationship Id="rId134" Type="http://schemas.openxmlformats.org/officeDocument/2006/relationships/customXml" Target="../ink/ink1965.xml"/><Relationship Id="rId80" Type="http://schemas.openxmlformats.org/officeDocument/2006/relationships/customXml" Target="../ink/ink1938.xml"/><Relationship Id="rId176" Type="http://schemas.openxmlformats.org/officeDocument/2006/relationships/customXml" Target="../ink/ink1986.xml"/><Relationship Id="rId341" Type="http://schemas.openxmlformats.org/officeDocument/2006/relationships/image" Target="../media/image1384.png"/><Relationship Id="rId383" Type="http://schemas.openxmlformats.org/officeDocument/2006/relationships/image" Target="../media/image1405.png"/><Relationship Id="rId439" Type="http://schemas.openxmlformats.org/officeDocument/2006/relationships/image" Target="../media/image1433.png"/><Relationship Id="rId201" Type="http://schemas.openxmlformats.org/officeDocument/2006/relationships/image" Target="../media/image1314.png"/><Relationship Id="rId243" Type="http://schemas.openxmlformats.org/officeDocument/2006/relationships/image" Target="../media/image1335.png"/><Relationship Id="rId285" Type="http://schemas.openxmlformats.org/officeDocument/2006/relationships/image" Target="../media/image1356.png"/><Relationship Id="rId450" Type="http://schemas.openxmlformats.org/officeDocument/2006/relationships/customXml" Target="../ink/ink2123.xml"/><Relationship Id="rId38" Type="http://schemas.openxmlformats.org/officeDocument/2006/relationships/customXml" Target="../ink/ink1917.xml"/><Relationship Id="rId103" Type="http://schemas.openxmlformats.org/officeDocument/2006/relationships/image" Target="../media/image1265.png"/><Relationship Id="rId310" Type="http://schemas.openxmlformats.org/officeDocument/2006/relationships/customXml" Target="../ink/ink2053.xml"/><Relationship Id="rId91" Type="http://schemas.openxmlformats.org/officeDocument/2006/relationships/image" Target="../media/image1259.png"/><Relationship Id="rId145" Type="http://schemas.openxmlformats.org/officeDocument/2006/relationships/image" Target="../media/image1286.png"/><Relationship Id="rId187" Type="http://schemas.openxmlformats.org/officeDocument/2006/relationships/image" Target="../media/image1307.png"/><Relationship Id="rId352" Type="http://schemas.openxmlformats.org/officeDocument/2006/relationships/customXml" Target="../ink/ink2074.xml"/><Relationship Id="rId394" Type="http://schemas.openxmlformats.org/officeDocument/2006/relationships/customXml" Target="../ink/ink2095.xml"/><Relationship Id="rId408" Type="http://schemas.openxmlformats.org/officeDocument/2006/relationships/customXml" Target="../ink/ink2102.xml"/><Relationship Id="rId212" Type="http://schemas.openxmlformats.org/officeDocument/2006/relationships/customXml" Target="../ink/ink2004.xml"/><Relationship Id="rId254" Type="http://schemas.openxmlformats.org/officeDocument/2006/relationships/customXml" Target="../ink/ink2025.xml"/><Relationship Id="rId49" Type="http://schemas.openxmlformats.org/officeDocument/2006/relationships/image" Target="../media/image1238.png"/><Relationship Id="rId114" Type="http://schemas.openxmlformats.org/officeDocument/2006/relationships/customXml" Target="../ink/ink1955.xml"/><Relationship Id="rId296" Type="http://schemas.openxmlformats.org/officeDocument/2006/relationships/customXml" Target="../ink/ink2046.xml"/><Relationship Id="rId60" Type="http://schemas.openxmlformats.org/officeDocument/2006/relationships/customXml" Target="../ink/ink1928.xml"/><Relationship Id="rId156" Type="http://schemas.openxmlformats.org/officeDocument/2006/relationships/customXml" Target="../ink/ink1976.xml"/><Relationship Id="rId198" Type="http://schemas.openxmlformats.org/officeDocument/2006/relationships/customXml" Target="../ink/ink1997.xml"/><Relationship Id="rId321" Type="http://schemas.openxmlformats.org/officeDocument/2006/relationships/image" Target="../media/image1374.png"/><Relationship Id="rId363" Type="http://schemas.openxmlformats.org/officeDocument/2006/relationships/image" Target="../media/image1395.png"/><Relationship Id="rId419" Type="http://schemas.openxmlformats.org/officeDocument/2006/relationships/image" Target="../media/image1423.png"/><Relationship Id="rId223" Type="http://schemas.openxmlformats.org/officeDocument/2006/relationships/image" Target="../media/image1325.png"/><Relationship Id="rId430" Type="http://schemas.openxmlformats.org/officeDocument/2006/relationships/customXml" Target="../ink/ink2113.xml"/><Relationship Id="rId18" Type="http://schemas.openxmlformats.org/officeDocument/2006/relationships/customXml" Target="../ink/ink1907.xml"/><Relationship Id="rId265" Type="http://schemas.openxmlformats.org/officeDocument/2006/relationships/image" Target="../media/image1346.png"/><Relationship Id="rId125" Type="http://schemas.openxmlformats.org/officeDocument/2006/relationships/image" Target="../media/image1276.png"/><Relationship Id="rId167" Type="http://schemas.openxmlformats.org/officeDocument/2006/relationships/image" Target="../media/image1297.png"/><Relationship Id="rId332" Type="http://schemas.openxmlformats.org/officeDocument/2006/relationships/customXml" Target="../ink/ink2064.xml"/><Relationship Id="rId374" Type="http://schemas.openxmlformats.org/officeDocument/2006/relationships/customXml" Target="../ink/ink2085.xml"/><Relationship Id="rId71" Type="http://schemas.openxmlformats.org/officeDocument/2006/relationships/image" Target="../media/image1249.png"/><Relationship Id="rId92" Type="http://schemas.openxmlformats.org/officeDocument/2006/relationships/customXml" Target="../ink/ink1944.xml"/><Relationship Id="rId213" Type="http://schemas.openxmlformats.org/officeDocument/2006/relationships/image" Target="../media/image1320.png"/><Relationship Id="rId234" Type="http://schemas.openxmlformats.org/officeDocument/2006/relationships/customXml" Target="../ink/ink2015.xml"/><Relationship Id="rId420" Type="http://schemas.openxmlformats.org/officeDocument/2006/relationships/customXml" Target="../ink/ink2108.xml"/><Relationship Id="rId2" Type="http://schemas.openxmlformats.org/officeDocument/2006/relationships/customXml" Target="../ink/ink1899.xml"/><Relationship Id="rId29" Type="http://schemas.openxmlformats.org/officeDocument/2006/relationships/image" Target="../media/image1228.png"/><Relationship Id="rId255" Type="http://schemas.openxmlformats.org/officeDocument/2006/relationships/image" Target="../media/image1341.png"/><Relationship Id="rId276" Type="http://schemas.openxmlformats.org/officeDocument/2006/relationships/customXml" Target="../ink/ink2036.xml"/><Relationship Id="rId297" Type="http://schemas.openxmlformats.org/officeDocument/2006/relationships/image" Target="../media/image1362.png"/><Relationship Id="rId441" Type="http://schemas.openxmlformats.org/officeDocument/2006/relationships/image" Target="../media/image1434.png"/><Relationship Id="rId40" Type="http://schemas.openxmlformats.org/officeDocument/2006/relationships/customXml" Target="../ink/ink1918.xml"/><Relationship Id="rId115" Type="http://schemas.openxmlformats.org/officeDocument/2006/relationships/image" Target="../media/image1271.png"/><Relationship Id="rId136" Type="http://schemas.openxmlformats.org/officeDocument/2006/relationships/customXml" Target="../ink/ink1966.xml"/><Relationship Id="rId157" Type="http://schemas.openxmlformats.org/officeDocument/2006/relationships/image" Target="../media/image1292.png"/><Relationship Id="rId178" Type="http://schemas.openxmlformats.org/officeDocument/2006/relationships/customXml" Target="../ink/ink1987.xml"/><Relationship Id="rId301" Type="http://schemas.openxmlformats.org/officeDocument/2006/relationships/image" Target="../media/image1364.png"/><Relationship Id="rId322" Type="http://schemas.openxmlformats.org/officeDocument/2006/relationships/customXml" Target="../ink/ink2059.xml"/><Relationship Id="rId343" Type="http://schemas.openxmlformats.org/officeDocument/2006/relationships/image" Target="../media/image1385.png"/><Relationship Id="rId364" Type="http://schemas.openxmlformats.org/officeDocument/2006/relationships/customXml" Target="../ink/ink2080.xml"/><Relationship Id="rId61" Type="http://schemas.openxmlformats.org/officeDocument/2006/relationships/image" Target="../media/image1244.png"/><Relationship Id="rId82" Type="http://schemas.openxmlformats.org/officeDocument/2006/relationships/customXml" Target="../ink/ink1939.xml"/><Relationship Id="rId199" Type="http://schemas.openxmlformats.org/officeDocument/2006/relationships/image" Target="../media/image1313.png"/><Relationship Id="rId203" Type="http://schemas.openxmlformats.org/officeDocument/2006/relationships/image" Target="../media/image1315.png"/><Relationship Id="rId385" Type="http://schemas.openxmlformats.org/officeDocument/2006/relationships/image" Target="../media/image1406.png"/><Relationship Id="rId19" Type="http://schemas.openxmlformats.org/officeDocument/2006/relationships/image" Target="../media/image1223.png"/><Relationship Id="rId224" Type="http://schemas.openxmlformats.org/officeDocument/2006/relationships/customXml" Target="../ink/ink2010.xml"/><Relationship Id="rId245" Type="http://schemas.openxmlformats.org/officeDocument/2006/relationships/image" Target="../media/image1336.png"/><Relationship Id="rId266" Type="http://schemas.openxmlformats.org/officeDocument/2006/relationships/customXml" Target="../ink/ink2031.xml"/><Relationship Id="rId287" Type="http://schemas.openxmlformats.org/officeDocument/2006/relationships/image" Target="../media/image1357.png"/><Relationship Id="rId410" Type="http://schemas.openxmlformats.org/officeDocument/2006/relationships/customXml" Target="../ink/ink2103.xml"/><Relationship Id="rId431" Type="http://schemas.openxmlformats.org/officeDocument/2006/relationships/image" Target="../media/image1429.png"/><Relationship Id="rId452" Type="http://schemas.openxmlformats.org/officeDocument/2006/relationships/customXml" Target="../ink/ink2124.xml"/><Relationship Id="rId30" Type="http://schemas.openxmlformats.org/officeDocument/2006/relationships/customXml" Target="../ink/ink1913.xml"/><Relationship Id="rId105" Type="http://schemas.openxmlformats.org/officeDocument/2006/relationships/image" Target="../media/image1266.png"/><Relationship Id="rId126" Type="http://schemas.openxmlformats.org/officeDocument/2006/relationships/customXml" Target="../ink/ink1961.xml"/><Relationship Id="rId147" Type="http://schemas.openxmlformats.org/officeDocument/2006/relationships/image" Target="../media/image1287.png"/><Relationship Id="rId168" Type="http://schemas.openxmlformats.org/officeDocument/2006/relationships/customXml" Target="../ink/ink1982.xml"/><Relationship Id="rId312" Type="http://schemas.openxmlformats.org/officeDocument/2006/relationships/customXml" Target="../ink/ink2054.xml"/><Relationship Id="rId333" Type="http://schemas.openxmlformats.org/officeDocument/2006/relationships/image" Target="../media/image1380.png"/><Relationship Id="rId354" Type="http://schemas.openxmlformats.org/officeDocument/2006/relationships/customXml" Target="../ink/ink2075.xml"/><Relationship Id="rId51" Type="http://schemas.openxmlformats.org/officeDocument/2006/relationships/image" Target="../media/image1239.png"/><Relationship Id="rId72" Type="http://schemas.openxmlformats.org/officeDocument/2006/relationships/customXml" Target="../ink/ink1934.xml"/><Relationship Id="rId93" Type="http://schemas.openxmlformats.org/officeDocument/2006/relationships/image" Target="../media/image1260.png"/><Relationship Id="rId189" Type="http://schemas.openxmlformats.org/officeDocument/2006/relationships/image" Target="../media/image1308.png"/><Relationship Id="rId375" Type="http://schemas.openxmlformats.org/officeDocument/2006/relationships/image" Target="../media/image1401.png"/><Relationship Id="rId396" Type="http://schemas.openxmlformats.org/officeDocument/2006/relationships/customXml" Target="../ink/ink2096.xml"/><Relationship Id="rId3" Type="http://schemas.openxmlformats.org/officeDocument/2006/relationships/image" Target="../media/image1215.png"/><Relationship Id="rId214" Type="http://schemas.openxmlformats.org/officeDocument/2006/relationships/customXml" Target="../ink/ink2005.xml"/><Relationship Id="rId235" Type="http://schemas.openxmlformats.org/officeDocument/2006/relationships/image" Target="../media/image1331.png"/><Relationship Id="rId256" Type="http://schemas.openxmlformats.org/officeDocument/2006/relationships/customXml" Target="../ink/ink2026.xml"/><Relationship Id="rId277" Type="http://schemas.openxmlformats.org/officeDocument/2006/relationships/image" Target="../media/image1352.png"/><Relationship Id="rId298" Type="http://schemas.openxmlformats.org/officeDocument/2006/relationships/customXml" Target="../ink/ink2047.xml"/><Relationship Id="rId400" Type="http://schemas.openxmlformats.org/officeDocument/2006/relationships/customXml" Target="../ink/ink2098.xml"/><Relationship Id="rId421" Type="http://schemas.openxmlformats.org/officeDocument/2006/relationships/image" Target="../media/image1424.png"/><Relationship Id="rId442" Type="http://schemas.openxmlformats.org/officeDocument/2006/relationships/customXml" Target="../ink/ink2119.xml"/><Relationship Id="rId116" Type="http://schemas.openxmlformats.org/officeDocument/2006/relationships/customXml" Target="../ink/ink1956.xml"/><Relationship Id="rId137" Type="http://schemas.openxmlformats.org/officeDocument/2006/relationships/image" Target="../media/image1282.png"/><Relationship Id="rId158" Type="http://schemas.openxmlformats.org/officeDocument/2006/relationships/customXml" Target="../ink/ink1977.xml"/><Relationship Id="rId302" Type="http://schemas.openxmlformats.org/officeDocument/2006/relationships/customXml" Target="../ink/ink2049.xml"/><Relationship Id="rId323" Type="http://schemas.openxmlformats.org/officeDocument/2006/relationships/image" Target="../media/image1375.png"/><Relationship Id="rId344" Type="http://schemas.openxmlformats.org/officeDocument/2006/relationships/customXml" Target="../ink/ink2070.xml"/><Relationship Id="rId20" Type="http://schemas.openxmlformats.org/officeDocument/2006/relationships/customXml" Target="../ink/ink1908.xml"/><Relationship Id="rId41" Type="http://schemas.openxmlformats.org/officeDocument/2006/relationships/image" Target="../media/image1234.png"/><Relationship Id="rId62" Type="http://schemas.openxmlformats.org/officeDocument/2006/relationships/customXml" Target="../ink/ink1929.xml"/><Relationship Id="rId83" Type="http://schemas.openxmlformats.org/officeDocument/2006/relationships/image" Target="../media/image1255.png"/><Relationship Id="rId179" Type="http://schemas.openxmlformats.org/officeDocument/2006/relationships/image" Target="../media/image1303.png"/><Relationship Id="rId365" Type="http://schemas.openxmlformats.org/officeDocument/2006/relationships/image" Target="../media/image1396.png"/><Relationship Id="rId386" Type="http://schemas.openxmlformats.org/officeDocument/2006/relationships/customXml" Target="../ink/ink2091.xml"/><Relationship Id="rId190" Type="http://schemas.openxmlformats.org/officeDocument/2006/relationships/customXml" Target="../ink/ink1993.xml"/><Relationship Id="rId204" Type="http://schemas.openxmlformats.org/officeDocument/2006/relationships/customXml" Target="../ink/ink2000.xml"/><Relationship Id="rId225" Type="http://schemas.openxmlformats.org/officeDocument/2006/relationships/image" Target="../media/image1326.png"/><Relationship Id="rId246" Type="http://schemas.openxmlformats.org/officeDocument/2006/relationships/customXml" Target="../ink/ink2021.xml"/><Relationship Id="rId267" Type="http://schemas.openxmlformats.org/officeDocument/2006/relationships/image" Target="../media/image1347.png"/><Relationship Id="rId288" Type="http://schemas.openxmlformats.org/officeDocument/2006/relationships/customXml" Target="../ink/ink2042.xml"/><Relationship Id="rId411" Type="http://schemas.openxmlformats.org/officeDocument/2006/relationships/image" Target="../media/image1419.png"/><Relationship Id="rId432" Type="http://schemas.openxmlformats.org/officeDocument/2006/relationships/customXml" Target="../ink/ink2114.xml"/><Relationship Id="rId453" Type="http://schemas.openxmlformats.org/officeDocument/2006/relationships/image" Target="../media/image1440.png"/><Relationship Id="rId106" Type="http://schemas.openxmlformats.org/officeDocument/2006/relationships/customXml" Target="../ink/ink1951.xml"/><Relationship Id="rId127" Type="http://schemas.openxmlformats.org/officeDocument/2006/relationships/image" Target="../media/image1277.png"/><Relationship Id="rId313" Type="http://schemas.openxmlformats.org/officeDocument/2006/relationships/image" Target="../media/image1370.png"/><Relationship Id="rId10" Type="http://schemas.openxmlformats.org/officeDocument/2006/relationships/customXml" Target="../ink/ink1903.xml"/><Relationship Id="rId31" Type="http://schemas.openxmlformats.org/officeDocument/2006/relationships/image" Target="../media/image1229.png"/><Relationship Id="rId52" Type="http://schemas.openxmlformats.org/officeDocument/2006/relationships/customXml" Target="../ink/ink1924.xml"/><Relationship Id="rId73" Type="http://schemas.openxmlformats.org/officeDocument/2006/relationships/image" Target="../media/image1250.png"/><Relationship Id="rId94" Type="http://schemas.openxmlformats.org/officeDocument/2006/relationships/customXml" Target="../ink/ink1945.xml"/><Relationship Id="rId148" Type="http://schemas.openxmlformats.org/officeDocument/2006/relationships/customXml" Target="../ink/ink1972.xml"/><Relationship Id="rId169" Type="http://schemas.openxmlformats.org/officeDocument/2006/relationships/image" Target="../media/image1298.png"/><Relationship Id="rId334" Type="http://schemas.openxmlformats.org/officeDocument/2006/relationships/customXml" Target="../ink/ink2065.xml"/><Relationship Id="rId355" Type="http://schemas.openxmlformats.org/officeDocument/2006/relationships/image" Target="../media/image1391.png"/><Relationship Id="rId376" Type="http://schemas.openxmlformats.org/officeDocument/2006/relationships/customXml" Target="../ink/ink2086.xml"/><Relationship Id="rId397" Type="http://schemas.openxmlformats.org/officeDocument/2006/relationships/image" Target="../media/image1412.png"/><Relationship Id="rId4" Type="http://schemas.openxmlformats.org/officeDocument/2006/relationships/customXml" Target="../ink/ink1900.xml"/><Relationship Id="rId180" Type="http://schemas.openxmlformats.org/officeDocument/2006/relationships/customXml" Target="../ink/ink1988.xml"/><Relationship Id="rId215" Type="http://schemas.openxmlformats.org/officeDocument/2006/relationships/image" Target="../media/image1321.png"/><Relationship Id="rId236" Type="http://schemas.openxmlformats.org/officeDocument/2006/relationships/customXml" Target="../ink/ink2016.xml"/><Relationship Id="rId257" Type="http://schemas.openxmlformats.org/officeDocument/2006/relationships/image" Target="../media/image1342.png"/><Relationship Id="rId278" Type="http://schemas.openxmlformats.org/officeDocument/2006/relationships/customXml" Target="../ink/ink2037.xml"/><Relationship Id="rId401" Type="http://schemas.openxmlformats.org/officeDocument/2006/relationships/image" Target="../media/image1414.png"/><Relationship Id="rId422" Type="http://schemas.openxmlformats.org/officeDocument/2006/relationships/customXml" Target="../ink/ink2109.xml"/><Relationship Id="rId443" Type="http://schemas.openxmlformats.org/officeDocument/2006/relationships/image" Target="../media/image1435.png"/><Relationship Id="rId303" Type="http://schemas.openxmlformats.org/officeDocument/2006/relationships/image" Target="../media/image1365.png"/><Relationship Id="rId42" Type="http://schemas.openxmlformats.org/officeDocument/2006/relationships/customXml" Target="../ink/ink1919.xml"/><Relationship Id="rId84" Type="http://schemas.openxmlformats.org/officeDocument/2006/relationships/customXml" Target="../ink/ink1940.xml"/><Relationship Id="rId138" Type="http://schemas.openxmlformats.org/officeDocument/2006/relationships/customXml" Target="../ink/ink1967.xml"/><Relationship Id="rId345" Type="http://schemas.openxmlformats.org/officeDocument/2006/relationships/image" Target="../media/image1386.png"/><Relationship Id="rId387" Type="http://schemas.openxmlformats.org/officeDocument/2006/relationships/image" Target="../media/image1407.png"/><Relationship Id="rId191" Type="http://schemas.openxmlformats.org/officeDocument/2006/relationships/image" Target="../media/image1309.png"/><Relationship Id="rId205" Type="http://schemas.openxmlformats.org/officeDocument/2006/relationships/image" Target="../media/image1316.png"/><Relationship Id="rId247" Type="http://schemas.openxmlformats.org/officeDocument/2006/relationships/image" Target="../media/image1337.png"/><Relationship Id="rId412" Type="http://schemas.openxmlformats.org/officeDocument/2006/relationships/customXml" Target="../ink/ink2104.xml"/><Relationship Id="rId107" Type="http://schemas.openxmlformats.org/officeDocument/2006/relationships/image" Target="../media/image1267.png"/><Relationship Id="rId289" Type="http://schemas.openxmlformats.org/officeDocument/2006/relationships/image" Target="../media/image1358.png"/><Relationship Id="rId454" Type="http://schemas.openxmlformats.org/officeDocument/2006/relationships/customXml" Target="../ink/ink2125.xml"/><Relationship Id="rId11" Type="http://schemas.openxmlformats.org/officeDocument/2006/relationships/image" Target="../media/image1219.png"/><Relationship Id="rId53" Type="http://schemas.openxmlformats.org/officeDocument/2006/relationships/image" Target="../media/image1240.png"/><Relationship Id="rId149" Type="http://schemas.openxmlformats.org/officeDocument/2006/relationships/image" Target="../media/image1288.png"/><Relationship Id="rId314" Type="http://schemas.openxmlformats.org/officeDocument/2006/relationships/customXml" Target="../ink/ink2055.xml"/><Relationship Id="rId356" Type="http://schemas.openxmlformats.org/officeDocument/2006/relationships/customXml" Target="../ink/ink2076.xml"/><Relationship Id="rId398" Type="http://schemas.openxmlformats.org/officeDocument/2006/relationships/customXml" Target="../ink/ink2097.xml"/><Relationship Id="rId95" Type="http://schemas.openxmlformats.org/officeDocument/2006/relationships/image" Target="../media/image1261.png"/><Relationship Id="rId160" Type="http://schemas.openxmlformats.org/officeDocument/2006/relationships/customXml" Target="../ink/ink1978.xml"/><Relationship Id="rId216" Type="http://schemas.openxmlformats.org/officeDocument/2006/relationships/customXml" Target="../ink/ink2006.xml"/><Relationship Id="rId423" Type="http://schemas.openxmlformats.org/officeDocument/2006/relationships/image" Target="../media/image1425.png"/><Relationship Id="rId258" Type="http://schemas.openxmlformats.org/officeDocument/2006/relationships/customXml" Target="../ink/ink2027.xml"/><Relationship Id="rId22" Type="http://schemas.openxmlformats.org/officeDocument/2006/relationships/customXml" Target="../ink/ink1909.xml"/><Relationship Id="rId64" Type="http://schemas.openxmlformats.org/officeDocument/2006/relationships/customXml" Target="../ink/ink1930.xml"/><Relationship Id="rId118" Type="http://schemas.openxmlformats.org/officeDocument/2006/relationships/customXml" Target="../ink/ink1957.xml"/><Relationship Id="rId325" Type="http://schemas.openxmlformats.org/officeDocument/2006/relationships/image" Target="../media/image1376.png"/><Relationship Id="rId367" Type="http://schemas.openxmlformats.org/officeDocument/2006/relationships/image" Target="../media/image1397.png"/><Relationship Id="rId171" Type="http://schemas.openxmlformats.org/officeDocument/2006/relationships/image" Target="../media/image1299.png"/><Relationship Id="rId227" Type="http://schemas.openxmlformats.org/officeDocument/2006/relationships/image" Target="../media/image1327.png"/><Relationship Id="rId269" Type="http://schemas.openxmlformats.org/officeDocument/2006/relationships/image" Target="../media/image1348.png"/><Relationship Id="rId434" Type="http://schemas.openxmlformats.org/officeDocument/2006/relationships/customXml" Target="../ink/ink2115.xml"/><Relationship Id="rId33" Type="http://schemas.openxmlformats.org/officeDocument/2006/relationships/image" Target="../media/image1230.png"/><Relationship Id="rId129" Type="http://schemas.openxmlformats.org/officeDocument/2006/relationships/image" Target="../media/image1278.png"/><Relationship Id="rId280" Type="http://schemas.openxmlformats.org/officeDocument/2006/relationships/customXml" Target="../ink/ink2038.xml"/><Relationship Id="rId336" Type="http://schemas.openxmlformats.org/officeDocument/2006/relationships/customXml" Target="../ink/ink2066.xml"/><Relationship Id="rId75" Type="http://schemas.openxmlformats.org/officeDocument/2006/relationships/image" Target="../media/image1251.png"/><Relationship Id="rId140" Type="http://schemas.openxmlformats.org/officeDocument/2006/relationships/customXml" Target="../ink/ink1968.xml"/><Relationship Id="rId182" Type="http://schemas.openxmlformats.org/officeDocument/2006/relationships/customXml" Target="../ink/ink1989.xml"/><Relationship Id="rId378" Type="http://schemas.openxmlformats.org/officeDocument/2006/relationships/customXml" Target="../ink/ink2087.xml"/><Relationship Id="rId403" Type="http://schemas.openxmlformats.org/officeDocument/2006/relationships/image" Target="../media/image1415.png"/><Relationship Id="rId6" Type="http://schemas.openxmlformats.org/officeDocument/2006/relationships/customXml" Target="../ink/ink1901.xml"/><Relationship Id="rId238" Type="http://schemas.openxmlformats.org/officeDocument/2006/relationships/customXml" Target="../ink/ink2017.xml"/><Relationship Id="rId445" Type="http://schemas.openxmlformats.org/officeDocument/2006/relationships/image" Target="../media/image1436.png"/><Relationship Id="rId291" Type="http://schemas.openxmlformats.org/officeDocument/2006/relationships/image" Target="../media/image1359.png"/><Relationship Id="rId305" Type="http://schemas.openxmlformats.org/officeDocument/2006/relationships/image" Target="../media/image1366.png"/><Relationship Id="rId347" Type="http://schemas.openxmlformats.org/officeDocument/2006/relationships/image" Target="../media/image1387.png"/><Relationship Id="rId44" Type="http://schemas.openxmlformats.org/officeDocument/2006/relationships/customXml" Target="../ink/ink1920.xml"/><Relationship Id="rId86" Type="http://schemas.openxmlformats.org/officeDocument/2006/relationships/customXml" Target="../ink/ink1941.xml"/><Relationship Id="rId151" Type="http://schemas.openxmlformats.org/officeDocument/2006/relationships/image" Target="../media/image1289.png"/><Relationship Id="rId389" Type="http://schemas.openxmlformats.org/officeDocument/2006/relationships/image" Target="../media/image1408.png"/><Relationship Id="rId193" Type="http://schemas.openxmlformats.org/officeDocument/2006/relationships/image" Target="../media/image1310.png"/><Relationship Id="rId207" Type="http://schemas.openxmlformats.org/officeDocument/2006/relationships/image" Target="../media/image1317.png"/><Relationship Id="rId249" Type="http://schemas.openxmlformats.org/officeDocument/2006/relationships/image" Target="../media/image1338.png"/><Relationship Id="rId414" Type="http://schemas.openxmlformats.org/officeDocument/2006/relationships/customXml" Target="../ink/ink2105.xml"/><Relationship Id="rId13" Type="http://schemas.openxmlformats.org/officeDocument/2006/relationships/image" Target="../media/image1220.png"/><Relationship Id="rId109" Type="http://schemas.openxmlformats.org/officeDocument/2006/relationships/image" Target="../media/image1268.png"/><Relationship Id="rId260" Type="http://schemas.openxmlformats.org/officeDocument/2006/relationships/customXml" Target="../ink/ink2028.xml"/><Relationship Id="rId316" Type="http://schemas.openxmlformats.org/officeDocument/2006/relationships/customXml" Target="../ink/ink2056.xml"/><Relationship Id="rId55" Type="http://schemas.openxmlformats.org/officeDocument/2006/relationships/image" Target="../media/image1241.png"/><Relationship Id="rId97" Type="http://schemas.openxmlformats.org/officeDocument/2006/relationships/image" Target="../media/image1262.png"/><Relationship Id="rId120" Type="http://schemas.openxmlformats.org/officeDocument/2006/relationships/customXml" Target="../ink/ink1958.xml"/><Relationship Id="rId358" Type="http://schemas.openxmlformats.org/officeDocument/2006/relationships/customXml" Target="../ink/ink2077.xml"/><Relationship Id="rId162" Type="http://schemas.openxmlformats.org/officeDocument/2006/relationships/customXml" Target="../ink/ink1979.xml"/><Relationship Id="rId218" Type="http://schemas.openxmlformats.org/officeDocument/2006/relationships/customXml" Target="../ink/ink2007.xml"/><Relationship Id="rId425" Type="http://schemas.openxmlformats.org/officeDocument/2006/relationships/image" Target="../media/image1426.png"/><Relationship Id="rId271" Type="http://schemas.openxmlformats.org/officeDocument/2006/relationships/image" Target="../media/image1349.png"/><Relationship Id="rId24" Type="http://schemas.openxmlformats.org/officeDocument/2006/relationships/customXml" Target="../ink/ink1910.xml"/><Relationship Id="rId66" Type="http://schemas.openxmlformats.org/officeDocument/2006/relationships/customXml" Target="../ink/ink1931.xml"/><Relationship Id="rId131" Type="http://schemas.openxmlformats.org/officeDocument/2006/relationships/image" Target="../media/image1279.png"/><Relationship Id="rId327" Type="http://schemas.openxmlformats.org/officeDocument/2006/relationships/image" Target="../media/image1377.png"/><Relationship Id="rId369" Type="http://schemas.openxmlformats.org/officeDocument/2006/relationships/image" Target="../media/image1398.png"/><Relationship Id="rId173" Type="http://schemas.openxmlformats.org/officeDocument/2006/relationships/image" Target="../media/image1300.png"/><Relationship Id="rId229" Type="http://schemas.openxmlformats.org/officeDocument/2006/relationships/image" Target="../media/image1328.png"/><Relationship Id="rId380" Type="http://schemas.openxmlformats.org/officeDocument/2006/relationships/customXml" Target="../ink/ink2088.xml"/><Relationship Id="rId436" Type="http://schemas.openxmlformats.org/officeDocument/2006/relationships/customXml" Target="../ink/ink2116.xml"/><Relationship Id="rId240" Type="http://schemas.openxmlformats.org/officeDocument/2006/relationships/customXml" Target="../ink/ink2018.xml"/><Relationship Id="rId35" Type="http://schemas.openxmlformats.org/officeDocument/2006/relationships/image" Target="../media/image1231.png"/><Relationship Id="rId77" Type="http://schemas.openxmlformats.org/officeDocument/2006/relationships/image" Target="../media/image1252.png"/><Relationship Id="rId100" Type="http://schemas.openxmlformats.org/officeDocument/2006/relationships/customXml" Target="../ink/ink1948.xml"/><Relationship Id="rId282" Type="http://schemas.openxmlformats.org/officeDocument/2006/relationships/customXml" Target="../ink/ink2039.xml"/><Relationship Id="rId338" Type="http://schemas.openxmlformats.org/officeDocument/2006/relationships/customXml" Target="../ink/ink2067.xml"/><Relationship Id="rId8" Type="http://schemas.openxmlformats.org/officeDocument/2006/relationships/customXml" Target="../ink/ink1902.xml"/><Relationship Id="rId142" Type="http://schemas.openxmlformats.org/officeDocument/2006/relationships/customXml" Target="../ink/ink1969.xml"/><Relationship Id="rId184" Type="http://schemas.openxmlformats.org/officeDocument/2006/relationships/customXml" Target="../ink/ink1990.xml"/><Relationship Id="rId391" Type="http://schemas.openxmlformats.org/officeDocument/2006/relationships/image" Target="../media/image1409.png"/><Relationship Id="rId405" Type="http://schemas.openxmlformats.org/officeDocument/2006/relationships/image" Target="../media/image1416.png"/><Relationship Id="rId447" Type="http://schemas.openxmlformats.org/officeDocument/2006/relationships/image" Target="../media/image1437.png"/><Relationship Id="rId251" Type="http://schemas.openxmlformats.org/officeDocument/2006/relationships/image" Target="../media/image1339.png"/><Relationship Id="rId46" Type="http://schemas.openxmlformats.org/officeDocument/2006/relationships/customXml" Target="../ink/ink1921.xml"/><Relationship Id="rId293" Type="http://schemas.openxmlformats.org/officeDocument/2006/relationships/image" Target="../media/image1360.png"/><Relationship Id="rId307" Type="http://schemas.openxmlformats.org/officeDocument/2006/relationships/image" Target="../media/image1367.png"/><Relationship Id="rId349" Type="http://schemas.openxmlformats.org/officeDocument/2006/relationships/image" Target="../media/image1388.png"/><Relationship Id="rId88" Type="http://schemas.openxmlformats.org/officeDocument/2006/relationships/customXml" Target="../ink/ink1942.xml"/><Relationship Id="rId111" Type="http://schemas.openxmlformats.org/officeDocument/2006/relationships/image" Target="../media/image1269.png"/><Relationship Id="rId153" Type="http://schemas.openxmlformats.org/officeDocument/2006/relationships/image" Target="../media/image1290.png"/><Relationship Id="rId195" Type="http://schemas.openxmlformats.org/officeDocument/2006/relationships/image" Target="../media/image1311.png"/><Relationship Id="rId209" Type="http://schemas.openxmlformats.org/officeDocument/2006/relationships/image" Target="../media/image1318.png"/><Relationship Id="rId360" Type="http://schemas.openxmlformats.org/officeDocument/2006/relationships/customXml" Target="../ink/ink2078.xml"/><Relationship Id="rId416" Type="http://schemas.openxmlformats.org/officeDocument/2006/relationships/customXml" Target="../ink/ink2106.xml"/><Relationship Id="rId220" Type="http://schemas.openxmlformats.org/officeDocument/2006/relationships/customXml" Target="../ink/ink2008.xml"/><Relationship Id="rId15" Type="http://schemas.openxmlformats.org/officeDocument/2006/relationships/image" Target="../media/image1221.png"/><Relationship Id="rId57" Type="http://schemas.openxmlformats.org/officeDocument/2006/relationships/image" Target="../media/image1242.png"/><Relationship Id="rId262" Type="http://schemas.openxmlformats.org/officeDocument/2006/relationships/customXml" Target="../ink/ink2029.xml"/><Relationship Id="rId318" Type="http://schemas.openxmlformats.org/officeDocument/2006/relationships/customXml" Target="../ink/ink2057.xml"/><Relationship Id="rId99" Type="http://schemas.openxmlformats.org/officeDocument/2006/relationships/image" Target="../media/image1263.png"/><Relationship Id="rId122" Type="http://schemas.openxmlformats.org/officeDocument/2006/relationships/customXml" Target="../ink/ink1959.xml"/><Relationship Id="rId164" Type="http://schemas.openxmlformats.org/officeDocument/2006/relationships/customXml" Target="../ink/ink1980.xml"/><Relationship Id="rId371" Type="http://schemas.openxmlformats.org/officeDocument/2006/relationships/image" Target="../media/image1399.png"/><Relationship Id="rId427" Type="http://schemas.openxmlformats.org/officeDocument/2006/relationships/image" Target="../media/image1427.png"/><Relationship Id="rId26" Type="http://schemas.openxmlformats.org/officeDocument/2006/relationships/customXml" Target="../ink/ink1911.xml"/><Relationship Id="rId231" Type="http://schemas.openxmlformats.org/officeDocument/2006/relationships/image" Target="../media/image1329.png"/><Relationship Id="rId273" Type="http://schemas.openxmlformats.org/officeDocument/2006/relationships/image" Target="../media/image1350.png"/><Relationship Id="rId329" Type="http://schemas.openxmlformats.org/officeDocument/2006/relationships/image" Target="../media/image1378.png"/><Relationship Id="rId68" Type="http://schemas.openxmlformats.org/officeDocument/2006/relationships/customXml" Target="../ink/ink1932.xml"/><Relationship Id="rId133" Type="http://schemas.openxmlformats.org/officeDocument/2006/relationships/image" Target="../media/image1280.png"/><Relationship Id="rId175" Type="http://schemas.openxmlformats.org/officeDocument/2006/relationships/image" Target="../media/image1301.png"/><Relationship Id="rId340" Type="http://schemas.openxmlformats.org/officeDocument/2006/relationships/customXml" Target="../ink/ink2068.xml"/><Relationship Id="rId200" Type="http://schemas.openxmlformats.org/officeDocument/2006/relationships/customXml" Target="../ink/ink1998.xml"/><Relationship Id="rId382" Type="http://schemas.openxmlformats.org/officeDocument/2006/relationships/customXml" Target="../ink/ink2089.xml"/><Relationship Id="rId438" Type="http://schemas.openxmlformats.org/officeDocument/2006/relationships/customXml" Target="../ink/ink2117.xml"/><Relationship Id="rId242" Type="http://schemas.openxmlformats.org/officeDocument/2006/relationships/customXml" Target="../ink/ink2019.xml"/><Relationship Id="rId284" Type="http://schemas.openxmlformats.org/officeDocument/2006/relationships/customXml" Target="../ink/ink2040.xml"/><Relationship Id="rId37" Type="http://schemas.openxmlformats.org/officeDocument/2006/relationships/image" Target="../media/image1232.png"/><Relationship Id="rId79" Type="http://schemas.openxmlformats.org/officeDocument/2006/relationships/image" Target="../media/image1253.png"/><Relationship Id="rId102" Type="http://schemas.openxmlformats.org/officeDocument/2006/relationships/customXml" Target="../ink/ink1949.xml"/><Relationship Id="rId144" Type="http://schemas.openxmlformats.org/officeDocument/2006/relationships/customXml" Target="../ink/ink1970.xml"/><Relationship Id="rId90" Type="http://schemas.openxmlformats.org/officeDocument/2006/relationships/customXml" Target="../ink/ink1943.xml"/><Relationship Id="rId186" Type="http://schemas.openxmlformats.org/officeDocument/2006/relationships/customXml" Target="../ink/ink1991.xml"/><Relationship Id="rId351" Type="http://schemas.openxmlformats.org/officeDocument/2006/relationships/image" Target="../media/image1389.png"/><Relationship Id="rId393" Type="http://schemas.openxmlformats.org/officeDocument/2006/relationships/image" Target="../media/image1410.png"/><Relationship Id="rId407" Type="http://schemas.openxmlformats.org/officeDocument/2006/relationships/image" Target="../media/image1417.png"/><Relationship Id="rId449" Type="http://schemas.openxmlformats.org/officeDocument/2006/relationships/image" Target="../media/image1438.png"/><Relationship Id="rId211" Type="http://schemas.openxmlformats.org/officeDocument/2006/relationships/image" Target="../media/image1319.png"/><Relationship Id="rId253" Type="http://schemas.openxmlformats.org/officeDocument/2006/relationships/image" Target="../media/image1340.png"/><Relationship Id="rId295" Type="http://schemas.openxmlformats.org/officeDocument/2006/relationships/image" Target="../media/image1361.png"/><Relationship Id="rId309" Type="http://schemas.openxmlformats.org/officeDocument/2006/relationships/image" Target="../media/image1368.png"/><Relationship Id="rId48" Type="http://schemas.openxmlformats.org/officeDocument/2006/relationships/customXml" Target="../ink/ink1922.xml"/><Relationship Id="rId113" Type="http://schemas.openxmlformats.org/officeDocument/2006/relationships/image" Target="../media/image1270.png"/><Relationship Id="rId320" Type="http://schemas.openxmlformats.org/officeDocument/2006/relationships/customXml" Target="../ink/ink2058.xml"/><Relationship Id="rId155" Type="http://schemas.openxmlformats.org/officeDocument/2006/relationships/image" Target="../media/image1291.png"/><Relationship Id="rId197" Type="http://schemas.openxmlformats.org/officeDocument/2006/relationships/image" Target="../media/image1312.png"/><Relationship Id="rId362" Type="http://schemas.openxmlformats.org/officeDocument/2006/relationships/customXml" Target="../ink/ink2079.xml"/><Relationship Id="rId418" Type="http://schemas.openxmlformats.org/officeDocument/2006/relationships/customXml" Target="../ink/ink2107.xml"/><Relationship Id="rId222" Type="http://schemas.openxmlformats.org/officeDocument/2006/relationships/customXml" Target="../ink/ink2009.xml"/><Relationship Id="rId264" Type="http://schemas.openxmlformats.org/officeDocument/2006/relationships/customXml" Target="../ink/ink2030.xml"/><Relationship Id="rId17" Type="http://schemas.openxmlformats.org/officeDocument/2006/relationships/image" Target="../media/image1222.png"/><Relationship Id="rId59" Type="http://schemas.openxmlformats.org/officeDocument/2006/relationships/image" Target="../media/image1243.png"/><Relationship Id="rId124" Type="http://schemas.openxmlformats.org/officeDocument/2006/relationships/customXml" Target="../ink/ink1960.xml"/><Relationship Id="rId70" Type="http://schemas.openxmlformats.org/officeDocument/2006/relationships/customXml" Target="../ink/ink1933.xml"/><Relationship Id="rId166" Type="http://schemas.openxmlformats.org/officeDocument/2006/relationships/customXml" Target="../ink/ink1981.xml"/><Relationship Id="rId331" Type="http://schemas.openxmlformats.org/officeDocument/2006/relationships/image" Target="../media/image1379.png"/><Relationship Id="rId373" Type="http://schemas.openxmlformats.org/officeDocument/2006/relationships/image" Target="../media/image1400.png"/><Relationship Id="rId429" Type="http://schemas.openxmlformats.org/officeDocument/2006/relationships/image" Target="../media/image1428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330.png"/><Relationship Id="rId440" Type="http://schemas.openxmlformats.org/officeDocument/2006/relationships/customXml" Target="../ink/ink2118.xml"/><Relationship Id="rId28" Type="http://schemas.openxmlformats.org/officeDocument/2006/relationships/customXml" Target="../ink/ink1912.xml"/><Relationship Id="rId275" Type="http://schemas.openxmlformats.org/officeDocument/2006/relationships/image" Target="../media/image1351.png"/><Relationship Id="rId300" Type="http://schemas.openxmlformats.org/officeDocument/2006/relationships/customXml" Target="../ink/ink2048.xml"/><Relationship Id="rId81" Type="http://schemas.openxmlformats.org/officeDocument/2006/relationships/image" Target="../media/image1254.png"/><Relationship Id="rId135" Type="http://schemas.openxmlformats.org/officeDocument/2006/relationships/image" Target="../media/image1281.png"/><Relationship Id="rId177" Type="http://schemas.openxmlformats.org/officeDocument/2006/relationships/image" Target="../media/image1302.png"/><Relationship Id="rId342" Type="http://schemas.openxmlformats.org/officeDocument/2006/relationships/customXml" Target="../ink/ink2069.xml"/><Relationship Id="rId384" Type="http://schemas.openxmlformats.org/officeDocument/2006/relationships/customXml" Target="../ink/ink2090.xml"/><Relationship Id="rId202" Type="http://schemas.openxmlformats.org/officeDocument/2006/relationships/customXml" Target="../ink/ink1999.xml"/><Relationship Id="rId244" Type="http://schemas.openxmlformats.org/officeDocument/2006/relationships/customXml" Target="../ink/ink2020.xml"/><Relationship Id="rId39" Type="http://schemas.openxmlformats.org/officeDocument/2006/relationships/image" Target="../media/image1233.png"/><Relationship Id="rId286" Type="http://schemas.openxmlformats.org/officeDocument/2006/relationships/customXml" Target="../ink/ink2041.xml"/><Relationship Id="rId451" Type="http://schemas.openxmlformats.org/officeDocument/2006/relationships/image" Target="../media/image1439.png"/><Relationship Id="rId50" Type="http://schemas.openxmlformats.org/officeDocument/2006/relationships/customXml" Target="../ink/ink1923.xml"/><Relationship Id="rId104" Type="http://schemas.openxmlformats.org/officeDocument/2006/relationships/customXml" Target="../ink/ink1950.xml"/><Relationship Id="rId146" Type="http://schemas.openxmlformats.org/officeDocument/2006/relationships/customXml" Target="../ink/ink1971.xml"/><Relationship Id="rId188" Type="http://schemas.openxmlformats.org/officeDocument/2006/relationships/customXml" Target="../ink/ink1992.xml"/><Relationship Id="rId311" Type="http://schemas.openxmlformats.org/officeDocument/2006/relationships/image" Target="../media/image1369.png"/><Relationship Id="rId353" Type="http://schemas.openxmlformats.org/officeDocument/2006/relationships/image" Target="../media/image1390.png"/><Relationship Id="rId395" Type="http://schemas.openxmlformats.org/officeDocument/2006/relationships/image" Target="../media/image1411.png"/><Relationship Id="rId409" Type="http://schemas.openxmlformats.org/officeDocument/2006/relationships/image" Target="../media/image14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183.xml"/><Relationship Id="rId21" Type="http://schemas.openxmlformats.org/officeDocument/2006/relationships/customXml" Target="../ink/ink2135.xml"/><Relationship Id="rId42" Type="http://schemas.openxmlformats.org/officeDocument/2006/relationships/image" Target="../media/image6460.png"/><Relationship Id="rId63" Type="http://schemas.openxmlformats.org/officeDocument/2006/relationships/customXml" Target="../ink/ink2156.xml"/><Relationship Id="rId84" Type="http://schemas.openxmlformats.org/officeDocument/2006/relationships/image" Target="../media/image6670.png"/><Relationship Id="rId138" Type="http://schemas.openxmlformats.org/officeDocument/2006/relationships/image" Target="../media/image6940.png"/><Relationship Id="rId159" Type="http://schemas.openxmlformats.org/officeDocument/2006/relationships/customXml" Target="../ink/ink2204.xml"/><Relationship Id="rId170" Type="http://schemas.openxmlformats.org/officeDocument/2006/relationships/image" Target="../media/image7101.png"/><Relationship Id="rId191" Type="http://schemas.openxmlformats.org/officeDocument/2006/relationships/customXml" Target="../ink/ink2220.xml"/><Relationship Id="rId107" Type="http://schemas.openxmlformats.org/officeDocument/2006/relationships/customXml" Target="../ink/ink2178.xml"/><Relationship Id="rId11" Type="http://schemas.openxmlformats.org/officeDocument/2006/relationships/customXml" Target="../ink/ink2130.xml"/><Relationship Id="rId32" Type="http://schemas.openxmlformats.org/officeDocument/2006/relationships/image" Target="../media/image6411.png"/><Relationship Id="rId53" Type="http://schemas.openxmlformats.org/officeDocument/2006/relationships/customXml" Target="../ink/ink2151.xml"/><Relationship Id="rId74" Type="http://schemas.openxmlformats.org/officeDocument/2006/relationships/image" Target="../media/image6620.png"/><Relationship Id="rId128" Type="http://schemas.openxmlformats.org/officeDocument/2006/relationships/image" Target="../media/image6890.png"/><Relationship Id="rId149" Type="http://schemas.openxmlformats.org/officeDocument/2006/relationships/customXml" Target="../ink/ink2199.xml"/><Relationship Id="rId5" Type="http://schemas.openxmlformats.org/officeDocument/2006/relationships/customXml" Target="../ink/ink2127.xml"/><Relationship Id="rId95" Type="http://schemas.openxmlformats.org/officeDocument/2006/relationships/customXml" Target="../ink/ink2172.xml"/><Relationship Id="rId160" Type="http://schemas.openxmlformats.org/officeDocument/2006/relationships/image" Target="../media/image7050.png"/><Relationship Id="rId181" Type="http://schemas.openxmlformats.org/officeDocument/2006/relationships/customXml" Target="../ink/ink2215.xml"/><Relationship Id="rId22" Type="http://schemas.openxmlformats.org/officeDocument/2006/relationships/image" Target="../media/image6360.png"/><Relationship Id="rId43" Type="http://schemas.openxmlformats.org/officeDocument/2006/relationships/customXml" Target="../ink/ink2146.xml"/><Relationship Id="rId64" Type="http://schemas.openxmlformats.org/officeDocument/2006/relationships/image" Target="../media/image6570.png"/><Relationship Id="rId118" Type="http://schemas.openxmlformats.org/officeDocument/2006/relationships/image" Target="../media/image6840.png"/><Relationship Id="rId139" Type="http://schemas.openxmlformats.org/officeDocument/2006/relationships/customXml" Target="../ink/ink2194.xml"/><Relationship Id="rId85" Type="http://schemas.openxmlformats.org/officeDocument/2006/relationships/customXml" Target="../ink/ink2167.xml"/><Relationship Id="rId150" Type="http://schemas.openxmlformats.org/officeDocument/2006/relationships/image" Target="../media/image7000.png"/><Relationship Id="rId171" Type="http://schemas.openxmlformats.org/officeDocument/2006/relationships/customXml" Target="../ink/ink2210.xml"/><Relationship Id="rId192" Type="http://schemas.openxmlformats.org/officeDocument/2006/relationships/image" Target="../media/image7211.png"/><Relationship Id="rId12" Type="http://schemas.openxmlformats.org/officeDocument/2006/relationships/image" Target="../media/image6311.png"/><Relationship Id="rId33" Type="http://schemas.openxmlformats.org/officeDocument/2006/relationships/customXml" Target="../ink/ink2141.xml"/><Relationship Id="rId108" Type="http://schemas.openxmlformats.org/officeDocument/2006/relationships/image" Target="../media/image6790.png"/><Relationship Id="rId129" Type="http://schemas.openxmlformats.org/officeDocument/2006/relationships/customXml" Target="../ink/ink2189.xml"/><Relationship Id="rId54" Type="http://schemas.openxmlformats.org/officeDocument/2006/relationships/image" Target="../media/image6520.png"/><Relationship Id="rId75" Type="http://schemas.openxmlformats.org/officeDocument/2006/relationships/customXml" Target="../ink/ink2162.xml"/><Relationship Id="rId96" Type="http://schemas.openxmlformats.org/officeDocument/2006/relationships/image" Target="../media/image6730.png"/><Relationship Id="rId140" Type="http://schemas.openxmlformats.org/officeDocument/2006/relationships/image" Target="../media/image6950.png"/><Relationship Id="rId161" Type="http://schemas.openxmlformats.org/officeDocument/2006/relationships/customXml" Target="../ink/ink2205.xml"/><Relationship Id="rId182" Type="http://schemas.openxmlformats.org/officeDocument/2006/relationships/image" Target="../media/image7160.png"/><Relationship Id="rId6" Type="http://schemas.openxmlformats.org/officeDocument/2006/relationships/image" Target="../media/image6280.png"/><Relationship Id="rId23" Type="http://schemas.openxmlformats.org/officeDocument/2006/relationships/customXml" Target="../ink/ink2136.xml"/><Relationship Id="rId119" Type="http://schemas.openxmlformats.org/officeDocument/2006/relationships/customXml" Target="../ink/ink2184.xml"/><Relationship Id="rId44" Type="http://schemas.openxmlformats.org/officeDocument/2006/relationships/image" Target="../media/image6470.png"/><Relationship Id="rId65" Type="http://schemas.openxmlformats.org/officeDocument/2006/relationships/customXml" Target="../ink/ink2157.xml"/><Relationship Id="rId86" Type="http://schemas.openxmlformats.org/officeDocument/2006/relationships/image" Target="../media/image6680.png"/><Relationship Id="rId130" Type="http://schemas.openxmlformats.org/officeDocument/2006/relationships/image" Target="../media/image6900.png"/><Relationship Id="rId151" Type="http://schemas.openxmlformats.org/officeDocument/2006/relationships/customXml" Target="../ink/ink2200.xml"/><Relationship Id="rId172" Type="http://schemas.openxmlformats.org/officeDocument/2006/relationships/image" Target="../media/image7111.png"/><Relationship Id="rId13" Type="http://schemas.openxmlformats.org/officeDocument/2006/relationships/customXml" Target="../ink/ink2131.xml"/><Relationship Id="rId18" Type="http://schemas.openxmlformats.org/officeDocument/2006/relationships/image" Target="../media/image6340.png"/><Relationship Id="rId39" Type="http://schemas.openxmlformats.org/officeDocument/2006/relationships/customXml" Target="../ink/ink2144.xml"/><Relationship Id="rId109" Type="http://schemas.openxmlformats.org/officeDocument/2006/relationships/customXml" Target="../ink/ink2179.xml"/><Relationship Id="rId34" Type="http://schemas.openxmlformats.org/officeDocument/2006/relationships/image" Target="../media/image6420.png"/><Relationship Id="rId50" Type="http://schemas.openxmlformats.org/officeDocument/2006/relationships/image" Target="../media/image6500.png"/><Relationship Id="rId55" Type="http://schemas.openxmlformats.org/officeDocument/2006/relationships/customXml" Target="../ink/ink2152.xml"/><Relationship Id="rId76" Type="http://schemas.openxmlformats.org/officeDocument/2006/relationships/image" Target="../media/image6630.png"/><Relationship Id="rId97" Type="http://schemas.openxmlformats.org/officeDocument/2006/relationships/customXml" Target="../ink/ink2173.xml"/><Relationship Id="rId104" Type="http://schemas.openxmlformats.org/officeDocument/2006/relationships/image" Target="../media/image6770.png"/><Relationship Id="rId120" Type="http://schemas.openxmlformats.org/officeDocument/2006/relationships/image" Target="../media/image6850.png"/><Relationship Id="rId125" Type="http://schemas.openxmlformats.org/officeDocument/2006/relationships/customXml" Target="../ink/ink2187.xml"/><Relationship Id="rId141" Type="http://schemas.openxmlformats.org/officeDocument/2006/relationships/customXml" Target="../ink/ink2195.xml"/><Relationship Id="rId146" Type="http://schemas.openxmlformats.org/officeDocument/2006/relationships/image" Target="../media/image6980.png"/><Relationship Id="rId167" Type="http://schemas.openxmlformats.org/officeDocument/2006/relationships/customXml" Target="../ink/ink2208.xml"/><Relationship Id="rId188" Type="http://schemas.openxmlformats.org/officeDocument/2006/relationships/image" Target="../media/image7190.png"/><Relationship Id="rId7" Type="http://schemas.openxmlformats.org/officeDocument/2006/relationships/customXml" Target="../ink/ink2128.xml"/><Relationship Id="rId71" Type="http://schemas.openxmlformats.org/officeDocument/2006/relationships/customXml" Target="../ink/ink2160.xml"/><Relationship Id="rId92" Type="http://schemas.openxmlformats.org/officeDocument/2006/relationships/image" Target="../media/image6711.png"/><Relationship Id="rId162" Type="http://schemas.openxmlformats.org/officeDocument/2006/relationships/image" Target="../media/image7060.png"/><Relationship Id="rId183" Type="http://schemas.openxmlformats.org/officeDocument/2006/relationships/customXml" Target="../ink/ink2216.xml"/><Relationship Id="rId2" Type="http://schemas.openxmlformats.org/officeDocument/2006/relationships/image" Target="../media/image1442.png"/><Relationship Id="rId29" Type="http://schemas.openxmlformats.org/officeDocument/2006/relationships/customXml" Target="../ink/ink2139.xml"/><Relationship Id="rId24" Type="http://schemas.openxmlformats.org/officeDocument/2006/relationships/image" Target="../media/image6370.png"/><Relationship Id="rId40" Type="http://schemas.openxmlformats.org/officeDocument/2006/relationships/image" Target="../media/image6450.png"/><Relationship Id="rId45" Type="http://schemas.openxmlformats.org/officeDocument/2006/relationships/customXml" Target="../ink/ink2147.xml"/><Relationship Id="rId66" Type="http://schemas.openxmlformats.org/officeDocument/2006/relationships/image" Target="../media/image6580.png"/><Relationship Id="rId87" Type="http://schemas.openxmlformats.org/officeDocument/2006/relationships/customXml" Target="../ink/ink2168.xml"/><Relationship Id="rId110" Type="http://schemas.openxmlformats.org/officeDocument/2006/relationships/image" Target="../media/image6800.png"/><Relationship Id="rId115" Type="http://schemas.openxmlformats.org/officeDocument/2006/relationships/customXml" Target="../ink/ink2182.xml"/><Relationship Id="rId131" Type="http://schemas.openxmlformats.org/officeDocument/2006/relationships/customXml" Target="../ink/ink2190.xml"/><Relationship Id="rId136" Type="http://schemas.openxmlformats.org/officeDocument/2006/relationships/image" Target="../media/image6930.png"/><Relationship Id="rId157" Type="http://schemas.openxmlformats.org/officeDocument/2006/relationships/customXml" Target="../ink/ink2203.xml"/><Relationship Id="rId178" Type="http://schemas.openxmlformats.org/officeDocument/2006/relationships/image" Target="../media/image7140.png"/><Relationship Id="rId61" Type="http://schemas.openxmlformats.org/officeDocument/2006/relationships/customXml" Target="../ink/ink2155.xml"/><Relationship Id="rId82" Type="http://schemas.openxmlformats.org/officeDocument/2006/relationships/image" Target="../media/image6660.png"/><Relationship Id="rId152" Type="http://schemas.openxmlformats.org/officeDocument/2006/relationships/image" Target="../media/image7011.png"/><Relationship Id="rId173" Type="http://schemas.openxmlformats.org/officeDocument/2006/relationships/customXml" Target="../ink/ink2211.xml"/><Relationship Id="rId19" Type="http://schemas.openxmlformats.org/officeDocument/2006/relationships/customXml" Target="../ink/ink2134.xml"/><Relationship Id="rId14" Type="http://schemas.openxmlformats.org/officeDocument/2006/relationships/image" Target="../media/image6320.png"/><Relationship Id="rId30" Type="http://schemas.openxmlformats.org/officeDocument/2006/relationships/image" Target="../media/image6400.png"/><Relationship Id="rId35" Type="http://schemas.openxmlformats.org/officeDocument/2006/relationships/customXml" Target="../ink/ink2142.xml"/><Relationship Id="rId56" Type="http://schemas.openxmlformats.org/officeDocument/2006/relationships/image" Target="../media/image6530.png"/><Relationship Id="rId77" Type="http://schemas.openxmlformats.org/officeDocument/2006/relationships/customXml" Target="../ink/ink2163.xml"/><Relationship Id="rId100" Type="http://schemas.openxmlformats.org/officeDocument/2006/relationships/image" Target="../media/image6750.png"/><Relationship Id="rId105" Type="http://schemas.openxmlformats.org/officeDocument/2006/relationships/customXml" Target="../ink/ink2177.xml"/><Relationship Id="rId126" Type="http://schemas.openxmlformats.org/officeDocument/2006/relationships/image" Target="../media/image6880.png"/><Relationship Id="rId147" Type="http://schemas.openxmlformats.org/officeDocument/2006/relationships/customXml" Target="../ink/ink2198.xml"/><Relationship Id="rId168" Type="http://schemas.openxmlformats.org/officeDocument/2006/relationships/image" Target="../media/image7090.png"/><Relationship Id="rId8" Type="http://schemas.openxmlformats.org/officeDocument/2006/relationships/image" Target="../media/image6290.png"/><Relationship Id="rId51" Type="http://schemas.openxmlformats.org/officeDocument/2006/relationships/customXml" Target="../ink/ink2150.xml"/><Relationship Id="rId72" Type="http://schemas.openxmlformats.org/officeDocument/2006/relationships/image" Target="../media/image6611.png"/><Relationship Id="rId93" Type="http://schemas.openxmlformats.org/officeDocument/2006/relationships/customXml" Target="../ink/ink2171.xml"/><Relationship Id="rId98" Type="http://schemas.openxmlformats.org/officeDocument/2006/relationships/image" Target="../media/image6740.png"/><Relationship Id="rId121" Type="http://schemas.openxmlformats.org/officeDocument/2006/relationships/customXml" Target="../ink/ink2185.xml"/><Relationship Id="rId142" Type="http://schemas.openxmlformats.org/officeDocument/2006/relationships/image" Target="../media/image6960.png"/><Relationship Id="rId163" Type="http://schemas.openxmlformats.org/officeDocument/2006/relationships/customXml" Target="../ink/ink2206.xml"/><Relationship Id="rId184" Type="http://schemas.openxmlformats.org/officeDocument/2006/relationships/image" Target="../media/image7170.png"/><Relationship Id="rId189" Type="http://schemas.openxmlformats.org/officeDocument/2006/relationships/customXml" Target="../ink/ink2219.xml"/><Relationship Id="rId3" Type="http://schemas.openxmlformats.org/officeDocument/2006/relationships/customXml" Target="../ink/ink2126.xml"/><Relationship Id="rId25" Type="http://schemas.openxmlformats.org/officeDocument/2006/relationships/customXml" Target="../ink/ink2137.xml"/><Relationship Id="rId46" Type="http://schemas.openxmlformats.org/officeDocument/2006/relationships/image" Target="../media/image6480.png"/><Relationship Id="rId67" Type="http://schemas.openxmlformats.org/officeDocument/2006/relationships/customXml" Target="../ink/ink2158.xml"/><Relationship Id="rId116" Type="http://schemas.openxmlformats.org/officeDocument/2006/relationships/image" Target="../media/image6830.png"/><Relationship Id="rId137" Type="http://schemas.openxmlformats.org/officeDocument/2006/relationships/customXml" Target="../ink/ink2193.xml"/><Relationship Id="rId158" Type="http://schemas.openxmlformats.org/officeDocument/2006/relationships/image" Target="../media/image7040.png"/><Relationship Id="rId20" Type="http://schemas.openxmlformats.org/officeDocument/2006/relationships/image" Target="../media/image6350.png"/><Relationship Id="rId41" Type="http://schemas.openxmlformats.org/officeDocument/2006/relationships/customXml" Target="../ink/ink2145.xml"/><Relationship Id="rId62" Type="http://schemas.openxmlformats.org/officeDocument/2006/relationships/image" Target="../media/image6560.png"/><Relationship Id="rId83" Type="http://schemas.openxmlformats.org/officeDocument/2006/relationships/customXml" Target="../ink/ink2166.xml"/><Relationship Id="rId88" Type="http://schemas.openxmlformats.org/officeDocument/2006/relationships/image" Target="../media/image6690.png"/><Relationship Id="rId111" Type="http://schemas.openxmlformats.org/officeDocument/2006/relationships/customXml" Target="../ink/ink2180.xml"/><Relationship Id="rId132" Type="http://schemas.openxmlformats.org/officeDocument/2006/relationships/image" Target="../media/image6911.png"/><Relationship Id="rId153" Type="http://schemas.openxmlformats.org/officeDocument/2006/relationships/customXml" Target="../ink/ink2201.xml"/><Relationship Id="rId174" Type="http://schemas.openxmlformats.org/officeDocument/2006/relationships/image" Target="../media/image7120.png"/><Relationship Id="rId179" Type="http://schemas.openxmlformats.org/officeDocument/2006/relationships/customXml" Target="../ink/ink2214.xml"/><Relationship Id="rId190" Type="http://schemas.openxmlformats.org/officeDocument/2006/relationships/image" Target="../media/image7200.png"/><Relationship Id="rId15" Type="http://schemas.openxmlformats.org/officeDocument/2006/relationships/customXml" Target="../ink/ink2132.xml"/><Relationship Id="rId36" Type="http://schemas.openxmlformats.org/officeDocument/2006/relationships/image" Target="../media/image6430.png"/><Relationship Id="rId57" Type="http://schemas.openxmlformats.org/officeDocument/2006/relationships/customXml" Target="../ink/ink2153.xml"/><Relationship Id="rId106" Type="http://schemas.openxmlformats.org/officeDocument/2006/relationships/image" Target="../media/image6780.png"/><Relationship Id="rId127" Type="http://schemas.openxmlformats.org/officeDocument/2006/relationships/customXml" Target="../ink/ink2188.xml"/><Relationship Id="rId10" Type="http://schemas.openxmlformats.org/officeDocument/2006/relationships/image" Target="../media/image6300.png"/><Relationship Id="rId31" Type="http://schemas.openxmlformats.org/officeDocument/2006/relationships/customXml" Target="../ink/ink2140.xml"/><Relationship Id="rId52" Type="http://schemas.openxmlformats.org/officeDocument/2006/relationships/image" Target="../media/image6511.png"/><Relationship Id="rId73" Type="http://schemas.openxmlformats.org/officeDocument/2006/relationships/customXml" Target="../ink/ink2161.xml"/><Relationship Id="rId78" Type="http://schemas.openxmlformats.org/officeDocument/2006/relationships/image" Target="../media/image6640.png"/><Relationship Id="rId94" Type="http://schemas.openxmlformats.org/officeDocument/2006/relationships/image" Target="../media/image6720.png"/><Relationship Id="rId99" Type="http://schemas.openxmlformats.org/officeDocument/2006/relationships/customXml" Target="../ink/ink2174.xml"/><Relationship Id="rId101" Type="http://schemas.openxmlformats.org/officeDocument/2006/relationships/customXml" Target="../ink/ink2175.xml"/><Relationship Id="rId122" Type="http://schemas.openxmlformats.org/officeDocument/2006/relationships/image" Target="../media/image6860.png"/><Relationship Id="rId143" Type="http://schemas.openxmlformats.org/officeDocument/2006/relationships/customXml" Target="../ink/ink2196.xml"/><Relationship Id="rId148" Type="http://schemas.openxmlformats.org/officeDocument/2006/relationships/image" Target="../media/image6990.png"/><Relationship Id="rId164" Type="http://schemas.openxmlformats.org/officeDocument/2006/relationships/image" Target="../media/image7070.png"/><Relationship Id="rId169" Type="http://schemas.openxmlformats.org/officeDocument/2006/relationships/customXml" Target="../ink/ink2209.xml"/><Relationship Id="rId185" Type="http://schemas.openxmlformats.org/officeDocument/2006/relationships/customXml" Target="../ink/ink2217.xml"/><Relationship Id="rId4" Type="http://schemas.openxmlformats.org/officeDocument/2006/relationships/image" Target="../media/image6270.png"/><Relationship Id="rId9" Type="http://schemas.openxmlformats.org/officeDocument/2006/relationships/customXml" Target="../ink/ink2129.xml"/><Relationship Id="rId180" Type="http://schemas.openxmlformats.org/officeDocument/2006/relationships/image" Target="../media/image7150.png"/><Relationship Id="rId26" Type="http://schemas.openxmlformats.org/officeDocument/2006/relationships/image" Target="../media/image6380.png"/><Relationship Id="rId47" Type="http://schemas.openxmlformats.org/officeDocument/2006/relationships/customXml" Target="../ink/ink2148.xml"/><Relationship Id="rId68" Type="http://schemas.openxmlformats.org/officeDocument/2006/relationships/image" Target="../media/image6590.png"/><Relationship Id="rId89" Type="http://schemas.openxmlformats.org/officeDocument/2006/relationships/customXml" Target="../ink/ink2169.xml"/><Relationship Id="rId112" Type="http://schemas.openxmlformats.org/officeDocument/2006/relationships/image" Target="../media/image6811.png"/><Relationship Id="rId133" Type="http://schemas.openxmlformats.org/officeDocument/2006/relationships/customXml" Target="../ink/ink2191.xml"/><Relationship Id="rId154" Type="http://schemas.openxmlformats.org/officeDocument/2006/relationships/image" Target="../media/image7020.png"/><Relationship Id="rId175" Type="http://schemas.openxmlformats.org/officeDocument/2006/relationships/customXml" Target="../ink/ink2212.xml"/><Relationship Id="rId16" Type="http://schemas.openxmlformats.org/officeDocument/2006/relationships/image" Target="../media/image6330.png"/><Relationship Id="rId37" Type="http://schemas.openxmlformats.org/officeDocument/2006/relationships/customXml" Target="../ink/ink2143.xml"/><Relationship Id="rId58" Type="http://schemas.openxmlformats.org/officeDocument/2006/relationships/image" Target="../media/image6540.png"/><Relationship Id="rId79" Type="http://schemas.openxmlformats.org/officeDocument/2006/relationships/customXml" Target="../ink/ink2164.xml"/><Relationship Id="rId102" Type="http://schemas.openxmlformats.org/officeDocument/2006/relationships/image" Target="../media/image6760.png"/><Relationship Id="rId123" Type="http://schemas.openxmlformats.org/officeDocument/2006/relationships/customXml" Target="../ink/ink2186.xml"/><Relationship Id="rId144" Type="http://schemas.openxmlformats.org/officeDocument/2006/relationships/image" Target="../media/image6970.png"/><Relationship Id="rId90" Type="http://schemas.openxmlformats.org/officeDocument/2006/relationships/image" Target="../media/image6700.png"/><Relationship Id="rId165" Type="http://schemas.openxmlformats.org/officeDocument/2006/relationships/customXml" Target="../ink/ink2207.xml"/><Relationship Id="rId186" Type="http://schemas.openxmlformats.org/officeDocument/2006/relationships/image" Target="../media/image7180.png"/><Relationship Id="rId27" Type="http://schemas.openxmlformats.org/officeDocument/2006/relationships/customXml" Target="../ink/ink2138.xml"/><Relationship Id="rId48" Type="http://schemas.openxmlformats.org/officeDocument/2006/relationships/image" Target="../media/image6490.png"/><Relationship Id="rId69" Type="http://schemas.openxmlformats.org/officeDocument/2006/relationships/customXml" Target="../ink/ink2159.xml"/><Relationship Id="rId113" Type="http://schemas.openxmlformats.org/officeDocument/2006/relationships/customXml" Target="../ink/ink2181.xml"/><Relationship Id="rId134" Type="http://schemas.openxmlformats.org/officeDocument/2006/relationships/image" Target="../media/image6920.png"/><Relationship Id="rId80" Type="http://schemas.openxmlformats.org/officeDocument/2006/relationships/image" Target="../media/image6650.png"/><Relationship Id="rId155" Type="http://schemas.openxmlformats.org/officeDocument/2006/relationships/customXml" Target="../ink/ink2202.xml"/><Relationship Id="rId176" Type="http://schemas.openxmlformats.org/officeDocument/2006/relationships/image" Target="../media/image7130.png"/><Relationship Id="rId17" Type="http://schemas.openxmlformats.org/officeDocument/2006/relationships/customXml" Target="../ink/ink2133.xml"/><Relationship Id="rId38" Type="http://schemas.openxmlformats.org/officeDocument/2006/relationships/image" Target="../media/image6440.png"/><Relationship Id="rId59" Type="http://schemas.openxmlformats.org/officeDocument/2006/relationships/customXml" Target="../ink/ink2154.xml"/><Relationship Id="rId103" Type="http://schemas.openxmlformats.org/officeDocument/2006/relationships/customXml" Target="../ink/ink2176.xml"/><Relationship Id="rId124" Type="http://schemas.openxmlformats.org/officeDocument/2006/relationships/image" Target="../media/image6870.png"/><Relationship Id="rId70" Type="http://schemas.openxmlformats.org/officeDocument/2006/relationships/image" Target="../media/image6600.png"/><Relationship Id="rId91" Type="http://schemas.openxmlformats.org/officeDocument/2006/relationships/customXml" Target="../ink/ink2170.xml"/><Relationship Id="rId145" Type="http://schemas.openxmlformats.org/officeDocument/2006/relationships/customXml" Target="../ink/ink2197.xml"/><Relationship Id="rId166" Type="http://schemas.openxmlformats.org/officeDocument/2006/relationships/image" Target="../media/image7080.png"/><Relationship Id="rId187" Type="http://schemas.openxmlformats.org/officeDocument/2006/relationships/customXml" Target="../ink/ink2218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6390.png"/><Relationship Id="rId49" Type="http://schemas.openxmlformats.org/officeDocument/2006/relationships/customXml" Target="../ink/ink2149.xml"/><Relationship Id="rId114" Type="http://schemas.openxmlformats.org/officeDocument/2006/relationships/image" Target="../media/image6820.png"/><Relationship Id="rId60" Type="http://schemas.openxmlformats.org/officeDocument/2006/relationships/image" Target="../media/image6550.png"/><Relationship Id="rId81" Type="http://schemas.openxmlformats.org/officeDocument/2006/relationships/customXml" Target="../ink/ink2165.xml"/><Relationship Id="rId135" Type="http://schemas.openxmlformats.org/officeDocument/2006/relationships/customXml" Target="../ink/ink2192.xml"/><Relationship Id="rId156" Type="http://schemas.openxmlformats.org/officeDocument/2006/relationships/image" Target="../media/image7030.png"/><Relationship Id="rId177" Type="http://schemas.openxmlformats.org/officeDocument/2006/relationships/customXml" Target="../ink/ink22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790.png"/><Relationship Id="rId299" Type="http://schemas.openxmlformats.org/officeDocument/2006/relationships/image" Target="../media/image8700.png"/><Relationship Id="rId21" Type="http://schemas.openxmlformats.org/officeDocument/2006/relationships/image" Target="../media/image7311.png"/><Relationship Id="rId63" Type="http://schemas.openxmlformats.org/officeDocument/2006/relationships/image" Target="../media/image7520.png"/><Relationship Id="rId159" Type="http://schemas.openxmlformats.org/officeDocument/2006/relationships/image" Target="../media/image8000.png"/><Relationship Id="rId324" Type="http://schemas.openxmlformats.org/officeDocument/2006/relationships/customXml" Target="../ink/ink2382.xml"/><Relationship Id="rId366" Type="http://schemas.openxmlformats.org/officeDocument/2006/relationships/customXml" Target="../ink/ink2403.xml"/><Relationship Id="rId170" Type="http://schemas.openxmlformats.org/officeDocument/2006/relationships/customXml" Target="../ink/ink2305.xml"/><Relationship Id="rId226" Type="http://schemas.openxmlformats.org/officeDocument/2006/relationships/customXml" Target="../ink/ink2333.xml"/><Relationship Id="rId268" Type="http://schemas.openxmlformats.org/officeDocument/2006/relationships/customXml" Target="../ink/ink2354.xml"/><Relationship Id="rId32" Type="http://schemas.openxmlformats.org/officeDocument/2006/relationships/customXml" Target="../ink/ink2236.xml"/><Relationship Id="rId74" Type="http://schemas.openxmlformats.org/officeDocument/2006/relationships/customXml" Target="../ink/ink2257.xml"/><Relationship Id="rId128" Type="http://schemas.openxmlformats.org/officeDocument/2006/relationships/customXml" Target="../ink/ink2284.xml"/><Relationship Id="rId335" Type="http://schemas.openxmlformats.org/officeDocument/2006/relationships/image" Target="../media/image12631.png"/><Relationship Id="rId5" Type="http://schemas.openxmlformats.org/officeDocument/2006/relationships/image" Target="../media/image7230.png"/><Relationship Id="rId181" Type="http://schemas.openxmlformats.org/officeDocument/2006/relationships/image" Target="../media/image8110.png"/><Relationship Id="rId237" Type="http://schemas.openxmlformats.org/officeDocument/2006/relationships/image" Target="../media/image8390.png"/><Relationship Id="rId279" Type="http://schemas.openxmlformats.org/officeDocument/2006/relationships/image" Target="../media/image8600.png"/><Relationship Id="rId43" Type="http://schemas.openxmlformats.org/officeDocument/2006/relationships/image" Target="../media/image7420.png"/><Relationship Id="rId139" Type="http://schemas.openxmlformats.org/officeDocument/2006/relationships/image" Target="../media/image7900.png"/><Relationship Id="rId290" Type="http://schemas.openxmlformats.org/officeDocument/2006/relationships/customXml" Target="../ink/ink2365.xml"/><Relationship Id="rId304" Type="http://schemas.openxmlformats.org/officeDocument/2006/relationships/customXml" Target="../ink/ink2372.xml"/><Relationship Id="rId346" Type="http://schemas.openxmlformats.org/officeDocument/2006/relationships/customXml" Target="../ink/ink2393.xml"/><Relationship Id="rId85" Type="http://schemas.openxmlformats.org/officeDocument/2006/relationships/image" Target="../media/image7630.png"/><Relationship Id="rId150" Type="http://schemas.openxmlformats.org/officeDocument/2006/relationships/customXml" Target="../ink/ink2295.xml"/><Relationship Id="rId192" Type="http://schemas.openxmlformats.org/officeDocument/2006/relationships/customXml" Target="../ink/ink2316.xml"/><Relationship Id="rId206" Type="http://schemas.openxmlformats.org/officeDocument/2006/relationships/customXml" Target="../ink/ink2323.xml"/><Relationship Id="rId248" Type="http://schemas.openxmlformats.org/officeDocument/2006/relationships/customXml" Target="../ink/ink2344.xml"/><Relationship Id="rId12" Type="http://schemas.openxmlformats.org/officeDocument/2006/relationships/customXml" Target="../ink/ink2226.xml"/><Relationship Id="rId108" Type="http://schemas.openxmlformats.org/officeDocument/2006/relationships/customXml" Target="../ink/ink2274.xml"/><Relationship Id="rId315" Type="http://schemas.openxmlformats.org/officeDocument/2006/relationships/image" Target="../media/image12531.png"/><Relationship Id="rId357" Type="http://schemas.openxmlformats.org/officeDocument/2006/relationships/image" Target="../media/image12741.png"/><Relationship Id="rId54" Type="http://schemas.openxmlformats.org/officeDocument/2006/relationships/customXml" Target="../ink/ink2247.xml"/><Relationship Id="rId96" Type="http://schemas.openxmlformats.org/officeDocument/2006/relationships/customXml" Target="../ink/ink2268.xml"/><Relationship Id="rId161" Type="http://schemas.openxmlformats.org/officeDocument/2006/relationships/image" Target="../media/image8010.png"/><Relationship Id="rId217" Type="http://schemas.openxmlformats.org/officeDocument/2006/relationships/image" Target="../media/image8290.png"/><Relationship Id="rId259" Type="http://schemas.openxmlformats.org/officeDocument/2006/relationships/image" Target="../media/image8500.png"/><Relationship Id="rId23" Type="http://schemas.openxmlformats.org/officeDocument/2006/relationships/image" Target="../media/image7320.png"/><Relationship Id="rId119" Type="http://schemas.openxmlformats.org/officeDocument/2006/relationships/image" Target="../media/image7800.png"/><Relationship Id="rId270" Type="http://schemas.openxmlformats.org/officeDocument/2006/relationships/customXml" Target="../ink/ink2355.xml"/><Relationship Id="rId326" Type="http://schemas.openxmlformats.org/officeDocument/2006/relationships/customXml" Target="../ink/ink2383.xml"/><Relationship Id="rId65" Type="http://schemas.openxmlformats.org/officeDocument/2006/relationships/image" Target="../media/image7530.png"/><Relationship Id="rId130" Type="http://schemas.openxmlformats.org/officeDocument/2006/relationships/customXml" Target="../ink/ink2285.xml"/><Relationship Id="rId368" Type="http://schemas.openxmlformats.org/officeDocument/2006/relationships/customXml" Target="../ink/ink2404.xml"/><Relationship Id="rId172" Type="http://schemas.openxmlformats.org/officeDocument/2006/relationships/customXml" Target="../ink/ink2306.xml"/><Relationship Id="rId228" Type="http://schemas.openxmlformats.org/officeDocument/2006/relationships/customXml" Target="../ink/ink2334.xml"/><Relationship Id="rId281" Type="http://schemas.openxmlformats.org/officeDocument/2006/relationships/image" Target="../media/image8610.png"/><Relationship Id="rId337" Type="http://schemas.openxmlformats.org/officeDocument/2006/relationships/image" Target="../media/image12641.png"/><Relationship Id="rId34" Type="http://schemas.openxmlformats.org/officeDocument/2006/relationships/customXml" Target="../ink/ink2237.xml"/><Relationship Id="rId76" Type="http://schemas.openxmlformats.org/officeDocument/2006/relationships/customXml" Target="../ink/ink2258.xml"/><Relationship Id="rId141" Type="http://schemas.openxmlformats.org/officeDocument/2006/relationships/image" Target="../media/image7910.png"/><Relationship Id="rId7" Type="http://schemas.openxmlformats.org/officeDocument/2006/relationships/image" Target="../media/image7240.png"/><Relationship Id="rId183" Type="http://schemas.openxmlformats.org/officeDocument/2006/relationships/image" Target="../media/image8120.png"/><Relationship Id="rId239" Type="http://schemas.openxmlformats.org/officeDocument/2006/relationships/image" Target="../media/image8400.png"/><Relationship Id="rId250" Type="http://schemas.openxmlformats.org/officeDocument/2006/relationships/customXml" Target="../ink/ink2345.xml"/><Relationship Id="rId292" Type="http://schemas.openxmlformats.org/officeDocument/2006/relationships/customXml" Target="../ink/ink2366.xml"/><Relationship Id="rId306" Type="http://schemas.openxmlformats.org/officeDocument/2006/relationships/customXml" Target="../ink/ink2373.xml"/><Relationship Id="rId45" Type="http://schemas.openxmlformats.org/officeDocument/2006/relationships/image" Target="../media/image7430.png"/><Relationship Id="rId87" Type="http://schemas.openxmlformats.org/officeDocument/2006/relationships/image" Target="../media/image7640.png"/><Relationship Id="rId110" Type="http://schemas.openxmlformats.org/officeDocument/2006/relationships/customXml" Target="../ink/ink2275.xml"/><Relationship Id="rId348" Type="http://schemas.openxmlformats.org/officeDocument/2006/relationships/customXml" Target="../ink/ink2394.xml"/><Relationship Id="rId152" Type="http://schemas.openxmlformats.org/officeDocument/2006/relationships/customXml" Target="../ink/ink2296.xml"/><Relationship Id="rId194" Type="http://schemas.openxmlformats.org/officeDocument/2006/relationships/customXml" Target="../ink/ink2317.xml"/><Relationship Id="rId208" Type="http://schemas.openxmlformats.org/officeDocument/2006/relationships/customXml" Target="../ink/ink2324.xml"/><Relationship Id="rId261" Type="http://schemas.openxmlformats.org/officeDocument/2006/relationships/image" Target="../media/image8510.png"/><Relationship Id="rId14" Type="http://schemas.openxmlformats.org/officeDocument/2006/relationships/customXml" Target="../ink/ink2227.xml"/><Relationship Id="rId56" Type="http://schemas.openxmlformats.org/officeDocument/2006/relationships/customXml" Target="../ink/ink2248.xml"/><Relationship Id="rId317" Type="http://schemas.openxmlformats.org/officeDocument/2006/relationships/image" Target="../media/image12541.png"/><Relationship Id="rId359" Type="http://schemas.openxmlformats.org/officeDocument/2006/relationships/image" Target="../media/image12751.png"/><Relationship Id="rId98" Type="http://schemas.openxmlformats.org/officeDocument/2006/relationships/customXml" Target="../ink/ink2269.xml"/><Relationship Id="rId121" Type="http://schemas.openxmlformats.org/officeDocument/2006/relationships/image" Target="../media/image7810.png"/><Relationship Id="rId163" Type="http://schemas.openxmlformats.org/officeDocument/2006/relationships/image" Target="../media/image8020.png"/><Relationship Id="rId219" Type="http://schemas.openxmlformats.org/officeDocument/2006/relationships/image" Target="../media/image8300.png"/><Relationship Id="rId230" Type="http://schemas.openxmlformats.org/officeDocument/2006/relationships/customXml" Target="../ink/ink2335.xml"/><Relationship Id="rId25" Type="http://schemas.openxmlformats.org/officeDocument/2006/relationships/image" Target="../media/image7330.png"/><Relationship Id="rId67" Type="http://schemas.openxmlformats.org/officeDocument/2006/relationships/image" Target="../media/image7540.png"/><Relationship Id="rId272" Type="http://schemas.openxmlformats.org/officeDocument/2006/relationships/customXml" Target="../ink/ink2356.xml"/><Relationship Id="rId328" Type="http://schemas.openxmlformats.org/officeDocument/2006/relationships/customXml" Target="../ink/ink2384.xml"/><Relationship Id="rId132" Type="http://schemas.openxmlformats.org/officeDocument/2006/relationships/customXml" Target="../ink/ink2286.xml"/><Relationship Id="rId174" Type="http://schemas.openxmlformats.org/officeDocument/2006/relationships/customXml" Target="../ink/ink2307.xml"/><Relationship Id="rId241" Type="http://schemas.openxmlformats.org/officeDocument/2006/relationships/image" Target="../media/image8410.png"/><Relationship Id="rId15" Type="http://schemas.openxmlformats.org/officeDocument/2006/relationships/image" Target="../media/image7280.png"/><Relationship Id="rId36" Type="http://schemas.openxmlformats.org/officeDocument/2006/relationships/customXml" Target="../ink/ink2238.xml"/><Relationship Id="rId57" Type="http://schemas.openxmlformats.org/officeDocument/2006/relationships/image" Target="../media/image7490.png"/><Relationship Id="rId262" Type="http://schemas.openxmlformats.org/officeDocument/2006/relationships/customXml" Target="../ink/ink2351.xml"/><Relationship Id="rId283" Type="http://schemas.openxmlformats.org/officeDocument/2006/relationships/image" Target="../media/image8620.png"/><Relationship Id="rId318" Type="http://schemas.openxmlformats.org/officeDocument/2006/relationships/customXml" Target="../ink/ink2379.xml"/><Relationship Id="rId339" Type="http://schemas.openxmlformats.org/officeDocument/2006/relationships/image" Target="../media/image12651.png"/><Relationship Id="rId78" Type="http://schemas.openxmlformats.org/officeDocument/2006/relationships/customXml" Target="../ink/ink2259.xml"/><Relationship Id="rId99" Type="http://schemas.openxmlformats.org/officeDocument/2006/relationships/image" Target="../media/image7700.png"/><Relationship Id="rId101" Type="http://schemas.openxmlformats.org/officeDocument/2006/relationships/image" Target="../media/image7710.png"/><Relationship Id="rId122" Type="http://schemas.openxmlformats.org/officeDocument/2006/relationships/customXml" Target="../ink/ink2281.xml"/><Relationship Id="rId143" Type="http://schemas.openxmlformats.org/officeDocument/2006/relationships/image" Target="../media/image7920.png"/><Relationship Id="rId164" Type="http://schemas.openxmlformats.org/officeDocument/2006/relationships/customXml" Target="../ink/ink2302.xml"/><Relationship Id="rId185" Type="http://schemas.openxmlformats.org/officeDocument/2006/relationships/image" Target="../media/image8130.png"/><Relationship Id="rId350" Type="http://schemas.openxmlformats.org/officeDocument/2006/relationships/customXml" Target="../ink/ink2395.xml"/><Relationship Id="rId9" Type="http://schemas.openxmlformats.org/officeDocument/2006/relationships/image" Target="../media/image7250.png"/><Relationship Id="rId210" Type="http://schemas.openxmlformats.org/officeDocument/2006/relationships/customXml" Target="../ink/ink2325.xml"/><Relationship Id="rId26" Type="http://schemas.openxmlformats.org/officeDocument/2006/relationships/customXml" Target="../ink/ink2233.xml"/><Relationship Id="rId231" Type="http://schemas.openxmlformats.org/officeDocument/2006/relationships/image" Target="../media/image8360.png"/><Relationship Id="rId252" Type="http://schemas.openxmlformats.org/officeDocument/2006/relationships/customXml" Target="../ink/ink2346.xml"/><Relationship Id="rId273" Type="http://schemas.openxmlformats.org/officeDocument/2006/relationships/image" Target="../media/image8570.png"/><Relationship Id="rId294" Type="http://schemas.openxmlformats.org/officeDocument/2006/relationships/customXml" Target="../ink/ink2367.xml"/><Relationship Id="rId308" Type="http://schemas.openxmlformats.org/officeDocument/2006/relationships/customXml" Target="../ink/ink2374.xml"/><Relationship Id="rId329" Type="http://schemas.openxmlformats.org/officeDocument/2006/relationships/image" Target="../media/image12601.png"/><Relationship Id="rId47" Type="http://schemas.openxmlformats.org/officeDocument/2006/relationships/image" Target="../media/image7440.png"/><Relationship Id="rId68" Type="http://schemas.openxmlformats.org/officeDocument/2006/relationships/customXml" Target="../ink/ink2254.xml"/><Relationship Id="rId89" Type="http://schemas.openxmlformats.org/officeDocument/2006/relationships/image" Target="../media/image7650.png"/><Relationship Id="rId112" Type="http://schemas.openxmlformats.org/officeDocument/2006/relationships/customXml" Target="../ink/ink2276.xml"/><Relationship Id="rId133" Type="http://schemas.openxmlformats.org/officeDocument/2006/relationships/image" Target="../media/image7870.png"/><Relationship Id="rId154" Type="http://schemas.openxmlformats.org/officeDocument/2006/relationships/customXml" Target="../ink/ink2297.xml"/><Relationship Id="rId175" Type="http://schemas.openxmlformats.org/officeDocument/2006/relationships/image" Target="../media/image8080.png"/><Relationship Id="rId340" Type="http://schemas.openxmlformats.org/officeDocument/2006/relationships/customXml" Target="../ink/ink2390.xml"/><Relationship Id="rId361" Type="http://schemas.openxmlformats.org/officeDocument/2006/relationships/image" Target="../media/image12761.png"/><Relationship Id="rId196" Type="http://schemas.openxmlformats.org/officeDocument/2006/relationships/customXml" Target="../ink/ink2318.xml"/><Relationship Id="rId200" Type="http://schemas.openxmlformats.org/officeDocument/2006/relationships/customXml" Target="../ink/ink2320.xml"/><Relationship Id="rId16" Type="http://schemas.openxmlformats.org/officeDocument/2006/relationships/customXml" Target="../ink/ink2228.xml"/><Relationship Id="rId221" Type="http://schemas.openxmlformats.org/officeDocument/2006/relationships/image" Target="../media/image8310.png"/><Relationship Id="rId242" Type="http://schemas.openxmlformats.org/officeDocument/2006/relationships/customXml" Target="../ink/ink2341.xml"/><Relationship Id="rId263" Type="http://schemas.openxmlformats.org/officeDocument/2006/relationships/image" Target="../media/image8520.png"/><Relationship Id="rId284" Type="http://schemas.openxmlformats.org/officeDocument/2006/relationships/customXml" Target="../ink/ink2362.xml"/><Relationship Id="rId319" Type="http://schemas.openxmlformats.org/officeDocument/2006/relationships/image" Target="../media/image12551.png"/><Relationship Id="rId37" Type="http://schemas.openxmlformats.org/officeDocument/2006/relationships/image" Target="../media/image7390.png"/><Relationship Id="rId58" Type="http://schemas.openxmlformats.org/officeDocument/2006/relationships/customXml" Target="../ink/ink2249.xml"/><Relationship Id="rId79" Type="http://schemas.openxmlformats.org/officeDocument/2006/relationships/image" Target="../media/image7600.png"/><Relationship Id="rId102" Type="http://schemas.openxmlformats.org/officeDocument/2006/relationships/customXml" Target="../ink/ink2271.xml"/><Relationship Id="rId123" Type="http://schemas.openxmlformats.org/officeDocument/2006/relationships/image" Target="../media/image7820.png"/><Relationship Id="rId144" Type="http://schemas.openxmlformats.org/officeDocument/2006/relationships/customXml" Target="../ink/ink2292.xml"/><Relationship Id="rId330" Type="http://schemas.openxmlformats.org/officeDocument/2006/relationships/customXml" Target="../ink/ink2385.xml"/><Relationship Id="rId90" Type="http://schemas.openxmlformats.org/officeDocument/2006/relationships/customXml" Target="../ink/ink2265.xml"/><Relationship Id="rId165" Type="http://schemas.openxmlformats.org/officeDocument/2006/relationships/image" Target="../media/image8030.png"/><Relationship Id="rId186" Type="http://schemas.openxmlformats.org/officeDocument/2006/relationships/customXml" Target="../ink/ink2313.xml"/><Relationship Id="rId351" Type="http://schemas.openxmlformats.org/officeDocument/2006/relationships/image" Target="../media/image12711.png"/><Relationship Id="rId211" Type="http://schemas.openxmlformats.org/officeDocument/2006/relationships/image" Target="../media/image8260.png"/><Relationship Id="rId232" Type="http://schemas.openxmlformats.org/officeDocument/2006/relationships/customXml" Target="../ink/ink2336.xml"/><Relationship Id="rId253" Type="http://schemas.openxmlformats.org/officeDocument/2006/relationships/image" Target="../media/image8470.png"/><Relationship Id="rId274" Type="http://schemas.openxmlformats.org/officeDocument/2006/relationships/customXml" Target="../ink/ink2357.xml"/><Relationship Id="rId295" Type="http://schemas.openxmlformats.org/officeDocument/2006/relationships/image" Target="../media/image8680.png"/><Relationship Id="rId309" Type="http://schemas.openxmlformats.org/officeDocument/2006/relationships/image" Target="../media/image8750.png"/><Relationship Id="rId27" Type="http://schemas.openxmlformats.org/officeDocument/2006/relationships/image" Target="../media/image7340.png"/><Relationship Id="rId48" Type="http://schemas.openxmlformats.org/officeDocument/2006/relationships/customXml" Target="../ink/ink2244.xml"/><Relationship Id="rId69" Type="http://schemas.openxmlformats.org/officeDocument/2006/relationships/image" Target="../media/image7550.png"/><Relationship Id="rId113" Type="http://schemas.openxmlformats.org/officeDocument/2006/relationships/image" Target="../media/image7770.png"/><Relationship Id="rId134" Type="http://schemas.openxmlformats.org/officeDocument/2006/relationships/customXml" Target="../ink/ink2287.xml"/><Relationship Id="rId320" Type="http://schemas.openxmlformats.org/officeDocument/2006/relationships/customXml" Target="../ink/ink2380.xml"/><Relationship Id="rId80" Type="http://schemas.openxmlformats.org/officeDocument/2006/relationships/customXml" Target="../ink/ink2260.xml"/><Relationship Id="rId155" Type="http://schemas.openxmlformats.org/officeDocument/2006/relationships/image" Target="../media/image7980.png"/><Relationship Id="rId176" Type="http://schemas.openxmlformats.org/officeDocument/2006/relationships/customXml" Target="../ink/ink2308.xml"/><Relationship Id="rId197" Type="http://schemas.openxmlformats.org/officeDocument/2006/relationships/image" Target="../media/image8190.png"/><Relationship Id="rId341" Type="http://schemas.openxmlformats.org/officeDocument/2006/relationships/image" Target="../media/image12661.png"/><Relationship Id="rId362" Type="http://schemas.openxmlformats.org/officeDocument/2006/relationships/customXml" Target="../ink/ink2401.xml"/><Relationship Id="rId201" Type="http://schemas.openxmlformats.org/officeDocument/2006/relationships/image" Target="../media/image8210.png"/><Relationship Id="rId222" Type="http://schemas.openxmlformats.org/officeDocument/2006/relationships/customXml" Target="../ink/ink2331.xml"/><Relationship Id="rId243" Type="http://schemas.openxmlformats.org/officeDocument/2006/relationships/image" Target="../media/image8420.png"/><Relationship Id="rId264" Type="http://schemas.openxmlformats.org/officeDocument/2006/relationships/customXml" Target="../ink/ink2352.xml"/><Relationship Id="rId285" Type="http://schemas.openxmlformats.org/officeDocument/2006/relationships/image" Target="../media/image8630.png"/><Relationship Id="rId17" Type="http://schemas.openxmlformats.org/officeDocument/2006/relationships/image" Target="../media/image7290.png"/><Relationship Id="rId38" Type="http://schemas.openxmlformats.org/officeDocument/2006/relationships/customXml" Target="../ink/ink2239.xml"/><Relationship Id="rId59" Type="http://schemas.openxmlformats.org/officeDocument/2006/relationships/image" Target="../media/image7500.png"/><Relationship Id="rId103" Type="http://schemas.openxmlformats.org/officeDocument/2006/relationships/image" Target="../media/image7720.png"/><Relationship Id="rId124" Type="http://schemas.openxmlformats.org/officeDocument/2006/relationships/customXml" Target="../ink/ink2282.xml"/><Relationship Id="rId310" Type="http://schemas.openxmlformats.org/officeDocument/2006/relationships/customXml" Target="../ink/ink2375.xml"/><Relationship Id="rId70" Type="http://schemas.openxmlformats.org/officeDocument/2006/relationships/customXml" Target="../ink/ink2255.xml"/><Relationship Id="rId91" Type="http://schemas.openxmlformats.org/officeDocument/2006/relationships/image" Target="../media/image7660.png"/><Relationship Id="rId145" Type="http://schemas.openxmlformats.org/officeDocument/2006/relationships/image" Target="../media/image7930.png"/><Relationship Id="rId166" Type="http://schemas.openxmlformats.org/officeDocument/2006/relationships/customXml" Target="../ink/ink2303.xml"/><Relationship Id="rId187" Type="http://schemas.openxmlformats.org/officeDocument/2006/relationships/image" Target="../media/image8140.png"/><Relationship Id="rId331" Type="http://schemas.openxmlformats.org/officeDocument/2006/relationships/image" Target="../media/image12611.png"/><Relationship Id="rId352" Type="http://schemas.openxmlformats.org/officeDocument/2006/relationships/customXml" Target="../ink/ink2396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326.xml"/><Relationship Id="rId233" Type="http://schemas.openxmlformats.org/officeDocument/2006/relationships/image" Target="../media/image8370.png"/><Relationship Id="rId254" Type="http://schemas.openxmlformats.org/officeDocument/2006/relationships/customXml" Target="../ink/ink2347.xml"/><Relationship Id="rId28" Type="http://schemas.openxmlformats.org/officeDocument/2006/relationships/customXml" Target="../ink/ink2234.xml"/><Relationship Id="rId49" Type="http://schemas.openxmlformats.org/officeDocument/2006/relationships/image" Target="../media/image7450.png"/><Relationship Id="rId114" Type="http://schemas.openxmlformats.org/officeDocument/2006/relationships/customXml" Target="../ink/ink2277.xml"/><Relationship Id="rId275" Type="http://schemas.openxmlformats.org/officeDocument/2006/relationships/image" Target="../media/image8580.png"/><Relationship Id="rId296" Type="http://schemas.openxmlformats.org/officeDocument/2006/relationships/customXml" Target="../ink/ink2368.xml"/><Relationship Id="rId300" Type="http://schemas.openxmlformats.org/officeDocument/2006/relationships/customXml" Target="../ink/ink2370.xml"/><Relationship Id="rId60" Type="http://schemas.openxmlformats.org/officeDocument/2006/relationships/customXml" Target="../ink/ink2250.xml"/><Relationship Id="rId81" Type="http://schemas.openxmlformats.org/officeDocument/2006/relationships/image" Target="../media/image7610.png"/><Relationship Id="rId135" Type="http://schemas.openxmlformats.org/officeDocument/2006/relationships/image" Target="../media/image7880.png"/><Relationship Id="rId156" Type="http://schemas.openxmlformats.org/officeDocument/2006/relationships/customXml" Target="../ink/ink2298.xml"/><Relationship Id="rId177" Type="http://schemas.openxmlformats.org/officeDocument/2006/relationships/image" Target="../media/image8090.png"/><Relationship Id="rId198" Type="http://schemas.openxmlformats.org/officeDocument/2006/relationships/customXml" Target="../ink/ink2319.xml"/><Relationship Id="rId321" Type="http://schemas.openxmlformats.org/officeDocument/2006/relationships/image" Target="../media/image12561.png"/><Relationship Id="rId342" Type="http://schemas.openxmlformats.org/officeDocument/2006/relationships/customXml" Target="../ink/ink2391.xml"/><Relationship Id="rId363" Type="http://schemas.openxmlformats.org/officeDocument/2006/relationships/image" Target="../media/image12771.png"/><Relationship Id="rId202" Type="http://schemas.openxmlformats.org/officeDocument/2006/relationships/customXml" Target="../ink/ink2321.xml"/><Relationship Id="rId223" Type="http://schemas.openxmlformats.org/officeDocument/2006/relationships/image" Target="../media/image8320.png"/><Relationship Id="rId244" Type="http://schemas.openxmlformats.org/officeDocument/2006/relationships/customXml" Target="../ink/ink2342.xml"/><Relationship Id="rId18" Type="http://schemas.openxmlformats.org/officeDocument/2006/relationships/customXml" Target="../ink/ink2229.xml"/><Relationship Id="rId39" Type="http://schemas.openxmlformats.org/officeDocument/2006/relationships/image" Target="../media/image7400.png"/><Relationship Id="rId265" Type="http://schemas.openxmlformats.org/officeDocument/2006/relationships/image" Target="../media/image8530.png"/><Relationship Id="rId286" Type="http://schemas.openxmlformats.org/officeDocument/2006/relationships/customXml" Target="../ink/ink2363.xml"/><Relationship Id="rId50" Type="http://schemas.openxmlformats.org/officeDocument/2006/relationships/customXml" Target="../ink/ink2245.xml"/><Relationship Id="rId104" Type="http://schemas.openxmlformats.org/officeDocument/2006/relationships/customXml" Target="../ink/ink2272.xml"/><Relationship Id="rId125" Type="http://schemas.openxmlformats.org/officeDocument/2006/relationships/image" Target="../media/image7830.png"/><Relationship Id="rId146" Type="http://schemas.openxmlformats.org/officeDocument/2006/relationships/customXml" Target="../ink/ink2293.xml"/><Relationship Id="rId167" Type="http://schemas.openxmlformats.org/officeDocument/2006/relationships/image" Target="../media/image8040.png"/><Relationship Id="rId188" Type="http://schemas.openxmlformats.org/officeDocument/2006/relationships/customXml" Target="../ink/ink2314.xml"/><Relationship Id="rId311" Type="http://schemas.openxmlformats.org/officeDocument/2006/relationships/image" Target="../media/image8760.png"/><Relationship Id="rId332" Type="http://schemas.openxmlformats.org/officeDocument/2006/relationships/customXml" Target="../ink/ink2386.xml"/><Relationship Id="rId353" Type="http://schemas.openxmlformats.org/officeDocument/2006/relationships/image" Target="../media/image12721.png"/><Relationship Id="rId71" Type="http://schemas.openxmlformats.org/officeDocument/2006/relationships/image" Target="../media/image7560.png"/><Relationship Id="rId92" Type="http://schemas.openxmlformats.org/officeDocument/2006/relationships/customXml" Target="../ink/ink2266.xml"/><Relationship Id="rId213" Type="http://schemas.openxmlformats.org/officeDocument/2006/relationships/image" Target="../media/image8270.png"/><Relationship Id="rId234" Type="http://schemas.openxmlformats.org/officeDocument/2006/relationships/customXml" Target="../ink/ink2337.xml"/><Relationship Id="rId2" Type="http://schemas.openxmlformats.org/officeDocument/2006/relationships/customXml" Target="../ink/ink2221.xml"/><Relationship Id="rId29" Type="http://schemas.openxmlformats.org/officeDocument/2006/relationships/image" Target="../media/image7350.png"/><Relationship Id="rId255" Type="http://schemas.openxmlformats.org/officeDocument/2006/relationships/image" Target="../media/image8480.png"/><Relationship Id="rId276" Type="http://schemas.openxmlformats.org/officeDocument/2006/relationships/customXml" Target="../ink/ink2358.xml"/><Relationship Id="rId297" Type="http://schemas.openxmlformats.org/officeDocument/2006/relationships/image" Target="../media/image8690.png"/><Relationship Id="rId40" Type="http://schemas.openxmlformats.org/officeDocument/2006/relationships/customXml" Target="../ink/ink2240.xml"/><Relationship Id="rId115" Type="http://schemas.openxmlformats.org/officeDocument/2006/relationships/image" Target="../media/image7780.png"/><Relationship Id="rId136" Type="http://schemas.openxmlformats.org/officeDocument/2006/relationships/customXml" Target="../ink/ink2288.xml"/><Relationship Id="rId157" Type="http://schemas.openxmlformats.org/officeDocument/2006/relationships/image" Target="../media/image7990.png"/><Relationship Id="rId178" Type="http://schemas.openxmlformats.org/officeDocument/2006/relationships/customXml" Target="../ink/ink2309.xml"/><Relationship Id="rId301" Type="http://schemas.openxmlformats.org/officeDocument/2006/relationships/image" Target="../media/image8710.png"/><Relationship Id="rId322" Type="http://schemas.openxmlformats.org/officeDocument/2006/relationships/customXml" Target="../ink/ink2381.xml"/><Relationship Id="rId343" Type="http://schemas.openxmlformats.org/officeDocument/2006/relationships/image" Target="../media/image12671.png"/><Relationship Id="rId364" Type="http://schemas.openxmlformats.org/officeDocument/2006/relationships/customXml" Target="../ink/ink2402.xml"/><Relationship Id="rId61" Type="http://schemas.openxmlformats.org/officeDocument/2006/relationships/image" Target="../media/image7511.png"/><Relationship Id="rId82" Type="http://schemas.openxmlformats.org/officeDocument/2006/relationships/customXml" Target="../ink/ink2261.xml"/><Relationship Id="rId199" Type="http://schemas.openxmlformats.org/officeDocument/2006/relationships/image" Target="../media/image8200.png"/><Relationship Id="rId203" Type="http://schemas.openxmlformats.org/officeDocument/2006/relationships/image" Target="../media/image8220.png"/><Relationship Id="rId19" Type="http://schemas.openxmlformats.org/officeDocument/2006/relationships/image" Target="../media/image7300.png"/><Relationship Id="rId224" Type="http://schemas.openxmlformats.org/officeDocument/2006/relationships/customXml" Target="../ink/ink2332.xml"/><Relationship Id="rId245" Type="http://schemas.openxmlformats.org/officeDocument/2006/relationships/image" Target="../media/image8430.png"/><Relationship Id="rId266" Type="http://schemas.openxmlformats.org/officeDocument/2006/relationships/customXml" Target="../ink/ink2353.xml"/><Relationship Id="rId287" Type="http://schemas.openxmlformats.org/officeDocument/2006/relationships/image" Target="../media/image8640.png"/><Relationship Id="rId30" Type="http://schemas.openxmlformats.org/officeDocument/2006/relationships/customXml" Target="../ink/ink2235.xml"/><Relationship Id="rId105" Type="http://schemas.openxmlformats.org/officeDocument/2006/relationships/image" Target="../media/image7730.png"/><Relationship Id="rId126" Type="http://schemas.openxmlformats.org/officeDocument/2006/relationships/customXml" Target="../ink/ink2283.xml"/><Relationship Id="rId147" Type="http://schemas.openxmlformats.org/officeDocument/2006/relationships/image" Target="../media/image7940.png"/><Relationship Id="rId168" Type="http://schemas.openxmlformats.org/officeDocument/2006/relationships/customXml" Target="../ink/ink2304.xml"/><Relationship Id="rId312" Type="http://schemas.openxmlformats.org/officeDocument/2006/relationships/customXml" Target="../ink/ink2376.xml"/><Relationship Id="rId333" Type="http://schemas.openxmlformats.org/officeDocument/2006/relationships/image" Target="../media/image12621.png"/><Relationship Id="rId354" Type="http://schemas.openxmlformats.org/officeDocument/2006/relationships/customXml" Target="../ink/ink2397.xml"/><Relationship Id="rId51" Type="http://schemas.openxmlformats.org/officeDocument/2006/relationships/image" Target="../media/image7460.png"/><Relationship Id="rId72" Type="http://schemas.openxmlformats.org/officeDocument/2006/relationships/customXml" Target="../ink/ink2256.xml"/><Relationship Id="rId93" Type="http://schemas.openxmlformats.org/officeDocument/2006/relationships/image" Target="../media/image7670.png"/><Relationship Id="rId189" Type="http://schemas.openxmlformats.org/officeDocument/2006/relationships/image" Target="../media/image8150.png"/><Relationship Id="rId3" Type="http://schemas.openxmlformats.org/officeDocument/2006/relationships/image" Target="../media/image7220.png"/><Relationship Id="rId214" Type="http://schemas.openxmlformats.org/officeDocument/2006/relationships/customXml" Target="../ink/ink2327.xml"/><Relationship Id="rId235" Type="http://schemas.openxmlformats.org/officeDocument/2006/relationships/image" Target="../media/image8380.png"/><Relationship Id="rId256" Type="http://schemas.openxmlformats.org/officeDocument/2006/relationships/customXml" Target="../ink/ink2348.xml"/><Relationship Id="rId277" Type="http://schemas.openxmlformats.org/officeDocument/2006/relationships/image" Target="../media/image8590.png"/><Relationship Id="rId298" Type="http://schemas.openxmlformats.org/officeDocument/2006/relationships/customXml" Target="../ink/ink2369.xml"/><Relationship Id="rId116" Type="http://schemas.openxmlformats.org/officeDocument/2006/relationships/customXml" Target="../ink/ink2278.xml"/><Relationship Id="rId137" Type="http://schemas.openxmlformats.org/officeDocument/2006/relationships/image" Target="../media/image7890.png"/><Relationship Id="rId158" Type="http://schemas.openxmlformats.org/officeDocument/2006/relationships/customXml" Target="../ink/ink2299.xml"/><Relationship Id="rId302" Type="http://schemas.openxmlformats.org/officeDocument/2006/relationships/customXml" Target="../ink/ink2371.xml"/><Relationship Id="rId323" Type="http://schemas.openxmlformats.org/officeDocument/2006/relationships/image" Target="../media/image12571.png"/><Relationship Id="rId344" Type="http://schemas.openxmlformats.org/officeDocument/2006/relationships/customXml" Target="../ink/ink2392.xml"/><Relationship Id="rId20" Type="http://schemas.openxmlformats.org/officeDocument/2006/relationships/customXml" Target="../ink/ink2230.xml"/><Relationship Id="rId41" Type="http://schemas.openxmlformats.org/officeDocument/2006/relationships/image" Target="../media/image7411.png"/><Relationship Id="rId62" Type="http://schemas.openxmlformats.org/officeDocument/2006/relationships/customXml" Target="../ink/ink2251.xml"/><Relationship Id="rId83" Type="http://schemas.openxmlformats.org/officeDocument/2006/relationships/image" Target="../media/image7620.png"/><Relationship Id="rId179" Type="http://schemas.openxmlformats.org/officeDocument/2006/relationships/image" Target="../media/image8101.png"/><Relationship Id="rId365" Type="http://schemas.openxmlformats.org/officeDocument/2006/relationships/image" Target="../media/image12781.png"/><Relationship Id="rId190" Type="http://schemas.openxmlformats.org/officeDocument/2006/relationships/customXml" Target="../ink/ink2315.xml"/><Relationship Id="rId204" Type="http://schemas.openxmlformats.org/officeDocument/2006/relationships/customXml" Target="../ink/ink2322.xml"/><Relationship Id="rId225" Type="http://schemas.openxmlformats.org/officeDocument/2006/relationships/image" Target="../media/image8330.png"/><Relationship Id="rId246" Type="http://schemas.openxmlformats.org/officeDocument/2006/relationships/customXml" Target="../ink/ink2343.xml"/><Relationship Id="rId267" Type="http://schemas.openxmlformats.org/officeDocument/2006/relationships/image" Target="../media/image8540.png"/><Relationship Id="rId288" Type="http://schemas.openxmlformats.org/officeDocument/2006/relationships/customXml" Target="../ink/ink2364.xml"/><Relationship Id="rId106" Type="http://schemas.openxmlformats.org/officeDocument/2006/relationships/customXml" Target="../ink/ink2273.xml"/><Relationship Id="rId127" Type="http://schemas.openxmlformats.org/officeDocument/2006/relationships/image" Target="../media/image7840.png"/><Relationship Id="rId313" Type="http://schemas.openxmlformats.org/officeDocument/2006/relationships/image" Target="../media/image11580.png"/><Relationship Id="rId10" Type="http://schemas.openxmlformats.org/officeDocument/2006/relationships/customXml" Target="../ink/ink2225.xml"/><Relationship Id="rId31" Type="http://schemas.openxmlformats.org/officeDocument/2006/relationships/image" Target="../media/image7360.png"/><Relationship Id="rId52" Type="http://schemas.openxmlformats.org/officeDocument/2006/relationships/customXml" Target="../ink/ink2246.xml"/><Relationship Id="rId73" Type="http://schemas.openxmlformats.org/officeDocument/2006/relationships/image" Target="../media/image7570.png"/><Relationship Id="rId94" Type="http://schemas.openxmlformats.org/officeDocument/2006/relationships/customXml" Target="../ink/ink2267.xml"/><Relationship Id="rId148" Type="http://schemas.openxmlformats.org/officeDocument/2006/relationships/customXml" Target="../ink/ink2294.xml"/><Relationship Id="rId169" Type="http://schemas.openxmlformats.org/officeDocument/2006/relationships/image" Target="../media/image8050.png"/><Relationship Id="rId334" Type="http://schemas.openxmlformats.org/officeDocument/2006/relationships/customXml" Target="../ink/ink2387.xml"/><Relationship Id="rId355" Type="http://schemas.openxmlformats.org/officeDocument/2006/relationships/image" Target="../media/image12731.png"/><Relationship Id="rId4" Type="http://schemas.openxmlformats.org/officeDocument/2006/relationships/customXml" Target="../ink/ink2222.xml"/><Relationship Id="rId180" Type="http://schemas.openxmlformats.org/officeDocument/2006/relationships/customXml" Target="../ink/ink2310.xml"/><Relationship Id="rId215" Type="http://schemas.openxmlformats.org/officeDocument/2006/relationships/image" Target="../media/image8280.png"/><Relationship Id="rId236" Type="http://schemas.openxmlformats.org/officeDocument/2006/relationships/customXml" Target="../ink/ink2338.xml"/><Relationship Id="rId257" Type="http://schemas.openxmlformats.org/officeDocument/2006/relationships/image" Target="../media/image8490.png"/><Relationship Id="rId278" Type="http://schemas.openxmlformats.org/officeDocument/2006/relationships/customXml" Target="../ink/ink2359.xml"/><Relationship Id="rId303" Type="http://schemas.openxmlformats.org/officeDocument/2006/relationships/image" Target="../media/image8720.png"/><Relationship Id="rId42" Type="http://schemas.openxmlformats.org/officeDocument/2006/relationships/customXml" Target="../ink/ink2241.xml"/><Relationship Id="rId84" Type="http://schemas.openxmlformats.org/officeDocument/2006/relationships/customXml" Target="../ink/ink2262.xml"/><Relationship Id="rId138" Type="http://schemas.openxmlformats.org/officeDocument/2006/relationships/customXml" Target="../ink/ink2289.xml"/><Relationship Id="rId345" Type="http://schemas.openxmlformats.org/officeDocument/2006/relationships/image" Target="../media/image12681.png"/><Relationship Id="rId191" Type="http://schemas.openxmlformats.org/officeDocument/2006/relationships/image" Target="../media/image8160.png"/><Relationship Id="rId205" Type="http://schemas.openxmlformats.org/officeDocument/2006/relationships/image" Target="../media/image8230.png"/><Relationship Id="rId247" Type="http://schemas.openxmlformats.org/officeDocument/2006/relationships/image" Target="../media/image8440.png"/><Relationship Id="rId107" Type="http://schemas.openxmlformats.org/officeDocument/2006/relationships/image" Target="../media/image7740.png"/><Relationship Id="rId289" Type="http://schemas.openxmlformats.org/officeDocument/2006/relationships/image" Target="../media/image8650.png"/><Relationship Id="rId11" Type="http://schemas.openxmlformats.org/officeDocument/2006/relationships/image" Target="../media/image7260.png"/><Relationship Id="rId53" Type="http://schemas.openxmlformats.org/officeDocument/2006/relationships/image" Target="../media/image7470.png"/><Relationship Id="rId149" Type="http://schemas.openxmlformats.org/officeDocument/2006/relationships/image" Target="../media/image7950.png"/><Relationship Id="rId314" Type="http://schemas.openxmlformats.org/officeDocument/2006/relationships/customXml" Target="../ink/ink2377.xml"/><Relationship Id="rId356" Type="http://schemas.openxmlformats.org/officeDocument/2006/relationships/customXml" Target="../ink/ink2398.xml"/><Relationship Id="rId95" Type="http://schemas.openxmlformats.org/officeDocument/2006/relationships/image" Target="../media/image7680.png"/><Relationship Id="rId160" Type="http://schemas.openxmlformats.org/officeDocument/2006/relationships/customXml" Target="../ink/ink2300.xml"/><Relationship Id="rId216" Type="http://schemas.openxmlformats.org/officeDocument/2006/relationships/customXml" Target="../ink/ink2328.xml"/><Relationship Id="rId258" Type="http://schemas.openxmlformats.org/officeDocument/2006/relationships/customXml" Target="../ink/ink2349.xml"/><Relationship Id="rId22" Type="http://schemas.openxmlformats.org/officeDocument/2006/relationships/customXml" Target="../ink/ink2231.xml"/><Relationship Id="rId64" Type="http://schemas.openxmlformats.org/officeDocument/2006/relationships/customXml" Target="../ink/ink2252.xml"/><Relationship Id="rId118" Type="http://schemas.openxmlformats.org/officeDocument/2006/relationships/customXml" Target="../ink/ink2279.xml"/><Relationship Id="rId325" Type="http://schemas.openxmlformats.org/officeDocument/2006/relationships/image" Target="../media/image12581.png"/><Relationship Id="rId367" Type="http://schemas.openxmlformats.org/officeDocument/2006/relationships/image" Target="../media/image12791.png"/><Relationship Id="rId171" Type="http://schemas.openxmlformats.org/officeDocument/2006/relationships/image" Target="../media/image8060.png"/><Relationship Id="rId227" Type="http://schemas.openxmlformats.org/officeDocument/2006/relationships/image" Target="../media/image8340.png"/><Relationship Id="rId269" Type="http://schemas.openxmlformats.org/officeDocument/2006/relationships/image" Target="../media/image8550.png"/><Relationship Id="rId33" Type="http://schemas.openxmlformats.org/officeDocument/2006/relationships/image" Target="../media/image7370.png"/><Relationship Id="rId129" Type="http://schemas.openxmlformats.org/officeDocument/2006/relationships/image" Target="../media/image7850.png"/><Relationship Id="rId280" Type="http://schemas.openxmlformats.org/officeDocument/2006/relationships/customXml" Target="../ink/ink2360.xml"/><Relationship Id="rId336" Type="http://schemas.openxmlformats.org/officeDocument/2006/relationships/customXml" Target="../ink/ink2388.xml"/><Relationship Id="rId75" Type="http://schemas.openxmlformats.org/officeDocument/2006/relationships/image" Target="../media/image7580.png"/><Relationship Id="rId140" Type="http://schemas.openxmlformats.org/officeDocument/2006/relationships/customXml" Target="../ink/ink2290.xml"/><Relationship Id="rId182" Type="http://schemas.openxmlformats.org/officeDocument/2006/relationships/customXml" Target="../ink/ink2311.xml"/><Relationship Id="rId6" Type="http://schemas.openxmlformats.org/officeDocument/2006/relationships/customXml" Target="../ink/ink2223.xml"/><Relationship Id="rId238" Type="http://schemas.openxmlformats.org/officeDocument/2006/relationships/customXml" Target="../ink/ink2339.xml"/><Relationship Id="rId291" Type="http://schemas.openxmlformats.org/officeDocument/2006/relationships/image" Target="../media/image8660.png"/><Relationship Id="rId305" Type="http://schemas.openxmlformats.org/officeDocument/2006/relationships/image" Target="../media/image8730.png"/><Relationship Id="rId347" Type="http://schemas.openxmlformats.org/officeDocument/2006/relationships/image" Target="../media/image12691.png"/><Relationship Id="rId44" Type="http://schemas.openxmlformats.org/officeDocument/2006/relationships/customXml" Target="../ink/ink2242.xml"/><Relationship Id="rId86" Type="http://schemas.openxmlformats.org/officeDocument/2006/relationships/customXml" Target="../ink/ink2263.xml"/><Relationship Id="rId151" Type="http://schemas.openxmlformats.org/officeDocument/2006/relationships/image" Target="../media/image7960.png"/><Relationship Id="rId193" Type="http://schemas.openxmlformats.org/officeDocument/2006/relationships/image" Target="../media/image8170.png"/><Relationship Id="rId207" Type="http://schemas.openxmlformats.org/officeDocument/2006/relationships/image" Target="../media/image8240.png"/><Relationship Id="rId249" Type="http://schemas.openxmlformats.org/officeDocument/2006/relationships/image" Target="../media/image8450.png"/><Relationship Id="rId13" Type="http://schemas.openxmlformats.org/officeDocument/2006/relationships/image" Target="../media/image7270.png"/><Relationship Id="rId109" Type="http://schemas.openxmlformats.org/officeDocument/2006/relationships/image" Target="../media/image7750.png"/><Relationship Id="rId260" Type="http://schemas.openxmlformats.org/officeDocument/2006/relationships/customXml" Target="../ink/ink2350.xml"/><Relationship Id="rId316" Type="http://schemas.openxmlformats.org/officeDocument/2006/relationships/customXml" Target="../ink/ink2378.xml"/><Relationship Id="rId55" Type="http://schemas.openxmlformats.org/officeDocument/2006/relationships/image" Target="../media/image7480.png"/><Relationship Id="rId97" Type="http://schemas.openxmlformats.org/officeDocument/2006/relationships/image" Target="../media/image7690.png"/><Relationship Id="rId120" Type="http://schemas.openxmlformats.org/officeDocument/2006/relationships/customXml" Target="../ink/ink2280.xml"/><Relationship Id="rId358" Type="http://schemas.openxmlformats.org/officeDocument/2006/relationships/customXml" Target="../ink/ink2399.xml"/><Relationship Id="rId162" Type="http://schemas.openxmlformats.org/officeDocument/2006/relationships/customXml" Target="../ink/ink2301.xml"/><Relationship Id="rId218" Type="http://schemas.openxmlformats.org/officeDocument/2006/relationships/customXml" Target="../ink/ink2329.xml"/><Relationship Id="rId271" Type="http://schemas.openxmlformats.org/officeDocument/2006/relationships/image" Target="../media/image8560.png"/><Relationship Id="rId24" Type="http://schemas.openxmlformats.org/officeDocument/2006/relationships/customXml" Target="../ink/ink2232.xml"/><Relationship Id="rId66" Type="http://schemas.openxmlformats.org/officeDocument/2006/relationships/customXml" Target="../ink/ink2253.xml"/><Relationship Id="rId131" Type="http://schemas.openxmlformats.org/officeDocument/2006/relationships/image" Target="../media/image7860.png"/><Relationship Id="rId327" Type="http://schemas.openxmlformats.org/officeDocument/2006/relationships/image" Target="../media/image12591.png"/><Relationship Id="rId369" Type="http://schemas.openxmlformats.org/officeDocument/2006/relationships/image" Target="../media/image12801.png"/><Relationship Id="rId173" Type="http://schemas.openxmlformats.org/officeDocument/2006/relationships/image" Target="../media/image8070.png"/><Relationship Id="rId229" Type="http://schemas.openxmlformats.org/officeDocument/2006/relationships/image" Target="../media/image8350.png"/><Relationship Id="rId240" Type="http://schemas.openxmlformats.org/officeDocument/2006/relationships/customXml" Target="../ink/ink2340.xml"/><Relationship Id="rId35" Type="http://schemas.openxmlformats.org/officeDocument/2006/relationships/image" Target="../media/image7380.png"/><Relationship Id="rId77" Type="http://schemas.openxmlformats.org/officeDocument/2006/relationships/image" Target="../media/image7590.png"/><Relationship Id="rId100" Type="http://schemas.openxmlformats.org/officeDocument/2006/relationships/customXml" Target="../ink/ink2270.xml"/><Relationship Id="rId282" Type="http://schemas.openxmlformats.org/officeDocument/2006/relationships/customXml" Target="../ink/ink2361.xml"/><Relationship Id="rId338" Type="http://schemas.openxmlformats.org/officeDocument/2006/relationships/customXml" Target="../ink/ink2389.xml"/><Relationship Id="rId8" Type="http://schemas.openxmlformats.org/officeDocument/2006/relationships/customXml" Target="../ink/ink2224.xml"/><Relationship Id="rId142" Type="http://schemas.openxmlformats.org/officeDocument/2006/relationships/customXml" Target="../ink/ink2291.xml"/><Relationship Id="rId184" Type="http://schemas.openxmlformats.org/officeDocument/2006/relationships/customXml" Target="../ink/ink2312.xml"/><Relationship Id="rId251" Type="http://schemas.openxmlformats.org/officeDocument/2006/relationships/image" Target="../media/image8460.png"/><Relationship Id="rId46" Type="http://schemas.openxmlformats.org/officeDocument/2006/relationships/customXml" Target="../ink/ink2243.xml"/><Relationship Id="rId293" Type="http://schemas.openxmlformats.org/officeDocument/2006/relationships/image" Target="../media/image8670.png"/><Relationship Id="rId307" Type="http://schemas.openxmlformats.org/officeDocument/2006/relationships/image" Target="../media/image8740.png"/><Relationship Id="rId349" Type="http://schemas.openxmlformats.org/officeDocument/2006/relationships/image" Target="../media/image12701.png"/><Relationship Id="rId88" Type="http://schemas.openxmlformats.org/officeDocument/2006/relationships/customXml" Target="../ink/ink2264.xml"/><Relationship Id="rId111" Type="http://schemas.openxmlformats.org/officeDocument/2006/relationships/image" Target="../media/image7760.png"/><Relationship Id="rId153" Type="http://schemas.openxmlformats.org/officeDocument/2006/relationships/image" Target="../media/image7970.png"/><Relationship Id="rId195" Type="http://schemas.openxmlformats.org/officeDocument/2006/relationships/image" Target="../media/image8180.png"/><Relationship Id="rId209" Type="http://schemas.openxmlformats.org/officeDocument/2006/relationships/image" Target="../media/image8250.png"/><Relationship Id="rId360" Type="http://schemas.openxmlformats.org/officeDocument/2006/relationships/customXml" Target="../ink/ink2400.xml"/><Relationship Id="rId220" Type="http://schemas.openxmlformats.org/officeDocument/2006/relationships/customXml" Target="../ink/ink2330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101.png"/><Relationship Id="rId299" Type="http://schemas.openxmlformats.org/officeDocument/2006/relationships/image" Target="../media/image14011.png"/><Relationship Id="rId21" Type="http://schemas.openxmlformats.org/officeDocument/2006/relationships/image" Target="../media/image12620.png"/><Relationship Id="rId63" Type="http://schemas.openxmlformats.org/officeDocument/2006/relationships/image" Target="../media/image12830.png"/><Relationship Id="rId159" Type="http://schemas.openxmlformats.org/officeDocument/2006/relationships/image" Target="../media/image13310.png"/><Relationship Id="rId324" Type="http://schemas.openxmlformats.org/officeDocument/2006/relationships/customXml" Target="../ink/ink2566.xml"/><Relationship Id="rId366" Type="http://schemas.openxmlformats.org/officeDocument/2006/relationships/customXml" Target="../ink/ink2587.xml"/><Relationship Id="rId170" Type="http://schemas.openxmlformats.org/officeDocument/2006/relationships/customXml" Target="../ink/ink2489.xml"/><Relationship Id="rId226" Type="http://schemas.openxmlformats.org/officeDocument/2006/relationships/customXml" Target="../ink/ink2517.xml"/><Relationship Id="rId268" Type="http://schemas.openxmlformats.org/officeDocument/2006/relationships/customXml" Target="../ink/ink2538.xml"/><Relationship Id="rId32" Type="http://schemas.openxmlformats.org/officeDocument/2006/relationships/customXml" Target="../ink/ink2420.xml"/><Relationship Id="rId74" Type="http://schemas.openxmlformats.org/officeDocument/2006/relationships/customXml" Target="../ink/ink2441.xml"/><Relationship Id="rId128" Type="http://schemas.openxmlformats.org/officeDocument/2006/relationships/customXml" Target="../ink/ink2468.xml"/><Relationship Id="rId335" Type="http://schemas.openxmlformats.org/officeDocument/2006/relationships/image" Target="../media/image14190.png"/><Relationship Id="rId377" Type="http://schemas.openxmlformats.org/officeDocument/2006/relationships/image" Target="../media/image14400.png"/><Relationship Id="rId5" Type="http://schemas.openxmlformats.org/officeDocument/2006/relationships/image" Target="../media/image12540.png"/><Relationship Id="rId181" Type="http://schemas.openxmlformats.org/officeDocument/2006/relationships/image" Target="../media/image13420.png"/><Relationship Id="rId237" Type="http://schemas.openxmlformats.org/officeDocument/2006/relationships/image" Target="../media/image13700.png"/><Relationship Id="rId402" Type="http://schemas.openxmlformats.org/officeDocument/2006/relationships/customXml" Target="../ink/ink2605.xml"/><Relationship Id="rId279" Type="http://schemas.openxmlformats.org/officeDocument/2006/relationships/image" Target="../media/image13910.png"/><Relationship Id="rId43" Type="http://schemas.openxmlformats.org/officeDocument/2006/relationships/image" Target="../media/image12730.png"/><Relationship Id="rId139" Type="http://schemas.openxmlformats.org/officeDocument/2006/relationships/image" Target="../media/image13210.png"/><Relationship Id="rId290" Type="http://schemas.openxmlformats.org/officeDocument/2006/relationships/customXml" Target="../ink/ink2549.xml"/><Relationship Id="rId304" Type="http://schemas.openxmlformats.org/officeDocument/2006/relationships/customXml" Target="../ink/ink2556.xml"/><Relationship Id="rId346" Type="http://schemas.openxmlformats.org/officeDocument/2006/relationships/customXml" Target="../ink/ink2577.xml"/><Relationship Id="rId388" Type="http://schemas.openxmlformats.org/officeDocument/2006/relationships/customXml" Target="../ink/ink2598.xml"/><Relationship Id="rId85" Type="http://schemas.openxmlformats.org/officeDocument/2006/relationships/image" Target="../media/image12940.png"/><Relationship Id="rId150" Type="http://schemas.openxmlformats.org/officeDocument/2006/relationships/customXml" Target="../ink/ink2479.xml"/><Relationship Id="rId192" Type="http://schemas.openxmlformats.org/officeDocument/2006/relationships/customXml" Target="../ink/ink2500.xml"/><Relationship Id="rId206" Type="http://schemas.openxmlformats.org/officeDocument/2006/relationships/customXml" Target="../ink/ink2507.xml"/><Relationship Id="rId248" Type="http://schemas.openxmlformats.org/officeDocument/2006/relationships/customXml" Target="../ink/ink2528.xml"/><Relationship Id="rId12" Type="http://schemas.openxmlformats.org/officeDocument/2006/relationships/customXml" Target="../ink/ink2410.xml"/><Relationship Id="rId108" Type="http://schemas.openxmlformats.org/officeDocument/2006/relationships/customXml" Target="../ink/ink2458.xml"/><Relationship Id="rId315" Type="http://schemas.openxmlformats.org/officeDocument/2006/relationships/image" Target="../media/image14090.png"/><Relationship Id="rId357" Type="http://schemas.openxmlformats.org/officeDocument/2006/relationships/image" Target="../media/image14300.png"/><Relationship Id="rId54" Type="http://schemas.openxmlformats.org/officeDocument/2006/relationships/customXml" Target="../ink/ink2431.xml"/><Relationship Id="rId96" Type="http://schemas.openxmlformats.org/officeDocument/2006/relationships/customXml" Target="../ink/ink2452.xml"/><Relationship Id="rId161" Type="http://schemas.openxmlformats.org/officeDocument/2006/relationships/image" Target="../media/image13320.png"/><Relationship Id="rId217" Type="http://schemas.openxmlformats.org/officeDocument/2006/relationships/image" Target="../media/image13600.png"/><Relationship Id="rId399" Type="http://schemas.openxmlformats.org/officeDocument/2006/relationships/image" Target="../media/image1451.png"/><Relationship Id="rId259" Type="http://schemas.openxmlformats.org/officeDocument/2006/relationships/image" Target="../media/image13810.png"/><Relationship Id="rId23" Type="http://schemas.openxmlformats.org/officeDocument/2006/relationships/image" Target="../media/image12630.png"/><Relationship Id="rId119" Type="http://schemas.openxmlformats.org/officeDocument/2006/relationships/image" Target="../media/image13110.png"/><Relationship Id="rId270" Type="http://schemas.openxmlformats.org/officeDocument/2006/relationships/customXml" Target="../ink/ink2539.xml"/><Relationship Id="rId326" Type="http://schemas.openxmlformats.org/officeDocument/2006/relationships/customXml" Target="../ink/ink2567.xml"/><Relationship Id="rId65" Type="http://schemas.openxmlformats.org/officeDocument/2006/relationships/image" Target="../media/image12840.png"/><Relationship Id="rId130" Type="http://schemas.openxmlformats.org/officeDocument/2006/relationships/customXml" Target="../ink/ink2469.xml"/><Relationship Id="rId368" Type="http://schemas.openxmlformats.org/officeDocument/2006/relationships/customXml" Target="../ink/ink2588.xml"/><Relationship Id="rId172" Type="http://schemas.openxmlformats.org/officeDocument/2006/relationships/customXml" Target="../ink/ink2490.xml"/><Relationship Id="rId228" Type="http://schemas.openxmlformats.org/officeDocument/2006/relationships/customXml" Target="../ink/ink2518.xml"/><Relationship Id="rId281" Type="http://schemas.openxmlformats.org/officeDocument/2006/relationships/image" Target="../media/image13920.png"/><Relationship Id="rId337" Type="http://schemas.openxmlformats.org/officeDocument/2006/relationships/image" Target="../media/image14200.png"/><Relationship Id="rId34" Type="http://schemas.openxmlformats.org/officeDocument/2006/relationships/customXml" Target="../ink/ink2421.xml"/><Relationship Id="rId76" Type="http://schemas.openxmlformats.org/officeDocument/2006/relationships/customXml" Target="../ink/ink2442.xml"/><Relationship Id="rId141" Type="http://schemas.openxmlformats.org/officeDocument/2006/relationships/image" Target="../media/image13220.png"/><Relationship Id="rId379" Type="http://schemas.openxmlformats.org/officeDocument/2006/relationships/image" Target="../media/image14411.png"/><Relationship Id="rId7" Type="http://schemas.openxmlformats.org/officeDocument/2006/relationships/image" Target="../media/image12550.png"/><Relationship Id="rId183" Type="http://schemas.openxmlformats.org/officeDocument/2006/relationships/image" Target="../media/image13430.png"/><Relationship Id="rId239" Type="http://schemas.openxmlformats.org/officeDocument/2006/relationships/image" Target="../media/image13710.png"/><Relationship Id="rId390" Type="http://schemas.openxmlformats.org/officeDocument/2006/relationships/customXml" Target="../ink/ink2599.xml"/><Relationship Id="rId250" Type="http://schemas.openxmlformats.org/officeDocument/2006/relationships/customXml" Target="../ink/ink2529.xml"/><Relationship Id="rId292" Type="http://schemas.openxmlformats.org/officeDocument/2006/relationships/customXml" Target="../ink/ink2550.xml"/><Relationship Id="rId306" Type="http://schemas.openxmlformats.org/officeDocument/2006/relationships/customXml" Target="../ink/ink2557.xml"/><Relationship Id="rId45" Type="http://schemas.openxmlformats.org/officeDocument/2006/relationships/image" Target="../media/image12740.png"/><Relationship Id="rId87" Type="http://schemas.openxmlformats.org/officeDocument/2006/relationships/image" Target="../media/image12950.png"/><Relationship Id="rId110" Type="http://schemas.openxmlformats.org/officeDocument/2006/relationships/customXml" Target="../ink/ink2459.xml"/><Relationship Id="rId348" Type="http://schemas.openxmlformats.org/officeDocument/2006/relationships/customXml" Target="../ink/ink2578.xml"/><Relationship Id="rId152" Type="http://schemas.openxmlformats.org/officeDocument/2006/relationships/customXml" Target="../ink/ink2480.xml"/><Relationship Id="rId194" Type="http://schemas.openxmlformats.org/officeDocument/2006/relationships/customXml" Target="../ink/ink2501.xml"/><Relationship Id="rId208" Type="http://schemas.openxmlformats.org/officeDocument/2006/relationships/customXml" Target="../ink/ink2508.xml"/><Relationship Id="rId261" Type="http://schemas.openxmlformats.org/officeDocument/2006/relationships/image" Target="../media/image13820.png"/><Relationship Id="rId14" Type="http://schemas.openxmlformats.org/officeDocument/2006/relationships/customXml" Target="../ink/ink2411.xml"/><Relationship Id="rId56" Type="http://schemas.openxmlformats.org/officeDocument/2006/relationships/customXml" Target="../ink/ink2432.xml"/><Relationship Id="rId317" Type="http://schemas.openxmlformats.org/officeDocument/2006/relationships/image" Target="../media/image14101.png"/><Relationship Id="rId359" Type="http://schemas.openxmlformats.org/officeDocument/2006/relationships/image" Target="../media/image14311.png"/><Relationship Id="rId98" Type="http://schemas.openxmlformats.org/officeDocument/2006/relationships/customXml" Target="../ink/ink2453.xml"/><Relationship Id="rId121" Type="http://schemas.openxmlformats.org/officeDocument/2006/relationships/image" Target="../media/image13120.png"/><Relationship Id="rId163" Type="http://schemas.openxmlformats.org/officeDocument/2006/relationships/image" Target="../media/image13330.png"/><Relationship Id="rId219" Type="http://schemas.openxmlformats.org/officeDocument/2006/relationships/image" Target="../media/image13610.png"/><Relationship Id="rId370" Type="http://schemas.openxmlformats.org/officeDocument/2006/relationships/customXml" Target="../ink/ink2589.xml"/><Relationship Id="rId230" Type="http://schemas.openxmlformats.org/officeDocument/2006/relationships/customXml" Target="../ink/ink2519.xml"/><Relationship Id="rId25" Type="http://schemas.openxmlformats.org/officeDocument/2006/relationships/image" Target="../media/image12640.png"/><Relationship Id="rId67" Type="http://schemas.openxmlformats.org/officeDocument/2006/relationships/image" Target="../media/image12850.png"/><Relationship Id="rId272" Type="http://schemas.openxmlformats.org/officeDocument/2006/relationships/customXml" Target="../ink/ink2540.xml"/><Relationship Id="rId328" Type="http://schemas.openxmlformats.org/officeDocument/2006/relationships/customXml" Target="../ink/ink2568.xml"/><Relationship Id="rId132" Type="http://schemas.openxmlformats.org/officeDocument/2006/relationships/customXml" Target="../ink/ink2470.xml"/><Relationship Id="rId174" Type="http://schemas.openxmlformats.org/officeDocument/2006/relationships/customXml" Target="../ink/ink2491.xml"/><Relationship Id="rId381" Type="http://schemas.openxmlformats.org/officeDocument/2006/relationships/image" Target="../media/image14420.png"/><Relationship Id="rId241" Type="http://schemas.openxmlformats.org/officeDocument/2006/relationships/image" Target="../media/image13720.png"/><Relationship Id="rId36" Type="http://schemas.openxmlformats.org/officeDocument/2006/relationships/customXml" Target="../ink/ink2422.xml"/><Relationship Id="rId283" Type="http://schemas.openxmlformats.org/officeDocument/2006/relationships/image" Target="../media/image13930.png"/><Relationship Id="rId339" Type="http://schemas.openxmlformats.org/officeDocument/2006/relationships/image" Target="../media/image14211.png"/><Relationship Id="rId78" Type="http://schemas.openxmlformats.org/officeDocument/2006/relationships/customXml" Target="../ink/ink2443.xml"/><Relationship Id="rId101" Type="http://schemas.openxmlformats.org/officeDocument/2006/relationships/image" Target="../media/image13020.png"/><Relationship Id="rId143" Type="http://schemas.openxmlformats.org/officeDocument/2006/relationships/image" Target="../media/image13230.png"/><Relationship Id="rId185" Type="http://schemas.openxmlformats.org/officeDocument/2006/relationships/image" Target="../media/image13440.png"/><Relationship Id="rId350" Type="http://schemas.openxmlformats.org/officeDocument/2006/relationships/customXml" Target="../ink/ink2579.xml"/><Relationship Id="rId9" Type="http://schemas.openxmlformats.org/officeDocument/2006/relationships/image" Target="../media/image12560.png"/><Relationship Id="rId210" Type="http://schemas.openxmlformats.org/officeDocument/2006/relationships/customXml" Target="../ink/ink2509.xml"/><Relationship Id="rId392" Type="http://schemas.openxmlformats.org/officeDocument/2006/relationships/customXml" Target="../ink/ink2600.xml"/><Relationship Id="rId252" Type="http://schemas.openxmlformats.org/officeDocument/2006/relationships/customXml" Target="../ink/ink2530.xml"/><Relationship Id="rId294" Type="http://schemas.openxmlformats.org/officeDocument/2006/relationships/customXml" Target="../ink/ink2551.xml"/><Relationship Id="rId308" Type="http://schemas.openxmlformats.org/officeDocument/2006/relationships/customXml" Target="../ink/ink2558.xml"/><Relationship Id="rId47" Type="http://schemas.openxmlformats.org/officeDocument/2006/relationships/image" Target="../media/image12750.png"/><Relationship Id="rId89" Type="http://schemas.openxmlformats.org/officeDocument/2006/relationships/image" Target="../media/image12960.png"/><Relationship Id="rId112" Type="http://schemas.openxmlformats.org/officeDocument/2006/relationships/customXml" Target="../ink/ink2460.xml"/><Relationship Id="rId154" Type="http://schemas.openxmlformats.org/officeDocument/2006/relationships/customXml" Target="../ink/ink2481.xml"/><Relationship Id="rId361" Type="http://schemas.openxmlformats.org/officeDocument/2006/relationships/image" Target="../media/image14320.png"/><Relationship Id="rId196" Type="http://schemas.openxmlformats.org/officeDocument/2006/relationships/customXml" Target="../ink/ink2502.xml"/><Relationship Id="rId16" Type="http://schemas.openxmlformats.org/officeDocument/2006/relationships/customXml" Target="../ink/ink2412.xml"/><Relationship Id="rId221" Type="http://schemas.openxmlformats.org/officeDocument/2006/relationships/image" Target="../media/image13620.png"/><Relationship Id="rId263" Type="http://schemas.openxmlformats.org/officeDocument/2006/relationships/image" Target="../media/image13830.png"/><Relationship Id="rId319" Type="http://schemas.openxmlformats.org/officeDocument/2006/relationships/image" Target="../media/image14111.png"/><Relationship Id="rId58" Type="http://schemas.openxmlformats.org/officeDocument/2006/relationships/customXml" Target="../ink/ink2433.xml"/><Relationship Id="rId123" Type="http://schemas.openxmlformats.org/officeDocument/2006/relationships/image" Target="../media/image13130.png"/><Relationship Id="rId330" Type="http://schemas.openxmlformats.org/officeDocument/2006/relationships/customXml" Target="../ink/ink2569.xml"/><Relationship Id="rId90" Type="http://schemas.openxmlformats.org/officeDocument/2006/relationships/customXml" Target="../ink/ink2449.xml"/><Relationship Id="rId165" Type="http://schemas.openxmlformats.org/officeDocument/2006/relationships/image" Target="../media/image13340.png"/><Relationship Id="rId186" Type="http://schemas.openxmlformats.org/officeDocument/2006/relationships/customXml" Target="../ink/ink2497.xml"/><Relationship Id="rId351" Type="http://schemas.openxmlformats.org/officeDocument/2006/relationships/image" Target="../media/image14270.png"/><Relationship Id="rId372" Type="http://schemas.openxmlformats.org/officeDocument/2006/relationships/customXml" Target="../ink/ink2590.xml"/><Relationship Id="rId393" Type="http://schemas.openxmlformats.org/officeDocument/2006/relationships/image" Target="../media/image1448.png"/><Relationship Id="rId211" Type="http://schemas.openxmlformats.org/officeDocument/2006/relationships/image" Target="../media/image13570.png"/><Relationship Id="rId232" Type="http://schemas.openxmlformats.org/officeDocument/2006/relationships/customXml" Target="../ink/ink2520.xml"/><Relationship Id="rId253" Type="http://schemas.openxmlformats.org/officeDocument/2006/relationships/image" Target="../media/image13780.png"/><Relationship Id="rId274" Type="http://schemas.openxmlformats.org/officeDocument/2006/relationships/customXml" Target="../ink/ink2541.xml"/><Relationship Id="rId295" Type="http://schemas.openxmlformats.org/officeDocument/2006/relationships/image" Target="../media/image13990.png"/><Relationship Id="rId309" Type="http://schemas.openxmlformats.org/officeDocument/2006/relationships/image" Target="../media/image14060.png"/><Relationship Id="rId27" Type="http://schemas.openxmlformats.org/officeDocument/2006/relationships/image" Target="../media/image12650.png"/><Relationship Id="rId48" Type="http://schemas.openxmlformats.org/officeDocument/2006/relationships/customXml" Target="../ink/ink2428.xml"/><Relationship Id="rId69" Type="http://schemas.openxmlformats.org/officeDocument/2006/relationships/image" Target="../media/image12860.png"/><Relationship Id="rId113" Type="http://schemas.openxmlformats.org/officeDocument/2006/relationships/image" Target="../media/image13080.png"/><Relationship Id="rId134" Type="http://schemas.openxmlformats.org/officeDocument/2006/relationships/customXml" Target="../ink/ink2471.xml"/><Relationship Id="rId320" Type="http://schemas.openxmlformats.org/officeDocument/2006/relationships/customXml" Target="../ink/ink2564.xml"/><Relationship Id="rId80" Type="http://schemas.openxmlformats.org/officeDocument/2006/relationships/customXml" Target="../ink/ink2444.xml"/><Relationship Id="rId155" Type="http://schemas.openxmlformats.org/officeDocument/2006/relationships/image" Target="../media/image13290.png"/><Relationship Id="rId176" Type="http://schemas.openxmlformats.org/officeDocument/2006/relationships/customXml" Target="../ink/ink2492.xml"/><Relationship Id="rId197" Type="http://schemas.openxmlformats.org/officeDocument/2006/relationships/image" Target="../media/image13500.png"/><Relationship Id="rId341" Type="http://schemas.openxmlformats.org/officeDocument/2006/relationships/image" Target="../media/image14220.png"/><Relationship Id="rId362" Type="http://schemas.openxmlformats.org/officeDocument/2006/relationships/customXml" Target="../ink/ink2585.xml"/><Relationship Id="rId383" Type="http://schemas.openxmlformats.org/officeDocument/2006/relationships/image" Target="../media/image1443.png"/><Relationship Id="rId201" Type="http://schemas.openxmlformats.org/officeDocument/2006/relationships/image" Target="../media/image13520.png"/><Relationship Id="rId222" Type="http://schemas.openxmlformats.org/officeDocument/2006/relationships/customXml" Target="../ink/ink2515.xml"/><Relationship Id="rId243" Type="http://schemas.openxmlformats.org/officeDocument/2006/relationships/image" Target="../media/image13730.png"/><Relationship Id="rId264" Type="http://schemas.openxmlformats.org/officeDocument/2006/relationships/customXml" Target="../ink/ink2536.xml"/><Relationship Id="rId285" Type="http://schemas.openxmlformats.org/officeDocument/2006/relationships/image" Target="../media/image13940.png"/><Relationship Id="rId17" Type="http://schemas.openxmlformats.org/officeDocument/2006/relationships/image" Target="../media/image12600.png"/><Relationship Id="rId38" Type="http://schemas.openxmlformats.org/officeDocument/2006/relationships/customXml" Target="../ink/ink2423.xml"/><Relationship Id="rId59" Type="http://schemas.openxmlformats.org/officeDocument/2006/relationships/image" Target="../media/image12810.png"/><Relationship Id="rId103" Type="http://schemas.openxmlformats.org/officeDocument/2006/relationships/image" Target="../media/image13030.png"/><Relationship Id="rId124" Type="http://schemas.openxmlformats.org/officeDocument/2006/relationships/customXml" Target="../ink/ink2466.xml"/><Relationship Id="rId310" Type="http://schemas.openxmlformats.org/officeDocument/2006/relationships/customXml" Target="../ink/ink2559.xml"/><Relationship Id="rId70" Type="http://schemas.openxmlformats.org/officeDocument/2006/relationships/customXml" Target="../ink/ink2439.xml"/><Relationship Id="rId91" Type="http://schemas.openxmlformats.org/officeDocument/2006/relationships/image" Target="../media/image12970.png"/><Relationship Id="rId145" Type="http://schemas.openxmlformats.org/officeDocument/2006/relationships/image" Target="../media/image13240.png"/><Relationship Id="rId166" Type="http://schemas.openxmlformats.org/officeDocument/2006/relationships/customXml" Target="../ink/ink2487.xml"/><Relationship Id="rId187" Type="http://schemas.openxmlformats.org/officeDocument/2006/relationships/image" Target="../media/image13450.png"/><Relationship Id="rId331" Type="http://schemas.openxmlformats.org/officeDocument/2006/relationships/image" Target="../media/image14170.png"/><Relationship Id="rId352" Type="http://schemas.openxmlformats.org/officeDocument/2006/relationships/customXml" Target="../ink/ink2580.xml"/><Relationship Id="rId373" Type="http://schemas.openxmlformats.org/officeDocument/2006/relationships/image" Target="../media/image14380.png"/><Relationship Id="rId394" Type="http://schemas.openxmlformats.org/officeDocument/2006/relationships/customXml" Target="../ink/ink2601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510.xml"/><Relationship Id="rId233" Type="http://schemas.openxmlformats.org/officeDocument/2006/relationships/image" Target="../media/image13680.png"/><Relationship Id="rId254" Type="http://schemas.openxmlformats.org/officeDocument/2006/relationships/customXml" Target="../ink/ink2531.xml"/><Relationship Id="rId28" Type="http://schemas.openxmlformats.org/officeDocument/2006/relationships/customXml" Target="../ink/ink2418.xml"/><Relationship Id="rId49" Type="http://schemas.openxmlformats.org/officeDocument/2006/relationships/image" Target="../media/image12760.png"/><Relationship Id="rId114" Type="http://schemas.openxmlformats.org/officeDocument/2006/relationships/customXml" Target="../ink/ink2461.xml"/><Relationship Id="rId275" Type="http://schemas.openxmlformats.org/officeDocument/2006/relationships/image" Target="../media/image13890.png"/><Relationship Id="rId296" Type="http://schemas.openxmlformats.org/officeDocument/2006/relationships/customXml" Target="../ink/ink2552.xml"/><Relationship Id="rId300" Type="http://schemas.openxmlformats.org/officeDocument/2006/relationships/customXml" Target="../ink/ink2554.xml"/><Relationship Id="rId60" Type="http://schemas.openxmlformats.org/officeDocument/2006/relationships/customXml" Target="../ink/ink2434.xml"/><Relationship Id="rId81" Type="http://schemas.openxmlformats.org/officeDocument/2006/relationships/image" Target="../media/image12920.png"/><Relationship Id="rId135" Type="http://schemas.openxmlformats.org/officeDocument/2006/relationships/image" Target="../media/image13190.png"/><Relationship Id="rId156" Type="http://schemas.openxmlformats.org/officeDocument/2006/relationships/customXml" Target="../ink/ink2482.xml"/><Relationship Id="rId177" Type="http://schemas.openxmlformats.org/officeDocument/2006/relationships/image" Target="../media/image13400.png"/><Relationship Id="rId198" Type="http://schemas.openxmlformats.org/officeDocument/2006/relationships/customXml" Target="../ink/ink2503.xml"/><Relationship Id="rId321" Type="http://schemas.openxmlformats.org/officeDocument/2006/relationships/image" Target="../media/image14120.png"/><Relationship Id="rId342" Type="http://schemas.openxmlformats.org/officeDocument/2006/relationships/customXml" Target="../ink/ink2575.xml"/><Relationship Id="rId363" Type="http://schemas.openxmlformats.org/officeDocument/2006/relationships/image" Target="../media/image14330.png"/><Relationship Id="rId384" Type="http://schemas.openxmlformats.org/officeDocument/2006/relationships/customXml" Target="../ink/ink2596.xml"/><Relationship Id="rId202" Type="http://schemas.openxmlformats.org/officeDocument/2006/relationships/customXml" Target="../ink/ink2505.xml"/><Relationship Id="rId223" Type="http://schemas.openxmlformats.org/officeDocument/2006/relationships/image" Target="../media/image13630.png"/><Relationship Id="rId244" Type="http://schemas.openxmlformats.org/officeDocument/2006/relationships/customXml" Target="../ink/ink2526.xml"/><Relationship Id="rId18" Type="http://schemas.openxmlformats.org/officeDocument/2006/relationships/customXml" Target="../ink/ink2413.xml"/><Relationship Id="rId39" Type="http://schemas.openxmlformats.org/officeDocument/2006/relationships/image" Target="../media/image12710.png"/><Relationship Id="rId265" Type="http://schemas.openxmlformats.org/officeDocument/2006/relationships/image" Target="../media/image13840.png"/><Relationship Id="rId286" Type="http://schemas.openxmlformats.org/officeDocument/2006/relationships/customXml" Target="../ink/ink2547.xml"/><Relationship Id="rId50" Type="http://schemas.openxmlformats.org/officeDocument/2006/relationships/customXml" Target="../ink/ink2429.xml"/><Relationship Id="rId104" Type="http://schemas.openxmlformats.org/officeDocument/2006/relationships/customXml" Target="../ink/ink2456.xml"/><Relationship Id="rId125" Type="http://schemas.openxmlformats.org/officeDocument/2006/relationships/image" Target="../media/image13140.png"/><Relationship Id="rId146" Type="http://schemas.openxmlformats.org/officeDocument/2006/relationships/customXml" Target="../ink/ink2477.xml"/><Relationship Id="rId167" Type="http://schemas.openxmlformats.org/officeDocument/2006/relationships/image" Target="../media/image13350.png"/><Relationship Id="rId188" Type="http://schemas.openxmlformats.org/officeDocument/2006/relationships/customXml" Target="../ink/ink2498.xml"/><Relationship Id="rId311" Type="http://schemas.openxmlformats.org/officeDocument/2006/relationships/image" Target="../media/image14070.png"/><Relationship Id="rId332" Type="http://schemas.openxmlformats.org/officeDocument/2006/relationships/customXml" Target="../ink/ink2570.xml"/><Relationship Id="rId353" Type="http://schemas.openxmlformats.org/officeDocument/2006/relationships/image" Target="../media/image14280.png"/><Relationship Id="rId374" Type="http://schemas.openxmlformats.org/officeDocument/2006/relationships/customXml" Target="../ink/ink2591.xml"/><Relationship Id="rId395" Type="http://schemas.openxmlformats.org/officeDocument/2006/relationships/image" Target="../media/image1449.png"/><Relationship Id="rId71" Type="http://schemas.openxmlformats.org/officeDocument/2006/relationships/image" Target="../media/image12870.png"/><Relationship Id="rId92" Type="http://schemas.openxmlformats.org/officeDocument/2006/relationships/customXml" Target="../ink/ink2450.xml"/><Relationship Id="rId213" Type="http://schemas.openxmlformats.org/officeDocument/2006/relationships/image" Target="../media/image13580.png"/><Relationship Id="rId234" Type="http://schemas.openxmlformats.org/officeDocument/2006/relationships/customXml" Target="../ink/ink2521.xml"/><Relationship Id="rId2" Type="http://schemas.openxmlformats.org/officeDocument/2006/relationships/customXml" Target="../ink/ink2405.xml"/><Relationship Id="rId29" Type="http://schemas.openxmlformats.org/officeDocument/2006/relationships/image" Target="../media/image12660.png"/><Relationship Id="rId255" Type="http://schemas.openxmlformats.org/officeDocument/2006/relationships/image" Target="../media/image13790.png"/><Relationship Id="rId276" Type="http://schemas.openxmlformats.org/officeDocument/2006/relationships/customXml" Target="../ink/ink2542.xml"/><Relationship Id="rId297" Type="http://schemas.openxmlformats.org/officeDocument/2006/relationships/image" Target="../media/image14000.png"/><Relationship Id="rId40" Type="http://schemas.openxmlformats.org/officeDocument/2006/relationships/customXml" Target="../ink/ink2424.xml"/><Relationship Id="rId115" Type="http://schemas.openxmlformats.org/officeDocument/2006/relationships/image" Target="../media/image13090.png"/><Relationship Id="rId136" Type="http://schemas.openxmlformats.org/officeDocument/2006/relationships/customXml" Target="../ink/ink2472.xml"/><Relationship Id="rId157" Type="http://schemas.openxmlformats.org/officeDocument/2006/relationships/image" Target="../media/image13300.png"/><Relationship Id="rId178" Type="http://schemas.openxmlformats.org/officeDocument/2006/relationships/customXml" Target="../ink/ink2493.xml"/><Relationship Id="rId301" Type="http://schemas.openxmlformats.org/officeDocument/2006/relationships/image" Target="../media/image14020.png"/><Relationship Id="rId322" Type="http://schemas.openxmlformats.org/officeDocument/2006/relationships/customXml" Target="../ink/ink2565.xml"/><Relationship Id="rId343" Type="http://schemas.openxmlformats.org/officeDocument/2006/relationships/image" Target="../media/image14230.png"/><Relationship Id="rId364" Type="http://schemas.openxmlformats.org/officeDocument/2006/relationships/customXml" Target="../ink/ink2586.xml"/><Relationship Id="rId61" Type="http://schemas.openxmlformats.org/officeDocument/2006/relationships/image" Target="../media/image12820.png"/><Relationship Id="rId82" Type="http://schemas.openxmlformats.org/officeDocument/2006/relationships/customXml" Target="../ink/ink2445.xml"/><Relationship Id="rId199" Type="http://schemas.openxmlformats.org/officeDocument/2006/relationships/image" Target="../media/image13510.png"/><Relationship Id="rId203" Type="http://schemas.openxmlformats.org/officeDocument/2006/relationships/image" Target="../media/image13530.png"/><Relationship Id="rId385" Type="http://schemas.openxmlformats.org/officeDocument/2006/relationships/image" Target="../media/image1444.png"/><Relationship Id="rId19" Type="http://schemas.openxmlformats.org/officeDocument/2006/relationships/image" Target="../media/image12610.png"/><Relationship Id="rId224" Type="http://schemas.openxmlformats.org/officeDocument/2006/relationships/customXml" Target="../ink/ink2516.xml"/><Relationship Id="rId245" Type="http://schemas.openxmlformats.org/officeDocument/2006/relationships/image" Target="../media/image13740.png"/><Relationship Id="rId266" Type="http://schemas.openxmlformats.org/officeDocument/2006/relationships/customXml" Target="../ink/ink2537.xml"/><Relationship Id="rId287" Type="http://schemas.openxmlformats.org/officeDocument/2006/relationships/image" Target="../media/image13950.png"/><Relationship Id="rId30" Type="http://schemas.openxmlformats.org/officeDocument/2006/relationships/customXml" Target="../ink/ink2419.xml"/><Relationship Id="rId105" Type="http://schemas.openxmlformats.org/officeDocument/2006/relationships/image" Target="../media/image13040.png"/><Relationship Id="rId126" Type="http://schemas.openxmlformats.org/officeDocument/2006/relationships/customXml" Target="../ink/ink2467.xml"/><Relationship Id="rId147" Type="http://schemas.openxmlformats.org/officeDocument/2006/relationships/image" Target="../media/image13250.png"/><Relationship Id="rId168" Type="http://schemas.openxmlformats.org/officeDocument/2006/relationships/customXml" Target="../ink/ink2488.xml"/><Relationship Id="rId312" Type="http://schemas.openxmlformats.org/officeDocument/2006/relationships/customXml" Target="../ink/ink2560.xml"/><Relationship Id="rId333" Type="http://schemas.openxmlformats.org/officeDocument/2006/relationships/image" Target="../media/image14180.png"/><Relationship Id="rId354" Type="http://schemas.openxmlformats.org/officeDocument/2006/relationships/customXml" Target="../ink/ink2581.xml"/><Relationship Id="rId51" Type="http://schemas.openxmlformats.org/officeDocument/2006/relationships/image" Target="../media/image12770.png"/><Relationship Id="rId72" Type="http://schemas.openxmlformats.org/officeDocument/2006/relationships/customXml" Target="../ink/ink2440.xml"/><Relationship Id="rId93" Type="http://schemas.openxmlformats.org/officeDocument/2006/relationships/image" Target="../media/image12980.png"/><Relationship Id="rId189" Type="http://schemas.openxmlformats.org/officeDocument/2006/relationships/image" Target="../media/image13460.png"/><Relationship Id="rId375" Type="http://schemas.openxmlformats.org/officeDocument/2006/relationships/image" Target="../media/image14390.png"/><Relationship Id="rId396" Type="http://schemas.openxmlformats.org/officeDocument/2006/relationships/customXml" Target="../ink/ink2602.xml"/><Relationship Id="rId3" Type="http://schemas.openxmlformats.org/officeDocument/2006/relationships/image" Target="../media/image12530.png"/><Relationship Id="rId214" Type="http://schemas.openxmlformats.org/officeDocument/2006/relationships/customXml" Target="../ink/ink2511.xml"/><Relationship Id="rId235" Type="http://schemas.openxmlformats.org/officeDocument/2006/relationships/image" Target="../media/image13690.png"/><Relationship Id="rId256" Type="http://schemas.openxmlformats.org/officeDocument/2006/relationships/customXml" Target="../ink/ink2532.xml"/><Relationship Id="rId277" Type="http://schemas.openxmlformats.org/officeDocument/2006/relationships/image" Target="../media/image13900.png"/><Relationship Id="rId298" Type="http://schemas.openxmlformats.org/officeDocument/2006/relationships/customXml" Target="../ink/ink2553.xml"/><Relationship Id="rId400" Type="http://schemas.openxmlformats.org/officeDocument/2006/relationships/customXml" Target="../ink/ink2604.xml"/><Relationship Id="rId116" Type="http://schemas.openxmlformats.org/officeDocument/2006/relationships/customXml" Target="../ink/ink2462.xml"/><Relationship Id="rId137" Type="http://schemas.openxmlformats.org/officeDocument/2006/relationships/image" Target="../media/image13200.png"/><Relationship Id="rId158" Type="http://schemas.openxmlformats.org/officeDocument/2006/relationships/customXml" Target="../ink/ink2483.xml"/><Relationship Id="rId302" Type="http://schemas.openxmlformats.org/officeDocument/2006/relationships/customXml" Target="../ink/ink2555.xml"/><Relationship Id="rId323" Type="http://schemas.openxmlformats.org/officeDocument/2006/relationships/image" Target="../media/image14130.png"/><Relationship Id="rId344" Type="http://schemas.openxmlformats.org/officeDocument/2006/relationships/customXml" Target="../ink/ink2576.xml"/><Relationship Id="rId20" Type="http://schemas.openxmlformats.org/officeDocument/2006/relationships/customXml" Target="../ink/ink2414.xml"/><Relationship Id="rId41" Type="http://schemas.openxmlformats.org/officeDocument/2006/relationships/image" Target="../media/image12720.png"/><Relationship Id="rId62" Type="http://schemas.openxmlformats.org/officeDocument/2006/relationships/customXml" Target="../ink/ink2435.xml"/><Relationship Id="rId83" Type="http://schemas.openxmlformats.org/officeDocument/2006/relationships/image" Target="../media/image12930.png"/><Relationship Id="rId179" Type="http://schemas.openxmlformats.org/officeDocument/2006/relationships/image" Target="../media/image13410.png"/><Relationship Id="rId365" Type="http://schemas.openxmlformats.org/officeDocument/2006/relationships/image" Target="../media/image14340.png"/><Relationship Id="rId386" Type="http://schemas.openxmlformats.org/officeDocument/2006/relationships/customXml" Target="../ink/ink2597.xml"/><Relationship Id="rId190" Type="http://schemas.openxmlformats.org/officeDocument/2006/relationships/customXml" Target="../ink/ink2499.xml"/><Relationship Id="rId204" Type="http://schemas.openxmlformats.org/officeDocument/2006/relationships/customXml" Target="../ink/ink2506.xml"/><Relationship Id="rId225" Type="http://schemas.openxmlformats.org/officeDocument/2006/relationships/image" Target="../media/image13640.png"/><Relationship Id="rId246" Type="http://schemas.openxmlformats.org/officeDocument/2006/relationships/customXml" Target="../ink/ink2527.xml"/><Relationship Id="rId267" Type="http://schemas.openxmlformats.org/officeDocument/2006/relationships/image" Target="../media/image13850.png"/><Relationship Id="rId288" Type="http://schemas.openxmlformats.org/officeDocument/2006/relationships/customXml" Target="../ink/ink2548.xml"/><Relationship Id="rId106" Type="http://schemas.openxmlformats.org/officeDocument/2006/relationships/customXml" Target="../ink/ink2457.xml"/><Relationship Id="rId127" Type="http://schemas.openxmlformats.org/officeDocument/2006/relationships/image" Target="../media/image13150.png"/><Relationship Id="rId313" Type="http://schemas.openxmlformats.org/officeDocument/2006/relationships/image" Target="../media/image14080.png"/><Relationship Id="rId10" Type="http://schemas.openxmlformats.org/officeDocument/2006/relationships/customXml" Target="../ink/ink2409.xml"/><Relationship Id="rId31" Type="http://schemas.openxmlformats.org/officeDocument/2006/relationships/image" Target="../media/image12670.png"/><Relationship Id="rId52" Type="http://schemas.openxmlformats.org/officeDocument/2006/relationships/customXml" Target="../ink/ink2430.xml"/><Relationship Id="rId73" Type="http://schemas.openxmlformats.org/officeDocument/2006/relationships/image" Target="../media/image12880.png"/><Relationship Id="rId94" Type="http://schemas.openxmlformats.org/officeDocument/2006/relationships/customXml" Target="../ink/ink2451.xml"/><Relationship Id="rId148" Type="http://schemas.openxmlformats.org/officeDocument/2006/relationships/customXml" Target="../ink/ink2478.xml"/><Relationship Id="rId169" Type="http://schemas.openxmlformats.org/officeDocument/2006/relationships/image" Target="../media/image13360.png"/><Relationship Id="rId334" Type="http://schemas.openxmlformats.org/officeDocument/2006/relationships/customXml" Target="../ink/ink2571.xml"/><Relationship Id="rId355" Type="http://schemas.openxmlformats.org/officeDocument/2006/relationships/image" Target="../media/image14290.png"/><Relationship Id="rId376" Type="http://schemas.openxmlformats.org/officeDocument/2006/relationships/customXml" Target="../ink/ink2592.xml"/><Relationship Id="rId397" Type="http://schemas.openxmlformats.org/officeDocument/2006/relationships/image" Target="../media/image1450.png"/><Relationship Id="rId4" Type="http://schemas.openxmlformats.org/officeDocument/2006/relationships/customXml" Target="../ink/ink2406.xml"/><Relationship Id="rId180" Type="http://schemas.openxmlformats.org/officeDocument/2006/relationships/customXml" Target="../ink/ink2494.xml"/><Relationship Id="rId215" Type="http://schemas.openxmlformats.org/officeDocument/2006/relationships/image" Target="../media/image13590.png"/><Relationship Id="rId236" Type="http://schemas.openxmlformats.org/officeDocument/2006/relationships/customXml" Target="../ink/ink2522.xml"/><Relationship Id="rId257" Type="http://schemas.openxmlformats.org/officeDocument/2006/relationships/image" Target="../media/image13800.png"/><Relationship Id="rId278" Type="http://schemas.openxmlformats.org/officeDocument/2006/relationships/customXml" Target="../ink/ink2543.xml"/><Relationship Id="rId401" Type="http://schemas.openxmlformats.org/officeDocument/2006/relationships/image" Target="../media/image1452.png"/><Relationship Id="rId303" Type="http://schemas.openxmlformats.org/officeDocument/2006/relationships/image" Target="../media/image14030.png"/><Relationship Id="rId42" Type="http://schemas.openxmlformats.org/officeDocument/2006/relationships/customXml" Target="../ink/ink2425.xml"/><Relationship Id="rId84" Type="http://schemas.openxmlformats.org/officeDocument/2006/relationships/customXml" Target="../ink/ink2446.xml"/><Relationship Id="rId138" Type="http://schemas.openxmlformats.org/officeDocument/2006/relationships/customXml" Target="../ink/ink2473.xml"/><Relationship Id="rId345" Type="http://schemas.openxmlformats.org/officeDocument/2006/relationships/image" Target="../media/image14240.png"/><Relationship Id="rId387" Type="http://schemas.openxmlformats.org/officeDocument/2006/relationships/image" Target="../media/image1445.png"/><Relationship Id="rId191" Type="http://schemas.openxmlformats.org/officeDocument/2006/relationships/image" Target="../media/image13470.png"/><Relationship Id="rId205" Type="http://schemas.openxmlformats.org/officeDocument/2006/relationships/image" Target="../media/image13540.png"/><Relationship Id="rId247" Type="http://schemas.openxmlformats.org/officeDocument/2006/relationships/image" Target="../media/image13750.png"/><Relationship Id="rId107" Type="http://schemas.openxmlformats.org/officeDocument/2006/relationships/image" Target="../media/image13050.png"/><Relationship Id="rId289" Type="http://schemas.openxmlformats.org/officeDocument/2006/relationships/image" Target="../media/image13960.png"/><Relationship Id="rId11" Type="http://schemas.openxmlformats.org/officeDocument/2006/relationships/image" Target="../media/image12570.png"/><Relationship Id="rId53" Type="http://schemas.openxmlformats.org/officeDocument/2006/relationships/image" Target="../media/image12780.png"/><Relationship Id="rId149" Type="http://schemas.openxmlformats.org/officeDocument/2006/relationships/image" Target="../media/image13260.png"/><Relationship Id="rId314" Type="http://schemas.openxmlformats.org/officeDocument/2006/relationships/customXml" Target="../ink/ink2561.xml"/><Relationship Id="rId356" Type="http://schemas.openxmlformats.org/officeDocument/2006/relationships/customXml" Target="../ink/ink2582.xml"/><Relationship Id="rId398" Type="http://schemas.openxmlformats.org/officeDocument/2006/relationships/customXml" Target="../ink/ink2603.xml"/><Relationship Id="rId95" Type="http://schemas.openxmlformats.org/officeDocument/2006/relationships/image" Target="../media/image12990.png"/><Relationship Id="rId160" Type="http://schemas.openxmlformats.org/officeDocument/2006/relationships/customXml" Target="../ink/ink2484.xml"/><Relationship Id="rId216" Type="http://schemas.openxmlformats.org/officeDocument/2006/relationships/customXml" Target="../ink/ink2512.xml"/><Relationship Id="rId258" Type="http://schemas.openxmlformats.org/officeDocument/2006/relationships/customXml" Target="../ink/ink2533.xml"/><Relationship Id="rId22" Type="http://schemas.openxmlformats.org/officeDocument/2006/relationships/customXml" Target="../ink/ink2415.xml"/><Relationship Id="rId64" Type="http://schemas.openxmlformats.org/officeDocument/2006/relationships/customXml" Target="../ink/ink2436.xml"/><Relationship Id="rId118" Type="http://schemas.openxmlformats.org/officeDocument/2006/relationships/customXml" Target="../ink/ink2463.xml"/><Relationship Id="rId325" Type="http://schemas.openxmlformats.org/officeDocument/2006/relationships/image" Target="../media/image14140.png"/><Relationship Id="rId367" Type="http://schemas.openxmlformats.org/officeDocument/2006/relationships/image" Target="../media/image14350.png"/><Relationship Id="rId171" Type="http://schemas.openxmlformats.org/officeDocument/2006/relationships/image" Target="../media/image13370.png"/><Relationship Id="rId227" Type="http://schemas.openxmlformats.org/officeDocument/2006/relationships/image" Target="../media/image13650.png"/><Relationship Id="rId269" Type="http://schemas.openxmlformats.org/officeDocument/2006/relationships/image" Target="../media/image13860.png"/><Relationship Id="rId33" Type="http://schemas.openxmlformats.org/officeDocument/2006/relationships/image" Target="../media/image12680.png"/><Relationship Id="rId129" Type="http://schemas.openxmlformats.org/officeDocument/2006/relationships/image" Target="../media/image13160.png"/><Relationship Id="rId280" Type="http://schemas.openxmlformats.org/officeDocument/2006/relationships/customXml" Target="../ink/ink2544.xml"/><Relationship Id="rId336" Type="http://schemas.openxmlformats.org/officeDocument/2006/relationships/customXml" Target="../ink/ink2572.xml"/><Relationship Id="rId75" Type="http://schemas.openxmlformats.org/officeDocument/2006/relationships/image" Target="../media/image12890.png"/><Relationship Id="rId140" Type="http://schemas.openxmlformats.org/officeDocument/2006/relationships/customXml" Target="../ink/ink2474.xml"/><Relationship Id="rId182" Type="http://schemas.openxmlformats.org/officeDocument/2006/relationships/customXml" Target="../ink/ink2495.xml"/><Relationship Id="rId378" Type="http://schemas.openxmlformats.org/officeDocument/2006/relationships/customXml" Target="../ink/ink2593.xml"/><Relationship Id="rId403" Type="http://schemas.openxmlformats.org/officeDocument/2006/relationships/image" Target="../media/image1453.png"/><Relationship Id="rId6" Type="http://schemas.openxmlformats.org/officeDocument/2006/relationships/customXml" Target="../ink/ink2407.xml"/><Relationship Id="rId238" Type="http://schemas.openxmlformats.org/officeDocument/2006/relationships/customXml" Target="../ink/ink2523.xml"/><Relationship Id="rId291" Type="http://schemas.openxmlformats.org/officeDocument/2006/relationships/image" Target="../media/image13970.png"/><Relationship Id="rId305" Type="http://schemas.openxmlformats.org/officeDocument/2006/relationships/image" Target="../media/image14040.png"/><Relationship Id="rId347" Type="http://schemas.openxmlformats.org/officeDocument/2006/relationships/image" Target="../media/image14250.png"/><Relationship Id="rId44" Type="http://schemas.openxmlformats.org/officeDocument/2006/relationships/customXml" Target="../ink/ink2426.xml"/><Relationship Id="rId86" Type="http://schemas.openxmlformats.org/officeDocument/2006/relationships/customXml" Target="../ink/ink2447.xml"/><Relationship Id="rId151" Type="http://schemas.openxmlformats.org/officeDocument/2006/relationships/image" Target="../media/image13270.png"/><Relationship Id="rId389" Type="http://schemas.openxmlformats.org/officeDocument/2006/relationships/image" Target="../media/image1446.png"/><Relationship Id="rId193" Type="http://schemas.openxmlformats.org/officeDocument/2006/relationships/image" Target="../media/image13480.png"/><Relationship Id="rId207" Type="http://schemas.openxmlformats.org/officeDocument/2006/relationships/image" Target="../media/image13550.png"/><Relationship Id="rId249" Type="http://schemas.openxmlformats.org/officeDocument/2006/relationships/image" Target="../media/image13760.png"/><Relationship Id="rId13" Type="http://schemas.openxmlformats.org/officeDocument/2006/relationships/image" Target="../media/image12580.png"/><Relationship Id="rId109" Type="http://schemas.openxmlformats.org/officeDocument/2006/relationships/image" Target="../media/image13060.png"/><Relationship Id="rId260" Type="http://schemas.openxmlformats.org/officeDocument/2006/relationships/customXml" Target="../ink/ink2534.xml"/><Relationship Id="rId316" Type="http://schemas.openxmlformats.org/officeDocument/2006/relationships/customXml" Target="../ink/ink2562.xml"/><Relationship Id="rId55" Type="http://schemas.openxmlformats.org/officeDocument/2006/relationships/image" Target="../media/image12790.png"/><Relationship Id="rId97" Type="http://schemas.openxmlformats.org/officeDocument/2006/relationships/image" Target="../media/image13000.png"/><Relationship Id="rId120" Type="http://schemas.openxmlformats.org/officeDocument/2006/relationships/customXml" Target="../ink/ink2464.xml"/><Relationship Id="rId358" Type="http://schemas.openxmlformats.org/officeDocument/2006/relationships/customXml" Target="../ink/ink2583.xml"/><Relationship Id="rId162" Type="http://schemas.openxmlformats.org/officeDocument/2006/relationships/customXml" Target="../ink/ink2485.xml"/><Relationship Id="rId218" Type="http://schemas.openxmlformats.org/officeDocument/2006/relationships/customXml" Target="../ink/ink2513.xml"/><Relationship Id="rId271" Type="http://schemas.openxmlformats.org/officeDocument/2006/relationships/image" Target="../media/image13870.png"/><Relationship Id="rId24" Type="http://schemas.openxmlformats.org/officeDocument/2006/relationships/customXml" Target="../ink/ink2416.xml"/><Relationship Id="rId66" Type="http://schemas.openxmlformats.org/officeDocument/2006/relationships/customXml" Target="../ink/ink2437.xml"/><Relationship Id="rId131" Type="http://schemas.openxmlformats.org/officeDocument/2006/relationships/image" Target="../media/image13170.png"/><Relationship Id="rId327" Type="http://schemas.openxmlformats.org/officeDocument/2006/relationships/image" Target="../media/image14150.png"/><Relationship Id="rId369" Type="http://schemas.openxmlformats.org/officeDocument/2006/relationships/image" Target="../media/image14360.png"/><Relationship Id="rId173" Type="http://schemas.openxmlformats.org/officeDocument/2006/relationships/image" Target="../media/image13380.png"/><Relationship Id="rId229" Type="http://schemas.openxmlformats.org/officeDocument/2006/relationships/image" Target="../media/image13660.png"/><Relationship Id="rId380" Type="http://schemas.openxmlformats.org/officeDocument/2006/relationships/customXml" Target="../ink/ink2594.xml"/><Relationship Id="rId240" Type="http://schemas.openxmlformats.org/officeDocument/2006/relationships/customXml" Target="../ink/ink2524.xml"/><Relationship Id="rId35" Type="http://schemas.openxmlformats.org/officeDocument/2006/relationships/image" Target="../media/image12690.png"/><Relationship Id="rId77" Type="http://schemas.openxmlformats.org/officeDocument/2006/relationships/image" Target="../media/image12900.png"/><Relationship Id="rId100" Type="http://schemas.openxmlformats.org/officeDocument/2006/relationships/customXml" Target="../ink/ink2454.xml"/><Relationship Id="rId282" Type="http://schemas.openxmlformats.org/officeDocument/2006/relationships/customXml" Target="../ink/ink2545.xml"/><Relationship Id="rId338" Type="http://schemas.openxmlformats.org/officeDocument/2006/relationships/customXml" Target="../ink/ink2573.xml"/><Relationship Id="rId8" Type="http://schemas.openxmlformats.org/officeDocument/2006/relationships/customXml" Target="../ink/ink2408.xml"/><Relationship Id="rId142" Type="http://schemas.openxmlformats.org/officeDocument/2006/relationships/customXml" Target="../ink/ink2475.xml"/><Relationship Id="rId184" Type="http://schemas.openxmlformats.org/officeDocument/2006/relationships/customXml" Target="../ink/ink2496.xml"/><Relationship Id="rId391" Type="http://schemas.openxmlformats.org/officeDocument/2006/relationships/image" Target="../media/image1447.png"/><Relationship Id="rId251" Type="http://schemas.openxmlformats.org/officeDocument/2006/relationships/image" Target="../media/image13770.png"/><Relationship Id="rId46" Type="http://schemas.openxmlformats.org/officeDocument/2006/relationships/customXml" Target="../ink/ink2427.xml"/><Relationship Id="rId293" Type="http://schemas.openxmlformats.org/officeDocument/2006/relationships/image" Target="../media/image13980.png"/><Relationship Id="rId307" Type="http://schemas.openxmlformats.org/officeDocument/2006/relationships/image" Target="../media/image14050.png"/><Relationship Id="rId349" Type="http://schemas.openxmlformats.org/officeDocument/2006/relationships/image" Target="../media/image14260.png"/><Relationship Id="rId88" Type="http://schemas.openxmlformats.org/officeDocument/2006/relationships/customXml" Target="../ink/ink2448.xml"/><Relationship Id="rId111" Type="http://schemas.openxmlformats.org/officeDocument/2006/relationships/image" Target="../media/image13070.png"/><Relationship Id="rId153" Type="http://schemas.openxmlformats.org/officeDocument/2006/relationships/image" Target="../media/image13280.png"/><Relationship Id="rId195" Type="http://schemas.openxmlformats.org/officeDocument/2006/relationships/image" Target="../media/image13490.png"/><Relationship Id="rId209" Type="http://schemas.openxmlformats.org/officeDocument/2006/relationships/image" Target="../media/image13560.png"/><Relationship Id="rId360" Type="http://schemas.openxmlformats.org/officeDocument/2006/relationships/customXml" Target="../ink/ink2584.xml"/><Relationship Id="rId220" Type="http://schemas.openxmlformats.org/officeDocument/2006/relationships/customXml" Target="../ink/ink2514.xml"/><Relationship Id="rId15" Type="http://schemas.openxmlformats.org/officeDocument/2006/relationships/image" Target="../media/image12590.png"/><Relationship Id="rId57" Type="http://schemas.openxmlformats.org/officeDocument/2006/relationships/image" Target="../media/image12800.png"/><Relationship Id="rId262" Type="http://schemas.openxmlformats.org/officeDocument/2006/relationships/customXml" Target="../ink/ink2535.xml"/><Relationship Id="rId318" Type="http://schemas.openxmlformats.org/officeDocument/2006/relationships/customXml" Target="../ink/ink2563.xml"/><Relationship Id="rId99" Type="http://schemas.openxmlformats.org/officeDocument/2006/relationships/image" Target="../media/image13010.png"/><Relationship Id="rId122" Type="http://schemas.openxmlformats.org/officeDocument/2006/relationships/customXml" Target="../ink/ink2465.xml"/><Relationship Id="rId164" Type="http://schemas.openxmlformats.org/officeDocument/2006/relationships/customXml" Target="../ink/ink2486.xml"/><Relationship Id="rId371" Type="http://schemas.openxmlformats.org/officeDocument/2006/relationships/image" Target="../media/image14370.png"/><Relationship Id="rId26" Type="http://schemas.openxmlformats.org/officeDocument/2006/relationships/customXml" Target="../ink/ink2417.xml"/><Relationship Id="rId231" Type="http://schemas.openxmlformats.org/officeDocument/2006/relationships/image" Target="../media/image13670.png"/><Relationship Id="rId273" Type="http://schemas.openxmlformats.org/officeDocument/2006/relationships/image" Target="../media/image13880.png"/><Relationship Id="rId329" Type="http://schemas.openxmlformats.org/officeDocument/2006/relationships/image" Target="../media/image14160.png"/><Relationship Id="rId68" Type="http://schemas.openxmlformats.org/officeDocument/2006/relationships/customXml" Target="../ink/ink2438.xml"/><Relationship Id="rId133" Type="http://schemas.openxmlformats.org/officeDocument/2006/relationships/image" Target="../media/image13180.png"/><Relationship Id="rId175" Type="http://schemas.openxmlformats.org/officeDocument/2006/relationships/image" Target="../media/image13390.png"/><Relationship Id="rId340" Type="http://schemas.openxmlformats.org/officeDocument/2006/relationships/customXml" Target="../ink/ink2574.xml"/><Relationship Id="rId200" Type="http://schemas.openxmlformats.org/officeDocument/2006/relationships/customXml" Target="../ink/ink2504.xml"/><Relationship Id="rId382" Type="http://schemas.openxmlformats.org/officeDocument/2006/relationships/customXml" Target="../ink/ink2595.xml"/><Relationship Id="rId242" Type="http://schemas.openxmlformats.org/officeDocument/2006/relationships/customXml" Target="../ink/ink2525.xml"/><Relationship Id="rId284" Type="http://schemas.openxmlformats.org/officeDocument/2006/relationships/customXml" Target="../ink/ink2546.xml"/><Relationship Id="rId37" Type="http://schemas.openxmlformats.org/officeDocument/2006/relationships/image" Target="../media/image12700.png"/><Relationship Id="rId79" Type="http://schemas.openxmlformats.org/officeDocument/2006/relationships/image" Target="../media/image12910.png"/><Relationship Id="rId102" Type="http://schemas.openxmlformats.org/officeDocument/2006/relationships/customXml" Target="../ink/ink2455.xml"/><Relationship Id="rId144" Type="http://schemas.openxmlformats.org/officeDocument/2006/relationships/customXml" Target="../ink/ink2476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63.xml"/><Relationship Id="rId21" Type="http://schemas.openxmlformats.org/officeDocument/2006/relationships/customXml" Target="../ink/ink2615.xml"/><Relationship Id="rId42" Type="http://schemas.openxmlformats.org/officeDocument/2006/relationships/image" Target="../media/image1474.png"/><Relationship Id="rId63" Type="http://schemas.openxmlformats.org/officeDocument/2006/relationships/customXml" Target="../ink/ink2636.xml"/><Relationship Id="rId84" Type="http://schemas.openxmlformats.org/officeDocument/2006/relationships/image" Target="../media/image1495.png"/><Relationship Id="rId138" Type="http://schemas.openxmlformats.org/officeDocument/2006/relationships/image" Target="../media/image1522.png"/><Relationship Id="rId159" Type="http://schemas.openxmlformats.org/officeDocument/2006/relationships/customXml" Target="../ink/ink2684.xml"/><Relationship Id="rId170" Type="http://schemas.openxmlformats.org/officeDocument/2006/relationships/image" Target="../media/image1538.png"/><Relationship Id="rId191" Type="http://schemas.openxmlformats.org/officeDocument/2006/relationships/customXml" Target="../ink/ink2700.xml"/><Relationship Id="rId205" Type="http://schemas.openxmlformats.org/officeDocument/2006/relationships/customXml" Target="../ink/ink2707.xml"/><Relationship Id="rId107" Type="http://schemas.openxmlformats.org/officeDocument/2006/relationships/customXml" Target="../ink/ink2658.xml"/><Relationship Id="rId11" Type="http://schemas.openxmlformats.org/officeDocument/2006/relationships/customXml" Target="../ink/ink2610.xml"/><Relationship Id="rId32" Type="http://schemas.openxmlformats.org/officeDocument/2006/relationships/image" Target="../media/image1469.png"/><Relationship Id="rId53" Type="http://schemas.openxmlformats.org/officeDocument/2006/relationships/customXml" Target="../ink/ink2631.xml"/><Relationship Id="rId74" Type="http://schemas.openxmlformats.org/officeDocument/2006/relationships/image" Target="../media/image1490.png"/><Relationship Id="rId128" Type="http://schemas.openxmlformats.org/officeDocument/2006/relationships/image" Target="../media/image1517.png"/><Relationship Id="rId149" Type="http://schemas.openxmlformats.org/officeDocument/2006/relationships/customXml" Target="../ink/ink2679.xml"/><Relationship Id="rId5" Type="http://schemas.openxmlformats.org/officeDocument/2006/relationships/customXml" Target="../ink/ink2607.xml"/><Relationship Id="rId95" Type="http://schemas.openxmlformats.org/officeDocument/2006/relationships/customXml" Target="../ink/ink2652.xml"/><Relationship Id="rId160" Type="http://schemas.openxmlformats.org/officeDocument/2006/relationships/image" Target="../media/image1533.png"/><Relationship Id="rId181" Type="http://schemas.openxmlformats.org/officeDocument/2006/relationships/customXml" Target="../ink/ink2695.xml"/><Relationship Id="rId216" Type="http://schemas.openxmlformats.org/officeDocument/2006/relationships/image" Target="../media/image1561.png"/><Relationship Id="rId22" Type="http://schemas.openxmlformats.org/officeDocument/2006/relationships/image" Target="../media/image1464.png"/><Relationship Id="rId43" Type="http://schemas.openxmlformats.org/officeDocument/2006/relationships/customXml" Target="../ink/ink2626.xml"/><Relationship Id="rId64" Type="http://schemas.openxmlformats.org/officeDocument/2006/relationships/image" Target="../media/image1485.png"/><Relationship Id="rId118" Type="http://schemas.openxmlformats.org/officeDocument/2006/relationships/image" Target="../media/image1512.png"/><Relationship Id="rId139" Type="http://schemas.openxmlformats.org/officeDocument/2006/relationships/customXml" Target="../ink/ink2674.xml"/><Relationship Id="rId85" Type="http://schemas.openxmlformats.org/officeDocument/2006/relationships/customXml" Target="../ink/ink2647.xml"/><Relationship Id="rId150" Type="http://schemas.openxmlformats.org/officeDocument/2006/relationships/image" Target="../media/image1528.png"/><Relationship Id="rId171" Type="http://schemas.openxmlformats.org/officeDocument/2006/relationships/customXml" Target="../ink/ink2690.xml"/><Relationship Id="rId192" Type="http://schemas.openxmlformats.org/officeDocument/2006/relationships/image" Target="../media/image1549.png"/><Relationship Id="rId206" Type="http://schemas.openxmlformats.org/officeDocument/2006/relationships/image" Target="../media/image1556.png"/><Relationship Id="rId12" Type="http://schemas.openxmlformats.org/officeDocument/2006/relationships/image" Target="../media/image1459.png"/><Relationship Id="rId33" Type="http://schemas.openxmlformats.org/officeDocument/2006/relationships/customXml" Target="../ink/ink2621.xml"/><Relationship Id="rId108" Type="http://schemas.openxmlformats.org/officeDocument/2006/relationships/image" Target="../media/image1507.png"/><Relationship Id="rId129" Type="http://schemas.openxmlformats.org/officeDocument/2006/relationships/customXml" Target="../ink/ink2669.xml"/><Relationship Id="rId54" Type="http://schemas.openxmlformats.org/officeDocument/2006/relationships/image" Target="../media/image1480.png"/><Relationship Id="rId75" Type="http://schemas.openxmlformats.org/officeDocument/2006/relationships/customXml" Target="../ink/ink2642.xml"/><Relationship Id="rId96" Type="http://schemas.openxmlformats.org/officeDocument/2006/relationships/image" Target="../media/image1501.png"/><Relationship Id="rId140" Type="http://schemas.openxmlformats.org/officeDocument/2006/relationships/image" Target="../media/image1523.png"/><Relationship Id="rId161" Type="http://schemas.openxmlformats.org/officeDocument/2006/relationships/customXml" Target="../ink/ink2685.xml"/><Relationship Id="rId182" Type="http://schemas.openxmlformats.org/officeDocument/2006/relationships/image" Target="../media/image1544.png"/><Relationship Id="rId217" Type="http://schemas.openxmlformats.org/officeDocument/2006/relationships/customXml" Target="../ink/ink2713.xml"/><Relationship Id="rId6" Type="http://schemas.openxmlformats.org/officeDocument/2006/relationships/image" Target="../media/image1456.png"/><Relationship Id="rId23" Type="http://schemas.openxmlformats.org/officeDocument/2006/relationships/customXml" Target="../ink/ink2616.xml"/><Relationship Id="rId119" Type="http://schemas.openxmlformats.org/officeDocument/2006/relationships/customXml" Target="../ink/ink2664.xml"/><Relationship Id="rId44" Type="http://schemas.openxmlformats.org/officeDocument/2006/relationships/image" Target="../media/image1475.png"/><Relationship Id="rId65" Type="http://schemas.openxmlformats.org/officeDocument/2006/relationships/customXml" Target="../ink/ink2637.xml"/><Relationship Id="rId86" Type="http://schemas.openxmlformats.org/officeDocument/2006/relationships/image" Target="../media/image1496.png"/><Relationship Id="rId130" Type="http://schemas.openxmlformats.org/officeDocument/2006/relationships/image" Target="../media/image1518.png"/><Relationship Id="rId151" Type="http://schemas.openxmlformats.org/officeDocument/2006/relationships/customXml" Target="../ink/ink2680.xml"/><Relationship Id="rId172" Type="http://schemas.openxmlformats.org/officeDocument/2006/relationships/image" Target="../media/image1539.png"/><Relationship Id="rId193" Type="http://schemas.openxmlformats.org/officeDocument/2006/relationships/customXml" Target="../ink/ink2701.xml"/><Relationship Id="rId207" Type="http://schemas.openxmlformats.org/officeDocument/2006/relationships/customXml" Target="../ink/ink2708.xml"/><Relationship Id="rId13" Type="http://schemas.openxmlformats.org/officeDocument/2006/relationships/customXml" Target="../ink/ink2611.xml"/><Relationship Id="rId109" Type="http://schemas.openxmlformats.org/officeDocument/2006/relationships/customXml" Target="../ink/ink2659.xml"/><Relationship Id="rId34" Type="http://schemas.openxmlformats.org/officeDocument/2006/relationships/image" Target="../media/image1470.png"/><Relationship Id="rId55" Type="http://schemas.openxmlformats.org/officeDocument/2006/relationships/customXml" Target="../ink/ink2632.xml"/><Relationship Id="rId76" Type="http://schemas.openxmlformats.org/officeDocument/2006/relationships/image" Target="../media/image1491.png"/><Relationship Id="rId97" Type="http://schemas.openxmlformats.org/officeDocument/2006/relationships/customXml" Target="../ink/ink2653.xml"/><Relationship Id="rId120" Type="http://schemas.openxmlformats.org/officeDocument/2006/relationships/image" Target="../media/image1513.png"/><Relationship Id="rId141" Type="http://schemas.openxmlformats.org/officeDocument/2006/relationships/customXml" Target="../ink/ink2675.xml"/><Relationship Id="rId7" Type="http://schemas.openxmlformats.org/officeDocument/2006/relationships/customXml" Target="../ink/ink2608.xml"/><Relationship Id="rId162" Type="http://schemas.openxmlformats.org/officeDocument/2006/relationships/image" Target="../media/image1534.png"/><Relationship Id="rId183" Type="http://schemas.openxmlformats.org/officeDocument/2006/relationships/customXml" Target="../ink/ink2696.xml"/><Relationship Id="rId218" Type="http://schemas.openxmlformats.org/officeDocument/2006/relationships/image" Target="../media/image1562.png"/><Relationship Id="rId24" Type="http://schemas.openxmlformats.org/officeDocument/2006/relationships/image" Target="../media/image1465.png"/><Relationship Id="rId45" Type="http://schemas.openxmlformats.org/officeDocument/2006/relationships/customXml" Target="../ink/ink2627.xml"/><Relationship Id="rId66" Type="http://schemas.openxmlformats.org/officeDocument/2006/relationships/image" Target="../media/image1486.png"/><Relationship Id="rId87" Type="http://schemas.openxmlformats.org/officeDocument/2006/relationships/customXml" Target="../ink/ink2648.xml"/><Relationship Id="rId110" Type="http://schemas.openxmlformats.org/officeDocument/2006/relationships/image" Target="../media/image1508.png"/><Relationship Id="rId131" Type="http://schemas.openxmlformats.org/officeDocument/2006/relationships/customXml" Target="../ink/ink2670.xml"/><Relationship Id="rId152" Type="http://schemas.openxmlformats.org/officeDocument/2006/relationships/image" Target="../media/image1529.png"/><Relationship Id="rId173" Type="http://schemas.openxmlformats.org/officeDocument/2006/relationships/customXml" Target="../ink/ink2691.xml"/><Relationship Id="rId194" Type="http://schemas.openxmlformats.org/officeDocument/2006/relationships/image" Target="../media/image1550.png"/><Relationship Id="rId208" Type="http://schemas.openxmlformats.org/officeDocument/2006/relationships/image" Target="../media/image1557.png"/><Relationship Id="rId14" Type="http://schemas.openxmlformats.org/officeDocument/2006/relationships/image" Target="../media/image1460.png"/><Relationship Id="rId35" Type="http://schemas.openxmlformats.org/officeDocument/2006/relationships/customXml" Target="../ink/ink2622.xml"/><Relationship Id="rId56" Type="http://schemas.openxmlformats.org/officeDocument/2006/relationships/image" Target="../media/image1481.png"/><Relationship Id="rId77" Type="http://schemas.openxmlformats.org/officeDocument/2006/relationships/customXml" Target="../ink/ink2643.xml"/><Relationship Id="rId100" Type="http://schemas.openxmlformats.org/officeDocument/2006/relationships/image" Target="../media/image1503.png"/><Relationship Id="rId8" Type="http://schemas.openxmlformats.org/officeDocument/2006/relationships/image" Target="../media/image1457.png"/><Relationship Id="rId51" Type="http://schemas.openxmlformats.org/officeDocument/2006/relationships/customXml" Target="../ink/ink2630.xml"/><Relationship Id="rId72" Type="http://schemas.openxmlformats.org/officeDocument/2006/relationships/image" Target="../media/image1489.png"/><Relationship Id="rId93" Type="http://schemas.openxmlformats.org/officeDocument/2006/relationships/customXml" Target="../ink/ink2651.xml"/><Relationship Id="rId98" Type="http://schemas.openxmlformats.org/officeDocument/2006/relationships/image" Target="../media/image1502.png"/><Relationship Id="rId121" Type="http://schemas.openxmlformats.org/officeDocument/2006/relationships/customXml" Target="../ink/ink2665.xml"/><Relationship Id="rId142" Type="http://schemas.openxmlformats.org/officeDocument/2006/relationships/image" Target="../media/image1524.png"/><Relationship Id="rId163" Type="http://schemas.openxmlformats.org/officeDocument/2006/relationships/customXml" Target="../ink/ink2686.xml"/><Relationship Id="rId184" Type="http://schemas.openxmlformats.org/officeDocument/2006/relationships/image" Target="../media/image1545.png"/><Relationship Id="rId189" Type="http://schemas.openxmlformats.org/officeDocument/2006/relationships/customXml" Target="../ink/ink2699.xml"/><Relationship Id="rId219" Type="http://schemas.openxmlformats.org/officeDocument/2006/relationships/customXml" Target="../ink/ink2714.xml"/><Relationship Id="rId3" Type="http://schemas.openxmlformats.org/officeDocument/2006/relationships/customXml" Target="../ink/ink2606.xml"/><Relationship Id="rId214" Type="http://schemas.openxmlformats.org/officeDocument/2006/relationships/image" Target="../media/image1560.png"/><Relationship Id="rId25" Type="http://schemas.openxmlformats.org/officeDocument/2006/relationships/customXml" Target="../ink/ink2617.xml"/><Relationship Id="rId46" Type="http://schemas.openxmlformats.org/officeDocument/2006/relationships/image" Target="../media/image1476.png"/><Relationship Id="rId67" Type="http://schemas.openxmlformats.org/officeDocument/2006/relationships/customXml" Target="../ink/ink2638.xml"/><Relationship Id="rId116" Type="http://schemas.openxmlformats.org/officeDocument/2006/relationships/image" Target="../media/image1511.png"/><Relationship Id="rId137" Type="http://schemas.openxmlformats.org/officeDocument/2006/relationships/customXml" Target="../ink/ink2673.xml"/><Relationship Id="rId158" Type="http://schemas.openxmlformats.org/officeDocument/2006/relationships/image" Target="../media/image1532.png"/><Relationship Id="rId20" Type="http://schemas.openxmlformats.org/officeDocument/2006/relationships/image" Target="../media/image1463.png"/><Relationship Id="rId41" Type="http://schemas.openxmlformats.org/officeDocument/2006/relationships/customXml" Target="../ink/ink2625.xml"/><Relationship Id="rId62" Type="http://schemas.openxmlformats.org/officeDocument/2006/relationships/image" Target="../media/image1484.png"/><Relationship Id="rId83" Type="http://schemas.openxmlformats.org/officeDocument/2006/relationships/customXml" Target="../ink/ink2646.xml"/><Relationship Id="rId88" Type="http://schemas.openxmlformats.org/officeDocument/2006/relationships/image" Target="../media/image1497.png"/><Relationship Id="rId111" Type="http://schemas.openxmlformats.org/officeDocument/2006/relationships/customXml" Target="../ink/ink2660.xml"/><Relationship Id="rId132" Type="http://schemas.openxmlformats.org/officeDocument/2006/relationships/image" Target="../media/image1519.png"/><Relationship Id="rId153" Type="http://schemas.openxmlformats.org/officeDocument/2006/relationships/customXml" Target="../ink/ink2681.xml"/><Relationship Id="rId174" Type="http://schemas.openxmlformats.org/officeDocument/2006/relationships/image" Target="../media/image1540.png"/><Relationship Id="rId179" Type="http://schemas.openxmlformats.org/officeDocument/2006/relationships/customXml" Target="../ink/ink2694.xml"/><Relationship Id="rId195" Type="http://schemas.openxmlformats.org/officeDocument/2006/relationships/customXml" Target="../ink/ink2702.xml"/><Relationship Id="rId209" Type="http://schemas.openxmlformats.org/officeDocument/2006/relationships/customXml" Target="../ink/ink2709.xml"/><Relationship Id="rId190" Type="http://schemas.openxmlformats.org/officeDocument/2006/relationships/image" Target="../media/image1548.png"/><Relationship Id="rId204" Type="http://schemas.openxmlformats.org/officeDocument/2006/relationships/image" Target="../media/image1555.png"/><Relationship Id="rId220" Type="http://schemas.openxmlformats.org/officeDocument/2006/relationships/image" Target="../media/image1563.png"/><Relationship Id="rId15" Type="http://schemas.openxmlformats.org/officeDocument/2006/relationships/customXml" Target="../ink/ink2612.xml"/><Relationship Id="rId36" Type="http://schemas.openxmlformats.org/officeDocument/2006/relationships/image" Target="../media/image1471.png"/><Relationship Id="rId57" Type="http://schemas.openxmlformats.org/officeDocument/2006/relationships/customXml" Target="../ink/ink2633.xml"/><Relationship Id="rId106" Type="http://schemas.openxmlformats.org/officeDocument/2006/relationships/image" Target="../media/image1506.png"/><Relationship Id="rId127" Type="http://schemas.openxmlformats.org/officeDocument/2006/relationships/customXml" Target="../ink/ink2668.xml"/><Relationship Id="rId10" Type="http://schemas.openxmlformats.org/officeDocument/2006/relationships/image" Target="../media/image1458.png"/><Relationship Id="rId31" Type="http://schemas.openxmlformats.org/officeDocument/2006/relationships/customXml" Target="../ink/ink2620.xml"/><Relationship Id="rId52" Type="http://schemas.openxmlformats.org/officeDocument/2006/relationships/image" Target="../media/image1479.png"/><Relationship Id="rId73" Type="http://schemas.openxmlformats.org/officeDocument/2006/relationships/customXml" Target="../ink/ink2641.xml"/><Relationship Id="rId78" Type="http://schemas.openxmlformats.org/officeDocument/2006/relationships/image" Target="../media/image1492.png"/><Relationship Id="rId94" Type="http://schemas.openxmlformats.org/officeDocument/2006/relationships/image" Target="../media/image1500.png"/><Relationship Id="rId99" Type="http://schemas.openxmlformats.org/officeDocument/2006/relationships/customXml" Target="../ink/ink2654.xml"/><Relationship Id="rId101" Type="http://schemas.openxmlformats.org/officeDocument/2006/relationships/customXml" Target="../ink/ink2655.xml"/><Relationship Id="rId122" Type="http://schemas.openxmlformats.org/officeDocument/2006/relationships/image" Target="../media/image1514.png"/><Relationship Id="rId143" Type="http://schemas.openxmlformats.org/officeDocument/2006/relationships/customXml" Target="../ink/ink2676.xml"/><Relationship Id="rId148" Type="http://schemas.openxmlformats.org/officeDocument/2006/relationships/image" Target="../media/image1527.png"/><Relationship Id="rId164" Type="http://schemas.openxmlformats.org/officeDocument/2006/relationships/image" Target="../media/image1535.png"/><Relationship Id="rId169" Type="http://schemas.openxmlformats.org/officeDocument/2006/relationships/customXml" Target="../ink/ink2689.xml"/><Relationship Id="rId185" Type="http://schemas.openxmlformats.org/officeDocument/2006/relationships/customXml" Target="../ink/ink2697.xml"/><Relationship Id="rId4" Type="http://schemas.openxmlformats.org/officeDocument/2006/relationships/image" Target="../media/image1455.png"/><Relationship Id="rId9" Type="http://schemas.openxmlformats.org/officeDocument/2006/relationships/customXml" Target="../ink/ink2609.xml"/><Relationship Id="rId180" Type="http://schemas.openxmlformats.org/officeDocument/2006/relationships/image" Target="../media/image1543.png"/><Relationship Id="rId210" Type="http://schemas.openxmlformats.org/officeDocument/2006/relationships/image" Target="../media/image1558.png"/><Relationship Id="rId215" Type="http://schemas.openxmlformats.org/officeDocument/2006/relationships/customXml" Target="../ink/ink2712.xml"/><Relationship Id="rId26" Type="http://schemas.openxmlformats.org/officeDocument/2006/relationships/image" Target="../media/image1466.png"/><Relationship Id="rId47" Type="http://schemas.openxmlformats.org/officeDocument/2006/relationships/customXml" Target="../ink/ink2628.xml"/><Relationship Id="rId68" Type="http://schemas.openxmlformats.org/officeDocument/2006/relationships/image" Target="../media/image1487.png"/><Relationship Id="rId89" Type="http://schemas.openxmlformats.org/officeDocument/2006/relationships/customXml" Target="../ink/ink2649.xml"/><Relationship Id="rId112" Type="http://schemas.openxmlformats.org/officeDocument/2006/relationships/image" Target="../media/image1509.png"/><Relationship Id="rId133" Type="http://schemas.openxmlformats.org/officeDocument/2006/relationships/customXml" Target="../ink/ink2671.xml"/><Relationship Id="rId154" Type="http://schemas.openxmlformats.org/officeDocument/2006/relationships/image" Target="../media/image1530.png"/><Relationship Id="rId175" Type="http://schemas.openxmlformats.org/officeDocument/2006/relationships/customXml" Target="../ink/ink2692.xml"/><Relationship Id="rId196" Type="http://schemas.openxmlformats.org/officeDocument/2006/relationships/image" Target="../media/image1551.png"/><Relationship Id="rId200" Type="http://schemas.openxmlformats.org/officeDocument/2006/relationships/image" Target="../media/image1553.png"/><Relationship Id="rId16" Type="http://schemas.openxmlformats.org/officeDocument/2006/relationships/image" Target="../media/image1461.png"/><Relationship Id="rId221" Type="http://schemas.openxmlformats.org/officeDocument/2006/relationships/customXml" Target="../ink/ink2715.xml"/><Relationship Id="rId37" Type="http://schemas.openxmlformats.org/officeDocument/2006/relationships/customXml" Target="../ink/ink2623.xml"/><Relationship Id="rId58" Type="http://schemas.openxmlformats.org/officeDocument/2006/relationships/image" Target="../media/image1482.png"/><Relationship Id="rId79" Type="http://schemas.openxmlformats.org/officeDocument/2006/relationships/customXml" Target="../ink/ink2644.xml"/><Relationship Id="rId102" Type="http://schemas.openxmlformats.org/officeDocument/2006/relationships/image" Target="../media/image1504.png"/><Relationship Id="rId123" Type="http://schemas.openxmlformats.org/officeDocument/2006/relationships/customXml" Target="../ink/ink2666.xml"/><Relationship Id="rId144" Type="http://schemas.openxmlformats.org/officeDocument/2006/relationships/image" Target="../media/image1525.png"/><Relationship Id="rId90" Type="http://schemas.openxmlformats.org/officeDocument/2006/relationships/image" Target="../media/image1498.png"/><Relationship Id="rId165" Type="http://schemas.openxmlformats.org/officeDocument/2006/relationships/customXml" Target="../ink/ink2687.xml"/><Relationship Id="rId186" Type="http://schemas.openxmlformats.org/officeDocument/2006/relationships/image" Target="../media/image1546.png"/><Relationship Id="rId211" Type="http://schemas.openxmlformats.org/officeDocument/2006/relationships/customXml" Target="../ink/ink2710.xml"/><Relationship Id="rId27" Type="http://schemas.openxmlformats.org/officeDocument/2006/relationships/customXml" Target="../ink/ink2618.xml"/><Relationship Id="rId48" Type="http://schemas.openxmlformats.org/officeDocument/2006/relationships/image" Target="../media/image1477.png"/><Relationship Id="rId69" Type="http://schemas.openxmlformats.org/officeDocument/2006/relationships/customXml" Target="../ink/ink2639.xml"/><Relationship Id="rId113" Type="http://schemas.openxmlformats.org/officeDocument/2006/relationships/customXml" Target="../ink/ink2661.xml"/><Relationship Id="rId134" Type="http://schemas.openxmlformats.org/officeDocument/2006/relationships/image" Target="../media/image1520.png"/><Relationship Id="rId80" Type="http://schemas.openxmlformats.org/officeDocument/2006/relationships/image" Target="../media/image1493.png"/><Relationship Id="rId155" Type="http://schemas.openxmlformats.org/officeDocument/2006/relationships/customXml" Target="../ink/ink2682.xml"/><Relationship Id="rId176" Type="http://schemas.openxmlformats.org/officeDocument/2006/relationships/image" Target="../media/image1541.png"/><Relationship Id="rId197" Type="http://schemas.openxmlformats.org/officeDocument/2006/relationships/customXml" Target="../ink/ink2703.xml"/><Relationship Id="rId201" Type="http://schemas.openxmlformats.org/officeDocument/2006/relationships/customXml" Target="../ink/ink2705.xml"/><Relationship Id="rId222" Type="http://schemas.openxmlformats.org/officeDocument/2006/relationships/image" Target="../media/image1564.png"/><Relationship Id="rId17" Type="http://schemas.openxmlformats.org/officeDocument/2006/relationships/customXml" Target="../ink/ink2613.xml"/><Relationship Id="rId38" Type="http://schemas.openxmlformats.org/officeDocument/2006/relationships/image" Target="../media/image1472.png"/><Relationship Id="rId59" Type="http://schemas.openxmlformats.org/officeDocument/2006/relationships/customXml" Target="../ink/ink2634.xml"/><Relationship Id="rId103" Type="http://schemas.openxmlformats.org/officeDocument/2006/relationships/customXml" Target="../ink/ink2656.xml"/><Relationship Id="rId124" Type="http://schemas.openxmlformats.org/officeDocument/2006/relationships/image" Target="../media/image1515.png"/><Relationship Id="rId70" Type="http://schemas.openxmlformats.org/officeDocument/2006/relationships/image" Target="../media/image1488.png"/><Relationship Id="rId91" Type="http://schemas.openxmlformats.org/officeDocument/2006/relationships/customXml" Target="../ink/ink2650.xml"/><Relationship Id="rId145" Type="http://schemas.openxmlformats.org/officeDocument/2006/relationships/customXml" Target="../ink/ink2677.xml"/><Relationship Id="rId166" Type="http://schemas.openxmlformats.org/officeDocument/2006/relationships/image" Target="../media/image1536.png"/><Relationship Id="rId187" Type="http://schemas.openxmlformats.org/officeDocument/2006/relationships/customXml" Target="../ink/ink2698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559.png"/><Relationship Id="rId28" Type="http://schemas.openxmlformats.org/officeDocument/2006/relationships/image" Target="../media/image1467.png"/><Relationship Id="rId49" Type="http://schemas.openxmlformats.org/officeDocument/2006/relationships/customXml" Target="../ink/ink2629.xml"/><Relationship Id="rId114" Type="http://schemas.openxmlformats.org/officeDocument/2006/relationships/image" Target="../media/image1510.png"/><Relationship Id="rId60" Type="http://schemas.openxmlformats.org/officeDocument/2006/relationships/image" Target="../media/image1483.png"/><Relationship Id="rId81" Type="http://schemas.openxmlformats.org/officeDocument/2006/relationships/customXml" Target="../ink/ink2645.xml"/><Relationship Id="rId135" Type="http://schemas.openxmlformats.org/officeDocument/2006/relationships/customXml" Target="../ink/ink2672.xml"/><Relationship Id="rId156" Type="http://schemas.openxmlformats.org/officeDocument/2006/relationships/image" Target="../media/image1531.png"/><Relationship Id="rId177" Type="http://schemas.openxmlformats.org/officeDocument/2006/relationships/customXml" Target="../ink/ink2693.xml"/><Relationship Id="rId198" Type="http://schemas.openxmlformats.org/officeDocument/2006/relationships/image" Target="../media/image1552.png"/><Relationship Id="rId202" Type="http://schemas.openxmlformats.org/officeDocument/2006/relationships/image" Target="../media/image1554.png"/><Relationship Id="rId18" Type="http://schemas.openxmlformats.org/officeDocument/2006/relationships/image" Target="../media/image1462.png"/><Relationship Id="rId39" Type="http://schemas.openxmlformats.org/officeDocument/2006/relationships/customXml" Target="../ink/ink2624.xml"/><Relationship Id="rId50" Type="http://schemas.openxmlformats.org/officeDocument/2006/relationships/image" Target="../media/image1478.png"/><Relationship Id="rId104" Type="http://schemas.openxmlformats.org/officeDocument/2006/relationships/image" Target="../media/image1505.png"/><Relationship Id="rId125" Type="http://schemas.openxmlformats.org/officeDocument/2006/relationships/customXml" Target="../ink/ink2667.xml"/><Relationship Id="rId146" Type="http://schemas.openxmlformats.org/officeDocument/2006/relationships/image" Target="../media/image1526.png"/><Relationship Id="rId167" Type="http://schemas.openxmlformats.org/officeDocument/2006/relationships/customXml" Target="../ink/ink2688.xml"/><Relationship Id="rId188" Type="http://schemas.openxmlformats.org/officeDocument/2006/relationships/image" Target="../media/image1547.png"/><Relationship Id="rId71" Type="http://schemas.openxmlformats.org/officeDocument/2006/relationships/customXml" Target="../ink/ink2640.xml"/><Relationship Id="rId92" Type="http://schemas.openxmlformats.org/officeDocument/2006/relationships/image" Target="../media/image1499.png"/><Relationship Id="rId213" Type="http://schemas.openxmlformats.org/officeDocument/2006/relationships/customXml" Target="../ink/ink2711.xml"/><Relationship Id="rId2" Type="http://schemas.openxmlformats.org/officeDocument/2006/relationships/image" Target="../media/image1454.png"/><Relationship Id="rId29" Type="http://schemas.openxmlformats.org/officeDocument/2006/relationships/customXml" Target="../ink/ink2619.xml"/><Relationship Id="rId40" Type="http://schemas.openxmlformats.org/officeDocument/2006/relationships/image" Target="../media/image1473.png"/><Relationship Id="rId115" Type="http://schemas.openxmlformats.org/officeDocument/2006/relationships/customXml" Target="../ink/ink2662.xml"/><Relationship Id="rId136" Type="http://schemas.openxmlformats.org/officeDocument/2006/relationships/image" Target="../media/image1521.png"/><Relationship Id="rId157" Type="http://schemas.openxmlformats.org/officeDocument/2006/relationships/customXml" Target="../ink/ink2683.xml"/><Relationship Id="rId178" Type="http://schemas.openxmlformats.org/officeDocument/2006/relationships/image" Target="../media/image1542.png"/><Relationship Id="rId61" Type="http://schemas.openxmlformats.org/officeDocument/2006/relationships/customXml" Target="../ink/ink2635.xml"/><Relationship Id="rId82" Type="http://schemas.openxmlformats.org/officeDocument/2006/relationships/image" Target="../media/image1494.png"/><Relationship Id="rId199" Type="http://schemas.openxmlformats.org/officeDocument/2006/relationships/customXml" Target="../ink/ink2704.xml"/><Relationship Id="rId203" Type="http://schemas.openxmlformats.org/officeDocument/2006/relationships/customXml" Target="../ink/ink2706.xml"/><Relationship Id="rId19" Type="http://schemas.openxmlformats.org/officeDocument/2006/relationships/customXml" Target="../ink/ink2614.xml"/><Relationship Id="rId30" Type="http://schemas.openxmlformats.org/officeDocument/2006/relationships/image" Target="../media/image1468.png"/><Relationship Id="rId105" Type="http://schemas.openxmlformats.org/officeDocument/2006/relationships/customXml" Target="../ink/ink2657.xml"/><Relationship Id="rId126" Type="http://schemas.openxmlformats.org/officeDocument/2006/relationships/image" Target="../media/image1516.png"/><Relationship Id="rId147" Type="http://schemas.openxmlformats.org/officeDocument/2006/relationships/customXml" Target="../ink/ink2678.xml"/><Relationship Id="rId168" Type="http://schemas.openxmlformats.org/officeDocument/2006/relationships/image" Target="../media/image1537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5170.png"/><Relationship Id="rId21" Type="http://schemas.openxmlformats.org/officeDocument/2006/relationships/image" Target="../media/image14691.png"/><Relationship Id="rId42" Type="http://schemas.openxmlformats.org/officeDocument/2006/relationships/customXml" Target="../ink/ink2735.xml"/><Relationship Id="rId63" Type="http://schemas.openxmlformats.org/officeDocument/2006/relationships/image" Target="../media/image14901.png"/><Relationship Id="rId84" Type="http://schemas.openxmlformats.org/officeDocument/2006/relationships/customXml" Target="../ink/ink2756.xml"/><Relationship Id="rId138" Type="http://schemas.openxmlformats.org/officeDocument/2006/relationships/customXml" Target="../ink/ink2783.xml"/><Relationship Id="rId159" Type="http://schemas.openxmlformats.org/officeDocument/2006/relationships/image" Target="../media/image15380.png"/><Relationship Id="rId170" Type="http://schemas.openxmlformats.org/officeDocument/2006/relationships/customXml" Target="../ink/ink2799.xml"/><Relationship Id="rId107" Type="http://schemas.openxmlformats.org/officeDocument/2006/relationships/image" Target="../media/image15120.png"/><Relationship Id="rId11" Type="http://schemas.openxmlformats.org/officeDocument/2006/relationships/image" Target="../media/image14641.png"/><Relationship Id="rId32" Type="http://schemas.openxmlformats.org/officeDocument/2006/relationships/customXml" Target="../ink/ink2730.xml"/><Relationship Id="rId53" Type="http://schemas.openxmlformats.org/officeDocument/2006/relationships/image" Target="../media/image14851.png"/><Relationship Id="rId74" Type="http://schemas.openxmlformats.org/officeDocument/2006/relationships/customXml" Target="../ink/ink2751.xml"/><Relationship Id="rId128" Type="http://schemas.openxmlformats.org/officeDocument/2006/relationships/customXml" Target="../ink/ink2778.xml"/><Relationship Id="rId149" Type="http://schemas.openxmlformats.org/officeDocument/2006/relationships/image" Target="../media/image15330.png"/><Relationship Id="rId5" Type="http://schemas.openxmlformats.org/officeDocument/2006/relationships/image" Target="../media/image14612.png"/><Relationship Id="rId95" Type="http://schemas.openxmlformats.org/officeDocument/2006/relationships/image" Target="../media/image15060.png"/><Relationship Id="rId160" Type="http://schemas.openxmlformats.org/officeDocument/2006/relationships/customXml" Target="../ink/ink2794.xml"/><Relationship Id="rId22" Type="http://schemas.openxmlformats.org/officeDocument/2006/relationships/customXml" Target="../ink/ink2725.xml"/><Relationship Id="rId43" Type="http://schemas.openxmlformats.org/officeDocument/2006/relationships/image" Target="../media/image14801.png"/><Relationship Id="rId64" Type="http://schemas.openxmlformats.org/officeDocument/2006/relationships/customXml" Target="../ink/ink2746.xml"/><Relationship Id="rId118" Type="http://schemas.openxmlformats.org/officeDocument/2006/relationships/customXml" Target="../ink/ink2773.xml"/><Relationship Id="rId139" Type="http://schemas.openxmlformats.org/officeDocument/2006/relationships/image" Target="../media/image15280.png"/><Relationship Id="rId85" Type="http://schemas.openxmlformats.org/officeDocument/2006/relationships/image" Target="../media/image15011.png"/><Relationship Id="rId150" Type="http://schemas.openxmlformats.org/officeDocument/2006/relationships/customXml" Target="../ink/ink2789.xml"/><Relationship Id="rId171" Type="http://schemas.openxmlformats.org/officeDocument/2006/relationships/image" Target="../media/image15440.png"/><Relationship Id="rId12" Type="http://schemas.openxmlformats.org/officeDocument/2006/relationships/customXml" Target="../ink/ink2720.xml"/><Relationship Id="rId33" Type="http://schemas.openxmlformats.org/officeDocument/2006/relationships/image" Target="../media/image14751.png"/><Relationship Id="rId108" Type="http://schemas.openxmlformats.org/officeDocument/2006/relationships/customXml" Target="../ink/ink2768.xml"/><Relationship Id="rId129" Type="http://schemas.openxmlformats.org/officeDocument/2006/relationships/image" Target="../media/image15230.png"/><Relationship Id="rId54" Type="http://schemas.openxmlformats.org/officeDocument/2006/relationships/customXml" Target="../ink/ink2741.xml"/><Relationship Id="rId75" Type="http://schemas.openxmlformats.org/officeDocument/2006/relationships/image" Target="../media/image14961.png"/><Relationship Id="rId96" Type="http://schemas.openxmlformats.org/officeDocument/2006/relationships/customXml" Target="../ink/ink2762.xml"/><Relationship Id="rId140" Type="http://schemas.openxmlformats.org/officeDocument/2006/relationships/customXml" Target="../ink/ink2784.xml"/><Relationship Id="rId161" Type="http://schemas.openxmlformats.org/officeDocument/2006/relationships/image" Target="../media/image15390.png"/><Relationship Id="rId6" Type="http://schemas.openxmlformats.org/officeDocument/2006/relationships/customXml" Target="../ink/ink2717.xml"/><Relationship Id="rId23" Type="http://schemas.openxmlformats.org/officeDocument/2006/relationships/image" Target="../media/image14701.png"/><Relationship Id="rId28" Type="http://schemas.openxmlformats.org/officeDocument/2006/relationships/customXml" Target="../ink/ink2728.xml"/><Relationship Id="rId49" Type="http://schemas.openxmlformats.org/officeDocument/2006/relationships/image" Target="../media/image14831.png"/><Relationship Id="rId114" Type="http://schemas.openxmlformats.org/officeDocument/2006/relationships/customXml" Target="../ink/ink2771.xml"/><Relationship Id="rId119" Type="http://schemas.openxmlformats.org/officeDocument/2006/relationships/image" Target="../media/image15180.png"/><Relationship Id="rId44" Type="http://schemas.openxmlformats.org/officeDocument/2006/relationships/customXml" Target="../ink/ink2736.xml"/><Relationship Id="rId60" Type="http://schemas.openxmlformats.org/officeDocument/2006/relationships/customXml" Target="../ink/ink2744.xml"/><Relationship Id="rId65" Type="http://schemas.openxmlformats.org/officeDocument/2006/relationships/image" Target="../media/image14912.png"/><Relationship Id="rId81" Type="http://schemas.openxmlformats.org/officeDocument/2006/relationships/image" Target="../media/image14990.png"/><Relationship Id="rId86" Type="http://schemas.openxmlformats.org/officeDocument/2006/relationships/customXml" Target="../ink/ink2757.xml"/><Relationship Id="rId130" Type="http://schemas.openxmlformats.org/officeDocument/2006/relationships/customXml" Target="../ink/ink2779.xml"/><Relationship Id="rId135" Type="http://schemas.openxmlformats.org/officeDocument/2006/relationships/image" Target="../media/image15260.png"/><Relationship Id="rId151" Type="http://schemas.openxmlformats.org/officeDocument/2006/relationships/image" Target="../media/image15340.png"/><Relationship Id="rId156" Type="http://schemas.openxmlformats.org/officeDocument/2006/relationships/customXml" Target="../ink/ink2792.xml"/><Relationship Id="rId177" Type="http://schemas.openxmlformats.org/officeDocument/2006/relationships/image" Target="../media/image15470.png"/><Relationship Id="rId172" Type="http://schemas.openxmlformats.org/officeDocument/2006/relationships/customXml" Target="../ink/ink2800.xml"/><Relationship Id="rId13" Type="http://schemas.openxmlformats.org/officeDocument/2006/relationships/image" Target="../media/image14651.png"/><Relationship Id="rId18" Type="http://schemas.openxmlformats.org/officeDocument/2006/relationships/customXml" Target="../ink/ink2723.xml"/><Relationship Id="rId39" Type="http://schemas.openxmlformats.org/officeDocument/2006/relationships/image" Target="../media/image14781.png"/><Relationship Id="rId109" Type="http://schemas.openxmlformats.org/officeDocument/2006/relationships/image" Target="../media/image15130.png"/><Relationship Id="rId34" Type="http://schemas.openxmlformats.org/officeDocument/2006/relationships/customXml" Target="../ink/ink2731.xml"/><Relationship Id="rId50" Type="http://schemas.openxmlformats.org/officeDocument/2006/relationships/customXml" Target="../ink/ink2739.xml"/><Relationship Id="rId55" Type="http://schemas.openxmlformats.org/officeDocument/2006/relationships/image" Target="../media/image14861.png"/><Relationship Id="rId76" Type="http://schemas.openxmlformats.org/officeDocument/2006/relationships/customXml" Target="../ink/ink2752.xml"/><Relationship Id="rId97" Type="http://schemas.openxmlformats.org/officeDocument/2006/relationships/image" Target="../media/image15070.png"/><Relationship Id="rId104" Type="http://schemas.openxmlformats.org/officeDocument/2006/relationships/customXml" Target="../ink/ink2766.xml"/><Relationship Id="rId120" Type="http://schemas.openxmlformats.org/officeDocument/2006/relationships/customXml" Target="../ink/ink2774.xml"/><Relationship Id="rId125" Type="http://schemas.openxmlformats.org/officeDocument/2006/relationships/image" Target="../media/image15211.png"/><Relationship Id="rId141" Type="http://schemas.openxmlformats.org/officeDocument/2006/relationships/image" Target="../media/image15290.png"/><Relationship Id="rId146" Type="http://schemas.openxmlformats.org/officeDocument/2006/relationships/customXml" Target="../ink/ink2787.xml"/><Relationship Id="rId167" Type="http://schemas.openxmlformats.org/officeDocument/2006/relationships/image" Target="../media/image15420.png"/><Relationship Id="rId7" Type="http://schemas.openxmlformats.org/officeDocument/2006/relationships/image" Target="../media/image14621.png"/><Relationship Id="rId71" Type="http://schemas.openxmlformats.org/officeDocument/2006/relationships/image" Target="../media/image14941.png"/><Relationship Id="rId92" Type="http://schemas.openxmlformats.org/officeDocument/2006/relationships/customXml" Target="../ink/ink2760.xml"/><Relationship Id="rId162" Type="http://schemas.openxmlformats.org/officeDocument/2006/relationships/customXml" Target="../ink/ink2795.xml"/><Relationship Id="rId2" Type="http://schemas.openxmlformats.org/officeDocument/2006/relationships/image" Target="../media/image1565.png"/><Relationship Id="rId29" Type="http://schemas.openxmlformats.org/officeDocument/2006/relationships/image" Target="../media/image14731.png"/><Relationship Id="rId24" Type="http://schemas.openxmlformats.org/officeDocument/2006/relationships/customXml" Target="../ink/ink2726.xml"/><Relationship Id="rId40" Type="http://schemas.openxmlformats.org/officeDocument/2006/relationships/customXml" Target="../ink/ink2734.xml"/><Relationship Id="rId45" Type="http://schemas.openxmlformats.org/officeDocument/2006/relationships/image" Target="../media/image14812.png"/><Relationship Id="rId66" Type="http://schemas.openxmlformats.org/officeDocument/2006/relationships/customXml" Target="../ink/ink2747.xml"/><Relationship Id="rId87" Type="http://schemas.openxmlformats.org/officeDocument/2006/relationships/image" Target="../media/image15020.png"/><Relationship Id="rId110" Type="http://schemas.openxmlformats.org/officeDocument/2006/relationships/customXml" Target="../ink/ink2769.xml"/><Relationship Id="rId115" Type="http://schemas.openxmlformats.org/officeDocument/2006/relationships/image" Target="../media/image15160.png"/><Relationship Id="rId131" Type="http://schemas.openxmlformats.org/officeDocument/2006/relationships/image" Target="../media/image15240.png"/><Relationship Id="rId136" Type="http://schemas.openxmlformats.org/officeDocument/2006/relationships/customXml" Target="../ink/ink2782.xml"/><Relationship Id="rId157" Type="http://schemas.openxmlformats.org/officeDocument/2006/relationships/image" Target="../media/image15370.png"/><Relationship Id="rId178" Type="http://schemas.openxmlformats.org/officeDocument/2006/relationships/customXml" Target="../ink/ink2803.xml"/><Relationship Id="rId61" Type="http://schemas.openxmlformats.org/officeDocument/2006/relationships/image" Target="../media/image14891.png"/><Relationship Id="rId82" Type="http://schemas.openxmlformats.org/officeDocument/2006/relationships/customXml" Target="../ink/ink2755.xml"/><Relationship Id="rId152" Type="http://schemas.openxmlformats.org/officeDocument/2006/relationships/customXml" Target="../ink/ink2790.xml"/><Relationship Id="rId173" Type="http://schemas.openxmlformats.org/officeDocument/2006/relationships/image" Target="../media/image15450.png"/><Relationship Id="rId19" Type="http://schemas.openxmlformats.org/officeDocument/2006/relationships/image" Target="../media/image14681.png"/><Relationship Id="rId14" Type="http://schemas.openxmlformats.org/officeDocument/2006/relationships/customXml" Target="../ink/ink2721.xml"/><Relationship Id="rId30" Type="http://schemas.openxmlformats.org/officeDocument/2006/relationships/customXml" Target="../ink/ink2729.xml"/><Relationship Id="rId35" Type="http://schemas.openxmlformats.org/officeDocument/2006/relationships/image" Target="../media/image14761.png"/><Relationship Id="rId56" Type="http://schemas.openxmlformats.org/officeDocument/2006/relationships/customXml" Target="../ink/ink2742.xml"/><Relationship Id="rId77" Type="http://schemas.openxmlformats.org/officeDocument/2006/relationships/image" Target="../media/image14971.png"/><Relationship Id="rId100" Type="http://schemas.openxmlformats.org/officeDocument/2006/relationships/customXml" Target="../ink/ink2764.xml"/><Relationship Id="rId105" Type="http://schemas.openxmlformats.org/officeDocument/2006/relationships/image" Target="../media/image15111.png"/><Relationship Id="rId126" Type="http://schemas.openxmlformats.org/officeDocument/2006/relationships/customXml" Target="../ink/ink2777.xml"/><Relationship Id="rId147" Type="http://schemas.openxmlformats.org/officeDocument/2006/relationships/image" Target="../media/image15320.png"/><Relationship Id="rId168" Type="http://schemas.openxmlformats.org/officeDocument/2006/relationships/customXml" Target="../ink/ink2798.xml"/><Relationship Id="rId8" Type="http://schemas.openxmlformats.org/officeDocument/2006/relationships/customXml" Target="../ink/ink2718.xml"/><Relationship Id="rId51" Type="http://schemas.openxmlformats.org/officeDocument/2006/relationships/image" Target="../media/image14841.png"/><Relationship Id="rId72" Type="http://schemas.openxmlformats.org/officeDocument/2006/relationships/customXml" Target="../ink/ink2750.xml"/><Relationship Id="rId93" Type="http://schemas.openxmlformats.org/officeDocument/2006/relationships/image" Target="../media/image15050.png"/><Relationship Id="rId98" Type="http://schemas.openxmlformats.org/officeDocument/2006/relationships/customXml" Target="../ink/ink2763.xml"/><Relationship Id="rId121" Type="http://schemas.openxmlformats.org/officeDocument/2006/relationships/image" Target="../media/image15190.png"/><Relationship Id="rId142" Type="http://schemas.openxmlformats.org/officeDocument/2006/relationships/customXml" Target="../ink/ink2785.xml"/><Relationship Id="rId163" Type="http://schemas.openxmlformats.org/officeDocument/2006/relationships/image" Target="../media/image15400.png"/><Relationship Id="rId3" Type="http://schemas.openxmlformats.org/officeDocument/2006/relationships/image" Target="../media/image1566.png"/><Relationship Id="rId25" Type="http://schemas.openxmlformats.org/officeDocument/2006/relationships/image" Target="../media/image14712.png"/><Relationship Id="rId46" Type="http://schemas.openxmlformats.org/officeDocument/2006/relationships/customXml" Target="../ink/ink2737.xml"/><Relationship Id="rId67" Type="http://schemas.openxmlformats.org/officeDocument/2006/relationships/image" Target="../media/image14921.png"/><Relationship Id="rId116" Type="http://schemas.openxmlformats.org/officeDocument/2006/relationships/customXml" Target="../ink/ink2772.xml"/><Relationship Id="rId137" Type="http://schemas.openxmlformats.org/officeDocument/2006/relationships/image" Target="../media/image15270.png"/><Relationship Id="rId158" Type="http://schemas.openxmlformats.org/officeDocument/2006/relationships/customXml" Target="../ink/ink2793.xml"/><Relationship Id="rId20" Type="http://schemas.openxmlformats.org/officeDocument/2006/relationships/customXml" Target="../ink/ink2724.xml"/><Relationship Id="rId41" Type="http://schemas.openxmlformats.org/officeDocument/2006/relationships/image" Target="../media/image14791.png"/><Relationship Id="rId62" Type="http://schemas.openxmlformats.org/officeDocument/2006/relationships/customXml" Target="../ink/ink2745.xml"/><Relationship Id="rId83" Type="http://schemas.openxmlformats.org/officeDocument/2006/relationships/image" Target="../media/image15000.png"/><Relationship Id="rId88" Type="http://schemas.openxmlformats.org/officeDocument/2006/relationships/customXml" Target="../ink/ink2758.xml"/><Relationship Id="rId111" Type="http://schemas.openxmlformats.org/officeDocument/2006/relationships/image" Target="../media/image15140.png"/><Relationship Id="rId132" Type="http://schemas.openxmlformats.org/officeDocument/2006/relationships/customXml" Target="../ink/ink2780.xml"/><Relationship Id="rId153" Type="http://schemas.openxmlformats.org/officeDocument/2006/relationships/image" Target="../media/image15350.png"/><Relationship Id="rId174" Type="http://schemas.openxmlformats.org/officeDocument/2006/relationships/customXml" Target="../ink/ink2801.xml"/><Relationship Id="rId179" Type="http://schemas.openxmlformats.org/officeDocument/2006/relationships/image" Target="../media/image15480.png"/><Relationship Id="rId15" Type="http://schemas.openxmlformats.org/officeDocument/2006/relationships/image" Target="../media/image14661.png"/><Relationship Id="rId36" Type="http://schemas.openxmlformats.org/officeDocument/2006/relationships/customXml" Target="../ink/ink2732.xml"/><Relationship Id="rId57" Type="http://schemas.openxmlformats.org/officeDocument/2006/relationships/image" Target="../media/image14871.png"/><Relationship Id="rId106" Type="http://schemas.openxmlformats.org/officeDocument/2006/relationships/customXml" Target="../ink/ink2767.xml"/><Relationship Id="rId127" Type="http://schemas.openxmlformats.org/officeDocument/2006/relationships/image" Target="../media/image15220.png"/><Relationship Id="rId10" Type="http://schemas.openxmlformats.org/officeDocument/2006/relationships/customXml" Target="../ink/ink2719.xml"/><Relationship Id="rId31" Type="http://schemas.openxmlformats.org/officeDocument/2006/relationships/image" Target="../media/image14741.png"/><Relationship Id="rId52" Type="http://schemas.openxmlformats.org/officeDocument/2006/relationships/customXml" Target="../ink/ink2740.xml"/><Relationship Id="rId73" Type="http://schemas.openxmlformats.org/officeDocument/2006/relationships/image" Target="../media/image14951.png"/><Relationship Id="rId78" Type="http://schemas.openxmlformats.org/officeDocument/2006/relationships/customXml" Target="../ink/ink2753.xml"/><Relationship Id="rId94" Type="http://schemas.openxmlformats.org/officeDocument/2006/relationships/customXml" Target="../ink/ink2761.xml"/><Relationship Id="rId99" Type="http://schemas.openxmlformats.org/officeDocument/2006/relationships/image" Target="../media/image15080.png"/><Relationship Id="rId101" Type="http://schemas.openxmlformats.org/officeDocument/2006/relationships/image" Target="../media/image15090.png"/><Relationship Id="rId122" Type="http://schemas.openxmlformats.org/officeDocument/2006/relationships/customXml" Target="../ink/ink2775.xml"/><Relationship Id="rId143" Type="http://schemas.openxmlformats.org/officeDocument/2006/relationships/image" Target="../media/image15300.png"/><Relationship Id="rId148" Type="http://schemas.openxmlformats.org/officeDocument/2006/relationships/customXml" Target="../ink/ink2788.xml"/><Relationship Id="rId164" Type="http://schemas.openxmlformats.org/officeDocument/2006/relationships/customXml" Target="../ink/ink2796.xml"/><Relationship Id="rId169" Type="http://schemas.openxmlformats.org/officeDocument/2006/relationships/image" Target="../media/image15430.png"/><Relationship Id="rId4" Type="http://schemas.openxmlformats.org/officeDocument/2006/relationships/customXml" Target="../ink/ink2716.xml"/><Relationship Id="rId9" Type="http://schemas.openxmlformats.org/officeDocument/2006/relationships/image" Target="../media/image14631.png"/><Relationship Id="rId26" Type="http://schemas.openxmlformats.org/officeDocument/2006/relationships/customXml" Target="../ink/ink2727.xml"/><Relationship Id="rId47" Type="http://schemas.openxmlformats.org/officeDocument/2006/relationships/image" Target="../media/image14821.png"/><Relationship Id="rId68" Type="http://schemas.openxmlformats.org/officeDocument/2006/relationships/customXml" Target="../ink/ink2748.xml"/><Relationship Id="rId89" Type="http://schemas.openxmlformats.org/officeDocument/2006/relationships/image" Target="../media/image15030.png"/><Relationship Id="rId112" Type="http://schemas.openxmlformats.org/officeDocument/2006/relationships/customXml" Target="../ink/ink2770.xml"/><Relationship Id="rId133" Type="http://schemas.openxmlformats.org/officeDocument/2006/relationships/image" Target="../media/image15250.png"/><Relationship Id="rId154" Type="http://schemas.openxmlformats.org/officeDocument/2006/relationships/customXml" Target="../ink/ink2791.xml"/><Relationship Id="rId175" Type="http://schemas.openxmlformats.org/officeDocument/2006/relationships/image" Target="../media/image15460.png"/><Relationship Id="rId16" Type="http://schemas.openxmlformats.org/officeDocument/2006/relationships/customXml" Target="../ink/ink2722.xml"/><Relationship Id="rId37" Type="http://schemas.openxmlformats.org/officeDocument/2006/relationships/image" Target="../media/image14771.png"/><Relationship Id="rId58" Type="http://schemas.openxmlformats.org/officeDocument/2006/relationships/customXml" Target="../ink/ink2743.xml"/><Relationship Id="rId79" Type="http://schemas.openxmlformats.org/officeDocument/2006/relationships/image" Target="../media/image14981.png"/><Relationship Id="rId102" Type="http://schemas.openxmlformats.org/officeDocument/2006/relationships/customXml" Target="../ink/ink2765.xml"/><Relationship Id="rId123" Type="http://schemas.openxmlformats.org/officeDocument/2006/relationships/image" Target="../media/image15200.png"/><Relationship Id="rId144" Type="http://schemas.openxmlformats.org/officeDocument/2006/relationships/customXml" Target="../ink/ink2786.xml"/><Relationship Id="rId90" Type="http://schemas.openxmlformats.org/officeDocument/2006/relationships/customXml" Target="../ink/ink2759.xml"/><Relationship Id="rId165" Type="http://schemas.openxmlformats.org/officeDocument/2006/relationships/image" Target="../media/image15411.png"/><Relationship Id="rId27" Type="http://schemas.openxmlformats.org/officeDocument/2006/relationships/image" Target="../media/image14721.png"/><Relationship Id="rId48" Type="http://schemas.openxmlformats.org/officeDocument/2006/relationships/customXml" Target="../ink/ink2738.xml"/><Relationship Id="rId69" Type="http://schemas.openxmlformats.org/officeDocument/2006/relationships/image" Target="../media/image14931.png"/><Relationship Id="rId113" Type="http://schemas.openxmlformats.org/officeDocument/2006/relationships/image" Target="../media/image15150.png"/><Relationship Id="rId134" Type="http://schemas.openxmlformats.org/officeDocument/2006/relationships/customXml" Target="../ink/ink2781.xml"/><Relationship Id="rId80" Type="http://schemas.openxmlformats.org/officeDocument/2006/relationships/customXml" Target="../ink/ink2754.xml"/><Relationship Id="rId155" Type="http://schemas.openxmlformats.org/officeDocument/2006/relationships/image" Target="../media/image15360.png"/><Relationship Id="rId176" Type="http://schemas.openxmlformats.org/officeDocument/2006/relationships/customXml" Target="../ink/ink2802.xml"/><Relationship Id="rId17" Type="http://schemas.openxmlformats.org/officeDocument/2006/relationships/image" Target="../media/image14671.png"/><Relationship Id="rId38" Type="http://schemas.openxmlformats.org/officeDocument/2006/relationships/customXml" Target="../ink/ink2733.xml"/><Relationship Id="rId59" Type="http://schemas.openxmlformats.org/officeDocument/2006/relationships/image" Target="../media/image14881.png"/><Relationship Id="rId103" Type="http://schemas.openxmlformats.org/officeDocument/2006/relationships/image" Target="../media/image15101.png"/><Relationship Id="rId124" Type="http://schemas.openxmlformats.org/officeDocument/2006/relationships/customXml" Target="../ink/ink2776.xml"/><Relationship Id="rId70" Type="http://schemas.openxmlformats.org/officeDocument/2006/relationships/customXml" Target="../ink/ink2749.xml"/><Relationship Id="rId91" Type="http://schemas.openxmlformats.org/officeDocument/2006/relationships/image" Target="../media/image15040.png"/><Relationship Id="rId145" Type="http://schemas.openxmlformats.org/officeDocument/2006/relationships/image" Target="../media/image15311.png"/><Relationship Id="rId166" Type="http://schemas.openxmlformats.org/officeDocument/2006/relationships/customXml" Target="../ink/ink279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861.xml"/><Relationship Id="rId21" Type="http://schemas.openxmlformats.org/officeDocument/2006/relationships/customXml" Target="../ink/ink2813.xml"/><Relationship Id="rId42" Type="http://schemas.openxmlformats.org/officeDocument/2006/relationships/image" Target="../media/image1587.png"/><Relationship Id="rId63" Type="http://schemas.openxmlformats.org/officeDocument/2006/relationships/customXml" Target="../ink/ink2834.xml"/><Relationship Id="rId84" Type="http://schemas.openxmlformats.org/officeDocument/2006/relationships/image" Target="../media/image1608.png"/><Relationship Id="rId138" Type="http://schemas.openxmlformats.org/officeDocument/2006/relationships/image" Target="../media/image1635.png"/><Relationship Id="rId159" Type="http://schemas.openxmlformats.org/officeDocument/2006/relationships/customXml" Target="../ink/ink2882.xml"/><Relationship Id="rId107" Type="http://schemas.openxmlformats.org/officeDocument/2006/relationships/customXml" Target="../ink/ink2856.xml"/><Relationship Id="rId11" Type="http://schemas.openxmlformats.org/officeDocument/2006/relationships/customXml" Target="../ink/ink2808.xml"/><Relationship Id="rId32" Type="http://schemas.openxmlformats.org/officeDocument/2006/relationships/image" Target="../media/image1582.png"/><Relationship Id="rId53" Type="http://schemas.openxmlformats.org/officeDocument/2006/relationships/customXml" Target="../ink/ink2829.xml"/><Relationship Id="rId74" Type="http://schemas.openxmlformats.org/officeDocument/2006/relationships/image" Target="../media/image1603.png"/><Relationship Id="rId128" Type="http://schemas.openxmlformats.org/officeDocument/2006/relationships/image" Target="../media/image1630.png"/><Relationship Id="rId149" Type="http://schemas.openxmlformats.org/officeDocument/2006/relationships/customXml" Target="../ink/ink2877.xml"/><Relationship Id="rId5" Type="http://schemas.openxmlformats.org/officeDocument/2006/relationships/customXml" Target="../ink/ink2805.xml"/><Relationship Id="rId95" Type="http://schemas.openxmlformats.org/officeDocument/2006/relationships/customXml" Target="../ink/ink2850.xml"/><Relationship Id="rId160" Type="http://schemas.openxmlformats.org/officeDocument/2006/relationships/image" Target="../media/image1646.png"/><Relationship Id="rId22" Type="http://schemas.openxmlformats.org/officeDocument/2006/relationships/image" Target="../media/image1577.png"/><Relationship Id="rId43" Type="http://schemas.openxmlformats.org/officeDocument/2006/relationships/customXml" Target="../ink/ink2824.xml"/><Relationship Id="rId64" Type="http://schemas.openxmlformats.org/officeDocument/2006/relationships/image" Target="../media/image1598.png"/><Relationship Id="rId118" Type="http://schemas.openxmlformats.org/officeDocument/2006/relationships/image" Target="../media/image1625.png"/><Relationship Id="rId139" Type="http://schemas.openxmlformats.org/officeDocument/2006/relationships/customXml" Target="../ink/ink2872.xml"/><Relationship Id="rId85" Type="http://schemas.openxmlformats.org/officeDocument/2006/relationships/customXml" Target="../ink/ink2845.xml"/><Relationship Id="rId150" Type="http://schemas.openxmlformats.org/officeDocument/2006/relationships/image" Target="../media/image1641.png"/><Relationship Id="rId12" Type="http://schemas.openxmlformats.org/officeDocument/2006/relationships/image" Target="../media/image1572.png"/><Relationship Id="rId17" Type="http://schemas.openxmlformats.org/officeDocument/2006/relationships/customXml" Target="../ink/ink2811.xml"/><Relationship Id="rId33" Type="http://schemas.openxmlformats.org/officeDocument/2006/relationships/customXml" Target="../ink/ink2819.xml"/><Relationship Id="rId38" Type="http://schemas.openxmlformats.org/officeDocument/2006/relationships/image" Target="../media/image1585.png"/><Relationship Id="rId59" Type="http://schemas.openxmlformats.org/officeDocument/2006/relationships/customXml" Target="../ink/ink2832.xml"/><Relationship Id="rId103" Type="http://schemas.openxmlformats.org/officeDocument/2006/relationships/customXml" Target="../ink/ink2854.xml"/><Relationship Id="rId108" Type="http://schemas.openxmlformats.org/officeDocument/2006/relationships/image" Target="../media/image1620.png"/><Relationship Id="rId124" Type="http://schemas.openxmlformats.org/officeDocument/2006/relationships/image" Target="../media/image1628.png"/><Relationship Id="rId129" Type="http://schemas.openxmlformats.org/officeDocument/2006/relationships/customXml" Target="../ink/ink2867.xml"/><Relationship Id="rId54" Type="http://schemas.openxmlformats.org/officeDocument/2006/relationships/image" Target="../media/image1593.png"/><Relationship Id="rId70" Type="http://schemas.openxmlformats.org/officeDocument/2006/relationships/image" Target="../media/image1601.png"/><Relationship Id="rId75" Type="http://schemas.openxmlformats.org/officeDocument/2006/relationships/customXml" Target="../ink/ink2840.xml"/><Relationship Id="rId91" Type="http://schemas.openxmlformats.org/officeDocument/2006/relationships/customXml" Target="../ink/ink2848.xml"/><Relationship Id="rId96" Type="http://schemas.openxmlformats.org/officeDocument/2006/relationships/image" Target="../media/image1614.png"/><Relationship Id="rId140" Type="http://schemas.openxmlformats.org/officeDocument/2006/relationships/image" Target="../media/image1636.png"/><Relationship Id="rId145" Type="http://schemas.openxmlformats.org/officeDocument/2006/relationships/customXml" Target="../ink/ink2875.xml"/><Relationship Id="rId161" Type="http://schemas.openxmlformats.org/officeDocument/2006/relationships/customXml" Target="../ink/ink2883.xml"/><Relationship Id="rId166" Type="http://schemas.openxmlformats.org/officeDocument/2006/relationships/image" Target="../media/image16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69.png"/><Relationship Id="rId23" Type="http://schemas.openxmlformats.org/officeDocument/2006/relationships/customXml" Target="../ink/ink2814.xml"/><Relationship Id="rId28" Type="http://schemas.openxmlformats.org/officeDocument/2006/relationships/image" Target="../media/image1580.png"/><Relationship Id="rId49" Type="http://schemas.openxmlformats.org/officeDocument/2006/relationships/customXml" Target="../ink/ink2827.xml"/><Relationship Id="rId114" Type="http://schemas.openxmlformats.org/officeDocument/2006/relationships/image" Target="../media/image1623.png"/><Relationship Id="rId119" Type="http://schemas.openxmlformats.org/officeDocument/2006/relationships/customXml" Target="../ink/ink2862.xml"/><Relationship Id="rId44" Type="http://schemas.openxmlformats.org/officeDocument/2006/relationships/image" Target="../media/image1588.png"/><Relationship Id="rId60" Type="http://schemas.openxmlformats.org/officeDocument/2006/relationships/image" Target="../media/image1596.png"/><Relationship Id="rId65" Type="http://schemas.openxmlformats.org/officeDocument/2006/relationships/customXml" Target="../ink/ink2835.xml"/><Relationship Id="rId81" Type="http://schemas.openxmlformats.org/officeDocument/2006/relationships/customXml" Target="../ink/ink2843.xml"/><Relationship Id="rId86" Type="http://schemas.openxmlformats.org/officeDocument/2006/relationships/image" Target="../media/image1609.png"/><Relationship Id="rId130" Type="http://schemas.openxmlformats.org/officeDocument/2006/relationships/image" Target="../media/image1631.png"/><Relationship Id="rId135" Type="http://schemas.openxmlformats.org/officeDocument/2006/relationships/customXml" Target="../ink/ink2870.xml"/><Relationship Id="rId151" Type="http://schemas.openxmlformats.org/officeDocument/2006/relationships/customXml" Target="../ink/ink2878.xml"/><Relationship Id="rId156" Type="http://schemas.openxmlformats.org/officeDocument/2006/relationships/image" Target="../media/image1644.png"/><Relationship Id="rId13" Type="http://schemas.openxmlformats.org/officeDocument/2006/relationships/customXml" Target="../ink/ink2809.xml"/><Relationship Id="rId18" Type="http://schemas.openxmlformats.org/officeDocument/2006/relationships/image" Target="../media/image1575.png"/><Relationship Id="rId39" Type="http://schemas.openxmlformats.org/officeDocument/2006/relationships/customXml" Target="../ink/ink2822.xml"/><Relationship Id="rId109" Type="http://schemas.openxmlformats.org/officeDocument/2006/relationships/customXml" Target="../ink/ink2857.xml"/><Relationship Id="rId34" Type="http://schemas.openxmlformats.org/officeDocument/2006/relationships/image" Target="../media/image1583.png"/><Relationship Id="rId50" Type="http://schemas.openxmlformats.org/officeDocument/2006/relationships/image" Target="../media/image1591.png"/><Relationship Id="rId55" Type="http://schemas.openxmlformats.org/officeDocument/2006/relationships/customXml" Target="../ink/ink2830.xml"/><Relationship Id="rId76" Type="http://schemas.openxmlformats.org/officeDocument/2006/relationships/image" Target="../media/image1604.png"/><Relationship Id="rId97" Type="http://schemas.openxmlformats.org/officeDocument/2006/relationships/customXml" Target="../ink/ink2851.xml"/><Relationship Id="rId104" Type="http://schemas.openxmlformats.org/officeDocument/2006/relationships/image" Target="../media/image1618.png"/><Relationship Id="rId120" Type="http://schemas.openxmlformats.org/officeDocument/2006/relationships/image" Target="../media/image1626.png"/><Relationship Id="rId125" Type="http://schemas.openxmlformats.org/officeDocument/2006/relationships/customXml" Target="../ink/ink2865.xml"/><Relationship Id="rId141" Type="http://schemas.openxmlformats.org/officeDocument/2006/relationships/customXml" Target="../ink/ink2873.xml"/><Relationship Id="rId146" Type="http://schemas.openxmlformats.org/officeDocument/2006/relationships/image" Target="../media/image1639.png"/><Relationship Id="rId167" Type="http://schemas.openxmlformats.org/officeDocument/2006/relationships/customXml" Target="../ink/ink2886.xml"/><Relationship Id="rId7" Type="http://schemas.openxmlformats.org/officeDocument/2006/relationships/customXml" Target="../ink/ink2806.xml"/><Relationship Id="rId71" Type="http://schemas.openxmlformats.org/officeDocument/2006/relationships/customXml" Target="../ink/ink2838.xml"/><Relationship Id="rId92" Type="http://schemas.openxmlformats.org/officeDocument/2006/relationships/image" Target="../media/image1612.png"/><Relationship Id="rId162" Type="http://schemas.openxmlformats.org/officeDocument/2006/relationships/image" Target="../media/image1647.png"/><Relationship Id="rId2" Type="http://schemas.openxmlformats.org/officeDocument/2006/relationships/image" Target="../media/image1567.png"/><Relationship Id="rId29" Type="http://schemas.openxmlformats.org/officeDocument/2006/relationships/customXml" Target="../ink/ink2817.xml"/><Relationship Id="rId24" Type="http://schemas.openxmlformats.org/officeDocument/2006/relationships/image" Target="../media/image1578.png"/><Relationship Id="rId40" Type="http://schemas.openxmlformats.org/officeDocument/2006/relationships/image" Target="../media/image1586.png"/><Relationship Id="rId45" Type="http://schemas.openxmlformats.org/officeDocument/2006/relationships/customXml" Target="../ink/ink2825.xml"/><Relationship Id="rId66" Type="http://schemas.openxmlformats.org/officeDocument/2006/relationships/image" Target="../media/image1599.png"/><Relationship Id="rId87" Type="http://schemas.openxmlformats.org/officeDocument/2006/relationships/customXml" Target="../ink/ink2846.xml"/><Relationship Id="rId110" Type="http://schemas.openxmlformats.org/officeDocument/2006/relationships/image" Target="../media/image1621.png"/><Relationship Id="rId115" Type="http://schemas.openxmlformats.org/officeDocument/2006/relationships/customXml" Target="../ink/ink2860.xml"/><Relationship Id="rId131" Type="http://schemas.openxmlformats.org/officeDocument/2006/relationships/customXml" Target="../ink/ink2868.xml"/><Relationship Id="rId136" Type="http://schemas.openxmlformats.org/officeDocument/2006/relationships/image" Target="../media/image1634.png"/><Relationship Id="rId157" Type="http://schemas.openxmlformats.org/officeDocument/2006/relationships/customXml" Target="../ink/ink2881.xml"/><Relationship Id="rId61" Type="http://schemas.openxmlformats.org/officeDocument/2006/relationships/customXml" Target="../ink/ink2833.xml"/><Relationship Id="rId82" Type="http://schemas.openxmlformats.org/officeDocument/2006/relationships/image" Target="../media/image1607.png"/><Relationship Id="rId152" Type="http://schemas.openxmlformats.org/officeDocument/2006/relationships/image" Target="../media/image1642.png"/><Relationship Id="rId19" Type="http://schemas.openxmlformats.org/officeDocument/2006/relationships/customXml" Target="../ink/ink2812.xml"/><Relationship Id="rId14" Type="http://schemas.openxmlformats.org/officeDocument/2006/relationships/image" Target="../media/image1573.png"/><Relationship Id="rId30" Type="http://schemas.openxmlformats.org/officeDocument/2006/relationships/image" Target="../media/image1581.png"/><Relationship Id="rId35" Type="http://schemas.openxmlformats.org/officeDocument/2006/relationships/customXml" Target="../ink/ink2820.xml"/><Relationship Id="rId56" Type="http://schemas.openxmlformats.org/officeDocument/2006/relationships/image" Target="../media/image1594.png"/><Relationship Id="rId77" Type="http://schemas.openxmlformats.org/officeDocument/2006/relationships/customXml" Target="../ink/ink2841.xml"/><Relationship Id="rId100" Type="http://schemas.openxmlformats.org/officeDocument/2006/relationships/image" Target="../media/image1616.png"/><Relationship Id="rId105" Type="http://schemas.openxmlformats.org/officeDocument/2006/relationships/customXml" Target="../ink/ink2855.xml"/><Relationship Id="rId126" Type="http://schemas.openxmlformats.org/officeDocument/2006/relationships/image" Target="../media/image1629.png"/><Relationship Id="rId147" Type="http://schemas.openxmlformats.org/officeDocument/2006/relationships/customXml" Target="../ink/ink2876.xml"/><Relationship Id="rId168" Type="http://schemas.openxmlformats.org/officeDocument/2006/relationships/image" Target="../media/image1650.png"/><Relationship Id="rId8" Type="http://schemas.openxmlformats.org/officeDocument/2006/relationships/image" Target="../media/image1570.png"/><Relationship Id="rId51" Type="http://schemas.openxmlformats.org/officeDocument/2006/relationships/customXml" Target="../ink/ink2828.xml"/><Relationship Id="rId72" Type="http://schemas.openxmlformats.org/officeDocument/2006/relationships/image" Target="../media/image1602.png"/><Relationship Id="rId93" Type="http://schemas.openxmlformats.org/officeDocument/2006/relationships/customXml" Target="../ink/ink2849.xml"/><Relationship Id="rId98" Type="http://schemas.openxmlformats.org/officeDocument/2006/relationships/image" Target="../media/image1615.png"/><Relationship Id="rId121" Type="http://schemas.openxmlformats.org/officeDocument/2006/relationships/customXml" Target="../ink/ink2863.xml"/><Relationship Id="rId142" Type="http://schemas.openxmlformats.org/officeDocument/2006/relationships/image" Target="../media/image1637.png"/><Relationship Id="rId163" Type="http://schemas.openxmlformats.org/officeDocument/2006/relationships/customXml" Target="../ink/ink2884.xml"/><Relationship Id="rId3" Type="http://schemas.openxmlformats.org/officeDocument/2006/relationships/customXml" Target="../ink/ink2804.xml"/><Relationship Id="rId25" Type="http://schemas.openxmlformats.org/officeDocument/2006/relationships/customXml" Target="../ink/ink2815.xml"/><Relationship Id="rId46" Type="http://schemas.openxmlformats.org/officeDocument/2006/relationships/image" Target="../media/image1589.png"/><Relationship Id="rId67" Type="http://schemas.openxmlformats.org/officeDocument/2006/relationships/customXml" Target="../ink/ink2836.xml"/><Relationship Id="rId116" Type="http://schemas.openxmlformats.org/officeDocument/2006/relationships/image" Target="../media/image1624.png"/><Relationship Id="rId137" Type="http://schemas.openxmlformats.org/officeDocument/2006/relationships/customXml" Target="../ink/ink2871.xml"/><Relationship Id="rId158" Type="http://schemas.openxmlformats.org/officeDocument/2006/relationships/image" Target="../media/image1645.png"/><Relationship Id="rId20" Type="http://schemas.openxmlformats.org/officeDocument/2006/relationships/image" Target="../media/image1576.png"/><Relationship Id="rId41" Type="http://schemas.openxmlformats.org/officeDocument/2006/relationships/customXml" Target="../ink/ink2823.xml"/><Relationship Id="rId62" Type="http://schemas.openxmlformats.org/officeDocument/2006/relationships/image" Target="../media/image1597.png"/><Relationship Id="rId83" Type="http://schemas.openxmlformats.org/officeDocument/2006/relationships/customXml" Target="../ink/ink2844.xml"/><Relationship Id="rId88" Type="http://schemas.openxmlformats.org/officeDocument/2006/relationships/image" Target="../media/image1610.png"/><Relationship Id="rId111" Type="http://schemas.openxmlformats.org/officeDocument/2006/relationships/customXml" Target="../ink/ink2858.xml"/><Relationship Id="rId132" Type="http://schemas.openxmlformats.org/officeDocument/2006/relationships/image" Target="../media/image1632.png"/><Relationship Id="rId153" Type="http://schemas.openxmlformats.org/officeDocument/2006/relationships/customXml" Target="../ink/ink2879.xml"/><Relationship Id="rId15" Type="http://schemas.openxmlformats.org/officeDocument/2006/relationships/customXml" Target="../ink/ink2810.xml"/><Relationship Id="rId36" Type="http://schemas.openxmlformats.org/officeDocument/2006/relationships/image" Target="../media/image1584.png"/><Relationship Id="rId57" Type="http://schemas.openxmlformats.org/officeDocument/2006/relationships/customXml" Target="../ink/ink2831.xml"/><Relationship Id="rId106" Type="http://schemas.openxmlformats.org/officeDocument/2006/relationships/image" Target="../media/image1619.png"/><Relationship Id="rId127" Type="http://schemas.openxmlformats.org/officeDocument/2006/relationships/customXml" Target="../ink/ink2866.xml"/><Relationship Id="rId10" Type="http://schemas.openxmlformats.org/officeDocument/2006/relationships/image" Target="../media/image1571.png"/><Relationship Id="rId31" Type="http://schemas.openxmlformats.org/officeDocument/2006/relationships/customXml" Target="../ink/ink2818.xml"/><Relationship Id="rId52" Type="http://schemas.openxmlformats.org/officeDocument/2006/relationships/image" Target="../media/image1592.png"/><Relationship Id="rId73" Type="http://schemas.openxmlformats.org/officeDocument/2006/relationships/customXml" Target="../ink/ink2839.xml"/><Relationship Id="rId78" Type="http://schemas.openxmlformats.org/officeDocument/2006/relationships/image" Target="../media/image1605.png"/><Relationship Id="rId94" Type="http://schemas.openxmlformats.org/officeDocument/2006/relationships/image" Target="../media/image1613.png"/><Relationship Id="rId99" Type="http://schemas.openxmlformats.org/officeDocument/2006/relationships/customXml" Target="../ink/ink2852.xml"/><Relationship Id="rId101" Type="http://schemas.openxmlformats.org/officeDocument/2006/relationships/customXml" Target="../ink/ink2853.xml"/><Relationship Id="rId122" Type="http://schemas.openxmlformats.org/officeDocument/2006/relationships/image" Target="../media/image1627.png"/><Relationship Id="rId143" Type="http://schemas.openxmlformats.org/officeDocument/2006/relationships/customXml" Target="../ink/ink2874.xml"/><Relationship Id="rId148" Type="http://schemas.openxmlformats.org/officeDocument/2006/relationships/image" Target="../media/image1640.png"/><Relationship Id="rId164" Type="http://schemas.openxmlformats.org/officeDocument/2006/relationships/image" Target="../media/image1648.png"/><Relationship Id="rId4" Type="http://schemas.openxmlformats.org/officeDocument/2006/relationships/image" Target="../media/image1568.png"/><Relationship Id="rId9" Type="http://schemas.openxmlformats.org/officeDocument/2006/relationships/customXml" Target="../ink/ink2807.xml"/><Relationship Id="rId26" Type="http://schemas.openxmlformats.org/officeDocument/2006/relationships/image" Target="../media/image1579.png"/><Relationship Id="rId47" Type="http://schemas.openxmlformats.org/officeDocument/2006/relationships/customXml" Target="../ink/ink2826.xml"/><Relationship Id="rId68" Type="http://schemas.openxmlformats.org/officeDocument/2006/relationships/image" Target="../media/image1600.png"/><Relationship Id="rId89" Type="http://schemas.openxmlformats.org/officeDocument/2006/relationships/customXml" Target="../ink/ink2847.xml"/><Relationship Id="rId112" Type="http://schemas.openxmlformats.org/officeDocument/2006/relationships/image" Target="../media/image1622.png"/><Relationship Id="rId133" Type="http://schemas.openxmlformats.org/officeDocument/2006/relationships/customXml" Target="../ink/ink2869.xml"/><Relationship Id="rId154" Type="http://schemas.openxmlformats.org/officeDocument/2006/relationships/image" Target="../media/image1643.png"/><Relationship Id="rId16" Type="http://schemas.openxmlformats.org/officeDocument/2006/relationships/image" Target="../media/image1574.png"/><Relationship Id="rId37" Type="http://schemas.openxmlformats.org/officeDocument/2006/relationships/customXml" Target="../ink/ink2821.xml"/><Relationship Id="rId58" Type="http://schemas.openxmlformats.org/officeDocument/2006/relationships/image" Target="../media/image1595.png"/><Relationship Id="rId79" Type="http://schemas.openxmlformats.org/officeDocument/2006/relationships/customXml" Target="../ink/ink2842.xml"/><Relationship Id="rId102" Type="http://schemas.openxmlformats.org/officeDocument/2006/relationships/image" Target="../media/image1617.png"/><Relationship Id="rId123" Type="http://schemas.openxmlformats.org/officeDocument/2006/relationships/customXml" Target="../ink/ink2864.xml"/><Relationship Id="rId144" Type="http://schemas.openxmlformats.org/officeDocument/2006/relationships/image" Target="../media/image1638.png"/><Relationship Id="rId90" Type="http://schemas.openxmlformats.org/officeDocument/2006/relationships/image" Target="../media/image1611.png"/><Relationship Id="rId165" Type="http://schemas.openxmlformats.org/officeDocument/2006/relationships/customXml" Target="../ink/ink2885.xml"/><Relationship Id="rId27" Type="http://schemas.openxmlformats.org/officeDocument/2006/relationships/customXml" Target="../ink/ink2816.xml"/><Relationship Id="rId48" Type="http://schemas.openxmlformats.org/officeDocument/2006/relationships/image" Target="../media/image1590.png"/><Relationship Id="rId69" Type="http://schemas.openxmlformats.org/officeDocument/2006/relationships/customXml" Target="../ink/ink2837.xml"/><Relationship Id="rId113" Type="http://schemas.openxmlformats.org/officeDocument/2006/relationships/customXml" Target="../ink/ink2859.xml"/><Relationship Id="rId134" Type="http://schemas.openxmlformats.org/officeDocument/2006/relationships/image" Target="../media/image1633.png"/><Relationship Id="rId80" Type="http://schemas.openxmlformats.org/officeDocument/2006/relationships/image" Target="../media/image1606.png"/><Relationship Id="rId155" Type="http://schemas.openxmlformats.org/officeDocument/2006/relationships/customXml" Target="../ink/ink2880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898.xml"/><Relationship Id="rId21" Type="http://schemas.openxmlformats.org/officeDocument/2006/relationships/image" Target="../media/image14680.png"/><Relationship Id="rId42" Type="http://schemas.openxmlformats.org/officeDocument/2006/relationships/customXml" Target="../ink/ink2906.xml"/><Relationship Id="rId47" Type="http://schemas.openxmlformats.org/officeDocument/2006/relationships/image" Target="../media/image14810.png"/><Relationship Id="rId63" Type="http://schemas.openxmlformats.org/officeDocument/2006/relationships/image" Target="../media/image14890.png"/><Relationship Id="rId68" Type="http://schemas.openxmlformats.org/officeDocument/2006/relationships/customXml" Target="../ink/ink2919.xml"/><Relationship Id="rId16" Type="http://schemas.openxmlformats.org/officeDocument/2006/relationships/customXml" Target="../ink/ink2893.xml"/><Relationship Id="rId11" Type="http://schemas.openxmlformats.org/officeDocument/2006/relationships/image" Target="../media/image14630.png"/><Relationship Id="rId32" Type="http://schemas.openxmlformats.org/officeDocument/2006/relationships/customXml" Target="../ink/ink2901.xml"/><Relationship Id="rId37" Type="http://schemas.openxmlformats.org/officeDocument/2006/relationships/image" Target="../media/image14760.png"/><Relationship Id="rId53" Type="http://schemas.openxmlformats.org/officeDocument/2006/relationships/image" Target="../media/image14840.png"/><Relationship Id="rId58" Type="http://schemas.openxmlformats.org/officeDocument/2006/relationships/customXml" Target="../ink/ink2914.xml"/><Relationship Id="rId74" Type="http://schemas.openxmlformats.org/officeDocument/2006/relationships/customXml" Target="../ink/ink2922.xml"/><Relationship Id="rId79" Type="http://schemas.openxmlformats.org/officeDocument/2006/relationships/image" Target="../media/image14970.png"/><Relationship Id="rId5" Type="http://schemas.openxmlformats.org/officeDocument/2006/relationships/image" Target="../media/image14600.png"/><Relationship Id="rId61" Type="http://schemas.openxmlformats.org/officeDocument/2006/relationships/image" Target="../media/image14880.png"/><Relationship Id="rId19" Type="http://schemas.openxmlformats.org/officeDocument/2006/relationships/image" Target="../media/image14670.png"/><Relationship Id="rId14" Type="http://schemas.openxmlformats.org/officeDocument/2006/relationships/customXml" Target="../ink/ink2892.xml"/><Relationship Id="rId22" Type="http://schemas.openxmlformats.org/officeDocument/2006/relationships/customXml" Target="../ink/ink2896.xml"/><Relationship Id="rId27" Type="http://schemas.openxmlformats.org/officeDocument/2006/relationships/image" Target="../media/image14710.png"/><Relationship Id="rId30" Type="http://schemas.openxmlformats.org/officeDocument/2006/relationships/customXml" Target="../ink/ink2900.xml"/><Relationship Id="rId35" Type="http://schemas.openxmlformats.org/officeDocument/2006/relationships/image" Target="../media/image14750.png"/><Relationship Id="rId43" Type="http://schemas.openxmlformats.org/officeDocument/2006/relationships/image" Target="../media/image14790.png"/><Relationship Id="rId48" Type="http://schemas.openxmlformats.org/officeDocument/2006/relationships/customXml" Target="../ink/ink2909.xml"/><Relationship Id="rId56" Type="http://schemas.openxmlformats.org/officeDocument/2006/relationships/customXml" Target="../ink/ink2913.xml"/><Relationship Id="rId64" Type="http://schemas.openxmlformats.org/officeDocument/2006/relationships/customXml" Target="../ink/ink2917.xml"/><Relationship Id="rId69" Type="http://schemas.openxmlformats.org/officeDocument/2006/relationships/image" Target="../media/image14920.png"/><Relationship Id="rId77" Type="http://schemas.openxmlformats.org/officeDocument/2006/relationships/image" Target="../media/image14960.png"/><Relationship Id="rId8" Type="http://schemas.openxmlformats.org/officeDocument/2006/relationships/customXml" Target="../ink/ink2889.xml"/><Relationship Id="rId51" Type="http://schemas.openxmlformats.org/officeDocument/2006/relationships/image" Target="../media/image14830.png"/><Relationship Id="rId72" Type="http://schemas.openxmlformats.org/officeDocument/2006/relationships/customXml" Target="../ink/ink2921.xml"/><Relationship Id="rId80" Type="http://schemas.openxmlformats.org/officeDocument/2006/relationships/customXml" Target="../ink/ink2925.xml"/><Relationship Id="rId3" Type="http://schemas.openxmlformats.org/officeDocument/2006/relationships/image" Target="../media/image1652.png"/><Relationship Id="rId12" Type="http://schemas.openxmlformats.org/officeDocument/2006/relationships/customXml" Target="../ink/ink2891.xml"/><Relationship Id="rId17" Type="http://schemas.openxmlformats.org/officeDocument/2006/relationships/image" Target="../media/image14660.png"/><Relationship Id="rId25" Type="http://schemas.openxmlformats.org/officeDocument/2006/relationships/image" Target="../media/image14700.png"/><Relationship Id="rId33" Type="http://schemas.openxmlformats.org/officeDocument/2006/relationships/image" Target="../media/image14740.png"/><Relationship Id="rId38" Type="http://schemas.openxmlformats.org/officeDocument/2006/relationships/customXml" Target="../ink/ink2904.xml"/><Relationship Id="rId46" Type="http://schemas.openxmlformats.org/officeDocument/2006/relationships/customXml" Target="../ink/ink2908.xml"/><Relationship Id="rId59" Type="http://schemas.openxmlformats.org/officeDocument/2006/relationships/image" Target="../media/image14870.png"/><Relationship Id="rId67" Type="http://schemas.openxmlformats.org/officeDocument/2006/relationships/image" Target="../media/image14910.png"/><Relationship Id="rId20" Type="http://schemas.openxmlformats.org/officeDocument/2006/relationships/customXml" Target="../ink/ink2895.xml"/><Relationship Id="rId41" Type="http://schemas.openxmlformats.org/officeDocument/2006/relationships/image" Target="../media/image14780.png"/><Relationship Id="rId54" Type="http://schemas.openxmlformats.org/officeDocument/2006/relationships/customXml" Target="../ink/ink2912.xml"/><Relationship Id="rId62" Type="http://schemas.openxmlformats.org/officeDocument/2006/relationships/customXml" Target="../ink/ink2916.xml"/><Relationship Id="rId70" Type="http://schemas.openxmlformats.org/officeDocument/2006/relationships/customXml" Target="../ink/ink2920.xml"/><Relationship Id="rId75" Type="http://schemas.openxmlformats.org/officeDocument/2006/relationships/image" Target="../media/image1495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888.xml"/><Relationship Id="rId15" Type="http://schemas.openxmlformats.org/officeDocument/2006/relationships/image" Target="../media/image14650.png"/><Relationship Id="rId23" Type="http://schemas.openxmlformats.org/officeDocument/2006/relationships/image" Target="../media/image14690.png"/><Relationship Id="rId28" Type="http://schemas.openxmlformats.org/officeDocument/2006/relationships/customXml" Target="../ink/ink2899.xml"/><Relationship Id="rId36" Type="http://schemas.openxmlformats.org/officeDocument/2006/relationships/customXml" Target="../ink/ink2903.xml"/><Relationship Id="rId49" Type="http://schemas.openxmlformats.org/officeDocument/2006/relationships/image" Target="../media/image14820.png"/><Relationship Id="rId57" Type="http://schemas.openxmlformats.org/officeDocument/2006/relationships/image" Target="../media/image14860.png"/><Relationship Id="rId10" Type="http://schemas.openxmlformats.org/officeDocument/2006/relationships/customXml" Target="../ink/ink2890.xml"/><Relationship Id="rId31" Type="http://schemas.openxmlformats.org/officeDocument/2006/relationships/image" Target="../media/image14730.png"/><Relationship Id="rId44" Type="http://schemas.openxmlformats.org/officeDocument/2006/relationships/customXml" Target="../ink/ink2907.xml"/><Relationship Id="rId52" Type="http://schemas.openxmlformats.org/officeDocument/2006/relationships/customXml" Target="../ink/ink2911.xml"/><Relationship Id="rId60" Type="http://schemas.openxmlformats.org/officeDocument/2006/relationships/customXml" Target="../ink/ink2915.xml"/><Relationship Id="rId65" Type="http://schemas.openxmlformats.org/officeDocument/2006/relationships/image" Target="../media/image14900.png"/><Relationship Id="rId73" Type="http://schemas.openxmlformats.org/officeDocument/2006/relationships/image" Target="../media/image14940.png"/><Relationship Id="rId78" Type="http://schemas.openxmlformats.org/officeDocument/2006/relationships/customXml" Target="../ink/ink2924.xml"/><Relationship Id="rId81" Type="http://schemas.openxmlformats.org/officeDocument/2006/relationships/image" Target="../media/image14980.png"/><Relationship Id="rId4" Type="http://schemas.openxmlformats.org/officeDocument/2006/relationships/customXml" Target="../ink/ink2887.xml"/><Relationship Id="rId9" Type="http://schemas.openxmlformats.org/officeDocument/2006/relationships/image" Target="../media/image14620.png"/><Relationship Id="rId13" Type="http://schemas.openxmlformats.org/officeDocument/2006/relationships/image" Target="../media/image14640.png"/><Relationship Id="rId18" Type="http://schemas.openxmlformats.org/officeDocument/2006/relationships/customXml" Target="../ink/ink2894.xml"/><Relationship Id="rId39" Type="http://schemas.openxmlformats.org/officeDocument/2006/relationships/image" Target="../media/image14770.png"/><Relationship Id="rId34" Type="http://schemas.openxmlformats.org/officeDocument/2006/relationships/customXml" Target="../ink/ink2902.xml"/><Relationship Id="rId50" Type="http://schemas.openxmlformats.org/officeDocument/2006/relationships/customXml" Target="../ink/ink2910.xml"/><Relationship Id="rId55" Type="http://schemas.openxmlformats.org/officeDocument/2006/relationships/image" Target="../media/image14850.png"/><Relationship Id="rId76" Type="http://schemas.openxmlformats.org/officeDocument/2006/relationships/customXml" Target="../ink/ink2923.xml"/><Relationship Id="rId7" Type="http://schemas.openxmlformats.org/officeDocument/2006/relationships/image" Target="../media/image14610.png"/><Relationship Id="rId71" Type="http://schemas.openxmlformats.org/officeDocument/2006/relationships/image" Target="../media/image14930.png"/><Relationship Id="rId2" Type="http://schemas.openxmlformats.org/officeDocument/2006/relationships/image" Target="../media/image1651.png"/><Relationship Id="rId29" Type="http://schemas.openxmlformats.org/officeDocument/2006/relationships/image" Target="../media/image14720.png"/><Relationship Id="rId24" Type="http://schemas.openxmlformats.org/officeDocument/2006/relationships/customXml" Target="../ink/ink2897.xml"/><Relationship Id="rId40" Type="http://schemas.openxmlformats.org/officeDocument/2006/relationships/customXml" Target="../ink/ink2905.xml"/><Relationship Id="rId45" Type="http://schemas.openxmlformats.org/officeDocument/2006/relationships/image" Target="../media/image14800.png"/><Relationship Id="rId66" Type="http://schemas.openxmlformats.org/officeDocument/2006/relationships/customXml" Target="../ink/ink2918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657.png"/><Relationship Id="rId21" Type="http://schemas.openxmlformats.org/officeDocument/2006/relationships/customXml" Target="../ink/ink2935.xml"/><Relationship Id="rId42" Type="http://schemas.openxmlformats.org/officeDocument/2006/relationships/image" Target="../media/image1665.png"/><Relationship Id="rId47" Type="http://schemas.openxmlformats.org/officeDocument/2006/relationships/customXml" Target="../ink/ink2948.xml"/><Relationship Id="rId63" Type="http://schemas.openxmlformats.org/officeDocument/2006/relationships/customXml" Target="../ink/ink2956.xml"/><Relationship Id="rId68" Type="http://schemas.openxmlformats.org/officeDocument/2006/relationships/image" Target="../media/image1678.png"/><Relationship Id="rId7" Type="http://schemas.openxmlformats.org/officeDocument/2006/relationships/customXml" Target="../ink/ink2928.xml"/><Relationship Id="rId2" Type="http://schemas.openxmlformats.org/officeDocument/2006/relationships/image" Target="../media/image1653.png"/><Relationship Id="rId16" Type="http://schemas.openxmlformats.org/officeDocument/2006/relationships/image" Target="../media/image8830.png"/><Relationship Id="rId29" Type="http://schemas.openxmlformats.org/officeDocument/2006/relationships/customXml" Target="../ink/ink2939.xml"/><Relationship Id="rId11" Type="http://schemas.openxmlformats.org/officeDocument/2006/relationships/customXml" Target="../ink/ink2930.xml"/><Relationship Id="rId24" Type="http://schemas.openxmlformats.org/officeDocument/2006/relationships/image" Target="../media/image1656.png"/><Relationship Id="rId32" Type="http://schemas.openxmlformats.org/officeDocument/2006/relationships/image" Target="../media/image1660.png"/><Relationship Id="rId37" Type="http://schemas.openxmlformats.org/officeDocument/2006/relationships/customXml" Target="../ink/ink2943.xml"/><Relationship Id="rId40" Type="http://schemas.openxmlformats.org/officeDocument/2006/relationships/image" Target="../media/image1664.png"/><Relationship Id="rId45" Type="http://schemas.openxmlformats.org/officeDocument/2006/relationships/customXml" Target="../ink/ink2947.xml"/><Relationship Id="rId53" Type="http://schemas.openxmlformats.org/officeDocument/2006/relationships/customXml" Target="../ink/ink2951.xml"/><Relationship Id="rId58" Type="http://schemas.openxmlformats.org/officeDocument/2006/relationships/image" Target="../media/image1673.png"/><Relationship Id="rId66" Type="http://schemas.openxmlformats.org/officeDocument/2006/relationships/image" Target="../media/image1677.png"/><Relationship Id="rId5" Type="http://schemas.openxmlformats.org/officeDocument/2006/relationships/customXml" Target="../ink/ink2927.xml"/><Relationship Id="rId61" Type="http://schemas.openxmlformats.org/officeDocument/2006/relationships/customXml" Target="../ink/ink2955.xml"/><Relationship Id="rId19" Type="http://schemas.openxmlformats.org/officeDocument/2006/relationships/customXml" Target="../ink/ink2934.xml"/><Relationship Id="rId14" Type="http://schemas.openxmlformats.org/officeDocument/2006/relationships/image" Target="../media/image8820.png"/><Relationship Id="rId22" Type="http://schemas.openxmlformats.org/officeDocument/2006/relationships/image" Target="../media/image1655.png"/><Relationship Id="rId27" Type="http://schemas.openxmlformats.org/officeDocument/2006/relationships/customXml" Target="../ink/ink2938.xml"/><Relationship Id="rId30" Type="http://schemas.openxmlformats.org/officeDocument/2006/relationships/image" Target="../media/image1659.png"/><Relationship Id="rId35" Type="http://schemas.openxmlformats.org/officeDocument/2006/relationships/customXml" Target="../ink/ink2942.xml"/><Relationship Id="rId43" Type="http://schemas.openxmlformats.org/officeDocument/2006/relationships/customXml" Target="../ink/ink2946.xml"/><Relationship Id="rId48" Type="http://schemas.openxmlformats.org/officeDocument/2006/relationships/image" Target="../media/image1668.png"/><Relationship Id="rId56" Type="http://schemas.openxmlformats.org/officeDocument/2006/relationships/image" Target="../media/image1672.png"/><Relationship Id="rId64" Type="http://schemas.openxmlformats.org/officeDocument/2006/relationships/image" Target="../media/image1676.png"/><Relationship Id="rId69" Type="http://schemas.openxmlformats.org/officeDocument/2006/relationships/customXml" Target="../ink/ink2959.xml"/><Relationship Id="rId8" Type="http://schemas.openxmlformats.org/officeDocument/2006/relationships/image" Target="../media/image8790.png"/><Relationship Id="rId51" Type="http://schemas.openxmlformats.org/officeDocument/2006/relationships/customXml" Target="../ink/ink2950.xml"/><Relationship Id="rId3" Type="http://schemas.openxmlformats.org/officeDocument/2006/relationships/customXml" Target="../ink/ink2926.xml"/><Relationship Id="rId12" Type="http://schemas.openxmlformats.org/officeDocument/2006/relationships/image" Target="../media/image8810.png"/><Relationship Id="rId17" Type="http://schemas.openxmlformats.org/officeDocument/2006/relationships/customXml" Target="../ink/ink2933.xml"/><Relationship Id="rId25" Type="http://schemas.openxmlformats.org/officeDocument/2006/relationships/customXml" Target="../ink/ink2937.xml"/><Relationship Id="rId33" Type="http://schemas.openxmlformats.org/officeDocument/2006/relationships/customXml" Target="../ink/ink2941.xml"/><Relationship Id="rId38" Type="http://schemas.openxmlformats.org/officeDocument/2006/relationships/image" Target="../media/image1663.png"/><Relationship Id="rId46" Type="http://schemas.openxmlformats.org/officeDocument/2006/relationships/image" Target="../media/image1667.png"/><Relationship Id="rId59" Type="http://schemas.openxmlformats.org/officeDocument/2006/relationships/customXml" Target="../ink/ink2954.xml"/><Relationship Id="rId67" Type="http://schemas.openxmlformats.org/officeDocument/2006/relationships/customXml" Target="../ink/ink2958.xml"/><Relationship Id="rId20" Type="http://schemas.openxmlformats.org/officeDocument/2006/relationships/image" Target="../media/image1654.png"/><Relationship Id="rId41" Type="http://schemas.openxmlformats.org/officeDocument/2006/relationships/customXml" Target="../ink/ink2945.xml"/><Relationship Id="rId54" Type="http://schemas.openxmlformats.org/officeDocument/2006/relationships/image" Target="../media/image1671.png"/><Relationship Id="rId62" Type="http://schemas.openxmlformats.org/officeDocument/2006/relationships/image" Target="../media/image1675.png"/><Relationship Id="rId70" Type="http://schemas.openxmlformats.org/officeDocument/2006/relationships/image" Target="../media/image16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80.png"/><Relationship Id="rId15" Type="http://schemas.openxmlformats.org/officeDocument/2006/relationships/customXml" Target="../ink/ink2932.xml"/><Relationship Id="rId23" Type="http://schemas.openxmlformats.org/officeDocument/2006/relationships/customXml" Target="../ink/ink2936.xml"/><Relationship Id="rId28" Type="http://schemas.openxmlformats.org/officeDocument/2006/relationships/image" Target="../media/image1658.png"/><Relationship Id="rId36" Type="http://schemas.openxmlformats.org/officeDocument/2006/relationships/image" Target="../media/image1662.png"/><Relationship Id="rId49" Type="http://schemas.openxmlformats.org/officeDocument/2006/relationships/customXml" Target="../ink/ink2949.xml"/><Relationship Id="rId57" Type="http://schemas.openxmlformats.org/officeDocument/2006/relationships/customXml" Target="../ink/ink2953.xml"/><Relationship Id="rId10" Type="http://schemas.openxmlformats.org/officeDocument/2006/relationships/image" Target="../media/image8800.png"/><Relationship Id="rId31" Type="http://schemas.openxmlformats.org/officeDocument/2006/relationships/customXml" Target="../ink/ink2940.xml"/><Relationship Id="rId44" Type="http://schemas.openxmlformats.org/officeDocument/2006/relationships/image" Target="../media/image1666.png"/><Relationship Id="rId52" Type="http://schemas.openxmlformats.org/officeDocument/2006/relationships/image" Target="../media/image1670.png"/><Relationship Id="rId60" Type="http://schemas.openxmlformats.org/officeDocument/2006/relationships/image" Target="../media/image1674.png"/><Relationship Id="rId65" Type="http://schemas.openxmlformats.org/officeDocument/2006/relationships/customXml" Target="../ink/ink2957.xml"/><Relationship Id="rId4" Type="http://schemas.openxmlformats.org/officeDocument/2006/relationships/image" Target="../media/image8770.png"/><Relationship Id="rId9" Type="http://schemas.openxmlformats.org/officeDocument/2006/relationships/customXml" Target="../ink/ink2929.xml"/><Relationship Id="rId13" Type="http://schemas.openxmlformats.org/officeDocument/2006/relationships/customXml" Target="../ink/ink2931.xml"/><Relationship Id="rId18" Type="http://schemas.openxmlformats.org/officeDocument/2006/relationships/image" Target="../media/image8840.png"/><Relationship Id="rId39" Type="http://schemas.openxmlformats.org/officeDocument/2006/relationships/customXml" Target="../ink/ink2944.xml"/><Relationship Id="rId34" Type="http://schemas.openxmlformats.org/officeDocument/2006/relationships/image" Target="../media/image1661.png"/><Relationship Id="rId50" Type="http://schemas.openxmlformats.org/officeDocument/2006/relationships/image" Target="../media/image1669.png"/><Relationship Id="rId55" Type="http://schemas.openxmlformats.org/officeDocument/2006/relationships/customXml" Target="../ink/ink2952.xml"/></Relationships>
</file>

<file path=ppt/slides/_rels/slide2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5640.png"/><Relationship Id="rId21" Type="http://schemas.openxmlformats.org/officeDocument/2006/relationships/customXml" Target="../ink/ink2969.xml"/><Relationship Id="rId42" Type="http://schemas.openxmlformats.org/officeDocument/2006/relationships/image" Target="../media/image15720.png"/><Relationship Id="rId47" Type="http://schemas.openxmlformats.org/officeDocument/2006/relationships/customXml" Target="../ink/ink2982.xml"/><Relationship Id="rId63" Type="http://schemas.openxmlformats.org/officeDocument/2006/relationships/customXml" Target="../ink/ink2990.xml"/><Relationship Id="rId68" Type="http://schemas.openxmlformats.org/officeDocument/2006/relationships/image" Target="../media/image15850.png"/><Relationship Id="rId84" Type="http://schemas.openxmlformats.org/officeDocument/2006/relationships/image" Target="../media/image15930.png"/><Relationship Id="rId89" Type="http://schemas.openxmlformats.org/officeDocument/2006/relationships/customXml" Target="../ink/ink3003.xml"/><Relationship Id="rId16" Type="http://schemas.openxmlformats.org/officeDocument/2006/relationships/image" Target="../media/image15590.png"/><Relationship Id="rId11" Type="http://schemas.openxmlformats.org/officeDocument/2006/relationships/customXml" Target="../ink/ink2964.xml"/><Relationship Id="rId32" Type="http://schemas.openxmlformats.org/officeDocument/2006/relationships/image" Target="../media/image15670.png"/><Relationship Id="rId37" Type="http://schemas.openxmlformats.org/officeDocument/2006/relationships/customXml" Target="../ink/ink2977.xml"/><Relationship Id="rId53" Type="http://schemas.openxmlformats.org/officeDocument/2006/relationships/customXml" Target="../ink/ink2985.xml"/><Relationship Id="rId58" Type="http://schemas.openxmlformats.org/officeDocument/2006/relationships/image" Target="../media/image15800.png"/><Relationship Id="rId74" Type="http://schemas.openxmlformats.org/officeDocument/2006/relationships/image" Target="../media/image15880.png"/><Relationship Id="rId79" Type="http://schemas.openxmlformats.org/officeDocument/2006/relationships/customXml" Target="../ink/ink2998.xml"/><Relationship Id="rId102" Type="http://schemas.openxmlformats.org/officeDocument/2006/relationships/image" Target="../media/image16020.png"/><Relationship Id="rId5" Type="http://schemas.openxmlformats.org/officeDocument/2006/relationships/customXml" Target="../ink/ink2961.xml"/><Relationship Id="rId90" Type="http://schemas.openxmlformats.org/officeDocument/2006/relationships/image" Target="../media/image15960.png"/><Relationship Id="rId95" Type="http://schemas.openxmlformats.org/officeDocument/2006/relationships/customXml" Target="../ink/ink3006.xml"/><Relationship Id="rId22" Type="http://schemas.openxmlformats.org/officeDocument/2006/relationships/image" Target="../media/image15620.png"/><Relationship Id="rId27" Type="http://schemas.openxmlformats.org/officeDocument/2006/relationships/customXml" Target="../ink/ink2972.xml"/><Relationship Id="rId43" Type="http://schemas.openxmlformats.org/officeDocument/2006/relationships/customXml" Target="../ink/ink2980.xml"/><Relationship Id="rId48" Type="http://schemas.openxmlformats.org/officeDocument/2006/relationships/image" Target="../media/image15750.png"/><Relationship Id="rId64" Type="http://schemas.openxmlformats.org/officeDocument/2006/relationships/image" Target="../media/image15830.png"/><Relationship Id="rId69" Type="http://schemas.openxmlformats.org/officeDocument/2006/relationships/customXml" Target="../ink/ink2993.xml"/><Relationship Id="rId80" Type="http://schemas.openxmlformats.org/officeDocument/2006/relationships/image" Target="../media/image15911.png"/><Relationship Id="rId85" Type="http://schemas.openxmlformats.org/officeDocument/2006/relationships/customXml" Target="../ink/ink3001.xml"/><Relationship Id="rId12" Type="http://schemas.openxmlformats.org/officeDocument/2006/relationships/image" Target="../media/image15570.png"/><Relationship Id="rId17" Type="http://schemas.openxmlformats.org/officeDocument/2006/relationships/customXml" Target="../ink/ink2967.xml"/><Relationship Id="rId33" Type="http://schemas.openxmlformats.org/officeDocument/2006/relationships/customXml" Target="../ink/ink2975.xml"/><Relationship Id="rId38" Type="http://schemas.openxmlformats.org/officeDocument/2006/relationships/image" Target="../media/image15700.png"/><Relationship Id="rId59" Type="http://schemas.openxmlformats.org/officeDocument/2006/relationships/customXml" Target="../ink/ink2988.xml"/><Relationship Id="rId103" Type="http://schemas.openxmlformats.org/officeDocument/2006/relationships/customXml" Target="../ink/ink3010.xml"/><Relationship Id="rId20" Type="http://schemas.openxmlformats.org/officeDocument/2006/relationships/image" Target="../media/image15611.png"/><Relationship Id="rId41" Type="http://schemas.openxmlformats.org/officeDocument/2006/relationships/customXml" Target="../ink/ink2979.xml"/><Relationship Id="rId54" Type="http://schemas.openxmlformats.org/officeDocument/2006/relationships/image" Target="../media/image15780.png"/><Relationship Id="rId62" Type="http://schemas.openxmlformats.org/officeDocument/2006/relationships/image" Target="../media/image15820.png"/><Relationship Id="rId70" Type="http://schemas.openxmlformats.org/officeDocument/2006/relationships/image" Target="../media/image15860.png"/><Relationship Id="rId75" Type="http://schemas.openxmlformats.org/officeDocument/2006/relationships/customXml" Target="../ink/ink2996.xml"/><Relationship Id="rId83" Type="http://schemas.openxmlformats.org/officeDocument/2006/relationships/customXml" Target="../ink/ink3000.xml"/><Relationship Id="rId88" Type="http://schemas.openxmlformats.org/officeDocument/2006/relationships/image" Target="../media/image15950.png"/><Relationship Id="rId91" Type="http://schemas.openxmlformats.org/officeDocument/2006/relationships/customXml" Target="../ink/ink3004.xml"/><Relationship Id="rId96" Type="http://schemas.openxmlformats.org/officeDocument/2006/relationships/image" Target="../media/image159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40.png"/><Relationship Id="rId15" Type="http://schemas.openxmlformats.org/officeDocument/2006/relationships/customXml" Target="../ink/ink2966.xml"/><Relationship Id="rId23" Type="http://schemas.openxmlformats.org/officeDocument/2006/relationships/customXml" Target="../ink/ink2970.xml"/><Relationship Id="rId28" Type="http://schemas.openxmlformats.org/officeDocument/2006/relationships/image" Target="../media/image15650.png"/><Relationship Id="rId36" Type="http://schemas.openxmlformats.org/officeDocument/2006/relationships/image" Target="../media/image15690.png"/><Relationship Id="rId49" Type="http://schemas.openxmlformats.org/officeDocument/2006/relationships/customXml" Target="../ink/ink2983.xml"/><Relationship Id="rId57" Type="http://schemas.openxmlformats.org/officeDocument/2006/relationships/customXml" Target="../ink/ink2987.xml"/><Relationship Id="rId106" Type="http://schemas.openxmlformats.org/officeDocument/2006/relationships/image" Target="../media/image16040.png"/><Relationship Id="rId10" Type="http://schemas.openxmlformats.org/officeDocument/2006/relationships/image" Target="../media/image15560.png"/><Relationship Id="rId31" Type="http://schemas.openxmlformats.org/officeDocument/2006/relationships/customXml" Target="../ink/ink2974.xml"/><Relationship Id="rId44" Type="http://schemas.openxmlformats.org/officeDocument/2006/relationships/image" Target="../media/image15730.png"/><Relationship Id="rId52" Type="http://schemas.openxmlformats.org/officeDocument/2006/relationships/image" Target="../media/image15770.png"/><Relationship Id="rId60" Type="http://schemas.openxmlformats.org/officeDocument/2006/relationships/image" Target="../media/image15811.png"/><Relationship Id="rId65" Type="http://schemas.openxmlformats.org/officeDocument/2006/relationships/customXml" Target="../ink/ink2991.xml"/><Relationship Id="rId73" Type="http://schemas.openxmlformats.org/officeDocument/2006/relationships/customXml" Target="../ink/ink2995.xml"/><Relationship Id="rId78" Type="http://schemas.openxmlformats.org/officeDocument/2006/relationships/image" Target="../media/image15900.png"/><Relationship Id="rId81" Type="http://schemas.openxmlformats.org/officeDocument/2006/relationships/customXml" Target="../ink/ink2999.xml"/><Relationship Id="rId86" Type="http://schemas.openxmlformats.org/officeDocument/2006/relationships/image" Target="../media/image15940.png"/><Relationship Id="rId94" Type="http://schemas.openxmlformats.org/officeDocument/2006/relationships/image" Target="../media/image15980.png"/><Relationship Id="rId99" Type="http://schemas.openxmlformats.org/officeDocument/2006/relationships/customXml" Target="../ink/ink3008.xml"/><Relationship Id="rId101" Type="http://schemas.openxmlformats.org/officeDocument/2006/relationships/customXml" Target="../ink/ink3009.xml"/><Relationship Id="rId4" Type="http://schemas.openxmlformats.org/officeDocument/2006/relationships/image" Target="../media/image15530.png"/><Relationship Id="rId9" Type="http://schemas.openxmlformats.org/officeDocument/2006/relationships/customXml" Target="../ink/ink2963.xml"/><Relationship Id="rId13" Type="http://schemas.openxmlformats.org/officeDocument/2006/relationships/customXml" Target="../ink/ink2965.xml"/><Relationship Id="rId18" Type="http://schemas.openxmlformats.org/officeDocument/2006/relationships/image" Target="../media/image15600.png"/><Relationship Id="rId39" Type="http://schemas.openxmlformats.org/officeDocument/2006/relationships/customXml" Target="../ink/ink2978.xml"/><Relationship Id="rId34" Type="http://schemas.openxmlformats.org/officeDocument/2006/relationships/image" Target="../media/image15680.png"/><Relationship Id="rId50" Type="http://schemas.openxmlformats.org/officeDocument/2006/relationships/image" Target="../media/image15760.png"/><Relationship Id="rId55" Type="http://schemas.openxmlformats.org/officeDocument/2006/relationships/customXml" Target="../ink/ink2986.xml"/><Relationship Id="rId76" Type="http://schemas.openxmlformats.org/officeDocument/2006/relationships/image" Target="../media/image15890.png"/><Relationship Id="rId97" Type="http://schemas.openxmlformats.org/officeDocument/2006/relationships/customXml" Target="../ink/ink3007.xml"/><Relationship Id="rId104" Type="http://schemas.openxmlformats.org/officeDocument/2006/relationships/image" Target="../media/image16030.png"/><Relationship Id="rId7" Type="http://schemas.openxmlformats.org/officeDocument/2006/relationships/customXml" Target="../ink/ink2962.xml"/><Relationship Id="rId71" Type="http://schemas.openxmlformats.org/officeDocument/2006/relationships/customXml" Target="../ink/ink2994.xml"/><Relationship Id="rId92" Type="http://schemas.openxmlformats.org/officeDocument/2006/relationships/image" Target="../media/image15970.png"/><Relationship Id="rId2" Type="http://schemas.openxmlformats.org/officeDocument/2006/relationships/image" Target="../media/image1653.png"/><Relationship Id="rId29" Type="http://schemas.openxmlformats.org/officeDocument/2006/relationships/customXml" Target="../ink/ink2973.xml"/><Relationship Id="rId24" Type="http://schemas.openxmlformats.org/officeDocument/2006/relationships/image" Target="../media/image15630.png"/><Relationship Id="rId40" Type="http://schemas.openxmlformats.org/officeDocument/2006/relationships/image" Target="../media/image15711.png"/><Relationship Id="rId45" Type="http://schemas.openxmlformats.org/officeDocument/2006/relationships/customXml" Target="../ink/ink2981.xml"/><Relationship Id="rId66" Type="http://schemas.openxmlformats.org/officeDocument/2006/relationships/image" Target="../media/image15840.png"/><Relationship Id="rId87" Type="http://schemas.openxmlformats.org/officeDocument/2006/relationships/customXml" Target="../ink/ink3002.xml"/><Relationship Id="rId61" Type="http://schemas.openxmlformats.org/officeDocument/2006/relationships/customXml" Target="../ink/ink2989.xml"/><Relationship Id="rId82" Type="http://schemas.openxmlformats.org/officeDocument/2006/relationships/image" Target="../media/image15920.png"/><Relationship Id="rId19" Type="http://schemas.openxmlformats.org/officeDocument/2006/relationships/customXml" Target="../ink/ink2968.xml"/><Relationship Id="rId14" Type="http://schemas.openxmlformats.org/officeDocument/2006/relationships/image" Target="../media/image15580.png"/><Relationship Id="rId30" Type="http://schemas.openxmlformats.org/officeDocument/2006/relationships/image" Target="../media/image15660.png"/><Relationship Id="rId35" Type="http://schemas.openxmlformats.org/officeDocument/2006/relationships/customXml" Target="../ink/ink2976.xml"/><Relationship Id="rId56" Type="http://schemas.openxmlformats.org/officeDocument/2006/relationships/image" Target="../media/image15790.png"/><Relationship Id="rId77" Type="http://schemas.openxmlformats.org/officeDocument/2006/relationships/customXml" Target="../ink/ink2997.xml"/><Relationship Id="rId100" Type="http://schemas.openxmlformats.org/officeDocument/2006/relationships/image" Target="../media/image16011.png"/><Relationship Id="rId105" Type="http://schemas.openxmlformats.org/officeDocument/2006/relationships/customXml" Target="../ink/ink3011.xml"/><Relationship Id="rId8" Type="http://schemas.openxmlformats.org/officeDocument/2006/relationships/image" Target="../media/image15550.png"/><Relationship Id="rId51" Type="http://schemas.openxmlformats.org/officeDocument/2006/relationships/customXml" Target="../ink/ink2984.xml"/><Relationship Id="rId72" Type="http://schemas.openxmlformats.org/officeDocument/2006/relationships/image" Target="../media/image15870.png"/><Relationship Id="rId93" Type="http://schemas.openxmlformats.org/officeDocument/2006/relationships/customXml" Target="../ink/ink3005.xml"/><Relationship Id="rId98" Type="http://schemas.openxmlformats.org/officeDocument/2006/relationships/image" Target="../media/image16000.png"/><Relationship Id="rId3" Type="http://schemas.openxmlformats.org/officeDocument/2006/relationships/customXml" Target="../ink/ink2960.xml"/><Relationship Id="rId25" Type="http://schemas.openxmlformats.org/officeDocument/2006/relationships/customXml" Target="../ink/ink2971.xml"/><Relationship Id="rId46" Type="http://schemas.openxmlformats.org/officeDocument/2006/relationships/image" Target="../media/image15740.png"/><Relationship Id="rId67" Type="http://schemas.openxmlformats.org/officeDocument/2006/relationships/customXml" Target="../ink/ink299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060.xml"/><Relationship Id="rId299" Type="http://schemas.openxmlformats.org/officeDocument/2006/relationships/customXml" Target="../ink/ink3151.xml"/><Relationship Id="rId63" Type="http://schemas.openxmlformats.org/officeDocument/2006/relationships/customXml" Target="../ink/ink3033.xml"/><Relationship Id="rId159" Type="http://schemas.openxmlformats.org/officeDocument/2006/relationships/customXml" Target="../ink/ink3081.xml"/><Relationship Id="rId324" Type="http://schemas.openxmlformats.org/officeDocument/2006/relationships/image" Target="../media/image1826.png"/><Relationship Id="rId170" Type="http://schemas.openxmlformats.org/officeDocument/2006/relationships/image" Target="../media/image1749.png"/><Relationship Id="rId226" Type="http://schemas.openxmlformats.org/officeDocument/2006/relationships/image" Target="../media/image1777.png"/><Relationship Id="rId268" Type="http://schemas.openxmlformats.org/officeDocument/2006/relationships/image" Target="../media/image1798.png"/><Relationship Id="rId32" Type="http://schemas.openxmlformats.org/officeDocument/2006/relationships/image" Target="../media/image9000.png"/><Relationship Id="rId74" Type="http://schemas.openxmlformats.org/officeDocument/2006/relationships/image" Target="../media/image1701.png"/><Relationship Id="rId128" Type="http://schemas.openxmlformats.org/officeDocument/2006/relationships/image" Target="../media/image1728.png"/><Relationship Id="rId335" Type="http://schemas.openxmlformats.org/officeDocument/2006/relationships/customXml" Target="../ink/ink3169.xml"/><Relationship Id="rId181" Type="http://schemas.openxmlformats.org/officeDocument/2006/relationships/customXml" Target="../ink/ink3092.xml"/><Relationship Id="rId237" Type="http://schemas.openxmlformats.org/officeDocument/2006/relationships/customXml" Target="../ink/ink3120.xml"/><Relationship Id="rId279" Type="http://schemas.openxmlformats.org/officeDocument/2006/relationships/customXml" Target="../ink/ink3141.xml"/><Relationship Id="rId43" Type="http://schemas.openxmlformats.org/officeDocument/2006/relationships/customXml" Target="../ink/ink3023.xml"/><Relationship Id="rId139" Type="http://schemas.openxmlformats.org/officeDocument/2006/relationships/customXml" Target="../ink/ink3071.xml"/><Relationship Id="rId290" Type="http://schemas.openxmlformats.org/officeDocument/2006/relationships/image" Target="../media/image1809.png"/><Relationship Id="rId304" Type="http://schemas.openxmlformats.org/officeDocument/2006/relationships/image" Target="../media/image1816.png"/><Relationship Id="rId85" Type="http://schemas.openxmlformats.org/officeDocument/2006/relationships/customXml" Target="../ink/ink3044.xml"/><Relationship Id="rId150" Type="http://schemas.openxmlformats.org/officeDocument/2006/relationships/image" Target="../media/image1739.png"/><Relationship Id="rId192" Type="http://schemas.openxmlformats.org/officeDocument/2006/relationships/image" Target="../media/image1760.png"/><Relationship Id="rId206" Type="http://schemas.openxmlformats.org/officeDocument/2006/relationships/image" Target="../media/image1767.png"/><Relationship Id="rId248" Type="http://schemas.openxmlformats.org/officeDocument/2006/relationships/image" Target="../media/image1788.png"/><Relationship Id="rId108" Type="http://schemas.openxmlformats.org/officeDocument/2006/relationships/image" Target="../media/image1718.png"/><Relationship Id="rId315" Type="http://schemas.openxmlformats.org/officeDocument/2006/relationships/customXml" Target="../ink/ink3159.xml"/><Relationship Id="rId54" Type="http://schemas.openxmlformats.org/officeDocument/2006/relationships/image" Target="../media/image1691.png"/><Relationship Id="rId96" Type="http://schemas.openxmlformats.org/officeDocument/2006/relationships/image" Target="../media/image1712.png"/><Relationship Id="rId161" Type="http://schemas.openxmlformats.org/officeDocument/2006/relationships/customXml" Target="../ink/ink3082.xml"/><Relationship Id="rId217" Type="http://schemas.openxmlformats.org/officeDocument/2006/relationships/customXml" Target="../ink/ink3110.xml"/><Relationship Id="rId259" Type="http://schemas.openxmlformats.org/officeDocument/2006/relationships/customXml" Target="../ink/ink3131.xml"/><Relationship Id="rId23" Type="http://schemas.openxmlformats.org/officeDocument/2006/relationships/customXml" Target="../ink/ink3013.xml"/><Relationship Id="rId119" Type="http://schemas.openxmlformats.org/officeDocument/2006/relationships/customXml" Target="../ink/ink3061.xml"/><Relationship Id="rId270" Type="http://schemas.openxmlformats.org/officeDocument/2006/relationships/image" Target="../media/image1799.png"/><Relationship Id="rId326" Type="http://schemas.openxmlformats.org/officeDocument/2006/relationships/image" Target="../media/image1827.png"/><Relationship Id="rId65" Type="http://schemas.openxmlformats.org/officeDocument/2006/relationships/customXml" Target="../ink/ink3034.xml"/><Relationship Id="rId130" Type="http://schemas.openxmlformats.org/officeDocument/2006/relationships/image" Target="../media/image1729.png"/><Relationship Id="rId172" Type="http://schemas.openxmlformats.org/officeDocument/2006/relationships/image" Target="../media/image1750.png"/><Relationship Id="rId228" Type="http://schemas.openxmlformats.org/officeDocument/2006/relationships/image" Target="../media/image1778.png"/><Relationship Id="rId109" Type="http://schemas.openxmlformats.org/officeDocument/2006/relationships/customXml" Target="../ink/ink3056.xml"/><Relationship Id="rId260" Type="http://schemas.openxmlformats.org/officeDocument/2006/relationships/image" Target="../media/image1794.png"/><Relationship Id="rId281" Type="http://schemas.openxmlformats.org/officeDocument/2006/relationships/customXml" Target="../ink/ink3142.xml"/><Relationship Id="rId316" Type="http://schemas.openxmlformats.org/officeDocument/2006/relationships/image" Target="../media/image1822.png"/><Relationship Id="rId337" Type="http://schemas.openxmlformats.org/officeDocument/2006/relationships/customXml" Target="../ink/ink3170.xml"/><Relationship Id="rId34" Type="http://schemas.openxmlformats.org/officeDocument/2006/relationships/image" Target="../media/image1681.png"/><Relationship Id="rId55" Type="http://schemas.openxmlformats.org/officeDocument/2006/relationships/customXml" Target="../ink/ink3029.xml"/><Relationship Id="rId76" Type="http://schemas.openxmlformats.org/officeDocument/2006/relationships/image" Target="../media/image1702.png"/><Relationship Id="rId97" Type="http://schemas.openxmlformats.org/officeDocument/2006/relationships/customXml" Target="../ink/ink3050.xml"/><Relationship Id="rId120" Type="http://schemas.openxmlformats.org/officeDocument/2006/relationships/image" Target="../media/image1724.png"/><Relationship Id="rId141" Type="http://schemas.openxmlformats.org/officeDocument/2006/relationships/customXml" Target="../ink/ink3072.xml"/><Relationship Id="rId162" Type="http://schemas.openxmlformats.org/officeDocument/2006/relationships/image" Target="../media/image1745.png"/><Relationship Id="rId183" Type="http://schemas.openxmlformats.org/officeDocument/2006/relationships/customXml" Target="../ink/ink3093.xml"/><Relationship Id="rId218" Type="http://schemas.openxmlformats.org/officeDocument/2006/relationships/image" Target="../media/image1773.png"/><Relationship Id="rId239" Type="http://schemas.openxmlformats.org/officeDocument/2006/relationships/customXml" Target="../ink/ink3121.xml"/><Relationship Id="rId250" Type="http://schemas.openxmlformats.org/officeDocument/2006/relationships/image" Target="../media/image1789.png"/><Relationship Id="rId271" Type="http://schemas.openxmlformats.org/officeDocument/2006/relationships/customXml" Target="../ink/ink3137.xml"/><Relationship Id="rId292" Type="http://schemas.openxmlformats.org/officeDocument/2006/relationships/image" Target="../media/image1810.png"/><Relationship Id="rId306" Type="http://schemas.openxmlformats.org/officeDocument/2006/relationships/image" Target="../media/image1817.png"/><Relationship Id="rId24" Type="http://schemas.openxmlformats.org/officeDocument/2006/relationships/image" Target="../media/image8960.png"/><Relationship Id="rId45" Type="http://schemas.openxmlformats.org/officeDocument/2006/relationships/customXml" Target="../ink/ink3024.xml"/><Relationship Id="rId66" Type="http://schemas.openxmlformats.org/officeDocument/2006/relationships/image" Target="../media/image1697.png"/><Relationship Id="rId87" Type="http://schemas.openxmlformats.org/officeDocument/2006/relationships/customXml" Target="../ink/ink3045.xml"/><Relationship Id="rId110" Type="http://schemas.openxmlformats.org/officeDocument/2006/relationships/image" Target="../media/image1719.png"/><Relationship Id="rId131" Type="http://schemas.openxmlformats.org/officeDocument/2006/relationships/customXml" Target="../ink/ink3067.xml"/><Relationship Id="rId327" Type="http://schemas.openxmlformats.org/officeDocument/2006/relationships/customXml" Target="../ink/ink3165.xml"/><Relationship Id="rId152" Type="http://schemas.openxmlformats.org/officeDocument/2006/relationships/image" Target="../media/image1740.png"/><Relationship Id="rId173" Type="http://schemas.openxmlformats.org/officeDocument/2006/relationships/customXml" Target="../ink/ink3088.xml"/><Relationship Id="rId194" Type="http://schemas.openxmlformats.org/officeDocument/2006/relationships/image" Target="../media/image1761.png"/><Relationship Id="rId208" Type="http://schemas.openxmlformats.org/officeDocument/2006/relationships/image" Target="../media/image1768.png"/><Relationship Id="rId229" Type="http://schemas.openxmlformats.org/officeDocument/2006/relationships/customXml" Target="../ink/ink3116.xml"/><Relationship Id="rId240" Type="http://schemas.openxmlformats.org/officeDocument/2006/relationships/image" Target="../media/image1784.png"/><Relationship Id="rId261" Type="http://schemas.openxmlformats.org/officeDocument/2006/relationships/customXml" Target="../ink/ink3132.xml"/><Relationship Id="rId35" Type="http://schemas.openxmlformats.org/officeDocument/2006/relationships/customXml" Target="../ink/ink3019.xml"/><Relationship Id="rId56" Type="http://schemas.openxmlformats.org/officeDocument/2006/relationships/image" Target="../media/image1692.png"/><Relationship Id="rId77" Type="http://schemas.openxmlformats.org/officeDocument/2006/relationships/customXml" Target="../ink/ink3040.xml"/><Relationship Id="rId100" Type="http://schemas.openxmlformats.org/officeDocument/2006/relationships/image" Target="../media/image1714.png"/><Relationship Id="rId282" Type="http://schemas.openxmlformats.org/officeDocument/2006/relationships/image" Target="../media/image1805.png"/><Relationship Id="rId317" Type="http://schemas.openxmlformats.org/officeDocument/2006/relationships/customXml" Target="../ink/ink3160.xml"/><Relationship Id="rId338" Type="http://schemas.openxmlformats.org/officeDocument/2006/relationships/image" Target="../media/image1833.png"/><Relationship Id="rId98" Type="http://schemas.openxmlformats.org/officeDocument/2006/relationships/image" Target="../media/image1713.png"/><Relationship Id="rId121" Type="http://schemas.openxmlformats.org/officeDocument/2006/relationships/customXml" Target="../ink/ink3062.xml"/><Relationship Id="rId142" Type="http://schemas.openxmlformats.org/officeDocument/2006/relationships/image" Target="../media/image1735.png"/><Relationship Id="rId163" Type="http://schemas.openxmlformats.org/officeDocument/2006/relationships/customXml" Target="../ink/ink3083.xml"/><Relationship Id="rId184" Type="http://schemas.openxmlformats.org/officeDocument/2006/relationships/image" Target="../media/image1756.png"/><Relationship Id="rId219" Type="http://schemas.openxmlformats.org/officeDocument/2006/relationships/customXml" Target="../ink/ink3111.xml"/><Relationship Id="rId230" Type="http://schemas.openxmlformats.org/officeDocument/2006/relationships/image" Target="../media/image1779.png"/><Relationship Id="rId251" Type="http://schemas.openxmlformats.org/officeDocument/2006/relationships/customXml" Target="../ink/ink3127.xml"/><Relationship Id="rId25" Type="http://schemas.openxmlformats.org/officeDocument/2006/relationships/customXml" Target="../ink/ink3014.xml"/><Relationship Id="rId46" Type="http://schemas.openxmlformats.org/officeDocument/2006/relationships/image" Target="../media/image1687.png"/><Relationship Id="rId67" Type="http://schemas.openxmlformats.org/officeDocument/2006/relationships/customXml" Target="../ink/ink3035.xml"/><Relationship Id="rId272" Type="http://schemas.openxmlformats.org/officeDocument/2006/relationships/image" Target="../media/image1800.png"/><Relationship Id="rId293" Type="http://schemas.openxmlformats.org/officeDocument/2006/relationships/customXml" Target="../ink/ink3148.xml"/><Relationship Id="rId307" Type="http://schemas.openxmlformats.org/officeDocument/2006/relationships/customXml" Target="../ink/ink3155.xml"/><Relationship Id="rId328" Type="http://schemas.openxmlformats.org/officeDocument/2006/relationships/image" Target="../media/image1828.png"/><Relationship Id="rId88" Type="http://schemas.openxmlformats.org/officeDocument/2006/relationships/image" Target="../media/image1708.png"/><Relationship Id="rId111" Type="http://schemas.openxmlformats.org/officeDocument/2006/relationships/customXml" Target="../ink/ink3057.xml"/><Relationship Id="rId132" Type="http://schemas.openxmlformats.org/officeDocument/2006/relationships/image" Target="../media/image1730.png"/><Relationship Id="rId153" Type="http://schemas.openxmlformats.org/officeDocument/2006/relationships/customXml" Target="../ink/ink3078.xml"/><Relationship Id="rId174" Type="http://schemas.openxmlformats.org/officeDocument/2006/relationships/image" Target="../media/image1751.png"/><Relationship Id="rId195" Type="http://schemas.openxmlformats.org/officeDocument/2006/relationships/customXml" Target="../ink/ink3099.xml"/><Relationship Id="rId209" Type="http://schemas.openxmlformats.org/officeDocument/2006/relationships/customXml" Target="../ink/ink3106.xml"/><Relationship Id="rId220" Type="http://schemas.openxmlformats.org/officeDocument/2006/relationships/image" Target="../media/image1774.png"/><Relationship Id="rId241" Type="http://schemas.openxmlformats.org/officeDocument/2006/relationships/customXml" Target="../ink/ink3122.xml"/><Relationship Id="rId36" Type="http://schemas.openxmlformats.org/officeDocument/2006/relationships/image" Target="../media/image1682.png"/><Relationship Id="rId57" Type="http://schemas.openxmlformats.org/officeDocument/2006/relationships/customXml" Target="../ink/ink3030.xml"/><Relationship Id="rId262" Type="http://schemas.openxmlformats.org/officeDocument/2006/relationships/image" Target="../media/image1795.png"/><Relationship Id="rId283" Type="http://schemas.openxmlformats.org/officeDocument/2006/relationships/customXml" Target="../ink/ink3143.xml"/><Relationship Id="rId318" Type="http://schemas.openxmlformats.org/officeDocument/2006/relationships/image" Target="../media/image1823.png"/><Relationship Id="rId78" Type="http://schemas.openxmlformats.org/officeDocument/2006/relationships/image" Target="../media/image1703.png"/><Relationship Id="rId99" Type="http://schemas.openxmlformats.org/officeDocument/2006/relationships/customXml" Target="../ink/ink3051.xml"/><Relationship Id="rId101" Type="http://schemas.openxmlformats.org/officeDocument/2006/relationships/customXml" Target="../ink/ink3052.xml"/><Relationship Id="rId122" Type="http://schemas.openxmlformats.org/officeDocument/2006/relationships/image" Target="../media/image1725.png"/><Relationship Id="rId143" Type="http://schemas.openxmlformats.org/officeDocument/2006/relationships/customXml" Target="../ink/ink3073.xml"/><Relationship Id="rId164" Type="http://schemas.openxmlformats.org/officeDocument/2006/relationships/image" Target="../media/image1746.png"/><Relationship Id="rId185" Type="http://schemas.openxmlformats.org/officeDocument/2006/relationships/customXml" Target="../ink/ink3094.xml"/><Relationship Id="rId210" Type="http://schemas.openxmlformats.org/officeDocument/2006/relationships/image" Target="../media/image1769.png"/><Relationship Id="rId26" Type="http://schemas.openxmlformats.org/officeDocument/2006/relationships/image" Target="../media/image8970.png"/><Relationship Id="rId231" Type="http://schemas.openxmlformats.org/officeDocument/2006/relationships/customXml" Target="../ink/ink3117.xml"/><Relationship Id="rId252" Type="http://schemas.openxmlformats.org/officeDocument/2006/relationships/image" Target="../media/image1790.png"/><Relationship Id="rId273" Type="http://schemas.openxmlformats.org/officeDocument/2006/relationships/customXml" Target="../ink/ink3138.xml"/><Relationship Id="rId294" Type="http://schemas.openxmlformats.org/officeDocument/2006/relationships/image" Target="../media/image1811.png"/><Relationship Id="rId308" Type="http://schemas.openxmlformats.org/officeDocument/2006/relationships/image" Target="../media/image1818.png"/><Relationship Id="rId329" Type="http://schemas.openxmlformats.org/officeDocument/2006/relationships/customXml" Target="../ink/ink3166.xml"/><Relationship Id="rId47" Type="http://schemas.openxmlformats.org/officeDocument/2006/relationships/customXml" Target="../ink/ink3025.xml"/><Relationship Id="rId68" Type="http://schemas.openxmlformats.org/officeDocument/2006/relationships/image" Target="../media/image1698.png"/><Relationship Id="rId89" Type="http://schemas.openxmlformats.org/officeDocument/2006/relationships/customXml" Target="../ink/ink3046.xml"/><Relationship Id="rId112" Type="http://schemas.openxmlformats.org/officeDocument/2006/relationships/image" Target="../media/image1720.png"/><Relationship Id="rId133" Type="http://schemas.openxmlformats.org/officeDocument/2006/relationships/customXml" Target="../ink/ink3068.xml"/><Relationship Id="rId154" Type="http://schemas.openxmlformats.org/officeDocument/2006/relationships/image" Target="../media/image1741.png"/><Relationship Id="rId175" Type="http://schemas.openxmlformats.org/officeDocument/2006/relationships/customXml" Target="../ink/ink3089.xml"/><Relationship Id="rId196" Type="http://schemas.openxmlformats.org/officeDocument/2006/relationships/image" Target="../media/image1762.png"/><Relationship Id="rId200" Type="http://schemas.openxmlformats.org/officeDocument/2006/relationships/image" Target="../media/image1764.png"/><Relationship Id="rId221" Type="http://schemas.openxmlformats.org/officeDocument/2006/relationships/customXml" Target="../ink/ink3112.xml"/><Relationship Id="rId242" Type="http://schemas.openxmlformats.org/officeDocument/2006/relationships/image" Target="../media/image1785.png"/><Relationship Id="rId263" Type="http://schemas.openxmlformats.org/officeDocument/2006/relationships/customXml" Target="../ink/ink3133.xml"/><Relationship Id="rId284" Type="http://schemas.openxmlformats.org/officeDocument/2006/relationships/image" Target="../media/image1806.png"/><Relationship Id="rId319" Type="http://schemas.openxmlformats.org/officeDocument/2006/relationships/customXml" Target="../ink/ink3161.xml"/><Relationship Id="rId37" Type="http://schemas.openxmlformats.org/officeDocument/2006/relationships/customXml" Target="../ink/ink3020.xml"/><Relationship Id="rId58" Type="http://schemas.openxmlformats.org/officeDocument/2006/relationships/image" Target="../media/image1693.png"/><Relationship Id="rId79" Type="http://schemas.openxmlformats.org/officeDocument/2006/relationships/customXml" Target="../ink/ink3041.xml"/><Relationship Id="rId102" Type="http://schemas.openxmlformats.org/officeDocument/2006/relationships/image" Target="../media/image1715.png"/><Relationship Id="rId123" Type="http://schemas.openxmlformats.org/officeDocument/2006/relationships/customXml" Target="../ink/ink3063.xml"/><Relationship Id="rId144" Type="http://schemas.openxmlformats.org/officeDocument/2006/relationships/image" Target="../media/image1736.png"/><Relationship Id="rId330" Type="http://schemas.openxmlformats.org/officeDocument/2006/relationships/image" Target="../media/image1829.png"/><Relationship Id="rId90" Type="http://schemas.openxmlformats.org/officeDocument/2006/relationships/image" Target="../media/image1709.png"/><Relationship Id="rId165" Type="http://schemas.openxmlformats.org/officeDocument/2006/relationships/customXml" Target="../ink/ink3084.xml"/><Relationship Id="rId186" Type="http://schemas.openxmlformats.org/officeDocument/2006/relationships/image" Target="../media/image1757.png"/><Relationship Id="rId211" Type="http://schemas.openxmlformats.org/officeDocument/2006/relationships/customXml" Target="../ink/ink3107.xml"/><Relationship Id="rId232" Type="http://schemas.openxmlformats.org/officeDocument/2006/relationships/image" Target="../media/image1780.png"/><Relationship Id="rId253" Type="http://schemas.openxmlformats.org/officeDocument/2006/relationships/customXml" Target="../ink/ink3128.xml"/><Relationship Id="rId274" Type="http://schemas.openxmlformats.org/officeDocument/2006/relationships/image" Target="../media/image1801.png"/><Relationship Id="rId295" Type="http://schemas.openxmlformats.org/officeDocument/2006/relationships/customXml" Target="../ink/ink3149.xml"/><Relationship Id="rId309" Type="http://schemas.openxmlformats.org/officeDocument/2006/relationships/customXml" Target="../ink/ink3156.xml"/><Relationship Id="rId27" Type="http://schemas.openxmlformats.org/officeDocument/2006/relationships/customXml" Target="../ink/ink3015.xml"/><Relationship Id="rId48" Type="http://schemas.openxmlformats.org/officeDocument/2006/relationships/image" Target="../media/image1688.png"/><Relationship Id="rId69" Type="http://schemas.openxmlformats.org/officeDocument/2006/relationships/customXml" Target="../ink/ink3036.xml"/><Relationship Id="rId113" Type="http://schemas.openxmlformats.org/officeDocument/2006/relationships/customXml" Target="../ink/ink3058.xml"/><Relationship Id="rId134" Type="http://schemas.openxmlformats.org/officeDocument/2006/relationships/image" Target="../media/image1731.png"/><Relationship Id="rId320" Type="http://schemas.openxmlformats.org/officeDocument/2006/relationships/image" Target="../media/image1824.png"/><Relationship Id="rId80" Type="http://schemas.openxmlformats.org/officeDocument/2006/relationships/image" Target="../media/image1704.png"/><Relationship Id="rId155" Type="http://schemas.openxmlformats.org/officeDocument/2006/relationships/customXml" Target="../ink/ink3079.xml"/><Relationship Id="rId176" Type="http://schemas.openxmlformats.org/officeDocument/2006/relationships/image" Target="../media/image1752.png"/><Relationship Id="rId197" Type="http://schemas.openxmlformats.org/officeDocument/2006/relationships/customXml" Target="../ink/ink3100.xml"/><Relationship Id="rId201" Type="http://schemas.openxmlformats.org/officeDocument/2006/relationships/customXml" Target="../ink/ink3102.xml"/><Relationship Id="rId222" Type="http://schemas.openxmlformats.org/officeDocument/2006/relationships/image" Target="../media/image1775.png"/><Relationship Id="rId243" Type="http://schemas.openxmlformats.org/officeDocument/2006/relationships/customXml" Target="../ink/ink3123.xml"/><Relationship Id="rId264" Type="http://schemas.openxmlformats.org/officeDocument/2006/relationships/image" Target="../media/image1796.png"/><Relationship Id="rId285" Type="http://schemas.openxmlformats.org/officeDocument/2006/relationships/customXml" Target="../ink/ink3144.xml"/><Relationship Id="rId38" Type="http://schemas.openxmlformats.org/officeDocument/2006/relationships/image" Target="../media/image1683.png"/><Relationship Id="rId59" Type="http://schemas.openxmlformats.org/officeDocument/2006/relationships/customXml" Target="../ink/ink3031.xml"/><Relationship Id="rId103" Type="http://schemas.openxmlformats.org/officeDocument/2006/relationships/customXml" Target="../ink/ink3053.xml"/><Relationship Id="rId124" Type="http://schemas.openxmlformats.org/officeDocument/2006/relationships/image" Target="../media/image1726.png"/><Relationship Id="rId310" Type="http://schemas.openxmlformats.org/officeDocument/2006/relationships/image" Target="../media/image1819.png"/><Relationship Id="rId70" Type="http://schemas.openxmlformats.org/officeDocument/2006/relationships/image" Target="../media/image1699.png"/><Relationship Id="rId91" Type="http://schemas.openxmlformats.org/officeDocument/2006/relationships/customXml" Target="../ink/ink3047.xml"/><Relationship Id="rId145" Type="http://schemas.openxmlformats.org/officeDocument/2006/relationships/customXml" Target="../ink/ink3074.xml"/><Relationship Id="rId166" Type="http://schemas.openxmlformats.org/officeDocument/2006/relationships/image" Target="../media/image1747.png"/><Relationship Id="rId187" Type="http://schemas.openxmlformats.org/officeDocument/2006/relationships/customXml" Target="../ink/ink3095.xml"/><Relationship Id="rId331" Type="http://schemas.openxmlformats.org/officeDocument/2006/relationships/customXml" Target="../ink/ink316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770.png"/><Relationship Id="rId233" Type="http://schemas.openxmlformats.org/officeDocument/2006/relationships/customXml" Target="../ink/ink3118.xml"/><Relationship Id="rId254" Type="http://schemas.openxmlformats.org/officeDocument/2006/relationships/image" Target="../media/image1791.png"/><Relationship Id="rId28" Type="http://schemas.openxmlformats.org/officeDocument/2006/relationships/image" Target="../media/image8980.png"/><Relationship Id="rId49" Type="http://schemas.openxmlformats.org/officeDocument/2006/relationships/customXml" Target="../ink/ink3026.xml"/><Relationship Id="rId114" Type="http://schemas.openxmlformats.org/officeDocument/2006/relationships/image" Target="../media/image1721.png"/><Relationship Id="rId275" Type="http://schemas.openxmlformats.org/officeDocument/2006/relationships/customXml" Target="../ink/ink3139.xml"/><Relationship Id="rId296" Type="http://schemas.openxmlformats.org/officeDocument/2006/relationships/image" Target="../media/image1812.png"/><Relationship Id="rId300" Type="http://schemas.openxmlformats.org/officeDocument/2006/relationships/image" Target="../media/image1814.png"/><Relationship Id="rId60" Type="http://schemas.openxmlformats.org/officeDocument/2006/relationships/image" Target="../media/image1694.png"/><Relationship Id="rId81" Type="http://schemas.openxmlformats.org/officeDocument/2006/relationships/customXml" Target="../ink/ink3042.xml"/><Relationship Id="rId135" Type="http://schemas.openxmlformats.org/officeDocument/2006/relationships/customXml" Target="../ink/ink3069.xml"/><Relationship Id="rId156" Type="http://schemas.openxmlformats.org/officeDocument/2006/relationships/image" Target="../media/image1742.png"/><Relationship Id="rId177" Type="http://schemas.openxmlformats.org/officeDocument/2006/relationships/customXml" Target="../ink/ink3090.xml"/><Relationship Id="rId198" Type="http://schemas.openxmlformats.org/officeDocument/2006/relationships/image" Target="../media/image1763.png"/><Relationship Id="rId321" Type="http://schemas.openxmlformats.org/officeDocument/2006/relationships/customXml" Target="../ink/ink3162.xml"/><Relationship Id="rId202" Type="http://schemas.openxmlformats.org/officeDocument/2006/relationships/image" Target="../media/image1765.png"/><Relationship Id="rId223" Type="http://schemas.openxmlformats.org/officeDocument/2006/relationships/customXml" Target="../ink/ink3113.xml"/><Relationship Id="rId244" Type="http://schemas.openxmlformats.org/officeDocument/2006/relationships/image" Target="../media/image1786.png"/><Relationship Id="rId39" Type="http://schemas.openxmlformats.org/officeDocument/2006/relationships/customXml" Target="../ink/ink3021.xml"/><Relationship Id="rId265" Type="http://schemas.openxmlformats.org/officeDocument/2006/relationships/customXml" Target="../ink/ink3134.xml"/><Relationship Id="rId286" Type="http://schemas.openxmlformats.org/officeDocument/2006/relationships/image" Target="../media/image1807.png"/><Relationship Id="rId50" Type="http://schemas.openxmlformats.org/officeDocument/2006/relationships/image" Target="../media/image1689.png"/><Relationship Id="rId104" Type="http://schemas.openxmlformats.org/officeDocument/2006/relationships/image" Target="../media/image1716.png"/><Relationship Id="rId125" Type="http://schemas.openxmlformats.org/officeDocument/2006/relationships/customXml" Target="../ink/ink3064.xml"/><Relationship Id="rId146" Type="http://schemas.openxmlformats.org/officeDocument/2006/relationships/image" Target="../media/image1737.png"/><Relationship Id="rId167" Type="http://schemas.openxmlformats.org/officeDocument/2006/relationships/customXml" Target="../ink/ink3085.xml"/><Relationship Id="rId188" Type="http://schemas.openxmlformats.org/officeDocument/2006/relationships/image" Target="../media/image1758.png"/><Relationship Id="rId311" Type="http://schemas.openxmlformats.org/officeDocument/2006/relationships/customXml" Target="../ink/ink3157.xml"/><Relationship Id="rId332" Type="http://schemas.openxmlformats.org/officeDocument/2006/relationships/image" Target="../media/image1830.png"/><Relationship Id="rId71" Type="http://schemas.openxmlformats.org/officeDocument/2006/relationships/customXml" Target="../ink/ink3037.xml"/><Relationship Id="rId92" Type="http://schemas.openxmlformats.org/officeDocument/2006/relationships/image" Target="../media/image1710.png"/><Relationship Id="rId213" Type="http://schemas.openxmlformats.org/officeDocument/2006/relationships/customXml" Target="../ink/ink3108.xml"/><Relationship Id="rId234" Type="http://schemas.openxmlformats.org/officeDocument/2006/relationships/image" Target="../media/image1781.png"/><Relationship Id="rId2" Type="http://schemas.openxmlformats.org/officeDocument/2006/relationships/image" Target="../media/image1680.png"/><Relationship Id="rId29" Type="http://schemas.openxmlformats.org/officeDocument/2006/relationships/customXml" Target="../ink/ink3016.xml"/><Relationship Id="rId255" Type="http://schemas.openxmlformats.org/officeDocument/2006/relationships/customXml" Target="../ink/ink3129.xml"/><Relationship Id="rId276" Type="http://schemas.openxmlformats.org/officeDocument/2006/relationships/image" Target="../media/image1802.png"/><Relationship Id="rId297" Type="http://schemas.openxmlformats.org/officeDocument/2006/relationships/customXml" Target="../ink/ink3150.xml"/><Relationship Id="rId40" Type="http://schemas.openxmlformats.org/officeDocument/2006/relationships/image" Target="../media/image1684.png"/><Relationship Id="rId115" Type="http://schemas.openxmlformats.org/officeDocument/2006/relationships/customXml" Target="../ink/ink3059.xml"/><Relationship Id="rId136" Type="http://schemas.openxmlformats.org/officeDocument/2006/relationships/image" Target="../media/image1732.png"/><Relationship Id="rId157" Type="http://schemas.openxmlformats.org/officeDocument/2006/relationships/customXml" Target="../ink/ink3080.xml"/><Relationship Id="rId178" Type="http://schemas.openxmlformats.org/officeDocument/2006/relationships/image" Target="../media/image1753.png"/><Relationship Id="rId301" Type="http://schemas.openxmlformats.org/officeDocument/2006/relationships/customXml" Target="../ink/ink3152.xml"/><Relationship Id="rId322" Type="http://schemas.openxmlformats.org/officeDocument/2006/relationships/image" Target="../media/image1825.png"/><Relationship Id="rId61" Type="http://schemas.openxmlformats.org/officeDocument/2006/relationships/customXml" Target="../ink/ink3032.xml"/><Relationship Id="rId82" Type="http://schemas.openxmlformats.org/officeDocument/2006/relationships/image" Target="../media/image1705.png"/><Relationship Id="rId199" Type="http://schemas.openxmlformats.org/officeDocument/2006/relationships/customXml" Target="../ink/ink3101.xml"/><Relationship Id="rId203" Type="http://schemas.openxmlformats.org/officeDocument/2006/relationships/customXml" Target="../ink/ink3103.xml"/><Relationship Id="rId224" Type="http://schemas.openxmlformats.org/officeDocument/2006/relationships/image" Target="../media/image1776.png"/><Relationship Id="rId245" Type="http://schemas.openxmlformats.org/officeDocument/2006/relationships/customXml" Target="../ink/ink3124.xml"/><Relationship Id="rId266" Type="http://schemas.openxmlformats.org/officeDocument/2006/relationships/image" Target="../media/image1797.png"/><Relationship Id="rId287" Type="http://schemas.openxmlformats.org/officeDocument/2006/relationships/customXml" Target="../ink/ink3145.xml"/><Relationship Id="rId30" Type="http://schemas.openxmlformats.org/officeDocument/2006/relationships/image" Target="../media/image8990.png"/><Relationship Id="rId105" Type="http://schemas.openxmlformats.org/officeDocument/2006/relationships/customXml" Target="../ink/ink3054.xml"/><Relationship Id="rId126" Type="http://schemas.openxmlformats.org/officeDocument/2006/relationships/image" Target="../media/image1727.png"/><Relationship Id="rId147" Type="http://schemas.openxmlformats.org/officeDocument/2006/relationships/customXml" Target="../ink/ink3075.xml"/><Relationship Id="rId168" Type="http://schemas.openxmlformats.org/officeDocument/2006/relationships/image" Target="../media/image1748.png"/><Relationship Id="rId312" Type="http://schemas.openxmlformats.org/officeDocument/2006/relationships/image" Target="../media/image1820.png"/><Relationship Id="rId333" Type="http://schemas.openxmlformats.org/officeDocument/2006/relationships/customXml" Target="../ink/ink3168.xml"/><Relationship Id="rId51" Type="http://schemas.openxmlformats.org/officeDocument/2006/relationships/customXml" Target="../ink/ink3027.xml"/><Relationship Id="rId72" Type="http://schemas.openxmlformats.org/officeDocument/2006/relationships/image" Target="../media/image1700.png"/><Relationship Id="rId93" Type="http://schemas.openxmlformats.org/officeDocument/2006/relationships/customXml" Target="../ink/ink3048.xml"/><Relationship Id="rId189" Type="http://schemas.openxmlformats.org/officeDocument/2006/relationships/customXml" Target="../ink/ink3096.xml"/><Relationship Id="rId3" Type="http://schemas.openxmlformats.org/officeDocument/2006/relationships/customXml" Target="../ink/ink3012.xml"/><Relationship Id="rId214" Type="http://schemas.openxmlformats.org/officeDocument/2006/relationships/image" Target="../media/image1771.png"/><Relationship Id="rId235" Type="http://schemas.openxmlformats.org/officeDocument/2006/relationships/customXml" Target="../ink/ink3119.xml"/><Relationship Id="rId256" Type="http://schemas.openxmlformats.org/officeDocument/2006/relationships/image" Target="../media/image1792.png"/><Relationship Id="rId277" Type="http://schemas.openxmlformats.org/officeDocument/2006/relationships/customXml" Target="../ink/ink3140.xml"/><Relationship Id="rId298" Type="http://schemas.openxmlformats.org/officeDocument/2006/relationships/image" Target="../media/image1813.png"/><Relationship Id="rId116" Type="http://schemas.openxmlformats.org/officeDocument/2006/relationships/image" Target="../media/image1722.png"/><Relationship Id="rId137" Type="http://schemas.openxmlformats.org/officeDocument/2006/relationships/customXml" Target="../ink/ink3070.xml"/><Relationship Id="rId158" Type="http://schemas.openxmlformats.org/officeDocument/2006/relationships/image" Target="../media/image1743.png"/><Relationship Id="rId302" Type="http://schemas.openxmlformats.org/officeDocument/2006/relationships/image" Target="../media/image1815.png"/><Relationship Id="rId323" Type="http://schemas.openxmlformats.org/officeDocument/2006/relationships/customXml" Target="../ink/ink3163.xml"/><Relationship Id="rId41" Type="http://schemas.openxmlformats.org/officeDocument/2006/relationships/customXml" Target="../ink/ink3022.xml"/><Relationship Id="rId62" Type="http://schemas.openxmlformats.org/officeDocument/2006/relationships/image" Target="../media/image1695.png"/><Relationship Id="rId83" Type="http://schemas.openxmlformats.org/officeDocument/2006/relationships/customXml" Target="../ink/ink3043.xml"/><Relationship Id="rId179" Type="http://schemas.openxmlformats.org/officeDocument/2006/relationships/customXml" Target="../ink/ink3091.xml"/><Relationship Id="rId190" Type="http://schemas.openxmlformats.org/officeDocument/2006/relationships/image" Target="../media/image1759.png"/><Relationship Id="rId204" Type="http://schemas.openxmlformats.org/officeDocument/2006/relationships/image" Target="../media/image1766.png"/><Relationship Id="rId225" Type="http://schemas.openxmlformats.org/officeDocument/2006/relationships/customXml" Target="../ink/ink3114.xml"/><Relationship Id="rId246" Type="http://schemas.openxmlformats.org/officeDocument/2006/relationships/image" Target="../media/image1787.png"/><Relationship Id="rId267" Type="http://schemas.openxmlformats.org/officeDocument/2006/relationships/customXml" Target="../ink/ink3135.xml"/><Relationship Id="rId288" Type="http://schemas.openxmlformats.org/officeDocument/2006/relationships/image" Target="../media/image1808.png"/><Relationship Id="rId106" Type="http://schemas.openxmlformats.org/officeDocument/2006/relationships/image" Target="../media/image1717.png"/><Relationship Id="rId127" Type="http://schemas.openxmlformats.org/officeDocument/2006/relationships/customXml" Target="../ink/ink3065.xml"/><Relationship Id="rId313" Type="http://schemas.openxmlformats.org/officeDocument/2006/relationships/customXml" Target="../ink/ink3158.xml"/><Relationship Id="rId31" Type="http://schemas.openxmlformats.org/officeDocument/2006/relationships/customXml" Target="../ink/ink3017.xml"/><Relationship Id="rId52" Type="http://schemas.openxmlformats.org/officeDocument/2006/relationships/image" Target="../media/image1690.png"/><Relationship Id="rId73" Type="http://schemas.openxmlformats.org/officeDocument/2006/relationships/customXml" Target="../ink/ink3038.xml"/><Relationship Id="rId94" Type="http://schemas.openxmlformats.org/officeDocument/2006/relationships/image" Target="../media/image1711.png"/><Relationship Id="rId148" Type="http://schemas.openxmlformats.org/officeDocument/2006/relationships/image" Target="../media/image1738.png"/><Relationship Id="rId169" Type="http://schemas.openxmlformats.org/officeDocument/2006/relationships/customXml" Target="../ink/ink3086.xml"/><Relationship Id="rId334" Type="http://schemas.openxmlformats.org/officeDocument/2006/relationships/image" Target="../media/image1831.png"/><Relationship Id="rId180" Type="http://schemas.openxmlformats.org/officeDocument/2006/relationships/image" Target="../media/image1754.png"/><Relationship Id="rId215" Type="http://schemas.openxmlformats.org/officeDocument/2006/relationships/customXml" Target="../ink/ink3109.xml"/><Relationship Id="rId236" Type="http://schemas.openxmlformats.org/officeDocument/2006/relationships/image" Target="../media/image1782.png"/><Relationship Id="rId257" Type="http://schemas.openxmlformats.org/officeDocument/2006/relationships/customXml" Target="../ink/ink3130.xml"/><Relationship Id="rId278" Type="http://schemas.openxmlformats.org/officeDocument/2006/relationships/image" Target="../media/image1803.png"/><Relationship Id="rId303" Type="http://schemas.openxmlformats.org/officeDocument/2006/relationships/customXml" Target="../ink/ink3153.xml"/><Relationship Id="rId42" Type="http://schemas.openxmlformats.org/officeDocument/2006/relationships/image" Target="../media/image1685.png"/><Relationship Id="rId84" Type="http://schemas.openxmlformats.org/officeDocument/2006/relationships/image" Target="../media/image1706.png"/><Relationship Id="rId138" Type="http://schemas.openxmlformats.org/officeDocument/2006/relationships/image" Target="../media/image1733.png"/><Relationship Id="rId191" Type="http://schemas.openxmlformats.org/officeDocument/2006/relationships/customXml" Target="../ink/ink3097.xml"/><Relationship Id="rId205" Type="http://schemas.openxmlformats.org/officeDocument/2006/relationships/customXml" Target="../ink/ink3104.xml"/><Relationship Id="rId247" Type="http://schemas.openxmlformats.org/officeDocument/2006/relationships/customXml" Target="../ink/ink3125.xml"/><Relationship Id="rId107" Type="http://schemas.openxmlformats.org/officeDocument/2006/relationships/customXml" Target="../ink/ink3055.xml"/><Relationship Id="rId289" Type="http://schemas.openxmlformats.org/officeDocument/2006/relationships/customXml" Target="../ink/ink3146.xml"/><Relationship Id="rId53" Type="http://schemas.openxmlformats.org/officeDocument/2006/relationships/customXml" Target="../ink/ink3028.xml"/><Relationship Id="rId149" Type="http://schemas.openxmlformats.org/officeDocument/2006/relationships/customXml" Target="../ink/ink3076.xml"/><Relationship Id="rId314" Type="http://schemas.openxmlformats.org/officeDocument/2006/relationships/image" Target="../media/image1821.png"/><Relationship Id="rId95" Type="http://schemas.openxmlformats.org/officeDocument/2006/relationships/customXml" Target="../ink/ink3049.xml"/><Relationship Id="rId160" Type="http://schemas.openxmlformats.org/officeDocument/2006/relationships/image" Target="../media/image1744.png"/><Relationship Id="rId216" Type="http://schemas.openxmlformats.org/officeDocument/2006/relationships/image" Target="../media/image1772.png"/><Relationship Id="rId258" Type="http://schemas.openxmlformats.org/officeDocument/2006/relationships/image" Target="../media/image1793.png"/><Relationship Id="rId22" Type="http://schemas.openxmlformats.org/officeDocument/2006/relationships/image" Target="../media/image8950.png"/><Relationship Id="rId64" Type="http://schemas.openxmlformats.org/officeDocument/2006/relationships/image" Target="../media/image1696.png"/><Relationship Id="rId118" Type="http://schemas.openxmlformats.org/officeDocument/2006/relationships/image" Target="../media/image1723.png"/><Relationship Id="rId325" Type="http://schemas.openxmlformats.org/officeDocument/2006/relationships/customXml" Target="../ink/ink3164.xml"/><Relationship Id="rId171" Type="http://schemas.openxmlformats.org/officeDocument/2006/relationships/customXml" Target="../ink/ink3087.xml"/><Relationship Id="rId227" Type="http://schemas.openxmlformats.org/officeDocument/2006/relationships/customXml" Target="../ink/ink3115.xml"/><Relationship Id="rId269" Type="http://schemas.openxmlformats.org/officeDocument/2006/relationships/customXml" Target="../ink/ink3136.xml"/><Relationship Id="rId33" Type="http://schemas.openxmlformats.org/officeDocument/2006/relationships/customXml" Target="../ink/ink3018.xml"/><Relationship Id="rId129" Type="http://schemas.openxmlformats.org/officeDocument/2006/relationships/customXml" Target="../ink/ink3066.xml"/><Relationship Id="rId280" Type="http://schemas.openxmlformats.org/officeDocument/2006/relationships/image" Target="../media/image1804.png"/><Relationship Id="rId336" Type="http://schemas.openxmlformats.org/officeDocument/2006/relationships/image" Target="../media/image1832.png"/><Relationship Id="rId75" Type="http://schemas.openxmlformats.org/officeDocument/2006/relationships/customXml" Target="../ink/ink3039.xml"/><Relationship Id="rId140" Type="http://schemas.openxmlformats.org/officeDocument/2006/relationships/image" Target="../media/image1734.png"/><Relationship Id="rId182" Type="http://schemas.openxmlformats.org/officeDocument/2006/relationships/image" Target="../media/image1755.png"/><Relationship Id="rId238" Type="http://schemas.openxmlformats.org/officeDocument/2006/relationships/image" Target="../media/image1783.png"/><Relationship Id="rId291" Type="http://schemas.openxmlformats.org/officeDocument/2006/relationships/customXml" Target="../ink/ink3147.xml"/><Relationship Id="rId305" Type="http://schemas.openxmlformats.org/officeDocument/2006/relationships/customXml" Target="../ink/ink3154.xml"/><Relationship Id="rId44" Type="http://schemas.openxmlformats.org/officeDocument/2006/relationships/image" Target="../media/image1686.png"/><Relationship Id="rId86" Type="http://schemas.openxmlformats.org/officeDocument/2006/relationships/image" Target="../media/image1707.png"/><Relationship Id="rId151" Type="http://schemas.openxmlformats.org/officeDocument/2006/relationships/customXml" Target="../ink/ink3077.xml"/><Relationship Id="rId193" Type="http://schemas.openxmlformats.org/officeDocument/2006/relationships/customXml" Target="../ink/ink3098.xml"/><Relationship Id="rId207" Type="http://schemas.openxmlformats.org/officeDocument/2006/relationships/customXml" Target="../ink/ink3105.xml"/><Relationship Id="rId249" Type="http://schemas.openxmlformats.org/officeDocument/2006/relationships/customXml" Target="../ink/ink3126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28.xml"/><Relationship Id="rId299" Type="http://schemas.openxmlformats.org/officeDocument/2006/relationships/customXml" Target="../ink/ink3319.xml"/><Relationship Id="rId21" Type="http://schemas.openxmlformats.org/officeDocument/2006/relationships/customXml" Target="../ink/ink3180.xml"/><Relationship Id="rId63" Type="http://schemas.openxmlformats.org/officeDocument/2006/relationships/customXml" Target="../ink/ink3201.xml"/><Relationship Id="rId159" Type="http://schemas.openxmlformats.org/officeDocument/2006/relationships/customXml" Target="../ink/ink3249.xml"/><Relationship Id="rId324" Type="http://schemas.openxmlformats.org/officeDocument/2006/relationships/image" Target="../media/image1994.png"/><Relationship Id="rId366" Type="http://schemas.openxmlformats.org/officeDocument/2006/relationships/image" Target="../media/image2015.png"/><Relationship Id="rId170" Type="http://schemas.openxmlformats.org/officeDocument/2006/relationships/image" Target="../media/image1917.png"/><Relationship Id="rId226" Type="http://schemas.openxmlformats.org/officeDocument/2006/relationships/image" Target="../media/image1945.png"/><Relationship Id="rId268" Type="http://schemas.openxmlformats.org/officeDocument/2006/relationships/image" Target="../media/image1966.png"/><Relationship Id="rId32" Type="http://schemas.openxmlformats.org/officeDocument/2006/relationships/image" Target="../media/image1848.png"/><Relationship Id="rId74" Type="http://schemas.openxmlformats.org/officeDocument/2006/relationships/image" Target="../media/image1869.png"/><Relationship Id="rId128" Type="http://schemas.openxmlformats.org/officeDocument/2006/relationships/image" Target="../media/image1896.png"/><Relationship Id="rId335" Type="http://schemas.openxmlformats.org/officeDocument/2006/relationships/customXml" Target="../ink/ink3337.xml"/><Relationship Id="rId377" Type="http://schemas.openxmlformats.org/officeDocument/2006/relationships/customXml" Target="../ink/ink3358.xml"/><Relationship Id="rId5" Type="http://schemas.openxmlformats.org/officeDocument/2006/relationships/customXml" Target="../ink/ink3172.xml"/><Relationship Id="rId181" Type="http://schemas.openxmlformats.org/officeDocument/2006/relationships/customXml" Target="../ink/ink3260.xml"/><Relationship Id="rId237" Type="http://schemas.openxmlformats.org/officeDocument/2006/relationships/customXml" Target="../ink/ink3288.xml"/><Relationship Id="rId402" Type="http://schemas.openxmlformats.org/officeDocument/2006/relationships/image" Target="../media/image2033.png"/><Relationship Id="rId279" Type="http://schemas.openxmlformats.org/officeDocument/2006/relationships/customXml" Target="../ink/ink3309.xml"/><Relationship Id="rId43" Type="http://schemas.openxmlformats.org/officeDocument/2006/relationships/customXml" Target="../ink/ink3191.xml"/><Relationship Id="rId139" Type="http://schemas.openxmlformats.org/officeDocument/2006/relationships/customXml" Target="../ink/ink3239.xml"/><Relationship Id="rId290" Type="http://schemas.openxmlformats.org/officeDocument/2006/relationships/image" Target="../media/image1977.png"/><Relationship Id="rId304" Type="http://schemas.openxmlformats.org/officeDocument/2006/relationships/image" Target="../media/image1984.png"/><Relationship Id="rId346" Type="http://schemas.openxmlformats.org/officeDocument/2006/relationships/image" Target="../media/image2005.png"/><Relationship Id="rId388" Type="http://schemas.openxmlformats.org/officeDocument/2006/relationships/image" Target="../media/image2026.png"/><Relationship Id="rId85" Type="http://schemas.openxmlformats.org/officeDocument/2006/relationships/customXml" Target="../ink/ink3212.xml"/><Relationship Id="rId150" Type="http://schemas.openxmlformats.org/officeDocument/2006/relationships/image" Target="../media/image1907.png"/><Relationship Id="rId192" Type="http://schemas.openxmlformats.org/officeDocument/2006/relationships/image" Target="../media/image1928.png"/><Relationship Id="rId206" Type="http://schemas.openxmlformats.org/officeDocument/2006/relationships/image" Target="../media/image1935.png"/><Relationship Id="rId413" Type="http://schemas.openxmlformats.org/officeDocument/2006/relationships/customXml" Target="../ink/ink3376.xml"/><Relationship Id="rId248" Type="http://schemas.openxmlformats.org/officeDocument/2006/relationships/image" Target="../media/image1956.png"/><Relationship Id="rId12" Type="http://schemas.openxmlformats.org/officeDocument/2006/relationships/image" Target="../media/image1838.png"/><Relationship Id="rId108" Type="http://schemas.openxmlformats.org/officeDocument/2006/relationships/image" Target="../media/image1886.png"/><Relationship Id="rId315" Type="http://schemas.openxmlformats.org/officeDocument/2006/relationships/customXml" Target="../ink/ink3327.xml"/><Relationship Id="rId357" Type="http://schemas.openxmlformats.org/officeDocument/2006/relationships/customXml" Target="../ink/ink3348.xml"/><Relationship Id="rId54" Type="http://schemas.openxmlformats.org/officeDocument/2006/relationships/image" Target="../media/image1859.png"/><Relationship Id="rId96" Type="http://schemas.openxmlformats.org/officeDocument/2006/relationships/image" Target="../media/image1880.png"/><Relationship Id="rId161" Type="http://schemas.openxmlformats.org/officeDocument/2006/relationships/customXml" Target="../ink/ink3250.xml"/><Relationship Id="rId217" Type="http://schemas.openxmlformats.org/officeDocument/2006/relationships/customXml" Target="../ink/ink3278.xml"/><Relationship Id="rId399" Type="http://schemas.openxmlformats.org/officeDocument/2006/relationships/customXml" Target="../ink/ink3369.xml"/><Relationship Id="rId259" Type="http://schemas.openxmlformats.org/officeDocument/2006/relationships/customXml" Target="../ink/ink3299.xml"/><Relationship Id="rId23" Type="http://schemas.openxmlformats.org/officeDocument/2006/relationships/customXml" Target="../ink/ink3181.xml"/><Relationship Id="rId119" Type="http://schemas.openxmlformats.org/officeDocument/2006/relationships/customXml" Target="../ink/ink3229.xml"/><Relationship Id="rId270" Type="http://schemas.openxmlformats.org/officeDocument/2006/relationships/image" Target="../media/image1967.png"/><Relationship Id="rId326" Type="http://schemas.openxmlformats.org/officeDocument/2006/relationships/image" Target="../media/image1995.png"/><Relationship Id="rId65" Type="http://schemas.openxmlformats.org/officeDocument/2006/relationships/customXml" Target="../ink/ink3202.xml"/><Relationship Id="rId130" Type="http://schemas.openxmlformats.org/officeDocument/2006/relationships/image" Target="../media/image1897.png"/><Relationship Id="rId368" Type="http://schemas.openxmlformats.org/officeDocument/2006/relationships/image" Target="../media/image2016.png"/><Relationship Id="rId172" Type="http://schemas.openxmlformats.org/officeDocument/2006/relationships/image" Target="../media/image1918.png"/><Relationship Id="rId228" Type="http://schemas.openxmlformats.org/officeDocument/2006/relationships/image" Target="../media/image1946.png"/><Relationship Id="rId281" Type="http://schemas.openxmlformats.org/officeDocument/2006/relationships/customXml" Target="../ink/ink3310.xml"/><Relationship Id="rId337" Type="http://schemas.openxmlformats.org/officeDocument/2006/relationships/customXml" Target="../ink/ink3338.xml"/><Relationship Id="rId34" Type="http://schemas.openxmlformats.org/officeDocument/2006/relationships/image" Target="../media/image1849.png"/><Relationship Id="rId76" Type="http://schemas.openxmlformats.org/officeDocument/2006/relationships/image" Target="../media/image1870.png"/><Relationship Id="rId141" Type="http://schemas.openxmlformats.org/officeDocument/2006/relationships/customXml" Target="../ink/ink3240.xml"/><Relationship Id="rId379" Type="http://schemas.openxmlformats.org/officeDocument/2006/relationships/customXml" Target="../ink/ink3359.xml"/><Relationship Id="rId7" Type="http://schemas.openxmlformats.org/officeDocument/2006/relationships/customXml" Target="../ink/ink3173.xml"/><Relationship Id="rId183" Type="http://schemas.openxmlformats.org/officeDocument/2006/relationships/customXml" Target="../ink/ink3261.xml"/><Relationship Id="rId239" Type="http://schemas.openxmlformats.org/officeDocument/2006/relationships/customXml" Target="../ink/ink3289.xml"/><Relationship Id="rId390" Type="http://schemas.openxmlformats.org/officeDocument/2006/relationships/image" Target="../media/image2027.png"/><Relationship Id="rId404" Type="http://schemas.openxmlformats.org/officeDocument/2006/relationships/image" Target="../media/image2034.png"/><Relationship Id="rId250" Type="http://schemas.openxmlformats.org/officeDocument/2006/relationships/image" Target="../media/image1957.png"/><Relationship Id="rId292" Type="http://schemas.openxmlformats.org/officeDocument/2006/relationships/image" Target="../media/image1978.png"/><Relationship Id="rId306" Type="http://schemas.openxmlformats.org/officeDocument/2006/relationships/image" Target="../media/image1985.png"/><Relationship Id="rId45" Type="http://schemas.openxmlformats.org/officeDocument/2006/relationships/customXml" Target="../ink/ink3192.xml"/><Relationship Id="rId87" Type="http://schemas.openxmlformats.org/officeDocument/2006/relationships/customXml" Target="../ink/ink3213.xml"/><Relationship Id="rId110" Type="http://schemas.openxmlformats.org/officeDocument/2006/relationships/image" Target="../media/image1887.png"/><Relationship Id="rId348" Type="http://schemas.openxmlformats.org/officeDocument/2006/relationships/image" Target="../media/image2006.png"/><Relationship Id="rId152" Type="http://schemas.openxmlformats.org/officeDocument/2006/relationships/image" Target="../media/image1908.png"/><Relationship Id="rId194" Type="http://schemas.openxmlformats.org/officeDocument/2006/relationships/image" Target="../media/image1929.png"/><Relationship Id="rId208" Type="http://schemas.openxmlformats.org/officeDocument/2006/relationships/image" Target="../media/image1936.png"/><Relationship Id="rId415" Type="http://schemas.openxmlformats.org/officeDocument/2006/relationships/customXml" Target="../ink/ink3377.xml"/><Relationship Id="rId261" Type="http://schemas.openxmlformats.org/officeDocument/2006/relationships/customXml" Target="../ink/ink3300.xml"/><Relationship Id="rId14" Type="http://schemas.openxmlformats.org/officeDocument/2006/relationships/image" Target="../media/image1839.png"/><Relationship Id="rId56" Type="http://schemas.openxmlformats.org/officeDocument/2006/relationships/image" Target="../media/image1860.png"/><Relationship Id="rId317" Type="http://schemas.openxmlformats.org/officeDocument/2006/relationships/customXml" Target="../ink/ink3328.xml"/><Relationship Id="rId359" Type="http://schemas.openxmlformats.org/officeDocument/2006/relationships/customXml" Target="../ink/ink3349.xml"/><Relationship Id="rId98" Type="http://schemas.openxmlformats.org/officeDocument/2006/relationships/image" Target="../media/image1881.png"/><Relationship Id="rId121" Type="http://schemas.openxmlformats.org/officeDocument/2006/relationships/customXml" Target="../ink/ink3230.xml"/><Relationship Id="rId163" Type="http://schemas.openxmlformats.org/officeDocument/2006/relationships/customXml" Target="../ink/ink3251.xml"/><Relationship Id="rId219" Type="http://schemas.openxmlformats.org/officeDocument/2006/relationships/customXml" Target="../ink/ink3279.xml"/><Relationship Id="rId370" Type="http://schemas.openxmlformats.org/officeDocument/2006/relationships/image" Target="../media/image2017.png"/><Relationship Id="rId230" Type="http://schemas.openxmlformats.org/officeDocument/2006/relationships/image" Target="../media/image1947.png"/><Relationship Id="rId25" Type="http://schemas.openxmlformats.org/officeDocument/2006/relationships/customXml" Target="../ink/ink3182.xml"/><Relationship Id="rId67" Type="http://schemas.openxmlformats.org/officeDocument/2006/relationships/customXml" Target="../ink/ink3203.xml"/><Relationship Id="rId272" Type="http://schemas.openxmlformats.org/officeDocument/2006/relationships/image" Target="../media/image1968.png"/><Relationship Id="rId328" Type="http://schemas.openxmlformats.org/officeDocument/2006/relationships/image" Target="../media/image1996.png"/><Relationship Id="rId132" Type="http://schemas.openxmlformats.org/officeDocument/2006/relationships/image" Target="../media/image1898.png"/><Relationship Id="rId174" Type="http://schemas.openxmlformats.org/officeDocument/2006/relationships/image" Target="../media/image1919.png"/><Relationship Id="rId381" Type="http://schemas.openxmlformats.org/officeDocument/2006/relationships/customXml" Target="../ink/ink3360.xml"/><Relationship Id="rId241" Type="http://schemas.openxmlformats.org/officeDocument/2006/relationships/customXml" Target="../ink/ink3290.xml"/><Relationship Id="rId36" Type="http://schemas.openxmlformats.org/officeDocument/2006/relationships/image" Target="../media/image1850.png"/><Relationship Id="rId283" Type="http://schemas.openxmlformats.org/officeDocument/2006/relationships/customXml" Target="../ink/ink3311.xml"/><Relationship Id="rId339" Type="http://schemas.openxmlformats.org/officeDocument/2006/relationships/customXml" Target="../ink/ink3339.xml"/><Relationship Id="rId78" Type="http://schemas.openxmlformats.org/officeDocument/2006/relationships/image" Target="../media/image1871.png"/><Relationship Id="rId101" Type="http://schemas.openxmlformats.org/officeDocument/2006/relationships/customXml" Target="../ink/ink3220.xml"/><Relationship Id="rId143" Type="http://schemas.openxmlformats.org/officeDocument/2006/relationships/customXml" Target="../ink/ink3241.xml"/><Relationship Id="rId185" Type="http://schemas.openxmlformats.org/officeDocument/2006/relationships/customXml" Target="../ink/ink3262.xml"/><Relationship Id="rId350" Type="http://schemas.openxmlformats.org/officeDocument/2006/relationships/image" Target="../media/image2007.png"/><Relationship Id="rId406" Type="http://schemas.openxmlformats.org/officeDocument/2006/relationships/image" Target="../media/image2035.png"/><Relationship Id="rId9" Type="http://schemas.openxmlformats.org/officeDocument/2006/relationships/customXml" Target="../ink/ink3174.xml"/><Relationship Id="rId210" Type="http://schemas.openxmlformats.org/officeDocument/2006/relationships/image" Target="../media/image1937.png"/><Relationship Id="rId392" Type="http://schemas.openxmlformats.org/officeDocument/2006/relationships/image" Target="../media/image2028.png"/><Relationship Id="rId252" Type="http://schemas.openxmlformats.org/officeDocument/2006/relationships/image" Target="../media/image1958.png"/><Relationship Id="rId294" Type="http://schemas.openxmlformats.org/officeDocument/2006/relationships/image" Target="../media/image1979.png"/><Relationship Id="rId308" Type="http://schemas.openxmlformats.org/officeDocument/2006/relationships/image" Target="../media/image1986.png"/><Relationship Id="rId47" Type="http://schemas.openxmlformats.org/officeDocument/2006/relationships/customXml" Target="../ink/ink3193.xml"/><Relationship Id="rId89" Type="http://schemas.openxmlformats.org/officeDocument/2006/relationships/customXml" Target="../ink/ink3214.xml"/><Relationship Id="rId112" Type="http://schemas.openxmlformats.org/officeDocument/2006/relationships/image" Target="../media/image1888.png"/><Relationship Id="rId154" Type="http://schemas.openxmlformats.org/officeDocument/2006/relationships/image" Target="../media/image1909.png"/><Relationship Id="rId361" Type="http://schemas.openxmlformats.org/officeDocument/2006/relationships/customXml" Target="../ink/ink3350.xml"/><Relationship Id="rId196" Type="http://schemas.openxmlformats.org/officeDocument/2006/relationships/image" Target="../media/image1930.png"/><Relationship Id="rId417" Type="http://schemas.openxmlformats.org/officeDocument/2006/relationships/customXml" Target="../ink/ink3378.xml"/><Relationship Id="rId16" Type="http://schemas.openxmlformats.org/officeDocument/2006/relationships/image" Target="../media/image1840.png"/><Relationship Id="rId221" Type="http://schemas.openxmlformats.org/officeDocument/2006/relationships/customXml" Target="../ink/ink3280.xml"/><Relationship Id="rId263" Type="http://schemas.openxmlformats.org/officeDocument/2006/relationships/customXml" Target="../ink/ink3301.xml"/><Relationship Id="rId319" Type="http://schemas.openxmlformats.org/officeDocument/2006/relationships/customXml" Target="../ink/ink3329.xml"/><Relationship Id="rId58" Type="http://schemas.openxmlformats.org/officeDocument/2006/relationships/image" Target="../media/image1861.png"/><Relationship Id="rId123" Type="http://schemas.openxmlformats.org/officeDocument/2006/relationships/customXml" Target="../ink/ink3231.xml"/><Relationship Id="rId330" Type="http://schemas.openxmlformats.org/officeDocument/2006/relationships/image" Target="../media/image1997.png"/><Relationship Id="rId165" Type="http://schemas.openxmlformats.org/officeDocument/2006/relationships/customXml" Target="../ink/ink3252.xml"/><Relationship Id="rId372" Type="http://schemas.openxmlformats.org/officeDocument/2006/relationships/image" Target="../media/image2018.png"/><Relationship Id="rId232" Type="http://schemas.openxmlformats.org/officeDocument/2006/relationships/image" Target="../media/image1948.png"/><Relationship Id="rId274" Type="http://schemas.openxmlformats.org/officeDocument/2006/relationships/image" Target="../media/image1969.png"/><Relationship Id="rId27" Type="http://schemas.openxmlformats.org/officeDocument/2006/relationships/customXml" Target="../ink/ink3183.xml"/><Relationship Id="rId69" Type="http://schemas.openxmlformats.org/officeDocument/2006/relationships/customXml" Target="../ink/ink3204.xml"/><Relationship Id="rId134" Type="http://schemas.openxmlformats.org/officeDocument/2006/relationships/image" Target="../media/image1899.png"/><Relationship Id="rId80" Type="http://schemas.openxmlformats.org/officeDocument/2006/relationships/image" Target="../media/image1872.png"/><Relationship Id="rId176" Type="http://schemas.openxmlformats.org/officeDocument/2006/relationships/image" Target="../media/image1920.png"/><Relationship Id="rId341" Type="http://schemas.openxmlformats.org/officeDocument/2006/relationships/customXml" Target="../ink/ink3340.xml"/><Relationship Id="rId383" Type="http://schemas.openxmlformats.org/officeDocument/2006/relationships/customXml" Target="../ink/ink3361.xml"/><Relationship Id="rId201" Type="http://schemas.openxmlformats.org/officeDocument/2006/relationships/customXml" Target="../ink/ink3270.xml"/><Relationship Id="rId243" Type="http://schemas.openxmlformats.org/officeDocument/2006/relationships/customXml" Target="../ink/ink3291.xml"/><Relationship Id="rId285" Type="http://schemas.openxmlformats.org/officeDocument/2006/relationships/customXml" Target="../ink/ink3312.xml"/><Relationship Id="rId17" Type="http://schemas.openxmlformats.org/officeDocument/2006/relationships/customXml" Target="../ink/ink3178.xml"/><Relationship Id="rId38" Type="http://schemas.openxmlformats.org/officeDocument/2006/relationships/image" Target="../media/image1851.png"/><Relationship Id="rId59" Type="http://schemas.openxmlformats.org/officeDocument/2006/relationships/customXml" Target="../ink/ink3199.xml"/><Relationship Id="rId103" Type="http://schemas.openxmlformats.org/officeDocument/2006/relationships/customXml" Target="../ink/ink3221.xml"/><Relationship Id="rId124" Type="http://schemas.openxmlformats.org/officeDocument/2006/relationships/image" Target="../media/image1894.png"/><Relationship Id="rId310" Type="http://schemas.openxmlformats.org/officeDocument/2006/relationships/image" Target="../media/image1987.png"/><Relationship Id="rId70" Type="http://schemas.openxmlformats.org/officeDocument/2006/relationships/image" Target="../media/image1867.png"/><Relationship Id="rId91" Type="http://schemas.openxmlformats.org/officeDocument/2006/relationships/customXml" Target="../ink/ink3215.xml"/><Relationship Id="rId145" Type="http://schemas.openxmlformats.org/officeDocument/2006/relationships/customXml" Target="../ink/ink3242.xml"/><Relationship Id="rId166" Type="http://schemas.openxmlformats.org/officeDocument/2006/relationships/image" Target="../media/image1915.png"/><Relationship Id="rId187" Type="http://schemas.openxmlformats.org/officeDocument/2006/relationships/customXml" Target="../ink/ink3263.xml"/><Relationship Id="rId331" Type="http://schemas.openxmlformats.org/officeDocument/2006/relationships/customXml" Target="../ink/ink3335.xml"/><Relationship Id="rId352" Type="http://schemas.openxmlformats.org/officeDocument/2006/relationships/image" Target="../media/image2008.png"/><Relationship Id="rId373" Type="http://schemas.openxmlformats.org/officeDocument/2006/relationships/customXml" Target="../ink/ink3356.xml"/><Relationship Id="rId394" Type="http://schemas.openxmlformats.org/officeDocument/2006/relationships/image" Target="../media/image2029.png"/><Relationship Id="rId408" Type="http://schemas.openxmlformats.org/officeDocument/2006/relationships/image" Target="../media/image2036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938.png"/><Relationship Id="rId233" Type="http://schemas.openxmlformats.org/officeDocument/2006/relationships/customXml" Target="../ink/ink3286.xml"/><Relationship Id="rId254" Type="http://schemas.openxmlformats.org/officeDocument/2006/relationships/image" Target="../media/image1959.png"/><Relationship Id="rId28" Type="http://schemas.openxmlformats.org/officeDocument/2006/relationships/image" Target="../media/image1846.png"/><Relationship Id="rId49" Type="http://schemas.openxmlformats.org/officeDocument/2006/relationships/customXml" Target="../ink/ink3194.xml"/><Relationship Id="rId114" Type="http://schemas.openxmlformats.org/officeDocument/2006/relationships/image" Target="../media/image1889.png"/><Relationship Id="rId275" Type="http://schemas.openxmlformats.org/officeDocument/2006/relationships/customXml" Target="../ink/ink3307.xml"/><Relationship Id="rId296" Type="http://schemas.openxmlformats.org/officeDocument/2006/relationships/image" Target="../media/image1980.png"/><Relationship Id="rId300" Type="http://schemas.openxmlformats.org/officeDocument/2006/relationships/image" Target="../media/image1982.png"/><Relationship Id="rId60" Type="http://schemas.openxmlformats.org/officeDocument/2006/relationships/image" Target="../media/image1862.png"/><Relationship Id="rId81" Type="http://schemas.openxmlformats.org/officeDocument/2006/relationships/customXml" Target="../ink/ink3210.xml"/><Relationship Id="rId135" Type="http://schemas.openxmlformats.org/officeDocument/2006/relationships/customXml" Target="../ink/ink3237.xml"/><Relationship Id="rId156" Type="http://schemas.openxmlformats.org/officeDocument/2006/relationships/image" Target="../media/image1910.png"/><Relationship Id="rId177" Type="http://schemas.openxmlformats.org/officeDocument/2006/relationships/customXml" Target="../ink/ink3258.xml"/><Relationship Id="rId198" Type="http://schemas.openxmlformats.org/officeDocument/2006/relationships/image" Target="../media/image1931.png"/><Relationship Id="rId321" Type="http://schemas.openxmlformats.org/officeDocument/2006/relationships/customXml" Target="../ink/ink3330.xml"/><Relationship Id="rId342" Type="http://schemas.openxmlformats.org/officeDocument/2006/relationships/image" Target="../media/image2003.png"/><Relationship Id="rId363" Type="http://schemas.openxmlformats.org/officeDocument/2006/relationships/customXml" Target="../ink/ink3351.xml"/><Relationship Id="rId384" Type="http://schemas.openxmlformats.org/officeDocument/2006/relationships/image" Target="../media/image2024.png"/><Relationship Id="rId419" Type="http://schemas.openxmlformats.org/officeDocument/2006/relationships/customXml" Target="../ink/ink3379.xml"/><Relationship Id="rId202" Type="http://schemas.openxmlformats.org/officeDocument/2006/relationships/image" Target="../media/image1933.png"/><Relationship Id="rId223" Type="http://schemas.openxmlformats.org/officeDocument/2006/relationships/customXml" Target="../ink/ink3281.xml"/><Relationship Id="rId244" Type="http://schemas.openxmlformats.org/officeDocument/2006/relationships/image" Target="../media/image1954.png"/><Relationship Id="rId18" Type="http://schemas.openxmlformats.org/officeDocument/2006/relationships/image" Target="../media/image1841.png"/><Relationship Id="rId39" Type="http://schemas.openxmlformats.org/officeDocument/2006/relationships/customXml" Target="../ink/ink3189.xml"/><Relationship Id="rId265" Type="http://schemas.openxmlformats.org/officeDocument/2006/relationships/customXml" Target="../ink/ink3302.xml"/><Relationship Id="rId286" Type="http://schemas.openxmlformats.org/officeDocument/2006/relationships/image" Target="../media/image1975.png"/><Relationship Id="rId50" Type="http://schemas.openxmlformats.org/officeDocument/2006/relationships/image" Target="../media/image1857.png"/><Relationship Id="rId104" Type="http://schemas.openxmlformats.org/officeDocument/2006/relationships/image" Target="../media/image1884.png"/><Relationship Id="rId125" Type="http://schemas.openxmlformats.org/officeDocument/2006/relationships/customXml" Target="../ink/ink3232.xml"/><Relationship Id="rId146" Type="http://schemas.openxmlformats.org/officeDocument/2006/relationships/image" Target="../media/image1905.png"/><Relationship Id="rId167" Type="http://schemas.openxmlformats.org/officeDocument/2006/relationships/customXml" Target="../ink/ink3253.xml"/><Relationship Id="rId188" Type="http://schemas.openxmlformats.org/officeDocument/2006/relationships/image" Target="../media/image1926.png"/><Relationship Id="rId311" Type="http://schemas.openxmlformats.org/officeDocument/2006/relationships/customXml" Target="../ink/ink3325.xml"/><Relationship Id="rId332" Type="http://schemas.openxmlformats.org/officeDocument/2006/relationships/image" Target="../media/image1998.png"/><Relationship Id="rId353" Type="http://schemas.openxmlformats.org/officeDocument/2006/relationships/customXml" Target="../ink/ink3346.xml"/><Relationship Id="rId374" Type="http://schemas.openxmlformats.org/officeDocument/2006/relationships/image" Target="../media/image2019.png"/><Relationship Id="rId395" Type="http://schemas.openxmlformats.org/officeDocument/2006/relationships/customXml" Target="../ink/ink3367.xml"/><Relationship Id="rId409" Type="http://schemas.openxmlformats.org/officeDocument/2006/relationships/customXml" Target="../ink/ink3374.xml"/><Relationship Id="rId71" Type="http://schemas.openxmlformats.org/officeDocument/2006/relationships/customXml" Target="../ink/ink3205.xml"/><Relationship Id="rId92" Type="http://schemas.openxmlformats.org/officeDocument/2006/relationships/image" Target="../media/image1878.png"/><Relationship Id="rId213" Type="http://schemas.openxmlformats.org/officeDocument/2006/relationships/customXml" Target="../ink/ink3276.xml"/><Relationship Id="rId234" Type="http://schemas.openxmlformats.org/officeDocument/2006/relationships/image" Target="../media/image1949.png"/><Relationship Id="rId420" Type="http://schemas.openxmlformats.org/officeDocument/2006/relationships/image" Target="../media/image2042.png"/><Relationship Id="rId2" Type="http://schemas.openxmlformats.org/officeDocument/2006/relationships/image" Target="../media/image1680.png"/><Relationship Id="rId29" Type="http://schemas.openxmlformats.org/officeDocument/2006/relationships/customXml" Target="../ink/ink3184.xml"/><Relationship Id="rId255" Type="http://schemas.openxmlformats.org/officeDocument/2006/relationships/customXml" Target="../ink/ink3297.xml"/><Relationship Id="rId276" Type="http://schemas.openxmlformats.org/officeDocument/2006/relationships/image" Target="../media/image1970.png"/><Relationship Id="rId297" Type="http://schemas.openxmlformats.org/officeDocument/2006/relationships/customXml" Target="../ink/ink3318.xml"/><Relationship Id="rId40" Type="http://schemas.openxmlformats.org/officeDocument/2006/relationships/image" Target="../media/image1852.png"/><Relationship Id="rId115" Type="http://schemas.openxmlformats.org/officeDocument/2006/relationships/customXml" Target="../ink/ink3227.xml"/><Relationship Id="rId136" Type="http://schemas.openxmlformats.org/officeDocument/2006/relationships/image" Target="../media/image1900.png"/><Relationship Id="rId157" Type="http://schemas.openxmlformats.org/officeDocument/2006/relationships/customXml" Target="../ink/ink3248.xml"/><Relationship Id="rId178" Type="http://schemas.openxmlformats.org/officeDocument/2006/relationships/image" Target="../media/image1921.png"/><Relationship Id="rId301" Type="http://schemas.openxmlformats.org/officeDocument/2006/relationships/customXml" Target="../ink/ink3320.xml"/><Relationship Id="rId322" Type="http://schemas.openxmlformats.org/officeDocument/2006/relationships/image" Target="../media/image1993.png"/><Relationship Id="rId343" Type="http://schemas.openxmlformats.org/officeDocument/2006/relationships/customXml" Target="../ink/ink3341.xml"/><Relationship Id="rId364" Type="http://schemas.openxmlformats.org/officeDocument/2006/relationships/image" Target="../media/image2014.png"/><Relationship Id="rId61" Type="http://schemas.openxmlformats.org/officeDocument/2006/relationships/customXml" Target="../ink/ink3200.xml"/><Relationship Id="rId82" Type="http://schemas.openxmlformats.org/officeDocument/2006/relationships/image" Target="../media/image1873.png"/><Relationship Id="rId199" Type="http://schemas.openxmlformats.org/officeDocument/2006/relationships/customXml" Target="../ink/ink3269.xml"/><Relationship Id="rId203" Type="http://schemas.openxmlformats.org/officeDocument/2006/relationships/customXml" Target="../ink/ink3271.xml"/><Relationship Id="rId385" Type="http://schemas.openxmlformats.org/officeDocument/2006/relationships/customXml" Target="../ink/ink3362.xml"/><Relationship Id="rId19" Type="http://schemas.openxmlformats.org/officeDocument/2006/relationships/customXml" Target="../ink/ink3179.xml"/><Relationship Id="rId224" Type="http://schemas.openxmlformats.org/officeDocument/2006/relationships/image" Target="../media/image1944.png"/><Relationship Id="rId245" Type="http://schemas.openxmlformats.org/officeDocument/2006/relationships/customXml" Target="../ink/ink3292.xml"/><Relationship Id="rId266" Type="http://schemas.openxmlformats.org/officeDocument/2006/relationships/image" Target="../media/image1965.png"/><Relationship Id="rId287" Type="http://schemas.openxmlformats.org/officeDocument/2006/relationships/customXml" Target="../ink/ink3313.xml"/><Relationship Id="rId410" Type="http://schemas.openxmlformats.org/officeDocument/2006/relationships/image" Target="../media/image2037.png"/><Relationship Id="rId30" Type="http://schemas.openxmlformats.org/officeDocument/2006/relationships/image" Target="../media/image1847.png"/><Relationship Id="rId105" Type="http://schemas.openxmlformats.org/officeDocument/2006/relationships/customXml" Target="../ink/ink3222.xml"/><Relationship Id="rId126" Type="http://schemas.openxmlformats.org/officeDocument/2006/relationships/image" Target="../media/image1895.png"/><Relationship Id="rId147" Type="http://schemas.openxmlformats.org/officeDocument/2006/relationships/customXml" Target="../ink/ink3243.xml"/><Relationship Id="rId168" Type="http://schemas.openxmlformats.org/officeDocument/2006/relationships/image" Target="../media/image1916.png"/><Relationship Id="rId312" Type="http://schemas.openxmlformats.org/officeDocument/2006/relationships/image" Target="../media/image1988.png"/><Relationship Id="rId333" Type="http://schemas.openxmlformats.org/officeDocument/2006/relationships/customXml" Target="../ink/ink3336.xml"/><Relationship Id="rId354" Type="http://schemas.openxmlformats.org/officeDocument/2006/relationships/image" Target="../media/image2009.png"/><Relationship Id="rId51" Type="http://schemas.openxmlformats.org/officeDocument/2006/relationships/customXml" Target="../ink/ink3195.xml"/><Relationship Id="rId72" Type="http://schemas.openxmlformats.org/officeDocument/2006/relationships/image" Target="../media/image1868.png"/><Relationship Id="rId93" Type="http://schemas.openxmlformats.org/officeDocument/2006/relationships/customXml" Target="../ink/ink3216.xml"/><Relationship Id="rId189" Type="http://schemas.openxmlformats.org/officeDocument/2006/relationships/customXml" Target="../ink/ink3264.xml"/><Relationship Id="rId375" Type="http://schemas.openxmlformats.org/officeDocument/2006/relationships/customXml" Target="../ink/ink3357.xml"/><Relationship Id="rId396" Type="http://schemas.openxmlformats.org/officeDocument/2006/relationships/image" Target="../media/image2030.png"/><Relationship Id="rId3" Type="http://schemas.openxmlformats.org/officeDocument/2006/relationships/customXml" Target="../ink/ink3171.xml"/><Relationship Id="rId214" Type="http://schemas.openxmlformats.org/officeDocument/2006/relationships/image" Target="../media/image1939.png"/><Relationship Id="rId235" Type="http://schemas.openxmlformats.org/officeDocument/2006/relationships/customXml" Target="../ink/ink3287.xml"/><Relationship Id="rId256" Type="http://schemas.openxmlformats.org/officeDocument/2006/relationships/image" Target="../media/image1960.png"/><Relationship Id="rId277" Type="http://schemas.openxmlformats.org/officeDocument/2006/relationships/customXml" Target="../ink/ink3308.xml"/><Relationship Id="rId298" Type="http://schemas.openxmlformats.org/officeDocument/2006/relationships/image" Target="../media/image1981.png"/><Relationship Id="rId400" Type="http://schemas.openxmlformats.org/officeDocument/2006/relationships/image" Target="../media/image2032.png"/><Relationship Id="rId421" Type="http://schemas.openxmlformats.org/officeDocument/2006/relationships/customXml" Target="../ink/ink3380.xml"/><Relationship Id="rId116" Type="http://schemas.openxmlformats.org/officeDocument/2006/relationships/image" Target="../media/image1890.png"/><Relationship Id="rId137" Type="http://schemas.openxmlformats.org/officeDocument/2006/relationships/customXml" Target="../ink/ink3238.xml"/><Relationship Id="rId158" Type="http://schemas.openxmlformats.org/officeDocument/2006/relationships/image" Target="../media/image1911.png"/><Relationship Id="rId302" Type="http://schemas.openxmlformats.org/officeDocument/2006/relationships/image" Target="../media/image1983.png"/><Relationship Id="rId323" Type="http://schemas.openxmlformats.org/officeDocument/2006/relationships/customXml" Target="../ink/ink3331.xml"/><Relationship Id="rId344" Type="http://schemas.openxmlformats.org/officeDocument/2006/relationships/image" Target="../media/image2004.png"/><Relationship Id="rId20" Type="http://schemas.openxmlformats.org/officeDocument/2006/relationships/image" Target="../media/image1842.png"/><Relationship Id="rId41" Type="http://schemas.openxmlformats.org/officeDocument/2006/relationships/customXml" Target="../ink/ink3190.xml"/><Relationship Id="rId62" Type="http://schemas.openxmlformats.org/officeDocument/2006/relationships/image" Target="../media/image1863.png"/><Relationship Id="rId83" Type="http://schemas.openxmlformats.org/officeDocument/2006/relationships/customXml" Target="../ink/ink3211.xml"/><Relationship Id="rId179" Type="http://schemas.openxmlformats.org/officeDocument/2006/relationships/customXml" Target="../ink/ink3259.xml"/><Relationship Id="rId365" Type="http://schemas.openxmlformats.org/officeDocument/2006/relationships/customXml" Target="../ink/ink3352.xml"/><Relationship Id="rId386" Type="http://schemas.openxmlformats.org/officeDocument/2006/relationships/image" Target="../media/image2025.png"/><Relationship Id="rId190" Type="http://schemas.openxmlformats.org/officeDocument/2006/relationships/image" Target="../media/image1927.png"/><Relationship Id="rId204" Type="http://schemas.openxmlformats.org/officeDocument/2006/relationships/image" Target="../media/image1934.png"/><Relationship Id="rId225" Type="http://schemas.openxmlformats.org/officeDocument/2006/relationships/customXml" Target="../ink/ink3282.xml"/><Relationship Id="rId246" Type="http://schemas.openxmlformats.org/officeDocument/2006/relationships/image" Target="../media/image1955.png"/><Relationship Id="rId267" Type="http://schemas.openxmlformats.org/officeDocument/2006/relationships/customXml" Target="../ink/ink3303.xml"/><Relationship Id="rId288" Type="http://schemas.openxmlformats.org/officeDocument/2006/relationships/image" Target="../media/image1976.png"/><Relationship Id="rId411" Type="http://schemas.openxmlformats.org/officeDocument/2006/relationships/customXml" Target="../ink/ink3375.xml"/><Relationship Id="rId106" Type="http://schemas.openxmlformats.org/officeDocument/2006/relationships/image" Target="../media/image1885.png"/><Relationship Id="rId127" Type="http://schemas.openxmlformats.org/officeDocument/2006/relationships/customXml" Target="../ink/ink3233.xml"/><Relationship Id="rId313" Type="http://schemas.openxmlformats.org/officeDocument/2006/relationships/customXml" Target="../ink/ink3326.xml"/><Relationship Id="rId10" Type="http://schemas.openxmlformats.org/officeDocument/2006/relationships/image" Target="../media/image1837.png"/><Relationship Id="rId31" Type="http://schemas.openxmlformats.org/officeDocument/2006/relationships/customXml" Target="../ink/ink3185.xml"/><Relationship Id="rId52" Type="http://schemas.openxmlformats.org/officeDocument/2006/relationships/image" Target="../media/image1858.png"/><Relationship Id="rId73" Type="http://schemas.openxmlformats.org/officeDocument/2006/relationships/customXml" Target="../ink/ink3206.xml"/><Relationship Id="rId94" Type="http://schemas.openxmlformats.org/officeDocument/2006/relationships/image" Target="../media/image1879.png"/><Relationship Id="rId148" Type="http://schemas.openxmlformats.org/officeDocument/2006/relationships/image" Target="../media/image1906.png"/><Relationship Id="rId169" Type="http://schemas.openxmlformats.org/officeDocument/2006/relationships/customXml" Target="../ink/ink3254.xml"/><Relationship Id="rId334" Type="http://schemas.openxmlformats.org/officeDocument/2006/relationships/image" Target="../media/image1999.png"/><Relationship Id="rId355" Type="http://schemas.openxmlformats.org/officeDocument/2006/relationships/customXml" Target="../ink/ink3347.xml"/><Relationship Id="rId376" Type="http://schemas.openxmlformats.org/officeDocument/2006/relationships/image" Target="../media/image2020.png"/><Relationship Id="rId397" Type="http://schemas.openxmlformats.org/officeDocument/2006/relationships/customXml" Target="../ink/ink3368.xml"/><Relationship Id="rId4" Type="http://schemas.openxmlformats.org/officeDocument/2006/relationships/image" Target="../media/image1834.png"/><Relationship Id="rId180" Type="http://schemas.openxmlformats.org/officeDocument/2006/relationships/image" Target="../media/image1922.png"/><Relationship Id="rId215" Type="http://schemas.openxmlformats.org/officeDocument/2006/relationships/customXml" Target="../ink/ink3277.xml"/><Relationship Id="rId236" Type="http://schemas.openxmlformats.org/officeDocument/2006/relationships/image" Target="../media/image1950.png"/><Relationship Id="rId257" Type="http://schemas.openxmlformats.org/officeDocument/2006/relationships/customXml" Target="../ink/ink3298.xml"/><Relationship Id="rId278" Type="http://schemas.openxmlformats.org/officeDocument/2006/relationships/image" Target="../media/image1971.png"/><Relationship Id="rId401" Type="http://schemas.openxmlformats.org/officeDocument/2006/relationships/customXml" Target="../ink/ink3370.xml"/><Relationship Id="rId422" Type="http://schemas.openxmlformats.org/officeDocument/2006/relationships/image" Target="../media/image2043.png"/><Relationship Id="rId303" Type="http://schemas.openxmlformats.org/officeDocument/2006/relationships/customXml" Target="../ink/ink3321.xml"/><Relationship Id="rId42" Type="http://schemas.openxmlformats.org/officeDocument/2006/relationships/image" Target="../media/image1853.png"/><Relationship Id="rId84" Type="http://schemas.openxmlformats.org/officeDocument/2006/relationships/image" Target="../media/image1874.png"/><Relationship Id="rId138" Type="http://schemas.openxmlformats.org/officeDocument/2006/relationships/image" Target="../media/image1901.png"/><Relationship Id="rId345" Type="http://schemas.openxmlformats.org/officeDocument/2006/relationships/customXml" Target="../ink/ink3342.xml"/><Relationship Id="rId387" Type="http://schemas.openxmlformats.org/officeDocument/2006/relationships/customXml" Target="../ink/ink3363.xml"/><Relationship Id="rId191" Type="http://schemas.openxmlformats.org/officeDocument/2006/relationships/customXml" Target="../ink/ink3265.xml"/><Relationship Id="rId205" Type="http://schemas.openxmlformats.org/officeDocument/2006/relationships/customXml" Target="../ink/ink3272.xml"/><Relationship Id="rId247" Type="http://schemas.openxmlformats.org/officeDocument/2006/relationships/customXml" Target="../ink/ink3293.xml"/><Relationship Id="rId412" Type="http://schemas.openxmlformats.org/officeDocument/2006/relationships/image" Target="../media/image2038.png"/><Relationship Id="rId107" Type="http://schemas.openxmlformats.org/officeDocument/2006/relationships/customXml" Target="../ink/ink3223.xml"/><Relationship Id="rId289" Type="http://schemas.openxmlformats.org/officeDocument/2006/relationships/customXml" Target="../ink/ink3314.xml"/><Relationship Id="rId11" Type="http://schemas.openxmlformats.org/officeDocument/2006/relationships/customXml" Target="../ink/ink3175.xml"/><Relationship Id="rId53" Type="http://schemas.openxmlformats.org/officeDocument/2006/relationships/customXml" Target="../ink/ink3196.xml"/><Relationship Id="rId149" Type="http://schemas.openxmlformats.org/officeDocument/2006/relationships/customXml" Target="../ink/ink3244.xml"/><Relationship Id="rId314" Type="http://schemas.openxmlformats.org/officeDocument/2006/relationships/image" Target="../media/image1989.png"/><Relationship Id="rId356" Type="http://schemas.openxmlformats.org/officeDocument/2006/relationships/image" Target="../media/image2010.png"/><Relationship Id="rId398" Type="http://schemas.openxmlformats.org/officeDocument/2006/relationships/image" Target="../media/image2031.png"/><Relationship Id="rId95" Type="http://schemas.openxmlformats.org/officeDocument/2006/relationships/customXml" Target="../ink/ink3217.xml"/><Relationship Id="rId160" Type="http://schemas.openxmlformats.org/officeDocument/2006/relationships/image" Target="../media/image1912.png"/><Relationship Id="rId216" Type="http://schemas.openxmlformats.org/officeDocument/2006/relationships/image" Target="../media/image1940.png"/><Relationship Id="rId258" Type="http://schemas.openxmlformats.org/officeDocument/2006/relationships/image" Target="../media/image1961.png"/><Relationship Id="rId22" Type="http://schemas.openxmlformats.org/officeDocument/2006/relationships/image" Target="../media/image1843.png"/><Relationship Id="rId64" Type="http://schemas.openxmlformats.org/officeDocument/2006/relationships/image" Target="../media/image1864.png"/><Relationship Id="rId118" Type="http://schemas.openxmlformats.org/officeDocument/2006/relationships/image" Target="../media/image1891.png"/><Relationship Id="rId325" Type="http://schemas.openxmlformats.org/officeDocument/2006/relationships/customXml" Target="../ink/ink3332.xml"/><Relationship Id="rId367" Type="http://schemas.openxmlformats.org/officeDocument/2006/relationships/customXml" Target="../ink/ink3353.xml"/><Relationship Id="rId171" Type="http://schemas.openxmlformats.org/officeDocument/2006/relationships/customXml" Target="../ink/ink3255.xml"/><Relationship Id="rId227" Type="http://schemas.openxmlformats.org/officeDocument/2006/relationships/customXml" Target="../ink/ink3283.xml"/><Relationship Id="rId269" Type="http://schemas.openxmlformats.org/officeDocument/2006/relationships/customXml" Target="../ink/ink3304.xml"/><Relationship Id="rId33" Type="http://schemas.openxmlformats.org/officeDocument/2006/relationships/customXml" Target="../ink/ink3186.xml"/><Relationship Id="rId129" Type="http://schemas.openxmlformats.org/officeDocument/2006/relationships/customXml" Target="../ink/ink3234.xml"/><Relationship Id="rId280" Type="http://schemas.openxmlformats.org/officeDocument/2006/relationships/image" Target="../media/image1972.png"/><Relationship Id="rId336" Type="http://schemas.openxmlformats.org/officeDocument/2006/relationships/image" Target="../media/image2000.png"/><Relationship Id="rId75" Type="http://schemas.openxmlformats.org/officeDocument/2006/relationships/customXml" Target="../ink/ink3207.xml"/><Relationship Id="rId140" Type="http://schemas.openxmlformats.org/officeDocument/2006/relationships/image" Target="../media/image1902.png"/><Relationship Id="rId182" Type="http://schemas.openxmlformats.org/officeDocument/2006/relationships/image" Target="../media/image1923.png"/><Relationship Id="rId378" Type="http://schemas.openxmlformats.org/officeDocument/2006/relationships/image" Target="../media/image2021.png"/><Relationship Id="rId403" Type="http://schemas.openxmlformats.org/officeDocument/2006/relationships/customXml" Target="../ink/ink3371.xml"/><Relationship Id="rId6" Type="http://schemas.openxmlformats.org/officeDocument/2006/relationships/image" Target="../media/image1835.png"/><Relationship Id="rId238" Type="http://schemas.openxmlformats.org/officeDocument/2006/relationships/image" Target="../media/image1951.png"/><Relationship Id="rId291" Type="http://schemas.openxmlformats.org/officeDocument/2006/relationships/customXml" Target="../ink/ink3315.xml"/><Relationship Id="rId305" Type="http://schemas.openxmlformats.org/officeDocument/2006/relationships/customXml" Target="../ink/ink3322.xml"/><Relationship Id="rId347" Type="http://schemas.openxmlformats.org/officeDocument/2006/relationships/customXml" Target="../ink/ink3343.xml"/><Relationship Id="rId44" Type="http://schemas.openxmlformats.org/officeDocument/2006/relationships/image" Target="../media/image1854.png"/><Relationship Id="rId86" Type="http://schemas.openxmlformats.org/officeDocument/2006/relationships/image" Target="../media/image1875.png"/><Relationship Id="rId151" Type="http://schemas.openxmlformats.org/officeDocument/2006/relationships/customXml" Target="../ink/ink3245.xml"/><Relationship Id="rId389" Type="http://schemas.openxmlformats.org/officeDocument/2006/relationships/customXml" Target="../ink/ink3364.xml"/><Relationship Id="rId193" Type="http://schemas.openxmlformats.org/officeDocument/2006/relationships/customXml" Target="../ink/ink3266.xml"/><Relationship Id="rId207" Type="http://schemas.openxmlformats.org/officeDocument/2006/relationships/customXml" Target="../ink/ink3273.xml"/><Relationship Id="rId249" Type="http://schemas.openxmlformats.org/officeDocument/2006/relationships/customXml" Target="../ink/ink3294.xml"/><Relationship Id="rId414" Type="http://schemas.openxmlformats.org/officeDocument/2006/relationships/image" Target="../media/image2039.png"/><Relationship Id="rId13" Type="http://schemas.openxmlformats.org/officeDocument/2006/relationships/customXml" Target="../ink/ink3176.xml"/><Relationship Id="rId109" Type="http://schemas.openxmlformats.org/officeDocument/2006/relationships/customXml" Target="../ink/ink3224.xml"/><Relationship Id="rId260" Type="http://schemas.openxmlformats.org/officeDocument/2006/relationships/image" Target="../media/image1962.png"/><Relationship Id="rId316" Type="http://schemas.openxmlformats.org/officeDocument/2006/relationships/image" Target="../media/image1990.png"/><Relationship Id="rId55" Type="http://schemas.openxmlformats.org/officeDocument/2006/relationships/customXml" Target="../ink/ink3197.xml"/><Relationship Id="rId97" Type="http://schemas.openxmlformats.org/officeDocument/2006/relationships/customXml" Target="../ink/ink3218.xml"/><Relationship Id="rId120" Type="http://schemas.openxmlformats.org/officeDocument/2006/relationships/image" Target="../media/image1892.png"/><Relationship Id="rId358" Type="http://schemas.openxmlformats.org/officeDocument/2006/relationships/image" Target="../media/image2011.png"/><Relationship Id="rId162" Type="http://schemas.openxmlformats.org/officeDocument/2006/relationships/image" Target="../media/image1913.png"/><Relationship Id="rId218" Type="http://schemas.openxmlformats.org/officeDocument/2006/relationships/image" Target="../media/image1941.png"/><Relationship Id="rId271" Type="http://schemas.openxmlformats.org/officeDocument/2006/relationships/customXml" Target="../ink/ink3305.xml"/><Relationship Id="rId24" Type="http://schemas.openxmlformats.org/officeDocument/2006/relationships/image" Target="../media/image1844.png"/><Relationship Id="rId66" Type="http://schemas.openxmlformats.org/officeDocument/2006/relationships/image" Target="../media/image1865.png"/><Relationship Id="rId131" Type="http://schemas.openxmlformats.org/officeDocument/2006/relationships/customXml" Target="../ink/ink3235.xml"/><Relationship Id="rId327" Type="http://schemas.openxmlformats.org/officeDocument/2006/relationships/customXml" Target="../ink/ink3333.xml"/><Relationship Id="rId369" Type="http://schemas.openxmlformats.org/officeDocument/2006/relationships/customXml" Target="../ink/ink3354.xml"/><Relationship Id="rId173" Type="http://schemas.openxmlformats.org/officeDocument/2006/relationships/customXml" Target="../ink/ink3256.xml"/><Relationship Id="rId229" Type="http://schemas.openxmlformats.org/officeDocument/2006/relationships/customXml" Target="../ink/ink3284.xml"/><Relationship Id="rId380" Type="http://schemas.openxmlformats.org/officeDocument/2006/relationships/image" Target="../media/image2022.png"/><Relationship Id="rId240" Type="http://schemas.openxmlformats.org/officeDocument/2006/relationships/image" Target="../media/image1952.png"/><Relationship Id="rId35" Type="http://schemas.openxmlformats.org/officeDocument/2006/relationships/customXml" Target="../ink/ink3187.xml"/><Relationship Id="rId77" Type="http://schemas.openxmlformats.org/officeDocument/2006/relationships/customXml" Target="../ink/ink3208.xml"/><Relationship Id="rId100" Type="http://schemas.openxmlformats.org/officeDocument/2006/relationships/image" Target="../media/image1882.png"/><Relationship Id="rId282" Type="http://schemas.openxmlformats.org/officeDocument/2006/relationships/image" Target="../media/image1973.png"/><Relationship Id="rId338" Type="http://schemas.openxmlformats.org/officeDocument/2006/relationships/image" Target="../media/image2001.png"/><Relationship Id="rId8" Type="http://schemas.openxmlformats.org/officeDocument/2006/relationships/image" Target="../media/image1836.png"/><Relationship Id="rId142" Type="http://schemas.openxmlformats.org/officeDocument/2006/relationships/image" Target="../media/image1903.png"/><Relationship Id="rId184" Type="http://schemas.openxmlformats.org/officeDocument/2006/relationships/image" Target="../media/image1924.png"/><Relationship Id="rId391" Type="http://schemas.openxmlformats.org/officeDocument/2006/relationships/customXml" Target="../ink/ink3365.xml"/><Relationship Id="rId405" Type="http://schemas.openxmlformats.org/officeDocument/2006/relationships/customXml" Target="../ink/ink3372.xml"/><Relationship Id="rId251" Type="http://schemas.openxmlformats.org/officeDocument/2006/relationships/customXml" Target="../ink/ink3295.xml"/><Relationship Id="rId46" Type="http://schemas.openxmlformats.org/officeDocument/2006/relationships/image" Target="../media/image1855.png"/><Relationship Id="rId293" Type="http://schemas.openxmlformats.org/officeDocument/2006/relationships/customXml" Target="../ink/ink3316.xml"/><Relationship Id="rId307" Type="http://schemas.openxmlformats.org/officeDocument/2006/relationships/customXml" Target="../ink/ink3323.xml"/><Relationship Id="rId349" Type="http://schemas.openxmlformats.org/officeDocument/2006/relationships/customXml" Target="../ink/ink3344.xml"/><Relationship Id="rId88" Type="http://schemas.openxmlformats.org/officeDocument/2006/relationships/image" Target="../media/image1876.png"/><Relationship Id="rId111" Type="http://schemas.openxmlformats.org/officeDocument/2006/relationships/customXml" Target="../ink/ink3225.xml"/><Relationship Id="rId153" Type="http://schemas.openxmlformats.org/officeDocument/2006/relationships/customXml" Target="../ink/ink3246.xml"/><Relationship Id="rId195" Type="http://schemas.openxmlformats.org/officeDocument/2006/relationships/customXml" Target="../ink/ink3267.xml"/><Relationship Id="rId209" Type="http://schemas.openxmlformats.org/officeDocument/2006/relationships/customXml" Target="../ink/ink3274.xml"/><Relationship Id="rId360" Type="http://schemas.openxmlformats.org/officeDocument/2006/relationships/image" Target="../media/image2012.png"/><Relationship Id="rId416" Type="http://schemas.openxmlformats.org/officeDocument/2006/relationships/image" Target="../media/image2040.png"/><Relationship Id="rId220" Type="http://schemas.openxmlformats.org/officeDocument/2006/relationships/image" Target="../media/image1942.png"/><Relationship Id="rId15" Type="http://schemas.openxmlformats.org/officeDocument/2006/relationships/customXml" Target="../ink/ink3177.xml"/><Relationship Id="rId57" Type="http://schemas.openxmlformats.org/officeDocument/2006/relationships/customXml" Target="../ink/ink3198.xml"/><Relationship Id="rId262" Type="http://schemas.openxmlformats.org/officeDocument/2006/relationships/image" Target="../media/image1963.png"/><Relationship Id="rId318" Type="http://schemas.openxmlformats.org/officeDocument/2006/relationships/image" Target="../media/image1991.png"/><Relationship Id="rId99" Type="http://schemas.openxmlformats.org/officeDocument/2006/relationships/customXml" Target="../ink/ink3219.xml"/><Relationship Id="rId122" Type="http://schemas.openxmlformats.org/officeDocument/2006/relationships/image" Target="../media/image1893.png"/><Relationship Id="rId164" Type="http://schemas.openxmlformats.org/officeDocument/2006/relationships/image" Target="../media/image1914.png"/><Relationship Id="rId371" Type="http://schemas.openxmlformats.org/officeDocument/2006/relationships/customXml" Target="../ink/ink3355.xml"/><Relationship Id="rId26" Type="http://schemas.openxmlformats.org/officeDocument/2006/relationships/image" Target="../media/image1845.png"/><Relationship Id="rId231" Type="http://schemas.openxmlformats.org/officeDocument/2006/relationships/customXml" Target="../ink/ink3285.xml"/><Relationship Id="rId273" Type="http://schemas.openxmlformats.org/officeDocument/2006/relationships/customXml" Target="../ink/ink3306.xml"/><Relationship Id="rId329" Type="http://schemas.openxmlformats.org/officeDocument/2006/relationships/customXml" Target="../ink/ink3334.xml"/><Relationship Id="rId68" Type="http://schemas.openxmlformats.org/officeDocument/2006/relationships/image" Target="../media/image1866.png"/><Relationship Id="rId133" Type="http://schemas.openxmlformats.org/officeDocument/2006/relationships/customXml" Target="../ink/ink3236.xml"/><Relationship Id="rId175" Type="http://schemas.openxmlformats.org/officeDocument/2006/relationships/customXml" Target="../ink/ink3257.xml"/><Relationship Id="rId340" Type="http://schemas.openxmlformats.org/officeDocument/2006/relationships/image" Target="../media/image2002.png"/><Relationship Id="rId200" Type="http://schemas.openxmlformats.org/officeDocument/2006/relationships/image" Target="../media/image1932.png"/><Relationship Id="rId382" Type="http://schemas.openxmlformats.org/officeDocument/2006/relationships/image" Target="../media/image2023.png"/><Relationship Id="rId242" Type="http://schemas.openxmlformats.org/officeDocument/2006/relationships/image" Target="../media/image1953.png"/><Relationship Id="rId284" Type="http://schemas.openxmlformats.org/officeDocument/2006/relationships/image" Target="../media/image1974.png"/><Relationship Id="rId37" Type="http://schemas.openxmlformats.org/officeDocument/2006/relationships/customXml" Target="../ink/ink3188.xml"/><Relationship Id="rId79" Type="http://schemas.openxmlformats.org/officeDocument/2006/relationships/customXml" Target="../ink/ink3209.xml"/><Relationship Id="rId102" Type="http://schemas.openxmlformats.org/officeDocument/2006/relationships/image" Target="../media/image1883.png"/><Relationship Id="rId144" Type="http://schemas.openxmlformats.org/officeDocument/2006/relationships/image" Target="../media/image1904.png"/><Relationship Id="rId90" Type="http://schemas.openxmlformats.org/officeDocument/2006/relationships/image" Target="../media/image1877.png"/><Relationship Id="rId186" Type="http://schemas.openxmlformats.org/officeDocument/2006/relationships/image" Target="../media/image1925.png"/><Relationship Id="rId351" Type="http://schemas.openxmlformats.org/officeDocument/2006/relationships/customXml" Target="../ink/ink3345.xml"/><Relationship Id="rId393" Type="http://schemas.openxmlformats.org/officeDocument/2006/relationships/customXml" Target="../ink/ink3366.xml"/><Relationship Id="rId407" Type="http://schemas.openxmlformats.org/officeDocument/2006/relationships/customXml" Target="../ink/ink3373.xml"/><Relationship Id="rId211" Type="http://schemas.openxmlformats.org/officeDocument/2006/relationships/customXml" Target="../ink/ink3275.xml"/><Relationship Id="rId253" Type="http://schemas.openxmlformats.org/officeDocument/2006/relationships/customXml" Target="../ink/ink3296.xml"/><Relationship Id="rId295" Type="http://schemas.openxmlformats.org/officeDocument/2006/relationships/customXml" Target="../ink/ink3317.xml"/><Relationship Id="rId309" Type="http://schemas.openxmlformats.org/officeDocument/2006/relationships/customXml" Target="../ink/ink3324.xml"/><Relationship Id="rId48" Type="http://schemas.openxmlformats.org/officeDocument/2006/relationships/image" Target="../media/image1856.png"/><Relationship Id="rId113" Type="http://schemas.openxmlformats.org/officeDocument/2006/relationships/customXml" Target="../ink/ink3226.xml"/><Relationship Id="rId320" Type="http://schemas.openxmlformats.org/officeDocument/2006/relationships/image" Target="../media/image1992.png"/><Relationship Id="rId155" Type="http://schemas.openxmlformats.org/officeDocument/2006/relationships/customXml" Target="../ink/ink3247.xml"/><Relationship Id="rId197" Type="http://schemas.openxmlformats.org/officeDocument/2006/relationships/customXml" Target="../ink/ink3268.xml"/><Relationship Id="rId362" Type="http://schemas.openxmlformats.org/officeDocument/2006/relationships/image" Target="../media/image2013.png"/><Relationship Id="rId418" Type="http://schemas.openxmlformats.org/officeDocument/2006/relationships/image" Target="../media/image2041.png"/><Relationship Id="rId222" Type="http://schemas.openxmlformats.org/officeDocument/2006/relationships/image" Target="../media/image1943.png"/><Relationship Id="rId264" Type="http://schemas.openxmlformats.org/officeDocument/2006/relationships/image" Target="../media/image1964.png"/></Relationships>
</file>

<file path=ppt/slides/_rels/slide3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438.xml"/><Relationship Id="rId21" Type="http://schemas.openxmlformats.org/officeDocument/2006/relationships/customXml" Target="../ink/ink3390.xml"/><Relationship Id="rId42" Type="http://schemas.openxmlformats.org/officeDocument/2006/relationships/image" Target="../media/image16250.png"/><Relationship Id="rId63" Type="http://schemas.openxmlformats.org/officeDocument/2006/relationships/customXml" Target="../ink/ink3411.xml"/><Relationship Id="rId84" Type="http://schemas.openxmlformats.org/officeDocument/2006/relationships/image" Target="../media/image16460.png"/><Relationship Id="rId138" Type="http://schemas.openxmlformats.org/officeDocument/2006/relationships/image" Target="../media/image16730.png"/><Relationship Id="rId159" Type="http://schemas.openxmlformats.org/officeDocument/2006/relationships/customXml" Target="../ink/ink3459.xml"/><Relationship Id="rId170" Type="http://schemas.openxmlformats.org/officeDocument/2006/relationships/image" Target="../media/image16890.png"/><Relationship Id="rId191" Type="http://schemas.openxmlformats.org/officeDocument/2006/relationships/customXml" Target="../ink/ink3475.xml"/><Relationship Id="rId107" Type="http://schemas.openxmlformats.org/officeDocument/2006/relationships/customXml" Target="../ink/ink3433.xml"/><Relationship Id="rId11" Type="http://schemas.openxmlformats.org/officeDocument/2006/relationships/customXml" Target="../ink/ink3385.xml"/><Relationship Id="rId32" Type="http://schemas.openxmlformats.org/officeDocument/2006/relationships/image" Target="../media/image16200.png"/><Relationship Id="rId53" Type="http://schemas.openxmlformats.org/officeDocument/2006/relationships/customXml" Target="../ink/ink3406.xml"/><Relationship Id="rId74" Type="http://schemas.openxmlformats.org/officeDocument/2006/relationships/image" Target="../media/image16411.png"/><Relationship Id="rId128" Type="http://schemas.openxmlformats.org/officeDocument/2006/relationships/image" Target="../media/image16680.png"/><Relationship Id="rId149" Type="http://schemas.openxmlformats.org/officeDocument/2006/relationships/customXml" Target="../ink/ink3454.xml"/><Relationship Id="rId5" Type="http://schemas.openxmlformats.org/officeDocument/2006/relationships/customXml" Target="../ink/ink3382.xml"/><Relationship Id="rId95" Type="http://schemas.openxmlformats.org/officeDocument/2006/relationships/customXml" Target="../ink/ink3427.xml"/><Relationship Id="rId160" Type="http://schemas.openxmlformats.org/officeDocument/2006/relationships/image" Target="../media/image16840.png"/><Relationship Id="rId181" Type="http://schemas.openxmlformats.org/officeDocument/2006/relationships/customXml" Target="../ink/ink3470.xml"/><Relationship Id="rId22" Type="http://schemas.openxmlformats.org/officeDocument/2006/relationships/image" Target="../media/image16150.png"/><Relationship Id="rId43" Type="http://schemas.openxmlformats.org/officeDocument/2006/relationships/customXml" Target="../ink/ink3401.xml"/><Relationship Id="rId64" Type="http://schemas.openxmlformats.org/officeDocument/2006/relationships/image" Target="../media/image16360.png"/><Relationship Id="rId118" Type="http://schemas.openxmlformats.org/officeDocument/2006/relationships/image" Target="../media/image16630.png"/><Relationship Id="rId139" Type="http://schemas.openxmlformats.org/officeDocument/2006/relationships/customXml" Target="../ink/ink3449.xml"/><Relationship Id="rId85" Type="http://schemas.openxmlformats.org/officeDocument/2006/relationships/customXml" Target="../ink/ink3422.xml"/><Relationship Id="rId150" Type="http://schemas.openxmlformats.org/officeDocument/2006/relationships/image" Target="../media/image16790.png"/><Relationship Id="rId171" Type="http://schemas.openxmlformats.org/officeDocument/2006/relationships/customXml" Target="../ink/ink3465.xml"/><Relationship Id="rId192" Type="http://schemas.openxmlformats.org/officeDocument/2006/relationships/image" Target="../media/image17000.png"/><Relationship Id="rId12" Type="http://schemas.openxmlformats.org/officeDocument/2006/relationships/image" Target="../media/image16101.png"/><Relationship Id="rId33" Type="http://schemas.openxmlformats.org/officeDocument/2006/relationships/customXml" Target="../ink/ink3396.xml"/><Relationship Id="rId108" Type="http://schemas.openxmlformats.org/officeDocument/2006/relationships/image" Target="../media/image16580.png"/><Relationship Id="rId129" Type="http://schemas.openxmlformats.org/officeDocument/2006/relationships/customXml" Target="../ink/ink3444.xml"/><Relationship Id="rId54" Type="http://schemas.openxmlformats.org/officeDocument/2006/relationships/image" Target="../media/image16311.png"/><Relationship Id="rId75" Type="http://schemas.openxmlformats.org/officeDocument/2006/relationships/customXml" Target="../ink/ink3417.xml"/><Relationship Id="rId96" Type="http://schemas.openxmlformats.org/officeDocument/2006/relationships/image" Target="../media/image16520.png"/><Relationship Id="rId140" Type="http://schemas.openxmlformats.org/officeDocument/2006/relationships/image" Target="../media/image16740.png"/><Relationship Id="rId161" Type="http://schemas.openxmlformats.org/officeDocument/2006/relationships/customXml" Target="../ink/ink3460.xml"/><Relationship Id="rId182" Type="http://schemas.openxmlformats.org/officeDocument/2006/relationships/image" Target="../media/image16950.png"/><Relationship Id="rId6" Type="http://schemas.openxmlformats.org/officeDocument/2006/relationships/image" Target="../media/image16070.png"/><Relationship Id="rId23" Type="http://schemas.openxmlformats.org/officeDocument/2006/relationships/customXml" Target="../ink/ink3391.xml"/><Relationship Id="rId119" Type="http://schemas.openxmlformats.org/officeDocument/2006/relationships/customXml" Target="../ink/ink3439.xml"/><Relationship Id="rId44" Type="http://schemas.openxmlformats.org/officeDocument/2006/relationships/image" Target="../media/image16260.png"/><Relationship Id="rId65" Type="http://schemas.openxmlformats.org/officeDocument/2006/relationships/customXml" Target="../ink/ink3412.xml"/><Relationship Id="rId86" Type="http://schemas.openxmlformats.org/officeDocument/2006/relationships/image" Target="../media/image16470.png"/><Relationship Id="rId130" Type="http://schemas.openxmlformats.org/officeDocument/2006/relationships/image" Target="../media/image16690.png"/><Relationship Id="rId151" Type="http://schemas.openxmlformats.org/officeDocument/2006/relationships/customXml" Target="../ink/ink3455.xml"/><Relationship Id="rId172" Type="http://schemas.openxmlformats.org/officeDocument/2006/relationships/image" Target="../media/image16900.png"/><Relationship Id="rId193" Type="http://schemas.openxmlformats.org/officeDocument/2006/relationships/customXml" Target="../ink/ink3476.xml"/><Relationship Id="rId13" Type="http://schemas.openxmlformats.org/officeDocument/2006/relationships/customXml" Target="../ink/ink3386.xml"/><Relationship Id="rId109" Type="http://schemas.openxmlformats.org/officeDocument/2006/relationships/customXml" Target="../ink/ink3434.xml"/><Relationship Id="rId34" Type="http://schemas.openxmlformats.org/officeDocument/2006/relationships/image" Target="../media/image16211.png"/><Relationship Id="rId50" Type="http://schemas.openxmlformats.org/officeDocument/2006/relationships/image" Target="../media/image16290.png"/><Relationship Id="rId55" Type="http://schemas.openxmlformats.org/officeDocument/2006/relationships/customXml" Target="../ink/ink3407.xml"/><Relationship Id="rId76" Type="http://schemas.openxmlformats.org/officeDocument/2006/relationships/image" Target="../media/image16420.png"/><Relationship Id="rId97" Type="http://schemas.openxmlformats.org/officeDocument/2006/relationships/customXml" Target="../ink/ink3428.xml"/><Relationship Id="rId104" Type="http://schemas.openxmlformats.org/officeDocument/2006/relationships/image" Target="../media/image16560.png"/><Relationship Id="rId120" Type="http://schemas.openxmlformats.org/officeDocument/2006/relationships/image" Target="../media/image16640.png"/><Relationship Id="rId125" Type="http://schemas.openxmlformats.org/officeDocument/2006/relationships/customXml" Target="../ink/ink3442.xml"/><Relationship Id="rId141" Type="http://schemas.openxmlformats.org/officeDocument/2006/relationships/customXml" Target="../ink/ink3450.xml"/><Relationship Id="rId146" Type="http://schemas.openxmlformats.org/officeDocument/2006/relationships/image" Target="../media/image16770.png"/><Relationship Id="rId167" Type="http://schemas.openxmlformats.org/officeDocument/2006/relationships/customXml" Target="../ink/ink3463.xml"/><Relationship Id="rId188" Type="http://schemas.openxmlformats.org/officeDocument/2006/relationships/image" Target="../media/image16980.png"/><Relationship Id="rId7" Type="http://schemas.openxmlformats.org/officeDocument/2006/relationships/customXml" Target="../ink/ink3383.xml"/><Relationship Id="rId71" Type="http://schemas.openxmlformats.org/officeDocument/2006/relationships/customXml" Target="../ink/ink3415.xml"/><Relationship Id="rId92" Type="http://schemas.openxmlformats.org/officeDocument/2006/relationships/image" Target="../media/image16500.png"/><Relationship Id="rId162" Type="http://schemas.openxmlformats.org/officeDocument/2006/relationships/image" Target="../media/image16850.png"/><Relationship Id="rId183" Type="http://schemas.openxmlformats.org/officeDocument/2006/relationships/customXml" Target="../ink/ink3471.xml"/><Relationship Id="rId2" Type="http://schemas.openxmlformats.org/officeDocument/2006/relationships/image" Target="../media/image1680.png"/><Relationship Id="rId29" Type="http://schemas.openxmlformats.org/officeDocument/2006/relationships/customXml" Target="../ink/ink3394.xml"/><Relationship Id="rId24" Type="http://schemas.openxmlformats.org/officeDocument/2006/relationships/image" Target="../media/image16160.png"/><Relationship Id="rId40" Type="http://schemas.openxmlformats.org/officeDocument/2006/relationships/image" Target="../media/image16240.png"/><Relationship Id="rId45" Type="http://schemas.openxmlformats.org/officeDocument/2006/relationships/customXml" Target="../ink/ink3402.xml"/><Relationship Id="rId66" Type="http://schemas.openxmlformats.org/officeDocument/2006/relationships/image" Target="../media/image16370.png"/><Relationship Id="rId87" Type="http://schemas.openxmlformats.org/officeDocument/2006/relationships/customXml" Target="../ink/ink3423.xml"/><Relationship Id="rId110" Type="http://schemas.openxmlformats.org/officeDocument/2006/relationships/image" Target="../media/image16590.png"/><Relationship Id="rId115" Type="http://schemas.openxmlformats.org/officeDocument/2006/relationships/customXml" Target="../ink/ink3437.xml"/><Relationship Id="rId131" Type="http://schemas.openxmlformats.org/officeDocument/2006/relationships/customXml" Target="../ink/ink3445.xml"/><Relationship Id="rId136" Type="http://schemas.openxmlformats.org/officeDocument/2006/relationships/image" Target="../media/image16720.png"/><Relationship Id="rId157" Type="http://schemas.openxmlformats.org/officeDocument/2006/relationships/customXml" Target="../ink/ink3458.xml"/><Relationship Id="rId178" Type="http://schemas.openxmlformats.org/officeDocument/2006/relationships/image" Target="../media/image16930.png"/><Relationship Id="rId61" Type="http://schemas.openxmlformats.org/officeDocument/2006/relationships/customXml" Target="../ink/ink3410.xml"/><Relationship Id="rId82" Type="http://schemas.openxmlformats.org/officeDocument/2006/relationships/image" Target="../media/image16450.png"/><Relationship Id="rId152" Type="http://schemas.openxmlformats.org/officeDocument/2006/relationships/image" Target="../media/image16800.png"/><Relationship Id="rId173" Type="http://schemas.openxmlformats.org/officeDocument/2006/relationships/customXml" Target="../ink/ink3466.xml"/><Relationship Id="rId194" Type="http://schemas.openxmlformats.org/officeDocument/2006/relationships/image" Target="../media/image17011.png"/><Relationship Id="rId19" Type="http://schemas.openxmlformats.org/officeDocument/2006/relationships/customXml" Target="../ink/ink3389.xml"/><Relationship Id="rId14" Type="http://schemas.openxmlformats.org/officeDocument/2006/relationships/image" Target="../media/image16111.png"/><Relationship Id="rId30" Type="http://schemas.openxmlformats.org/officeDocument/2006/relationships/image" Target="../media/image16190.png"/><Relationship Id="rId35" Type="http://schemas.openxmlformats.org/officeDocument/2006/relationships/customXml" Target="../ink/ink3397.xml"/><Relationship Id="rId56" Type="http://schemas.openxmlformats.org/officeDocument/2006/relationships/image" Target="../media/image16320.png"/><Relationship Id="rId77" Type="http://schemas.openxmlformats.org/officeDocument/2006/relationships/customXml" Target="../ink/ink3418.xml"/><Relationship Id="rId100" Type="http://schemas.openxmlformats.org/officeDocument/2006/relationships/image" Target="../media/image16540.png"/><Relationship Id="rId105" Type="http://schemas.openxmlformats.org/officeDocument/2006/relationships/customXml" Target="../ink/ink3432.xml"/><Relationship Id="rId126" Type="http://schemas.openxmlformats.org/officeDocument/2006/relationships/image" Target="../media/image16670.png"/><Relationship Id="rId147" Type="http://schemas.openxmlformats.org/officeDocument/2006/relationships/customXml" Target="../ink/ink3453.xml"/><Relationship Id="rId168" Type="http://schemas.openxmlformats.org/officeDocument/2006/relationships/image" Target="../media/image16880.png"/><Relationship Id="rId8" Type="http://schemas.openxmlformats.org/officeDocument/2006/relationships/image" Target="../media/image16080.png"/><Relationship Id="rId51" Type="http://schemas.openxmlformats.org/officeDocument/2006/relationships/customXml" Target="../ink/ink3405.xml"/><Relationship Id="rId72" Type="http://schemas.openxmlformats.org/officeDocument/2006/relationships/image" Target="../media/image16400.png"/><Relationship Id="rId93" Type="http://schemas.openxmlformats.org/officeDocument/2006/relationships/customXml" Target="../ink/ink3426.xml"/><Relationship Id="rId98" Type="http://schemas.openxmlformats.org/officeDocument/2006/relationships/image" Target="../media/image16530.png"/><Relationship Id="rId121" Type="http://schemas.openxmlformats.org/officeDocument/2006/relationships/customXml" Target="../ink/ink3440.xml"/><Relationship Id="rId142" Type="http://schemas.openxmlformats.org/officeDocument/2006/relationships/image" Target="../media/image16750.png"/><Relationship Id="rId163" Type="http://schemas.openxmlformats.org/officeDocument/2006/relationships/customXml" Target="../ink/ink3461.xml"/><Relationship Id="rId184" Type="http://schemas.openxmlformats.org/officeDocument/2006/relationships/image" Target="../media/image16960.png"/><Relationship Id="rId189" Type="http://schemas.openxmlformats.org/officeDocument/2006/relationships/customXml" Target="../ink/ink3474.xml"/><Relationship Id="rId3" Type="http://schemas.openxmlformats.org/officeDocument/2006/relationships/customXml" Target="../ink/ink3381.xml"/><Relationship Id="rId25" Type="http://schemas.openxmlformats.org/officeDocument/2006/relationships/customXml" Target="../ink/ink3392.xml"/><Relationship Id="rId46" Type="http://schemas.openxmlformats.org/officeDocument/2006/relationships/image" Target="../media/image16270.png"/><Relationship Id="rId67" Type="http://schemas.openxmlformats.org/officeDocument/2006/relationships/customXml" Target="../ink/ink3413.xml"/><Relationship Id="rId116" Type="http://schemas.openxmlformats.org/officeDocument/2006/relationships/image" Target="../media/image16620.png"/><Relationship Id="rId137" Type="http://schemas.openxmlformats.org/officeDocument/2006/relationships/customXml" Target="../ink/ink3448.xml"/><Relationship Id="rId158" Type="http://schemas.openxmlformats.org/officeDocument/2006/relationships/image" Target="../media/image16830.png"/><Relationship Id="rId20" Type="http://schemas.openxmlformats.org/officeDocument/2006/relationships/image" Target="../media/image16140.png"/><Relationship Id="rId41" Type="http://schemas.openxmlformats.org/officeDocument/2006/relationships/customXml" Target="../ink/ink3400.xml"/><Relationship Id="rId62" Type="http://schemas.openxmlformats.org/officeDocument/2006/relationships/image" Target="../media/image16350.png"/><Relationship Id="rId83" Type="http://schemas.openxmlformats.org/officeDocument/2006/relationships/customXml" Target="../ink/ink3421.xml"/><Relationship Id="rId88" Type="http://schemas.openxmlformats.org/officeDocument/2006/relationships/image" Target="../media/image16480.png"/><Relationship Id="rId111" Type="http://schemas.openxmlformats.org/officeDocument/2006/relationships/customXml" Target="../ink/ink3435.xml"/><Relationship Id="rId132" Type="http://schemas.openxmlformats.org/officeDocument/2006/relationships/image" Target="../media/image16700.png"/><Relationship Id="rId153" Type="http://schemas.openxmlformats.org/officeDocument/2006/relationships/customXml" Target="../ink/ink3456.xml"/><Relationship Id="rId174" Type="http://schemas.openxmlformats.org/officeDocument/2006/relationships/image" Target="../media/image16911.png"/><Relationship Id="rId179" Type="http://schemas.openxmlformats.org/officeDocument/2006/relationships/customXml" Target="../ink/ink3469.xml"/><Relationship Id="rId195" Type="http://schemas.openxmlformats.org/officeDocument/2006/relationships/customXml" Target="../ink/ink3477.xml"/><Relationship Id="rId190" Type="http://schemas.openxmlformats.org/officeDocument/2006/relationships/image" Target="../media/image16990.png"/><Relationship Id="rId15" Type="http://schemas.openxmlformats.org/officeDocument/2006/relationships/customXml" Target="../ink/ink3387.xml"/><Relationship Id="rId36" Type="http://schemas.openxmlformats.org/officeDocument/2006/relationships/image" Target="../media/image16220.png"/><Relationship Id="rId57" Type="http://schemas.openxmlformats.org/officeDocument/2006/relationships/customXml" Target="../ink/ink3408.xml"/><Relationship Id="rId106" Type="http://schemas.openxmlformats.org/officeDocument/2006/relationships/image" Target="../media/image16570.png"/><Relationship Id="rId127" Type="http://schemas.openxmlformats.org/officeDocument/2006/relationships/customXml" Target="../ink/ink3443.xml"/><Relationship Id="rId10" Type="http://schemas.openxmlformats.org/officeDocument/2006/relationships/image" Target="../media/image16090.png"/><Relationship Id="rId31" Type="http://schemas.openxmlformats.org/officeDocument/2006/relationships/customXml" Target="../ink/ink3395.xml"/><Relationship Id="rId52" Type="http://schemas.openxmlformats.org/officeDocument/2006/relationships/image" Target="../media/image16300.png"/><Relationship Id="rId73" Type="http://schemas.openxmlformats.org/officeDocument/2006/relationships/customXml" Target="../ink/ink3416.xml"/><Relationship Id="rId78" Type="http://schemas.openxmlformats.org/officeDocument/2006/relationships/image" Target="../media/image16430.png"/><Relationship Id="rId94" Type="http://schemas.openxmlformats.org/officeDocument/2006/relationships/image" Target="../media/image16511.png"/><Relationship Id="rId99" Type="http://schemas.openxmlformats.org/officeDocument/2006/relationships/customXml" Target="../ink/ink3429.xml"/><Relationship Id="rId101" Type="http://schemas.openxmlformats.org/officeDocument/2006/relationships/customXml" Target="../ink/ink3430.xml"/><Relationship Id="rId122" Type="http://schemas.openxmlformats.org/officeDocument/2006/relationships/image" Target="../media/image16650.png"/><Relationship Id="rId143" Type="http://schemas.openxmlformats.org/officeDocument/2006/relationships/customXml" Target="../ink/ink3451.xml"/><Relationship Id="rId148" Type="http://schemas.openxmlformats.org/officeDocument/2006/relationships/image" Target="../media/image16780.png"/><Relationship Id="rId164" Type="http://schemas.openxmlformats.org/officeDocument/2006/relationships/image" Target="../media/image16860.png"/><Relationship Id="rId169" Type="http://schemas.openxmlformats.org/officeDocument/2006/relationships/customXml" Target="../ink/ink3464.xml"/><Relationship Id="rId185" Type="http://schemas.openxmlformats.org/officeDocument/2006/relationships/customXml" Target="../ink/ink3472.xml"/><Relationship Id="rId4" Type="http://schemas.openxmlformats.org/officeDocument/2006/relationships/image" Target="../media/image16060.png"/><Relationship Id="rId9" Type="http://schemas.openxmlformats.org/officeDocument/2006/relationships/customXml" Target="../ink/ink3384.xml"/><Relationship Id="rId180" Type="http://schemas.openxmlformats.org/officeDocument/2006/relationships/image" Target="../media/image16940.png"/><Relationship Id="rId26" Type="http://schemas.openxmlformats.org/officeDocument/2006/relationships/image" Target="../media/image16170.png"/><Relationship Id="rId47" Type="http://schemas.openxmlformats.org/officeDocument/2006/relationships/customXml" Target="../ink/ink3403.xml"/><Relationship Id="rId68" Type="http://schemas.openxmlformats.org/officeDocument/2006/relationships/image" Target="../media/image16380.png"/><Relationship Id="rId89" Type="http://schemas.openxmlformats.org/officeDocument/2006/relationships/customXml" Target="../ink/ink3424.xml"/><Relationship Id="rId112" Type="http://schemas.openxmlformats.org/officeDocument/2006/relationships/image" Target="../media/image16600.png"/><Relationship Id="rId133" Type="http://schemas.openxmlformats.org/officeDocument/2006/relationships/customXml" Target="../ink/ink3446.xml"/><Relationship Id="rId154" Type="http://schemas.openxmlformats.org/officeDocument/2006/relationships/image" Target="../media/image16811.png"/><Relationship Id="rId175" Type="http://schemas.openxmlformats.org/officeDocument/2006/relationships/customXml" Target="../ink/ink3467.xml"/><Relationship Id="rId196" Type="http://schemas.openxmlformats.org/officeDocument/2006/relationships/image" Target="../media/image17020.png"/><Relationship Id="rId16" Type="http://schemas.openxmlformats.org/officeDocument/2006/relationships/image" Target="../media/image16120.png"/><Relationship Id="rId37" Type="http://schemas.openxmlformats.org/officeDocument/2006/relationships/customXml" Target="../ink/ink3398.xml"/><Relationship Id="rId58" Type="http://schemas.openxmlformats.org/officeDocument/2006/relationships/image" Target="../media/image16330.png"/><Relationship Id="rId79" Type="http://schemas.openxmlformats.org/officeDocument/2006/relationships/customXml" Target="../ink/ink3419.xml"/><Relationship Id="rId102" Type="http://schemas.openxmlformats.org/officeDocument/2006/relationships/image" Target="../media/image16550.png"/><Relationship Id="rId123" Type="http://schemas.openxmlformats.org/officeDocument/2006/relationships/customXml" Target="../ink/ink3441.xml"/><Relationship Id="rId144" Type="http://schemas.openxmlformats.org/officeDocument/2006/relationships/image" Target="../media/image16760.png"/><Relationship Id="rId90" Type="http://schemas.openxmlformats.org/officeDocument/2006/relationships/image" Target="../media/image16490.png"/><Relationship Id="rId165" Type="http://schemas.openxmlformats.org/officeDocument/2006/relationships/customXml" Target="../ink/ink3462.xml"/><Relationship Id="rId186" Type="http://schemas.openxmlformats.org/officeDocument/2006/relationships/image" Target="../media/image16970.png"/><Relationship Id="rId27" Type="http://schemas.openxmlformats.org/officeDocument/2006/relationships/customXml" Target="../ink/ink3393.xml"/><Relationship Id="rId48" Type="http://schemas.openxmlformats.org/officeDocument/2006/relationships/image" Target="../media/image16280.png"/><Relationship Id="rId69" Type="http://schemas.openxmlformats.org/officeDocument/2006/relationships/customXml" Target="../ink/ink3414.xml"/><Relationship Id="rId113" Type="http://schemas.openxmlformats.org/officeDocument/2006/relationships/customXml" Target="../ink/ink3436.xml"/><Relationship Id="rId134" Type="http://schemas.openxmlformats.org/officeDocument/2006/relationships/image" Target="../media/image16711.png"/><Relationship Id="rId80" Type="http://schemas.openxmlformats.org/officeDocument/2006/relationships/image" Target="../media/image16440.png"/><Relationship Id="rId155" Type="http://schemas.openxmlformats.org/officeDocument/2006/relationships/customXml" Target="../ink/ink3457.xml"/><Relationship Id="rId176" Type="http://schemas.openxmlformats.org/officeDocument/2006/relationships/image" Target="../media/image16920.png"/><Relationship Id="rId17" Type="http://schemas.openxmlformats.org/officeDocument/2006/relationships/customXml" Target="../ink/ink3388.xml"/><Relationship Id="rId38" Type="http://schemas.openxmlformats.org/officeDocument/2006/relationships/image" Target="../media/image16230.png"/><Relationship Id="rId59" Type="http://schemas.openxmlformats.org/officeDocument/2006/relationships/customXml" Target="../ink/ink3409.xml"/><Relationship Id="rId103" Type="http://schemas.openxmlformats.org/officeDocument/2006/relationships/customXml" Target="../ink/ink3431.xml"/><Relationship Id="rId124" Type="http://schemas.openxmlformats.org/officeDocument/2006/relationships/image" Target="../media/image16660.png"/><Relationship Id="rId70" Type="http://schemas.openxmlformats.org/officeDocument/2006/relationships/image" Target="../media/image16390.png"/><Relationship Id="rId91" Type="http://schemas.openxmlformats.org/officeDocument/2006/relationships/customXml" Target="../ink/ink3425.xml"/><Relationship Id="rId145" Type="http://schemas.openxmlformats.org/officeDocument/2006/relationships/customXml" Target="../ink/ink3452.xml"/><Relationship Id="rId166" Type="http://schemas.openxmlformats.org/officeDocument/2006/relationships/image" Target="../media/image16870.png"/><Relationship Id="rId187" Type="http://schemas.openxmlformats.org/officeDocument/2006/relationships/customXml" Target="../ink/ink3473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6180.png"/><Relationship Id="rId49" Type="http://schemas.openxmlformats.org/officeDocument/2006/relationships/customXml" Target="../ink/ink3404.xml"/><Relationship Id="rId114" Type="http://schemas.openxmlformats.org/officeDocument/2006/relationships/image" Target="../media/image16611.png"/><Relationship Id="rId60" Type="http://schemas.openxmlformats.org/officeDocument/2006/relationships/image" Target="../media/image16340.png"/><Relationship Id="rId81" Type="http://schemas.openxmlformats.org/officeDocument/2006/relationships/customXml" Target="../ink/ink3420.xml"/><Relationship Id="rId135" Type="http://schemas.openxmlformats.org/officeDocument/2006/relationships/customXml" Target="../ink/ink3447.xml"/><Relationship Id="rId156" Type="http://schemas.openxmlformats.org/officeDocument/2006/relationships/image" Target="../media/image16820.png"/><Relationship Id="rId177" Type="http://schemas.openxmlformats.org/officeDocument/2006/relationships/customXml" Target="../ink/ink3468.xml"/><Relationship Id="rId18" Type="http://schemas.openxmlformats.org/officeDocument/2006/relationships/image" Target="../media/image16130.png"/><Relationship Id="rId39" Type="http://schemas.openxmlformats.org/officeDocument/2006/relationships/customXml" Target="../ink/ink3399.xml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535.xml"/><Relationship Id="rId299" Type="http://schemas.openxmlformats.org/officeDocument/2006/relationships/customXml" Target="../ink/ink3626.xml"/><Relationship Id="rId21" Type="http://schemas.openxmlformats.org/officeDocument/2006/relationships/customXml" Target="../ink/ink3487.xml"/><Relationship Id="rId63" Type="http://schemas.openxmlformats.org/officeDocument/2006/relationships/customXml" Target="../ink/ink3508.xml"/><Relationship Id="rId159" Type="http://schemas.openxmlformats.org/officeDocument/2006/relationships/customXml" Target="../ink/ink3556.xml"/><Relationship Id="rId324" Type="http://schemas.openxmlformats.org/officeDocument/2006/relationships/image" Target="../media/image18630.png"/><Relationship Id="rId170" Type="http://schemas.openxmlformats.org/officeDocument/2006/relationships/image" Target="../media/image17860.png"/><Relationship Id="rId226" Type="http://schemas.openxmlformats.org/officeDocument/2006/relationships/image" Target="../media/image18140.png"/><Relationship Id="rId268" Type="http://schemas.openxmlformats.org/officeDocument/2006/relationships/image" Target="../media/image18350.png"/><Relationship Id="rId32" Type="http://schemas.openxmlformats.org/officeDocument/2006/relationships/image" Target="../media/image17170.png"/><Relationship Id="rId74" Type="http://schemas.openxmlformats.org/officeDocument/2006/relationships/image" Target="../media/image17380.png"/><Relationship Id="rId128" Type="http://schemas.openxmlformats.org/officeDocument/2006/relationships/image" Target="../media/image17650.png"/><Relationship Id="rId335" Type="http://schemas.openxmlformats.org/officeDocument/2006/relationships/customXml" Target="../ink/ink3644.xml"/><Relationship Id="rId5" Type="http://schemas.openxmlformats.org/officeDocument/2006/relationships/customXml" Target="../ink/ink3479.xml"/><Relationship Id="rId181" Type="http://schemas.openxmlformats.org/officeDocument/2006/relationships/customXml" Target="../ink/ink3567.xml"/><Relationship Id="rId237" Type="http://schemas.openxmlformats.org/officeDocument/2006/relationships/customXml" Target="../ink/ink3595.xml"/><Relationship Id="rId279" Type="http://schemas.openxmlformats.org/officeDocument/2006/relationships/customXml" Target="../ink/ink3616.xml"/><Relationship Id="rId43" Type="http://schemas.openxmlformats.org/officeDocument/2006/relationships/customXml" Target="../ink/ink3498.xml"/><Relationship Id="rId139" Type="http://schemas.openxmlformats.org/officeDocument/2006/relationships/customXml" Target="../ink/ink3546.xml"/><Relationship Id="rId290" Type="http://schemas.openxmlformats.org/officeDocument/2006/relationships/image" Target="../media/image18460.png"/><Relationship Id="rId304" Type="http://schemas.openxmlformats.org/officeDocument/2006/relationships/image" Target="../media/image18530.png"/><Relationship Id="rId346" Type="http://schemas.openxmlformats.org/officeDocument/2006/relationships/image" Target="../media/image18740.png"/><Relationship Id="rId85" Type="http://schemas.openxmlformats.org/officeDocument/2006/relationships/customXml" Target="../ink/ink3519.xml"/><Relationship Id="rId150" Type="http://schemas.openxmlformats.org/officeDocument/2006/relationships/image" Target="../media/image17760.png"/><Relationship Id="rId192" Type="http://schemas.openxmlformats.org/officeDocument/2006/relationships/image" Target="../media/image17970.png"/><Relationship Id="rId206" Type="http://schemas.openxmlformats.org/officeDocument/2006/relationships/image" Target="../media/image18040.png"/><Relationship Id="rId248" Type="http://schemas.openxmlformats.org/officeDocument/2006/relationships/image" Target="../media/image18250.png"/><Relationship Id="rId12" Type="http://schemas.openxmlformats.org/officeDocument/2006/relationships/image" Target="../media/image17070.png"/><Relationship Id="rId108" Type="http://schemas.openxmlformats.org/officeDocument/2006/relationships/image" Target="../media/image17550.png"/><Relationship Id="rId315" Type="http://schemas.openxmlformats.org/officeDocument/2006/relationships/customXml" Target="../ink/ink3634.xml"/><Relationship Id="rId357" Type="http://schemas.openxmlformats.org/officeDocument/2006/relationships/customXml" Target="../ink/ink3655.xml"/><Relationship Id="rId54" Type="http://schemas.openxmlformats.org/officeDocument/2006/relationships/image" Target="../media/image17280.png"/><Relationship Id="rId96" Type="http://schemas.openxmlformats.org/officeDocument/2006/relationships/image" Target="../media/image17490.png"/><Relationship Id="rId161" Type="http://schemas.openxmlformats.org/officeDocument/2006/relationships/customXml" Target="../ink/ink3557.xml"/><Relationship Id="rId217" Type="http://schemas.openxmlformats.org/officeDocument/2006/relationships/customXml" Target="../ink/ink3585.xml"/><Relationship Id="rId259" Type="http://schemas.openxmlformats.org/officeDocument/2006/relationships/customXml" Target="../ink/ink3606.xml"/><Relationship Id="rId23" Type="http://schemas.openxmlformats.org/officeDocument/2006/relationships/customXml" Target="../ink/ink3488.xml"/><Relationship Id="rId119" Type="http://schemas.openxmlformats.org/officeDocument/2006/relationships/customXml" Target="../ink/ink3536.xml"/><Relationship Id="rId270" Type="http://schemas.openxmlformats.org/officeDocument/2006/relationships/image" Target="../media/image18360.png"/><Relationship Id="rId326" Type="http://schemas.openxmlformats.org/officeDocument/2006/relationships/image" Target="../media/image18640.png"/><Relationship Id="rId65" Type="http://schemas.openxmlformats.org/officeDocument/2006/relationships/customXml" Target="../ink/ink3509.xml"/><Relationship Id="rId130" Type="http://schemas.openxmlformats.org/officeDocument/2006/relationships/image" Target="../media/image17660.png"/><Relationship Id="rId172" Type="http://schemas.openxmlformats.org/officeDocument/2006/relationships/image" Target="../media/image17870.png"/><Relationship Id="rId228" Type="http://schemas.openxmlformats.org/officeDocument/2006/relationships/image" Target="../media/image18150.png"/><Relationship Id="rId281" Type="http://schemas.openxmlformats.org/officeDocument/2006/relationships/customXml" Target="../ink/ink3617.xml"/><Relationship Id="rId337" Type="http://schemas.openxmlformats.org/officeDocument/2006/relationships/customXml" Target="../ink/ink3645.xml"/><Relationship Id="rId34" Type="http://schemas.openxmlformats.org/officeDocument/2006/relationships/image" Target="../media/image17180.png"/><Relationship Id="rId76" Type="http://schemas.openxmlformats.org/officeDocument/2006/relationships/image" Target="../media/image17390.png"/><Relationship Id="rId141" Type="http://schemas.openxmlformats.org/officeDocument/2006/relationships/customXml" Target="../ink/ink3547.xml"/><Relationship Id="rId7" Type="http://schemas.openxmlformats.org/officeDocument/2006/relationships/customXml" Target="../ink/ink3480.xml"/><Relationship Id="rId183" Type="http://schemas.openxmlformats.org/officeDocument/2006/relationships/customXml" Target="../ink/ink3568.xml"/><Relationship Id="rId239" Type="http://schemas.openxmlformats.org/officeDocument/2006/relationships/customXml" Target="../ink/ink3596.xml"/><Relationship Id="rId250" Type="http://schemas.openxmlformats.org/officeDocument/2006/relationships/image" Target="../media/image18260.png"/><Relationship Id="rId292" Type="http://schemas.openxmlformats.org/officeDocument/2006/relationships/image" Target="../media/image18470.png"/><Relationship Id="rId306" Type="http://schemas.openxmlformats.org/officeDocument/2006/relationships/image" Target="../media/image18540.png"/><Relationship Id="rId45" Type="http://schemas.openxmlformats.org/officeDocument/2006/relationships/customXml" Target="../ink/ink3499.xml"/><Relationship Id="rId87" Type="http://schemas.openxmlformats.org/officeDocument/2006/relationships/customXml" Target="../ink/ink3520.xml"/><Relationship Id="rId110" Type="http://schemas.openxmlformats.org/officeDocument/2006/relationships/image" Target="../media/image17560.png"/><Relationship Id="rId348" Type="http://schemas.openxmlformats.org/officeDocument/2006/relationships/image" Target="../media/image18750.png"/><Relationship Id="rId152" Type="http://schemas.openxmlformats.org/officeDocument/2006/relationships/image" Target="../media/image17770.png"/><Relationship Id="rId194" Type="http://schemas.openxmlformats.org/officeDocument/2006/relationships/image" Target="../media/image17980.png"/><Relationship Id="rId208" Type="http://schemas.openxmlformats.org/officeDocument/2006/relationships/image" Target="../media/image18050.png"/><Relationship Id="rId261" Type="http://schemas.openxmlformats.org/officeDocument/2006/relationships/customXml" Target="../ink/ink3607.xml"/><Relationship Id="rId14" Type="http://schemas.openxmlformats.org/officeDocument/2006/relationships/image" Target="../media/image17080.png"/><Relationship Id="rId56" Type="http://schemas.openxmlformats.org/officeDocument/2006/relationships/image" Target="../media/image17290.png"/><Relationship Id="rId317" Type="http://schemas.openxmlformats.org/officeDocument/2006/relationships/customXml" Target="../ink/ink3635.xml"/><Relationship Id="rId98" Type="http://schemas.openxmlformats.org/officeDocument/2006/relationships/image" Target="../media/image17500.png"/><Relationship Id="rId121" Type="http://schemas.openxmlformats.org/officeDocument/2006/relationships/customXml" Target="../ink/ink3537.xml"/><Relationship Id="rId163" Type="http://schemas.openxmlformats.org/officeDocument/2006/relationships/customXml" Target="../ink/ink3558.xml"/><Relationship Id="rId219" Type="http://schemas.openxmlformats.org/officeDocument/2006/relationships/customXml" Target="../ink/ink3586.xml"/><Relationship Id="rId230" Type="http://schemas.openxmlformats.org/officeDocument/2006/relationships/image" Target="../media/image18160.png"/><Relationship Id="rId25" Type="http://schemas.openxmlformats.org/officeDocument/2006/relationships/customXml" Target="../ink/ink3489.xml"/><Relationship Id="rId46" Type="http://schemas.openxmlformats.org/officeDocument/2006/relationships/image" Target="../media/image17240.png"/><Relationship Id="rId67" Type="http://schemas.openxmlformats.org/officeDocument/2006/relationships/customXml" Target="../ink/ink3510.xml"/><Relationship Id="rId272" Type="http://schemas.openxmlformats.org/officeDocument/2006/relationships/image" Target="../media/image18370.png"/><Relationship Id="rId293" Type="http://schemas.openxmlformats.org/officeDocument/2006/relationships/customXml" Target="../ink/ink3623.xml"/><Relationship Id="rId307" Type="http://schemas.openxmlformats.org/officeDocument/2006/relationships/customXml" Target="../ink/ink3630.xml"/><Relationship Id="rId328" Type="http://schemas.openxmlformats.org/officeDocument/2006/relationships/image" Target="../media/image18650.png"/><Relationship Id="rId349" Type="http://schemas.openxmlformats.org/officeDocument/2006/relationships/customXml" Target="../ink/ink3651.xml"/><Relationship Id="rId88" Type="http://schemas.openxmlformats.org/officeDocument/2006/relationships/image" Target="../media/image17450.png"/><Relationship Id="rId111" Type="http://schemas.openxmlformats.org/officeDocument/2006/relationships/customXml" Target="../ink/ink3532.xml"/><Relationship Id="rId132" Type="http://schemas.openxmlformats.org/officeDocument/2006/relationships/image" Target="../media/image17670.png"/><Relationship Id="rId153" Type="http://schemas.openxmlformats.org/officeDocument/2006/relationships/customXml" Target="../ink/ink3553.xml"/><Relationship Id="rId174" Type="http://schemas.openxmlformats.org/officeDocument/2006/relationships/image" Target="../media/image17880.png"/><Relationship Id="rId195" Type="http://schemas.openxmlformats.org/officeDocument/2006/relationships/customXml" Target="../ink/ink3574.xml"/><Relationship Id="rId209" Type="http://schemas.openxmlformats.org/officeDocument/2006/relationships/customXml" Target="../ink/ink3581.xml"/><Relationship Id="rId220" Type="http://schemas.openxmlformats.org/officeDocument/2006/relationships/image" Target="../media/image18111.png"/><Relationship Id="rId241" Type="http://schemas.openxmlformats.org/officeDocument/2006/relationships/customXml" Target="../ink/ink3597.xml"/><Relationship Id="rId15" Type="http://schemas.openxmlformats.org/officeDocument/2006/relationships/customXml" Target="../ink/ink3484.xml"/><Relationship Id="rId36" Type="http://schemas.openxmlformats.org/officeDocument/2006/relationships/image" Target="../media/image17190.png"/><Relationship Id="rId57" Type="http://schemas.openxmlformats.org/officeDocument/2006/relationships/customXml" Target="../ink/ink3505.xml"/><Relationship Id="rId262" Type="http://schemas.openxmlformats.org/officeDocument/2006/relationships/image" Target="../media/image18320.png"/><Relationship Id="rId283" Type="http://schemas.openxmlformats.org/officeDocument/2006/relationships/customXml" Target="../ink/ink3618.xml"/><Relationship Id="rId318" Type="http://schemas.openxmlformats.org/officeDocument/2006/relationships/image" Target="../media/image18600.png"/><Relationship Id="rId339" Type="http://schemas.openxmlformats.org/officeDocument/2006/relationships/customXml" Target="../ink/ink3646.xml"/><Relationship Id="rId78" Type="http://schemas.openxmlformats.org/officeDocument/2006/relationships/image" Target="../media/image17400.png"/><Relationship Id="rId99" Type="http://schemas.openxmlformats.org/officeDocument/2006/relationships/customXml" Target="../ink/ink3526.xml"/><Relationship Id="rId101" Type="http://schemas.openxmlformats.org/officeDocument/2006/relationships/customXml" Target="../ink/ink3527.xml"/><Relationship Id="rId122" Type="http://schemas.openxmlformats.org/officeDocument/2006/relationships/image" Target="../media/image17620.png"/><Relationship Id="rId143" Type="http://schemas.openxmlformats.org/officeDocument/2006/relationships/customXml" Target="../ink/ink3548.xml"/><Relationship Id="rId164" Type="http://schemas.openxmlformats.org/officeDocument/2006/relationships/image" Target="../media/image17830.png"/><Relationship Id="rId185" Type="http://schemas.openxmlformats.org/officeDocument/2006/relationships/customXml" Target="../ink/ink3569.xml"/><Relationship Id="rId350" Type="http://schemas.openxmlformats.org/officeDocument/2006/relationships/image" Target="../media/image18760.png"/><Relationship Id="rId9" Type="http://schemas.openxmlformats.org/officeDocument/2006/relationships/customXml" Target="../ink/ink3481.xml"/><Relationship Id="rId210" Type="http://schemas.openxmlformats.org/officeDocument/2006/relationships/image" Target="../media/image18060.png"/><Relationship Id="rId26" Type="http://schemas.openxmlformats.org/officeDocument/2006/relationships/image" Target="../media/image17140.png"/><Relationship Id="rId231" Type="http://schemas.openxmlformats.org/officeDocument/2006/relationships/customXml" Target="../ink/ink3592.xml"/><Relationship Id="rId252" Type="http://schemas.openxmlformats.org/officeDocument/2006/relationships/image" Target="../media/image18270.png"/><Relationship Id="rId273" Type="http://schemas.openxmlformats.org/officeDocument/2006/relationships/customXml" Target="../ink/ink3613.xml"/><Relationship Id="rId294" Type="http://schemas.openxmlformats.org/officeDocument/2006/relationships/image" Target="../media/image18480.png"/><Relationship Id="rId308" Type="http://schemas.openxmlformats.org/officeDocument/2006/relationships/image" Target="../media/image18550.png"/><Relationship Id="rId329" Type="http://schemas.openxmlformats.org/officeDocument/2006/relationships/customXml" Target="../ink/ink3641.xml"/><Relationship Id="rId47" Type="http://schemas.openxmlformats.org/officeDocument/2006/relationships/customXml" Target="../ink/ink3500.xml"/><Relationship Id="rId68" Type="http://schemas.openxmlformats.org/officeDocument/2006/relationships/image" Target="../media/image17350.png"/><Relationship Id="rId89" Type="http://schemas.openxmlformats.org/officeDocument/2006/relationships/customXml" Target="../ink/ink3521.xml"/><Relationship Id="rId112" Type="http://schemas.openxmlformats.org/officeDocument/2006/relationships/image" Target="../media/image17570.png"/><Relationship Id="rId133" Type="http://schemas.openxmlformats.org/officeDocument/2006/relationships/customXml" Target="../ink/ink3543.xml"/><Relationship Id="rId154" Type="http://schemas.openxmlformats.org/officeDocument/2006/relationships/image" Target="../media/image17780.png"/><Relationship Id="rId175" Type="http://schemas.openxmlformats.org/officeDocument/2006/relationships/customXml" Target="../ink/ink3564.xml"/><Relationship Id="rId340" Type="http://schemas.openxmlformats.org/officeDocument/2006/relationships/image" Target="../media/image18711.png"/><Relationship Id="rId196" Type="http://schemas.openxmlformats.org/officeDocument/2006/relationships/image" Target="../media/image17990.png"/><Relationship Id="rId200" Type="http://schemas.openxmlformats.org/officeDocument/2006/relationships/image" Target="../media/image18011.png"/><Relationship Id="rId16" Type="http://schemas.openxmlformats.org/officeDocument/2006/relationships/image" Target="../media/image17090.png"/><Relationship Id="rId221" Type="http://schemas.openxmlformats.org/officeDocument/2006/relationships/customXml" Target="../ink/ink3587.xml"/><Relationship Id="rId242" Type="http://schemas.openxmlformats.org/officeDocument/2006/relationships/image" Target="../media/image18220.png"/><Relationship Id="rId263" Type="http://schemas.openxmlformats.org/officeDocument/2006/relationships/customXml" Target="../ink/ink3608.xml"/><Relationship Id="rId284" Type="http://schemas.openxmlformats.org/officeDocument/2006/relationships/image" Target="../media/image18430.png"/><Relationship Id="rId319" Type="http://schemas.openxmlformats.org/officeDocument/2006/relationships/customXml" Target="../ink/ink3636.xml"/><Relationship Id="rId37" Type="http://schemas.openxmlformats.org/officeDocument/2006/relationships/customXml" Target="../ink/ink3495.xml"/><Relationship Id="rId58" Type="http://schemas.openxmlformats.org/officeDocument/2006/relationships/image" Target="../media/image17300.png"/><Relationship Id="rId79" Type="http://schemas.openxmlformats.org/officeDocument/2006/relationships/customXml" Target="../ink/ink3516.xml"/><Relationship Id="rId102" Type="http://schemas.openxmlformats.org/officeDocument/2006/relationships/image" Target="../media/image17520.png"/><Relationship Id="rId123" Type="http://schemas.openxmlformats.org/officeDocument/2006/relationships/customXml" Target="../ink/ink3538.xml"/><Relationship Id="rId144" Type="http://schemas.openxmlformats.org/officeDocument/2006/relationships/image" Target="../media/image17730.png"/><Relationship Id="rId330" Type="http://schemas.openxmlformats.org/officeDocument/2006/relationships/image" Target="../media/image18660.png"/><Relationship Id="rId90" Type="http://schemas.openxmlformats.org/officeDocument/2006/relationships/image" Target="../media/image17460.png"/><Relationship Id="rId165" Type="http://schemas.openxmlformats.org/officeDocument/2006/relationships/customXml" Target="../ink/ink3559.xml"/><Relationship Id="rId186" Type="http://schemas.openxmlformats.org/officeDocument/2006/relationships/image" Target="../media/image17940.png"/><Relationship Id="rId351" Type="http://schemas.openxmlformats.org/officeDocument/2006/relationships/customXml" Target="../ink/ink3652.xml"/><Relationship Id="rId211" Type="http://schemas.openxmlformats.org/officeDocument/2006/relationships/customXml" Target="../ink/ink3582.xml"/><Relationship Id="rId232" Type="http://schemas.openxmlformats.org/officeDocument/2006/relationships/image" Target="../media/image18170.png"/><Relationship Id="rId253" Type="http://schemas.openxmlformats.org/officeDocument/2006/relationships/customXml" Target="../ink/ink3603.xml"/><Relationship Id="rId274" Type="http://schemas.openxmlformats.org/officeDocument/2006/relationships/image" Target="../media/image18380.png"/><Relationship Id="rId295" Type="http://schemas.openxmlformats.org/officeDocument/2006/relationships/customXml" Target="../ink/ink3624.xml"/><Relationship Id="rId309" Type="http://schemas.openxmlformats.org/officeDocument/2006/relationships/customXml" Target="../ink/ink3631.xml"/><Relationship Id="rId27" Type="http://schemas.openxmlformats.org/officeDocument/2006/relationships/customXml" Target="../ink/ink3490.xml"/><Relationship Id="rId48" Type="http://schemas.openxmlformats.org/officeDocument/2006/relationships/image" Target="../media/image17250.png"/><Relationship Id="rId69" Type="http://schemas.openxmlformats.org/officeDocument/2006/relationships/customXml" Target="../ink/ink3511.xml"/><Relationship Id="rId113" Type="http://schemas.openxmlformats.org/officeDocument/2006/relationships/customXml" Target="../ink/ink3533.xml"/><Relationship Id="rId134" Type="http://schemas.openxmlformats.org/officeDocument/2006/relationships/image" Target="../media/image17680.png"/><Relationship Id="rId320" Type="http://schemas.openxmlformats.org/officeDocument/2006/relationships/image" Target="../media/image18611.png"/><Relationship Id="rId80" Type="http://schemas.openxmlformats.org/officeDocument/2006/relationships/image" Target="../media/image17411.png"/><Relationship Id="rId155" Type="http://schemas.openxmlformats.org/officeDocument/2006/relationships/customXml" Target="../ink/ink3554.xml"/><Relationship Id="rId176" Type="http://schemas.openxmlformats.org/officeDocument/2006/relationships/image" Target="../media/image17890.png"/><Relationship Id="rId197" Type="http://schemas.openxmlformats.org/officeDocument/2006/relationships/customXml" Target="../ink/ink3575.xml"/><Relationship Id="rId341" Type="http://schemas.openxmlformats.org/officeDocument/2006/relationships/customXml" Target="../ink/ink3647.xml"/><Relationship Id="rId201" Type="http://schemas.openxmlformats.org/officeDocument/2006/relationships/customXml" Target="../ink/ink3577.xml"/><Relationship Id="rId222" Type="http://schemas.openxmlformats.org/officeDocument/2006/relationships/image" Target="../media/image18120.png"/><Relationship Id="rId243" Type="http://schemas.openxmlformats.org/officeDocument/2006/relationships/customXml" Target="../ink/ink3598.xml"/><Relationship Id="rId264" Type="http://schemas.openxmlformats.org/officeDocument/2006/relationships/image" Target="../media/image18330.png"/><Relationship Id="rId285" Type="http://schemas.openxmlformats.org/officeDocument/2006/relationships/customXml" Target="../ink/ink3619.xml"/><Relationship Id="rId17" Type="http://schemas.openxmlformats.org/officeDocument/2006/relationships/customXml" Target="../ink/ink3485.xml"/><Relationship Id="rId38" Type="http://schemas.openxmlformats.org/officeDocument/2006/relationships/image" Target="../media/image17200.png"/><Relationship Id="rId59" Type="http://schemas.openxmlformats.org/officeDocument/2006/relationships/customXml" Target="../ink/ink3506.xml"/><Relationship Id="rId103" Type="http://schemas.openxmlformats.org/officeDocument/2006/relationships/customXml" Target="../ink/ink3528.xml"/><Relationship Id="rId124" Type="http://schemas.openxmlformats.org/officeDocument/2006/relationships/image" Target="../media/image17630.png"/><Relationship Id="rId310" Type="http://schemas.openxmlformats.org/officeDocument/2006/relationships/image" Target="../media/image18560.png"/><Relationship Id="rId70" Type="http://schemas.openxmlformats.org/officeDocument/2006/relationships/image" Target="../media/image17360.png"/><Relationship Id="rId91" Type="http://schemas.openxmlformats.org/officeDocument/2006/relationships/customXml" Target="../ink/ink3522.xml"/><Relationship Id="rId145" Type="http://schemas.openxmlformats.org/officeDocument/2006/relationships/customXml" Target="../ink/ink3549.xml"/><Relationship Id="rId166" Type="http://schemas.openxmlformats.org/officeDocument/2006/relationships/image" Target="../media/image17840.png"/><Relationship Id="rId187" Type="http://schemas.openxmlformats.org/officeDocument/2006/relationships/customXml" Target="../ink/ink3570.xml"/><Relationship Id="rId331" Type="http://schemas.openxmlformats.org/officeDocument/2006/relationships/customXml" Target="../ink/ink3642.xml"/><Relationship Id="rId352" Type="http://schemas.openxmlformats.org/officeDocument/2006/relationships/image" Target="../media/image18770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8070.png"/><Relationship Id="rId233" Type="http://schemas.openxmlformats.org/officeDocument/2006/relationships/customXml" Target="../ink/ink3593.xml"/><Relationship Id="rId254" Type="http://schemas.openxmlformats.org/officeDocument/2006/relationships/image" Target="../media/image18280.png"/><Relationship Id="rId28" Type="http://schemas.openxmlformats.org/officeDocument/2006/relationships/image" Target="../media/image17150.png"/><Relationship Id="rId49" Type="http://schemas.openxmlformats.org/officeDocument/2006/relationships/customXml" Target="../ink/ink3501.xml"/><Relationship Id="rId114" Type="http://schemas.openxmlformats.org/officeDocument/2006/relationships/image" Target="../media/image17580.png"/><Relationship Id="rId275" Type="http://schemas.openxmlformats.org/officeDocument/2006/relationships/customXml" Target="../ink/ink3614.xml"/><Relationship Id="rId296" Type="http://schemas.openxmlformats.org/officeDocument/2006/relationships/image" Target="../media/image18490.png"/><Relationship Id="rId300" Type="http://schemas.openxmlformats.org/officeDocument/2006/relationships/image" Target="../media/image18511.png"/><Relationship Id="rId60" Type="http://schemas.openxmlformats.org/officeDocument/2006/relationships/image" Target="../media/image17311.png"/><Relationship Id="rId81" Type="http://schemas.openxmlformats.org/officeDocument/2006/relationships/customXml" Target="../ink/ink3517.xml"/><Relationship Id="rId135" Type="http://schemas.openxmlformats.org/officeDocument/2006/relationships/customXml" Target="../ink/ink3544.xml"/><Relationship Id="rId156" Type="http://schemas.openxmlformats.org/officeDocument/2006/relationships/image" Target="../media/image17790.png"/><Relationship Id="rId177" Type="http://schemas.openxmlformats.org/officeDocument/2006/relationships/customXml" Target="../ink/ink3565.xml"/><Relationship Id="rId198" Type="http://schemas.openxmlformats.org/officeDocument/2006/relationships/image" Target="../media/image18000.png"/><Relationship Id="rId321" Type="http://schemas.openxmlformats.org/officeDocument/2006/relationships/customXml" Target="../ink/ink3637.xml"/><Relationship Id="rId342" Type="http://schemas.openxmlformats.org/officeDocument/2006/relationships/image" Target="../media/image18720.png"/><Relationship Id="rId202" Type="http://schemas.openxmlformats.org/officeDocument/2006/relationships/image" Target="../media/image18020.png"/><Relationship Id="rId223" Type="http://schemas.openxmlformats.org/officeDocument/2006/relationships/customXml" Target="../ink/ink3588.xml"/><Relationship Id="rId244" Type="http://schemas.openxmlformats.org/officeDocument/2006/relationships/image" Target="../media/image18230.png"/><Relationship Id="rId18" Type="http://schemas.openxmlformats.org/officeDocument/2006/relationships/image" Target="../media/image17101.png"/><Relationship Id="rId39" Type="http://schemas.openxmlformats.org/officeDocument/2006/relationships/customXml" Target="../ink/ink3496.xml"/><Relationship Id="rId265" Type="http://schemas.openxmlformats.org/officeDocument/2006/relationships/customXml" Target="../ink/ink3609.xml"/><Relationship Id="rId286" Type="http://schemas.openxmlformats.org/officeDocument/2006/relationships/image" Target="../media/image18440.png"/><Relationship Id="rId50" Type="http://schemas.openxmlformats.org/officeDocument/2006/relationships/image" Target="../media/image17260.png"/><Relationship Id="rId104" Type="http://schemas.openxmlformats.org/officeDocument/2006/relationships/image" Target="../media/image17530.png"/><Relationship Id="rId125" Type="http://schemas.openxmlformats.org/officeDocument/2006/relationships/customXml" Target="../ink/ink3539.xml"/><Relationship Id="rId146" Type="http://schemas.openxmlformats.org/officeDocument/2006/relationships/image" Target="../media/image17740.png"/><Relationship Id="rId167" Type="http://schemas.openxmlformats.org/officeDocument/2006/relationships/customXml" Target="../ink/ink3560.xml"/><Relationship Id="rId188" Type="http://schemas.openxmlformats.org/officeDocument/2006/relationships/image" Target="../media/image17950.png"/><Relationship Id="rId311" Type="http://schemas.openxmlformats.org/officeDocument/2006/relationships/customXml" Target="../ink/ink3632.xml"/><Relationship Id="rId332" Type="http://schemas.openxmlformats.org/officeDocument/2006/relationships/image" Target="../media/image18670.png"/><Relationship Id="rId353" Type="http://schemas.openxmlformats.org/officeDocument/2006/relationships/customXml" Target="../ink/ink3653.xml"/><Relationship Id="rId71" Type="http://schemas.openxmlformats.org/officeDocument/2006/relationships/customXml" Target="../ink/ink3512.xml"/><Relationship Id="rId92" Type="http://schemas.openxmlformats.org/officeDocument/2006/relationships/image" Target="../media/image17470.png"/><Relationship Id="rId213" Type="http://schemas.openxmlformats.org/officeDocument/2006/relationships/customXml" Target="../ink/ink3583.xml"/><Relationship Id="rId234" Type="http://schemas.openxmlformats.org/officeDocument/2006/relationships/image" Target="../media/image18180.png"/><Relationship Id="rId2" Type="http://schemas.openxmlformats.org/officeDocument/2006/relationships/image" Target="../media/image1680.png"/><Relationship Id="rId29" Type="http://schemas.openxmlformats.org/officeDocument/2006/relationships/customXml" Target="../ink/ink3491.xml"/><Relationship Id="rId255" Type="http://schemas.openxmlformats.org/officeDocument/2006/relationships/customXml" Target="../ink/ink3604.xml"/><Relationship Id="rId276" Type="http://schemas.openxmlformats.org/officeDocument/2006/relationships/image" Target="../media/image18390.png"/><Relationship Id="rId297" Type="http://schemas.openxmlformats.org/officeDocument/2006/relationships/customXml" Target="../ink/ink3625.xml"/><Relationship Id="rId40" Type="http://schemas.openxmlformats.org/officeDocument/2006/relationships/image" Target="../media/image17211.png"/><Relationship Id="rId115" Type="http://schemas.openxmlformats.org/officeDocument/2006/relationships/customXml" Target="../ink/ink3534.xml"/><Relationship Id="rId136" Type="http://schemas.openxmlformats.org/officeDocument/2006/relationships/image" Target="../media/image17690.png"/><Relationship Id="rId157" Type="http://schemas.openxmlformats.org/officeDocument/2006/relationships/customXml" Target="../ink/ink3555.xml"/><Relationship Id="rId178" Type="http://schemas.openxmlformats.org/officeDocument/2006/relationships/image" Target="../media/image17900.png"/><Relationship Id="rId301" Type="http://schemas.openxmlformats.org/officeDocument/2006/relationships/customXml" Target="../ink/ink3627.xml"/><Relationship Id="rId322" Type="http://schemas.openxmlformats.org/officeDocument/2006/relationships/image" Target="../media/image18620.png"/><Relationship Id="rId343" Type="http://schemas.openxmlformats.org/officeDocument/2006/relationships/customXml" Target="../ink/ink3648.xml"/><Relationship Id="rId61" Type="http://schemas.openxmlformats.org/officeDocument/2006/relationships/customXml" Target="../ink/ink3507.xml"/><Relationship Id="rId82" Type="http://schemas.openxmlformats.org/officeDocument/2006/relationships/image" Target="../media/image17420.png"/><Relationship Id="rId199" Type="http://schemas.openxmlformats.org/officeDocument/2006/relationships/customXml" Target="../ink/ink3576.xml"/><Relationship Id="rId203" Type="http://schemas.openxmlformats.org/officeDocument/2006/relationships/customXml" Target="../ink/ink3578.xml"/><Relationship Id="rId19" Type="http://schemas.openxmlformats.org/officeDocument/2006/relationships/customXml" Target="../ink/ink3486.xml"/><Relationship Id="rId224" Type="http://schemas.openxmlformats.org/officeDocument/2006/relationships/image" Target="../media/image18130.png"/><Relationship Id="rId245" Type="http://schemas.openxmlformats.org/officeDocument/2006/relationships/customXml" Target="../ink/ink3599.xml"/><Relationship Id="rId266" Type="http://schemas.openxmlformats.org/officeDocument/2006/relationships/image" Target="../media/image18340.png"/><Relationship Id="rId287" Type="http://schemas.openxmlformats.org/officeDocument/2006/relationships/customXml" Target="../ink/ink3620.xml"/><Relationship Id="rId30" Type="http://schemas.openxmlformats.org/officeDocument/2006/relationships/image" Target="../media/image17160.png"/><Relationship Id="rId105" Type="http://schemas.openxmlformats.org/officeDocument/2006/relationships/customXml" Target="../ink/ink3529.xml"/><Relationship Id="rId126" Type="http://schemas.openxmlformats.org/officeDocument/2006/relationships/image" Target="../media/image17640.png"/><Relationship Id="rId147" Type="http://schemas.openxmlformats.org/officeDocument/2006/relationships/customXml" Target="../ink/ink3550.xml"/><Relationship Id="rId168" Type="http://schemas.openxmlformats.org/officeDocument/2006/relationships/image" Target="../media/image17850.png"/><Relationship Id="rId312" Type="http://schemas.openxmlformats.org/officeDocument/2006/relationships/image" Target="../media/image18570.png"/><Relationship Id="rId333" Type="http://schemas.openxmlformats.org/officeDocument/2006/relationships/customXml" Target="../ink/ink3643.xml"/><Relationship Id="rId354" Type="http://schemas.openxmlformats.org/officeDocument/2006/relationships/image" Target="../media/image18780.png"/><Relationship Id="rId51" Type="http://schemas.openxmlformats.org/officeDocument/2006/relationships/customXml" Target="../ink/ink3502.xml"/><Relationship Id="rId72" Type="http://schemas.openxmlformats.org/officeDocument/2006/relationships/image" Target="../media/image17370.png"/><Relationship Id="rId93" Type="http://schemas.openxmlformats.org/officeDocument/2006/relationships/customXml" Target="../ink/ink3523.xml"/><Relationship Id="rId189" Type="http://schemas.openxmlformats.org/officeDocument/2006/relationships/customXml" Target="../ink/ink3571.xml"/><Relationship Id="rId3" Type="http://schemas.openxmlformats.org/officeDocument/2006/relationships/customXml" Target="../ink/ink3478.xml"/><Relationship Id="rId214" Type="http://schemas.openxmlformats.org/officeDocument/2006/relationships/image" Target="../media/image18080.png"/><Relationship Id="rId235" Type="http://schemas.openxmlformats.org/officeDocument/2006/relationships/customXml" Target="../ink/ink3594.xml"/><Relationship Id="rId256" Type="http://schemas.openxmlformats.org/officeDocument/2006/relationships/image" Target="../media/image18290.png"/><Relationship Id="rId277" Type="http://schemas.openxmlformats.org/officeDocument/2006/relationships/customXml" Target="../ink/ink3615.xml"/><Relationship Id="rId298" Type="http://schemas.openxmlformats.org/officeDocument/2006/relationships/image" Target="../media/image18500.png"/><Relationship Id="rId116" Type="http://schemas.openxmlformats.org/officeDocument/2006/relationships/image" Target="../media/image17590.png"/><Relationship Id="rId137" Type="http://schemas.openxmlformats.org/officeDocument/2006/relationships/customXml" Target="../ink/ink3545.xml"/><Relationship Id="rId158" Type="http://schemas.openxmlformats.org/officeDocument/2006/relationships/image" Target="../media/image17800.png"/><Relationship Id="rId302" Type="http://schemas.openxmlformats.org/officeDocument/2006/relationships/image" Target="../media/image18520.png"/><Relationship Id="rId323" Type="http://schemas.openxmlformats.org/officeDocument/2006/relationships/customXml" Target="../ink/ink3638.xml"/><Relationship Id="rId344" Type="http://schemas.openxmlformats.org/officeDocument/2006/relationships/image" Target="../media/image18730.png"/><Relationship Id="rId20" Type="http://schemas.openxmlformats.org/officeDocument/2006/relationships/image" Target="../media/image17111.png"/><Relationship Id="rId41" Type="http://schemas.openxmlformats.org/officeDocument/2006/relationships/customXml" Target="../ink/ink3497.xml"/><Relationship Id="rId62" Type="http://schemas.openxmlformats.org/officeDocument/2006/relationships/image" Target="../media/image17320.png"/><Relationship Id="rId83" Type="http://schemas.openxmlformats.org/officeDocument/2006/relationships/customXml" Target="../ink/ink3518.xml"/><Relationship Id="rId179" Type="http://schemas.openxmlformats.org/officeDocument/2006/relationships/customXml" Target="../ink/ink3566.xml"/><Relationship Id="rId190" Type="http://schemas.openxmlformats.org/officeDocument/2006/relationships/image" Target="../media/image17960.png"/><Relationship Id="rId204" Type="http://schemas.openxmlformats.org/officeDocument/2006/relationships/image" Target="../media/image18030.png"/><Relationship Id="rId225" Type="http://schemas.openxmlformats.org/officeDocument/2006/relationships/customXml" Target="../ink/ink3589.xml"/><Relationship Id="rId246" Type="http://schemas.openxmlformats.org/officeDocument/2006/relationships/image" Target="../media/image18240.png"/><Relationship Id="rId267" Type="http://schemas.openxmlformats.org/officeDocument/2006/relationships/customXml" Target="../ink/ink3610.xml"/><Relationship Id="rId288" Type="http://schemas.openxmlformats.org/officeDocument/2006/relationships/image" Target="../media/image18450.png"/><Relationship Id="rId106" Type="http://schemas.openxmlformats.org/officeDocument/2006/relationships/image" Target="../media/image17540.png"/><Relationship Id="rId127" Type="http://schemas.openxmlformats.org/officeDocument/2006/relationships/customXml" Target="../ink/ink3540.xml"/><Relationship Id="rId313" Type="http://schemas.openxmlformats.org/officeDocument/2006/relationships/customXml" Target="../ink/ink3633.xml"/><Relationship Id="rId10" Type="http://schemas.openxmlformats.org/officeDocument/2006/relationships/image" Target="../media/image17060.png"/><Relationship Id="rId31" Type="http://schemas.openxmlformats.org/officeDocument/2006/relationships/customXml" Target="../ink/ink3492.xml"/><Relationship Id="rId52" Type="http://schemas.openxmlformats.org/officeDocument/2006/relationships/image" Target="../media/image17270.png"/><Relationship Id="rId73" Type="http://schemas.openxmlformats.org/officeDocument/2006/relationships/customXml" Target="../ink/ink3513.xml"/><Relationship Id="rId94" Type="http://schemas.openxmlformats.org/officeDocument/2006/relationships/image" Target="../media/image17480.png"/><Relationship Id="rId148" Type="http://schemas.openxmlformats.org/officeDocument/2006/relationships/image" Target="../media/image17750.png"/><Relationship Id="rId169" Type="http://schemas.openxmlformats.org/officeDocument/2006/relationships/customXml" Target="../ink/ink3561.xml"/><Relationship Id="rId334" Type="http://schemas.openxmlformats.org/officeDocument/2006/relationships/image" Target="../media/image18680.png"/><Relationship Id="rId355" Type="http://schemas.openxmlformats.org/officeDocument/2006/relationships/customXml" Target="../ink/ink3654.xml"/><Relationship Id="rId4" Type="http://schemas.openxmlformats.org/officeDocument/2006/relationships/image" Target="../media/image17030.png"/><Relationship Id="rId180" Type="http://schemas.openxmlformats.org/officeDocument/2006/relationships/image" Target="../media/image17911.png"/><Relationship Id="rId215" Type="http://schemas.openxmlformats.org/officeDocument/2006/relationships/customXml" Target="../ink/ink3584.xml"/><Relationship Id="rId236" Type="http://schemas.openxmlformats.org/officeDocument/2006/relationships/image" Target="../media/image18190.png"/><Relationship Id="rId257" Type="http://schemas.openxmlformats.org/officeDocument/2006/relationships/customXml" Target="../ink/ink3605.xml"/><Relationship Id="rId278" Type="http://schemas.openxmlformats.org/officeDocument/2006/relationships/image" Target="../media/image18400.png"/><Relationship Id="rId303" Type="http://schemas.openxmlformats.org/officeDocument/2006/relationships/customXml" Target="../ink/ink3628.xml"/><Relationship Id="rId42" Type="http://schemas.openxmlformats.org/officeDocument/2006/relationships/image" Target="../media/image17220.png"/><Relationship Id="rId84" Type="http://schemas.openxmlformats.org/officeDocument/2006/relationships/image" Target="../media/image17430.png"/><Relationship Id="rId138" Type="http://schemas.openxmlformats.org/officeDocument/2006/relationships/image" Target="../media/image17700.png"/><Relationship Id="rId345" Type="http://schemas.openxmlformats.org/officeDocument/2006/relationships/customXml" Target="../ink/ink3649.xml"/><Relationship Id="rId191" Type="http://schemas.openxmlformats.org/officeDocument/2006/relationships/customXml" Target="../ink/ink3572.xml"/><Relationship Id="rId205" Type="http://schemas.openxmlformats.org/officeDocument/2006/relationships/customXml" Target="../ink/ink3579.xml"/><Relationship Id="rId247" Type="http://schemas.openxmlformats.org/officeDocument/2006/relationships/customXml" Target="../ink/ink3600.xml"/><Relationship Id="rId107" Type="http://schemas.openxmlformats.org/officeDocument/2006/relationships/customXml" Target="../ink/ink3530.xml"/><Relationship Id="rId289" Type="http://schemas.openxmlformats.org/officeDocument/2006/relationships/customXml" Target="../ink/ink3621.xml"/><Relationship Id="rId11" Type="http://schemas.openxmlformats.org/officeDocument/2006/relationships/customXml" Target="../ink/ink3482.xml"/><Relationship Id="rId53" Type="http://schemas.openxmlformats.org/officeDocument/2006/relationships/customXml" Target="../ink/ink3503.xml"/><Relationship Id="rId149" Type="http://schemas.openxmlformats.org/officeDocument/2006/relationships/customXml" Target="../ink/ink3551.xml"/><Relationship Id="rId314" Type="http://schemas.openxmlformats.org/officeDocument/2006/relationships/image" Target="../media/image18580.png"/><Relationship Id="rId356" Type="http://schemas.openxmlformats.org/officeDocument/2006/relationships/image" Target="../media/image18790.png"/><Relationship Id="rId95" Type="http://schemas.openxmlformats.org/officeDocument/2006/relationships/customXml" Target="../ink/ink3524.xml"/><Relationship Id="rId160" Type="http://schemas.openxmlformats.org/officeDocument/2006/relationships/image" Target="../media/image17811.png"/><Relationship Id="rId216" Type="http://schemas.openxmlformats.org/officeDocument/2006/relationships/image" Target="../media/image18090.png"/><Relationship Id="rId258" Type="http://schemas.openxmlformats.org/officeDocument/2006/relationships/image" Target="../media/image18300.png"/><Relationship Id="rId22" Type="http://schemas.openxmlformats.org/officeDocument/2006/relationships/image" Target="../media/image17120.png"/><Relationship Id="rId64" Type="http://schemas.openxmlformats.org/officeDocument/2006/relationships/image" Target="../media/image17330.png"/><Relationship Id="rId118" Type="http://schemas.openxmlformats.org/officeDocument/2006/relationships/image" Target="../media/image17600.png"/><Relationship Id="rId325" Type="http://schemas.openxmlformats.org/officeDocument/2006/relationships/customXml" Target="../ink/ink3639.xml"/><Relationship Id="rId171" Type="http://schemas.openxmlformats.org/officeDocument/2006/relationships/customXml" Target="../ink/ink3562.xml"/><Relationship Id="rId227" Type="http://schemas.openxmlformats.org/officeDocument/2006/relationships/customXml" Target="../ink/ink3590.xml"/><Relationship Id="rId269" Type="http://schemas.openxmlformats.org/officeDocument/2006/relationships/customXml" Target="../ink/ink3611.xml"/><Relationship Id="rId33" Type="http://schemas.openxmlformats.org/officeDocument/2006/relationships/customXml" Target="../ink/ink3493.xml"/><Relationship Id="rId129" Type="http://schemas.openxmlformats.org/officeDocument/2006/relationships/customXml" Target="../ink/ink3541.xml"/><Relationship Id="rId280" Type="http://schemas.openxmlformats.org/officeDocument/2006/relationships/image" Target="../media/image18411.png"/><Relationship Id="rId336" Type="http://schemas.openxmlformats.org/officeDocument/2006/relationships/image" Target="../media/image18690.png"/><Relationship Id="rId75" Type="http://schemas.openxmlformats.org/officeDocument/2006/relationships/customXml" Target="../ink/ink3514.xml"/><Relationship Id="rId140" Type="http://schemas.openxmlformats.org/officeDocument/2006/relationships/image" Target="../media/image17711.png"/><Relationship Id="rId182" Type="http://schemas.openxmlformats.org/officeDocument/2006/relationships/image" Target="../media/image17920.png"/><Relationship Id="rId6" Type="http://schemas.openxmlformats.org/officeDocument/2006/relationships/image" Target="../media/image17040.png"/><Relationship Id="rId238" Type="http://schemas.openxmlformats.org/officeDocument/2006/relationships/image" Target="../media/image18200.png"/><Relationship Id="rId291" Type="http://schemas.openxmlformats.org/officeDocument/2006/relationships/customXml" Target="../ink/ink3622.xml"/><Relationship Id="rId305" Type="http://schemas.openxmlformats.org/officeDocument/2006/relationships/customXml" Target="../ink/ink3629.xml"/><Relationship Id="rId347" Type="http://schemas.openxmlformats.org/officeDocument/2006/relationships/customXml" Target="../ink/ink3650.xml"/><Relationship Id="rId44" Type="http://schemas.openxmlformats.org/officeDocument/2006/relationships/image" Target="../media/image17230.png"/><Relationship Id="rId86" Type="http://schemas.openxmlformats.org/officeDocument/2006/relationships/image" Target="../media/image17440.png"/><Relationship Id="rId151" Type="http://schemas.openxmlformats.org/officeDocument/2006/relationships/customXml" Target="../ink/ink3552.xml"/><Relationship Id="rId193" Type="http://schemas.openxmlformats.org/officeDocument/2006/relationships/customXml" Target="../ink/ink3573.xml"/><Relationship Id="rId207" Type="http://schemas.openxmlformats.org/officeDocument/2006/relationships/customXml" Target="../ink/ink3580.xml"/><Relationship Id="rId249" Type="http://schemas.openxmlformats.org/officeDocument/2006/relationships/customXml" Target="../ink/ink3601.xml"/><Relationship Id="rId13" Type="http://schemas.openxmlformats.org/officeDocument/2006/relationships/customXml" Target="../ink/ink3483.xml"/><Relationship Id="rId109" Type="http://schemas.openxmlformats.org/officeDocument/2006/relationships/customXml" Target="../ink/ink3531.xml"/><Relationship Id="rId260" Type="http://schemas.openxmlformats.org/officeDocument/2006/relationships/image" Target="../media/image18311.png"/><Relationship Id="rId316" Type="http://schemas.openxmlformats.org/officeDocument/2006/relationships/image" Target="../media/image18590.png"/><Relationship Id="rId55" Type="http://schemas.openxmlformats.org/officeDocument/2006/relationships/customXml" Target="../ink/ink3504.xml"/><Relationship Id="rId97" Type="http://schemas.openxmlformats.org/officeDocument/2006/relationships/customXml" Target="../ink/ink3525.xml"/><Relationship Id="rId120" Type="http://schemas.openxmlformats.org/officeDocument/2006/relationships/image" Target="../media/image17611.png"/><Relationship Id="rId358" Type="http://schemas.openxmlformats.org/officeDocument/2006/relationships/image" Target="../media/image18800.png"/><Relationship Id="rId162" Type="http://schemas.openxmlformats.org/officeDocument/2006/relationships/image" Target="../media/image17820.png"/><Relationship Id="rId218" Type="http://schemas.openxmlformats.org/officeDocument/2006/relationships/image" Target="../media/image18101.png"/><Relationship Id="rId271" Type="http://schemas.openxmlformats.org/officeDocument/2006/relationships/customXml" Target="../ink/ink3612.xml"/><Relationship Id="rId24" Type="http://schemas.openxmlformats.org/officeDocument/2006/relationships/image" Target="../media/image17130.png"/><Relationship Id="rId66" Type="http://schemas.openxmlformats.org/officeDocument/2006/relationships/image" Target="../media/image17340.png"/><Relationship Id="rId131" Type="http://schemas.openxmlformats.org/officeDocument/2006/relationships/customXml" Target="../ink/ink3542.xml"/><Relationship Id="rId327" Type="http://schemas.openxmlformats.org/officeDocument/2006/relationships/customXml" Target="../ink/ink3640.xml"/><Relationship Id="rId173" Type="http://schemas.openxmlformats.org/officeDocument/2006/relationships/customXml" Target="../ink/ink3563.xml"/><Relationship Id="rId229" Type="http://schemas.openxmlformats.org/officeDocument/2006/relationships/customXml" Target="../ink/ink3591.xml"/><Relationship Id="rId240" Type="http://schemas.openxmlformats.org/officeDocument/2006/relationships/image" Target="../media/image18211.png"/><Relationship Id="rId35" Type="http://schemas.openxmlformats.org/officeDocument/2006/relationships/customXml" Target="../ink/ink3494.xml"/><Relationship Id="rId77" Type="http://schemas.openxmlformats.org/officeDocument/2006/relationships/customXml" Target="../ink/ink3515.xml"/><Relationship Id="rId100" Type="http://schemas.openxmlformats.org/officeDocument/2006/relationships/image" Target="../media/image17511.png"/><Relationship Id="rId282" Type="http://schemas.openxmlformats.org/officeDocument/2006/relationships/image" Target="../media/image18420.png"/><Relationship Id="rId338" Type="http://schemas.openxmlformats.org/officeDocument/2006/relationships/image" Target="../media/image18700.png"/><Relationship Id="rId8" Type="http://schemas.openxmlformats.org/officeDocument/2006/relationships/image" Target="../media/image17050.png"/><Relationship Id="rId142" Type="http://schemas.openxmlformats.org/officeDocument/2006/relationships/image" Target="../media/image17720.png"/><Relationship Id="rId184" Type="http://schemas.openxmlformats.org/officeDocument/2006/relationships/image" Target="../media/image17930.png"/><Relationship Id="rId251" Type="http://schemas.openxmlformats.org/officeDocument/2006/relationships/customXml" Target="../ink/ink3602.xml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713.xml"/><Relationship Id="rId21" Type="http://schemas.openxmlformats.org/officeDocument/2006/relationships/customXml" Target="../ink/ink3665.xml"/><Relationship Id="rId63" Type="http://schemas.openxmlformats.org/officeDocument/2006/relationships/customXml" Target="../ink/ink3686.xml"/><Relationship Id="rId159" Type="http://schemas.openxmlformats.org/officeDocument/2006/relationships/customXml" Target="../ink/ink3734.xml"/><Relationship Id="rId170" Type="http://schemas.openxmlformats.org/officeDocument/2006/relationships/image" Target="../media/image2128.png"/><Relationship Id="rId191" Type="http://schemas.openxmlformats.org/officeDocument/2006/relationships/customXml" Target="../ink/ink3750.xml"/><Relationship Id="rId205" Type="http://schemas.openxmlformats.org/officeDocument/2006/relationships/customXml" Target="../ink/ink3757.xml"/><Relationship Id="rId226" Type="http://schemas.openxmlformats.org/officeDocument/2006/relationships/image" Target="../media/image2156.png"/><Relationship Id="rId247" Type="http://schemas.openxmlformats.org/officeDocument/2006/relationships/customXml" Target="../ink/ink3778.xml"/><Relationship Id="rId107" Type="http://schemas.openxmlformats.org/officeDocument/2006/relationships/customXml" Target="../ink/ink3708.xml"/><Relationship Id="rId11" Type="http://schemas.openxmlformats.org/officeDocument/2006/relationships/customXml" Target="../ink/ink3660.xml"/><Relationship Id="rId32" Type="http://schemas.openxmlformats.org/officeDocument/2006/relationships/image" Target="../media/image2059.png"/><Relationship Id="rId53" Type="http://schemas.openxmlformats.org/officeDocument/2006/relationships/customXml" Target="../ink/ink3681.xml"/><Relationship Id="rId74" Type="http://schemas.openxmlformats.org/officeDocument/2006/relationships/image" Target="../media/image2080.png"/><Relationship Id="rId128" Type="http://schemas.openxmlformats.org/officeDocument/2006/relationships/image" Target="../media/image2107.png"/><Relationship Id="rId149" Type="http://schemas.openxmlformats.org/officeDocument/2006/relationships/customXml" Target="../ink/ink3729.xml"/><Relationship Id="rId5" Type="http://schemas.openxmlformats.org/officeDocument/2006/relationships/customXml" Target="../ink/ink3657.xml"/><Relationship Id="rId95" Type="http://schemas.openxmlformats.org/officeDocument/2006/relationships/customXml" Target="../ink/ink3702.xml"/><Relationship Id="rId160" Type="http://schemas.openxmlformats.org/officeDocument/2006/relationships/image" Target="../media/image2123.png"/><Relationship Id="rId181" Type="http://schemas.openxmlformats.org/officeDocument/2006/relationships/customXml" Target="../ink/ink3745.xml"/><Relationship Id="rId216" Type="http://schemas.openxmlformats.org/officeDocument/2006/relationships/image" Target="../media/image2151.png"/><Relationship Id="rId237" Type="http://schemas.openxmlformats.org/officeDocument/2006/relationships/customXml" Target="../ink/ink3773.xml"/><Relationship Id="rId258" Type="http://schemas.openxmlformats.org/officeDocument/2006/relationships/image" Target="../media/image2172.png"/><Relationship Id="rId22" Type="http://schemas.openxmlformats.org/officeDocument/2006/relationships/image" Target="../media/image2054.png"/><Relationship Id="rId43" Type="http://schemas.openxmlformats.org/officeDocument/2006/relationships/customXml" Target="../ink/ink3676.xml"/><Relationship Id="rId64" Type="http://schemas.openxmlformats.org/officeDocument/2006/relationships/image" Target="../media/image2075.png"/><Relationship Id="rId118" Type="http://schemas.openxmlformats.org/officeDocument/2006/relationships/image" Target="../media/image2102.png"/><Relationship Id="rId139" Type="http://schemas.openxmlformats.org/officeDocument/2006/relationships/customXml" Target="../ink/ink3724.xml"/><Relationship Id="rId85" Type="http://schemas.openxmlformats.org/officeDocument/2006/relationships/customXml" Target="../ink/ink3697.xml"/><Relationship Id="rId150" Type="http://schemas.openxmlformats.org/officeDocument/2006/relationships/image" Target="../media/image2118.png"/><Relationship Id="rId171" Type="http://schemas.openxmlformats.org/officeDocument/2006/relationships/customXml" Target="../ink/ink3740.xml"/><Relationship Id="rId192" Type="http://schemas.openxmlformats.org/officeDocument/2006/relationships/image" Target="../media/image2139.png"/><Relationship Id="rId206" Type="http://schemas.openxmlformats.org/officeDocument/2006/relationships/image" Target="../media/image2146.png"/><Relationship Id="rId227" Type="http://schemas.openxmlformats.org/officeDocument/2006/relationships/customXml" Target="../ink/ink3768.xml"/><Relationship Id="rId248" Type="http://schemas.openxmlformats.org/officeDocument/2006/relationships/image" Target="../media/image2167.png"/><Relationship Id="rId12" Type="http://schemas.openxmlformats.org/officeDocument/2006/relationships/image" Target="../media/image2049.png"/><Relationship Id="rId33" Type="http://schemas.openxmlformats.org/officeDocument/2006/relationships/customXml" Target="../ink/ink3671.xml"/><Relationship Id="rId108" Type="http://schemas.openxmlformats.org/officeDocument/2006/relationships/image" Target="../media/image2097.png"/><Relationship Id="rId129" Type="http://schemas.openxmlformats.org/officeDocument/2006/relationships/customXml" Target="../ink/ink3719.xml"/><Relationship Id="rId54" Type="http://schemas.openxmlformats.org/officeDocument/2006/relationships/image" Target="../media/image2070.png"/><Relationship Id="rId75" Type="http://schemas.openxmlformats.org/officeDocument/2006/relationships/customXml" Target="../ink/ink3692.xml"/><Relationship Id="rId96" Type="http://schemas.openxmlformats.org/officeDocument/2006/relationships/image" Target="../media/image2091.png"/><Relationship Id="rId140" Type="http://schemas.openxmlformats.org/officeDocument/2006/relationships/image" Target="../media/image2113.png"/><Relationship Id="rId161" Type="http://schemas.openxmlformats.org/officeDocument/2006/relationships/customXml" Target="../ink/ink3735.xml"/><Relationship Id="rId182" Type="http://schemas.openxmlformats.org/officeDocument/2006/relationships/image" Target="../media/image2134.png"/><Relationship Id="rId217" Type="http://schemas.openxmlformats.org/officeDocument/2006/relationships/customXml" Target="../ink/ink3763.xml"/><Relationship Id="rId6" Type="http://schemas.openxmlformats.org/officeDocument/2006/relationships/image" Target="../media/image2046.png"/><Relationship Id="rId238" Type="http://schemas.openxmlformats.org/officeDocument/2006/relationships/image" Target="../media/image2162.png"/><Relationship Id="rId259" Type="http://schemas.openxmlformats.org/officeDocument/2006/relationships/customXml" Target="../ink/ink3784.xml"/><Relationship Id="rId23" Type="http://schemas.openxmlformats.org/officeDocument/2006/relationships/customXml" Target="../ink/ink3666.xml"/><Relationship Id="rId119" Type="http://schemas.openxmlformats.org/officeDocument/2006/relationships/customXml" Target="../ink/ink3714.xml"/><Relationship Id="rId44" Type="http://schemas.openxmlformats.org/officeDocument/2006/relationships/image" Target="../media/image2065.png"/><Relationship Id="rId65" Type="http://schemas.openxmlformats.org/officeDocument/2006/relationships/customXml" Target="../ink/ink3687.xml"/><Relationship Id="rId86" Type="http://schemas.openxmlformats.org/officeDocument/2006/relationships/image" Target="../media/image2086.png"/><Relationship Id="rId130" Type="http://schemas.openxmlformats.org/officeDocument/2006/relationships/image" Target="../media/image2108.png"/><Relationship Id="rId151" Type="http://schemas.openxmlformats.org/officeDocument/2006/relationships/customXml" Target="../ink/ink3730.xml"/><Relationship Id="rId172" Type="http://schemas.openxmlformats.org/officeDocument/2006/relationships/image" Target="../media/image2129.png"/><Relationship Id="rId193" Type="http://schemas.openxmlformats.org/officeDocument/2006/relationships/customXml" Target="../ink/ink3751.xml"/><Relationship Id="rId207" Type="http://schemas.openxmlformats.org/officeDocument/2006/relationships/customXml" Target="../ink/ink3758.xml"/><Relationship Id="rId228" Type="http://schemas.openxmlformats.org/officeDocument/2006/relationships/image" Target="../media/image2157.png"/><Relationship Id="rId249" Type="http://schemas.openxmlformats.org/officeDocument/2006/relationships/customXml" Target="../ink/ink3779.xml"/><Relationship Id="rId13" Type="http://schemas.openxmlformats.org/officeDocument/2006/relationships/customXml" Target="../ink/ink3661.xml"/><Relationship Id="rId109" Type="http://schemas.openxmlformats.org/officeDocument/2006/relationships/customXml" Target="../ink/ink3709.xml"/><Relationship Id="rId260" Type="http://schemas.openxmlformats.org/officeDocument/2006/relationships/image" Target="../media/image2173.png"/><Relationship Id="rId34" Type="http://schemas.openxmlformats.org/officeDocument/2006/relationships/image" Target="../media/image2060.png"/><Relationship Id="rId55" Type="http://schemas.openxmlformats.org/officeDocument/2006/relationships/customXml" Target="../ink/ink3682.xml"/><Relationship Id="rId76" Type="http://schemas.openxmlformats.org/officeDocument/2006/relationships/image" Target="../media/image2081.png"/><Relationship Id="rId97" Type="http://schemas.openxmlformats.org/officeDocument/2006/relationships/customXml" Target="../ink/ink3703.xml"/><Relationship Id="rId120" Type="http://schemas.openxmlformats.org/officeDocument/2006/relationships/image" Target="../media/image2103.png"/><Relationship Id="rId141" Type="http://schemas.openxmlformats.org/officeDocument/2006/relationships/customXml" Target="../ink/ink3725.xml"/><Relationship Id="rId7" Type="http://schemas.openxmlformats.org/officeDocument/2006/relationships/customXml" Target="../ink/ink3658.xml"/><Relationship Id="rId162" Type="http://schemas.openxmlformats.org/officeDocument/2006/relationships/image" Target="../media/image2124.png"/><Relationship Id="rId183" Type="http://schemas.openxmlformats.org/officeDocument/2006/relationships/customXml" Target="../ink/ink3746.xml"/><Relationship Id="rId218" Type="http://schemas.openxmlformats.org/officeDocument/2006/relationships/image" Target="../media/image2152.png"/><Relationship Id="rId239" Type="http://schemas.openxmlformats.org/officeDocument/2006/relationships/customXml" Target="../ink/ink3774.xml"/><Relationship Id="rId250" Type="http://schemas.openxmlformats.org/officeDocument/2006/relationships/image" Target="../media/image2168.png"/><Relationship Id="rId24" Type="http://schemas.openxmlformats.org/officeDocument/2006/relationships/image" Target="../media/image2055.png"/><Relationship Id="rId45" Type="http://schemas.openxmlformats.org/officeDocument/2006/relationships/customXml" Target="../ink/ink3677.xml"/><Relationship Id="rId66" Type="http://schemas.openxmlformats.org/officeDocument/2006/relationships/image" Target="../media/image2076.png"/><Relationship Id="rId87" Type="http://schemas.openxmlformats.org/officeDocument/2006/relationships/customXml" Target="../ink/ink3698.xml"/><Relationship Id="rId110" Type="http://schemas.openxmlformats.org/officeDocument/2006/relationships/image" Target="../media/image2098.png"/><Relationship Id="rId131" Type="http://schemas.openxmlformats.org/officeDocument/2006/relationships/customXml" Target="../ink/ink3720.xml"/><Relationship Id="rId152" Type="http://schemas.openxmlformats.org/officeDocument/2006/relationships/image" Target="../media/image2119.png"/><Relationship Id="rId173" Type="http://schemas.openxmlformats.org/officeDocument/2006/relationships/customXml" Target="../ink/ink3741.xml"/><Relationship Id="rId194" Type="http://schemas.openxmlformats.org/officeDocument/2006/relationships/image" Target="../media/image2140.png"/><Relationship Id="rId208" Type="http://schemas.openxmlformats.org/officeDocument/2006/relationships/image" Target="../media/image2147.png"/><Relationship Id="rId229" Type="http://schemas.openxmlformats.org/officeDocument/2006/relationships/customXml" Target="../ink/ink3769.xml"/><Relationship Id="rId240" Type="http://schemas.openxmlformats.org/officeDocument/2006/relationships/image" Target="../media/image2163.png"/><Relationship Id="rId261" Type="http://schemas.openxmlformats.org/officeDocument/2006/relationships/customXml" Target="../ink/ink3785.xml"/><Relationship Id="rId14" Type="http://schemas.openxmlformats.org/officeDocument/2006/relationships/image" Target="../media/image2050.png"/><Relationship Id="rId35" Type="http://schemas.openxmlformats.org/officeDocument/2006/relationships/customXml" Target="../ink/ink3672.xml"/><Relationship Id="rId56" Type="http://schemas.openxmlformats.org/officeDocument/2006/relationships/image" Target="../media/image2071.png"/><Relationship Id="rId77" Type="http://schemas.openxmlformats.org/officeDocument/2006/relationships/customXml" Target="../ink/ink3693.xml"/><Relationship Id="rId100" Type="http://schemas.openxmlformats.org/officeDocument/2006/relationships/image" Target="../media/image2093.png"/><Relationship Id="rId8" Type="http://schemas.openxmlformats.org/officeDocument/2006/relationships/image" Target="../media/image2047.png"/><Relationship Id="rId98" Type="http://schemas.openxmlformats.org/officeDocument/2006/relationships/image" Target="../media/image2092.png"/><Relationship Id="rId121" Type="http://schemas.openxmlformats.org/officeDocument/2006/relationships/customXml" Target="../ink/ink3715.xml"/><Relationship Id="rId142" Type="http://schemas.openxmlformats.org/officeDocument/2006/relationships/image" Target="../media/image2114.png"/><Relationship Id="rId163" Type="http://schemas.openxmlformats.org/officeDocument/2006/relationships/customXml" Target="../ink/ink3736.xml"/><Relationship Id="rId184" Type="http://schemas.openxmlformats.org/officeDocument/2006/relationships/image" Target="../media/image2135.png"/><Relationship Id="rId219" Type="http://schemas.openxmlformats.org/officeDocument/2006/relationships/customXml" Target="../ink/ink3764.xml"/><Relationship Id="rId230" Type="http://schemas.openxmlformats.org/officeDocument/2006/relationships/image" Target="../media/image2158.png"/><Relationship Id="rId251" Type="http://schemas.openxmlformats.org/officeDocument/2006/relationships/customXml" Target="../ink/ink3780.xml"/><Relationship Id="rId25" Type="http://schemas.openxmlformats.org/officeDocument/2006/relationships/customXml" Target="../ink/ink3667.xml"/><Relationship Id="rId46" Type="http://schemas.openxmlformats.org/officeDocument/2006/relationships/image" Target="../media/image2066.png"/><Relationship Id="rId67" Type="http://schemas.openxmlformats.org/officeDocument/2006/relationships/customXml" Target="../ink/ink3688.xml"/><Relationship Id="rId88" Type="http://schemas.openxmlformats.org/officeDocument/2006/relationships/image" Target="../media/image2087.png"/><Relationship Id="rId111" Type="http://schemas.openxmlformats.org/officeDocument/2006/relationships/customXml" Target="../ink/ink3710.xml"/><Relationship Id="rId132" Type="http://schemas.openxmlformats.org/officeDocument/2006/relationships/image" Target="../media/image2109.png"/><Relationship Id="rId153" Type="http://schemas.openxmlformats.org/officeDocument/2006/relationships/customXml" Target="../ink/ink3731.xml"/><Relationship Id="rId174" Type="http://schemas.openxmlformats.org/officeDocument/2006/relationships/image" Target="../media/image2130.png"/><Relationship Id="rId195" Type="http://schemas.openxmlformats.org/officeDocument/2006/relationships/customXml" Target="../ink/ink3752.xml"/><Relationship Id="rId209" Type="http://schemas.openxmlformats.org/officeDocument/2006/relationships/customXml" Target="../ink/ink3759.xml"/><Relationship Id="rId220" Type="http://schemas.openxmlformats.org/officeDocument/2006/relationships/image" Target="../media/image2153.png"/><Relationship Id="rId241" Type="http://schemas.openxmlformats.org/officeDocument/2006/relationships/customXml" Target="../ink/ink3775.xml"/><Relationship Id="rId15" Type="http://schemas.openxmlformats.org/officeDocument/2006/relationships/customXml" Target="../ink/ink3662.xml"/><Relationship Id="rId36" Type="http://schemas.openxmlformats.org/officeDocument/2006/relationships/image" Target="../media/image2061.png"/><Relationship Id="rId57" Type="http://schemas.openxmlformats.org/officeDocument/2006/relationships/customXml" Target="../ink/ink3683.xml"/><Relationship Id="rId262" Type="http://schemas.openxmlformats.org/officeDocument/2006/relationships/image" Target="../media/image2174.png"/><Relationship Id="rId78" Type="http://schemas.openxmlformats.org/officeDocument/2006/relationships/image" Target="../media/image2082.png"/><Relationship Id="rId99" Type="http://schemas.openxmlformats.org/officeDocument/2006/relationships/customXml" Target="../ink/ink3704.xml"/><Relationship Id="rId101" Type="http://schemas.openxmlformats.org/officeDocument/2006/relationships/customXml" Target="../ink/ink3705.xml"/><Relationship Id="rId122" Type="http://schemas.openxmlformats.org/officeDocument/2006/relationships/image" Target="../media/image2104.png"/><Relationship Id="rId143" Type="http://schemas.openxmlformats.org/officeDocument/2006/relationships/customXml" Target="../ink/ink3726.xml"/><Relationship Id="rId164" Type="http://schemas.openxmlformats.org/officeDocument/2006/relationships/image" Target="../media/image2125.png"/><Relationship Id="rId185" Type="http://schemas.openxmlformats.org/officeDocument/2006/relationships/customXml" Target="../ink/ink3747.xml"/><Relationship Id="rId9" Type="http://schemas.openxmlformats.org/officeDocument/2006/relationships/customXml" Target="../ink/ink3659.xml"/><Relationship Id="rId210" Type="http://schemas.openxmlformats.org/officeDocument/2006/relationships/image" Target="../media/image2148.png"/><Relationship Id="rId26" Type="http://schemas.openxmlformats.org/officeDocument/2006/relationships/image" Target="../media/image2056.png"/><Relationship Id="rId231" Type="http://schemas.openxmlformats.org/officeDocument/2006/relationships/customXml" Target="../ink/ink3770.xml"/><Relationship Id="rId252" Type="http://schemas.openxmlformats.org/officeDocument/2006/relationships/image" Target="../media/image2169.png"/><Relationship Id="rId47" Type="http://schemas.openxmlformats.org/officeDocument/2006/relationships/customXml" Target="../ink/ink3678.xml"/><Relationship Id="rId68" Type="http://schemas.openxmlformats.org/officeDocument/2006/relationships/image" Target="../media/image2077.png"/><Relationship Id="rId89" Type="http://schemas.openxmlformats.org/officeDocument/2006/relationships/customXml" Target="../ink/ink3699.xml"/><Relationship Id="rId112" Type="http://schemas.openxmlformats.org/officeDocument/2006/relationships/image" Target="../media/image2099.png"/><Relationship Id="rId133" Type="http://schemas.openxmlformats.org/officeDocument/2006/relationships/customXml" Target="../ink/ink3721.xml"/><Relationship Id="rId154" Type="http://schemas.openxmlformats.org/officeDocument/2006/relationships/image" Target="../media/image2120.png"/><Relationship Id="rId175" Type="http://schemas.openxmlformats.org/officeDocument/2006/relationships/customXml" Target="../ink/ink3742.xml"/><Relationship Id="rId196" Type="http://schemas.openxmlformats.org/officeDocument/2006/relationships/image" Target="../media/image2141.png"/><Relationship Id="rId200" Type="http://schemas.openxmlformats.org/officeDocument/2006/relationships/image" Target="../media/image2143.png"/><Relationship Id="rId16" Type="http://schemas.openxmlformats.org/officeDocument/2006/relationships/image" Target="../media/image2051.png"/><Relationship Id="rId221" Type="http://schemas.openxmlformats.org/officeDocument/2006/relationships/customXml" Target="../ink/ink3765.xml"/><Relationship Id="rId242" Type="http://schemas.openxmlformats.org/officeDocument/2006/relationships/image" Target="../media/image2164.png"/><Relationship Id="rId37" Type="http://schemas.openxmlformats.org/officeDocument/2006/relationships/customXml" Target="../ink/ink3673.xml"/><Relationship Id="rId58" Type="http://schemas.openxmlformats.org/officeDocument/2006/relationships/image" Target="../media/image2072.png"/><Relationship Id="rId79" Type="http://schemas.openxmlformats.org/officeDocument/2006/relationships/customXml" Target="../ink/ink3694.xml"/><Relationship Id="rId102" Type="http://schemas.openxmlformats.org/officeDocument/2006/relationships/image" Target="../media/image2094.png"/><Relationship Id="rId123" Type="http://schemas.openxmlformats.org/officeDocument/2006/relationships/customXml" Target="../ink/ink3716.xml"/><Relationship Id="rId144" Type="http://schemas.openxmlformats.org/officeDocument/2006/relationships/image" Target="../media/image2115.png"/><Relationship Id="rId90" Type="http://schemas.openxmlformats.org/officeDocument/2006/relationships/image" Target="../media/image2088.png"/><Relationship Id="rId165" Type="http://schemas.openxmlformats.org/officeDocument/2006/relationships/customXml" Target="../ink/ink3737.xml"/><Relationship Id="rId186" Type="http://schemas.openxmlformats.org/officeDocument/2006/relationships/image" Target="../media/image2136.png"/><Relationship Id="rId211" Type="http://schemas.openxmlformats.org/officeDocument/2006/relationships/customXml" Target="../ink/ink3760.xml"/><Relationship Id="rId232" Type="http://schemas.openxmlformats.org/officeDocument/2006/relationships/image" Target="../media/image2159.png"/><Relationship Id="rId253" Type="http://schemas.openxmlformats.org/officeDocument/2006/relationships/customXml" Target="../ink/ink3781.xml"/><Relationship Id="rId27" Type="http://schemas.openxmlformats.org/officeDocument/2006/relationships/customXml" Target="../ink/ink3668.xml"/><Relationship Id="rId48" Type="http://schemas.openxmlformats.org/officeDocument/2006/relationships/image" Target="../media/image2067.png"/><Relationship Id="rId69" Type="http://schemas.openxmlformats.org/officeDocument/2006/relationships/customXml" Target="../ink/ink3689.xml"/><Relationship Id="rId113" Type="http://schemas.openxmlformats.org/officeDocument/2006/relationships/customXml" Target="../ink/ink3711.xml"/><Relationship Id="rId134" Type="http://schemas.openxmlformats.org/officeDocument/2006/relationships/image" Target="../media/image2110.png"/><Relationship Id="rId80" Type="http://schemas.openxmlformats.org/officeDocument/2006/relationships/image" Target="../media/image2083.png"/><Relationship Id="rId155" Type="http://schemas.openxmlformats.org/officeDocument/2006/relationships/customXml" Target="../ink/ink3732.xml"/><Relationship Id="rId176" Type="http://schemas.openxmlformats.org/officeDocument/2006/relationships/image" Target="../media/image2131.png"/><Relationship Id="rId197" Type="http://schemas.openxmlformats.org/officeDocument/2006/relationships/customXml" Target="../ink/ink3753.xml"/><Relationship Id="rId201" Type="http://schemas.openxmlformats.org/officeDocument/2006/relationships/customXml" Target="../ink/ink3755.xml"/><Relationship Id="rId222" Type="http://schemas.openxmlformats.org/officeDocument/2006/relationships/image" Target="../media/image2154.png"/><Relationship Id="rId243" Type="http://schemas.openxmlformats.org/officeDocument/2006/relationships/customXml" Target="../ink/ink3776.xml"/><Relationship Id="rId17" Type="http://schemas.openxmlformats.org/officeDocument/2006/relationships/customXml" Target="../ink/ink3663.xml"/><Relationship Id="rId38" Type="http://schemas.openxmlformats.org/officeDocument/2006/relationships/image" Target="../media/image2062.png"/><Relationship Id="rId59" Type="http://schemas.openxmlformats.org/officeDocument/2006/relationships/customXml" Target="../ink/ink3684.xml"/><Relationship Id="rId103" Type="http://schemas.openxmlformats.org/officeDocument/2006/relationships/customXml" Target="../ink/ink3706.xml"/><Relationship Id="rId124" Type="http://schemas.openxmlformats.org/officeDocument/2006/relationships/image" Target="../media/image2105.png"/><Relationship Id="rId70" Type="http://schemas.openxmlformats.org/officeDocument/2006/relationships/image" Target="../media/image2078.png"/><Relationship Id="rId91" Type="http://schemas.openxmlformats.org/officeDocument/2006/relationships/customXml" Target="../ink/ink3700.xml"/><Relationship Id="rId145" Type="http://schemas.openxmlformats.org/officeDocument/2006/relationships/customXml" Target="../ink/ink3727.xml"/><Relationship Id="rId166" Type="http://schemas.openxmlformats.org/officeDocument/2006/relationships/image" Target="../media/image2126.png"/><Relationship Id="rId187" Type="http://schemas.openxmlformats.org/officeDocument/2006/relationships/customXml" Target="../ink/ink3748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149.png"/><Relationship Id="rId233" Type="http://schemas.openxmlformats.org/officeDocument/2006/relationships/customXml" Target="../ink/ink3771.xml"/><Relationship Id="rId254" Type="http://schemas.openxmlformats.org/officeDocument/2006/relationships/image" Target="../media/image2170.png"/><Relationship Id="rId28" Type="http://schemas.openxmlformats.org/officeDocument/2006/relationships/image" Target="../media/image2057.png"/><Relationship Id="rId49" Type="http://schemas.openxmlformats.org/officeDocument/2006/relationships/customXml" Target="../ink/ink3679.xml"/><Relationship Id="rId114" Type="http://schemas.openxmlformats.org/officeDocument/2006/relationships/image" Target="../media/image2100.png"/><Relationship Id="rId60" Type="http://schemas.openxmlformats.org/officeDocument/2006/relationships/image" Target="../media/image2073.png"/><Relationship Id="rId81" Type="http://schemas.openxmlformats.org/officeDocument/2006/relationships/customXml" Target="../ink/ink3695.xml"/><Relationship Id="rId135" Type="http://schemas.openxmlformats.org/officeDocument/2006/relationships/customXml" Target="../ink/ink3722.xml"/><Relationship Id="rId156" Type="http://schemas.openxmlformats.org/officeDocument/2006/relationships/image" Target="../media/image2121.png"/><Relationship Id="rId177" Type="http://schemas.openxmlformats.org/officeDocument/2006/relationships/customXml" Target="../ink/ink3743.xml"/><Relationship Id="rId198" Type="http://schemas.openxmlformats.org/officeDocument/2006/relationships/image" Target="../media/image2142.png"/><Relationship Id="rId202" Type="http://schemas.openxmlformats.org/officeDocument/2006/relationships/image" Target="../media/image2144.png"/><Relationship Id="rId223" Type="http://schemas.openxmlformats.org/officeDocument/2006/relationships/customXml" Target="../ink/ink3766.xml"/><Relationship Id="rId244" Type="http://schemas.openxmlformats.org/officeDocument/2006/relationships/image" Target="../media/image2165.png"/><Relationship Id="rId18" Type="http://schemas.openxmlformats.org/officeDocument/2006/relationships/image" Target="../media/image2052.png"/><Relationship Id="rId39" Type="http://schemas.openxmlformats.org/officeDocument/2006/relationships/customXml" Target="../ink/ink3674.xml"/><Relationship Id="rId50" Type="http://schemas.openxmlformats.org/officeDocument/2006/relationships/image" Target="../media/image2068.png"/><Relationship Id="rId104" Type="http://schemas.openxmlformats.org/officeDocument/2006/relationships/image" Target="../media/image2095.png"/><Relationship Id="rId125" Type="http://schemas.openxmlformats.org/officeDocument/2006/relationships/customXml" Target="../ink/ink3717.xml"/><Relationship Id="rId146" Type="http://schemas.openxmlformats.org/officeDocument/2006/relationships/image" Target="../media/image2116.png"/><Relationship Id="rId167" Type="http://schemas.openxmlformats.org/officeDocument/2006/relationships/customXml" Target="../ink/ink3738.xml"/><Relationship Id="rId188" Type="http://schemas.openxmlformats.org/officeDocument/2006/relationships/image" Target="../media/image2137.png"/><Relationship Id="rId71" Type="http://schemas.openxmlformats.org/officeDocument/2006/relationships/customXml" Target="../ink/ink3690.xml"/><Relationship Id="rId92" Type="http://schemas.openxmlformats.org/officeDocument/2006/relationships/image" Target="../media/image2089.png"/><Relationship Id="rId213" Type="http://schemas.openxmlformats.org/officeDocument/2006/relationships/customXml" Target="../ink/ink3761.xml"/><Relationship Id="rId234" Type="http://schemas.openxmlformats.org/officeDocument/2006/relationships/image" Target="../media/image2160.png"/><Relationship Id="rId2" Type="http://schemas.openxmlformats.org/officeDocument/2006/relationships/image" Target="../media/image2044.png"/><Relationship Id="rId29" Type="http://schemas.openxmlformats.org/officeDocument/2006/relationships/customXml" Target="../ink/ink3669.xml"/><Relationship Id="rId255" Type="http://schemas.openxmlformats.org/officeDocument/2006/relationships/customXml" Target="../ink/ink3782.xml"/><Relationship Id="rId40" Type="http://schemas.openxmlformats.org/officeDocument/2006/relationships/image" Target="../media/image2063.png"/><Relationship Id="rId115" Type="http://schemas.openxmlformats.org/officeDocument/2006/relationships/customXml" Target="../ink/ink3712.xml"/><Relationship Id="rId136" Type="http://schemas.openxmlformats.org/officeDocument/2006/relationships/image" Target="../media/image2111.png"/><Relationship Id="rId157" Type="http://schemas.openxmlformats.org/officeDocument/2006/relationships/customXml" Target="../ink/ink3733.xml"/><Relationship Id="rId178" Type="http://schemas.openxmlformats.org/officeDocument/2006/relationships/image" Target="../media/image2132.png"/><Relationship Id="rId61" Type="http://schemas.openxmlformats.org/officeDocument/2006/relationships/customXml" Target="../ink/ink3685.xml"/><Relationship Id="rId82" Type="http://schemas.openxmlformats.org/officeDocument/2006/relationships/image" Target="../media/image2084.png"/><Relationship Id="rId199" Type="http://schemas.openxmlformats.org/officeDocument/2006/relationships/customXml" Target="../ink/ink3754.xml"/><Relationship Id="rId203" Type="http://schemas.openxmlformats.org/officeDocument/2006/relationships/customXml" Target="../ink/ink3756.xml"/><Relationship Id="rId19" Type="http://schemas.openxmlformats.org/officeDocument/2006/relationships/customXml" Target="../ink/ink3664.xml"/><Relationship Id="rId224" Type="http://schemas.openxmlformats.org/officeDocument/2006/relationships/image" Target="../media/image2155.png"/><Relationship Id="rId245" Type="http://schemas.openxmlformats.org/officeDocument/2006/relationships/customXml" Target="../ink/ink3777.xml"/><Relationship Id="rId30" Type="http://schemas.openxmlformats.org/officeDocument/2006/relationships/image" Target="../media/image2058.png"/><Relationship Id="rId105" Type="http://schemas.openxmlformats.org/officeDocument/2006/relationships/customXml" Target="../ink/ink3707.xml"/><Relationship Id="rId126" Type="http://schemas.openxmlformats.org/officeDocument/2006/relationships/image" Target="../media/image2106.png"/><Relationship Id="rId147" Type="http://schemas.openxmlformats.org/officeDocument/2006/relationships/customXml" Target="../ink/ink3728.xml"/><Relationship Id="rId168" Type="http://schemas.openxmlformats.org/officeDocument/2006/relationships/image" Target="../media/image2127.png"/><Relationship Id="rId51" Type="http://schemas.openxmlformats.org/officeDocument/2006/relationships/customXml" Target="../ink/ink3680.xml"/><Relationship Id="rId72" Type="http://schemas.openxmlformats.org/officeDocument/2006/relationships/image" Target="../media/image2079.png"/><Relationship Id="rId93" Type="http://schemas.openxmlformats.org/officeDocument/2006/relationships/customXml" Target="../ink/ink3701.xml"/><Relationship Id="rId189" Type="http://schemas.openxmlformats.org/officeDocument/2006/relationships/customXml" Target="../ink/ink3749.xml"/><Relationship Id="rId3" Type="http://schemas.openxmlformats.org/officeDocument/2006/relationships/customXml" Target="../ink/ink3656.xml"/><Relationship Id="rId214" Type="http://schemas.openxmlformats.org/officeDocument/2006/relationships/image" Target="../media/image2150.png"/><Relationship Id="rId235" Type="http://schemas.openxmlformats.org/officeDocument/2006/relationships/customXml" Target="../ink/ink3772.xml"/><Relationship Id="rId256" Type="http://schemas.openxmlformats.org/officeDocument/2006/relationships/image" Target="../media/image2171.png"/><Relationship Id="rId116" Type="http://schemas.openxmlformats.org/officeDocument/2006/relationships/image" Target="../media/image2101.png"/><Relationship Id="rId137" Type="http://schemas.openxmlformats.org/officeDocument/2006/relationships/customXml" Target="../ink/ink3723.xml"/><Relationship Id="rId158" Type="http://schemas.openxmlformats.org/officeDocument/2006/relationships/image" Target="../media/image2122.png"/><Relationship Id="rId20" Type="http://schemas.openxmlformats.org/officeDocument/2006/relationships/image" Target="../media/image2053.png"/><Relationship Id="rId41" Type="http://schemas.openxmlformats.org/officeDocument/2006/relationships/customXml" Target="../ink/ink3675.xml"/><Relationship Id="rId62" Type="http://schemas.openxmlformats.org/officeDocument/2006/relationships/image" Target="../media/image2074.png"/><Relationship Id="rId83" Type="http://schemas.openxmlformats.org/officeDocument/2006/relationships/customXml" Target="../ink/ink3696.xml"/><Relationship Id="rId179" Type="http://schemas.openxmlformats.org/officeDocument/2006/relationships/customXml" Target="../ink/ink3744.xml"/><Relationship Id="rId190" Type="http://schemas.openxmlformats.org/officeDocument/2006/relationships/image" Target="../media/image2138.png"/><Relationship Id="rId204" Type="http://schemas.openxmlformats.org/officeDocument/2006/relationships/image" Target="../media/image2145.png"/><Relationship Id="rId225" Type="http://schemas.openxmlformats.org/officeDocument/2006/relationships/customXml" Target="../ink/ink3767.xml"/><Relationship Id="rId246" Type="http://schemas.openxmlformats.org/officeDocument/2006/relationships/image" Target="../media/image2166.png"/><Relationship Id="rId106" Type="http://schemas.openxmlformats.org/officeDocument/2006/relationships/image" Target="../media/image2096.png"/><Relationship Id="rId127" Type="http://schemas.openxmlformats.org/officeDocument/2006/relationships/customXml" Target="../ink/ink3718.xml"/><Relationship Id="rId10" Type="http://schemas.openxmlformats.org/officeDocument/2006/relationships/image" Target="../media/image2048.png"/><Relationship Id="rId31" Type="http://schemas.openxmlformats.org/officeDocument/2006/relationships/customXml" Target="../ink/ink3670.xml"/><Relationship Id="rId52" Type="http://schemas.openxmlformats.org/officeDocument/2006/relationships/image" Target="../media/image2069.png"/><Relationship Id="rId73" Type="http://schemas.openxmlformats.org/officeDocument/2006/relationships/customXml" Target="../ink/ink3691.xml"/><Relationship Id="rId94" Type="http://schemas.openxmlformats.org/officeDocument/2006/relationships/image" Target="../media/image2090.png"/><Relationship Id="rId148" Type="http://schemas.openxmlformats.org/officeDocument/2006/relationships/image" Target="../media/image2117.png"/><Relationship Id="rId169" Type="http://schemas.openxmlformats.org/officeDocument/2006/relationships/customXml" Target="../ink/ink3739.xml"/><Relationship Id="rId4" Type="http://schemas.openxmlformats.org/officeDocument/2006/relationships/image" Target="../media/image2045.png"/><Relationship Id="rId180" Type="http://schemas.openxmlformats.org/officeDocument/2006/relationships/image" Target="../media/image2133.png"/><Relationship Id="rId215" Type="http://schemas.openxmlformats.org/officeDocument/2006/relationships/customXml" Target="../ink/ink3762.xml"/><Relationship Id="rId236" Type="http://schemas.openxmlformats.org/officeDocument/2006/relationships/image" Target="../media/image2161.png"/><Relationship Id="rId257" Type="http://schemas.openxmlformats.org/officeDocument/2006/relationships/customXml" Target="../ink/ink3783.xml"/><Relationship Id="rId42" Type="http://schemas.openxmlformats.org/officeDocument/2006/relationships/image" Target="../media/image2064.png"/><Relationship Id="rId84" Type="http://schemas.openxmlformats.org/officeDocument/2006/relationships/image" Target="../media/image2085.png"/><Relationship Id="rId138" Type="http://schemas.openxmlformats.org/officeDocument/2006/relationships/image" Target="../media/image2112.png"/></Relationships>
</file>

<file path=ppt/slides/_rels/slide3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843.xml"/><Relationship Id="rId299" Type="http://schemas.openxmlformats.org/officeDocument/2006/relationships/customXml" Target="../ink/ink3934.xml"/><Relationship Id="rId21" Type="http://schemas.openxmlformats.org/officeDocument/2006/relationships/customXml" Target="../ink/ink3795.xml"/><Relationship Id="rId63" Type="http://schemas.openxmlformats.org/officeDocument/2006/relationships/customXml" Target="../ink/ink3816.xml"/><Relationship Id="rId159" Type="http://schemas.openxmlformats.org/officeDocument/2006/relationships/customXml" Target="../ink/ink3864.xml"/><Relationship Id="rId170" Type="http://schemas.openxmlformats.org/officeDocument/2006/relationships/image" Target="../media/image19650.png"/><Relationship Id="rId226" Type="http://schemas.openxmlformats.org/officeDocument/2006/relationships/image" Target="../media/image19930.png"/><Relationship Id="rId268" Type="http://schemas.openxmlformats.org/officeDocument/2006/relationships/image" Target="../media/image20140.png"/><Relationship Id="rId32" Type="http://schemas.openxmlformats.org/officeDocument/2006/relationships/image" Target="../media/image18960.png"/><Relationship Id="rId74" Type="http://schemas.openxmlformats.org/officeDocument/2006/relationships/image" Target="../media/image19170.png"/><Relationship Id="rId128" Type="http://schemas.openxmlformats.org/officeDocument/2006/relationships/image" Target="../media/image19440.png"/><Relationship Id="rId5" Type="http://schemas.openxmlformats.org/officeDocument/2006/relationships/customXml" Target="../ink/ink3787.xml"/><Relationship Id="rId181" Type="http://schemas.openxmlformats.org/officeDocument/2006/relationships/customXml" Target="../ink/ink3875.xml"/><Relationship Id="rId237" Type="http://schemas.openxmlformats.org/officeDocument/2006/relationships/customXml" Target="../ink/ink3903.xml"/><Relationship Id="rId279" Type="http://schemas.openxmlformats.org/officeDocument/2006/relationships/customXml" Target="../ink/ink3924.xml"/><Relationship Id="rId43" Type="http://schemas.openxmlformats.org/officeDocument/2006/relationships/customXml" Target="../ink/ink3806.xml"/><Relationship Id="rId139" Type="http://schemas.openxmlformats.org/officeDocument/2006/relationships/customXml" Target="../ink/ink3854.xml"/><Relationship Id="rId290" Type="http://schemas.openxmlformats.org/officeDocument/2006/relationships/image" Target="../media/image20250.png"/><Relationship Id="rId304" Type="http://schemas.openxmlformats.org/officeDocument/2006/relationships/image" Target="../media/image20320.png"/><Relationship Id="rId85" Type="http://schemas.openxmlformats.org/officeDocument/2006/relationships/customXml" Target="../ink/ink3827.xml"/><Relationship Id="rId150" Type="http://schemas.openxmlformats.org/officeDocument/2006/relationships/image" Target="../media/image19550.png"/><Relationship Id="rId192" Type="http://schemas.openxmlformats.org/officeDocument/2006/relationships/image" Target="../media/image19760.png"/><Relationship Id="rId206" Type="http://schemas.openxmlformats.org/officeDocument/2006/relationships/image" Target="../media/image19830.png"/><Relationship Id="rId248" Type="http://schemas.openxmlformats.org/officeDocument/2006/relationships/image" Target="../media/image20040.png"/><Relationship Id="rId12" Type="http://schemas.openxmlformats.org/officeDocument/2006/relationships/image" Target="../media/image18860.png"/><Relationship Id="rId108" Type="http://schemas.openxmlformats.org/officeDocument/2006/relationships/image" Target="../media/image19340.png"/><Relationship Id="rId54" Type="http://schemas.openxmlformats.org/officeDocument/2006/relationships/image" Target="../media/image19070.png"/><Relationship Id="rId96" Type="http://schemas.openxmlformats.org/officeDocument/2006/relationships/image" Target="../media/image19280.png"/><Relationship Id="rId161" Type="http://schemas.openxmlformats.org/officeDocument/2006/relationships/customXml" Target="../ink/ink3865.xml"/><Relationship Id="rId217" Type="http://schemas.openxmlformats.org/officeDocument/2006/relationships/customXml" Target="../ink/ink3893.xml"/><Relationship Id="rId259" Type="http://schemas.openxmlformats.org/officeDocument/2006/relationships/customXml" Target="../ink/ink3914.xml"/><Relationship Id="rId23" Type="http://schemas.openxmlformats.org/officeDocument/2006/relationships/customXml" Target="../ink/ink3796.xml"/><Relationship Id="rId119" Type="http://schemas.openxmlformats.org/officeDocument/2006/relationships/customXml" Target="../ink/ink3844.xml"/><Relationship Id="rId270" Type="http://schemas.openxmlformats.org/officeDocument/2006/relationships/image" Target="../media/image20150.png"/><Relationship Id="rId291" Type="http://schemas.openxmlformats.org/officeDocument/2006/relationships/customXml" Target="../ink/ink3930.xml"/><Relationship Id="rId305" Type="http://schemas.openxmlformats.org/officeDocument/2006/relationships/customXml" Target="../ink/ink3937.xml"/><Relationship Id="rId44" Type="http://schemas.openxmlformats.org/officeDocument/2006/relationships/image" Target="../media/image19020.png"/><Relationship Id="rId65" Type="http://schemas.openxmlformats.org/officeDocument/2006/relationships/customXml" Target="../ink/ink3817.xml"/><Relationship Id="rId86" Type="http://schemas.openxmlformats.org/officeDocument/2006/relationships/image" Target="../media/image19230.png"/><Relationship Id="rId130" Type="http://schemas.openxmlformats.org/officeDocument/2006/relationships/image" Target="../media/image19450.png"/><Relationship Id="rId151" Type="http://schemas.openxmlformats.org/officeDocument/2006/relationships/customXml" Target="../ink/ink3860.xml"/><Relationship Id="rId172" Type="http://schemas.openxmlformats.org/officeDocument/2006/relationships/image" Target="../media/image19660.png"/><Relationship Id="rId193" Type="http://schemas.openxmlformats.org/officeDocument/2006/relationships/customXml" Target="../ink/ink3881.xml"/><Relationship Id="rId207" Type="http://schemas.openxmlformats.org/officeDocument/2006/relationships/customXml" Target="../ink/ink3888.xml"/><Relationship Id="rId228" Type="http://schemas.openxmlformats.org/officeDocument/2006/relationships/image" Target="../media/image19940.png"/><Relationship Id="rId249" Type="http://schemas.openxmlformats.org/officeDocument/2006/relationships/customXml" Target="../ink/ink3909.xml"/><Relationship Id="rId13" Type="http://schemas.openxmlformats.org/officeDocument/2006/relationships/customXml" Target="../ink/ink3791.xml"/><Relationship Id="rId109" Type="http://schemas.openxmlformats.org/officeDocument/2006/relationships/customXml" Target="../ink/ink3839.xml"/><Relationship Id="rId260" Type="http://schemas.openxmlformats.org/officeDocument/2006/relationships/image" Target="../media/image20101.png"/><Relationship Id="rId281" Type="http://schemas.openxmlformats.org/officeDocument/2006/relationships/customXml" Target="../ink/ink3925.xml"/><Relationship Id="rId34" Type="http://schemas.openxmlformats.org/officeDocument/2006/relationships/image" Target="../media/image18970.png"/><Relationship Id="rId55" Type="http://schemas.openxmlformats.org/officeDocument/2006/relationships/customXml" Target="../ink/ink3812.xml"/><Relationship Id="rId76" Type="http://schemas.openxmlformats.org/officeDocument/2006/relationships/image" Target="../media/image19180.png"/><Relationship Id="rId97" Type="http://schemas.openxmlformats.org/officeDocument/2006/relationships/customXml" Target="../ink/ink3833.xml"/><Relationship Id="rId120" Type="http://schemas.openxmlformats.org/officeDocument/2006/relationships/image" Target="../media/image19400.png"/><Relationship Id="rId141" Type="http://schemas.openxmlformats.org/officeDocument/2006/relationships/customXml" Target="../ink/ink3855.xml"/><Relationship Id="rId7" Type="http://schemas.openxmlformats.org/officeDocument/2006/relationships/customXml" Target="../ink/ink3788.xml"/><Relationship Id="rId162" Type="http://schemas.openxmlformats.org/officeDocument/2006/relationships/image" Target="../media/image19611.png"/><Relationship Id="rId183" Type="http://schemas.openxmlformats.org/officeDocument/2006/relationships/customXml" Target="../ink/ink3876.xml"/><Relationship Id="rId218" Type="http://schemas.openxmlformats.org/officeDocument/2006/relationships/image" Target="../media/image19890.png"/><Relationship Id="rId239" Type="http://schemas.openxmlformats.org/officeDocument/2006/relationships/customXml" Target="../ink/ink3904.xml"/><Relationship Id="rId250" Type="http://schemas.openxmlformats.org/officeDocument/2006/relationships/image" Target="../media/image20050.png"/><Relationship Id="rId271" Type="http://schemas.openxmlformats.org/officeDocument/2006/relationships/customXml" Target="../ink/ink3920.xml"/><Relationship Id="rId292" Type="http://schemas.openxmlformats.org/officeDocument/2006/relationships/image" Target="../media/image20260.png"/><Relationship Id="rId306" Type="http://schemas.openxmlformats.org/officeDocument/2006/relationships/image" Target="../media/image20330.png"/><Relationship Id="rId24" Type="http://schemas.openxmlformats.org/officeDocument/2006/relationships/image" Target="../media/image18920.png"/><Relationship Id="rId45" Type="http://schemas.openxmlformats.org/officeDocument/2006/relationships/customXml" Target="../ink/ink3807.xml"/><Relationship Id="rId66" Type="http://schemas.openxmlformats.org/officeDocument/2006/relationships/image" Target="../media/image19130.png"/><Relationship Id="rId87" Type="http://schemas.openxmlformats.org/officeDocument/2006/relationships/customXml" Target="../ink/ink3828.xml"/><Relationship Id="rId110" Type="http://schemas.openxmlformats.org/officeDocument/2006/relationships/image" Target="../media/image19350.png"/><Relationship Id="rId131" Type="http://schemas.openxmlformats.org/officeDocument/2006/relationships/customXml" Target="../ink/ink3850.xml"/><Relationship Id="rId152" Type="http://schemas.openxmlformats.org/officeDocument/2006/relationships/image" Target="../media/image19560.png"/><Relationship Id="rId173" Type="http://schemas.openxmlformats.org/officeDocument/2006/relationships/customXml" Target="../ink/ink3871.xml"/><Relationship Id="rId194" Type="http://schemas.openxmlformats.org/officeDocument/2006/relationships/image" Target="../media/image19770.png"/><Relationship Id="rId208" Type="http://schemas.openxmlformats.org/officeDocument/2006/relationships/image" Target="../media/image19840.png"/><Relationship Id="rId229" Type="http://schemas.openxmlformats.org/officeDocument/2006/relationships/customXml" Target="../ink/ink3899.xml"/><Relationship Id="rId240" Type="http://schemas.openxmlformats.org/officeDocument/2006/relationships/image" Target="../media/image20000.png"/><Relationship Id="rId261" Type="http://schemas.openxmlformats.org/officeDocument/2006/relationships/customXml" Target="../ink/ink3915.xml"/><Relationship Id="rId14" Type="http://schemas.openxmlformats.org/officeDocument/2006/relationships/image" Target="../media/image18870.png"/><Relationship Id="rId35" Type="http://schemas.openxmlformats.org/officeDocument/2006/relationships/customXml" Target="../ink/ink3802.xml"/><Relationship Id="rId56" Type="http://schemas.openxmlformats.org/officeDocument/2006/relationships/image" Target="../media/image19080.png"/><Relationship Id="rId77" Type="http://schemas.openxmlformats.org/officeDocument/2006/relationships/customXml" Target="../ink/ink3823.xml"/><Relationship Id="rId100" Type="http://schemas.openxmlformats.org/officeDocument/2006/relationships/image" Target="../media/image19300.png"/><Relationship Id="rId282" Type="http://schemas.openxmlformats.org/officeDocument/2006/relationships/image" Target="../media/image20211.png"/><Relationship Id="rId8" Type="http://schemas.openxmlformats.org/officeDocument/2006/relationships/image" Target="../media/image18840.png"/><Relationship Id="rId98" Type="http://schemas.openxmlformats.org/officeDocument/2006/relationships/image" Target="../media/image19290.png"/><Relationship Id="rId121" Type="http://schemas.openxmlformats.org/officeDocument/2006/relationships/customXml" Target="../ink/ink3845.xml"/><Relationship Id="rId142" Type="http://schemas.openxmlformats.org/officeDocument/2006/relationships/image" Target="../media/image19511.png"/><Relationship Id="rId163" Type="http://schemas.openxmlformats.org/officeDocument/2006/relationships/customXml" Target="../ink/ink3866.xml"/><Relationship Id="rId184" Type="http://schemas.openxmlformats.org/officeDocument/2006/relationships/image" Target="../media/image19720.png"/><Relationship Id="rId219" Type="http://schemas.openxmlformats.org/officeDocument/2006/relationships/customXml" Target="../ink/ink3894.xml"/><Relationship Id="rId230" Type="http://schemas.openxmlformats.org/officeDocument/2006/relationships/image" Target="../media/image19950.png"/><Relationship Id="rId251" Type="http://schemas.openxmlformats.org/officeDocument/2006/relationships/customXml" Target="../ink/ink3910.xml"/><Relationship Id="rId25" Type="http://schemas.openxmlformats.org/officeDocument/2006/relationships/customXml" Target="../ink/ink3797.xml"/><Relationship Id="rId46" Type="http://schemas.openxmlformats.org/officeDocument/2006/relationships/image" Target="../media/image19030.png"/><Relationship Id="rId67" Type="http://schemas.openxmlformats.org/officeDocument/2006/relationships/customXml" Target="../ink/ink3818.xml"/><Relationship Id="rId272" Type="http://schemas.openxmlformats.org/officeDocument/2006/relationships/image" Target="../media/image20160.png"/><Relationship Id="rId293" Type="http://schemas.openxmlformats.org/officeDocument/2006/relationships/customXml" Target="../ink/ink3931.xml"/><Relationship Id="rId307" Type="http://schemas.openxmlformats.org/officeDocument/2006/relationships/customXml" Target="../ink/ink3938.xml"/><Relationship Id="rId88" Type="http://schemas.openxmlformats.org/officeDocument/2006/relationships/image" Target="../media/image19240.png"/><Relationship Id="rId111" Type="http://schemas.openxmlformats.org/officeDocument/2006/relationships/customXml" Target="../ink/ink3840.xml"/><Relationship Id="rId132" Type="http://schemas.openxmlformats.org/officeDocument/2006/relationships/image" Target="../media/image19460.png"/><Relationship Id="rId153" Type="http://schemas.openxmlformats.org/officeDocument/2006/relationships/customXml" Target="../ink/ink3861.xml"/><Relationship Id="rId174" Type="http://schemas.openxmlformats.org/officeDocument/2006/relationships/image" Target="../media/image19670.png"/><Relationship Id="rId195" Type="http://schemas.openxmlformats.org/officeDocument/2006/relationships/customXml" Target="../ink/ink3882.xml"/><Relationship Id="rId209" Type="http://schemas.openxmlformats.org/officeDocument/2006/relationships/customXml" Target="../ink/ink3889.xml"/><Relationship Id="rId220" Type="http://schemas.openxmlformats.org/officeDocument/2006/relationships/image" Target="../media/image19900.png"/><Relationship Id="rId241" Type="http://schemas.openxmlformats.org/officeDocument/2006/relationships/customXml" Target="../ink/ink3905.xml"/><Relationship Id="rId15" Type="http://schemas.openxmlformats.org/officeDocument/2006/relationships/customXml" Target="../ink/ink3792.xml"/><Relationship Id="rId36" Type="http://schemas.openxmlformats.org/officeDocument/2006/relationships/image" Target="../media/image18980.png"/><Relationship Id="rId57" Type="http://schemas.openxmlformats.org/officeDocument/2006/relationships/customXml" Target="../ink/ink3813.xml"/><Relationship Id="rId262" Type="http://schemas.openxmlformats.org/officeDocument/2006/relationships/image" Target="../media/image20111.png"/><Relationship Id="rId283" Type="http://schemas.openxmlformats.org/officeDocument/2006/relationships/customXml" Target="../ink/ink3926.xml"/><Relationship Id="rId78" Type="http://schemas.openxmlformats.org/officeDocument/2006/relationships/image" Target="../media/image19190.png"/><Relationship Id="rId99" Type="http://schemas.openxmlformats.org/officeDocument/2006/relationships/customXml" Target="../ink/ink3834.xml"/><Relationship Id="rId101" Type="http://schemas.openxmlformats.org/officeDocument/2006/relationships/customXml" Target="../ink/ink3835.xml"/><Relationship Id="rId122" Type="http://schemas.openxmlformats.org/officeDocument/2006/relationships/image" Target="../media/image19411.png"/><Relationship Id="rId143" Type="http://schemas.openxmlformats.org/officeDocument/2006/relationships/customXml" Target="../ink/ink3856.xml"/><Relationship Id="rId164" Type="http://schemas.openxmlformats.org/officeDocument/2006/relationships/image" Target="../media/image19620.png"/><Relationship Id="rId185" Type="http://schemas.openxmlformats.org/officeDocument/2006/relationships/customXml" Target="../ink/ink3877.xml"/><Relationship Id="rId9" Type="http://schemas.openxmlformats.org/officeDocument/2006/relationships/customXml" Target="../ink/ink3789.xml"/><Relationship Id="rId210" Type="http://schemas.openxmlformats.org/officeDocument/2006/relationships/image" Target="../media/image19850.png"/><Relationship Id="rId26" Type="http://schemas.openxmlformats.org/officeDocument/2006/relationships/image" Target="../media/image18930.png"/><Relationship Id="rId231" Type="http://schemas.openxmlformats.org/officeDocument/2006/relationships/customXml" Target="../ink/ink3900.xml"/><Relationship Id="rId252" Type="http://schemas.openxmlformats.org/officeDocument/2006/relationships/image" Target="../media/image20060.png"/><Relationship Id="rId273" Type="http://schemas.openxmlformats.org/officeDocument/2006/relationships/customXml" Target="../ink/ink3921.xml"/><Relationship Id="rId294" Type="http://schemas.openxmlformats.org/officeDocument/2006/relationships/image" Target="../media/image20270.png"/><Relationship Id="rId308" Type="http://schemas.openxmlformats.org/officeDocument/2006/relationships/image" Target="../media/image20340.png"/><Relationship Id="rId47" Type="http://schemas.openxmlformats.org/officeDocument/2006/relationships/customXml" Target="../ink/ink3808.xml"/><Relationship Id="rId68" Type="http://schemas.openxmlformats.org/officeDocument/2006/relationships/image" Target="../media/image19140.png"/><Relationship Id="rId89" Type="http://schemas.openxmlformats.org/officeDocument/2006/relationships/customXml" Target="../ink/ink3829.xml"/><Relationship Id="rId112" Type="http://schemas.openxmlformats.org/officeDocument/2006/relationships/image" Target="../media/image19360.png"/><Relationship Id="rId133" Type="http://schemas.openxmlformats.org/officeDocument/2006/relationships/customXml" Target="../ink/ink3851.xml"/><Relationship Id="rId154" Type="http://schemas.openxmlformats.org/officeDocument/2006/relationships/image" Target="../media/image19570.png"/><Relationship Id="rId175" Type="http://schemas.openxmlformats.org/officeDocument/2006/relationships/customXml" Target="../ink/ink3872.xml"/><Relationship Id="rId196" Type="http://schemas.openxmlformats.org/officeDocument/2006/relationships/image" Target="../media/image19780.png"/><Relationship Id="rId200" Type="http://schemas.openxmlformats.org/officeDocument/2006/relationships/image" Target="../media/image19800.png"/><Relationship Id="rId16" Type="http://schemas.openxmlformats.org/officeDocument/2006/relationships/image" Target="../media/image18880.png"/><Relationship Id="rId221" Type="http://schemas.openxmlformats.org/officeDocument/2006/relationships/customXml" Target="../ink/ink3895.xml"/><Relationship Id="rId242" Type="http://schemas.openxmlformats.org/officeDocument/2006/relationships/image" Target="../media/image20011.png"/><Relationship Id="rId263" Type="http://schemas.openxmlformats.org/officeDocument/2006/relationships/customXml" Target="../ink/ink3916.xml"/><Relationship Id="rId284" Type="http://schemas.openxmlformats.org/officeDocument/2006/relationships/image" Target="../media/image20220.png"/><Relationship Id="rId37" Type="http://schemas.openxmlformats.org/officeDocument/2006/relationships/customXml" Target="../ink/ink3803.xml"/><Relationship Id="rId58" Type="http://schemas.openxmlformats.org/officeDocument/2006/relationships/image" Target="../media/image19090.png"/><Relationship Id="rId79" Type="http://schemas.openxmlformats.org/officeDocument/2006/relationships/customXml" Target="../ink/ink3824.xml"/><Relationship Id="rId102" Type="http://schemas.openxmlformats.org/officeDocument/2006/relationships/image" Target="../media/image19311.png"/><Relationship Id="rId123" Type="http://schemas.openxmlformats.org/officeDocument/2006/relationships/customXml" Target="../ink/ink3846.xml"/><Relationship Id="rId144" Type="http://schemas.openxmlformats.org/officeDocument/2006/relationships/image" Target="../media/image19520.png"/><Relationship Id="rId90" Type="http://schemas.openxmlformats.org/officeDocument/2006/relationships/image" Target="../media/image19250.png"/><Relationship Id="rId165" Type="http://schemas.openxmlformats.org/officeDocument/2006/relationships/customXml" Target="../ink/ink3867.xml"/><Relationship Id="rId186" Type="http://schemas.openxmlformats.org/officeDocument/2006/relationships/image" Target="../media/image19730.png"/><Relationship Id="rId211" Type="http://schemas.openxmlformats.org/officeDocument/2006/relationships/customXml" Target="../ink/ink3890.xml"/><Relationship Id="rId232" Type="http://schemas.openxmlformats.org/officeDocument/2006/relationships/image" Target="../media/image19960.png"/><Relationship Id="rId253" Type="http://schemas.openxmlformats.org/officeDocument/2006/relationships/customXml" Target="../ink/ink3911.xml"/><Relationship Id="rId274" Type="http://schemas.openxmlformats.org/officeDocument/2006/relationships/image" Target="../media/image20170.png"/><Relationship Id="rId295" Type="http://schemas.openxmlformats.org/officeDocument/2006/relationships/customXml" Target="../ink/ink3932.xml"/><Relationship Id="rId27" Type="http://schemas.openxmlformats.org/officeDocument/2006/relationships/customXml" Target="../ink/ink3798.xml"/><Relationship Id="rId48" Type="http://schemas.openxmlformats.org/officeDocument/2006/relationships/image" Target="../media/image19040.png"/><Relationship Id="rId69" Type="http://schemas.openxmlformats.org/officeDocument/2006/relationships/customXml" Target="../ink/ink3819.xml"/><Relationship Id="rId113" Type="http://schemas.openxmlformats.org/officeDocument/2006/relationships/customXml" Target="../ink/ink3841.xml"/><Relationship Id="rId134" Type="http://schemas.openxmlformats.org/officeDocument/2006/relationships/image" Target="../media/image19470.png"/><Relationship Id="rId80" Type="http://schemas.openxmlformats.org/officeDocument/2006/relationships/image" Target="../media/image19200.png"/><Relationship Id="rId155" Type="http://schemas.openxmlformats.org/officeDocument/2006/relationships/customXml" Target="../ink/ink3862.xml"/><Relationship Id="rId176" Type="http://schemas.openxmlformats.org/officeDocument/2006/relationships/image" Target="../media/image19680.png"/><Relationship Id="rId197" Type="http://schemas.openxmlformats.org/officeDocument/2006/relationships/customXml" Target="../ink/ink3883.xml"/><Relationship Id="rId201" Type="http://schemas.openxmlformats.org/officeDocument/2006/relationships/customXml" Target="../ink/ink3885.xml"/><Relationship Id="rId222" Type="http://schemas.openxmlformats.org/officeDocument/2006/relationships/image" Target="../media/image19911.png"/><Relationship Id="rId243" Type="http://schemas.openxmlformats.org/officeDocument/2006/relationships/customXml" Target="../ink/ink3906.xml"/><Relationship Id="rId264" Type="http://schemas.openxmlformats.org/officeDocument/2006/relationships/image" Target="../media/image20120.png"/><Relationship Id="rId285" Type="http://schemas.openxmlformats.org/officeDocument/2006/relationships/customXml" Target="../ink/ink3927.xml"/><Relationship Id="rId17" Type="http://schemas.openxmlformats.org/officeDocument/2006/relationships/customXml" Target="../ink/ink3793.xml"/><Relationship Id="rId38" Type="http://schemas.openxmlformats.org/officeDocument/2006/relationships/image" Target="../media/image18990.png"/><Relationship Id="rId59" Type="http://schemas.openxmlformats.org/officeDocument/2006/relationships/customXml" Target="../ink/ink3814.xml"/><Relationship Id="rId103" Type="http://schemas.openxmlformats.org/officeDocument/2006/relationships/customXml" Target="../ink/ink3836.xml"/><Relationship Id="rId124" Type="http://schemas.openxmlformats.org/officeDocument/2006/relationships/image" Target="../media/image19420.png"/><Relationship Id="rId70" Type="http://schemas.openxmlformats.org/officeDocument/2006/relationships/image" Target="../media/image19150.png"/><Relationship Id="rId91" Type="http://schemas.openxmlformats.org/officeDocument/2006/relationships/customXml" Target="../ink/ink3830.xml"/><Relationship Id="rId145" Type="http://schemas.openxmlformats.org/officeDocument/2006/relationships/customXml" Target="../ink/ink3857.xml"/><Relationship Id="rId166" Type="http://schemas.openxmlformats.org/officeDocument/2006/relationships/image" Target="../media/image19630.png"/><Relationship Id="rId187" Type="http://schemas.openxmlformats.org/officeDocument/2006/relationships/customXml" Target="../ink/ink3878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9860.png"/><Relationship Id="rId233" Type="http://schemas.openxmlformats.org/officeDocument/2006/relationships/customXml" Target="../ink/ink3901.xml"/><Relationship Id="rId254" Type="http://schemas.openxmlformats.org/officeDocument/2006/relationships/image" Target="../media/image20070.png"/><Relationship Id="rId28" Type="http://schemas.openxmlformats.org/officeDocument/2006/relationships/image" Target="../media/image18940.png"/><Relationship Id="rId49" Type="http://schemas.openxmlformats.org/officeDocument/2006/relationships/customXml" Target="../ink/ink3809.xml"/><Relationship Id="rId114" Type="http://schemas.openxmlformats.org/officeDocument/2006/relationships/image" Target="../media/image19370.png"/><Relationship Id="rId275" Type="http://schemas.openxmlformats.org/officeDocument/2006/relationships/customXml" Target="../ink/ink3922.xml"/><Relationship Id="rId296" Type="http://schemas.openxmlformats.org/officeDocument/2006/relationships/image" Target="../media/image20280.png"/><Relationship Id="rId300" Type="http://schemas.openxmlformats.org/officeDocument/2006/relationships/image" Target="../media/image20300.png"/><Relationship Id="rId60" Type="http://schemas.openxmlformats.org/officeDocument/2006/relationships/image" Target="../media/image19101.png"/><Relationship Id="rId81" Type="http://schemas.openxmlformats.org/officeDocument/2006/relationships/customXml" Target="../ink/ink3825.xml"/><Relationship Id="rId135" Type="http://schemas.openxmlformats.org/officeDocument/2006/relationships/customXml" Target="../ink/ink3852.xml"/><Relationship Id="rId156" Type="http://schemas.openxmlformats.org/officeDocument/2006/relationships/image" Target="../media/image19580.png"/><Relationship Id="rId177" Type="http://schemas.openxmlformats.org/officeDocument/2006/relationships/customXml" Target="../ink/ink3873.xml"/><Relationship Id="rId198" Type="http://schemas.openxmlformats.org/officeDocument/2006/relationships/image" Target="../media/image19790.png"/><Relationship Id="rId202" Type="http://schemas.openxmlformats.org/officeDocument/2006/relationships/image" Target="../media/image19811.png"/><Relationship Id="rId223" Type="http://schemas.openxmlformats.org/officeDocument/2006/relationships/customXml" Target="../ink/ink3896.xml"/><Relationship Id="rId244" Type="http://schemas.openxmlformats.org/officeDocument/2006/relationships/image" Target="../media/image20020.png"/><Relationship Id="rId18" Type="http://schemas.openxmlformats.org/officeDocument/2006/relationships/image" Target="../media/image18890.png"/><Relationship Id="rId39" Type="http://schemas.openxmlformats.org/officeDocument/2006/relationships/customXml" Target="../ink/ink3804.xml"/><Relationship Id="rId265" Type="http://schemas.openxmlformats.org/officeDocument/2006/relationships/customXml" Target="../ink/ink3917.xml"/><Relationship Id="rId286" Type="http://schemas.openxmlformats.org/officeDocument/2006/relationships/image" Target="../media/image20230.png"/><Relationship Id="rId50" Type="http://schemas.openxmlformats.org/officeDocument/2006/relationships/image" Target="../media/image19050.png"/><Relationship Id="rId104" Type="http://schemas.openxmlformats.org/officeDocument/2006/relationships/image" Target="../media/image19320.png"/><Relationship Id="rId125" Type="http://schemas.openxmlformats.org/officeDocument/2006/relationships/customXml" Target="../ink/ink3847.xml"/><Relationship Id="rId146" Type="http://schemas.openxmlformats.org/officeDocument/2006/relationships/image" Target="../media/image19530.png"/><Relationship Id="rId167" Type="http://schemas.openxmlformats.org/officeDocument/2006/relationships/customXml" Target="../ink/ink3868.xml"/><Relationship Id="rId188" Type="http://schemas.openxmlformats.org/officeDocument/2006/relationships/image" Target="../media/image19740.png"/><Relationship Id="rId71" Type="http://schemas.openxmlformats.org/officeDocument/2006/relationships/customXml" Target="../ink/ink3820.xml"/><Relationship Id="rId92" Type="http://schemas.openxmlformats.org/officeDocument/2006/relationships/image" Target="../media/image19260.png"/><Relationship Id="rId213" Type="http://schemas.openxmlformats.org/officeDocument/2006/relationships/customXml" Target="../ink/ink3891.xml"/><Relationship Id="rId234" Type="http://schemas.openxmlformats.org/officeDocument/2006/relationships/image" Target="../media/image19970.png"/><Relationship Id="rId2" Type="http://schemas.openxmlformats.org/officeDocument/2006/relationships/image" Target="../media/image2044.png"/><Relationship Id="rId29" Type="http://schemas.openxmlformats.org/officeDocument/2006/relationships/customXml" Target="../ink/ink3799.xml"/><Relationship Id="rId255" Type="http://schemas.openxmlformats.org/officeDocument/2006/relationships/customXml" Target="../ink/ink3912.xml"/><Relationship Id="rId276" Type="http://schemas.openxmlformats.org/officeDocument/2006/relationships/image" Target="../media/image20180.png"/><Relationship Id="rId297" Type="http://schemas.openxmlformats.org/officeDocument/2006/relationships/customXml" Target="../ink/ink3933.xml"/><Relationship Id="rId40" Type="http://schemas.openxmlformats.org/officeDocument/2006/relationships/image" Target="../media/image19000.png"/><Relationship Id="rId115" Type="http://schemas.openxmlformats.org/officeDocument/2006/relationships/customXml" Target="../ink/ink3842.xml"/><Relationship Id="rId136" Type="http://schemas.openxmlformats.org/officeDocument/2006/relationships/image" Target="../media/image19480.png"/><Relationship Id="rId157" Type="http://schemas.openxmlformats.org/officeDocument/2006/relationships/customXml" Target="../ink/ink3863.xml"/><Relationship Id="rId178" Type="http://schemas.openxmlformats.org/officeDocument/2006/relationships/image" Target="../media/image19690.png"/><Relationship Id="rId301" Type="http://schemas.openxmlformats.org/officeDocument/2006/relationships/customXml" Target="../ink/ink3935.xml"/><Relationship Id="rId61" Type="http://schemas.openxmlformats.org/officeDocument/2006/relationships/customXml" Target="../ink/ink3815.xml"/><Relationship Id="rId82" Type="http://schemas.openxmlformats.org/officeDocument/2006/relationships/image" Target="../media/image19211.png"/><Relationship Id="rId199" Type="http://schemas.openxmlformats.org/officeDocument/2006/relationships/customXml" Target="../ink/ink3884.xml"/><Relationship Id="rId203" Type="http://schemas.openxmlformats.org/officeDocument/2006/relationships/customXml" Target="../ink/ink3886.xml"/><Relationship Id="rId19" Type="http://schemas.openxmlformats.org/officeDocument/2006/relationships/customXml" Target="../ink/ink3794.xml"/><Relationship Id="rId224" Type="http://schemas.openxmlformats.org/officeDocument/2006/relationships/image" Target="../media/image19920.png"/><Relationship Id="rId245" Type="http://schemas.openxmlformats.org/officeDocument/2006/relationships/customXml" Target="../ink/ink3907.xml"/><Relationship Id="rId266" Type="http://schemas.openxmlformats.org/officeDocument/2006/relationships/image" Target="../media/image20130.png"/><Relationship Id="rId287" Type="http://schemas.openxmlformats.org/officeDocument/2006/relationships/customXml" Target="../ink/ink3928.xml"/><Relationship Id="rId30" Type="http://schemas.openxmlformats.org/officeDocument/2006/relationships/image" Target="../media/image18950.png"/><Relationship Id="rId105" Type="http://schemas.openxmlformats.org/officeDocument/2006/relationships/customXml" Target="../ink/ink3837.xml"/><Relationship Id="rId126" Type="http://schemas.openxmlformats.org/officeDocument/2006/relationships/image" Target="../media/image19430.png"/><Relationship Id="rId147" Type="http://schemas.openxmlformats.org/officeDocument/2006/relationships/customXml" Target="../ink/ink3858.xml"/><Relationship Id="rId168" Type="http://schemas.openxmlformats.org/officeDocument/2006/relationships/image" Target="../media/image19640.png"/><Relationship Id="rId51" Type="http://schemas.openxmlformats.org/officeDocument/2006/relationships/customXml" Target="../ink/ink3810.xml"/><Relationship Id="rId72" Type="http://schemas.openxmlformats.org/officeDocument/2006/relationships/image" Target="../media/image19160.png"/><Relationship Id="rId93" Type="http://schemas.openxmlformats.org/officeDocument/2006/relationships/customXml" Target="../ink/ink3831.xml"/><Relationship Id="rId189" Type="http://schemas.openxmlformats.org/officeDocument/2006/relationships/customXml" Target="../ink/ink3879.xml"/><Relationship Id="rId3" Type="http://schemas.openxmlformats.org/officeDocument/2006/relationships/customXml" Target="../ink/ink3786.xml"/><Relationship Id="rId214" Type="http://schemas.openxmlformats.org/officeDocument/2006/relationships/image" Target="../media/image19870.png"/><Relationship Id="rId235" Type="http://schemas.openxmlformats.org/officeDocument/2006/relationships/customXml" Target="../ink/ink3902.xml"/><Relationship Id="rId256" Type="http://schemas.openxmlformats.org/officeDocument/2006/relationships/image" Target="../media/image20080.png"/><Relationship Id="rId277" Type="http://schemas.openxmlformats.org/officeDocument/2006/relationships/customXml" Target="../ink/ink3923.xml"/><Relationship Id="rId298" Type="http://schemas.openxmlformats.org/officeDocument/2006/relationships/image" Target="../media/image20290.png"/><Relationship Id="rId116" Type="http://schemas.openxmlformats.org/officeDocument/2006/relationships/image" Target="../media/image19380.png"/><Relationship Id="rId137" Type="http://schemas.openxmlformats.org/officeDocument/2006/relationships/customXml" Target="../ink/ink3853.xml"/><Relationship Id="rId158" Type="http://schemas.openxmlformats.org/officeDocument/2006/relationships/image" Target="../media/image19590.png"/><Relationship Id="rId302" Type="http://schemas.openxmlformats.org/officeDocument/2006/relationships/image" Target="../media/image20311.png"/><Relationship Id="rId20" Type="http://schemas.openxmlformats.org/officeDocument/2006/relationships/image" Target="../media/image18900.png"/><Relationship Id="rId41" Type="http://schemas.openxmlformats.org/officeDocument/2006/relationships/customXml" Target="../ink/ink3805.xml"/><Relationship Id="rId62" Type="http://schemas.openxmlformats.org/officeDocument/2006/relationships/image" Target="../media/image19111.png"/><Relationship Id="rId83" Type="http://schemas.openxmlformats.org/officeDocument/2006/relationships/customXml" Target="../ink/ink3826.xml"/><Relationship Id="rId179" Type="http://schemas.openxmlformats.org/officeDocument/2006/relationships/customXml" Target="../ink/ink3874.xml"/><Relationship Id="rId190" Type="http://schemas.openxmlformats.org/officeDocument/2006/relationships/image" Target="../media/image19750.png"/><Relationship Id="rId204" Type="http://schemas.openxmlformats.org/officeDocument/2006/relationships/image" Target="../media/image19820.png"/><Relationship Id="rId225" Type="http://schemas.openxmlformats.org/officeDocument/2006/relationships/customXml" Target="../ink/ink3897.xml"/><Relationship Id="rId246" Type="http://schemas.openxmlformats.org/officeDocument/2006/relationships/image" Target="../media/image20030.png"/><Relationship Id="rId267" Type="http://schemas.openxmlformats.org/officeDocument/2006/relationships/customXml" Target="../ink/ink3918.xml"/><Relationship Id="rId288" Type="http://schemas.openxmlformats.org/officeDocument/2006/relationships/image" Target="../media/image20240.png"/><Relationship Id="rId106" Type="http://schemas.openxmlformats.org/officeDocument/2006/relationships/image" Target="../media/image19330.png"/><Relationship Id="rId127" Type="http://schemas.openxmlformats.org/officeDocument/2006/relationships/customXml" Target="../ink/ink3848.xml"/><Relationship Id="rId10" Type="http://schemas.openxmlformats.org/officeDocument/2006/relationships/image" Target="../media/image18850.png"/><Relationship Id="rId31" Type="http://schemas.openxmlformats.org/officeDocument/2006/relationships/customXml" Target="../ink/ink3800.xml"/><Relationship Id="rId52" Type="http://schemas.openxmlformats.org/officeDocument/2006/relationships/image" Target="../media/image19060.png"/><Relationship Id="rId73" Type="http://schemas.openxmlformats.org/officeDocument/2006/relationships/customXml" Target="../ink/ink3821.xml"/><Relationship Id="rId94" Type="http://schemas.openxmlformats.org/officeDocument/2006/relationships/image" Target="../media/image19270.png"/><Relationship Id="rId148" Type="http://schemas.openxmlformats.org/officeDocument/2006/relationships/image" Target="../media/image19540.png"/><Relationship Id="rId169" Type="http://schemas.openxmlformats.org/officeDocument/2006/relationships/customXml" Target="../ink/ink3869.xml"/><Relationship Id="rId4" Type="http://schemas.openxmlformats.org/officeDocument/2006/relationships/image" Target="../media/image18820.png"/><Relationship Id="rId180" Type="http://schemas.openxmlformats.org/officeDocument/2006/relationships/image" Target="../media/image19700.png"/><Relationship Id="rId215" Type="http://schemas.openxmlformats.org/officeDocument/2006/relationships/customXml" Target="../ink/ink3892.xml"/><Relationship Id="rId236" Type="http://schemas.openxmlformats.org/officeDocument/2006/relationships/image" Target="../media/image19980.png"/><Relationship Id="rId257" Type="http://schemas.openxmlformats.org/officeDocument/2006/relationships/customXml" Target="../ink/ink3913.xml"/><Relationship Id="rId278" Type="http://schemas.openxmlformats.org/officeDocument/2006/relationships/image" Target="../media/image20190.png"/><Relationship Id="rId303" Type="http://schemas.openxmlformats.org/officeDocument/2006/relationships/customXml" Target="../ink/ink3936.xml"/><Relationship Id="rId42" Type="http://schemas.openxmlformats.org/officeDocument/2006/relationships/image" Target="../media/image19011.png"/><Relationship Id="rId84" Type="http://schemas.openxmlformats.org/officeDocument/2006/relationships/image" Target="../media/image19220.png"/><Relationship Id="rId138" Type="http://schemas.openxmlformats.org/officeDocument/2006/relationships/image" Target="../media/image19490.png"/><Relationship Id="rId191" Type="http://schemas.openxmlformats.org/officeDocument/2006/relationships/customXml" Target="../ink/ink3880.xml"/><Relationship Id="rId205" Type="http://schemas.openxmlformats.org/officeDocument/2006/relationships/customXml" Target="../ink/ink3887.xml"/><Relationship Id="rId247" Type="http://schemas.openxmlformats.org/officeDocument/2006/relationships/customXml" Target="../ink/ink3908.xml"/><Relationship Id="rId107" Type="http://schemas.openxmlformats.org/officeDocument/2006/relationships/customXml" Target="../ink/ink3838.xml"/><Relationship Id="rId289" Type="http://schemas.openxmlformats.org/officeDocument/2006/relationships/customXml" Target="../ink/ink3929.xml"/><Relationship Id="rId11" Type="http://schemas.openxmlformats.org/officeDocument/2006/relationships/customXml" Target="../ink/ink3790.xml"/><Relationship Id="rId53" Type="http://schemas.openxmlformats.org/officeDocument/2006/relationships/customXml" Target="../ink/ink3811.xml"/><Relationship Id="rId149" Type="http://schemas.openxmlformats.org/officeDocument/2006/relationships/customXml" Target="../ink/ink3859.xml"/><Relationship Id="rId95" Type="http://schemas.openxmlformats.org/officeDocument/2006/relationships/customXml" Target="../ink/ink3832.xml"/><Relationship Id="rId160" Type="http://schemas.openxmlformats.org/officeDocument/2006/relationships/image" Target="../media/image19600.png"/><Relationship Id="rId216" Type="http://schemas.openxmlformats.org/officeDocument/2006/relationships/image" Target="../media/image19880.png"/><Relationship Id="rId258" Type="http://schemas.openxmlformats.org/officeDocument/2006/relationships/image" Target="../media/image20090.png"/><Relationship Id="rId22" Type="http://schemas.openxmlformats.org/officeDocument/2006/relationships/image" Target="../media/image18911.png"/><Relationship Id="rId64" Type="http://schemas.openxmlformats.org/officeDocument/2006/relationships/image" Target="../media/image19120.png"/><Relationship Id="rId118" Type="http://schemas.openxmlformats.org/officeDocument/2006/relationships/image" Target="../media/image19390.png"/><Relationship Id="rId171" Type="http://schemas.openxmlformats.org/officeDocument/2006/relationships/customXml" Target="../ink/ink3870.xml"/><Relationship Id="rId227" Type="http://schemas.openxmlformats.org/officeDocument/2006/relationships/customXml" Target="../ink/ink3898.xml"/><Relationship Id="rId269" Type="http://schemas.openxmlformats.org/officeDocument/2006/relationships/customXml" Target="../ink/ink3919.xml"/><Relationship Id="rId33" Type="http://schemas.openxmlformats.org/officeDocument/2006/relationships/customXml" Target="../ink/ink3801.xml"/><Relationship Id="rId129" Type="http://schemas.openxmlformats.org/officeDocument/2006/relationships/customXml" Target="../ink/ink3849.xml"/><Relationship Id="rId280" Type="http://schemas.openxmlformats.org/officeDocument/2006/relationships/image" Target="../media/image20200.png"/><Relationship Id="rId75" Type="http://schemas.openxmlformats.org/officeDocument/2006/relationships/customXml" Target="../ink/ink3822.xml"/><Relationship Id="rId140" Type="http://schemas.openxmlformats.org/officeDocument/2006/relationships/image" Target="../media/image19500.png"/><Relationship Id="rId182" Type="http://schemas.openxmlformats.org/officeDocument/2006/relationships/image" Target="../media/image19711.png"/><Relationship Id="rId6" Type="http://schemas.openxmlformats.org/officeDocument/2006/relationships/image" Target="../media/image18830.png"/><Relationship Id="rId238" Type="http://schemas.openxmlformats.org/officeDocument/2006/relationships/image" Target="../media/image19990.png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996.xml"/><Relationship Id="rId21" Type="http://schemas.openxmlformats.org/officeDocument/2006/relationships/customXml" Target="../ink/ink3948.xml"/><Relationship Id="rId42" Type="http://schemas.openxmlformats.org/officeDocument/2006/relationships/image" Target="../media/image20540.png"/><Relationship Id="rId63" Type="http://schemas.openxmlformats.org/officeDocument/2006/relationships/customXml" Target="../ink/ink3969.xml"/><Relationship Id="rId84" Type="http://schemas.openxmlformats.org/officeDocument/2006/relationships/image" Target="../media/image20750.png"/><Relationship Id="rId138" Type="http://schemas.openxmlformats.org/officeDocument/2006/relationships/image" Target="../media/image21020.png"/><Relationship Id="rId107" Type="http://schemas.openxmlformats.org/officeDocument/2006/relationships/customXml" Target="../ink/ink3991.xml"/><Relationship Id="rId11" Type="http://schemas.openxmlformats.org/officeDocument/2006/relationships/customXml" Target="../ink/ink3943.xml"/><Relationship Id="rId32" Type="http://schemas.openxmlformats.org/officeDocument/2006/relationships/image" Target="../media/image20490.png"/><Relationship Id="rId53" Type="http://schemas.openxmlformats.org/officeDocument/2006/relationships/customXml" Target="../ink/ink3964.xml"/><Relationship Id="rId74" Type="http://schemas.openxmlformats.org/officeDocument/2006/relationships/image" Target="../media/image20700.png"/><Relationship Id="rId128" Type="http://schemas.openxmlformats.org/officeDocument/2006/relationships/image" Target="../media/image20970.png"/><Relationship Id="rId5" Type="http://schemas.openxmlformats.org/officeDocument/2006/relationships/customXml" Target="../ink/ink3940.xml"/><Relationship Id="rId90" Type="http://schemas.openxmlformats.org/officeDocument/2006/relationships/image" Target="../media/image20780.png"/><Relationship Id="rId95" Type="http://schemas.openxmlformats.org/officeDocument/2006/relationships/customXml" Target="../ink/ink3985.xml"/><Relationship Id="rId22" Type="http://schemas.openxmlformats.org/officeDocument/2006/relationships/image" Target="../media/image20440.png"/><Relationship Id="rId27" Type="http://schemas.openxmlformats.org/officeDocument/2006/relationships/customXml" Target="../ink/ink3951.xml"/><Relationship Id="rId43" Type="http://schemas.openxmlformats.org/officeDocument/2006/relationships/customXml" Target="../ink/ink3959.xml"/><Relationship Id="rId48" Type="http://schemas.openxmlformats.org/officeDocument/2006/relationships/image" Target="../media/image20570.png"/><Relationship Id="rId64" Type="http://schemas.openxmlformats.org/officeDocument/2006/relationships/image" Target="../media/image20650.png"/><Relationship Id="rId69" Type="http://schemas.openxmlformats.org/officeDocument/2006/relationships/customXml" Target="../ink/ink3972.xml"/><Relationship Id="rId113" Type="http://schemas.openxmlformats.org/officeDocument/2006/relationships/customXml" Target="../ink/ink3994.xml"/><Relationship Id="rId118" Type="http://schemas.openxmlformats.org/officeDocument/2006/relationships/image" Target="../media/image20920.png"/><Relationship Id="rId134" Type="http://schemas.openxmlformats.org/officeDocument/2006/relationships/image" Target="../media/image21000.png"/><Relationship Id="rId139" Type="http://schemas.openxmlformats.org/officeDocument/2006/relationships/customXml" Target="../ink/ink4007.xml"/><Relationship Id="rId80" Type="http://schemas.openxmlformats.org/officeDocument/2006/relationships/image" Target="../media/image20730.png"/><Relationship Id="rId85" Type="http://schemas.openxmlformats.org/officeDocument/2006/relationships/customXml" Target="../ink/ink3980.xml"/><Relationship Id="rId12" Type="http://schemas.openxmlformats.org/officeDocument/2006/relationships/image" Target="../media/image20390.png"/><Relationship Id="rId17" Type="http://schemas.openxmlformats.org/officeDocument/2006/relationships/customXml" Target="../ink/ink3946.xml"/><Relationship Id="rId33" Type="http://schemas.openxmlformats.org/officeDocument/2006/relationships/customXml" Target="../ink/ink3954.xml"/><Relationship Id="rId38" Type="http://schemas.openxmlformats.org/officeDocument/2006/relationships/image" Target="../media/image20520.png"/><Relationship Id="rId59" Type="http://schemas.openxmlformats.org/officeDocument/2006/relationships/customXml" Target="../ink/ink3967.xml"/><Relationship Id="rId103" Type="http://schemas.openxmlformats.org/officeDocument/2006/relationships/customXml" Target="../ink/ink3989.xml"/><Relationship Id="rId108" Type="http://schemas.openxmlformats.org/officeDocument/2006/relationships/image" Target="../media/image20870.png"/><Relationship Id="rId124" Type="http://schemas.openxmlformats.org/officeDocument/2006/relationships/image" Target="../media/image20950.png"/><Relationship Id="rId129" Type="http://schemas.openxmlformats.org/officeDocument/2006/relationships/customXml" Target="../ink/ink4002.xml"/><Relationship Id="rId54" Type="http://schemas.openxmlformats.org/officeDocument/2006/relationships/image" Target="../media/image20600.png"/><Relationship Id="rId70" Type="http://schemas.openxmlformats.org/officeDocument/2006/relationships/image" Target="../media/image20680.png"/><Relationship Id="rId75" Type="http://schemas.openxmlformats.org/officeDocument/2006/relationships/customXml" Target="../ink/ink3975.xml"/><Relationship Id="rId91" Type="http://schemas.openxmlformats.org/officeDocument/2006/relationships/customXml" Target="../ink/ink3983.xml"/><Relationship Id="rId96" Type="http://schemas.openxmlformats.org/officeDocument/2006/relationships/image" Target="../media/image20811.png"/><Relationship Id="rId140" Type="http://schemas.openxmlformats.org/officeDocument/2006/relationships/image" Target="../media/image21030.png"/><Relationship Id="rId145" Type="http://schemas.openxmlformats.org/officeDocument/2006/relationships/customXml" Target="../ink/ink40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360.png"/><Relationship Id="rId23" Type="http://schemas.openxmlformats.org/officeDocument/2006/relationships/customXml" Target="../ink/ink3949.xml"/><Relationship Id="rId28" Type="http://schemas.openxmlformats.org/officeDocument/2006/relationships/image" Target="../media/image20470.png"/><Relationship Id="rId49" Type="http://schemas.openxmlformats.org/officeDocument/2006/relationships/customXml" Target="../ink/ink3962.xml"/><Relationship Id="rId114" Type="http://schemas.openxmlformats.org/officeDocument/2006/relationships/image" Target="../media/image20900.png"/><Relationship Id="rId119" Type="http://schemas.openxmlformats.org/officeDocument/2006/relationships/customXml" Target="../ink/ink3997.xml"/><Relationship Id="rId44" Type="http://schemas.openxmlformats.org/officeDocument/2006/relationships/image" Target="../media/image20550.png"/><Relationship Id="rId60" Type="http://schemas.openxmlformats.org/officeDocument/2006/relationships/image" Target="../media/image20630.png"/><Relationship Id="rId65" Type="http://schemas.openxmlformats.org/officeDocument/2006/relationships/customXml" Target="../ink/ink3970.xml"/><Relationship Id="rId81" Type="http://schemas.openxmlformats.org/officeDocument/2006/relationships/customXml" Target="../ink/ink3978.xml"/><Relationship Id="rId86" Type="http://schemas.openxmlformats.org/officeDocument/2006/relationships/image" Target="../media/image20760.png"/><Relationship Id="rId130" Type="http://schemas.openxmlformats.org/officeDocument/2006/relationships/image" Target="../media/image20980.png"/><Relationship Id="rId135" Type="http://schemas.openxmlformats.org/officeDocument/2006/relationships/customXml" Target="../ink/ink4005.xml"/><Relationship Id="rId13" Type="http://schemas.openxmlformats.org/officeDocument/2006/relationships/customXml" Target="../ink/ink3944.xml"/><Relationship Id="rId18" Type="http://schemas.openxmlformats.org/officeDocument/2006/relationships/image" Target="../media/image20420.png"/><Relationship Id="rId39" Type="http://schemas.openxmlformats.org/officeDocument/2006/relationships/customXml" Target="../ink/ink3957.xml"/><Relationship Id="rId109" Type="http://schemas.openxmlformats.org/officeDocument/2006/relationships/customXml" Target="../ink/ink3992.xml"/><Relationship Id="rId34" Type="http://schemas.openxmlformats.org/officeDocument/2006/relationships/image" Target="../media/image20500.png"/><Relationship Id="rId50" Type="http://schemas.openxmlformats.org/officeDocument/2006/relationships/image" Target="../media/image20580.png"/><Relationship Id="rId55" Type="http://schemas.openxmlformats.org/officeDocument/2006/relationships/customXml" Target="../ink/ink3965.xml"/><Relationship Id="rId76" Type="http://schemas.openxmlformats.org/officeDocument/2006/relationships/image" Target="../media/image20711.png"/><Relationship Id="rId97" Type="http://schemas.openxmlformats.org/officeDocument/2006/relationships/customXml" Target="../ink/ink3986.xml"/><Relationship Id="rId104" Type="http://schemas.openxmlformats.org/officeDocument/2006/relationships/image" Target="../media/image20850.png"/><Relationship Id="rId120" Type="http://schemas.openxmlformats.org/officeDocument/2006/relationships/image" Target="../media/image20930.png"/><Relationship Id="rId125" Type="http://schemas.openxmlformats.org/officeDocument/2006/relationships/customXml" Target="../ink/ink4000.xml"/><Relationship Id="rId141" Type="http://schemas.openxmlformats.org/officeDocument/2006/relationships/customXml" Target="../ink/ink4008.xml"/><Relationship Id="rId146" Type="http://schemas.openxmlformats.org/officeDocument/2006/relationships/image" Target="../media/image21060.png"/><Relationship Id="rId7" Type="http://schemas.openxmlformats.org/officeDocument/2006/relationships/customXml" Target="../ink/ink3941.xml"/><Relationship Id="rId71" Type="http://schemas.openxmlformats.org/officeDocument/2006/relationships/customXml" Target="../ink/ink3973.xml"/><Relationship Id="rId92" Type="http://schemas.openxmlformats.org/officeDocument/2006/relationships/image" Target="../media/image20790.png"/><Relationship Id="rId2" Type="http://schemas.openxmlformats.org/officeDocument/2006/relationships/image" Target="../media/image2044.png"/><Relationship Id="rId29" Type="http://schemas.openxmlformats.org/officeDocument/2006/relationships/customXml" Target="../ink/ink3952.xml"/><Relationship Id="rId24" Type="http://schemas.openxmlformats.org/officeDocument/2006/relationships/image" Target="../media/image20450.png"/><Relationship Id="rId40" Type="http://schemas.openxmlformats.org/officeDocument/2006/relationships/image" Target="../media/image20530.png"/><Relationship Id="rId45" Type="http://schemas.openxmlformats.org/officeDocument/2006/relationships/customXml" Target="../ink/ink3960.xml"/><Relationship Id="rId66" Type="http://schemas.openxmlformats.org/officeDocument/2006/relationships/image" Target="../media/image20660.png"/><Relationship Id="rId87" Type="http://schemas.openxmlformats.org/officeDocument/2006/relationships/customXml" Target="../ink/ink3981.xml"/><Relationship Id="rId110" Type="http://schemas.openxmlformats.org/officeDocument/2006/relationships/image" Target="../media/image20880.png"/><Relationship Id="rId115" Type="http://schemas.openxmlformats.org/officeDocument/2006/relationships/customXml" Target="../ink/ink3995.xml"/><Relationship Id="rId131" Type="http://schemas.openxmlformats.org/officeDocument/2006/relationships/customXml" Target="../ink/ink4003.xml"/><Relationship Id="rId136" Type="http://schemas.openxmlformats.org/officeDocument/2006/relationships/image" Target="../media/image21011.png"/><Relationship Id="rId61" Type="http://schemas.openxmlformats.org/officeDocument/2006/relationships/customXml" Target="../ink/ink3968.xml"/><Relationship Id="rId82" Type="http://schemas.openxmlformats.org/officeDocument/2006/relationships/image" Target="../media/image20740.png"/><Relationship Id="rId19" Type="http://schemas.openxmlformats.org/officeDocument/2006/relationships/customXml" Target="../ink/ink3947.xml"/><Relationship Id="rId14" Type="http://schemas.openxmlformats.org/officeDocument/2006/relationships/image" Target="../media/image20400.png"/><Relationship Id="rId30" Type="http://schemas.openxmlformats.org/officeDocument/2006/relationships/image" Target="../media/image20480.png"/><Relationship Id="rId35" Type="http://schemas.openxmlformats.org/officeDocument/2006/relationships/customXml" Target="../ink/ink3955.xml"/><Relationship Id="rId56" Type="http://schemas.openxmlformats.org/officeDocument/2006/relationships/image" Target="../media/image20611.png"/><Relationship Id="rId77" Type="http://schemas.openxmlformats.org/officeDocument/2006/relationships/customXml" Target="../ink/ink3976.xml"/><Relationship Id="rId100" Type="http://schemas.openxmlformats.org/officeDocument/2006/relationships/image" Target="../media/image20830.png"/><Relationship Id="rId105" Type="http://schemas.openxmlformats.org/officeDocument/2006/relationships/customXml" Target="../ink/ink3990.xml"/><Relationship Id="rId126" Type="http://schemas.openxmlformats.org/officeDocument/2006/relationships/image" Target="../media/image20960.png"/><Relationship Id="rId147" Type="http://schemas.openxmlformats.org/officeDocument/2006/relationships/customXml" Target="../ink/ink4011.xml"/><Relationship Id="rId8" Type="http://schemas.openxmlformats.org/officeDocument/2006/relationships/image" Target="../media/image20370.png"/><Relationship Id="rId51" Type="http://schemas.openxmlformats.org/officeDocument/2006/relationships/customXml" Target="../ink/ink3963.xml"/><Relationship Id="rId72" Type="http://schemas.openxmlformats.org/officeDocument/2006/relationships/image" Target="../media/image20690.png"/><Relationship Id="rId93" Type="http://schemas.openxmlformats.org/officeDocument/2006/relationships/customXml" Target="../ink/ink3984.xml"/><Relationship Id="rId98" Type="http://schemas.openxmlformats.org/officeDocument/2006/relationships/image" Target="../media/image20820.png"/><Relationship Id="rId121" Type="http://schemas.openxmlformats.org/officeDocument/2006/relationships/customXml" Target="../ink/ink3998.xml"/><Relationship Id="rId142" Type="http://schemas.openxmlformats.org/officeDocument/2006/relationships/image" Target="../media/image21040.png"/><Relationship Id="rId3" Type="http://schemas.openxmlformats.org/officeDocument/2006/relationships/customXml" Target="../ink/ink3939.xml"/><Relationship Id="rId25" Type="http://schemas.openxmlformats.org/officeDocument/2006/relationships/customXml" Target="../ink/ink3950.xml"/><Relationship Id="rId46" Type="http://schemas.openxmlformats.org/officeDocument/2006/relationships/image" Target="../media/image20560.png"/><Relationship Id="rId67" Type="http://schemas.openxmlformats.org/officeDocument/2006/relationships/customXml" Target="../ink/ink3971.xml"/><Relationship Id="rId116" Type="http://schemas.openxmlformats.org/officeDocument/2006/relationships/image" Target="../media/image20911.png"/><Relationship Id="rId137" Type="http://schemas.openxmlformats.org/officeDocument/2006/relationships/customXml" Target="../ink/ink4006.xml"/><Relationship Id="rId20" Type="http://schemas.openxmlformats.org/officeDocument/2006/relationships/image" Target="../media/image20430.png"/><Relationship Id="rId41" Type="http://schemas.openxmlformats.org/officeDocument/2006/relationships/customXml" Target="../ink/ink3958.xml"/><Relationship Id="rId62" Type="http://schemas.openxmlformats.org/officeDocument/2006/relationships/image" Target="../media/image20640.png"/><Relationship Id="rId83" Type="http://schemas.openxmlformats.org/officeDocument/2006/relationships/customXml" Target="../ink/ink3979.xml"/><Relationship Id="rId88" Type="http://schemas.openxmlformats.org/officeDocument/2006/relationships/image" Target="../media/image20770.png"/><Relationship Id="rId111" Type="http://schemas.openxmlformats.org/officeDocument/2006/relationships/customXml" Target="../ink/ink3993.xml"/><Relationship Id="rId132" Type="http://schemas.openxmlformats.org/officeDocument/2006/relationships/image" Target="../media/image20990.png"/><Relationship Id="rId15" Type="http://schemas.openxmlformats.org/officeDocument/2006/relationships/customXml" Target="../ink/ink3945.xml"/><Relationship Id="rId36" Type="http://schemas.openxmlformats.org/officeDocument/2006/relationships/image" Target="../media/image20511.png"/><Relationship Id="rId57" Type="http://schemas.openxmlformats.org/officeDocument/2006/relationships/customXml" Target="../ink/ink3966.xml"/><Relationship Id="rId106" Type="http://schemas.openxmlformats.org/officeDocument/2006/relationships/image" Target="../media/image20860.png"/><Relationship Id="rId127" Type="http://schemas.openxmlformats.org/officeDocument/2006/relationships/customXml" Target="../ink/ink4001.xml"/><Relationship Id="rId10" Type="http://schemas.openxmlformats.org/officeDocument/2006/relationships/image" Target="../media/image20380.png"/><Relationship Id="rId31" Type="http://schemas.openxmlformats.org/officeDocument/2006/relationships/customXml" Target="../ink/ink3953.xml"/><Relationship Id="rId52" Type="http://schemas.openxmlformats.org/officeDocument/2006/relationships/image" Target="../media/image20590.png"/><Relationship Id="rId73" Type="http://schemas.openxmlformats.org/officeDocument/2006/relationships/customXml" Target="../ink/ink3974.xml"/><Relationship Id="rId78" Type="http://schemas.openxmlformats.org/officeDocument/2006/relationships/image" Target="../media/image20720.png"/><Relationship Id="rId94" Type="http://schemas.openxmlformats.org/officeDocument/2006/relationships/image" Target="../media/image20800.png"/><Relationship Id="rId99" Type="http://schemas.openxmlformats.org/officeDocument/2006/relationships/customXml" Target="../ink/ink3987.xml"/><Relationship Id="rId101" Type="http://schemas.openxmlformats.org/officeDocument/2006/relationships/customXml" Target="../ink/ink3988.xml"/><Relationship Id="rId122" Type="http://schemas.openxmlformats.org/officeDocument/2006/relationships/image" Target="../media/image20940.png"/><Relationship Id="rId143" Type="http://schemas.openxmlformats.org/officeDocument/2006/relationships/customXml" Target="../ink/ink4009.xml"/><Relationship Id="rId148" Type="http://schemas.openxmlformats.org/officeDocument/2006/relationships/image" Target="../media/image21070.png"/><Relationship Id="rId4" Type="http://schemas.openxmlformats.org/officeDocument/2006/relationships/image" Target="../media/image20350.png"/><Relationship Id="rId9" Type="http://schemas.openxmlformats.org/officeDocument/2006/relationships/customXml" Target="../ink/ink3942.xml"/><Relationship Id="rId26" Type="http://schemas.openxmlformats.org/officeDocument/2006/relationships/image" Target="../media/image20460.png"/><Relationship Id="rId47" Type="http://schemas.openxmlformats.org/officeDocument/2006/relationships/customXml" Target="../ink/ink3961.xml"/><Relationship Id="rId68" Type="http://schemas.openxmlformats.org/officeDocument/2006/relationships/image" Target="../media/image20670.png"/><Relationship Id="rId89" Type="http://schemas.openxmlformats.org/officeDocument/2006/relationships/customXml" Target="../ink/ink3982.xml"/><Relationship Id="rId112" Type="http://schemas.openxmlformats.org/officeDocument/2006/relationships/image" Target="../media/image20890.png"/><Relationship Id="rId133" Type="http://schemas.openxmlformats.org/officeDocument/2006/relationships/customXml" Target="../ink/ink4004.xml"/><Relationship Id="rId16" Type="http://schemas.openxmlformats.org/officeDocument/2006/relationships/image" Target="../media/image20411.png"/><Relationship Id="rId37" Type="http://schemas.openxmlformats.org/officeDocument/2006/relationships/customXml" Target="../ink/ink3956.xml"/><Relationship Id="rId58" Type="http://schemas.openxmlformats.org/officeDocument/2006/relationships/image" Target="../media/image20620.png"/><Relationship Id="rId79" Type="http://schemas.openxmlformats.org/officeDocument/2006/relationships/customXml" Target="../ink/ink3977.xml"/><Relationship Id="rId102" Type="http://schemas.openxmlformats.org/officeDocument/2006/relationships/image" Target="../media/image20840.png"/><Relationship Id="rId123" Type="http://schemas.openxmlformats.org/officeDocument/2006/relationships/customXml" Target="../ink/ink3999.xml"/><Relationship Id="rId144" Type="http://schemas.openxmlformats.org/officeDocument/2006/relationships/image" Target="../media/image210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8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Problems - Recap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0D008-DC3E-95EB-BFF0-F58E4884D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E9645-4B78-4A0C-3984-E563AAA8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C87BE2D3-CCEE-DBC0-43E0-1084FF7669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4A7C62-E6CB-81CD-76F9-1BE933146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063190AA-2EBB-9A50-BC42-693E43D6DCE3}"/>
                  </a:ext>
                </a:extLst>
              </p14:cNvPr>
              <p14:cNvContentPartPr/>
              <p14:nvPr/>
            </p14:nvContentPartPr>
            <p14:xfrm>
              <a:off x="2684011" y="6383740"/>
              <a:ext cx="138960" cy="1087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063190AA-2EBB-9A50-BC42-693E43D6DCE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66011" y="6365680"/>
                <a:ext cx="174600" cy="144478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0A220924-1080-D262-72EF-1C9D9D7E6FF9}"/>
              </a:ext>
            </a:extLst>
          </p:cNvPr>
          <p:cNvGrpSpPr/>
          <p:nvPr/>
        </p:nvGrpSpPr>
        <p:grpSpPr>
          <a:xfrm>
            <a:off x="4954891" y="272020"/>
            <a:ext cx="3589920" cy="1233360"/>
            <a:chOff x="4954891" y="272020"/>
            <a:chExt cx="3589920" cy="12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C726215-3649-9A58-3C6B-6AC3B318484D}"/>
                    </a:ext>
                  </a:extLst>
                </p14:cNvPr>
                <p14:cNvContentPartPr/>
                <p14:nvPr/>
              </p14:nvContentPartPr>
              <p14:xfrm>
                <a:off x="5062171" y="327100"/>
                <a:ext cx="86760" cy="440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C726215-3649-9A58-3C6B-6AC3B318484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44171" y="309100"/>
                  <a:ext cx="122400" cy="47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392AB1C-7EFF-E550-A2C4-91D85BFA85A1}"/>
                    </a:ext>
                  </a:extLst>
                </p14:cNvPr>
                <p14:cNvContentPartPr/>
                <p14:nvPr/>
              </p14:nvContentPartPr>
              <p14:xfrm>
                <a:off x="4954891" y="766660"/>
                <a:ext cx="394200" cy="55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392AB1C-7EFF-E550-A2C4-91D85BFA85A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937251" y="749020"/>
                  <a:ext cx="4298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FBF3B88-2770-14B3-BBED-C908A8EE5FB2}"/>
                    </a:ext>
                  </a:extLst>
                </p14:cNvPr>
                <p14:cNvContentPartPr/>
                <p14:nvPr/>
              </p14:nvContentPartPr>
              <p14:xfrm>
                <a:off x="5086291" y="941260"/>
                <a:ext cx="142920" cy="34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FBF3B88-2770-14B3-BBED-C908A8EE5FB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68651" y="923620"/>
                  <a:ext cx="1785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85FF0F4-5EF0-02F9-392C-6349A1156508}"/>
                    </a:ext>
                  </a:extLst>
                </p14:cNvPr>
                <p14:cNvContentPartPr/>
                <p14:nvPr/>
              </p14:nvContentPartPr>
              <p14:xfrm>
                <a:off x="5167291" y="941620"/>
                <a:ext cx="105120" cy="466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85FF0F4-5EF0-02F9-392C-6349A115650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149651" y="923980"/>
                  <a:ext cx="140760" cy="5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8FE1125-6CBD-39B1-3D91-06BCED4F4B36}"/>
                    </a:ext>
                  </a:extLst>
                </p14:cNvPr>
                <p14:cNvContentPartPr/>
                <p14:nvPr/>
              </p14:nvContentPartPr>
              <p14:xfrm>
                <a:off x="5085931" y="363100"/>
                <a:ext cx="881640" cy="406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8FE1125-6CBD-39B1-3D91-06BCED4F4B3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068291" y="345100"/>
                  <a:ext cx="917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52B6901-63D5-8B50-63F4-DCA50454C753}"/>
                    </a:ext>
                  </a:extLst>
                </p14:cNvPr>
                <p14:cNvContentPartPr/>
                <p14:nvPr/>
              </p14:nvContentPartPr>
              <p14:xfrm>
                <a:off x="5996371" y="371740"/>
                <a:ext cx="1800" cy="8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52B6901-63D5-8B50-63F4-DCA50454C75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978371" y="353740"/>
                  <a:ext cx="374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B708D5-DF7C-4D8C-79ED-4B26D636D92F}"/>
                    </a:ext>
                  </a:extLst>
                </p14:cNvPr>
                <p14:cNvContentPartPr/>
                <p14:nvPr/>
              </p14:nvContentPartPr>
              <p14:xfrm>
                <a:off x="5997091" y="272020"/>
                <a:ext cx="385560" cy="186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B708D5-DF7C-4D8C-79ED-4B26D636D92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979451" y="254380"/>
                  <a:ext cx="4212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7D0AA25-8F61-665B-0CBA-D0D5977A5141}"/>
                    </a:ext>
                  </a:extLst>
                </p14:cNvPr>
                <p14:cNvContentPartPr/>
                <p14:nvPr/>
              </p14:nvContentPartPr>
              <p14:xfrm>
                <a:off x="6445291" y="415300"/>
                <a:ext cx="650880" cy="30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7D0AA25-8F61-665B-0CBA-D0D5977A51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27651" y="397660"/>
                  <a:ext cx="6865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45ED056-04B7-563F-FD85-F091DCC0F221}"/>
                    </a:ext>
                  </a:extLst>
                </p14:cNvPr>
                <p14:cNvContentPartPr/>
                <p14:nvPr/>
              </p14:nvContentPartPr>
              <p14:xfrm>
                <a:off x="7011211" y="382540"/>
                <a:ext cx="118440" cy="104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45ED056-04B7-563F-FD85-F091DCC0F22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993571" y="364900"/>
                  <a:ext cx="1540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24A1FB2-E03A-A29C-59FE-8D3605C96EF4}"/>
                    </a:ext>
                  </a:extLst>
                </p14:cNvPr>
                <p14:cNvContentPartPr/>
                <p14:nvPr/>
              </p14:nvContentPartPr>
              <p14:xfrm>
                <a:off x="7045051" y="1374340"/>
                <a:ext cx="89280" cy="96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24A1FB2-E03A-A29C-59FE-8D3605C96EF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27411" y="1356340"/>
                  <a:ext cx="1249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A17A419-3D7D-BCBB-CED7-0474A5072FA9}"/>
                    </a:ext>
                  </a:extLst>
                </p14:cNvPr>
                <p14:cNvContentPartPr/>
                <p14:nvPr/>
              </p14:nvContentPartPr>
              <p14:xfrm>
                <a:off x="5291131" y="1415380"/>
                <a:ext cx="1648440" cy="65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A17A419-3D7D-BCBB-CED7-0474A5072FA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273491" y="1397740"/>
                  <a:ext cx="16840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D7041D6-6724-4B2C-3789-1F0A72BC405C}"/>
                    </a:ext>
                  </a:extLst>
                </p14:cNvPr>
                <p14:cNvContentPartPr/>
                <p14:nvPr/>
              </p14:nvContentPartPr>
              <p14:xfrm>
                <a:off x="6806731" y="821740"/>
                <a:ext cx="47160" cy="237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D7041D6-6724-4B2C-3789-1F0A72BC405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788731" y="803740"/>
                  <a:ext cx="828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2C4EE54-1862-FFBF-AE6C-051BFC43BC96}"/>
                    </a:ext>
                  </a:extLst>
                </p14:cNvPr>
                <p14:cNvContentPartPr/>
                <p14:nvPr/>
              </p14:nvContentPartPr>
              <p14:xfrm>
                <a:off x="6837331" y="805180"/>
                <a:ext cx="136440" cy="156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2C4EE54-1862-FFBF-AE6C-051BFC43BC9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819691" y="787180"/>
                  <a:ext cx="1720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2F47B2A-820E-82B1-8999-093F6ADE62EE}"/>
                    </a:ext>
                  </a:extLst>
                </p14:cNvPr>
                <p14:cNvContentPartPr/>
                <p14:nvPr/>
              </p14:nvContentPartPr>
              <p14:xfrm>
                <a:off x="7028491" y="911020"/>
                <a:ext cx="63720" cy="93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2F47B2A-820E-82B1-8999-093F6ADE62E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010491" y="893380"/>
                  <a:ext cx="993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D21E8C4-6326-7C14-7375-CCB79E4D97E3}"/>
                    </a:ext>
                  </a:extLst>
                </p14:cNvPr>
                <p14:cNvContentPartPr/>
                <p14:nvPr/>
              </p14:nvContentPartPr>
              <p14:xfrm>
                <a:off x="7168891" y="880420"/>
                <a:ext cx="206640" cy="118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D21E8C4-6326-7C14-7375-CCB79E4D97E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51251" y="862420"/>
                  <a:ext cx="2422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FBCB815-6C6C-F0A6-D27F-DC97910F5D1A}"/>
                    </a:ext>
                  </a:extLst>
                </p14:cNvPr>
                <p14:cNvContentPartPr/>
                <p14:nvPr/>
              </p14:nvContentPartPr>
              <p14:xfrm>
                <a:off x="7615291" y="827860"/>
                <a:ext cx="110520" cy="165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FBCB815-6C6C-F0A6-D27F-DC97910F5D1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597651" y="809860"/>
                  <a:ext cx="1461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C8F9EE4-B91F-B244-9FC8-EE1DEDCEE357}"/>
                    </a:ext>
                  </a:extLst>
                </p14:cNvPr>
                <p14:cNvContentPartPr/>
                <p14:nvPr/>
              </p14:nvContentPartPr>
              <p14:xfrm>
                <a:off x="7783771" y="878980"/>
                <a:ext cx="38880" cy="171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C8F9EE4-B91F-B244-9FC8-EE1DEDCEE35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766131" y="860980"/>
                  <a:ext cx="745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FD1F568-319E-9B19-103F-AE7A23275536}"/>
                    </a:ext>
                  </a:extLst>
                </p14:cNvPr>
                <p14:cNvContentPartPr/>
                <p14:nvPr/>
              </p14:nvContentPartPr>
              <p14:xfrm>
                <a:off x="7755691" y="931540"/>
                <a:ext cx="74160" cy="27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FD1F568-319E-9B19-103F-AE7A2327553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738051" y="913540"/>
                  <a:ext cx="1098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774C807-6DB5-A49F-A895-7C0484E4E478}"/>
                    </a:ext>
                  </a:extLst>
                </p14:cNvPr>
                <p14:cNvContentPartPr/>
                <p14:nvPr/>
              </p14:nvContentPartPr>
              <p14:xfrm>
                <a:off x="7915171" y="934060"/>
                <a:ext cx="125640" cy="74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774C807-6DB5-A49F-A895-7C0484E4E47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897171" y="916060"/>
                  <a:ext cx="1612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6DA32E7-35A6-F2F6-687C-12BB3538D807}"/>
                    </a:ext>
                  </a:extLst>
                </p14:cNvPr>
                <p14:cNvContentPartPr/>
                <p14:nvPr/>
              </p14:nvContentPartPr>
              <p14:xfrm>
                <a:off x="8120731" y="847300"/>
                <a:ext cx="46080" cy="190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6DA32E7-35A6-F2F6-687C-12BB3538D80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102731" y="829660"/>
                  <a:ext cx="8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F80BF22-E27E-A42A-D8D0-DB8E891F952A}"/>
                    </a:ext>
                  </a:extLst>
                </p14:cNvPr>
                <p14:cNvContentPartPr/>
                <p14:nvPr/>
              </p14:nvContentPartPr>
              <p14:xfrm>
                <a:off x="8102011" y="911380"/>
                <a:ext cx="115560" cy="43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F80BF22-E27E-A42A-D8D0-DB8E891F952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084371" y="893380"/>
                  <a:ext cx="151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4D0C150-D026-4483-FFD1-2A49AC6438A3}"/>
                    </a:ext>
                  </a:extLst>
                </p14:cNvPr>
                <p14:cNvContentPartPr/>
                <p14:nvPr/>
              </p14:nvContentPartPr>
              <p14:xfrm>
                <a:off x="8265091" y="868900"/>
                <a:ext cx="67680" cy="144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4D0C150-D026-4483-FFD1-2A49AC6438A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247091" y="851260"/>
                  <a:ext cx="103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3B3AE6E-27BC-09A8-0643-D16E81D78738}"/>
                    </a:ext>
                  </a:extLst>
                </p14:cNvPr>
                <p14:cNvContentPartPr/>
                <p14:nvPr/>
              </p14:nvContentPartPr>
              <p14:xfrm>
                <a:off x="8244931" y="950260"/>
                <a:ext cx="143640" cy="45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3B3AE6E-27BC-09A8-0643-D16E81D7873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26931" y="932260"/>
                  <a:ext cx="1792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6C356CB-73FE-0005-2989-05648E2CDA9F}"/>
                    </a:ext>
                  </a:extLst>
                </p14:cNvPr>
                <p14:cNvContentPartPr/>
                <p14:nvPr/>
              </p14:nvContentPartPr>
              <p14:xfrm>
                <a:off x="6687211" y="730660"/>
                <a:ext cx="1724400" cy="37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6C356CB-73FE-0005-2989-05648E2CDA9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669571" y="713020"/>
                  <a:ext cx="17600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E856ECD-2003-31A3-AD9F-50B8F4592541}"/>
                    </a:ext>
                  </a:extLst>
                </p14:cNvPr>
                <p14:cNvContentPartPr/>
                <p14:nvPr/>
              </p14:nvContentPartPr>
              <p14:xfrm>
                <a:off x="6644011" y="747580"/>
                <a:ext cx="1900800" cy="448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E856ECD-2003-31A3-AD9F-50B8F459254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26371" y="729580"/>
                  <a:ext cx="193644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111674-98D1-69D0-BD78-7DAE6389E042}"/>
                    </a:ext>
                  </a:extLst>
                </p14:cNvPr>
                <p14:cNvContentPartPr/>
                <p14:nvPr/>
              </p14:nvContentPartPr>
              <p14:xfrm>
                <a:off x="6675691" y="792940"/>
                <a:ext cx="24840" cy="263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111674-98D1-69D0-BD78-7DAE6389E04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58051" y="774940"/>
                  <a:ext cx="604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8EC730-D2DB-982F-1D29-533A4C3B9AC8}"/>
                    </a:ext>
                  </a:extLst>
                </p14:cNvPr>
                <p14:cNvContentPartPr/>
                <p14:nvPr/>
              </p14:nvContentPartPr>
              <p14:xfrm>
                <a:off x="7272211" y="435100"/>
                <a:ext cx="173520" cy="231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8EC730-D2DB-982F-1D29-533A4C3B9AC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254211" y="417460"/>
                  <a:ext cx="2091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F93AA5A-7870-DEB8-BF7F-69EB9084C6CF}"/>
                    </a:ext>
                  </a:extLst>
                </p14:cNvPr>
                <p14:cNvContentPartPr/>
                <p14:nvPr/>
              </p14:nvContentPartPr>
              <p14:xfrm>
                <a:off x="7392811" y="595300"/>
                <a:ext cx="144000" cy="100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F93AA5A-7870-DEB8-BF7F-69EB9084C6C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374811" y="577300"/>
                  <a:ext cx="179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406890F-F4A1-5090-092E-6A572DA6043C}"/>
                    </a:ext>
                  </a:extLst>
                </p14:cNvPr>
                <p14:cNvContentPartPr/>
                <p14:nvPr/>
              </p14:nvContentPartPr>
              <p14:xfrm>
                <a:off x="7398931" y="1268500"/>
                <a:ext cx="126360" cy="236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406890F-F4A1-5090-092E-6A572DA6043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380931" y="1250500"/>
                  <a:ext cx="162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2447016-633C-C7A8-F90F-F53CC8CF6040}"/>
                    </a:ext>
                  </a:extLst>
                </p14:cNvPr>
                <p14:cNvContentPartPr/>
                <p14:nvPr/>
              </p14:nvContentPartPr>
              <p14:xfrm>
                <a:off x="7439971" y="1236100"/>
                <a:ext cx="165600" cy="94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2447016-633C-C7A8-F90F-F53CC8CF604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422331" y="1218100"/>
                  <a:ext cx="20124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A0F60F7-1D5C-8982-2CDF-B0AC669C495D}"/>
              </a:ext>
            </a:extLst>
          </p:cNvPr>
          <p:cNvGrpSpPr/>
          <p:nvPr/>
        </p:nvGrpSpPr>
        <p:grpSpPr>
          <a:xfrm>
            <a:off x="4338211" y="761980"/>
            <a:ext cx="375120" cy="391320"/>
            <a:chOff x="4338211" y="761980"/>
            <a:chExt cx="37512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03469AB-81A2-EA57-3916-46CADB962C33}"/>
                    </a:ext>
                  </a:extLst>
                </p14:cNvPr>
                <p14:cNvContentPartPr/>
                <p14:nvPr/>
              </p14:nvContentPartPr>
              <p14:xfrm>
                <a:off x="4338211" y="761980"/>
                <a:ext cx="182520" cy="255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03469AB-81A2-EA57-3916-46CADB962C3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320571" y="743980"/>
                  <a:ext cx="2181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CE75C6E-6EAA-BCFC-B3F9-E3D6FB2BF531}"/>
                    </a:ext>
                  </a:extLst>
                </p14:cNvPr>
                <p14:cNvContentPartPr/>
                <p14:nvPr/>
              </p14:nvContentPartPr>
              <p14:xfrm>
                <a:off x="4601731" y="975820"/>
                <a:ext cx="111600" cy="177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CE75C6E-6EAA-BCFC-B3F9-E3D6FB2BF53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583731" y="957820"/>
                  <a:ext cx="14724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7CBBBDC-7EEB-A735-529C-D479913DD562}"/>
              </a:ext>
            </a:extLst>
          </p:cNvPr>
          <p:cNvGrpSpPr/>
          <p:nvPr/>
        </p:nvGrpSpPr>
        <p:grpSpPr>
          <a:xfrm>
            <a:off x="5963611" y="79060"/>
            <a:ext cx="161280" cy="189720"/>
            <a:chOff x="5963611" y="79060"/>
            <a:chExt cx="16128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9082976-960E-3910-CB2C-0663886438E1}"/>
                    </a:ext>
                  </a:extLst>
                </p14:cNvPr>
                <p14:cNvContentPartPr/>
                <p14:nvPr/>
              </p14:nvContentPartPr>
              <p14:xfrm>
                <a:off x="5963611" y="90580"/>
                <a:ext cx="27000" cy="178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9082976-960E-3910-CB2C-0663886438E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945971" y="72940"/>
                  <a:ext cx="626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DB93281-FC27-B445-C662-2DB44B7AAA45}"/>
                    </a:ext>
                  </a:extLst>
                </p14:cNvPr>
                <p14:cNvContentPartPr/>
                <p14:nvPr/>
              </p14:nvContentPartPr>
              <p14:xfrm>
                <a:off x="5981971" y="79060"/>
                <a:ext cx="142920" cy="135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DB93281-FC27-B445-C662-2DB44B7AAA4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963971" y="61060"/>
                  <a:ext cx="17856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516D27E-5B00-61FD-D25E-1E092FFCBF4D}"/>
                  </a:ext>
                </a:extLst>
              </p14:cNvPr>
              <p14:cNvContentPartPr/>
              <p14:nvPr/>
            </p14:nvContentPartPr>
            <p14:xfrm>
              <a:off x="1865371" y="3240940"/>
              <a:ext cx="26280" cy="201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516D27E-5B00-61FD-D25E-1E092FFCBF4D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1847731" y="3223300"/>
                <a:ext cx="6192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F704C604-5CA3-7D85-A400-3ED8ED84A8A7}"/>
                  </a:ext>
                </a:extLst>
              </p14:cNvPr>
              <p14:cNvContentPartPr/>
              <p14:nvPr/>
            </p14:nvContentPartPr>
            <p14:xfrm>
              <a:off x="1859611" y="2330500"/>
              <a:ext cx="2732040" cy="23623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F704C604-5CA3-7D85-A400-3ED8ED84A8A7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1805611" y="2222860"/>
                <a:ext cx="2839680" cy="257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08567A-0746-DE03-561C-B41EB609EA68}"/>
                  </a:ext>
                </a:extLst>
              </p14:cNvPr>
              <p14:cNvContentPartPr/>
              <p14:nvPr/>
            </p14:nvContentPartPr>
            <p14:xfrm>
              <a:off x="1698691" y="3595180"/>
              <a:ext cx="150480" cy="19951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08567A-0746-DE03-561C-B41EB609EA68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1680691" y="3577540"/>
                <a:ext cx="186120" cy="203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AD621FCC-7C3C-40F1-DCDD-99A5F1919576}"/>
                  </a:ext>
                </a:extLst>
              </p14:cNvPr>
              <p14:cNvContentPartPr/>
              <p14:nvPr/>
            </p14:nvContentPartPr>
            <p14:xfrm>
              <a:off x="4588411" y="2652700"/>
              <a:ext cx="216000" cy="28357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AD621FCC-7C3C-40F1-DCDD-99A5F1919576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4570771" y="2635060"/>
                <a:ext cx="251640" cy="2871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005C21F1-4BEF-4165-452B-11CC9109336D}"/>
              </a:ext>
            </a:extLst>
          </p:cNvPr>
          <p:cNvGrpSpPr/>
          <p:nvPr/>
        </p:nvGrpSpPr>
        <p:grpSpPr>
          <a:xfrm>
            <a:off x="1513291" y="671260"/>
            <a:ext cx="1653480" cy="1737000"/>
            <a:chOff x="1513291" y="671260"/>
            <a:chExt cx="1653480" cy="173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3DFBCB2-7477-4E26-8178-3FFAA28C8AE0}"/>
                    </a:ext>
                  </a:extLst>
                </p14:cNvPr>
                <p14:cNvContentPartPr/>
                <p14:nvPr/>
              </p14:nvContentPartPr>
              <p14:xfrm>
                <a:off x="1513291" y="1233580"/>
                <a:ext cx="1134000" cy="1105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3DFBCB2-7477-4E26-8178-3FFAA28C8AE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495291" y="1215940"/>
                  <a:ext cx="1169640" cy="11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596AC9E-D792-4422-57C5-1F024E2D5637}"/>
                    </a:ext>
                  </a:extLst>
                </p14:cNvPr>
                <p14:cNvContentPartPr/>
                <p14:nvPr/>
              </p14:nvContentPartPr>
              <p14:xfrm>
                <a:off x="2478451" y="2174980"/>
                <a:ext cx="338400" cy="233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596AC9E-D792-4422-57C5-1F024E2D5637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460811" y="2157340"/>
                  <a:ext cx="37404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3218242-C12C-3734-A87B-EADA2A640309}"/>
                    </a:ext>
                  </a:extLst>
                </p14:cNvPr>
                <p14:cNvContentPartPr/>
                <p14:nvPr/>
              </p14:nvContentPartPr>
              <p14:xfrm>
                <a:off x="1686091" y="884740"/>
                <a:ext cx="168480" cy="299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3218242-C12C-3734-A87B-EADA2A64030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668451" y="866740"/>
                  <a:ext cx="204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A1C7C24-7CC6-0294-F3B0-4385FF920491}"/>
                    </a:ext>
                  </a:extLst>
                </p14:cNvPr>
                <p14:cNvContentPartPr/>
                <p14:nvPr/>
              </p14:nvContentPartPr>
              <p14:xfrm>
                <a:off x="1973731" y="1023340"/>
                <a:ext cx="72000" cy="90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A1C7C24-7CC6-0294-F3B0-4385FF92049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56091" y="1005700"/>
                  <a:ext cx="107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2AE25E2-AF8E-B8FC-7A6D-513EE06DFD35}"/>
                    </a:ext>
                  </a:extLst>
                </p14:cNvPr>
                <p14:cNvContentPartPr/>
                <p14:nvPr/>
              </p14:nvContentPartPr>
              <p14:xfrm>
                <a:off x="2047891" y="1092820"/>
                <a:ext cx="360" cy="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2AE25E2-AF8E-B8FC-7A6D-513EE06DFD3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030251" y="107482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B97E54A-FCCF-0634-A5DA-9B0E3502D7E3}"/>
                    </a:ext>
                  </a:extLst>
                </p14:cNvPr>
                <p14:cNvContentPartPr/>
                <p14:nvPr/>
              </p14:nvContentPartPr>
              <p14:xfrm>
                <a:off x="1938811" y="872500"/>
                <a:ext cx="30240" cy="46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B97E54A-FCCF-0634-A5DA-9B0E3502D7E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921171" y="854500"/>
                  <a:ext cx="658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F72127A-7101-F854-004A-B43F0E1E27A2}"/>
                    </a:ext>
                  </a:extLst>
                </p14:cNvPr>
                <p14:cNvContentPartPr/>
                <p14:nvPr/>
              </p14:nvContentPartPr>
              <p14:xfrm>
                <a:off x="2089291" y="950620"/>
                <a:ext cx="274320" cy="119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F72127A-7101-F854-004A-B43F0E1E27A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071651" y="932980"/>
                  <a:ext cx="3099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BA6A629-C520-8D92-F759-D4BD67C71168}"/>
                    </a:ext>
                  </a:extLst>
                </p14:cNvPr>
                <p14:cNvContentPartPr/>
                <p14:nvPr/>
              </p14:nvContentPartPr>
              <p14:xfrm>
                <a:off x="2424091" y="922180"/>
                <a:ext cx="104400" cy="156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BA6A629-C520-8D92-F759-D4BD67C7116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406091" y="904540"/>
                  <a:ext cx="140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D3ED162-3787-49AC-4B21-EB917C905E74}"/>
                    </a:ext>
                  </a:extLst>
                </p14:cNvPr>
                <p14:cNvContentPartPr/>
                <p14:nvPr/>
              </p14:nvContentPartPr>
              <p14:xfrm>
                <a:off x="2441371" y="916780"/>
                <a:ext cx="97920" cy="109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D3ED162-3787-49AC-4B21-EB917C905E7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423371" y="899140"/>
                  <a:ext cx="133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7A08777-BF12-381B-6010-C208E3CCC5BA}"/>
                    </a:ext>
                  </a:extLst>
                </p14:cNvPr>
                <p14:cNvContentPartPr/>
                <p14:nvPr/>
              </p14:nvContentPartPr>
              <p14:xfrm>
                <a:off x="2570251" y="805180"/>
                <a:ext cx="101160" cy="123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7A08777-BF12-381B-6010-C208E3CCC5B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552251" y="787180"/>
                  <a:ext cx="136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D035C05-AEAA-28F3-82F2-6A1FA498142F}"/>
                    </a:ext>
                  </a:extLst>
                </p14:cNvPr>
                <p14:cNvContentPartPr/>
                <p14:nvPr/>
              </p14:nvContentPartPr>
              <p14:xfrm>
                <a:off x="2749171" y="880780"/>
                <a:ext cx="32760" cy="66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D035C05-AEAA-28F3-82F2-6A1FA498142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731171" y="863140"/>
                  <a:ext cx="68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C3E35ED-6647-F6AF-B3C4-38F2FE8BA81F}"/>
                    </a:ext>
                  </a:extLst>
                </p14:cNvPr>
                <p14:cNvContentPartPr/>
                <p14:nvPr/>
              </p14:nvContentPartPr>
              <p14:xfrm>
                <a:off x="2690851" y="743260"/>
                <a:ext cx="29520" cy="6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C3E35ED-6647-F6AF-B3C4-38F2FE8BA81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72851" y="725620"/>
                  <a:ext cx="651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0826FDF-0940-EC2C-E2CD-1906F93E41EA}"/>
                    </a:ext>
                  </a:extLst>
                </p14:cNvPr>
                <p14:cNvContentPartPr/>
                <p14:nvPr/>
              </p14:nvContentPartPr>
              <p14:xfrm>
                <a:off x="2825491" y="671260"/>
                <a:ext cx="112680" cy="234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0826FDF-0940-EC2C-E2CD-1906F93E41E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807491" y="653620"/>
                  <a:ext cx="1483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F8C0024-92CF-54A0-C4F2-3ABBFC7DBE96}"/>
                    </a:ext>
                  </a:extLst>
                </p14:cNvPr>
                <p14:cNvContentPartPr/>
                <p14:nvPr/>
              </p14:nvContentPartPr>
              <p14:xfrm>
                <a:off x="2839531" y="752980"/>
                <a:ext cx="327240" cy="231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F8C0024-92CF-54A0-C4F2-3ABBFC7DBE9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821531" y="735340"/>
                  <a:ext cx="36288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B76C15C-9F9A-1047-DEBD-470CB296DC8F}"/>
              </a:ext>
            </a:extLst>
          </p:cNvPr>
          <p:cNvGrpSpPr/>
          <p:nvPr/>
        </p:nvGrpSpPr>
        <p:grpSpPr>
          <a:xfrm>
            <a:off x="5795851" y="5059300"/>
            <a:ext cx="2028600" cy="283320"/>
            <a:chOff x="5795851" y="5059300"/>
            <a:chExt cx="2028600" cy="28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B9B06AB-BC65-95C8-9250-C5F9BB9908CD}"/>
                    </a:ext>
                  </a:extLst>
                </p14:cNvPr>
                <p14:cNvContentPartPr/>
                <p14:nvPr/>
              </p14:nvContentPartPr>
              <p14:xfrm>
                <a:off x="5795851" y="5059300"/>
                <a:ext cx="349560" cy="55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B9B06AB-BC65-95C8-9250-C5F9BB9908CD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777851" y="5041660"/>
                  <a:ext cx="3852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5CAAA09-C84E-E32A-7535-5CFD377DE9D2}"/>
                    </a:ext>
                  </a:extLst>
                </p14:cNvPr>
                <p14:cNvContentPartPr/>
                <p14:nvPr/>
              </p14:nvContentPartPr>
              <p14:xfrm>
                <a:off x="6030211" y="5061820"/>
                <a:ext cx="32760" cy="280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5CAAA09-C84E-E32A-7535-5CFD377DE9D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012211" y="5043820"/>
                  <a:ext cx="684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1A75BB7-5978-DC4F-C407-80A5FE38FA94}"/>
                    </a:ext>
                  </a:extLst>
                </p14:cNvPr>
                <p14:cNvContentPartPr/>
                <p14:nvPr/>
              </p14:nvContentPartPr>
              <p14:xfrm>
                <a:off x="6197251" y="5075140"/>
                <a:ext cx="194760" cy="2080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1A75BB7-5978-DC4F-C407-80A5FE38FA9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179611" y="5057500"/>
                  <a:ext cx="2304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EC901D3-754D-CB14-FA0F-C03A65CA233A}"/>
                    </a:ext>
                  </a:extLst>
                </p14:cNvPr>
                <p14:cNvContentPartPr/>
                <p14:nvPr/>
              </p14:nvContentPartPr>
              <p14:xfrm>
                <a:off x="6469411" y="5121940"/>
                <a:ext cx="204840" cy="165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EC901D3-754D-CB14-FA0F-C03A65CA233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451771" y="5103940"/>
                  <a:ext cx="240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A7AABC-E2CB-F25B-8E52-C1EBA6FBA8C0}"/>
                    </a:ext>
                  </a:extLst>
                </p14:cNvPr>
                <p14:cNvContentPartPr/>
                <p14:nvPr/>
              </p14:nvContentPartPr>
              <p14:xfrm>
                <a:off x="6701251" y="5134540"/>
                <a:ext cx="137520" cy="1533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A7AABC-E2CB-F25B-8E52-C1EBA6FBA8C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83611" y="5116540"/>
                  <a:ext cx="1731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2901C98-70E9-1683-14AA-9C904D9137A2}"/>
                    </a:ext>
                  </a:extLst>
                </p14:cNvPr>
                <p14:cNvContentPartPr/>
                <p14:nvPr/>
              </p14:nvContentPartPr>
              <p14:xfrm>
                <a:off x="6924451" y="5155780"/>
                <a:ext cx="456840" cy="136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2901C98-70E9-1683-14AA-9C904D9137A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06811" y="5138140"/>
                  <a:ext cx="4924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4BDD90C-0F82-B293-6DB4-0D7CCE7E6D3C}"/>
                    </a:ext>
                  </a:extLst>
                </p14:cNvPr>
                <p14:cNvContentPartPr/>
                <p14:nvPr/>
              </p14:nvContentPartPr>
              <p14:xfrm>
                <a:off x="7502611" y="5220220"/>
                <a:ext cx="48600" cy="651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4BDD90C-0F82-B293-6DB4-0D7CCE7E6D3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484611" y="5202220"/>
                  <a:ext cx="842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D3DB697-6F35-8628-1E58-3A705910D76D}"/>
                    </a:ext>
                  </a:extLst>
                </p14:cNvPr>
                <p14:cNvContentPartPr/>
                <p14:nvPr/>
              </p14:nvContentPartPr>
              <p14:xfrm>
                <a:off x="7468051" y="5070100"/>
                <a:ext cx="7560" cy="9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D3DB697-6F35-8628-1E58-3A705910D76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450411" y="5052100"/>
                  <a:ext cx="432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891F004-180D-2636-A652-C5307017AB96}"/>
                    </a:ext>
                  </a:extLst>
                </p14:cNvPr>
                <p14:cNvContentPartPr/>
                <p14:nvPr/>
              </p14:nvContentPartPr>
              <p14:xfrm>
                <a:off x="7675051" y="5120860"/>
                <a:ext cx="149400" cy="112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891F004-180D-2636-A652-C5307017AB9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657051" y="5102860"/>
                  <a:ext cx="18504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82DEA6E5-367A-449E-E895-5807FED2134D}"/>
              </a:ext>
            </a:extLst>
          </p:cNvPr>
          <p:cNvGrpSpPr/>
          <p:nvPr/>
        </p:nvGrpSpPr>
        <p:grpSpPr>
          <a:xfrm>
            <a:off x="5966851" y="5785780"/>
            <a:ext cx="1395720" cy="384840"/>
            <a:chOff x="5966851" y="5785780"/>
            <a:chExt cx="1395720" cy="38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7E0ECCA-3DFC-7FF3-D3A3-17418A1F8CE1}"/>
                    </a:ext>
                  </a:extLst>
                </p14:cNvPr>
                <p14:cNvContentPartPr/>
                <p14:nvPr/>
              </p14:nvContentPartPr>
              <p14:xfrm>
                <a:off x="5966851" y="5794060"/>
                <a:ext cx="58320" cy="37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7E0ECCA-3DFC-7FF3-D3A3-17418A1F8CE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949211" y="5776060"/>
                  <a:ext cx="9396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65C260C-49E6-FB0B-82DD-B3EC9EF4C0DC}"/>
                    </a:ext>
                  </a:extLst>
                </p14:cNvPr>
                <p14:cNvContentPartPr/>
                <p14:nvPr/>
              </p14:nvContentPartPr>
              <p14:xfrm>
                <a:off x="5984851" y="5804140"/>
                <a:ext cx="221760" cy="246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65C260C-49E6-FB0B-82DD-B3EC9EF4C0D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967211" y="5786140"/>
                  <a:ext cx="2574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E3461D6-DEAA-8740-A54F-C151577BAD92}"/>
                    </a:ext>
                  </a:extLst>
                </p14:cNvPr>
                <p14:cNvContentPartPr/>
                <p14:nvPr/>
              </p14:nvContentPartPr>
              <p14:xfrm>
                <a:off x="6329371" y="5940940"/>
                <a:ext cx="104040" cy="177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E3461D6-DEAA-8740-A54F-C151577BAD9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311731" y="5922940"/>
                  <a:ext cx="1396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9D82447-A27B-6E01-5637-0703C6563145}"/>
                    </a:ext>
                  </a:extLst>
                </p14:cNvPr>
                <p14:cNvContentPartPr/>
                <p14:nvPr/>
              </p14:nvContentPartPr>
              <p14:xfrm>
                <a:off x="6564091" y="5955340"/>
                <a:ext cx="81000" cy="972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9D82447-A27B-6E01-5637-0703C656314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546091" y="5937700"/>
                  <a:ext cx="116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42A3D2F-7CA1-F649-35DE-BA1B0382DEEA}"/>
                    </a:ext>
                  </a:extLst>
                </p14:cNvPr>
                <p14:cNvContentPartPr/>
                <p14:nvPr/>
              </p14:nvContentPartPr>
              <p14:xfrm>
                <a:off x="6845611" y="5785780"/>
                <a:ext cx="32760" cy="3027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42A3D2F-7CA1-F649-35DE-BA1B0382DEE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827971" y="5768140"/>
                  <a:ext cx="6840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FADD9B5-D995-5D1B-8A4A-A72BF725A0DF}"/>
                    </a:ext>
                  </a:extLst>
                </p14:cNvPr>
                <p14:cNvContentPartPr/>
                <p14:nvPr/>
              </p14:nvContentPartPr>
              <p14:xfrm>
                <a:off x="6757771" y="5909260"/>
                <a:ext cx="118800" cy="49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FADD9B5-D995-5D1B-8A4A-A72BF725A0D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739771" y="5891260"/>
                  <a:ext cx="1544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664D00A-9949-844B-FA0C-A29EBA47E7B2}"/>
                    </a:ext>
                  </a:extLst>
                </p14:cNvPr>
                <p14:cNvContentPartPr/>
                <p14:nvPr/>
              </p14:nvContentPartPr>
              <p14:xfrm>
                <a:off x="6975211" y="5883700"/>
                <a:ext cx="88560" cy="144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664D00A-9949-844B-FA0C-A29EBA47E7B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957211" y="5865700"/>
                  <a:ext cx="124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3592858-C414-4C41-7FD5-121B514D5C7D}"/>
                    </a:ext>
                  </a:extLst>
                </p14:cNvPr>
                <p14:cNvContentPartPr/>
                <p14:nvPr/>
              </p14:nvContentPartPr>
              <p14:xfrm>
                <a:off x="7194451" y="5912140"/>
                <a:ext cx="168120" cy="136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3592858-C414-4C41-7FD5-121B514D5C7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176811" y="5894500"/>
                  <a:ext cx="20376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65BF6A2-BCBA-E8DE-632B-D8F5720147E6}"/>
              </a:ext>
            </a:extLst>
          </p:cNvPr>
          <p:cNvGrpSpPr/>
          <p:nvPr/>
        </p:nvGrpSpPr>
        <p:grpSpPr>
          <a:xfrm>
            <a:off x="8380651" y="4747540"/>
            <a:ext cx="1686960" cy="1125000"/>
            <a:chOff x="8380651" y="4747540"/>
            <a:chExt cx="1686960" cy="112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FF83CCF-939B-2E33-E428-895A8FEAE52F}"/>
                    </a:ext>
                  </a:extLst>
                </p14:cNvPr>
                <p14:cNvContentPartPr/>
                <p14:nvPr/>
              </p14:nvContentPartPr>
              <p14:xfrm>
                <a:off x="8494051" y="4875340"/>
                <a:ext cx="66960" cy="448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FF83CCF-939B-2E33-E428-895A8FEAE52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476051" y="4857340"/>
                  <a:ext cx="10260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586D172-7F79-464D-1CDD-6070A3BB2F64}"/>
                    </a:ext>
                  </a:extLst>
                </p14:cNvPr>
                <p14:cNvContentPartPr/>
                <p14:nvPr/>
              </p14:nvContentPartPr>
              <p14:xfrm>
                <a:off x="8380651" y="5292220"/>
                <a:ext cx="358920" cy="360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586D172-7F79-464D-1CDD-6070A3BB2F6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363011" y="5274580"/>
                  <a:ext cx="3945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06FB5DC-82B0-E3C4-4098-530377B44EFF}"/>
                    </a:ext>
                  </a:extLst>
                </p14:cNvPr>
                <p14:cNvContentPartPr/>
                <p14:nvPr/>
              </p14:nvContentPartPr>
              <p14:xfrm>
                <a:off x="8514931" y="5447740"/>
                <a:ext cx="126720" cy="8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06FB5DC-82B0-E3C4-4098-530377B44EF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497291" y="5430100"/>
                  <a:ext cx="1623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F5DBEA3-2874-7C92-AA06-F842C3440460}"/>
                    </a:ext>
                  </a:extLst>
                </p14:cNvPr>
                <p14:cNvContentPartPr/>
                <p14:nvPr/>
              </p14:nvContentPartPr>
              <p14:xfrm>
                <a:off x="8599891" y="5448460"/>
                <a:ext cx="30600" cy="291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F5DBEA3-2874-7C92-AA06-F842C344046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581891" y="5430460"/>
                  <a:ext cx="662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5CBAECD-00DF-7D22-2D32-9DD7A92FDCA2}"/>
                    </a:ext>
                  </a:extLst>
                </p14:cNvPr>
                <p14:cNvContentPartPr/>
                <p14:nvPr/>
              </p14:nvContentPartPr>
              <p14:xfrm>
                <a:off x="8470291" y="4867060"/>
                <a:ext cx="470520" cy="25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5CBAECD-00DF-7D22-2D32-9DD7A92FDCA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452651" y="4849060"/>
                  <a:ext cx="5061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BF6FBAF-A371-4B49-3D7B-D310044E23C7}"/>
                    </a:ext>
                  </a:extLst>
                </p14:cNvPr>
                <p14:cNvContentPartPr/>
                <p14:nvPr/>
              </p14:nvContentPartPr>
              <p14:xfrm>
                <a:off x="8921371" y="4747540"/>
                <a:ext cx="331560" cy="170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BF6FBAF-A371-4B49-3D7B-D310044E23C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903371" y="4729900"/>
                  <a:ext cx="3672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FCB0865-1253-1554-F4F9-DA0ED4C735DC}"/>
                    </a:ext>
                  </a:extLst>
                </p14:cNvPr>
                <p14:cNvContentPartPr/>
                <p14:nvPr/>
              </p14:nvContentPartPr>
              <p14:xfrm>
                <a:off x="9253291" y="4872820"/>
                <a:ext cx="685440" cy="370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FCB0865-1253-1554-F4F9-DA0ED4C735D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235291" y="4854820"/>
                  <a:ext cx="721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8349F62-034A-2D0A-6070-5772DCDED565}"/>
                    </a:ext>
                  </a:extLst>
                </p14:cNvPr>
                <p14:cNvContentPartPr/>
                <p14:nvPr/>
              </p14:nvContentPartPr>
              <p14:xfrm>
                <a:off x="9896251" y="4844380"/>
                <a:ext cx="112320" cy="928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8349F62-034A-2D0A-6070-5772DCDED56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878251" y="4826740"/>
                  <a:ext cx="1479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32CE41C-8DA4-440A-0C3C-A4F0F7127219}"/>
                    </a:ext>
                  </a:extLst>
                </p14:cNvPr>
                <p14:cNvContentPartPr/>
                <p14:nvPr/>
              </p14:nvContentPartPr>
              <p14:xfrm>
                <a:off x="8629051" y="5731060"/>
                <a:ext cx="1438560" cy="141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32CE41C-8DA4-440A-0C3C-A4F0F712721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611051" y="5713060"/>
                  <a:ext cx="1474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8E71539-4755-5B47-DABB-5471B2F50FF8}"/>
                    </a:ext>
                  </a:extLst>
                </p14:cNvPr>
                <p14:cNvContentPartPr/>
                <p14:nvPr/>
              </p14:nvContentPartPr>
              <p14:xfrm>
                <a:off x="8818051" y="5290060"/>
                <a:ext cx="221400" cy="240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8E71539-4755-5B47-DABB-5471B2F50FF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800051" y="5272060"/>
                  <a:ext cx="257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67D50AB-161C-236D-A819-2CE20903EF8F}"/>
                    </a:ext>
                  </a:extLst>
                </p14:cNvPr>
                <p14:cNvContentPartPr/>
                <p14:nvPr/>
              </p14:nvContentPartPr>
              <p14:xfrm>
                <a:off x="9129451" y="5459620"/>
                <a:ext cx="53280" cy="177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67D50AB-161C-236D-A819-2CE20903EF8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111451" y="5441980"/>
                  <a:ext cx="889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8EBA8C-49A4-D39E-389A-1D0345C3767B}"/>
                    </a:ext>
                  </a:extLst>
                </p14:cNvPr>
                <p14:cNvContentPartPr/>
                <p14:nvPr/>
              </p14:nvContentPartPr>
              <p14:xfrm>
                <a:off x="9086611" y="5490220"/>
                <a:ext cx="339120" cy="1033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8EBA8C-49A4-D39E-389A-1D0345C3767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068611" y="5472220"/>
                  <a:ext cx="37476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8513133-EB4A-9729-4AFB-8163C8A8394B}"/>
              </a:ext>
            </a:extLst>
          </p:cNvPr>
          <p:cNvGrpSpPr/>
          <p:nvPr/>
        </p:nvGrpSpPr>
        <p:grpSpPr>
          <a:xfrm>
            <a:off x="8994451" y="4350820"/>
            <a:ext cx="558000" cy="252000"/>
            <a:chOff x="8994451" y="4350820"/>
            <a:chExt cx="558000" cy="25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639E9EB-3C16-E3A1-F453-F2BDEBCF1A20}"/>
                    </a:ext>
                  </a:extLst>
                </p14:cNvPr>
                <p14:cNvContentPartPr/>
                <p14:nvPr/>
              </p14:nvContentPartPr>
              <p14:xfrm>
                <a:off x="8996971" y="4373140"/>
                <a:ext cx="54000" cy="225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639E9EB-3C16-E3A1-F453-F2BDEBCF1A2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979331" y="4355140"/>
                  <a:ext cx="896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3F5B149-C6BD-BAB6-9FED-25B8C025B306}"/>
                    </a:ext>
                  </a:extLst>
                </p14:cNvPr>
                <p14:cNvContentPartPr/>
                <p14:nvPr/>
              </p14:nvContentPartPr>
              <p14:xfrm>
                <a:off x="8994451" y="4350820"/>
                <a:ext cx="71640" cy="1209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3F5B149-C6BD-BAB6-9FED-25B8C025B30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976451" y="4333180"/>
                  <a:ext cx="1072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7B600BE-CD7B-C9FE-AE9A-EADAEC0A60BF}"/>
                    </a:ext>
                  </a:extLst>
                </p14:cNvPr>
                <p14:cNvContentPartPr/>
                <p14:nvPr/>
              </p14:nvContentPartPr>
              <p14:xfrm>
                <a:off x="9164731" y="4458460"/>
                <a:ext cx="72360" cy="24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7B600BE-CD7B-C9FE-AE9A-EADAEC0A60BF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146731" y="4440460"/>
                  <a:ext cx="108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8619B63-D303-8371-0628-E56C77404E38}"/>
                    </a:ext>
                  </a:extLst>
                </p14:cNvPr>
                <p14:cNvContentPartPr/>
                <p14:nvPr/>
              </p14:nvContentPartPr>
              <p14:xfrm>
                <a:off x="9023611" y="4477900"/>
                <a:ext cx="165600" cy="16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8619B63-D303-8371-0628-E56C77404E3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005611" y="4459900"/>
                  <a:ext cx="201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B0BE3BF-FF85-8FAD-A63C-0FD2E805728D}"/>
                    </a:ext>
                  </a:extLst>
                </p14:cNvPr>
                <p14:cNvContentPartPr/>
                <p14:nvPr/>
              </p14:nvContentPartPr>
              <p14:xfrm>
                <a:off x="9192091" y="4421740"/>
                <a:ext cx="63720" cy="181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B0BE3BF-FF85-8FAD-A63C-0FD2E805728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174451" y="4403740"/>
                  <a:ext cx="993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14589A5-AC50-33EE-4356-F7DD38513803}"/>
                    </a:ext>
                  </a:extLst>
                </p14:cNvPr>
                <p14:cNvContentPartPr/>
                <p14:nvPr/>
              </p14:nvContentPartPr>
              <p14:xfrm>
                <a:off x="9183091" y="4437580"/>
                <a:ext cx="369360" cy="103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14589A5-AC50-33EE-4356-F7DD38513803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165091" y="4419580"/>
                  <a:ext cx="405000" cy="13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6A191C8-9C53-6C86-AEAE-FD9CAD0A072C}"/>
              </a:ext>
            </a:extLst>
          </p:cNvPr>
          <p:cNvGrpSpPr/>
          <p:nvPr/>
        </p:nvGrpSpPr>
        <p:grpSpPr>
          <a:xfrm>
            <a:off x="7847491" y="6006460"/>
            <a:ext cx="2359080" cy="781560"/>
            <a:chOff x="7847491" y="6006460"/>
            <a:chExt cx="2359080" cy="78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BDE55D2-B6A0-C514-DC3A-07BA5380EB80}"/>
                    </a:ext>
                  </a:extLst>
                </p14:cNvPr>
                <p14:cNvContentPartPr/>
                <p14:nvPr/>
              </p14:nvContentPartPr>
              <p14:xfrm>
                <a:off x="8580091" y="6106180"/>
                <a:ext cx="27360" cy="2134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BDE55D2-B6A0-C514-DC3A-07BA5380EB80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562451" y="6088180"/>
                  <a:ext cx="630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487F87E-9D4C-007D-216C-875D50895B59}"/>
                    </a:ext>
                  </a:extLst>
                </p14:cNvPr>
                <p14:cNvContentPartPr/>
                <p14:nvPr/>
              </p14:nvContentPartPr>
              <p14:xfrm>
                <a:off x="8608531" y="6357820"/>
                <a:ext cx="13680" cy="28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487F87E-9D4C-007D-216C-875D50895B5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590531" y="6340180"/>
                  <a:ext cx="493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D1FC7F-ED56-9AE3-34EC-102AC3FB7E91}"/>
                    </a:ext>
                  </a:extLst>
                </p14:cNvPr>
                <p14:cNvContentPartPr/>
                <p14:nvPr/>
              </p14:nvContentPartPr>
              <p14:xfrm>
                <a:off x="8486851" y="6315700"/>
                <a:ext cx="373680" cy="3124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D1FC7F-ED56-9AE3-34EC-102AC3FB7E9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468851" y="6297700"/>
                  <a:ext cx="4093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88544E7-3F59-2A9E-5621-69EACB514EA0}"/>
                    </a:ext>
                  </a:extLst>
                </p14:cNvPr>
                <p14:cNvContentPartPr/>
                <p14:nvPr/>
              </p14:nvContentPartPr>
              <p14:xfrm>
                <a:off x="8651011" y="6457180"/>
                <a:ext cx="23760" cy="84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88544E7-3F59-2A9E-5621-69EACB514EA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633371" y="6439180"/>
                  <a:ext cx="59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4E84D21-953C-243D-0F1B-3645624119A8}"/>
                    </a:ext>
                  </a:extLst>
                </p14:cNvPr>
                <p14:cNvContentPartPr/>
                <p14:nvPr/>
              </p14:nvContentPartPr>
              <p14:xfrm>
                <a:off x="8600611" y="6402100"/>
                <a:ext cx="94680" cy="96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4E84D21-953C-243D-0F1B-3645624119A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582611" y="6384460"/>
                  <a:ext cx="1303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037B761-3006-6222-C6E2-3524F975CB5F}"/>
                    </a:ext>
                  </a:extLst>
                </p14:cNvPr>
                <p14:cNvContentPartPr/>
                <p14:nvPr/>
              </p14:nvContentPartPr>
              <p14:xfrm>
                <a:off x="8715091" y="6609100"/>
                <a:ext cx="11520" cy="1692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037B761-3006-6222-C6E2-3524F975CB5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697091" y="6591460"/>
                  <a:ext cx="471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9281D5A-410E-A0CA-4FB8-91E261929F79}"/>
                    </a:ext>
                  </a:extLst>
                </p14:cNvPr>
                <p14:cNvContentPartPr/>
                <p14:nvPr/>
              </p14:nvContentPartPr>
              <p14:xfrm>
                <a:off x="8568571" y="6068020"/>
                <a:ext cx="617040" cy="79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9281D5A-410E-A0CA-4FB8-91E261929F7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550931" y="6050380"/>
                  <a:ext cx="6526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889BE40-30C7-77C6-84AC-892E5A5B4ACE}"/>
                    </a:ext>
                  </a:extLst>
                </p14:cNvPr>
                <p14:cNvContentPartPr/>
                <p14:nvPr/>
              </p14:nvContentPartPr>
              <p14:xfrm>
                <a:off x="9103171" y="6109420"/>
                <a:ext cx="29520" cy="2134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889BE40-30C7-77C6-84AC-892E5A5B4AC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085531" y="6091420"/>
                  <a:ext cx="651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9258232-E198-CEA4-5A39-B548D458D51D}"/>
                    </a:ext>
                  </a:extLst>
                </p14:cNvPr>
                <p14:cNvContentPartPr/>
                <p14:nvPr/>
              </p14:nvContentPartPr>
              <p14:xfrm>
                <a:off x="9112531" y="6334780"/>
                <a:ext cx="96120" cy="1771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9258232-E198-CEA4-5A39-B548D458D51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094891" y="6316780"/>
                  <a:ext cx="1317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2068AA-6A0E-2E7B-8650-962536C5F5EB}"/>
                    </a:ext>
                  </a:extLst>
                </p14:cNvPr>
                <p14:cNvContentPartPr/>
                <p14:nvPr/>
              </p14:nvContentPartPr>
              <p14:xfrm>
                <a:off x="8709691" y="6537100"/>
                <a:ext cx="527760" cy="225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2068AA-6A0E-2E7B-8650-962536C5F5E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92051" y="6519100"/>
                  <a:ext cx="5634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D6C6902-2437-34FF-C2CF-C232DB668DC1}"/>
                    </a:ext>
                  </a:extLst>
                </p14:cNvPr>
                <p14:cNvContentPartPr/>
                <p14:nvPr/>
              </p14:nvContentPartPr>
              <p14:xfrm>
                <a:off x="9203611" y="6734020"/>
                <a:ext cx="951120" cy="50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D6C6902-2437-34FF-C2CF-C232DB668DC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85611" y="6716020"/>
                  <a:ext cx="986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F03AAB0-2399-DE1F-0D7F-D3691E7DCC72}"/>
                    </a:ext>
                  </a:extLst>
                </p14:cNvPr>
                <p14:cNvContentPartPr/>
                <p14:nvPr/>
              </p14:nvContentPartPr>
              <p14:xfrm>
                <a:off x="10108291" y="6754900"/>
                <a:ext cx="98280" cy="331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F03AAB0-2399-DE1F-0D7F-D3691E7DCC72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090291" y="6737260"/>
                  <a:ext cx="1339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60D5592-FAF4-294F-BF35-D7C1C231AE34}"/>
                    </a:ext>
                  </a:extLst>
                </p14:cNvPr>
                <p14:cNvContentPartPr/>
                <p14:nvPr/>
              </p14:nvContentPartPr>
              <p14:xfrm>
                <a:off x="9176971" y="6006460"/>
                <a:ext cx="952920" cy="76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60D5592-FAF4-294F-BF35-D7C1C231AE34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159331" y="5988460"/>
                  <a:ext cx="9885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4C959CC-1F9A-EE42-4631-B88D2970D319}"/>
                    </a:ext>
                  </a:extLst>
                </p14:cNvPr>
                <p14:cNvContentPartPr/>
                <p14:nvPr/>
              </p14:nvContentPartPr>
              <p14:xfrm>
                <a:off x="9378931" y="6365740"/>
                <a:ext cx="79200" cy="2156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4C959CC-1F9A-EE42-4631-B88D2970D31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360931" y="6348100"/>
                  <a:ext cx="114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0AE9B78-50E0-9704-1581-D3961191DCDC}"/>
                    </a:ext>
                  </a:extLst>
                </p14:cNvPr>
                <p14:cNvContentPartPr/>
                <p14:nvPr/>
              </p14:nvContentPartPr>
              <p14:xfrm>
                <a:off x="9413851" y="6375820"/>
                <a:ext cx="184680" cy="144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0AE9B78-50E0-9704-1581-D3961191DCD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395851" y="6357820"/>
                  <a:ext cx="2203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BA60027-F2AD-5B98-EF71-8D9B41629F98}"/>
                    </a:ext>
                  </a:extLst>
                </p14:cNvPr>
                <p14:cNvContentPartPr/>
                <p14:nvPr/>
              </p14:nvContentPartPr>
              <p14:xfrm>
                <a:off x="7877371" y="6443140"/>
                <a:ext cx="132480" cy="1699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BA60027-F2AD-5B98-EF71-8D9B41629F98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859371" y="6425140"/>
                  <a:ext cx="1681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5893C94-5E1C-2938-F395-CC5524C2FAC2}"/>
                    </a:ext>
                  </a:extLst>
                </p14:cNvPr>
                <p14:cNvContentPartPr/>
                <p14:nvPr/>
              </p14:nvContentPartPr>
              <p14:xfrm>
                <a:off x="7847491" y="6381940"/>
                <a:ext cx="92160" cy="795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5893C94-5E1C-2938-F395-CC5524C2FAC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829851" y="6363940"/>
                  <a:ext cx="1278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E7BE471-4982-BD78-7A01-D71DB61679F0}"/>
                    </a:ext>
                  </a:extLst>
                </p14:cNvPr>
                <p14:cNvContentPartPr/>
                <p14:nvPr/>
              </p14:nvContentPartPr>
              <p14:xfrm>
                <a:off x="7967731" y="6579220"/>
                <a:ext cx="95400" cy="500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E7BE471-4982-BD78-7A01-D71DB61679F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950091" y="6561580"/>
                  <a:ext cx="1310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A20590F-7DC4-98F0-CBE5-62F94D4CC4B1}"/>
                    </a:ext>
                  </a:extLst>
                </p14:cNvPr>
                <p14:cNvContentPartPr/>
                <p14:nvPr/>
              </p14:nvContentPartPr>
              <p14:xfrm>
                <a:off x="8066731" y="6442060"/>
                <a:ext cx="172440" cy="1216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A20590F-7DC4-98F0-CBE5-62F94D4CC4B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048731" y="6424420"/>
                  <a:ext cx="2080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24FBD39-E78C-E271-48AE-F9DE2965BD89}"/>
                    </a:ext>
                  </a:extLst>
                </p14:cNvPr>
                <p14:cNvContentPartPr/>
                <p14:nvPr/>
              </p14:nvContentPartPr>
              <p14:xfrm>
                <a:off x="8275891" y="6390220"/>
                <a:ext cx="78840" cy="968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24FBD39-E78C-E271-48AE-F9DE2965BD8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257891" y="6372220"/>
                  <a:ext cx="114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52AD93C-ACE3-64C3-C0F1-ABC41250FD0B}"/>
                    </a:ext>
                  </a:extLst>
                </p14:cNvPr>
                <p14:cNvContentPartPr/>
                <p14:nvPr/>
              </p14:nvContentPartPr>
              <p14:xfrm>
                <a:off x="8363011" y="6363220"/>
                <a:ext cx="74880" cy="435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52AD93C-ACE3-64C3-C0F1-ABC41250FD0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345011" y="6345580"/>
                  <a:ext cx="1105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A74930A-E174-171D-07FA-CD1F1F59FC2A}"/>
                    </a:ext>
                  </a:extLst>
                </p14:cNvPr>
                <p14:cNvContentPartPr/>
                <p14:nvPr/>
              </p14:nvContentPartPr>
              <p14:xfrm>
                <a:off x="8428891" y="6184300"/>
                <a:ext cx="92880" cy="127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A74930A-E174-171D-07FA-CD1F1F59FC2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410891" y="6166300"/>
                  <a:ext cx="1285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246D62B-BFD8-139A-F393-FFA6CEA0FEF7}"/>
                    </a:ext>
                  </a:extLst>
                </p14:cNvPr>
                <p14:cNvContentPartPr/>
                <p14:nvPr/>
              </p14:nvContentPartPr>
              <p14:xfrm>
                <a:off x="8473171" y="6210940"/>
                <a:ext cx="54000" cy="98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246D62B-BFD8-139A-F393-FFA6CEA0FEF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455531" y="6192940"/>
                  <a:ext cx="896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49FFC19-8B2A-70EE-CD9D-B7B7F51C0185}"/>
                    </a:ext>
                  </a:extLst>
                </p14:cNvPr>
                <p14:cNvContentPartPr/>
                <p14:nvPr/>
              </p14:nvContentPartPr>
              <p14:xfrm>
                <a:off x="9692131" y="6492460"/>
                <a:ext cx="135720" cy="1159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49FFC19-8B2A-70EE-CD9D-B7B7F51C0185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674131" y="6474460"/>
                  <a:ext cx="1713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8553EF2-4C71-43EE-7734-CB111DE3C19C}"/>
                    </a:ext>
                  </a:extLst>
                </p14:cNvPr>
                <p14:cNvContentPartPr/>
                <p14:nvPr/>
              </p14:nvContentPartPr>
              <p14:xfrm>
                <a:off x="9920731" y="6449980"/>
                <a:ext cx="76680" cy="1108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8553EF2-4C71-43EE-7734-CB111DE3C19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903091" y="6432340"/>
                  <a:ext cx="1123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8E02370-BCDD-85DB-24F7-DBC37D76F4DA}"/>
                    </a:ext>
                  </a:extLst>
                </p14:cNvPr>
                <p14:cNvContentPartPr/>
                <p14:nvPr/>
              </p14:nvContentPartPr>
              <p14:xfrm>
                <a:off x="10033411" y="6407140"/>
                <a:ext cx="49680" cy="1141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8E02370-BCDD-85DB-24F7-DBC37D76F4D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015771" y="6389140"/>
                  <a:ext cx="85320" cy="149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3059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2DF6855-4C71-0076-4970-52502DE18066}"/>
              </a:ext>
            </a:extLst>
          </p:cNvPr>
          <p:cNvGrpSpPr/>
          <p:nvPr/>
        </p:nvGrpSpPr>
        <p:grpSpPr>
          <a:xfrm>
            <a:off x="980851" y="1579180"/>
            <a:ext cx="4745160" cy="4956480"/>
            <a:chOff x="980851" y="1579180"/>
            <a:chExt cx="4745160" cy="495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6EF1824-1C7A-DA4D-173D-26E74E23804E}"/>
                    </a:ext>
                  </a:extLst>
                </p14:cNvPr>
                <p14:cNvContentPartPr/>
                <p14:nvPr/>
              </p14:nvContentPartPr>
              <p14:xfrm>
                <a:off x="1150051" y="1580620"/>
                <a:ext cx="3354120" cy="184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6EF1824-1C7A-DA4D-173D-26E74E23804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32051" y="1562980"/>
                  <a:ext cx="3389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27BED37-B86D-44E8-1D4A-7CDA7A66C14C}"/>
                    </a:ext>
                  </a:extLst>
                </p14:cNvPr>
                <p14:cNvContentPartPr/>
                <p14:nvPr/>
              </p14:nvContentPartPr>
              <p14:xfrm>
                <a:off x="1805971" y="1649020"/>
                <a:ext cx="3067920" cy="3899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27BED37-B86D-44E8-1D4A-7CDA7A66C14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788331" y="1631020"/>
                  <a:ext cx="3103560" cy="39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E8A93D0-83B8-872F-7E1A-CE71BC0166C2}"/>
                    </a:ext>
                  </a:extLst>
                </p14:cNvPr>
                <p14:cNvContentPartPr/>
                <p14:nvPr/>
              </p14:nvContentPartPr>
              <p14:xfrm>
                <a:off x="980851" y="1579180"/>
                <a:ext cx="85680" cy="3872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E8A93D0-83B8-872F-7E1A-CE71BC0166C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62851" y="1561180"/>
                  <a:ext cx="121320" cy="39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089AC7C-0710-5878-82F1-03F255E90454}"/>
                    </a:ext>
                  </a:extLst>
                </p14:cNvPr>
                <p14:cNvContentPartPr/>
                <p14:nvPr/>
              </p14:nvContentPartPr>
              <p14:xfrm>
                <a:off x="1205491" y="5551780"/>
                <a:ext cx="47520" cy="4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089AC7C-0710-5878-82F1-03F255E9045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87491" y="5534140"/>
                  <a:ext cx="83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4E3791A-B64F-09E0-6CA7-B32574DF575E}"/>
                    </a:ext>
                  </a:extLst>
                </p14:cNvPr>
                <p14:cNvContentPartPr/>
                <p14:nvPr/>
              </p14:nvContentPartPr>
              <p14:xfrm>
                <a:off x="1688971" y="3573220"/>
                <a:ext cx="1024200" cy="2855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4E3791A-B64F-09E0-6CA7-B32574DF575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70971" y="3555580"/>
                  <a:ext cx="1059840" cy="28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050B48-BF95-1212-A99A-11BED507D6C9}"/>
                    </a:ext>
                  </a:extLst>
                </p14:cNvPr>
                <p14:cNvContentPartPr/>
                <p14:nvPr/>
              </p14:nvContentPartPr>
              <p14:xfrm>
                <a:off x="4823131" y="2695900"/>
                <a:ext cx="833400" cy="2361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050B48-BF95-1212-A99A-11BED507D6C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805131" y="2677900"/>
                  <a:ext cx="869040" cy="23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4DC9C20-5A75-76AF-6095-A2D96EC8F51F}"/>
                    </a:ext>
                  </a:extLst>
                </p14:cNvPr>
                <p14:cNvContentPartPr/>
                <p14:nvPr/>
              </p14:nvContentPartPr>
              <p14:xfrm>
                <a:off x="1281811" y="3103420"/>
                <a:ext cx="817560" cy="968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4DC9C20-5A75-76AF-6095-A2D96EC8F51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63811" y="3085420"/>
                  <a:ext cx="853200" cy="10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25E95D9-05B6-9D6E-5F5E-CFDDE5C12FB4}"/>
                    </a:ext>
                  </a:extLst>
                </p14:cNvPr>
                <p14:cNvContentPartPr/>
                <p14:nvPr/>
              </p14:nvContentPartPr>
              <p14:xfrm>
                <a:off x="4416691" y="2118820"/>
                <a:ext cx="1023840" cy="1049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25E95D9-05B6-9D6E-5F5E-CFDDE5C12FB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99051" y="2100820"/>
                  <a:ext cx="1059480" cy="10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031C537-9550-D512-2788-076D6AA4B6AC}"/>
                    </a:ext>
                  </a:extLst>
                </p14:cNvPr>
                <p14:cNvContentPartPr/>
                <p14:nvPr/>
              </p14:nvContentPartPr>
              <p14:xfrm>
                <a:off x="2834851" y="6090700"/>
                <a:ext cx="868680" cy="348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031C537-9550-D512-2788-076D6AA4B6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816851" y="6072700"/>
                  <a:ext cx="9043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AC8029-ACBF-8C94-94F9-E73874C91E32}"/>
                    </a:ext>
                  </a:extLst>
                </p14:cNvPr>
                <p14:cNvContentPartPr/>
                <p14:nvPr/>
              </p14:nvContentPartPr>
              <p14:xfrm>
                <a:off x="3570691" y="5876140"/>
                <a:ext cx="397800" cy="659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AC8029-ACBF-8C94-94F9-E73874C91E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552691" y="5858500"/>
                  <a:ext cx="433440" cy="69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DC82772-4A91-555A-0C3D-CA2892B9A644}"/>
                    </a:ext>
                  </a:extLst>
                </p14:cNvPr>
                <p14:cNvContentPartPr/>
                <p14:nvPr/>
              </p14:nvContentPartPr>
              <p14:xfrm>
                <a:off x="3596611" y="5519380"/>
                <a:ext cx="1200240" cy="93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DC82772-4A91-555A-0C3D-CA2892B9A64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578971" y="5501740"/>
                  <a:ext cx="1235880" cy="9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9086C1-C666-22C8-7963-B5E8F21A9C05}"/>
                    </a:ext>
                  </a:extLst>
                </p14:cNvPr>
                <p14:cNvContentPartPr/>
                <p14:nvPr/>
              </p14:nvContentPartPr>
              <p14:xfrm>
                <a:off x="4428211" y="5345860"/>
                <a:ext cx="1101600" cy="592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9086C1-C666-22C8-7963-B5E8F21A9C0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410211" y="5328220"/>
                  <a:ext cx="1137240" cy="62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3A1A46E-4A50-964A-9A68-6E8B78592B26}"/>
                    </a:ext>
                  </a:extLst>
                </p14:cNvPr>
                <p14:cNvContentPartPr/>
                <p14:nvPr/>
              </p14:nvContentPartPr>
              <p14:xfrm>
                <a:off x="4846171" y="6257380"/>
                <a:ext cx="257400" cy="258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3A1A46E-4A50-964A-9A68-6E8B78592B2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828171" y="6239740"/>
                  <a:ext cx="2930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7C6EBF5-F517-B9A2-27D8-7401559819D3}"/>
                    </a:ext>
                  </a:extLst>
                </p14:cNvPr>
                <p14:cNvContentPartPr/>
                <p14:nvPr/>
              </p14:nvContentPartPr>
              <p14:xfrm>
                <a:off x="5114731" y="6272500"/>
                <a:ext cx="122040" cy="184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7C6EBF5-F517-B9A2-27D8-7401559819D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096731" y="6254860"/>
                  <a:ext cx="1576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34A67B9-81B3-8483-1C45-1E106EA2D7CF}"/>
                    </a:ext>
                  </a:extLst>
                </p14:cNvPr>
                <p14:cNvContentPartPr/>
                <p14:nvPr/>
              </p14:nvContentPartPr>
              <p14:xfrm>
                <a:off x="5331811" y="6191500"/>
                <a:ext cx="177120" cy="19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34A67B9-81B3-8483-1C45-1E106EA2D7C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314171" y="6173500"/>
                  <a:ext cx="2127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E5338A0-449D-70DA-041B-5D35E34C5547}"/>
                    </a:ext>
                  </a:extLst>
                </p14:cNvPr>
                <p14:cNvContentPartPr/>
                <p14:nvPr/>
              </p14:nvContentPartPr>
              <p14:xfrm>
                <a:off x="5557171" y="6013300"/>
                <a:ext cx="168840" cy="3002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E5338A0-449D-70DA-041B-5D35E34C554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39171" y="5995300"/>
                  <a:ext cx="2044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9CB02BB-38F4-BF34-6538-39A55AC6404A}"/>
                    </a:ext>
                  </a:extLst>
                </p14:cNvPr>
                <p14:cNvContentPartPr/>
                <p14:nvPr/>
              </p14:nvContentPartPr>
              <p14:xfrm>
                <a:off x="5569051" y="5342620"/>
                <a:ext cx="50040" cy="47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9CB02BB-38F4-BF34-6538-39A55AC6404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551411" y="5324620"/>
                  <a:ext cx="856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0E4B4AC0-E6CF-CC49-FB39-B3AD8DDB622F}"/>
                  </a:ext>
                </a:extLst>
              </p14:cNvPr>
              <p14:cNvContentPartPr/>
              <p14:nvPr/>
            </p14:nvContentPartPr>
            <p14:xfrm>
              <a:off x="2684011" y="6383740"/>
              <a:ext cx="138960" cy="1087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0E4B4AC0-E6CF-CC49-FB39-B3AD8DDB622F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666371" y="6366100"/>
                <a:ext cx="174600" cy="14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F95B9000-F27D-11D8-1413-9C871DFB66DE}"/>
              </a:ext>
            </a:extLst>
          </p:cNvPr>
          <p:cNvGrpSpPr/>
          <p:nvPr/>
        </p:nvGrpSpPr>
        <p:grpSpPr>
          <a:xfrm>
            <a:off x="6575971" y="350860"/>
            <a:ext cx="1896480" cy="612720"/>
            <a:chOff x="6575971" y="350860"/>
            <a:chExt cx="1896480" cy="61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15882B-0E90-9925-679B-8EF2759E4655}"/>
                    </a:ext>
                  </a:extLst>
                </p14:cNvPr>
                <p14:cNvContentPartPr/>
                <p14:nvPr/>
              </p14:nvContentPartPr>
              <p14:xfrm>
                <a:off x="6575971" y="350860"/>
                <a:ext cx="324720" cy="456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15882B-0E90-9925-679B-8EF2759E465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557971" y="332860"/>
                  <a:ext cx="36036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934BC59-9042-0A45-A470-C582D1E156E5}"/>
                    </a:ext>
                  </a:extLst>
                </p14:cNvPr>
                <p14:cNvContentPartPr/>
                <p14:nvPr/>
              </p14:nvContentPartPr>
              <p14:xfrm>
                <a:off x="7067011" y="724180"/>
                <a:ext cx="50400" cy="23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934BC59-9042-0A45-A470-C582D1E156E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49371" y="706540"/>
                  <a:ext cx="860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971ABA8-756D-CD87-8B70-405757063A1C}"/>
                    </a:ext>
                  </a:extLst>
                </p14:cNvPr>
                <p14:cNvContentPartPr/>
                <p14:nvPr/>
              </p14:nvContentPartPr>
              <p14:xfrm>
                <a:off x="7012651" y="812740"/>
                <a:ext cx="155520" cy="67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971ABA8-756D-CD87-8B70-405757063A1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994651" y="794740"/>
                  <a:ext cx="1911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CA552B-2ADD-CFE1-34C5-518EB6C8933A}"/>
                    </a:ext>
                  </a:extLst>
                </p14:cNvPr>
                <p14:cNvContentPartPr/>
                <p14:nvPr/>
              </p14:nvContentPartPr>
              <p14:xfrm>
                <a:off x="7235851" y="740020"/>
                <a:ext cx="241560" cy="194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CA552B-2ADD-CFE1-34C5-518EB6C8933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18211" y="722020"/>
                  <a:ext cx="277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1888A4-B844-3CE0-25BC-33A1919D4BFF}"/>
                    </a:ext>
                  </a:extLst>
                </p14:cNvPr>
                <p14:cNvContentPartPr/>
                <p14:nvPr/>
              </p14:nvContentPartPr>
              <p14:xfrm>
                <a:off x="7508731" y="796900"/>
                <a:ext cx="113400" cy="102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1888A4-B844-3CE0-25BC-33A1919D4BF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91091" y="779260"/>
                  <a:ext cx="1490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AE20E4E-F0E2-9F2D-D9BC-750A5C22830B}"/>
                    </a:ext>
                  </a:extLst>
                </p14:cNvPr>
                <p14:cNvContentPartPr/>
                <p14:nvPr/>
              </p14:nvContentPartPr>
              <p14:xfrm>
                <a:off x="7651651" y="687820"/>
                <a:ext cx="166320" cy="161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AE20E4E-F0E2-9F2D-D9BC-750A5C22830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633651" y="669820"/>
                  <a:ext cx="2019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E6FA287-E708-BE18-2656-966CCD329048}"/>
                    </a:ext>
                  </a:extLst>
                </p14:cNvPr>
                <p14:cNvContentPartPr/>
                <p14:nvPr/>
              </p14:nvContentPartPr>
              <p14:xfrm>
                <a:off x="8043331" y="604300"/>
                <a:ext cx="47520" cy="32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E6FA287-E708-BE18-2656-966CCD32904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025331" y="586300"/>
                  <a:ext cx="831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DFE5A5-7897-53BD-742F-F6DDB43F94E9}"/>
                    </a:ext>
                  </a:extLst>
                </p14:cNvPr>
                <p14:cNvContentPartPr/>
                <p14:nvPr/>
              </p14:nvContentPartPr>
              <p14:xfrm>
                <a:off x="8072131" y="692860"/>
                <a:ext cx="71640" cy="34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DFE5A5-7897-53BD-742F-F6DDB43F94E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054491" y="674860"/>
                  <a:ext cx="1072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5EE4170-7B90-97E4-F472-46AC8C0646C9}"/>
                    </a:ext>
                  </a:extLst>
                </p14:cNvPr>
                <p14:cNvContentPartPr/>
                <p14:nvPr/>
              </p14:nvContentPartPr>
              <p14:xfrm>
                <a:off x="8235571" y="429700"/>
                <a:ext cx="16920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5EE4170-7B90-97E4-F472-46AC8C0646C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217931" y="412060"/>
                  <a:ext cx="2048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D5EFA97-95C7-3E99-F05B-4EC5443332D6}"/>
                    </a:ext>
                  </a:extLst>
                </p14:cNvPr>
                <p14:cNvContentPartPr/>
                <p14:nvPr/>
              </p14:nvContentPartPr>
              <p14:xfrm>
                <a:off x="8444371" y="938020"/>
                <a:ext cx="28080" cy="11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D5EFA97-95C7-3E99-F05B-4EC5443332D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426731" y="920380"/>
                  <a:ext cx="63720" cy="4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3B7D717-25FA-A50A-8E37-9752A3A93DC5}"/>
              </a:ext>
            </a:extLst>
          </p:cNvPr>
          <p:cNvGrpSpPr/>
          <p:nvPr/>
        </p:nvGrpSpPr>
        <p:grpSpPr>
          <a:xfrm>
            <a:off x="6881971" y="1291540"/>
            <a:ext cx="1646280" cy="498600"/>
            <a:chOff x="6881971" y="1291540"/>
            <a:chExt cx="1646280" cy="49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41678F4-2667-AE9C-8061-46DD1F7FCA93}"/>
                    </a:ext>
                  </a:extLst>
                </p14:cNvPr>
                <p14:cNvContentPartPr/>
                <p14:nvPr/>
              </p14:nvContentPartPr>
              <p14:xfrm>
                <a:off x="6885931" y="1308100"/>
                <a:ext cx="155520" cy="482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41678F4-2667-AE9C-8061-46DD1F7FCA9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868291" y="1290460"/>
                  <a:ext cx="19116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769AA09-9A0E-FD14-A9E0-6F255258CB1A}"/>
                    </a:ext>
                  </a:extLst>
                </p14:cNvPr>
                <p14:cNvContentPartPr/>
                <p14:nvPr/>
              </p14:nvContentPartPr>
              <p14:xfrm>
                <a:off x="6881971" y="1300900"/>
                <a:ext cx="238680" cy="229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769AA09-9A0E-FD14-A9E0-6F255258CB1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64331" y="1283260"/>
                  <a:ext cx="274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FA46001-F273-591F-3CA6-0469385B2F29}"/>
                    </a:ext>
                  </a:extLst>
                </p14:cNvPr>
                <p14:cNvContentPartPr/>
                <p14:nvPr/>
              </p14:nvContentPartPr>
              <p14:xfrm>
                <a:off x="7287331" y="1458940"/>
                <a:ext cx="46800" cy="207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FA46001-F273-591F-3CA6-0469385B2F2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269691" y="1440940"/>
                  <a:ext cx="824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B3CA759-F354-68D9-6A7B-8ED58B523E32}"/>
                    </a:ext>
                  </a:extLst>
                </p14:cNvPr>
                <p14:cNvContentPartPr/>
                <p14:nvPr/>
              </p14:nvContentPartPr>
              <p14:xfrm>
                <a:off x="7262851" y="1487380"/>
                <a:ext cx="447480" cy="187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B3CA759-F354-68D9-6A7B-8ED58B523E3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245211" y="1469380"/>
                  <a:ext cx="483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0171604-9192-BDFD-5D80-D58ED244A246}"/>
                    </a:ext>
                  </a:extLst>
                </p14:cNvPr>
                <p14:cNvContentPartPr/>
                <p14:nvPr/>
              </p14:nvContentPartPr>
              <p14:xfrm>
                <a:off x="7744531" y="1471540"/>
                <a:ext cx="204840" cy="16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0171604-9192-BDFD-5D80-D58ED244A24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26891" y="1453540"/>
                  <a:ext cx="2404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EEE7B8B-5B00-DC39-F37E-7C44ABBC85F6}"/>
                    </a:ext>
                  </a:extLst>
                </p14:cNvPr>
                <p14:cNvContentPartPr/>
                <p14:nvPr/>
              </p14:nvContentPartPr>
              <p14:xfrm>
                <a:off x="8102731" y="1377940"/>
                <a:ext cx="83880" cy="35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EEE7B8B-5B00-DC39-F37E-7C44ABBC85F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084731" y="1359940"/>
                  <a:ext cx="1195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64F21F9-E6FA-98B3-D78D-B49B79D9E870}"/>
                    </a:ext>
                  </a:extLst>
                </p14:cNvPr>
                <p14:cNvContentPartPr/>
                <p14:nvPr/>
              </p14:nvContentPartPr>
              <p14:xfrm>
                <a:off x="8160331" y="1428700"/>
                <a:ext cx="7920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64F21F9-E6FA-98B3-D78D-B49B79D9E87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142691" y="1410700"/>
                  <a:ext cx="1148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7C94807-8115-C578-FF47-120F0F946A07}"/>
                    </a:ext>
                  </a:extLst>
                </p14:cNvPr>
                <p14:cNvContentPartPr/>
                <p14:nvPr/>
              </p14:nvContentPartPr>
              <p14:xfrm>
                <a:off x="8329531" y="1291540"/>
                <a:ext cx="143640" cy="228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7C94807-8115-C578-FF47-120F0F946A0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311531" y="1273540"/>
                  <a:ext cx="1792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6ABAC24-C5C1-5535-2A42-1D74AEB8AEC0}"/>
                    </a:ext>
                  </a:extLst>
                </p14:cNvPr>
                <p14:cNvContentPartPr/>
                <p14:nvPr/>
              </p14:nvContentPartPr>
              <p14:xfrm>
                <a:off x="8526091" y="1590340"/>
                <a:ext cx="2160" cy="4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6ABAC24-C5C1-5535-2A42-1D74AEB8AEC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508451" y="1572700"/>
                  <a:ext cx="378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A1224B6-076A-6810-2821-D486FAB31690}"/>
              </a:ext>
            </a:extLst>
          </p:cNvPr>
          <p:cNvGrpSpPr/>
          <p:nvPr/>
        </p:nvGrpSpPr>
        <p:grpSpPr>
          <a:xfrm>
            <a:off x="8874211" y="262660"/>
            <a:ext cx="1868760" cy="1308960"/>
            <a:chOff x="8874211" y="262660"/>
            <a:chExt cx="1868760" cy="13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1D9D00-3AE9-FB5A-2E57-43D1132FC0A0}"/>
                    </a:ext>
                  </a:extLst>
                </p14:cNvPr>
                <p14:cNvContentPartPr/>
                <p14:nvPr/>
              </p14:nvContentPartPr>
              <p14:xfrm>
                <a:off x="9107131" y="409900"/>
                <a:ext cx="36000" cy="382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1D9D00-3AE9-FB5A-2E57-43D1132FC0A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089131" y="392260"/>
                  <a:ext cx="7164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37788A1-7D98-F0E5-5301-5464835BB485}"/>
                    </a:ext>
                  </a:extLst>
                </p14:cNvPr>
                <p14:cNvContentPartPr/>
                <p14:nvPr/>
              </p14:nvContentPartPr>
              <p14:xfrm>
                <a:off x="8874211" y="791140"/>
                <a:ext cx="421560" cy="54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37788A1-7D98-F0E5-5301-5464835BB48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56211" y="773140"/>
                  <a:ext cx="4572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EF74910-FE35-CB3D-1DD7-F7DFD207DE97}"/>
                    </a:ext>
                  </a:extLst>
                </p14:cNvPr>
                <p14:cNvContentPartPr/>
                <p14:nvPr/>
              </p14:nvContentPartPr>
              <p14:xfrm>
                <a:off x="9106771" y="428620"/>
                <a:ext cx="534240" cy="31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EF74910-FE35-CB3D-1DD7-F7DFD207DE9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088771" y="410620"/>
                  <a:ext cx="5698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282A7C3-C117-3037-D78E-1CA10A66229C}"/>
                    </a:ext>
                  </a:extLst>
                </p14:cNvPr>
                <p14:cNvContentPartPr/>
                <p14:nvPr/>
              </p14:nvContentPartPr>
              <p14:xfrm>
                <a:off x="9644251" y="262660"/>
                <a:ext cx="505080" cy="158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282A7C3-C117-3037-D78E-1CA10A66229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626611" y="245020"/>
                  <a:ext cx="5407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2A80771-90FA-F177-B3CD-EDD88BFE8B42}"/>
                    </a:ext>
                  </a:extLst>
                </p14:cNvPr>
                <p14:cNvContentPartPr/>
                <p14:nvPr/>
              </p14:nvContentPartPr>
              <p14:xfrm>
                <a:off x="10099651" y="383980"/>
                <a:ext cx="432360" cy="12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2A80771-90FA-F177-B3CD-EDD88BFE8B4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081651" y="365980"/>
                  <a:ext cx="468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625C7D2-0D09-AA72-1689-7DBD2195E386}"/>
                    </a:ext>
                  </a:extLst>
                </p14:cNvPr>
                <p14:cNvContentPartPr/>
                <p14:nvPr/>
              </p14:nvContentPartPr>
              <p14:xfrm>
                <a:off x="10581691" y="325660"/>
                <a:ext cx="74520" cy="115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625C7D2-0D09-AA72-1689-7DBD2195E38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563691" y="308020"/>
                  <a:ext cx="1101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59C9374-3B10-7CBE-17AF-9FDA787F3CAF}"/>
                    </a:ext>
                  </a:extLst>
                </p14:cNvPr>
                <p14:cNvContentPartPr/>
                <p14:nvPr/>
              </p14:nvContentPartPr>
              <p14:xfrm>
                <a:off x="9038371" y="959260"/>
                <a:ext cx="161640" cy="49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59C9374-3B10-7CBE-17AF-9FDA787F3CA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020371" y="941620"/>
                  <a:ext cx="1972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5171EAD-5392-D987-D3D8-20DD518A577D}"/>
                    </a:ext>
                  </a:extLst>
                </p14:cNvPr>
                <p14:cNvContentPartPr/>
                <p14:nvPr/>
              </p14:nvContentPartPr>
              <p14:xfrm>
                <a:off x="9138811" y="984820"/>
                <a:ext cx="109800" cy="586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5171EAD-5392-D987-D3D8-20DD518A577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120811" y="967180"/>
                  <a:ext cx="14544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D17F8B1-E0BE-961D-3964-389BC5BEE55C}"/>
                    </a:ext>
                  </a:extLst>
                </p14:cNvPr>
                <p14:cNvContentPartPr/>
                <p14:nvPr/>
              </p14:nvContentPartPr>
              <p14:xfrm>
                <a:off x="9271651" y="1501060"/>
                <a:ext cx="1388520" cy="568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D17F8B1-E0BE-961D-3964-389BC5BEE55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253651" y="1483060"/>
                  <a:ext cx="14241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31B3D03-0A26-214E-9DA1-04E2CA3F7D8F}"/>
                    </a:ext>
                  </a:extLst>
                </p14:cNvPr>
                <p14:cNvContentPartPr/>
                <p14:nvPr/>
              </p14:nvContentPartPr>
              <p14:xfrm>
                <a:off x="10665211" y="1476940"/>
                <a:ext cx="77760" cy="64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31B3D03-0A26-214E-9DA1-04E2CA3F7D8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647571" y="1459300"/>
                  <a:ext cx="1134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207EC58-F649-FEB8-3EB9-45F3D9A9AEEC}"/>
                    </a:ext>
                  </a:extLst>
                </p14:cNvPr>
                <p14:cNvContentPartPr/>
                <p14:nvPr/>
              </p14:nvContentPartPr>
              <p14:xfrm>
                <a:off x="9353011" y="974740"/>
                <a:ext cx="180720" cy="213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207EC58-F649-FEB8-3EB9-45F3D9A9AEE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335011" y="957100"/>
                  <a:ext cx="2163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641F92A-D2FD-0A8A-A030-45DFCA3F05C7}"/>
                    </a:ext>
                  </a:extLst>
                </p14:cNvPr>
                <p14:cNvContentPartPr/>
                <p14:nvPr/>
              </p14:nvContentPartPr>
              <p14:xfrm>
                <a:off x="9565771" y="1164460"/>
                <a:ext cx="111600" cy="48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641F92A-D2FD-0A8A-A030-45DFCA3F05C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547771" y="1146820"/>
                  <a:ext cx="147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D9A54BE-840C-A067-3BC6-353BF99C9F9E}"/>
                    </a:ext>
                  </a:extLst>
                </p14:cNvPr>
                <p14:cNvContentPartPr/>
                <p14:nvPr/>
              </p14:nvContentPartPr>
              <p14:xfrm>
                <a:off x="9632371" y="1114780"/>
                <a:ext cx="89280" cy="208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D9A54BE-840C-A067-3BC6-353BF99C9F9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614731" y="1097140"/>
                  <a:ext cx="12492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A266978-B1F7-B6DC-4016-2D327A02AA4C}"/>
              </a:ext>
            </a:extLst>
          </p:cNvPr>
          <p:cNvGrpSpPr/>
          <p:nvPr/>
        </p:nvGrpSpPr>
        <p:grpSpPr>
          <a:xfrm>
            <a:off x="9469291" y="52060"/>
            <a:ext cx="743760" cy="221040"/>
            <a:chOff x="9469291" y="52060"/>
            <a:chExt cx="74376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62F20E2-CA18-1647-00C4-8E5349C8E79E}"/>
                    </a:ext>
                  </a:extLst>
                </p14:cNvPr>
                <p14:cNvContentPartPr/>
                <p14:nvPr/>
              </p14:nvContentPartPr>
              <p14:xfrm>
                <a:off x="9490531" y="83380"/>
                <a:ext cx="97560" cy="189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62F20E2-CA18-1647-00C4-8E5349C8E79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472531" y="65380"/>
                  <a:ext cx="133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C5B0005-A6DD-54CC-A77E-E99B12C52EA5}"/>
                    </a:ext>
                  </a:extLst>
                </p14:cNvPr>
                <p14:cNvContentPartPr/>
                <p14:nvPr/>
              </p14:nvContentPartPr>
              <p14:xfrm>
                <a:off x="9469291" y="52060"/>
                <a:ext cx="134280" cy="144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C5B0005-A6DD-54CC-A77E-E99B12C52EA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451291" y="34420"/>
                  <a:ext cx="169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6B655DB-4B31-0852-B4FE-32036FCEB572}"/>
                    </a:ext>
                  </a:extLst>
                </p14:cNvPr>
                <p14:cNvContentPartPr/>
                <p14:nvPr/>
              </p14:nvContentPartPr>
              <p14:xfrm>
                <a:off x="9682771" y="117580"/>
                <a:ext cx="64440" cy="93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6B655DB-4B31-0852-B4FE-32036FCEB57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664771" y="99580"/>
                  <a:ext cx="1000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EA93B74-87D9-99E3-18B8-C825FE02D37C}"/>
                    </a:ext>
                  </a:extLst>
                </p14:cNvPr>
                <p14:cNvContentPartPr/>
                <p14:nvPr/>
              </p14:nvContentPartPr>
              <p14:xfrm>
                <a:off x="9674851" y="150700"/>
                <a:ext cx="110880" cy="41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EA93B74-87D9-99E3-18B8-C825FE02D37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657211" y="132700"/>
                  <a:ext cx="1465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1535C13-CB3E-EDEC-3B52-515356C1E99D}"/>
                    </a:ext>
                  </a:extLst>
                </p14:cNvPr>
                <p14:cNvContentPartPr/>
                <p14:nvPr/>
              </p14:nvContentPartPr>
              <p14:xfrm>
                <a:off x="9813811" y="138820"/>
                <a:ext cx="149400" cy="100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1535C13-CB3E-EDEC-3B52-515356C1E99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796171" y="120820"/>
                  <a:ext cx="1850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1DE4E1D-BD71-3301-AB0C-1F562C936AAD}"/>
                    </a:ext>
                  </a:extLst>
                </p14:cNvPr>
                <p14:cNvContentPartPr/>
                <p14:nvPr/>
              </p14:nvContentPartPr>
              <p14:xfrm>
                <a:off x="9992731" y="145300"/>
                <a:ext cx="96120" cy="795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1DE4E1D-BD71-3301-AB0C-1F562C936AA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974731" y="127300"/>
                  <a:ext cx="131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F85F6B6-AA2B-AB35-D84A-AC8644273EED}"/>
                    </a:ext>
                  </a:extLst>
                </p14:cNvPr>
                <p14:cNvContentPartPr/>
                <p14:nvPr/>
              </p14:nvContentPartPr>
              <p14:xfrm>
                <a:off x="10120891" y="73300"/>
                <a:ext cx="92160" cy="109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F85F6B6-AA2B-AB35-D84A-AC8644273EE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103251" y="55300"/>
                  <a:ext cx="12780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CF630399-913A-C199-BB4D-80BFC870B821}"/>
              </a:ext>
            </a:extLst>
          </p:cNvPr>
          <p:cNvGrpSpPr/>
          <p:nvPr/>
        </p:nvGrpSpPr>
        <p:grpSpPr>
          <a:xfrm>
            <a:off x="10469011" y="3026380"/>
            <a:ext cx="1307160" cy="1023840"/>
            <a:chOff x="10469011" y="3026380"/>
            <a:chExt cx="1307160" cy="102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EDCA74E-9152-0B66-6501-851CD540B465}"/>
                    </a:ext>
                  </a:extLst>
                </p14:cNvPr>
                <p14:cNvContentPartPr/>
                <p14:nvPr/>
              </p14:nvContentPartPr>
              <p14:xfrm>
                <a:off x="11000371" y="3051580"/>
                <a:ext cx="17280" cy="262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EDCA74E-9152-0B66-6501-851CD540B46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82371" y="3033940"/>
                  <a:ext cx="52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CACB0F1-759F-49A0-793F-E0E58DD31A8F}"/>
                    </a:ext>
                  </a:extLst>
                </p14:cNvPr>
                <p14:cNvContentPartPr/>
                <p14:nvPr/>
              </p14:nvContentPartPr>
              <p14:xfrm>
                <a:off x="10963291" y="3337420"/>
                <a:ext cx="127080" cy="213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CACB0F1-759F-49A0-793F-E0E58DD31A8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945651" y="3319780"/>
                  <a:ext cx="162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82D2D7C-1993-6001-80D6-C57E4DD9E5A8}"/>
                    </a:ext>
                  </a:extLst>
                </p14:cNvPr>
                <p14:cNvContentPartPr/>
                <p14:nvPr/>
              </p14:nvContentPartPr>
              <p14:xfrm>
                <a:off x="11076691" y="3596260"/>
                <a:ext cx="43200" cy="38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82D2D7C-1993-6001-80D6-C57E4DD9E5A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059051" y="3578620"/>
                  <a:ext cx="7884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1208C90-8E29-A30C-A5B6-4AE33801E07B}"/>
                    </a:ext>
                  </a:extLst>
                </p14:cNvPr>
                <p14:cNvContentPartPr/>
                <p14:nvPr/>
              </p14:nvContentPartPr>
              <p14:xfrm>
                <a:off x="10469011" y="3432100"/>
                <a:ext cx="20520" cy="1648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1208C90-8E29-A30C-A5B6-4AE33801E07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51011" y="3414100"/>
                  <a:ext cx="561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FF27E2-32AC-BA45-0BC8-21E921FBDEC5}"/>
                    </a:ext>
                  </a:extLst>
                </p14:cNvPr>
                <p14:cNvContentPartPr/>
                <p14:nvPr/>
              </p14:nvContentPartPr>
              <p14:xfrm>
                <a:off x="10587091" y="3393940"/>
                <a:ext cx="187920" cy="147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FF27E2-32AC-BA45-0BC8-21E921FBDEC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569091" y="3376300"/>
                  <a:ext cx="2235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D3336E6-45E7-6E11-ABDE-F0AB9236135E}"/>
                    </a:ext>
                  </a:extLst>
                </p14:cNvPr>
                <p14:cNvContentPartPr/>
                <p14:nvPr/>
              </p14:nvContentPartPr>
              <p14:xfrm>
                <a:off x="10817491" y="3604540"/>
                <a:ext cx="120960" cy="95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D3336E6-45E7-6E11-ABDE-F0AB9236135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799851" y="3586540"/>
                  <a:ext cx="1566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5C2B26F-30F5-FEF5-0987-319390BB11CE}"/>
                    </a:ext>
                  </a:extLst>
                </p14:cNvPr>
                <p14:cNvContentPartPr/>
                <p14:nvPr/>
              </p14:nvContentPartPr>
              <p14:xfrm>
                <a:off x="11043571" y="3026380"/>
                <a:ext cx="677520" cy="53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5C2B26F-30F5-FEF5-0987-319390BB11C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25931" y="3008740"/>
                  <a:ext cx="7131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B724AA9-23C8-9B2D-6FD2-59581E7C28CB}"/>
                    </a:ext>
                  </a:extLst>
                </p14:cNvPr>
                <p14:cNvContentPartPr/>
                <p14:nvPr/>
              </p14:nvContentPartPr>
              <p14:xfrm>
                <a:off x="11658451" y="3028540"/>
                <a:ext cx="74520" cy="368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B724AA9-23C8-9B2D-6FD2-59581E7C28C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640451" y="3010540"/>
                  <a:ext cx="11016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ADCC1B3-F2B4-DC3B-88E5-31CAB9B15F62}"/>
                    </a:ext>
                  </a:extLst>
                </p14:cNvPr>
                <p14:cNvContentPartPr/>
                <p14:nvPr/>
              </p14:nvContentPartPr>
              <p14:xfrm>
                <a:off x="11689771" y="3411580"/>
                <a:ext cx="81720" cy="2084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ADCC1B3-F2B4-DC3B-88E5-31CAB9B15F6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671771" y="3393580"/>
                  <a:ext cx="1173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269260A-032D-FFC2-A967-3DDA470E776C}"/>
                    </a:ext>
                  </a:extLst>
                </p14:cNvPr>
                <p14:cNvContentPartPr/>
                <p14:nvPr/>
              </p14:nvContentPartPr>
              <p14:xfrm>
                <a:off x="11739091" y="3652780"/>
                <a:ext cx="16560" cy="3733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269260A-032D-FFC2-A967-3DDA470E776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721091" y="3634780"/>
                  <a:ext cx="5220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E75D104-FE31-1A93-C5B5-284500ADBB5F}"/>
                    </a:ext>
                  </a:extLst>
                </p14:cNvPr>
                <p14:cNvContentPartPr/>
                <p14:nvPr/>
              </p14:nvContentPartPr>
              <p14:xfrm>
                <a:off x="11187931" y="3995860"/>
                <a:ext cx="588240" cy="54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E75D104-FE31-1A93-C5B5-284500ADBB5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170291" y="3978220"/>
                  <a:ext cx="62388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4BB4CA0-9D94-7B22-8D03-B5377E0D95EC}"/>
              </a:ext>
            </a:extLst>
          </p:cNvPr>
          <p:cNvGrpSpPr/>
          <p:nvPr/>
        </p:nvGrpSpPr>
        <p:grpSpPr>
          <a:xfrm>
            <a:off x="11359291" y="2649460"/>
            <a:ext cx="379800" cy="205560"/>
            <a:chOff x="11359291" y="2649460"/>
            <a:chExt cx="379800" cy="2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829C5E-2ABA-49BC-A1A6-C7DEF510F1FB}"/>
                    </a:ext>
                  </a:extLst>
                </p14:cNvPr>
                <p14:cNvContentPartPr/>
                <p14:nvPr/>
              </p14:nvContentPartPr>
              <p14:xfrm>
                <a:off x="11359291" y="2649460"/>
                <a:ext cx="14760" cy="205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829C5E-2ABA-49BC-A1A6-C7DEF510F1F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341291" y="2631820"/>
                  <a:ext cx="504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923F394-F2E1-F78F-F39C-76EF965CF37C}"/>
                    </a:ext>
                  </a:extLst>
                </p14:cNvPr>
                <p14:cNvContentPartPr/>
                <p14:nvPr/>
              </p14:nvContentPartPr>
              <p14:xfrm>
                <a:off x="11491051" y="2659180"/>
                <a:ext cx="248040" cy="161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923F394-F2E1-F78F-F39C-76EF965CF37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473051" y="2641180"/>
                  <a:ext cx="28368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26DEA4C-650B-D61D-2813-B1B98DB9E739}"/>
              </a:ext>
            </a:extLst>
          </p:cNvPr>
          <p:cNvGrpSpPr/>
          <p:nvPr/>
        </p:nvGrpSpPr>
        <p:grpSpPr>
          <a:xfrm>
            <a:off x="11717851" y="2334820"/>
            <a:ext cx="379080" cy="177840"/>
            <a:chOff x="11717851" y="2334820"/>
            <a:chExt cx="379080" cy="1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6051E78-0917-8A10-22F5-62DF64EA6527}"/>
                    </a:ext>
                  </a:extLst>
                </p14:cNvPr>
                <p14:cNvContentPartPr/>
                <p14:nvPr/>
              </p14:nvContentPartPr>
              <p14:xfrm>
                <a:off x="11717851" y="2334820"/>
                <a:ext cx="145800" cy="162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6051E78-0917-8A10-22F5-62DF64EA652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700211" y="2316820"/>
                  <a:ext cx="1814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BB12929-C398-2D2B-0321-35A4261762A3}"/>
                    </a:ext>
                  </a:extLst>
                </p14:cNvPr>
                <p14:cNvContentPartPr/>
                <p14:nvPr/>
              </p14:nvContentPartPr>
              <p14:xfrm>
                <a:off x="11962291" y="2380900"/>
                <a:ext cx="134640" cy="119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BB12929-C398-2D2B-0321-35A4261762A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944651" y="2362900"/>
                  <a:ext cx="1702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8861F43-443B-A725-63B4-570592CC6FA1}"/>
                    </a:ext>
                  </a:extLst>
                </p14:cNvPr>
                <p14:cNvContentPartPr/>
                <p14:nvPr/>
              </p14:nvContentPartPr>
              <p14:xfrm>
                <a:off x="11866891" y="2489620"/>
                <a:ext cx="111960" cy="23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8861F43-443B-A725-63B4-570592CC6FA1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849251" y="2471980"/>
                  <a:ext cx="147600" cy="5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8713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110" y="1017767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D09A178-DDB0-873D-3B0E-9CF36EB7E72B}"/>
              </a:ext>
            </a:extLst>
          </p:cNvPr>
          <p:cNvGrpSpPr/>
          <p:nvPr/>
        </p:nvGrpSpPr>
        <p:grpSpPr>
          <a:xfrm>
            <a:off x="6824371" y="995620"/>
            <a:ext cx="4482360" cy="1869120"/>
            <a:chOff x="6824371" y="995620"/>
            <a:chExt cx="4482360" cy="186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50D3686-BFE0-B1DB-A612-D017C4D3AF63}"/>
                    </a:ext>
                  </a:extLst>
                </p14:cNvPr>
                <p14:cNvContentPartPr/>
                <p14:nvPr/>
              </p14:nvContentPartPr>
              <p14:xfrm>
                <a:off x="7394251" y="1062940"/>
                <a:ext cx="83880" cy="619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50D3686-BFE0-B1DB-A612-D017C4D3AF6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76611" y="1045300"/>
                  <a:ext cx="119520" cy="65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AF4DDE-E1E7-B40B-535A-5214F325FCE5}"/>
                    </a:ext>
                  </a:extLst>
                </p14:cNvPr>
                <p14:cNvContentPartPr/>
                <p14:nvPr/>
              </p14:nvContentPartPr>
              <p14:xfrm>
                <a:off x="7246291" y="1671340"/>
                <a:ext cx="506880" cy="83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AF4DDE-E1E7-B40B-535A-5214F325FCE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228651" y="1653340"/>
                  <a:ext cx="5425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87D63D4-62CA-A314-2B62-9967592AE4EE}"/>
                    </a:ext>
                  </a:extLst>
                </p14:cNvPr>
                <p14:cNvContentPartPr/>
                <p14:nvPr/>
              </p14:nvContentPartPr>
              <p14:xfrm>
                <a:off x="7430251" y="1862140"/>
                <a:ext cx="134280" cy="16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87D63D4-62CA-A314-2B62-9967592AE4E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412251" y="1844500"/>
                  <a:ext cx="169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DCE9DA3-A597-7809-B61B-314E42212DA0}"/>
                    </a:ext>
                  </a:extLst>
                </p14:cNvPr>
                <p14:cNvContentPartPr/>
                <p14:nvPr/>
              </p14:nvContentPartPr>
              <p14:xfrm>
                <a:off x="7506211" y="1886620"/>
                <a:ext cx="20520" cy="458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DCE9DA3-A597-7809-B61B-314E42212DA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488571" y="1868980"/>
                  <a:ext cx="56160" cy="4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825C077-5628-7117-3CE5-1BCEFDE60C2B}"/>
                    </a:ext>
                  </a:extLst>
                </p14:cNvPr>
                <p14:cNvContentPartPr/>
                <p14:nvPr/>
              </p14:nvContentPartPr>
              <p14:xfrm>
                <a:off x="7441051" y="995620"/>
                <a:ext cx="1207440" cy="70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825C077-5628-7117-3CE5-1BCEFDE60C2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423051" y="977620"/>
                  <a:ext cx="12430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54DED82-4B4D-1AFC-CA4C-6F221B351B0E}"/>
                    </a:ext>
                  </a:extLst>
                </p14:cNvPr>
                <p14:cNvContentPartPr/>
                <p14:nvPr/>
              </p14:nvContentPartPr>
              <p14:xfrm>
                <a:off x="8575411" y="1030900"/>
                <a:ext cx="39600" cy="286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54DED82-4B4D-1AFC-CA4C-6F221B351B0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557411" y="1012900"/>
                  <a:ext cx="752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477804F-33FC-8B55-4A3F-7D7D50F5850E}"/>
                    </a:ext>
                  </a:extLst>
                </p14:cNvPr>
                <p14:cNvContentPartPr/>
                <p14:nvPr/>
              </p14:nvContentPartPr>
              <p14:xfrm>
                <a:off x="8540131" y="1314580"/>
                <a:ext cx="118800" cy="273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477804F-33FC-8B55-4A3F-7D7D50F5850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522491" y="1296940"/>
                  <a:ext cx="1544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BC00079-41C8-458E-B0E6-676E3681249F}"/>
                    </a:ext>
                  </a:extLst>
                </p14:cNvPr>
                <p14:cNvContentPartPr/>
                <p14:nvPr/>
              </p14:nvContentPartPr>
              <p14:xfrm>
                <a:off x="8632291" y="1585300"/>
                <a:ext cx="22680" cy="360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BC00079-41C8-458E-B0E6-676E368124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14291" y="1567300"/>
                  <a:ext cx="5832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AEE94EE-1F0B-DE28-4B04-20352A45AEA7}"/>
                    </a:ext>
                  </a:extLst>
                </p14:cNvPr>
                <p14:cNvContentPartPr/>
                <p14:nvPr/>
              </p14:nvContentPartPr>
              <p14:xfrm>
                <a:off x="7471651" y="1962940"/>
                <a:ext cx="1297440" cy="829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AEE94EE-1F0B-DE28-4B04-20352A45AEA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53651" y="1945300"/>
                  <a:ext cx="1333080" cy="86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D85F09E-4D27-27E5-7400-79BE9877EBC6}"/>
                    </a:ext>
                  </a:extLst>
                </p14:cNvPr>
                <p14:cNvContentPartPr/>
                <p14:nvPr/>
              </p14:nvContentPartPr>
              <p14:xfrm>
                <a:off x="7459411" y="2341660"/>
                <a:ext cx="27720" cy="5230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D85F09E-4D27-27E5-7400-79BE9877EBC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41411" y="2323660"/>
                  <a:ext cx="63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97816A-45A6-DB6B-9455-B614C10B0E1F}"/>
                    </a:ext>
                  </a:extLst>
                </p14:cNvPr>
                <p14:cNvContentPartPr/>
                <p14:nvPr/>
              </p14:nvContentPartPr>
              <p14:xfrm>
                <a:off x="6824371" y="1626700"/>
                <a:ext cx="65880" cy="257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97816A-45A6-DB6B-9455-B614C10B0E1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806731" y="1609060"/>
                  <a:ext cx="1015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548E794-3981-8895-394F-5CDCA1956321}"/>
                    </a:ext>
                  </a:extLst>
                </p14:cNvPr>
                <p14:cNvContentPartPr/>
                <p14:nvPr/>
              </p14:nvContentPartPr>
              <p14:xfrm>
                <a:off x="6928771" y="1587100"/>
                <a:ext cx="128880" cy="198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548E794-3981-8895-394F-5CDCA195632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910771" y="1569100"/>
                  <a:ext cx="164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6ECAE2D-EA2F-1E45-EAA1-06F6BF604986}"/>
                    </a:ext>
                  </a:extLst>
                </p14:cNvPr>
                <p14:cNvContentPartPr/>
                <p14:nvPr/>
              </p14:nvContentPartPr>
              <p14:xfrm>
                <a:off x="7052971" y="1379740"/>
                <a:ext cx="145440" cy="192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6ECAE2D-EA2F-1E45-EAA1-06F6BF60498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34971" y="1361740"/>
                  <a:ext cx="1810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93D640A-9C67-1813-AEC1-6C3B6BB23594}"/>
                    </a:ext>
                  </a:extLst>
                </p14:cNvPr>
                <p14:cNvContentPartPr/>
                <p14:nvPr/>
              </p14:nvContentPartPr>
              <p14:xfrm>
                <a:off x="8845411" y="1284700"/>
                <a:ext cx="39600" cy="206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93D640A-9C67-1813-AEC1-6C3B6BB2359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27771" y="1267060"/>
                  <a:ext cx="752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C57A2C3-6347-DA7F-D2D2-F75542E3E2C9}"/>
                    </a:ext>
                  </a:extLst>
                </p14:cNvPr>
                <p14:cNvContentPartPr/>
                <p14:nvPr/>
              </p14:nvContentPartPr>
              <p14:xfrm>
                <a:off x="9038731" y="1259500"/>
                <a:ext cx="57240" cy="154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C57A2C3-6347-DA7F-D2D2-F75542E3E2C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021091" y="1241860"/>
                  <a:ext cx="928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1AF1B6A-6BE8-F503-CDC3-6030B3A4D734}"/>
                    </a:ext>
                  </a:extLst>
                </p14:cNvPr>
                <p14:cNvContentPartPr/>
                <p14:nvPr/>
              </p14:nvContentPartPr>
              <p14:xfrm>
                <a:off x="9074731" y="1213060"/>
                <a:ext cx="179280" cy="145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1AF1B6A-6BE8-F503-CDC3-6030B3A4D73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57091" y="1195060"/>
                  <a:ext cx="2149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788A12D-31BD-BDBC-A7E5-BF97DB55F245}"/>
                    </a:ext>
                  </a:extLst>
                </p14:cNvPr>
                <p14:cNvContentPartPr/>
                <p14:nvPr/>
              </p14:nvContentPartPr>
              <p14:xfrm>
                <a:off x="9332851" y="1160860"/>
                <a:ext cx="241920" cy="1677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788A12D-31BD-BDBC-A7E5-BF97DB55F24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15211" y="1142860"/>
                  <a:ext cx="2775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C387AF8-0CAC-63D9-EA6F-9609CB032AC8}"/>
                    </a:ext>
                  </a:extLst>
                </p14:cNvPr>
                <p14:cNvContentPartPr/>
                <p14:nvPr/>
              </p14:nvContentPartPr>
              <p14:xfrm>
                <a:off x="8991931" y="2048980"/>
                <a:ext cx="173520" cy="180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C387AF8-0CAC-63D9-EA6F-9609CB032AC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974291" y="2030980"/>
                  <a:ext cx="2091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53688A5-5208-61FF-C1A7-56094F70E2E6}"/>
                    </a:ext>
                  </a:extLst>
                </p14:cNvPr>
                <p14:cNvContentPartPr/>
                <p14:nvPr/>
              </p14:nvContentPartPr>
              <p14:xfrm>
                <a:off x="9123331" y="2114500"/>
                <a:ext cx="38160" cy="216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53688A5-5208-61FF-C1A7-56094F70E2E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105691" y="2096500"/>
                  <a:ext cx="738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D03CA8F-BB79-59F0-A7F3-5C6189F72FC8}"/>
                    </a:ext>
                  </a:extLst>
                </p14:cNvPr>
                <p14:cNvContentPartPr/>
                <p14:nvPr/>
              </p14:nvContentPartPr>
              <p14:xfrm>
                <a:off x="9265171" y="2070220"/>
                <a:ext cx="54720" cy="200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D03CA8F-BB79-59F0-A7F3-5C6189F72FC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247171" y="2052580"/>
                  <a:ext cx="903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560C74A-8D45-8AC1-0233-426A1595A9A0}"/>
                    </a:ext>
                  </a:extLst>
                </p14:cNvPr>
                <p14:cNvContentPartPr/>
                <p14:nvPr/>
              </p14:nvContentPartPr>
              <p14:xfrm>
                <a:off x="9305491" y="2074540"/>
                <a:ext cx="111960" cy="117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560C74A-8D45-8AC1-0233-426A1595A9A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287491" y="2056900"/>
                  <a:ext cx="1476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56707A3-2A8F-0DFC-DB97-B1960FD57EA7}"/>
                    </a:ext>
                  </a:extLst>
                </p14:cNvPr>
                <p14:cNvContentPartPr/>
                <p14:nvPr/>
              </p14:nvContentPartPr>
              <p14:xfrm>
                <a:off x="9493411" y="2064460"/>
                <a:ext cx="180360" cy="149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56707A3-2A8F-0DFC-DB97-B1960FD57EA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475411" y="2046460"/>
                  <a:ext cx="216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E96ACC4-31F1-4C85-E258-CA4FAAF1F622}"/>
                    </a:ext>
                  </a:extLst>
                </p14:cNvPr>
                <p14:cNvContentPartPr/>
                <p14:nvPr/>
              </p14:nvContentPartPr>
              <p14:xfrm>
                <a:off x="8640211" y="1750900"/>
                <a:ext cx="72000" cy="33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E96ACC4-31F1-4C85-E258-CA4FAAF1F62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22211" y="1733260"/>
                  <a:ext cx="1076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7051680-B797-FF16-BA74-BE1D82A39549}"/>
                    </a:ext>
                  </a:extLst>
                </p14:cNvPr>
                <p14:cNvContentPartPr/>
                <p14:nvPr/>
              </p14:nvContentPartPr>
              <p14:xfrm>
                <a:off x="8637691" y="1754500"/>
                <a:ext cx="61560" cy="60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7051680-B797-FF16-BA74-BE1D82A3954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620051" y="1736500"/>
                  <a:ext cx="97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3ED3E28-BC11-BF6E-52AC-EFD787F18E59}"/>
                    </a:ext>
                  </a:extLst>
                </p14:cNvPr>
                <p14:cNvContentPartPr/>
                <p14:nvPr/>
              </p14:nvContentPartPr>
              <p14:xfrm>
                <a:off x="8657491" y="1692940"/>
                <a:ext cx="1627920" cy="907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3ED3E28-BC11-BF6E-52AC-EFD787F18E5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639851" y="1675300"/>
                  <a:ext cx="1663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0ED08D6-EC71-011D-5ABE-9B67953DFE5D}"/>
                    </a:ext>
                  </a:extLst>
                </p14:cNvPr>
                <p14:cNvContentPartPr/>
                <p14:nvPr/>
              </p14:nvContentPartPr>
              <p14:xfrm>
                <a:off x="8789251" y="2581780"/>
                <a:ext cx="1502640" cy="936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0ED08D6-EC71-011D-5ABE-9B67953DFE5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71611" y="2564140"/>
                  <a:ext cx="15382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6234075-AB62-00E8-74A7-41AE493C4842}"/>
                    </a:ext>
                  </a:extLst>
                </p14:cNvPr>
                <p14:cNvContentPartPr/>
                <p14:nvPr/>
              </p14:nvContentPartPr>
              <p14:xfrm>
                <a:off x="10220251" y="1269580"/>
                <a:ext cx="51480" cy="235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6234075-AB62-00E8-74A7-41AE493C484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202611" y="1251580"/>
                  <a:ext cx="871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5FFD0D1-F45A-035D-F363-A8329EC0A538}"/>
                    </a:ext>
                  </a:extLst>
                </p14:cNvPr>
                <p14:cNvContentPartPr/>
                <p14:nvPr/>
              </p14:nvContentPartPr>
              <p14:xfrm>
                <a:off x="10210891" y="1280380"/>
                <a:ext cx="147240" cy="1843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5FFD0D1-F45A-035D-F363-A8329EC0A53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193251" y="1262740"/>
                  <a:ext cx="1828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D892D18C-EB57-92DC-2F29-3C42B119BC06}"/>
                    </a:ext>
                  </a:extLst>
                </p14:cNvPr>
                <p14:cNvContentPartPr/>
                <p14:nvPr/>
              </p14:nvContentPartPr>
              <p14:xfrm>
                <a:off x="10224211" y="1415380"/>
                <a:ext cx="82800" cy="28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D892D18C-EB57-92DC-2F29-3C42B119BC0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206211" y="1397740"/>
                  <a:ext cx="118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F956BC0-6F4F-04A7-77DB-45D70DE466EA}"/>
                    </a:ext>
                  </a:extLst>
                </p14:cNvPr>
                <p14:cNvContentPartPr/>
                <p14:nvPr/>
              </p14:nvContentPartPr>
              <p14:xfrm>
                <a:off x="10434451" y="2596900"/>
                <a:ext cx="75960" cy="1530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F956BC0-6F4F-04A7-77DB-45D70DE466E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416451" y="2579260"/>
                  <a:ext cx="111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5EB15D7-B47F-C435-4513-F00289AB6F77}"/>
                    </a:ext>
                  </a:extLst>
                </p14:cNvPr>
                <p14:cNvContentPartPr/>
                <p14:nvPr/>
              </p14:nvContentPartPr>
              <p14:xfrm>
                <a:off x="10438771" y="2553700"/>
                <a:ext cx="155160" cy="1854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5EB15D7-B47F-C435-4513-F00289AB6F7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21131" y="2535700"/>
                  <a:ext cx="1908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98A8D41-7C09-E514-948B-05BF73B6849E}"/>
                    </a:ext>
                  </a:extLst>
                </p14:cNvPr>
                <p14:cNvContentPartPr/>
                <p14:nvPr/>
              </p14:nvContentPartPr>
              <p14:xfrm>
                <a:off x="10664491" y="2061940"/>
                <a:ext cx="151560" cy="1746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98A8D41-7C09-E514-948B-05BF73B6849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646491" y="2043940"/>
                  <a:ext cx="187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C0F60A7-4B5D-0403-5153-E2A0084DFAA8}"/>
                    </a:ext>
                  </a:extLst>
                </p14:cNvPr>
                <p14:cNvContentPartPr/>
                <p14:nvPr/>
              </p14:nvContentPartPr>
              <p14:xfrm>
                <a:off x="10881571" y="2091460"/>
                <a:ext cx="102600" cy="1296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C0F60A7-4B5D-0403-5153-E2A0084DFAA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863931" y="2073460"/>
                  <a:ext cx="138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EFAD19A-57CC-479E-7713-3AD666AEE3F6}"/>
                    </a:ext>
                  </a:extLst>
                </p14:cNvPr>
                <p14:cNvContentPartPr/>
                <p14:nvPr/>
              </p14:nvContentPartPr>
              <p14:xfrm>
                <a:off x="11054371" y="2126740"/>
                <a:ext cx="80640" cy="62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EFAD19A-57CC-479E-7713-3AD666AEE3F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36371" y="2108740"/>
                  <a:ext cx="1162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F4BA6FB-1B53-D317-529C-41D1ED14BBCB}"/>
                    </a:ext>
                  </a:extLst>
                </p14:cNvPr>
                <p14:cNvContentPartPr/>
                <p14:nvPr/>
              </p14:nvContentPartPr>
              <p14:xfrm>
                <a:off x="11201251" y="1958980"/>
                <a:ext cx="105480" cy="229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F4BA6FB-1B53-D317-529C-41D1ED14BBC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183611" y="1941340"/>
                  <a:ext cx="1411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FD3AEF0-FDF6-C3DD-87A1-EF8E3449835C}"/>
                    </a:ext>
                  </a:extLst>
                </p14:cNvPr>
                <p14:cNvContentPartPr/>
                <p14:nvPr/>
              </p14:nvContentPartPr>
              <p14:xfrm>
                <a:off x="10833691" y="1709860"/>
                <a:ext cx="106920" cy="2142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FD3AEF0-FDF6-C3DD-87A1-EF8E3449835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816051" y="1691860"/>
                  <a:ext cx="1425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3A1052-3611-9ED2-0EC0-3E218F1CDFE5}"/>
                    </a:ext>
                  </a:extLst>
                </p14:cNvPr>
                <p14:cNvContentPartPr/>
                <p14:nvPr/>
              </p14:nvContentPartPr>
              <p14:xfrm>
                <a:off x="10800931" y="1699420"/>
                <a:ext cx="132840" cy="806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3A1052-3611-9ED2-0EC0-3E218F1CDFE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782931" y="1681420"/>
                  <a:ext cx="168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00BE7F3-21C2-9F89-D763-E16BB0373E34}"/>
                    </a:ext>
                  </a:extLst>
                </p14:cNvPr>
                <p14:cNvContentPartPr/>
                <p14:nvPr/>
              </p14:nvContentPartPr>
              <p14:xfrm>
                <a:off x="10928011" y="2350660"/>
                <a:ext cx="78480" cy="3373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00BE7F3-21C2-9F89-D763-E16BB0373E3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910371" y="2333020"/>
                  <a:ext cx="11412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41D17DF-484E-E0FE-6F99-B3B9093F4FE4}"/>
                    </a:ext>
                  </a:extLst>
                </p14:cNvPr>
                <p14:cNvContentPartPr/>
                <p14:nvPr/>
              </p14:nvContentPartPr>
              <p14:xfrm>
                <a:off x="10880491" y="2639020"/>
                <a:ext cx="123480" cy="44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41D17DF-484E-E0FE-6F99-B3B9093F4FE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862491" y="2621020"/>
                  <a:ext cx="15912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F6E89D2-C5A6-B3E6-5933-C9731AC3EF18}"/>
              </a:ext>
            </a:extLst>
          </p:cNvPr>
          <p:cNvGrpSpPr/>
          <p:nvPr/>
        </p:nvGrpSpPr>
        <p:grpSpPr>
          <a:xfrm>
            <a:off x="8055571" y="1073020"/>
            <a:ext cx="436680" cy="1606320"/>
            <a:chOff x="8055571" y="1073020"/>
            <a:chExt cx="436680" cy="160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C6E0BC9-633A-F772-344F-FDAF80DEC18C}"/>
                    </a:ext>
                  </a:extLst>
                </p14:cNvPr>
                <p14:cNvContentPartPr/>
                <p14:nvPr/>
              </p14:nvContentPartPr>
              <p14:xfrm>
                <a:off x="8055571" y="1403140"/>
                <a:ext cx="172440" cy="1630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C6E0BC9-633A-F772-344F-FDAF80DEC18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037571" y="1385500"/>
                  <a:ext cx="208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47A1318-086A-CF46-7930-8FFD66E6DD02}"/>
                    </a:ext>
                  </a:extLst>
                </p14:cNvPr>
                <p14:cNvContentPartPr/>
                <p14:nvPr/>
              </p14:nvContentPartPr>
              <p14:xfrm>
                <a:off x="8261491" y="1399900"/>
                <a:ext cx="137520" cy="144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47A1318-086A-CF46-7930-8FFD66E6DD0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243491" y="1381900"/>
                  <a:ext cx="173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6C1A882-EC3C-5B2F-23DB-EF1B7E5F0E3F}"/>
                    </a:ext>
                  </a:extLst>
                </p14:cNvPr>
                <p14:cNvContentPartPr/>
                <p14:nvPr/>
              </p14:nvContentPartPr>
              <p14:xfrm>
                <a:off x="8265811" y="1085260"/>
                <a:ext cx="10080" cy="2365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6C1A882-EC3C-5B2F-23DB-EF1B7E5F0E3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48171" y="1067260"/>
                  <a:ext cx="4572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472292D-8429-8936-A0C2-6B53D6B4127C}"/>
                    </a:ext>
                  </a:extLst>
                </p14:cNvPr>
                <p14:cNvContentPartPr/>
                <p14:nvPr/>
              </p14:nvContentPartPr>
              <p14:xfrm>
                <a:off x="8171131" y="1073020"/>
                <a:ext cx="154080" cy="105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472292D-8429-8936-A0C2-6B53D6B4127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153491" y="1055020"/>
                  <a:ext cx="1897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3338C4E-6EA8-C056-C479-CC8A74D60EAB}"/>
                    </a:ext>
                  </a:extLst>
                </p14:cNvPr>
                <p14:cNvContentPartPr/>
                <p14:nvPr/>
              </p14:nvContentPartPr>
              <p14:xfrm>
                <a:off x="8300011" y="1662700"/>
                <a:ext cx="46080" cy="143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3338C4E-6EA8-C056-C479-CC8A74D60EA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82371" y="1644700"/>
                  <a:ext cx="817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E34CBAF-0486-4DB6-92D1-FF6DD77D288A}"/>
                    </a:ext>
                  </a:extLst>
                </p14:cNvPr>
                <p14:cNvContentPartPr/>
                <p14:nvPr/>
              </p14:nvContentPartPr>
              <p14:xfrm>
                <a:off x="8281291" y="1744780"/>
                <a:ext cx="128520" cy="114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E34CBAF-0486-4DB6-92D1-FF6DD77D288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263651" y="1727140"/>
                  <a:ext cx="1641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23E9CC3-690B-3DA8-CB7E-5A7524770B07}"/>
                    </a:ext>
                  </a:extLst>
                </p14:cNvPr>
                <p14:cNvContentPartPr/>
                <p14:nvPr/>
              </p14:nvContentPartPr>
              <p14:xfrm>
                <a:off x="8150251" y="2206300"/>
                <a:ext cx="116640" cy="2264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23E9CC3-690B-3DA8-CB7E-5A7524770B0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132251" y="2188660"/>
                  <a:ext cx="15228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8F8E39C-B0F2-5FAA-9A80-4F31FA383295}"/>
                    </a:ext>
                  </a:extLst>
                </p14:cNvPr>
                <p14:cNvContentPartPr/>
                <p14:nvPr/>
              </p14:nvContentPartPr>
              <p14:xfrm>
                <a:off x="8325931" y="2258140"/>
                <a:ext cx="93240" cy="84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8F8E39C-B0F2-5FAA-9A80-4F31FA38329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308291" y="2240500"/>
                  <a:ext cx="128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990FE91-3CA6-0C5E-D7A3-DB7807FDFC99}"/>
                    </a:ext>
                  </a:extLst>
                </p14:cNvPr>
                <p14:cNvContentPartPr/>
                <p14:nvPr/>
              </p14:nvContentPartPr>
              <p14:xfrm>
                <a:off x="8348611" y="1969420"/>
                <a:ext cx="9360" cy="1630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990FE91-3CA6-0C5E-D7A3-DB7807FDFC9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330611" y="1951420"/>
                  <a:ext cx="45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A5782B5-3CD8-AE3D-2CC4-EA2AE0B2E045}"/>
                    </a:ext>
                  </a:extLst>
                </p14:cNvPr>
                <p14:cNvContentPartPr/>
                <p14:nvPr/>
              </p14:nvContentPartPr>
              <p14:xfrm>
                <a:off x="8294971" y="1921540"/>
                <a:ext cx="145080" cy="1177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A5782B5-3CD8-AE3D-2CC4-EA2AE0B2E04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277331" y="1903900"/>
                  <a:ext cx="1807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CEA601F-EA0E-D859-DBB5-A6D805AEA5F0}"/>
                    </a:ext>
                  </a:extLst>
                </p14:cNvPr>
                <p14:cNvContentPartPr/>
                <p14:nvPr/>
              </p14:nvContentPartPr>
              <p14:xfrm>
                <a:off x="8401171" y="2475940"/>
                <a:ext cx="19440" cy="2034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CEA601F-EA0E-D859-DBB5-A6D805AEA5F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383531" y="2458300"/>
                  <a:ext cx="55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D655158-CA38-2B57-8AB2-2BBF1B7643A3}"/>
                    </a:ext>
                  </a:extLst>
                </p14:cNvPr>
                <p14:cNvContentPartPr/>
                <p14:nvPr/>
              </p14:nvContentPartPr>
              <p14:xfrm>
                <a:off x="8367331" y="2553340"/>
                <a:ext cx="124920" cy="1090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D655158-CA38-2B57-8AB2-2BBF1B7643A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349691" y="2535340"/>
                  <a:ext cx="160560" cy="14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5F9FCD65-20C7-852A-3324-C68A75FC63F9}"/>
                  </a:ext>
                </a:extLst>
              </p14:cNvPr>
              <p14:cNvContentPartPr/>
              <p14:nvPr/>
            </p14:nvContentPartPr>
            <p14:xfrm>
              <a:off x="7592971" y="3314740"/>
              <a:ext cx="47160" cy="23004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5F9FCD65-20C7-852A-3324-C68A75FC63F9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575331" y="3297100"/>
                <a:ext cx="82800" cy="26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536AE7EB-FDB3-A440-E415-FAD2B53F8D86}"/>
                  </a:ext>
                </a:extLst>
              </p14:cNvPr>
              <p14:cNvContentPartPr/>
              <p14:nvPr/>
            </p14:nvContentPartPr>
            <p14:xfrm>
              <a:off x="7563091" y="3525340"/>
              <a:ext cx="90000" cy="878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536AE7EB-FDB3-A440-E415-FAD2B53F8D8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7545091" y="3507700"/>
                <a:ext cx="125640" cy="12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6AE5A131-9730-4E2C-1D68-80C6B1301DD6}"/>
                  </a:ext>
                </a:extLst>
              </p14:cNvPr>
              <p14:cNvContentPartPr/>
              <p14:nvPr/>
            </p14:nvContentPartPr>
            <p14:xfrm>
              <a:off x="7599811" y="3481780"/>
              <a:ext cx="77760" cy="1620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6AE5A131-9730-4E2C-1D68-80C6B1301DD6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7582171" y="3463780"/>
                <a:ext cx="11340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B0192986-E24A-99E2-6F30-E38B921DD6C7}"/>
                  </a:ext>
                </a:extLst>
              </p14:cNvPr>
              <p14:cNvContentPartPr/>
              <p14:nvPr/>
            </p14:nvContentPartPr>
            <p14:xfrm>
              <a:off x="7798891" y="3436780"/>
              <a:ext cx="7560" cy="1170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B0192986-E24A-99E2-6F30-E38B921DD6C7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7780891" y="3419140"/>
                <a:ext cx="43200" cy="15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910132DB-9E92-5B78-CF70-0812781840E7}"/>
                  </a:ext>
                </a:extLst>
              </p14:cNvPr>
              <p14:cNvContentPartPr/>
              <p14:nvPr/>
            </p14:nvContentPartPr>
            <p14:xfrm>
              <a:off x="7778731" y="3366580"/>
              <a:ext cx="41760" cy="3492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910132DB-9E92-5B78-CF70-0812781840E7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7760731" y="3348580"/>
                <a:ext cx="7740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6F618CBD-6FC2-1AA8-BC27-B544459D3DF9}"/>
                  </a:ext>
                </a:extLst>
              </p14:cNvPr>
              <p14:cNvContentPartPr/>
              <p14:nvPr/>
            </p14:nvContentPartPr>
            <p14:xfrm>
              <a:off x="7896091" y="3435340"/>
              <a:ext cx="142920" cy="9504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6F618CBD-6FC2-1AA8-BC27-B544459D3DF9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878091" y="3417340"/>
                <a:ext cx="17856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C6E10AF2-144A-F6CF-B8A5-6EF950D6329A}"/>
                  </a:ext>
                </a:extLst>
              </p14:cNvPr>
              <p14:cNvContentPartPr/>
              <p14:nvPr/>
            </p14:nvContentPartPr>
            <p14:xfrm>
              <a:off x="8166451" y="3261820"/>
              <a:ext cx="116640" cy="27108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C6E10AF2-144A-F6CF-B8A5-6EF950D6329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8148451" y="3244180"/>
                <a:ext cx="152280" cy="30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B99882E-44E3-3C57-4689-C6E72BAD84BC}"/>
              </a:ext>
            </a:extLst>
          </p:cNvPr>
          <p:cNvGrpSpPr/>
          <p:nvPr/>
        </p:nvGrpSpPr>
        <p:grpSpPr>
          <a:xfrm>
            <a:off x="8703571" y="3215380"/>
            <a:ext cx="1111680" cy="406440"/>
            <a:chOff x="8703571" y="3215380"/>
            <a:chExt cx="1111680" cy="40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E44F2CD-06F8-E0BD-ADB5-9F0DC7240E18}"/>
                    </a:ext>
                  </a:extLst>
                </p14:cNvPr>
                <p14:cNvContentPartPr/>
                <p14:nvPr/>
              </p14:nvContentPartPr>
              <p14:xfrm>
                <a:off x="8703571" y="3215380"/>
                <a:ext cx="276120" cy="329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E44F2CD-06F8-E0BD-ADB5-9F0DC7240E1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685571" y="3197740"/>
                  <a:ext cx="3117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9426C52-3CD5-B7C3-9A61-2737B91B210A}"/>
                    </a:ext>
                  </a:extLst>
                </p14:cNvPr>
                <p14:cNvContentPartPr/>
                <p14:nvPr/>
              </p14:nvContentPartPr>
              <p14:xfrm>
                <a:off x="9043771" y="3434980"/>
                <a:ext cx="37800" cy="1868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9426C52-3CD5-B7C3-9A61-2737B91B210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025771" y="3416980"/>
                  <a:ext cx="734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D78A071-79FB-90D0-DFF8-D88FD13722D6}"/>
                    </a:ext>
                  </a:extLst>
                </p14:cNvPr>
                <p14:cNvContentPartPr/>
                <p14:nvPr/>
              </p14:nvContentPartPr>
              <p14:xfrm>
                <a:off x="8979331" y="3461980"/>
                <a:ext cx="326520" cy="1123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D78A071-79FB-90D0-DFF8-D88FD13722D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961331" y="3444340"/>
                  <a:ext cx="362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A21BD9F-A197-9F0B-847A-A52BEB79B222}"/>
                    </a:ext>
                  </a:extLst>
                </p14:cNvPr>
                <p14:cNvContentPartPr/>
                <p14:nvPr/>
              </p14:nvContentPartPr>
              <p14:xfrm>
                <a:off x="9345811" y="3477820"/>
                <a:ext cx="51480" cy="1040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A21BD9F-A197-9F0B-847A-A52BEB79B22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328171" y="3459820"/>
                  <a:ext cx="87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0CB1853-F1CC-B4AF-6BB5-C0B9023369ED}"/>
                    </a:ext>
                  </a:extLst>
                </p14:cNvPr>
                <p14:cNvContentPartPr/>
                <p14:nvPr/>
              </p14:nvContentPartPr>
              <p14:xfrm>
                <a:off x="9491251" y="3431020"/>
                <a:ext cx="116280" cy="127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0CB1853-F1CC-B4AF-6BB5-C0B9023369E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473251" y="3413020"/>
                  <a:ext cx="1519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C93377C-3811-44D0-267F-FFC107AE480B}"/>
                    </a:ext>
                  </a:extLst>
                </p14:cNvPr>
                <p14:cNvContentPartPr/>
                <p14:nvPr/>
              </p14:nvContentPartPr>
              <p14:xfrm>
                <a:off x="9813451" y="3475300"/>
                <a:ext cx="1800" cy="5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C93377C-3811-44D0-267F-FFC107AE480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795811" y="3457300"/>
                  <a:ext cx="3744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0D2E6915-1F07-49FA-C438-0BE7EC111F54}"/>
              </a:ext>
            </a:extLst>
          </p:cNvPr>
          <p:cNvGrpSpPr/>
          <p:nvPr/>
        </p:nvGrpSpPr>
        <p:grpSpPr>
          <a:xfrm>
            <a:off x="10148971" y="3344980"/>
            <a:ext cx="1644480" cy="317160"/>
            <a:chOff x="10148971" y="3344980"/>
            <a:chExt cx="164448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C814076-1F46-FDD5-EFAD-4E0A223CD64F}"/>
                    </a:ext>
                  </a:extLst>
                </p14:cNvPr>
                <p14:cNvContentPartPr/>
                <p14:nvPr/>
              </p14:nvContentPartPr>
              <p14:xfrm>
                <a:off x="10148971" y="3415900"/>
                <a:ext cx="116280" cy="246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C814076-1F46-FDD5-EFAD-4E0A223CD6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131331" y="3397900"/>
                  <a:ext cx="1519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CE7593-E879-B59F-A468-D7A9220CF692}"/>
                    </a:ext>
                  </a:extLst>
                </p14:cNvPr>
                <p14:cNvContentPartPr/>
                <p14:nvPr/>
              </p14:nvContentPartPr>
              <p14:xfrm>
                <a:off x="10340491" y="3476380"/>
                <a:ext cx="135720" cy="1134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CE7593-E879-B59F-A468-D7A9220CF69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322491" y="3458740"/>
                  <a:ext cx="171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FB2F12C-BC80-70D7-73A4-02643D2C3D33}"/>
                    </a:ext>
                  </a:extLst>
                </p14:cNvPr>
                <p14:cNvContentPartPr/>
                <p14:nvPr/>
              </p14:nvContentPartPr>
              <p14:xfrm>
                <a:off x="10538491" y="3386380"/>
                <a:ext cx="34920" cy="2070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FB2F12C-BC80-70D7-73A4-02643D2C3D3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520491" y="3368740"/>
                  <a:ext cx="705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556A2B1-5C06-DD4B-60AA-3A622D08C7CD}"/>
                    </a:ext>
                  </a:extLst>
                </p14:cNvPr>
                <p14:cNvContentPartPr/>
                <p14:nvPr/>
              </p14:nvContentPartPr>
              <p14:xfrm>
                <a:off x="10695811" y="3483220"/>
                <a:ext cx="185040" cy="1173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556A2B1-5C06-DD4B-60AA-3A622D08C7C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78171" y="3465220"/>
                  <a:ext cx="2206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3383993-3A93-9761-E0FA-C8F4EDF06DA8}"/>
                    </a:ext>
                  </a:extLst>
                </p14:cNvPr>
                <p14:cNvContentPartPr/>
                <p14:nvPr/>
              </p14:nvContentPartPr>
              <p14:xfrm>
                <a:off x="10905331" y="3506980"/>
                <a:ext cx="99720" cy="104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3383993-3A93-9761-E0FA-C8F4EDF06DA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887331" y="3488980"/>
                  <a:ext cx="1353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10EC47A-CEC7-1D3F-AC33-30AB5A71D086}"/>
                    </a:ext>
                  </a:extLst>
                </p14:cNvPr>
                <p14:cNvContentPartPr/>
                <p14:nvPr/>
              </p14:nvContentPartPr>
              <p14:xfrm>
                <a:off x="11142931" y="3366940"/>
                <a:ext cx="29520" cy="1792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10EC47A-CEC7-1D3F-AC33-30AB5A71D08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125291" y="3348940"/>
                  <a:ext cx="65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8986F94-CD15-3A4A-BE24-2CF3034C7880}"/>
                    </a:ext>
                  </a:extLst>
                </p14:cNvPr>
                <p14:cNvContentPartPr/>
                <p14:nvPr/>
              </p14:nvContentPartPr>
              <p14:xfrm>
                <a:off x="11250931" y="3486100"/>
                <a:ext cx="147240" cy="986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8986F94-CD15-3A4A-BE24-2CF3034C788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233291" y="3468100"/>
                  <a:ext cx="182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43849C67-287D-A779-39E7-995DBCDBC50F}"/>
                    </a:ext>
                  </a:extLst>
                </p14:cNvPr>
                <p14:cNvContentPartPr/>
                <p14:nvPr/>
              </p14:nvContentPartPr>
              <p14:xfrm>
                <a:off x="11465131" y="3344980"/>
                <a:ext cx="50400" cy="2221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43849C67-287D-A779-39E7-995DBCDBC50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447131" y="3326980"/>
                  <a:ext cx="860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95F2E62-2201-8FEF-0C6B-45876A0A0029}"/>
                    </a:ext>
                  </a:extLst>
                </p14:cNvPr>
                <p14:cNvContentPartPr/>
                <p14:nvPr/>
              </p14:nvContentPartPr>
              <p14:xfrm>
                <a:off x="11429851" y="3468820"/>
                <a:ext cx="99720" cy="399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95F2E62-2201-8FEF-0C6B-45876A0A002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412211" y="3451180"/>
                  <a:ext cx="1353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B112EE3-93FC-35FF-8DA3-36101E05EF71}"/>
                    </a:ext>
                  </a:extLst>
                </p14:cNvPr>
                <p14:cNvContentPartPr/>
                <p14:nvPr/>
              </p14:nvContentPartPr>
              <p14:xfrm>
                <a:off x="11628931" y="3463060"/>
                <a:ext cx="164520" cy="108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B112EE3-93FC-35FF-8DA3-36101E05EF7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610931" y="3445060"/>
                  <a:ext cx="20016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529ED39-95C8-5A90-1C15-5D6A4E2598B3}"/>
              </a:ext>
            </a:extLst>
          </p:cNvPr>
          <p:cNvGrpSpPr/>
          <p:nvPr/>
        </p:nvGrpSpPr>
        <p:grpSpPr>
          <a:xfrm>
            <a:off x="7249171" y="3995860"/>
            <a:ext cx="552600" cy="219960"/>
            <a:chOff x="7249171" y="3995860"/>
            <a:chExt cx="552600" cy="2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3636DE2-4BAB-5E81-7DA2-48103ECE229C}"/>
                    </a:ext>
                  </a:extLst>
                </p14:cNvPr>
                <p14:cNvContentPartPr/>
                <p14:nvPr/>
              </p14:nvContentPartPr>
              <p14:xfrm>
                <a:off x="7317211" y="3995860"/>
                <a:ext cx="27000" cy="2199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3636DE2-4BAB-5E81-7DA2-48103ECE229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299211" y="3978220"/>
                  <a:ext cx="626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5F59587-AB53-A019-74A5-39AD59F6369E}"/>
                    </a:ext>
                  </a:extLst>
                </p14:cNvPr>
                <p14:cNvContentPartPr/>
                <p14:nvPr/>
              </p14:nvContentPartPr>
              <p14:xfrm>
                <a:off x="7249171" y="4053100"/>
                <a:ext cx="401040" cy="1321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5F59587-AB53-A019-74A5-39AD59F6369E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231171" y="4035100"/>
                  <a:ext cx="4366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284C0B0-3FD1-90D9-C14C-67189CC68809}"/>
                    </a:ext>
                  </a:extLst>
                </p14:cNvPr>
                <p14:cNvContentPartPr/>
                <p14:nvPr/>
              </p14:nvContentPartPr>
              <p14:xfrm>
                <a:off x="7712851" y="4060300"/>
                <a:ext cx="88920" cy="1051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284C0B0-3FD1-90D9-C14C-67189CC6880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695211" y="4042300"/>
                  <a:ext cx="1245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ABCD4463-43AB-ECEB-03DE-A5FAC9B30821}"/>
              </a:ext>
            </a:extLst>
          </p:cNvPr>
          <p:cNvGrpSpPr/>
          <p:nvPr/>
        </p:nvGrpSpPr>
        <p:grpSpPr>
          <a:xfrm>
            <a:off x="8159251" y="4054180"/>
            <a:ext cx="675360" cy="253440"/>
            <a:chOff x="8159251" y="4054180"/>
            <a:chExt cx="675360" cy="25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FD332DF-6E55-4599-C122-37AB9189B2A6}"/>
                    </a:ext>
                  </a:extLst>
                </p14:cNvPr>
                <p14:cNvContentPartPr/>
                <p14:nvPr/>
              </p14:nvContentPartPr>
              <p14:xfrm>
                <a:off x="8159251" y="4055260"/>
                <a:ext cx="111600" cy="1659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FD332DF-6E55-4599-C122-37AB9189B2A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141251" y="4037620"/>
                  <a:ext cx="147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048154F-F6B4-7DCC-6A6B-019551994B71}"/>
                    </a:ext>
                  </a:extLst>
                </p14:cNvPr>
                <p14:cNvContentPartPr/>
                <p14:nvPr/>
              </p14:nvContentPartPr>
              <p14:xfrm>
                <a:off x="8397931" y="4157140"/>
                <a:ext cx="24840" cy="1504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048154F-F6B4-7DCC-6A6B-019551994B7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379931" y="4139140"/>
                  <a:ext cx="60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FC902F-0E39-BFC1-8716-6ABABBC1679D}"/>
                    </a:ext>
                  </a:extLst>
                </p14:cNvPr>
                <p14:cNvContentPartPr/>
                <p14:nvPr/>
              </p14:nvContentPartPr>
              <p14:xfrm>
                <a:off x="8383171" y="4071460"/>
                <a:ext cx="75600" cy="860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FC902F-0E39-BFC1-8716-6ABABBC1679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365171" y="4053460"/>
                  <a:ext cx="111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FA4A84F-CD5A-A431-5F76-04B56DBA11E8}"/>
                    </a:ext>
                  </a:extLst>
                </p14:cNvPr>
                <p14:cNvContentPartPr/>
                <p14:nvPr/>
              </p14:nvContentPartPr>
              <p14:xfrm>
                <a:off x="8477131" y="4054180"/>
                <a:ext cx="304920" cy="1404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FA4A84F-CD5A-A431-5F76-04B56DBA11E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459131" y="4036540"/>
                  <a:ext cx="3405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0509068-75FE-7FAF-3C31-5BCEBAC2A6A0}"/>
                    </a:ext>
                  </a:extLst>
                </p14:cNvPr>
                <p14:cNvContentPartPr/>
                <p14:nvPr/>
              </p14:nvContentPartPr>
              <p14:xfrm>
                <a:off x="8768731" y="4084060"/>
                <a:ext cx="65880" cy="878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0509068-75FE-7FAF-3C31-5BCEBAC2A6A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50731" y="4066060"/>
                  <a:ext cx="10152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876A897-D77C-0FBD-0567-BB56326CF96E}"/>
              </a:ext>
            </a:extLst>
          </p:cNvPr>
          <p:cNvGrpSpPr/>
          <p:nvPr/>
        </p:nvGrpSpPr>
        <p:grpSpPr>
          <a:xfrm>
            <a:off x="9160411" y="3962740"/>
            <a:ext cx="1102680" cy="255240"/>
            <a:chOff x="9160411" y="3962740"/>
            <a:chExt cx="110268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CDC8CE7-3573-D68D-84A3-E0081794FB8D}"/>
                    </a:ext>
                  </a:extLst>
                </p14:cNvPr>
                <p14:cNvContentPartPr/>
                <p14:nvPr/>
              </p14:nvContentPartPr>
              <p14:xfrm>
                <a:off x="9160411" y="4073620"/>
                <a:ext cx="66960" cy="1332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CDC8CE7-3573-D68D-84A3-E0081794FB8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142411" y="4055980"/>
                  <a:ext cx="102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4322A27-B064-1CC6-3A70-060E5E900844}"/>
                    </a:ext>
                  </a:extLst>
                </p14:cNvPr>
                <p14:cNvContentPartPr/>
                <p14:nvPr/>
              </p14:nvContentPartPr>
              <p14:xfrm>
                <a:off x="9308011" y="4110700"/>
                <a:ext cx="55800" cy="1072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4322A27-B064-1CC6-3A70-060E5E90084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290011" y="4093060"/>
                  <a:ext cx="914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3A31BC0-21DB-24C0-210A-3A66696A484E}"/>
                    </a:ext>
                  </a:extLst>
                </p14:cNvPr>
                <p14:cNvContentPartPr/>
                <p14:nvPr/>
              </p14:nvContentPartPr>
              <p14:xfrm>
                <a:off x="9260131" y="3997300"/>
                <a:ext cx="36360" cy="482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3A31BC0-21DB-24C0-210A-3A66696A484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242491" y="3979300"/>
                  <a:ext cx="720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80144D2-A826-682A-907C-0E1B02439646}"/>
                    </a:ext>
                  </a:extLst>
                </p14:cNvPr>
                <p14:cNvContentPartPr/>
                <p14:nvPr/>
              </p14:nvContentPartPr>
              <p14:xfrm>
                <a:off x="9433291" y="4069300"/>
                <a:ext cx="68760" cy="1263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80144D2-A826-682A-907C-0E1B02439646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415651" y="4051660"/>
                  <a:ext cx="104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E90280D-A18F-20C7-AE4E-15013BB0C10F}"/>
                    </a:ext>
                  </a:extLst>
                </p14:cNvPr>
                <p14:cNvContentPartPr/>
                <p14:nvPr/>
              </p14:nvContentPartPr>
              <p14:xfrm>
                <a:off x="9641371" y="4091980"/>
                <a:ext cx="263520" cy="1152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E90280D-A18F-20C7-AE4E-15013BB0C10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623731" y="4073980"/>
                  <a:ext cx="2991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2687F23-4096-A6D1-566F-82C4FA1E921F}"/>
                    </a:ext>
                  </a:extLst>
                </p14:cNvPr>
                <p14:cNvContentPartPr/>
                <p14:nvPr/>
              </p14:nvContentPartPr>
              <p14:xfrm>
                <a:off x="10030891" y="4090180"/>
                <a:ext cx="33480" cy="1155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2687F23-4096-A6D1-566F-82C4FA1E921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013251" y="4072180"/>
                  <a:ext cx="69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931DF16-356A-364F-B5D0-F8419B3F5DD9}"/>
                    </a:ext>
                  </a:extLst>
                </p14:cNvPr>
                <p14:cNvContentPartPr/>
                <p14:nvPr/>
              </p14:nvContentPartPr>
              <p14:xfrm>
                <a:off x="10002451" y="3991180"/>
                <a:ext cx="25920" cy="133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931DF16-356A-364F-B5D0-F8419B3F5DD9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984811" y="3973540"/>
                  <a:ext cx="615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7C1F662-DBE7-240D-6DD4-27A8B08193F6}"/>
                    </a:ext>
                  </a:extLst>
                </p14:cNvPr>
                <p14:cNvContentPartPr/>
                <p14:nvPr/>
              </p14:nvContentPartPr>
              <p14:xfrm>
                <a:off x="10189291" y="3962740"/>
                <a:ext cx="61920" cy="1839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7C1F662-DBE7-240D-6DD4-27A8B08193F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171651" y="3944740"/>
                  <a:ext cx="975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DC75381-BB39-468E-D7EF-9720C73DB3BF}"/>
                    </a:ext>
                  </a:extLst>
                </p14:cNvPr>
                <p14:cNvContentPartPr/>
                <p14:nvPr/>
              </p14:nvContentPartPr>
              <p14:xfrm>
                <a:off x="10164451" y="4071100"/>
                <a:ext cx="98640" cy="378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DC75381-BB39-468E-D7EF-9720C73DB3B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146811" y="4053100"/>
                  <a:ext cx="13428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957C1134-9AFC-E099-61B5-D45FF9EFDD43}"/>
              </a:ext>
            </a:extLst>
          </p:cNvPr>
          <p:cNvGrpSpPr/>
          <p:nvPr/>
        </p:nvGrpSpPr>
        <p:grpSpPr>
          <a:xfrm>
            <a:off x="10650811" y="3898300"/>
            <a:ext cx="1369800" cy="367200"/>
            <a:chOff x="10650811" y="3898300"/>
            <a:chExt cx="136980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256808C-7ECF-4E64-F846-2B05A71DE3BF}"/>
                    </a:ext>
                  </a:extLst>
                </p14:cNvPr>
                <p14:cNvContentPartPr/>
                <p14:nvPr/>
              </p14:nvContentPartPr>
              <p14:xfrm>
                <a:off x="10650811" y="4018180"/>
                <a:ext cx="120240" cy="1526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256808C-7ECF-4E64-F846-2B05A71DE3B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633171" y="4000540"/>
                  <a:ext cx="1558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99641FF-C11D-E175-77CC-C5DA10887151}"/>
                    </a:ext>
                  </a:extLst>
                </p14:cNvPr>
                <p14:cNvContentPartPr/>
                <p14:nvPr/>
              </p14:nvContentPartPr>
              <p14:xfrm>
                <a:off x="10883371" y="4029340"/>
                <a:ext cx="72720" cy="1134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99641FF-C11D-E175-77CC-C5DA1088715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865731" y="4011340"/>
                  <a:ext cx="108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AE09C7F-D2F8-A9D7-1BFA-AB5F79A72F18}"/>
                    </a:ext>
                  </a:extLst>
                </p14:cNvPr>
                <p14:cNvContentPartPr/>
                <p14:nvPr/>
              </p14:nvContentPartPr>
              <p14:xfrm>
                <a:off x="11131411" y="3898300"/>
                <a:ext cx="11520" cy="2779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AE09C7F-D2F8-A9D7-1BFA-AB5F79A72F1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113771" y="3880300"/>
                  <a:ext cx="471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A702201-8BD7-82B6-DE61-4C7CD75034A0}"/>
                    </a:ext>
                  </a:extLst>
                </p14:cNvPr>
                <p14:cNvContentPartPr/>
                <p14:nvPr/>
              </p14:nvContentPartPr>
              <p14:xfrm>
                <a:off x="11312851" y="3976060"/>
                <a:ext cx="99360" cy="2268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A702201-8BD7-82B6-DE61-4C7CD75034A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294851" y="3958420"/>
                  <a:ext cx="135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BCD097B-B34F-09D7-9984-62EE5033900B}"/>
                    </a:ext>
                  </a:extLst>
                </p14:cNvPr>
                <p14:cNvContentPartPr/>
                <p14:nvPr/>
              </p14:nvContentPartPr>
              <p14:xfrm>
                <a:off x="11288731" y="4059220"/>
                <a:ext cx="143280" cy="331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BCD097B-B34F-09D7-9984-62EE5033900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271091" y="4041220"/>
                  <a:ext cx="1789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09C84E2-9CC3-2147-C63A-DBD11609AC9C}"/>
                    </a:ext>
                  </a:extLst>
                </p14:cNvPr>
                <p14:cNvContentPartPr/>
                <p14:nvPr/>
              </p14:nvContentPartPr>
              <p14:xfrm>
                <a:off x="11477011" y="4035460"/>
                <a:ext cx="142200" cy="1249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09C84E2-9CC3-2147-C63A-DBD11609AC9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459371" y="4017820"/>
                  <a:ext cx="177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A5DAF8C-C3A7-FD19-17EF-8297E0E22E83}"/>
                    </a:ext>
                  </a:extLst>
                </p14:cNvPr>
                <p14:cNvContentPartPr/>
                <p14:nvPr/>
              </p14:nvContentPartPr>
              <p14:xfrm>
                <a:off x="11725771" y="4057420"/>
                <a:ext cx="92880" cy="2080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A5DAF8C-C3A7-FD19-17EF-8297E0E22E8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708131" y="4039420"/>
                  <a:ext cx="1285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91A8FD2-0413-5D30-F85D-D93B960366DB}"/>
                    </a:ext>
                  </a:extLst>
                </p14:cNvPr>
                <p14:cNvContentPartPr/>
                <p14:nvPr/>
              </p14:nvContentPartPr>
              <p14:xfrm>
                <a:off x="11872291" y="4076140"/>
                <a:ext cx="148320" cy="1076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91A8FD2-0413-5D30-F85D-D93B960366DB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854291" y="4058500"/>
                  <a:ext cx="18396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4AE29336-9968-6E46-DAF0-E68E98BCBDD0}"/>
              </a:ext>
            </a:extLst>
          </p:cNvPr>
          <p:cNvGrpSpPr/>
          <p:nvPr/>
        </p:nvGrpSpPr>
        <p:grpSpPr>
          <a:xfrm>
            <a:off x="6055771" y="2439580"/>
            <a:ext cx="493560" cy="219240"/>
            <a:chOff x="6055771" y="2439580"/>
            <a:chExt cx="49356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679C0D0-B687-DF29-421B-8854A10C6465}"/>
                    </a:ext>
                  </a:extLst>
                </p14:cNvPr>
                <p14:cNvContentPartPr/>
                <p14:nvPr/>
              </p14:nvContentPartPr>
              <p14:xfrm>
                <a:off x="6101851" y="2530300"/>
                <a:ext cx="447480" cy="1285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679C0D0-B687-DF29-421B-8854A10C646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084211" y="2512660"/>
                  <a:ext cx="4831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3B52312-7BC9-8FC8-93A0-5234C95BC5F0}"/>
                    </a:ext>
                  </a:extLst>
                </p14:cNvPr>
                <p14:cNvContentPartPr/>
                <p14:nvPr/>
              </p14:nvContentPartPr>
              <p14:xfrm>
                <a:off x="6055771" y="2439580"/>
                <a:ext cx="144000" cy="1598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3B52312-7BC9-8FC8-93A0-5234C95BC5F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037771" y="2421940"/>
                  <a:ext cx="179640" cy="19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D4609E08-523F-EFBB-0AEA-B8184A32ECB1}"/>
              </a:ext>
            </a:extLst>
          </p:cNvPr>
          <p:cNvGrpSpPr/>
          <p:nvPr/>
        </p:nvGrpSpPr>
        <p:grpSpPr>
          <a:xfrm>
            <a:off x="5987371" y="2786620"/>
            <a:ext cx="1340640" cy="817200"/>
            <a:chOff x="5987371" y="2786620"/>
            <a:chExt cx="1340640" cy="81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0C51082-4B9B-F158-6BAC-9CDEFEF9836C}"/>
                    </a:ext>
                  </a:extLst>
                </p14:cNvPr>
                <p14:cNvContentPartPr/>
                <p14:nvPr/>
              </p14:nvContentPartPr>
              <p14:xfrm>
                <a:off x="6961891" y="3291700"/>
                <a:ext cx="204120" cy="18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0C51082-4B9B-F158-6BAC-9CDEFEF9836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943891" y="3274060"/>
                  <a:ext cx="2397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DC1AAAA-020D-3F38-926F-D94780F92B86}"/>
                    </a:ext>
                  </a:extLst>
                </p14:cNvPr>
                <p14:cNvContentPartPr/>
                <p14:nvPr/>
              </p14:nvContentPartPr>
              <p14:xfrm>
                <a:off x="7081411" y="3291340"/>
                <a:ext cx="6120" cy="258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DC1AAAA-020D-3F38-926F-D94780F92B8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063771" y="3273340"/>
                  <a:ext cx="417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22E0CE4-AE5A-B15D-7A0E-BFA589EA4807}"/>
                    </a:ext>
                  </a:extLst>
                </p14:cNvPr>
                <p14:cNvContentPartPr/>
                <p14:nvPr/>
              </p14:nvContentPartPr>
              <p14:xfrm>
                <a:off x="7253131" y="3419500"/>
                <a:ext cx="74880" cy="184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22E0CE4-AE5A-B15D-7A0E-BFA589EA4807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235131" y="3401500"/>
                  <a:ext cx="1105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EFE5820-D2FE-A5DB-CA78-120FE79578CA}"/>
                    </a:ext>
                  </a:extLst>
                </p14:cNvPr>
                <p14:cNvContentPartPr/>
                <p14:nvPr/>
              </p14:nvContentPartPr>
              <p14:xfrm>
                <a:off x="6675331" y="2961940"/>
                <a:ext cx="50040" cy="2329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EFE5820-D2FE-A5DB-CA78-120FE79578C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657331" y="2944300"/>
                  <a:ext cx="856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9F0462-8F3A-A30A-7E5F-F8CDF2AE7FFB}"/>
                    </a:ext>
                  </a:extLst>
                </p14:cNvPr>
                <p14:cNvContentPartPr/>
                <p14:nvPr/>
              </p14:nvContentPartPr>
              <p14:xfrm>
                <a:off x="6528451" y="2786620"/>
                <a:ext cx="412200" cy="5248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9F0462-8F3A-A30A-7E5F-F8CDF2AE7FF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510811" y="2768620"/>
                  <a:ext cx="447840" cy="56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4BFD6B4-ED97-D188-DDAC-B6843D600F97}"/>
                    </a:ext>
                  </a:extLst>
                </p14:cNvPr>
                <p14:cNvContentPartPr/>
                <p14:nvPr/>
              </p14:nvContentPartPr>
              <p14:xfrm>
                <a:off x="5987371" y="3162820"/>
                <a:ext cx="483120" cy="1368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4BFD6B4-ED97-D188-DDAC-B6843D600F9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969731" y="3145180"/>
                  <a:ext cx="51876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429AF725-69DF-C46D-BCC5-77FDC545681B}"/>
              </a:ext>
            </a:extLst>
          </p:cNvPr>
          <p:cNvGrpSpPr/>
          <p:nvPr/>
        </p:nvGrpSpPr>
        <p:grpSpPr>
          <a:xfrm>
            <a:off x="7216411" y="4428580"/>
            <a:ext cx="3360240" cy="2148120"/>
            <a:chOff x="7216411" y="4428580"/>
            <a:chExt cx="3360240" cy="214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C2905ED-BD9D-F2E9-27EC-6FDD99148E85}"/>
                    </a:ext>
                  </a:extLst>
                </p14:cNvPr>
                <p14:cNvContentPartPr/>
                <p14:nvPr/>
              </p14:nvContentPartPr>
              <p14:xfrm>
                <a:off x="7216411" y="4594180"/>
                <a:ext cx="146880" cy="1450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C2905ED-BD9D-F2E9-27EC-6FDD99148E8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198771" y="4576540"/>
                  <a:ext cx="1825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DE493F8-2B10-6200-3B3A-9F89EBEDD446}"/>
                    </a:ext>
                  </a:extLst>
                </p14:cNvPr>
                <p14:cNvContentPartPr/>
                <p14:nvPr/>
              </p14:nvContentPartPr>
              <p14:xfrm>
                <a:off x="7430971" y="4592380"/>
                <a:ext cx="88920" cy="1144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DE493F8-2B10-6200-3B3A-9F89EBEDD44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413331" y="4574380"/>
                  <a:ext cx="124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366C70D-3804-28DC-844A-BE10BD24B0DF}"/>
                    </a:ext>
                  </a:extLst>
                </p14:cNvPr>
                <p14:cNvContentPartPr/>
                <p14:nvPr/>
              </p14:nvContentPartPr>
              <p14:xfrm>
                <a:off x="7489651" y="4590940"/>
                <a:ext cx="172440" cy="1548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366C70D-3804-28DC-844A-BE10BD24B0D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472011" y="4572940"/>
                  <a:ext cx="2080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7FB8F71-85F1-543D-959C-47F01F7A3AF5}"/>
                    </a:ext>
                  </a:extLst>
                </p14:cNvPr>
                <p14:cNvContentPartPr/>
                <p14:nvPr/>
              </p14:nvContentPartPr>
              <p14:xfrm>
                <a:off x="7717891" y="4559260"/>
                <a:ext cx="121320" cy="1148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7FB8F71-85F1-543D-959C-47F01F7A3AF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700251" y="4541620"/>
                  <a:ext cx="156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118B255-6787-7872-AB57-1DA1A9AFC3F9}"/>
                    </a:ext>
                  </a:extLst>
                </p14:cNvPr>
                <p14:cNvContentPartPr/>
                <p14:nvPr/>
              </p14:nvContentPartPr>
              <p14:xfrm>
                <a:off x="7943971" y="4541620"/>
                <a:ext cx="76320" cy="1227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118B255-6787-7872-AB57-1DA1A9AFC3F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925971" y="4523620"/>
                  <a:ext cx="111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9AA9BFD-8CCD-23BF-8BC9-E4BA8CB2BE41}"/>
                    </a:ext>
                  </a:extLst>
                </p14:cNvPr>
                <p14:cNvContentPartPr/>
                <p14:nvPr/>
              </p14:nvContentPartPr>
              <p14:xfrm>
                <a:off x="8137651" y="4500220"/>
                <a:ext cx="114840" cy="1501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9AA9BFD-8CCD-23BF-8BC9-E4BA8CB2BE4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120011" y="4482580"/>
                  <a:ext cx="1504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E167F84-63B1-FB03-416A-FD74643F7BE5}"/>
                    </a:ext>
                  </a:extLst>
                </p14:cNvPr>
                <p14:cNvContentPartPr/>
                <p14:nvPr/>
              </p14:nvContentPartPr>
              <p14:xfrm>
                <a:off x="8347891" y="4536940"/>
                <a:ext cx="55080" cy="1144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E167F84-63B1-FB03-416A-FD74643F7BE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329891" y="4518940"/>
                  <a:ext cx="907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92D137BB-EF77-8276-3EEE-C53667CA2E6A}"/>
                    </a:ext>
                  </a:extLst>
                </p14:cNvPr>
                <p14:cNvContentPartPr/>
                <p14:nvPr/>
              </p14:nvContentPartPr>
              <p14:xfrm>
                <a:off x="8830651" y="4486540"/>
                <a:ext cx="22680" cy="2268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92D137BB-EF77-8276-3EEE-C53667CA2E6A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812651" y="4468900"/>
                  <a:ext cx="583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1025023-8250-CAC7-A85E-1496E3C6E29B}"/>
                    </a:ext>
                  </a:extLst>
                </p14:cNvPr>
                <p14:cNvContentPartPr/>
                <p14:nvPr/>
              </p14:nvContentPartPr>
              <p14:xfrm>
                <a:off x="8787811" y="4541260"/>
                <a:ext cx="295560" cy="130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1025023-8250-CAC7-A85E-1496E3C6E29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8770171" y="4523260"/>
                  <a:ext cx="331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ACF3870-1831-206C-CE28-509EEACF3A70}"/>
                    </a:ext>
                  </a:extLst>
                </p14:cNvPr>
                <p14:cNvContentPartPr/>
                <p14:nvPr/>
              </p14:nvContentPartPr>
              <p14:xfrm>
                <a:off x="9155371" y="4577260"/>
                <a:ext cx="67680" cy="871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ACF3870-1831-206C-CE28-509EEACF3A7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137371" y="4559260"/>
                  <a:ext cx="1033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9A5BA67-6EA4-173F-17E9-C69A080EDA61}"/>
                    </a:ext>
                  </a:extLst>
                </p14:cNvPr>
                <p14:cNvContentPartPr/>
                <p14:nvPr/>
              </p14:nvContentPartPr>
              <p14:xfrm>
                <a:off x="9599971" y="4517500"/>
                <a:ext cx="20880" cy="1681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9A5BA67-6EA4-173F-17E9-C69A080EDA6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582331" y="4499860"/>
                  <a:ext cx="56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17324B8-74AF-B939-DD6E-345E6E561483}"/>
                    </a:ext>
                  </a:extLst>
                </p14:cNvPr>
                <p14:cNvContentPartPr/>
                <p14:nvPr/>
              </p14:nvContentPartPr>
              <p14:xfrm>
                <a:off x="9751531" y="4578340"/>
                <a:ext cx="90720" cy="97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17324B8-74AF-B939-DD6E-345E6E56148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733531" y="4560340"/>
                  <a:ext cx="1263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B2E3DF0-B71F-3FF7-C760-09D9D56E4662}"/>
                    </a:ext>
                  </a:extLst>
                </p14:cNvPr>
                <p14:cNvContentPartPr/>
                <p14:nvPr/>
              </p14:nvContentPartPr>
              <p14:xfrm>
                <a:off x="9938011" y="4591300"/>
                <a:ext cx="110880" cy="1159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B2E3DF0-B71F-3FF7-C760-09D9D56E4662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920371" y="4573660"/>
                  <a:ext cx="1465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081AE2A-1A19-C90C-C820-BBB8418A1E27}"/>
                    </a:ext>
                  </a:extLst>
                </p14:cNvPr>
                <p14:cNvContentPartPr/>
                <p14:nvPr/>
              </p14:nvContentPartPr>
              <p14:xfrm>
                <a:off x="10178851" y="4428580"/>
                <a:ext cx="197640" cy="2527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081AE2A-1A19-C90C-C820-BBB8418A1E2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60851" y="4410580"/>
                  <a:ext cx="2332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318EE17-8748-C259-29E8-77AC188388E6}"/>
                    </a:ext>
                  </a:extLst>
                </p14:cNvPr>
                <p14:cNvContentPartPr/>
                <p14:nvPr/>
              </p14:nvContentPartPr>
              <p14:xfrm>
                <a:off x="10566571" y="4619020"/>
                <a:ext cx="10080" cy="147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318EE17-8748-C259-29E8-77AC188388E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548931" y="4601020"/>
                  <a:ext cx="45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FE8B848-2E72-11C1-C89C-EC05A7EDC101}"/>
                    </a:ext>
                  </a:extLst>
                </p14:cNvPr>
                <p14:cNvContentPartPr/>
                <p14:nvPr/>
              </p14:nvContentPartPr>
              <p14:xfrm>
                <a:off x="7652371" y="5033380"/>
                <a:ext cx="29520" cy="5360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FE8B848-2E72-11C1-C89C-EC05A7EDC101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7634731" y="5015380"/>
                  <a:ext cx="6516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A0B8908-E69A-599C-B952-088445EE8D4A}"/>
                    </a:ext>
                  </a:extLst>
                </p14:cNvPr>
                <p14:cNvContentPartPr/>
                <p14:nvPr/>
              </p14:nvContentPartPr>
              <p14:xfrm>
                <a:off x="7361131" y="5540260"/>
                <a:ext cx="498960" cy="62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A0B8908-E69A-599C-B952-088445EE8D4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343131" y="5522620"/>
                  <a:ext cx="5346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D1F2E6BD-579C-2CBD-BE6D-9C43D4BA85E1}"/>
                    </a:ext>
                  </a:extLst>
                </p14:cNvPr>
                <p14:cNvContentPartPr/>
                <p14:nvPr/>
              </p14:nvContentPartPr>
              <p14:xfrm>
                <a:off x="7603051" y="5738980"/>
                <a:ext cx="108360" cy="90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D1F2E6BD-579C-2CBD-BE6D-9C43D4BA85E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7585051" y="5721340"/>
                  <a:ext cx="1440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F4C84CC0-7E44-B4D8-30B0-4CCBA2FD8648}"/>
                    </a:ext>
                  </a:extLst>
                </p14:cNvPr>
                <p14:cNvContentPartPr/>
                <p14:nvPr/>
              </p14:nvContentPartPr>
              <p14:xfrm>
                <a:off x="7669651" y="5747980"/>
                <a:ext cx="49680" cy="7297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F4C84CC0-7E44-B4D8-30B0-4CCBA2FD864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7651651" y="5729980"/>
                  <a:ext cx="85320" cy="76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CF9A772-D521-172D-22C3-C6554ABA6216}"/>
                    </a:ext>
                  </a:extLst>
                </p14:cNvPr>
                <p14:cNvContentPartPr/>
                <p14:nvPr/>
              </p14:nvContentPartPr>
              <p14:xfrm>
                <a:off x="7602331" y="5073340"/>
                <a:ext cx="669960" cy="1213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CF9A772-D521-172D-22C3-C6554ABA621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7584691" y="5055700"/>
                  <a:ext cx="7056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14BA6E8-BBC7-8F4E-945B-52208443D4DD}"/>
                    </a:ext>
                  </a:extLst>
                </p14:cNvPr>
                <p14:cNvContentPartPr/>
                <p14:nvPr/>
              </p14:nvContentPartPr>
              <p14:xfrm>
                <a:off x="8284531" y="5050660"/>
                <a:ext cx="343800" cy="1605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14BA6E8-BBC7-8F4E-945B-52208443D4DD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266891" y="5033020"/>
                  <a:ext cx="379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5FB5708-DFFA-46E4-5F1D-B1F4939FEC5C}"/>
                    </a:ext>
                  </a:extLst>
                </p14:cNvPr>
                <p14:cNvContentPartPr/>
                <p14:nvPr/>
              </p14:nvContentPartPr>
              <p14:xfrm>
                <a:off x="8630131" y="5181700"/>
                <a:ext cx="628560" cy="288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5FB5708-DFFA-46E4-5F1D-B1F4939FEC5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612131" y="5163700"/>
                  <a:ext cx="664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EB6569D-280E-1712-04B1-17DBF3C02FDB}"/>
                    </a:ext>
                  </a:extLst>
                </p14:cNvPr>
                <p14:cNvContentPartPr/>
                <p14:nvPr/>
              </p14:nvContentPartPr>
              <p14:xfrm>
                <a:off x="7699891" y="6479500"/>
                <a:ext cx="1674360" cy="972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EB6569D-280E-1712-04B1-17DBF3C02FD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681891" y="6461860"/>
                  <a:ext cx="1710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98A53B4-995B-307D-4B3C-077C835D081C}"/>
                    </a:ext>
                  </a:extLst>
                </p14:cNvPr>
                <p14:cNvContentPartPr/>
                <p14:nvPr/>
              </p14:nvContentPartPr>
              <p14:xfrm>
                <a:off x="7939291" y="5792260"/>
                <a:ext cx="210240" cy="2768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98A53B4-995B-307D-4B3C-077C835D081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921651" y="5774260"/>
                  <a:ext cx="2458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582015D-B999-D188-514E-25CAD4603864}"/>
                    </a:ext>
                  </a:extLst>
                </p14:cNvPr>
                <p14:cNvContentPartPr/>
                <p14:nvPr/>
              </p14:nvContentPartPr>
              <p14:xfrm>
                <a:off x="8352931" y="5841580"/>
                <a:ext cx="72720" cy="1962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582015D-B999-D188-514E-25CAD460386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334931" y="5823580"/>
                  <a:ext cx="1083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C122B09-EBEC-BC35-A238-3E2F018B43E4}"/>
                    </a:ext>
                  </a:extLst>
                </p14:cNvPr>
                <p14:cNvContentPartPr/>
                <p14:nvPr/>
              </p14:nvContentPartPr>
              <p14:xfrm>
                <a:off x="8312611" y="5856700"/>
                <a:ext cx="365400" cy="1263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C122B09-EBEC-BC35-A238-3E2F018B43E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294971" y="5838700"/>
                  <a:ext cx="4010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12FEA207-B02A-B497-3252-235A41AC8D10}"/>
                    </a:ext>
                  </a:extLst>
                </p14:cNvPr>
                <p14:cNvContentPartPr/>
                <p14:nvPr/>
              </p14:nvContentPartPr>
              <p14:xfrm>
                <a:off x="8750371" y="5836540"/>
                <a:ext cx="108720" cy="1044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12FEA207-B02A-B497-3252-235A41AC8D1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732731" y="5818900"/>
                  <a:ext cx="1443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F01901E5-142B-8399-B12D-C7C2644EA703}"/>
                    </a:ext>
                  </a:extLst>
                </p14:cNvPr>
                <p14:cNvContentPartPr/>
                <p14:nvPr/>
              </p14:nvContentPartPr>
              <p14:xfrm>
                <a:off x="8864851" y="5806300"/>
                <a:ext cx="155160" cy="1321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F01901E5-142B-8399-B12D-C7C2644EA703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846851" y="5788660"/>
                  <a:ext cx="1908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A81A5F40-C284-D92F-BB09-5E9AB4358438}"/>
                    </a:ext>
                  </a:extLst>
                </p14:cNvPr>
                <p14:cNvContentPartPr/>
                <p14:nvPr/>
              </p14:nvContentPartPr>
              <p14:xfrm>
                <a:off x="9109651" y="5774980"/>
                <a:ext cx="67680" cy="406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A81A5F40-C284-D92F-BB09-5E9AB4358438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091651" y="5756980"/>
                  <a:ext cx="1033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5860453-04CF-28EA-E9DC-1A7B7FD25172}"/>
                    </a:ext>
                  </a:extLst>
                </p14:cNvPr>
                <p14:cNvContentPartPr/>
                <p14:nvPr/>
              </p14:nvContentPartPr>
              <p14:xfrm>
                <a:off x="9199651" y="5804140"/>
                <a:ext cx="49680" cy="460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5860453-04CF-28EA-E9DC-1A7B7FD2517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182011" y="5786140"/>
                  <a:ext cx="853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CE4C477-07DE-C3FF-E85F-C65D26B3C0B4}"/>
                    </a:ext>
                  </a:extLst>
                </p14:cNvPr>
                <p14:cNvContentPartPr/>
                <p14:nvPr/>
              </p14:nvContentPartPr>
              <p14:xfrm>
                <a:off x="9349411" y="5660500"/>
                <a:ext cx="175320" cy="1832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CE4C477-07DE-C3FF-E85F-C65D26B3C0B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331411" y="5642860"/>
                  <a:ext cx="210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785F79F-9FFA-3F60-06A1-D764CCF512F9}"/>
                    </a:ext>
                  </a:extLst>
                </p14:cNvPr>
                <p14:cNvContentPartPr/>
                <p14:nvPr/>
              </p14:nvContentPartPr>
              <p14:xfrm>
                <a:off x="9588811" y="5584900"/>
                <a:ext cx="118800" cy="1620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785F79F-9FFA-3F60-06A1-D764CCF512F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570811" y="5567260"/>
                  <a:ext cx="1544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D205FF69-A266-5F70-EE1B-56EA295D2149}"/>
                    </a:ext>
                  </a:extLst>
                </p14:cNvPr>
                <p14:cNvContentPartPr/>
                <p14:nvPr/>
              </p14:nvContentPartPr>
              <p14:xfrm>
                <a:off x="9239251" y="5165500"/>
                <a:ext cx="88200" cy="763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D205FF69-A266-5F70-EE1B-56EA295D214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21611" y="5147500"/>
                  <a:ext cx="123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16FEB45-45B7-54A6-0255-0BE1E6D8E20C}"/>
                    </a:ext>
                  </a:extLst>
                </p14:cNvPr>
                <p14:cNvContentPartPr/>
                <p14:nvPr/>
              </p14:nvContentPartPr>
              <p14:xfrm>
                <a:off x="8807611" y="4909540"/>
                <a:ext cx="68400" cy="1980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16FEB45-45B7-54A6-0255-0BE1E6D8E20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789971" y="4891540"/>
                  <a:ext cx="1040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9FD0B37-2F17-2F01-E2A7-AF7E3A887910}"/>
                    </a:ext>
                  </a:extLst>
                </p14:cNvPr>
                <p14:cNvContentPartPr/>
                <p14:nvPr/>
              </p14:nvContentPartPr>
              <p14:xfrm>
                <a:off x="8825611" y="4833220"/>
                <a:ext cx="179640" cy="1576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9FD0B37-2F17-2F01-E2A7-AF7E3A88791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807971" y="4815220"/>
                  <a:ext cx="215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400550E-A04E-560B-EEA2-F8F56E965E48}"/>
                    </a:ext>
                  </a:extLst>
                </p14:cNvPr>
                <p14:cNvContentPartPr/>
                <p14:nvPr/>
              </p14:nvContentPartPr>
              <p14:xfrm>
                <a:off x="9077611" y="4830340"/>
                <a:ext cx="81000" cy="2268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400550E-A04E-560B-EEA2-F8F56E965E4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059971" y="4812340"/>
                  <a:ext cx="1166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62A4873-38A7-B208-DB93-C7C20B18649A}"/>
                    </a:ext>
                  </a:extLst>
                </p14:cNvPr>
                <p14:cNvContentPartPr/>
                <p14:nvPr/>
              </p14:nvContentPartPr>
              <p14:xfrm>
                <a:off x="9089851" y="4839340"/>
                <a:ext cx="315720" cy="1472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62A4873-38A7-B208-DB93-C7C20B18649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072211" y="4821700"/>
                  <a:ext cx="351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E8B54BD-A002-4CA6-A051-448E1637E342}"/>
                    </a:ext>
                  </a:extLst>
                </p14:cNvPr>
                <p14:cNvContentPartPr/>
                <p14:nvPr/>
              </p14:nvContentPartPr>
              <p14:xfrm>
                <a:off x="9457771" y="4760500"/>
                <a:ext cx="224280" cy="2160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E8B54BD-A002-4CA6-A051-448E1637E34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440131" y="4742860"/>
                  <a:ext cx="259920" cy="251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9974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2C27C-0A09-C382-1354-0F1065728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AF4CA-B752-F912-9A6D-BF0BC87EE0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BD822DB-6EEB-1F55-D34A-D5E3C8FCD0D4}"/>
              </a:ext>
            </a:extLst>
          </p:cNvPr>
          <p:cNvGrpSpPr/>
          <p:nvPr/>
        </p:nvGrpSpPr>
        <p:grpSpPr>
          <a:xfrm>
            <a:off x="419351" y="574420"/>
            <a:ext cx="3342240" cy="2084400"/>
            <a:chOff x="419351" y="574420"/>
            <a:chExt cx="3342240" cy="20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E605833-5023-F079-86A6-1AD9B9A6E96C}"/>
                    </a:ext>
                  </a:extLst>
                </p14:cNvPr>
                <p14:cNvContentPartPr/>
                <p14:nvPr/>
              </p14:nvContentPartPr>
              <p14:xfrm>
                <a:off x="887711" y="576940"/>
                <a:ext cx="138240" cy="1072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E605833-5023-F079-86A6-1AD9B9A6E96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69711" y="558940"/>
                  <a:ext cx="173880" cy="11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C514AB1-21CE-A9AD-2476-FA438F0992A1}"/>
                    </a:ext>
                  </a:extLst>
                </p14:cNvPr>
                <p14:cNvContentPartPr/>
                <p14:nvPr/>
              </p14:nvContentPartPr>
              <p14:xfrm>
                <a:off x="800951" y="1619140"/>
                <a:ext cx="542880" cy="77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C514AB1-21CE-A9AD-2476-FA438F0992A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2951" y="1601500"/>
                  <a:ext cx="5785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E0B9CE7-3F8A-10FA-95F7-6F0D66BA1C6F}"/>
                    </a:ext>
                  </a:extLst>
                </p14:cNvPr>
                <p14:cNvContentPartPr/>
                <p14:nvPr/>
              </p14:nvContentPartPr>
              <p14:xfrm>
                <a:off x="1043591" y="1809940"/>
                <a:ext cx="126360" cy="415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E0B9CE7-3F8A-10FA-95F7-6F0D66BA1C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591" y="1792300"/>
                  <a:ext cx="16200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AE08D67-938F-CF71-84AB-49243531C9F5}"/>
                    </a:ext>
                  </a:extLst>
                </p14:cNvPr>
                <p14:cNvContentPartPr/>
                <p14:nvPr/>
              </p14:nvContentPartPr>
              <p14:xfrm>
                <a:off x="916151" y="574420"/>
                <a:ext cx="1398240" cy="359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AE08D67-938F-CF71-84AB-49243531C9F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8151" y="556420"/>
                  <a:ext cx="143388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F9C49AB-6488-983D-EDCA-8165FA6E16E6}"/>
                    </a:ext>
                  </a:extLst>
                </p14:cNvPr>
                <p14:cNvContentPartPr/>
                <p14:nvPr/>
              </p14:nvContentPartPr>
              <p14:xfrm>
                <a:off x="2284151" y="974740"/>
                <a:ext cx="232920" cy="829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F9C49AB-6488-983D-EDCA-8165FA6E16E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66511" y="957100"/>
                  <a:ext cx="268560" cy="86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FCEEFBD-BEBC-AD52-E723-C681CF052983}"/>
                    </a:ext>
                  </a:extLst>
                </p14:cNvPr>
                <p14:cNvContentPartPr/>
                <p14:nvPr/>
              </p14:nvContentPartPr>
              <p14:xfrm>
                <a:off x="1237271" y="1838740"/>
                <a:ext cx="1406160" cy="820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FCEEFBD-BEBC-AD52-E723-C681CF05298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19631" y="1820740"/>
                  <a:ext cx="144180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3AFFABE-B4F5-1E36-44CC-C3983429ED62}"/>
                    </a:ext>
                  </a:extLst>
                </p14:cNvPr>
                <p14:cNvContentPartPr/>
                <p14:nvPr/>
              </p14:nvContentPartPr>
              <p14:xfrm>
                <a:off x="1189031" y="2165260"/>
                <a:ext cx="91080" cy="467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3AFFABE-B4F5-1E36-44CC-C3983429ED6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71391" y="2147620"/>
                  <a:ext cx="12672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3B63920-F2D0-E715-D208-8C2187012530}"/>
                    </a:ext>
                  </a:extLst>
                </p14:cNvPr>
                <p14:cNvContentPartPr/>
                <p14:nvPr/>
              </p14:nvContentPartPr>
              <p14:xfrm>
                <a:off x="419351" y="1812460"/>
                <a:ext cx="63000" cy="264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3B63920-F2D0-E715-D208-8C218701253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1351" y="1794820"/>
                  <a:ext cx="9864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81CD514-5F7E-ECDF-6237-182EE97F351B}"/>
                    </a:ext>
                  </a:extLst>
                </p14:cNvPr>
                <p14:cNvContentPartPr/>
                <p14:nvPr/>
              </p14:nvContentPartPr>
              <p14:xfrm>
                <a:off x="550031" y="1894900"/>
                <a:ext cx="123480" cy="151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81CD514-5F7E-ECDF-6237-182EE97F351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2031" y="1877260"/>
                  <a:ext cx="159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BCDFB2-56B4-2CA5-D88B-1CC0B288EB0F}"/>
                    </a:ext>
                  </a:extLst>
                </p14:cNvPr>
                <p14:cNvContentPartPr/>
                <p14:nvPr/>
              </p14:nvContentPartPr>
              <p14:xfrm>
                <a:off x="775391" y="1869700"/>
                <a:ext cx="152280" cy="133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BCDFB2-56B4-2CA5-D88B-1CC0B288EB0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57391" y="1851700"/>
                  <a:ext cx="1879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12DDDB-F06B-807B-A763-BB3FD1131C43}"/>
                    </a:ext>
                  </a:extLst>
                </p14:cNvPr>
                <p14:cNvContentPartPr/>
                <p14:nvPr/>
              </p14:nvContentPartPr>
              <p14:xfrm>
                <a:off x="2629031" y="898060"/>
                <a:ext cx="89640" cy="21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12DDDB-F06B-807B-A763-BB3FD1131C4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11391" y="880420"/>
                  <a:ext cx="125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52D4B35-7C1B-85DB-2F4E-4386FC9BA8A1}"/>
                    </a:ext>
                  </a:extLst>
                </p14:cNvPr>
                <p14:cNvContentPartPr/>
                <p14:nvPr/>
              </p14:nvContentPartPr>
              <p14:xfrm>
                <a:off x="2803271" y="917860"/>
                <a:ext cx="37800" cy="118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52D4B35-7C1B-85DB-2F4E-4386FC9BA8A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85631" y="899860"/>
                  <a:ext cx="734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694DD6-20F9-7C8B-CB18-454F82BE6411}"/>
                    </a:ext>
                  </a:extLst>
                </p14:cNvPr>
                <p14:cNvContentPartPr/>
                <p14:nvPr/>
              </p14:nvContentPartPr>
              <p14:xfrm>
                <a:off x="2846111" y="911740"/>
                <a:ext cx="152640" cy="105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694DD6-20F9-7C8B-CB18-454F82BE64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28471" y="894100"/>
                  <a:ext cx="1882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B99C015-064C-86CC-A313-28E2A8726869}"/>
                    </a:ext>
                  </a:extLst>
                </p14:cNvPr>
                <p14:cNvContentPartPr/>
                <p14:nvPr/>
              </p14:nvContentPartPr>
              <p14:xfrm>
                <a:off x="2818031" y="1763860"/>
                <a:ext cx="142560" cy="170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B99C015-064C-86CC-A313-28E2A872686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00031" y="1746220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9F54E40-1EBB-76B3-73F8-4035FBF86785}"/>
                    </a:ext>
                  </a:extLst>
                </p14:cNvPr>
                <p14:cNvContentPartPr/>
                <p14:nvPr/>
              </p14:nvContentPartPr>
              <p14:xfrm>
                <a:off x="2919911" y="1846300"/>
                <a:ext cx="58680" cy="19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9F54E40-1EBB-76B3-73F8-4035FBF8678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02271" y="1828300"/>
                  <a:ext cx="943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D5D929E-D307-95BA-544C-7C84C9232D69}"/>
                    </a:ext>
                  </a:extLst>
                </p14:cNvPr>
                <p14:cNvContentPartPr/>
                <p14:nvPr/>
              </p14:nvContentPartPr>
              <p14:xfrm>
                <a:off x="3109271" y="1798420"/>
                <a:ext cx="55080" cy="155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D5D929E-D307-95BA-544C-7C84C9232D6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91631" y="1780420"/>
                  <a:ext cx="90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8B2DB65-DCEB-8370-2CEA-0E155C27E048}"/>
                    </a:ext>
                  </a:extLst>
                </p14:cNvPr>
                <p14:cNvContentPartPr/>
                <p14:nvPr/>
              </p14:nvContentPartPr>
              <p14:xfrm>
                <a:off x="3153911" y="1843060"/>
                <a:ext cx="97560" cy="86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8B2DB65-DCEB-8370-2CEA-0E155C27E04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35911" y="1825060"/>
                  <a:ext cx="1332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4F2966C-18A3-9231-5817-737AE16BA7EF}"/>
                    </a:ext>
                  </a:extLst>
                </p14:cNvPr>
                <p14:cNvContentPartPr/>
                <p14:nvPr/>
              </p14:nvContentPartPr>
              <p14:xfrm>
                <a:off x="2454791" y="1492420"/>
                <a:ext cx="94320" cy="54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4F2966C-18A3-9231-5817-737AE16BA7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37151" y="1474420"/>
                  <a:ext cx="1299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DB3C48F-8C8F-A242-B9F7-B1CE539A6034}"/>
                    </a:ext>
                  </a:extLst>
                </p14:cNvPr>
                <p14:cNvContentPartPr/>
                <p14:nvPr/>
              </p14:nvContentPartPr>
              <p14:xfrm>
                <a:off x="2470631" y="1480180"/>
                <a:ext cx="837000" cy="43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DB3C48F-8C8F-A242-B9F7-B1CE539A603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52631" y="1462180"/>
                  <a:ext cx="8726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756A35A-2EB7-B735-1919-19BDB7CE48DD}"/>
                    </a:ext>
                  </a:extLst>
                </p14:cNvPr>
                <p14:cNvContentPartPr/>
                <p14:nvPr/>
              </p14:nvContentPartPr>
              <p14:xfrm>
                <a:off x="3270911" y="1470460"/>
                <a:ext cx="71640" cy="37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756A35A-2EB7-B735-1919-19BDB7CE48D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53271" y="1452460"/>
                  <a:ext cx="1072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C8EB40B-E9C7-00C6-1497-0050B78D40D1}"/>
                    </a:ext>
                  </a:extLst>
                </p14:cNvPr>
                <p14:cNvContentPartPr/>
                <p14:nvPr/>
              </p14:nvContentPartPr>
              <p14:xfrm>
                <a:off x="3292511" y="1142140"/>
                <a:ext cx="27360" cy="182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C8EB40B-E9C7-00C6-1497-0050B78D40D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274511" y="1124500"/>
                  <a:ext cx="630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9C94ED5-A326-D8F0-D2E4-13012B5DBAB4}"/>
                    </a:ext>
                  </a:extLst>
                </p14:cNvPr>
                <p14:cNvContentPartPr/>
                <p14:nvPr/>
              </p14:nvContentPartPr>
              <p14:xfrm>
                <a:off x="3306191" y="1156180"/>
                <a:ext cx="156600" cy="148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9C94ED5-A326-D8F0-D2E4-13012B5DBAB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288551" y="1138180"/>
                  <a:ext cx="1922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1179374-309E-3CF5-DADE-F451FF5BD1EA}"/>
                    </a:ext>
                  </a:extLst>
                </p14:cNvPr>
                <p14:cNvContentPartPr/>
                <p14:nvPr/>
              </p14:nvContentPartPr>
              <p14:xfrm>
                <a:off x="3313031" y="1232140"/>
                <a:ext cx="94680" cy="50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1179374-309E-3CF5-DADE-F451FF5BD1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95391" y="1214140"/>
                  <a:ext cx="130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492F54-A1FB-FF09-8B4A-9A7EAE7AB7EC}"/>
                    </a:ext>
                  </a:extLst>
                </p14:cNvPr>
                <p14:cNvContentPartPr/>
                <p14:nvPr/>
              </p14:nvContentPartPr>
              <p14:xfrm>
                <a:off x="2688071" y="2355700"/>
                <a:ext cx="735840" cy="96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492F54-A1FB-FF09-8B4A-9A7EAE7AB7E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70071" y="2337700"/>
                  <a:ext cx="771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D237B2E-3859-60E8-B3E0-A1C78C3AE234}"/>
                    </a:ext>
                  </a:extLst>
                </p14:cNvPr>
                <p14:cNvContentPartPr/>
                <p14:nvPr/>
              </p14:nvContentPartPr>
              <p14:xfrm>
                <a:off x="3555671" y="2402860"/>
                <a:ext cx="43920" cy="216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D237B2E-3859-60E8-B3E0-A1C78C3AE23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37671" y="2384860"/>
                  <a:ext cx="795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1065383-F369-4490-9400-A2650C441288}"/>
                    </a:ext>
                  </a:extLst>
                </p14:cNvPr>
                <p14:cNvContentPartPr/>
                <p14:nvPr/>
              </p14:nvContentPartPr>
              <p14:xfrm>
                <a:off x="3587711" y="2402140"/>
                <a:ext cx="173880" cy="2174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1065383-F369-4490-9400-A2650C44128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69711" y="2384140"/>
                  <a:ext cx="209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285DF13-D429-6983-8A8D-03B360391CFC}"/>
                    </a:ext>
                  </a:extLst>
                </p14:cNvPr>
                <p14:cNvContentPartPr/>
                <p14:nvPr/>
              </p14:nvContentPartPr>
              <p14:xfrm>
                <a:off x="3305831" y="1467940"/>
                <a:ext cx="54000" cy="51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285DF13-D429-6983-8A8D-03B360391CF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87831" y="1450300"/>
                  <a:ext cx="8964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3241F72-3BD7-A462-A3F4-4BA7523FB934}"/>
              </a:ext>
            </a:extLst>
          </p:cNvPr>
          <p:cNvGrpSpPr/>
          <p:nvPr/>
        </p:nvGrpSpPr>
        <p:grpSpPr>
          <a:xfrm>
            <a:off x="4110431" y="430780"/>
            <a:ext cx="838080" cy="296280"/>
            <a:chOff x="4110431" y="430780"/>
            <a:chExt cx="83808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31F4A1-EED1-F31B-1A67-73809A3275EA}"/>
                    </a:ext>
                  </a:extLst>
                </p14:cNvPr>
                <p14:cNvContentPartPr/>
                <p14:nvPr/>
              </p14:nvContentPartPr>
              <p14:xfrm>
                <a:off x="4110431" y="430780"/>
                <a:ext cx="36360" cy="296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31F4A1-EED1-F31B-1A67-73809A3275E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092791" y="412780"/>
                  <a:ext cx="720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80D88E8-3F5D-C1BD-F040-B82BDE5B728C}"/>
                    </a:ext>
                  </a:extLst>
                </p14:cNvPr>
                <p14:cNvContentPartPr/>
                <p14:nvPr/>
              </p14:nvContentPartPr>
              <p14:xfrm>
                <a:off x="4175231" y="479380"/>
                <a:ext cx="216720" cy="207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80D88E8-3F5D-C1BD-F040-B82BDE5B728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157591" y="461380"/>
                  <a:ext cx="2523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BA05E45-FE8B-96A2-5C04-C80821E9E6FB}"/>
                    </a:ext>
                  </a:extLst>
                </p14:cNvPr>
                <p14:cNvContentPartPr/>
                <p14:nvPr/>
              </p14:nvContentPartPr>
              <p14:xfrm>
                <a:off x="4476911" y="602860"/>
                <a:ext cx="128880" cy="110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BA05E45-FE8B-96A2-5C04-C80821E9E6F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59271" y="584860"/>
                  <a:ext cx="1645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509AFCE-2156-D2D0-85FD-021EC5FCB691}"/>
                    </a:ext>
                  </a:extLst>
                </p14:cNvPr>
                <p14:cNvContentPartPr/>
                <p14:nvPr/>
              </p14:nvContentPartPr>
              <p14:xfrm>
                <a:off x="4684631" y="587020"/>
                <a:ext cx="72720" cy="128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509AFCE-2156-D2D0-85FD-021EC5FCB69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66631" y="569380"/>
                  <a:ext cx="108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7A7A52B-01A6-432F-1582-04E56EDA1FC3}"/>
                    </a:ext>
                  </a:extLst>
                </p14:cNvPr>
                <p14:cNvContentPartPr/>
                <p14:nvPr/>
              </p14:nvContentPartPr>
              <p14:xfrm>
                <a:off x="4842311" y="453100"/>
                <a:ext cx="106200" cy="251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7A7A52B-01A6-432F-1582-04E56EDA1FC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824671" y="435460"/>
                  <a:ext cx="141840" cy="28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337E682-5748-31E6-BF87-D46CD318784B}"/>
              </a:ext>
            </a:extLst>
          </p:cNvPr>
          <p:cNvGrpSpPr/>
          <p:nvPr/>
        </p:nvGrpSpPr>
        <p:grpSpPr>
          <a:xfrm>
            <a:off x="5209511" y="461020"/>
            <a:ext cx="340560" cy="227880"/>
            <a:chOff x="5209511" y="461020"/>
            <a:chExt cx="340560" cy="22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AC0745B-46DB-36E2-7E9E-A0F7C72D9976}"/>
                    </a:ext>
                  </a:extLst>
                </p14:cNvPr>
                <p14:cNvContentPartPr/>
                <p14:nvPr/>
              </p14:nvContentPartPr>
              <p14:xfrm>
                <a:off x="5310671" y="461020"/>
                <a:ext cx="32400" cy="211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AC0745B-46DB-36E2-7E9E-A0F7C72D997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293031" y="443020"/>
                  <a:ext cx="680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4DFFEA4-3E9D-20F1-38BB-06E96542E323}"/>
                    </a:ext>
                  </a:extLst>
                </p14:cNvPr>
                <p14:cNvContentPartPr/>
                <p14:nvPr/>
              </p14:nvContentPartPr>
              <p14:xfrm>
                <a:off x="5209511" y="551020"/>
                <a:ext cx="340560" cy="137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4DFFEA4-3E9D-20F1-38BB-06E96542E32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191511" y="533020"/>
                  <a:ext cx="37620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877A27F-3A41-F404-3CF5-59D85D6F840C}"/>
              </a:ext>
            </a:extLst>
          </p:cNvPr>
          <p:cNvGrpSpPr/>
          <p:nvPr/>
        </p:nvGrpSpPr>
        <p:grpSpPr>
          <a:xfrm>
            <a:off x="4241471" y="1022980"/>
            <a:ext cx="1447200" cy="342000"/>
            <a:chOff x="4241471" y="1022980"/>
            <a:chExt cx="144720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AD71EFC-FAF4-B400-763C-650F3922E3E0}"/>
                    </a:ext>
                  </a:extLst>
                </p14:cNvPr>
                <p14:cNvContentPartPr/>
                <p14:nvPr/>
              </p14:nvContentPartPr>
              <p14:xfrm>
                <a:off x="4241471" y="1175620"/>
                <a:ext cx="97200" cy="189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AD71EFC-FAF4-B400-763C-650F3922E3E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23831" y="1157980"/>
                  <a:ext cx="1328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2723B4D-70A4-061C-4386-1412FB51D51D}"/>
                    </a:ext>
                  </a:extLst>
                </p14:cNvPr>
                <p14:cNvContentPartPr/>
                <p14:nvPr/>
              </p14:nvContentPartPr>
              <p14:xfrm>
                <a:off x="4448831" y="1232860"/>
                <a:ext cx="113040" cy="114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2723B4D-70A4-061C-4386-1412FB51D51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431191" y="1215220"/>
                  <a:ext cx="148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94CEC81-23E7-FEF6-8042-424B3FCF2F74}"/>
                    </a:ext>
                  </a:extLst>
                </p14:cNvPr>
                <p14:cNvContentPartPr/>
                <p14:nvPr/>
              </p14:nvContentPartPr>
              <p14:xfrm>
                <a:off x="4633871" y="1196500"/>
                <a:ext cx="222480" cy="110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94CEC81-23E7-FEF6-8042-424B3FCF2F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16231" y="1178860"/>
                  <a:ext cx="2581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B87E00A-3705-D96C-1890-5F8213A5C04A}"/>
                    </a:ext>
                  </a:extLst>
                </p14:cNvPr>
                <p14:cNvContentPartPr/>
                <p14:nvPr/>
              </p14:nvContentPartPr>
              <p14:xfrm>
                <a:off x="4965431" y="1149700"/>
                <a:ext cx="106560" cy="141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B87E00A-3705-D96C-1890-5F8213A5C04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47791" y="1132060"/>
                  <a:ext cx="1422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7D3B6B-EB34-BBAB-D674-7499FF823F10}"/>
                    </a:ext>
                  </a:extLst>
                </p14:cNvPr>
                <p14:cNvContentPartPr/>
                <p14:nvPr/>
              </p14:nvContentPartPr>
              <p14:xfrm>
                <a:off x="5122391" y="1118380"/>
                <a:ext cx="319680" cy="160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7D3B6B-EB34-BBAB-D674-7499FF823F1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04751" y="1100740"/>
                  <a:ext cx="3553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D192737-603F-9EF7-C40D-24F800EC2AC1}"/>
                    </a:ext>
                  </a:extLst>
                </p14:cNvPr>
                <p14:cNvContentPartPr/>
                <p14:nvPr/>
              </p14:nvContentPartPr>
              <p14:xfrm>
                <a:off x="5553311" y="1022980"/>
                <a:ext cx="81360" cy="256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D192737-603F-9EF7-C40D-24F800EC2AC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535311" y="1004980"/>
                  <a:ext cx="1170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FCB5C1E-9D9B-1C8F-D385-4884FD72AAEF}"/>
                    </a:ext>
                  </a:extLst>
                </p14:cNvPr>
                <p14:cNvContentPartPr/>
                <p14:nvPr/>
              </p14:nvContentPartPr>
              <p14:xfrm>
                <a:off x="5562671" y="1119820"/>
                <a:ext cx="126000" cy="52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FCB5C1E-9D9B-1C8F-D385-4884FD72AAE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45031" y="1102180"/>
                  <a:ext cx="1616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60A14EB-8A1F-4D45-3BCE-1B5D55641BD0}"/>
              </a:ext>
            </a:extLst>
          </p:cNvPr>
          <p:cNvGrpSpPr/>
          <p:nvPr/>
        </p:nvGrpSpPr>
        <p:grpSpPr>
          <a:xfrm>
            <a:off x="4475471" y="1745140"/>
            <a:ext cx="371160" cy="214200"/>
            <a:chOff x="4475471" y="1745140"/>
            <a:chExt cx="37116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337172F-956E-AAB5-C735-9781DBAA3FCA}"/>
                    </a:ext>
                  </a:extLst>
                </p14:cNvPr>
                <p14:cNvContentPartPr/>
                <p14:nvPr/>
              </p14:nvContentPartPr>
              <p14:xfrm>
                <a:off x="4563671" y="1745140"/>
                <a:ext cx="43560" cy="214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337172F-956E-AAB5-C735-9781DBAA3FC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45671" y="1727140"/>
                  <a:ext cx="792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027E73C-0AFC-3C2E-547D-2CF17EC1D41F}"/>
                    </a:ext>
                  </a:extLst>
                </p14:cNvPr>
                <p14:cNvContentPartPr/>
                <p14:nvPr/>
              </p14:nvContentPartPr>
              <p14:xfrm>
                <a:off x="4475471" y="1834780"/>
                <a:ext cx="219240" cy="60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027E73C-0AFC-3C2E-547D-2CF17EC1D41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457831" y="1816780"/>
                  <a:ext cx="2548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5966ADD-259D-2598-35FD-2B30F2895FA0}"/>
                    </a:ext>
                  </a:extLst>
                </p14:cNvPr>
                <p14:cNvContentPartPr/>
                <p14:nvPr/>
              </p14:nvContentPartPr>
              <p14:xfrm>
                <a:off x="4750511" y="1769980"/>
                <a:ext cx="96120" cy="109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5966ADD-259D-2598-35FD-2B30F2895FA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732511" y="1751980"/>
                  <a:ext cx="13176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18765EB-699B-0BEC-CEB3-BF3F84ACB0E3}"/>
              </a:ext>
            </a:extLst>
          </p:cNvPr>
          <p:cNvGrpSpPr/>
          <p:nvPr/>
        </p:nvGrpSpPr>
        <p:grpSpPr>
          <a:xfrm>
            <a:off x="5142191" y="1564420"/>
            <a:ext cx="1387800" cy="345240"/>
            <a:chOff x="5142191" y="1564420"/>
            <a:chExt cx="138780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25AFA0B-998D-F530-A863-3BA6AA6F70AD}"/>
                    </a:ext>
                  </a:extLst>
                </p14:cNvPr>
                <p14:cNvContentPartPr/>
                <p14:nvPr/>
              </p14:nvContentPartPr>
              <p14:xfrm>
                <a:off x="5242991" y="1624900"/>
                <a:ext cx="20520" cy="136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25AFA0B-998D-F530-A863-3BA6AA6F70A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24991" y="1607260"/>
                  <a:ext cx="56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4C10511-4A19-5418-C1F2-7D3BC8214240}"/>
                    </a:ext>
                  </a:extLst>
                </p14:cNvPr>
                <p14:cNvContentPartPr/>
                <p14:nvPr/>
              </p14:nvContentPartPr>
              <p14:xfrm>
                <a:off x="5235431" y="1659460"/>
                <a:ext cx="30240" cy="250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4C10511-4A19-5418-C1F2-7D3BC821424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217791" y="1641820"/>
                  <a:ext cx="658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CA0F91C-54BB-F577-CA4F-CA31F0CF315F}"/>
                    </a:ext>
                  </a:extLst>
                </p14:cNvPr>
                <p14:cNvContentPartPr/>
                <p14:nvPr/>
              </p14:nvContentPartPr>
              <p14:xfrm>
                <a:off x="5142191" y="1711660"/>
                <a:ext cx="356400" cy="165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CA0F91C-54BB-F577-CA4F-CA31F0CF315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24191" y="1694020"/>
                  <a:ext cx="392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8115188-FE77-4127-0266-1244BFE79CD9}"/>
                    </a:ext>
                  </a:extLst>
                </p14:cNvPr>
                <p14:cNvContentPartPr/>
                <p14:nvPr/>
              </p14:nvContentPartPr>
              <p14:xfrm>
                <a:off x="5560151" y="1749820"/>
                <a:ext cx="96480" cy="137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8115188-FE77-4127-0266-1244BFE79CD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542511" y="1731820"/>
                  <a:ext cx="1321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120EB2E-E262-2CBB-FCEA-0CF1ABAF444D}"/>
                    </a:ext>
                  </a:extLst>
                </p14:cNvPr>
                <p14:cNvContentPartPr/>
                <p14:nvPr/>
              </p14:nvContentPartPr>
              <p14:xfrm>
                <a:off x="5692991" y="1737940"/>
                <a:ext cx="141120" cy="131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120EB2E-E262-2CBB-FCEA-0CF1ABAF444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75351" y="1720300"/>
                  <a:ext cx="1767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4BE435F-1A79-B647-E397-808CD34BF39F}"/>
                    </a:ext>
                  </a:extLst>
                </p14:cNvPr>
                <p14:cNvContentPartPr/>
                <p14:nvPr/>
              </p14:nvContentPartPr>
              <p14:xfrm>
                <a:off x="5871191" y="1701940"/>
                <a:ext cx="360360" cy="140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4BE435F-1A79-B647-E397-808CD34BF39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853191" y="1683940"/>
                  <a:ext cx="3960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B8545F-7902-A083-FC83-DC52F9CB33D0}"/>
                    </a:ext>
                  </a:extLst>
                </p14:cNvPr>
                <p14:cNvContentPartPr/>
                <p14:nvPr/>
              </p14:nvContentPartPr>
              <p14:xfrm>
                <a:off x="6274391" y="1670980"/>
                <a:ext cx="26640" cy="55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B8545F-7902-A083-FC83-DC52F9CB33D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256751" y="1652980"/>
                  <a:ext cx="622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0EB0762-D405-A462-4872-E4AD25D56B9F}"/>
                    </a:ext>
                  </a:extLst>
                </p14:cNvPr>
                <p14:cNvContentPartPr/>
                <p14:nvPr/>
              </p14:nvContentPartPr>
              <p14:xfrm>
                <a:off x="6275111" y="1564420"/>
                <a:ext cx="11160" cy="16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0EB0762-D405-A462-4872-E4AD25D56B9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257111" y="1546780"/>
                  <a:ext cx="468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DCFEC08-042D-1A58-E089-B50ED65BBB41}"/>
                    </a:ext>
                  </a:extLst>
                </p14:cNvPr>
                <p14:cNvContentPartPr/>
                <p14:nvPr/>
              </p14:nvContentPartPr>
              <p14:xfrm>
                <a:off x="6365831" y="1696900"/>
                <a:ext cx="164160" cy="70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DCFEC08-042D-1A58-E089-B50ED65BBB4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48191" y="1678900"/>
                  <a:ext cx="19980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0161A5F4-CE24-1E79-3933-A33ECDE66058}"/>
              </a:ext>
            </a:extLst>
          </p:cNvPr>
          <p:cNvGrpSpPr/>
          <p:nvPr/>
        </p:nvGrpSpPr>
        <p:grpSpPr>
          <a:xfrm>
            <a:off x="4562951" y="2270380"/>
            <a:ext cx="631440" cy="203400"/>
            <a:chOff x="4562951" y="2270380"/>
            <a:chExt cx="63144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BDC3BE1-6BF4-8946-3704-0C498D361E78}"/>
                    </a:ext>
                  </a:extLst>
                </p14:cNvPr>
                <p14:cNvContentPartPr/>
                <p14:nvPr/>
              </p14:nvContentPartPr>
              <p14:xfrm>
                <a:off x="4562951" y="2270380"/>
                <a:ext cx="172080" cy="115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BDC3BE1-6BF4-8946-3704-0C498D361E7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545311" y="2252380"/>
                  <a:ext cx="2077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684EF19-BD0D-B901-7C42-407407C0EB74}"/>
                    </a:ext>
                  </a:extLst>
                </p14:cNvPr>
                <p14:cNvContentPartPr/>
                <p14:nvPr/>
              </p14:nvContentPartPr>
              <p14:xfrm>
                <a:off x="4844471" y="2285500"/>
                <a:ext cx="205920" cy="1882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684EF19-BD0D-B901-7C42-407407C0EB7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826471" y="2267860"/>
                  <a:ext cx="2415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78541F8-9B6C-22CD-D8C7-40772107E62F}"/>
                    </a:ext>
                  </a:extLst>
                </p14:cNvPr>
                <p14:cNvContentPartPr/>
                <p14:nvPr/>
              </p14:nvContentPartPr>
              <p14:xfrm>
                <a:off x="5162351" y="2325100"/>
                <a:ext cx="32040" cy="15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78541F8-9B6C-22CD-D8C7-40772107E6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144711" y="2307100"/>
                  <a:ext cx="67680" cy="5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474F5FF-D6C8-60CB-59EF-72273904881E}"/>
              </a:ext>
            </a:extLst>
          </p:cNvPr>
          <p:cNvGrpSpPr/>
          <p:nvPr/>
        </p:nvGrpSpPr>
        <p:grpSpPr>
          <a:xfrm>
            <a:off x="5418311" y="2033860"/>
            <a:ext cx="1107360" cy="352800"/>
            <a:chOff x="5418311" y="2033860"/>
            <a:chExt cx="1107360" cy="3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FE9DF94-CE9B-E94C-ECCE-76F7946BECF7}"/>
                    </a:ext>
                  </a:extLst>
                </p14:cNvPr>
                <p14:cNvContentPartPr/>
                <p14:nvPr/>
              </p14:nvContentPartPr>
              <p14:xfrm>
                <a:off x="5418311" y="2199100"/>
                <a:ext cx="237600" cy="187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FE9DF94-CE9B-E94C-ECCE-76F7946BECF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400311" y="2181460"/>
                  <a:ext cx="273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6A46A17-68E5-6D64-F8F0-045CE10FF8FB}"/>
                    </a:ext>
                  </a:extLst>
                </p14:cNvPr>
                <p14:cNvContentPartPr/>
                <p14:nvPr/>
              </p14:nvContentPartPr>
              <p14:xfrm>
                <a:off x="5653031" y="2148700"/>
                <a:ext cx="15120" cy="6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6A46A17-68E5-6D64-F8F0-045CE10FF8F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35391" y="2131060"/>
                  <a:ext cx="507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F8CD337-AB3C-0BF8-6D73-269FD2A72DC0}"/>
                    </a:ext>
                  </a:extLst>
                </p14:cNvPr>
                <p14:cNvContentPartPr/>
                <p14:nvPr/>
              </p14:nvContentPartPr>
              <p14:xfrm>
                <a:off x="5726471" y="2235460"/>
                <a:ext cx="71640" cy="81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F8CD337-AB3C-0BF8-6D73-269FD2A72DC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08831" y="2217820"/>
                  <a:ext cx="107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60437DF-6DF0-351A-2C4F-EA0B3BB98560}"/>
                    </a:ext>
                  </a:extLst>
                </p14:cNvPr>
                <p14:cNvContentPartPr/>
                <p14:nvPr/>
              </p14:nvContentPartPr>
              <p14:xfrm>
                <a:off x="5887391" y="2231140"/>
                <a:ext cx="244440" cy="80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60437DF-6DF0-351A-2C4F-EA0B3BB9856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869751" y="2213500"/>
                  <a:ext cx="2800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EFC1C87-D484-F38A-F8E5-66627EB8C4C1}"/>
                    </a:ext>
                  </a:extLst>
                </p14:cNvPr>
                <p14:cNvContentPartPr/>
                <p14:nvPr/>
              </p14:nvContentPartPr>
              <p14:xfrm>
                <a:off x="6238751" y="2143660"/>
                <a:ext cx="34200" cy="72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EFC1C87-D484-F38A-F8E5-66627EB8C4C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220751" y="2125660"/>
                  <a:ext cx="698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1FDA67E-7838-E3D6-229F-B5D080676C38}"/>
                    </a:ext>
                  </a:extLst>
                </p14:cNvPr>
                <p14:cNvContentPartPr/>
                <p14:nvPr/>
              </p14:nvContentPartPr>
              <p14:xfrm>
                <a:off x="6234791" y="2036020"/>
                <a:ext cx="4680" cy="34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1FDA67E-7838-E3D6-229F-B5D080676C3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16791" y="2018380"/>
                  <a:ext cx="403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049A92A-28F6-F4EE-D83E-C89DB96228B8}"/>
                    </a:ext>
                  </a:extLst>
                </p14:cNvPr>
                <p14:cNvContentPartPr/>
                <p14:nvPr/>
              </p14:nvContentPartPr>
              <p14:xfrm>
                <a:off x="6363671" y="2033860"/>
                <a:ext cx="74160" cy="179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049A92A-28F6-F4EE-D83E-C89DB96228B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45671" y="2016220"/>
                  <a:ext cx="1098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B3442E9-CE1F-7E07-73D5-39A1C2B99099}"/>
                    </a:ext>
                  </a:extLst>
                </p14:cNvPr>
                <p14:cNvContentPartPr/>
                <p14:nvPr/>
              </p14:nvContentPartPr>
              <p14:xfrm>
                <a:off x="6379151" y="2121340"/>
                <a:ext cx="146520" cy="208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B3442E9-CE1F-7E07-73D5-39A1C2B9909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61511" y="2103700"/>
                  <a:ext cx="18216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86F691F7-0463-2619-4827-E20158006408}"/>
              </a:ext>
            </a:extLst>
          </p:cNvPr>
          <p:cNvGrpSpPr/>
          <p:nvPr/>
        </p:nvGrpSpPr>
        <p:grpSpPr>
          <a:xfrm>
            <a:off x="7277351" y="519700"/>
            <a:ext cx="1982160" cy="800280"/>
            <a:chOff x="7277351" y="519700"/>
            <a:chExt cx="1982160" cy="80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2EA111C-B666-A574-E245-776A12F38107}"/>
                    </a:ext>
                  </a:extLst>
                </p14:cNvPr>
                <p14:cNvContentPartPr/>
                <p14:nvPr/>
              </p14:nvContentPartPr>
              <p14:xfrm>
                <a:off x="7417391" y="576220"/>
                <a:ext cx="115920" cy="704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2EA111C-B666-A574-E245-776A12F3810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399751" y="558580"/>
                  <a:ext cx="15156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A6403C-053D-B1E5-FF11-0DF61AC07297}"/>
                    </a:ext>
                  </a:extLst>
                </p14:cNvPr>
                <p14:cNvContentPartPr/>
                <p14:nvPr/>
              </p14:nvContentPartPr>
              <p14:xfrm>
                <a:off x="7277351" y="1277860"/>
                <a:ext cx="525960" cy="42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A6403C-053D-B1E5-FF11-0DF61AC0729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259351" y="1259860"/>
                  <a:ext cx="561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D53D273-659F-49A1-A775-2B9A4403692A}"/>
                    </a:ext>
                  </a:extLst>
                </p14:cNvPr>
                <p14:cNvContentPartPr/>
                <p14:nvPr/>
              </p14:nvContentPartPr>
              <p14:xfrm>
                <a:off x="7389671" y="601420"/>
                <a:ext cx="889920" cy="36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D53D273-659F-49A1-A775-2B9A4403692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372031" y="583780"/>
                  <a:ext cx="9255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E885675-E370-8249-4E26-300D01A1BABA}"/>
                    </a:ext>
                  </a:extLst>
                </p14:cNvPr>
                <p14:cNvContentPartPr/>
                <p14:nvPr/>
              </p14:nvContentPartPr>
              <p14:xfrm>
                <a:off x="8258351" y="562180"/>
                <a:ext cx="389520" cy="1270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E885675-E370-8249-4E26-300D01A1BAB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240711" y="544540"/>
                  <a:ext cx="4251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D54E0B1-B359-D922-D5A1-10E8CD4384A2}"/>
                    </a:ext>
                  </a:extLst>
                </p14:cNvPr>
                <p14:cNvContentPartPr/>
                <p14:nvPr/>
              </p14:nvContentPartPr>
              <p14:xfrm>
                <a:off x="8633831" y="519700"/>
                <a:ext cx="625680" cy="129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D54E0B1-B359-D922-D5A1-10E8CD4384A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616191" y="501700"/>
                  <a:ext cx="66132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CC9F41-7060-2600-2FAB-ED342CDC83CF}"/>
              </a:ext>
            </a:extLst>
          </p:cNvPr>
          <p:cNvGrpSpPr/>
          <p:nvPr/>
        </p:nvGrpSpPr>
        <p:grpSpPr>
          <a:xfrm>
            <a:off x="8308751" y="183460"/>
            <a:ext cx="1273320" cy="227880"/>
            <a:chOff x="8308751" y="183460"/>
            <a:chExt cx="1273320" cy="22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A03AAA5-8883-A98A-BA5F-37382A85D8D9}"/>
                    </a:ext>
                  </a:extLst>
                </p14:cNvPr>
                <p14:cNvContentPartPr/>
                <p14:nvPr/>
              </p14:nvContentPartPr>
              <p14:xfrm>
                <a:off x="8312351" y="248260"/>
                <a:ext cx="52200" cy="1630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A03AAA5-8883-A98A-BA5F-37382A85D8D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94711" y="230620"/>
                  <a:ext cx="87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02C281D-18FA-35B6-DF9D-47AF42D643EA}"/>
                    </a:ext>
                  </a:extLst>
                </p14:cNvPr>
                <p14:cNvContentPartPr/>
                <p14:nvPr/>
              </p14:nvContentPartPr>
              <p14:xfrm>
                <a:off x="8308751" y="183460"/>
                <a:ext cx="181440" cy="131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02C281D-18FA-35B6-DF9D-47AF42D643E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290751" y="165820"/>
                  <a:ext cx="2170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E68606F-C3FC-2477-6BB0-CBD496B11590}"/>
                    </a:ext>
                  </a:extLst>
                </p14:cNvPr>
                <p14:cNvContentPartPr/>
                <p14:nvPr/>
              </p14:nvContentPartPr>
              <p14:xfrm>
                <a:off x="8587031" y="225220"/>
                <a:ext cx="59760" cy="150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E68606F-C3FC-2477-6BB0-CBD496B1159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69031" y="207220"/>
                  <a:ext cx="95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9F2622F-0D47-45A7-285A-2C4E2C24C675}"/>
                    </a:ext>
                  </a:extLst>
                </p14:cNvPr>
                <p14:cNvContentPartPr/>
                <p14:nvPr/>
              </p14:nvContentPartPr>
              <p14:xfrm>
                <a:off x="8573711" y="287860"/>
                <a:ext cx="277560" cy="882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9F2622F-0D47-45A7-285A-2C4E2C24C67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556071" y="269860"/>
                  <a:ext cx="3132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F2C33CC-DB3C-55E9-9D62-1FFD6BF679CE}"/>
                    </a:ext>
                  </a:extLst>
                </p14:cNvPr>
                <p14:cNvContentPartPr/>
                <p14:nvPr/>
              </p14:nvContentPartPr>
              <p14:xfrm>
                <a:off x="8917151" y="288580"/>
                <a:ext cx="71280" cy="80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F2C33CC-DB3C-55E9-9D62-1FFD6BF679C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899511" y="270580"/>
                  <a:ext cx="106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E012D23-AF9F-650B-79B6-66EC249880C6}"/>
                    </a:ext>
                  </a:extLst>
                </p14:cNvPr>
                <p14:cNvContentPartPr/>
                <p14:nvPr/>
              </p14:nvContentPartPr>
              <p14:xfrm>
                <a:off x="9070151" y="274900"/>
                <a:ext cx="101880" cy="87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E012D23-AF9F-650B-79B6-66EC249880C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2151" y="256900"/>
                  <a:ext cx="1375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BA19C0B-FCC0-966E-E03D-CB13503BBD6D}"/>
                    </a:ext>
                  </a:extLst>
                </p14:cNvPr>
                <p14:cNvContentPartPr/>
                <p14:nvPr/>
              </p14:nvContentPartPr>
              <p14:xfrm>
                <a:off x="9339791" y="225940"/>
                <a:ext cx="56520" cy="21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BA19C0B-FCC0-966E-E03D-CB13503BBD6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321791" y="208300"/>
                  <a:ext cx="921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13D466A-5054-6B8E-D871-8D808A7E1B92}"/>
                    </a:ext>
                  </a:extLst>
                </p14:cNvPr>
                <p14:cNvContentPartPr/>
                <p14:nvPr/>
              </p14:nvContentPartPr>
              <p14:xfrm>
                <a:off x="9373271" y="313420"/>
                <a:ext cx="50040" cy="72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13D466A-5054-6B8E-D871-8D808A7E1B9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355271" y="295780"/>
                  <a:ext cx="856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F33847F-8D36-F7EE-51D2-0DEC543B52C9}"/>
                    </a:ext>
                  </a:extLst>
                </p14:cNvPr>
                <p14:cNvContentPartPr/>
                <p14:nvPr/>
              </p14:nvContentPartPr>
              <p14:xfrm>
                <a:off x="9461111" y="201100"/>
                <a:ext cx="84600" cy="110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F33847F-8D36-F7EE-51D2-0DEC543B52C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443471" y="183100"/>
                  <a:ext cx="120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67B3AA7-2B7A-4534-D034-0458088B8B45}"/>
                    </a:ext>
                  </a:extLst>
                </p14:cNvPr>
                <p14:cNvContentPartPr/>
                <p14:nvPr/>
              </p14:nvContentPartPr>
              <p14:xfrm>
                <a:off x="9567311" y="378580"/>
                <a:ext cx="14760" cy="75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67B3AA7-2B7A-4534-D034-0458088B8B4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49671" y="360580"/>
                  <a:ext cx="5040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1F0E3D1-867B-E0D0-C723-59BFD345E1D4}"/>
              </a:ext>
            </a:extLst>
          </p:cNvPr>
          <p:cNvGrpSpPr/>
          <p:nvPr/>
        </p:nvGrpSpPr>
        <p:grpSpPr>
          <a:xfrm>
            <a:off x="7538351" y="1422220"/>
            <a:ext cx="2129400" cy="780840"/>
            <a:chOff x="7538351" y="1422220"/>
            <a:chExt cx="2129400" cy="78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381D23C-C74C-FE9C-9B28-D47186AA4B40}"/>
                    </a:ext>
                  </a:extLst>
                </p14:cNvPr>
                <p14:cNvContentPartPr/>
                <p14:nvPr/>
              </p14:nvContentPartPr>
              <p14:xfrm>
                <a:off x="7538351" y="1422220"/>
                <a:ext cx="149040" cy="24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381D23C-C74C-FE9C-9B28-D47186AA4B4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20351" y="1404580"/>
                  <a:ext cx="1846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713A87F-31CA-7021-D7FE-563BF4A74B99}"/>
                    </a:ext>
                  </a:extLst>
                </p14:cNvPr>
                <p14:cNvContentPartPr/>
                <p14:nvPr/>
              </p14:nvContentPartPr>
              <p14:xfrm>
                <a:off x="7593791" y="1454980"/>
                <a:ext cx="125640" cy="651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713A87F-31CA-7021-D7FE-563BF4A74B9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576151" y="1436980"/>
                  <a:ext cx="16128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AAC339E-7EA3-DCCD-D809-03F40AC631C2}"/>
                    </a:ext>
                  </a:extLst>
                </p14:cNvPr>
                <p14:cNvContentPartPr/>
                <p14:nvPr/>
              </p14:nvContentPartPr>
              <p14:xfrm>
                <a:off x="7645271" y="2002900"/>
                <a:ext cx="2022480" cy="200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AAC339E-7EA3-DCCD-D809-03F40AC631C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627271" y="1984900"/>
                  <a:ext cx="20581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D3FE2C9-E183-2A09-51BA-7FCDA38E29C3}"/>
                    </a:ext>
                  </a:extLst>
                </p14:cNvPr>
                <p14:cNvContentPartPr/>
                <p14:nvPr/>
              </p14:nvContentPartPr>
              <p14:xfrm>
                <a:off x="7889351" y="1511500"/>
                <a:ext cx="192600" cy="171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D3FE2C9-E183-2A09-51BA-7FCDA38E29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871711" y="1493860"/>
                  <a:ext cx="228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2319D6D-B438-6E6C-C99F-3CDA06746CF3}"/>
                    </a:ext>
                  </a:extLst>
                </p14:cNvPr>
                <p14:cNvContentPartPr/>
                <p14:nvPr/>
              </p14:nvContentPartPr>
              <p14:xfrm>
                <a:off x="8195351" y="1622020"/>
                <a:ext cx="70560" cy="139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2319D6D-B438-6E6C-C99F-3CDA06746CF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177711" y="1604380"/>
                  <a:ext cx="106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6FD93AB-FD14-C89A-0DEE-C09E54665AF1}"/>
                    </a:ext>
                  </a:extLst>
                </p14:cNvPr>
                <p14:cNvContentPartPr/>
                <p14:nvPr/>
              </p14:nvContentPartPr>
              <p14:xfrm>
                <a:off x="8190671" y="1647940"/>
                <a:ext cx="290880" cy="113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6FD93AB-FD14-C89A-0DEE-C09E54665AF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173031" y="1629940"/>
                  <a:ext cx="326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7F2B452-70EE-F829-89CF-5C6DAA8B0964}"/>
                    </a:ext>
                  </a:extLst>
                </p14:cNvPr>
                <p14:cNvContentPartPr/>
                <p14:nvPr/>
              </p14:nvContentPartPr>
              <p14:xfrm>
                <a:off x="8523671" y="1641820"/>
                <a:ext cx="89640" cy="95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7F2B452-70EE-F829-89CF-5C6DAA8B096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06031" y="1624180"/>
                  <a:ext cx="1252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FD93BB5-1A7A-9C8B-5E19-3C26D1F8C7DD}"/>
                    </a:ext>
                  </a:extLst>
                </p14:cNvPr>
                <p14:cNvContentPartPr/>
                <p14:nvPr/>
              </p14:nvContentPartPr>
              <p14:xfrm>
                <a:off x="8637791" y="1603660"/>
                <a:ext cx="143280" cy="120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FD93BB5-1A7A-9C8B-5E19-3C26D1F8C7D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19791" y="1585660"/>
                  <a:ext cx="1789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8C550EA-B9E0-C642-2A6E-4821CEE52AFC}"/>
                    </a:ext>
                  </a:extLst>
                </p14:cNvPr>
                <p14:cNvContentPartPr/>
                <p14:nvPr/>
              </p14:nvContentPartPr>
              <p14:xfrm>
                <a:off x="8962511" y="1579540"/>
                <a:ext cx="97200" cy="20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8C550EA-B9E0-C642-2A6E-4821CEE52AF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44511" y="1561540"/>
                  <a:ext cx="132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F78E2C6-F5D4-B207-3732-3030B080BEDC}"/>
                    </a:ext>
                  </a:extLst>
                </p14:cNvPr>
                <p14:cNvContentPartPr/>
                <p14:nvPr/>
              </p14:nvContentPartPr>
              <p14:xfrm>
                <a:off x="9002111" y="1646860"/>
                <a:ext cx="55800" cy="15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F78E2C6-F5D4-B207-3732-3030B080BED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984471" y="1628860"/>
                  <a:ext cx="914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5725C1A-FA0D-CE2C-5A43-EF15CED64490}"/>
                    </a:ext>
                  </a:extLst>
                </p14:cNvPr>
                <p14:cNvContentPartPr/>
                <p14:nvPr/>
              </p14:nvContentPartPr>
              <p14:xfrm>
                <a:off x="9165191" y="1519420"/>
                <a:ext cx="96840" cy="174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5725C1A-FA0D-CE2C-5A43-EF15CED6449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147191" y="1501420"/>
                  <a:ext cx="1324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821567B-D0D8-2BAF-BC1E-7B4CD7F710A4}"/>
                    </a:ext>
                  </a:extLst>
                </p14:cNvPr>
                <p14:cNvContentPartPr/>
                <p14:nvPr/>
              </p14:nvContentPartPr>
              <p14:xfrm>
                <a:off x="9254111" y="1766740"/>
                <a:ext cx="34200" cy="223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821567B-D0D8-2BAF-BC1E-7B4CD7F710A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236111" y="1749100"/>
                  <a:ext cx="6984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9118F8D-5685-1403-E3CF-3CE2B3EEB406}"/>
              </a:ext>
            </a:extLst>
          </p:cNvPr>
          <p:cNvGrpSpPr/>
          <p:nvPr/>
        </p:nvGrpSpPr>
        <p:grpSpPr>
          <a:xfrm>
            <a:off x="353111" y="2977060"/>
            <a:ext cx="447480" cy="466920"/>
            <a:chOff x="353111" y="2977060"/>
            <a:chExt cx="447480" cy="46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82E82FE-6E63-8F3F-E889-2F1C1690888D}"/>
                    </a:ext>
                  </a:extLst>
                </p14:cNvPr>
                <p14:cNvContentPartPr/>
                <p14:nvPr/>
              </p14:nvContentPartPr>
              <p14:xfrm>
                <a:off x="524111" y="3220060"/>
                <a:ext cx="17640" cy="135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82E82FE-6E63-8F3F-E889-2F1C1690888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06111" y="3202060"/>
                  <a:ext cx="532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316946E-5E49-950A-7920-7785F4AF72B9}"/>
                    </a:ext>
                  </a:extLst>
                </p14:cNvPr>
                <p14:cNvContentPartPr/>
                <p14:nvPr/>
              </p14:nvContentPartPr>
              <p14:xfrm>
                <a:off x="353111" y="2977060"/>
                <a:ext cx="447480" cy="466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316946E-5E49-950A-7920-7785F4AF72B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35111" y="2959060"/>
                  <a:ext cx="483120" cy="50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839C5D5-3934-007D-AECF-C5F4CE0B30F9}"/>
              </a:ext>
            </a:extLst>
          </p:cNvPr>
          <p:cNvGrpSpPr/>
          <p:nvPr/>
        </p:nvGrpSpPr>
        <p:grpSpPr>
          <a:xfrm>
            <a:off x="1111631" y="3094780"/>
            <a:ext cx="721440" cy="280800"/>
            <a:chOff x="1111631" y="3094780"/>
            <a:chExt cx="72144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C390935-8672-AE89-ABF8-3F8B97EA1D9D}"/>
                    </a:ext>
                  </a:extLst>
                </p14:cNvPr>
                <p14:cNvContentPartPr/>
                <p14:nvPr/>
              </p14:nvContentPartPr>
              <p14:xfrm>
                <a:off x="1111631" y="3094780"/>
                <a:ext cx="168120" cy="245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C390935-8672-AE89-ABF8-3F8B97EA1D9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3991" y="3076780"/>
                  <a:ext cx="2037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FC8CC96-497E-1DD3-6DCB-E072B7B2682B}"/>
                    </a:ext>
                  </a:extLst>
                </p14:cNvPr>
                <p14:cNvContentPartPr/>
                <p14:nvPr/>
              </p14:nvContentPartPr>
              <p14:xfrm>
                <a:off x="1442471" y="3188380"/>
                <a:ext cx="35280" cy="1872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FC8CC96-497E-1DD3-6DCB-E072B7B268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424831" y="3170740"/>
                  <a:ext cx="709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0A7314B-529F-D5DC-0D09-1D34E014FF82}"/>
                    </a:ext>
                  </a:extLst>
                </p14:cNvPr>
                <p14:cNvContentPartPr/>
                <p14:nvPr/>
              </p14:nvContentPartPr>
              <p14:xfrm>
                <a:off x="1426991" y="3164980"/>
                <a:ext cx="80280" cy="892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0A7314B-529F-D5DC-0D09-1D34E014FF8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409351" y="3146980"/>
                  <a:ext cx="1159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E83006A-EDA9-4CC2-8A0C-831F18D3E1E3}"/>
                    </a:ext>
                  </a:extLst>
                </p14:cNvPr>
                <p14:cNvContentPartPr/>
                <p14:nvPr/>
              </p14:nvContentPartPr>
              <p14:xfrm>
                <a:off x="1564871" y="3199180"/>
                <a:ext cx="96840" cy="91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E83006A-EDA9-4CC2-8A0C-831F18D3E1E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546871" y="3181540"/>
                  <a:ext cx="132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E1BD1BD-A4CC-AC14-BE1A-7BD11C5DF431}"/>
                    </a:ext>
                  </a:extLst>
                </p14:cNvPr>
                <p14:cNvContentPartPr/>
                <p14:nvPr/>
              </p14:nvContentPartPr>
              <p14:xfrm>
                <a:off x="1714271" y="3212860"/>
                <a:ext cx="118800" cy="57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E1BD1BD-A4CC-AC14-BE1A-7BD11C5DF43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696631" y="3194860"/>
                  <a:ext cx="154440" cy="9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E715E968-051C-10EC-12C7-BA8436EE3AFE}"/>
              </a:ext>
            </a:extLst>
          </p:cNvPr>
          <p:cNvGrpSpPr/>
          <p:nvPr/>
        </p:nvGrpSpPr>
        <p:grpSpPr>
          <a:xfrm>
            <a:off x="2095511" y="2989660"/>
            <a:ext cx="1123200" cy="289440"/>
            <a:chOff x="2095511" y="2989660"/>
            <a:chExt cx="112320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D43A10F-8F89-EE08-E7E5-8E4D39EFC6FF}"/>
                    </a:ext>
                  </a:extLst>
                </p14:cNvPr>
                <p14:cNvContentPartPr/>
                <p14:nvPr/>
              </p14:nvContentPartPr>
              <p14:xfrm>
                <a:off x="2095511" y="3165340"/>
                <a:ext cx="95760" cy="99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D43A10F-8F89-EE08-E7E5-8E4D39EFC6F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077871" y="3147700"/>
                  <a:ext cx="131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8A948CE-E7C7-437B-BAB1-9AB23C5B5D55}"/>
                    </a:ext>
                  </a:extLst>
                </p14:cNvPr>
                <p14:cNvContentPartPr/>
                <p14:nvPr/>
              </p14:nvContentPartPr>
              <p14:xfrm>
                <a:off x="2248151" y="3192340"/>
                <a:ext cx="11520" cy="835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8A948CE-E7C7-437B-BAB1-9AB23C5B5D5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230511" y="3174700"/>
                  <a:ext cx="47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C0C42F4-6B5C-5EB0-6FC1-C53219F9A1BF}"/>
                    </a:ext>
                  </a:extLst>
                </p14:cNvPr>
                <p14:cNvContentPartPr/>
                <p14:nvPr/>
              </p14:nvContentPartPr>
              <p14:xfrm>
                <a:off x="2221511" y="3091180"/>
                <a:ext cx="41760" cy="22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C0C42F4-6B5C-5EB0-6FC1-C53219F9A1B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03511" y="3073540"/>
                  <a:ext cx="77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29F01DE-8463-82CB-6472-173343F471F8}"/>
                    </a:ext>
                  </a:extLst>
                </p14:cNvPr>
                <p14:cNvContentPartPr/>
                <p14:nvPr/>
              </p14:nvContentPartPr>
              <p14:xfrm>
                <a:off x="2362631" y="3170740"/>
                <a:ext cx="55080" cy="84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29F01DE-8463-82CB-6472-173343F471F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344991" y="3152740"/>
                  <a:ext cx="907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06F4187-5C95-F0A1-DB0B-DB37A6015001}"/>
                    </a:ext>
                  </a:extLst>
                </p14:cNvPr>
                <p14:cNvContentPartPr/>
                <p14:nvPr/>
              </p14:nvContentPartPr>
              <p14:xfrm>
                <a:off x="2569271" y="3187300"/>
                <a:ext cx="153360" cy="892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06F4187-5C95-F0A1-DB0B-DB37A6015001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551631" y="3169660"/>
                  <a:ext cx="1890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072FF60-578A-1BFC-369E-41D30827846D}"/>
                    </a:ext>
                  </a:extLst>
                </p14:cNvPr>
                <p14:cNvContentPartPr/>
                <p14:nvPr/>
              </p14:nvContentPartPr>
              <p14:xfrm>
                <a:off x="2788151" y="3187660"/>
                <a:ext cx="13320" cy="403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072FF60-578A-1BFC-369E-41D30827846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70511" y="3170020"/>
                  <a:ext cx="489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36A85F6-5248-9599-87F5-BCEA5F233EE9}"/>
                    </a:ext>
                  </a:extLst>
                </p14:cNvPr>
                <p14:cNvContentPartPr/>
                <p14:nvPr/>
              </p14:nvContentPartPr>
              <p14:xfrm>
                <a:off x="2721551" y="3207100"/>
                <a:ext cx="77400" cy="44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36A85F6-5248-9599-87F5-BCEA5F233EE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03551" y="3189460"/>
                  <a:ext cx="1130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9550CB8-F8E7-35FB-5676-8B7121D8D6D3}"/>
                    </a:ext>
                  </a:extLst>
                </p14:cNvPr>
                <p14:cNvContentPartPr/>
                <p14:nvPr/>
              </p14:nvContentPartPr>
              <p14:xfrm>
                <a:off x="2846831" y="3179380"/>
                <a:ext cx="13320" cy="590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9550CB8-F8E7-35FB-5676-8B7121D8D6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28831" y="3161740"/>
                  <a:ext cx="4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654D1C-D822-29CF-08AD-735DC7431F05}"/>
                    </a:ext>
                  </a:extLst>
                </p14:cNvPr>
                <p14:cNvContentPartPr/>
                <p14:nvPr/>
              </p14:nvContentPartPr>
              <p14:xfrm>
                <a:off x="2821631" y="3208180"/>
                <a:ext cx="46440" cy="709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654D1C-D822-29CF-08AD-735DC7431F0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803991" y="3190180"/>
                  <a:ext cx="820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06D196E-11FE-BB8D-5E13-D9EE23DFE9EA}"/>
                    </a:ext>
                  </a:extLst>
                </p14:cNvPr>
                <p14:cNvContentPartPr/>
                <p14:nvPr/>
              </p14:nvContentPartPr>
              <p14:xfrm>
                <a:off x="2988311" y="3162460"/>
                <a:ext cx="10440" cy="85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06D196E-11FE-BB8D-5E13-D9EE23DFE9E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970671" y="3144460"/>
                  <a:ext cx="460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8C47407-3465-3BEF-1EA9-D25B8481DC3B}"/>
                    </a:ext>
                  </a:extLst>
                </p14:cNvPr>
                <p14:cNvContentPartPr/>
                <p14:nvPr/>
              </p14:nvContentPartPr>
              <p14:xfrm>
                <a:off x="2980391" y="2990020"/>
                <a:ext cx="24480" cy="324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8C47407-3465-3BEF-1EA9-D25B8481DC3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62751" y="2972380"/>
                  <a:ext cx="601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4B6D90E-3353-9129-D4FF-232ECAC10D7B}"/>
                    </a:ext>
                  </a:extLst>
                </p14:cNvPr>
                <p14:cNvContentPartPr/>
                <p14:nvPr/>
              </p14:nvContentPartPr>
              <p14:xfrm>
                <a:off x="3079031" y="2989660"/>
                <a:ext cx="37800" cy="239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4B6D90E-3353-9129-D4FF-232ECAC10D7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061031" y="2972020"/>
                  <a:ext cx="734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7349667-1749-BADE-2057-4DC198DD05FB}"/>
                    </a:ext>
                  </a:extLst>
                </p14:cNvPr>
                <p14:cNvContentPartPr/>
                <p14:nvPr/>
              </p14:nvContentPartPr>
              <p14:xfrm>
                <a:off x="3102431" y="3128980"/>
                <a:ext cx="116280" cy="259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7349667-1749-BADE-2057-4DC198DD05F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084431" y="3110980"/>
                  <a:ext cx="15192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02D3AB7E-21E2-79BB-64F0-6282544DDFDE}"/>
              </a:ext>
            </a:extLst>
          </p:cNvPr>
          <p:cNvGrpSpPr/>
          <p:nvPr/>
        </p:nvGrpSpPr>
        <p:grpSpPr>
          <a:xfrm>
            <a:off x="3513191" y="3034300"/>
            <a:ext cx="1251360" cy="276840"/>
            <a:chOff x="3513191" y="3034300"/>
            <a:chExt cx="125136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E9CAC91-46C8-C869-2D2D-1854238B8B92}"/>
                    </a:ext>
                  </a:extLst>
                </p14:cNvPr>
                <p14:cNvContentPartPr/>
                <p14:nvPr/>
              </p14:nvContentPartPr>
              <p14:xfrm>
                <a:off x="3513191" y="3120700"/>
                <a:ext cx="74160" cy="1321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E9CAC91-46C8-C869-2D2D-1854238B8B9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495551" y="3102700"/>
                  <a:ext cx="1098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1A4AAEA-81B5-7D99-F6E7-D27969B64D18}"/>
                    </a:ext>
                  </a:extLst>
                </p14:cNvPr>
                <p14:cNvContentPartPr/>
                <p14:nvPr/>
              </p14:nvContentPartPr>
              <p14:xfrm>
                <a:off x="3665831" y="3145540"/>
                <a:ext cx="76320" cy="982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1A4AAEA-81B5-7D99-F6E7-D27969B64D1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648191" y="3127540"/>
                  <a:ext cx="1119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8B382F-B8B4-BF65-9CC3-A89E12B022C2}"/>
                    </a:ext>
                  </a:extLst>
                </p14:cNvPr>
                <p14:cNvContentPartPr/>
                <p14:nvPr/>
              </p14:nvContentPartPr>
              <p14:xfrm>
                <a:off x="3828191" y="3154540"/>
                <a:ext cx="12960" cy="50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8B382F-B8B4-BF65-9CC3-A89E12B022C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810551" y="3136540"/>
                  <a:ext cx="486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EC40336-8C0B-D535-0D68-A838E6476724}"/>
                    </a:ext>
                  </a:extLst>
                </p14:cNvPr>
                <p14:cNvContentPartPr/>
                <p14:nvPr/>
              </p14:nvContentPartPr>
              <p14:xfrm>
                <a:off x="3836831" y="3056620"/>
                <a:ext cx="28080" cy="2059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EC40336-8C0B-D535-0D68-A838E647672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819191" y="3038620"/>
                  <a:ext cx="63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4497012-8646-6AD9-1641-254E3E658C5E}"/>
                    </a:ext>
                  </a:extLst>
                </p14:cNvPr>
                <p14:cNvContentPartPr/>
                <p14:nvPr/>
              </p14:nvContentPartPr>
              <p14:xfrm>
                <a:off x="3984791" y="3073540"/>
                <a:ext cx="29160" cy="1558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4497012-8646-6AD9-1641-254E3E658C5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66791" y="3055540"/>
                  <a:ext cx="64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548E860-86F3-D437-0ECE-E837351C0A2B}"/>
                    </a:ext>
                  </a:extLst>
                </p14:cNvPr>
                <p14:cNvContentPartPr/>
                <p14:nvPr/>
              </p14:nvContentPartPr>
              <p14:xfrm>
                <a:off x="3941231" y="3105220"/>
                <a:ext cx="317880" cy="1238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548E860-86F3-D437-0ECE-E837351C0A2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923231" y="3087220"/>
                  <a:ext cx="353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E39BA95-E3FE-CEED-EE24-5946B9701DD2}"/>
                    </a:ext>
                  </a:extLst>
                </p14:cNvPr>
                <p14:cNvContentPartPr/>
                <p14:nvPr/>
              </p14:nvContentPartPr>
              <p14:xfrm>
                <a:off x="4304831" y="3124300"/>
                <a:ext cx="93600" cy="1868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E39BA95-E3FE-CEED-EE24-5946B9701DD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286831" y="3106660"/>
                  <a:ext cx="1292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60CDEAA-4D82-AEF1-A2E0-AF9E15F075B5}"/>
                    </a:ext>
                  </a:extLst>
                </p14:cNvPr>
                <p14:cNvContentPartPr/>
                <p14:nvPr/>
              </p14:nvContentPartPr>
              <p14:xfrm>
                <a:off x="4425431" y="3110620"/>
                <a:ext cx="149040" cy="159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60CDEAA-4D82-AEF1-A2E0-AF9E15F075B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407431" y="3092980"/>
                  <a:ext cx="1846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280960B-F429-B83D-17FE-3854097D0B3A}"/>
                    </a:ext>
                  </a:extLst>
                </p14:cNvPr>
                <p14:cNvContentPartPr/>
                <p14:nvPr/>
              </p14:nvContentPartPr>
              <p14:xfrm>
                <a:off x="4669511" y="3034300"/>
                <a:ext cx="25560" cy="727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280960B-F429-B83D-17FE-3854097D0B3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651511" y="3016660"/>
                  <a:ext cx="612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774BE00-973F-DE7E-77F5-F485D4B03DD5}"/>
                    </a:ext>
                  </a:extLst>
                </p14:cNvPr>
                <p14:cNvContentPartPr/>
                <p14:nvPr/>
              </p14:nvContentPartPr>
              <p14:xfrm>
                <a:off x="4740071" y="3210700"/>
                <a:ext cx="24480" cy="86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774BE00-973F-DE7E-77F5-F485D4B03DD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722431" y="3192700"/>
                  <a:ext cx="6012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93172C53-E12E-980F-E4EB-0CD3190FD2CD}"/>
              </a:ext>
            </a:extLst>
          </p:cNvPr>
          <p:cNvGrpSpPr/>
          <p:nvPr/>
        </p:nvGrpSpPr>
        <p:grpSpPr>
          <a:xfrm>
            <a:off x="3386111" y="1770700"/>
            <a:ext cx="561960" cy="227880"/>
            <a:chOff x="3386111" y="1770700"/>
            <a:chExt cx="561960" cy="22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045AD7B-DFE2-9A22-D9AD-9324A443CD14}"/>
                    </a:ext>
                  </a:extLst>
                </p14:cNvPr>
                <p14:cNvContentPartPr/>
                <p14:nvPr/>
              </p14:nvContentPartPr>
              <p14:xfrm>
                <a:off x="3386111" y="1799860"/>
                <a:ext cx="135360" cy="88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045AD7B-DFE2-9A22-D9AD-9324A443CD1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368111" y="1781860"/>
                  <a:ext cx="1710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0ADBE3C-8AC4-BF34-E238-4F82962ED12E}"/>
                    </a:ext>
                  </a:extLst>
                </p14:cNvPr>
                <p14:cNvContentPartPr/>
                <p14:nvPr/>
              </p14:nvContentPartPr>
              <p14:xfrm>
                <a:off x="3425711" y="1914340"/>
                <a:ext cx="158760" cy="84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0ADBE3C-8AC4-BF34-E238-4F82962ED12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408071" y="1896700"/>
                  <a:ext cx="1944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3CC78F3-380D-DC5E-3C7A-935964045AE4}"/>
                    </a:ext>
                  </a:extLst>
                </p14:cNvPr>
                <p14:cNvContentPartPr/>
                <p14:nvPr/>
              </p14:nvContentPartPr>
              <p14:xfrm>
                <a:off x="3667631" y="1835140"/>
                <a:ext cx="141120" cy="1504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3CC78F3-380D-DC5E-3C7A-935964045AE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649631" y="1817140"/>
                  <a:ext cx="176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CEAE54E-D48E-3DFB-05DB-D1978A0676A4}"/>
                    </a:ext>
                  </a:extLst>
                </p14:cNvPr>
                <p14:cNvContentPartPr/>
                <p14:nvPr/>
              </p14:nvContentPartPr>
              <p14:xfrm>
                <a:off x="3863831" y="1770700"/>
                <a:ext cx="84240" cy="125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CEAE54E-D48E-3DFB-05DB-D1978A0676A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846191" y="1753060"/>
                  <a:ext cx="11988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EE400495-667B-427E-D4A2-63F484014C31}"/>
              </a:ext>
            </a:extLst>
          </p:cNvPr>
          <p:cNvGrpSpPr/>
          <p:nvPr/>
        </p:nvGrpSpPr>
        <p:grpSpPr>
          <a:xfrm>
            <a:off x="3090911" y="750100"/>
            <a:ext cx="583200" cy="222840"/>
            <a:chOff x="3090911" y="750100"/>
            <a:chExt cx="583200" cy="22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9320C89-EF35-B563-F633-A652923F428A}"/>
                    </a:ext>
                  </a:extLst>
                </p14:cNvPr>
                <p14:cNvContentPartPr/>
                <p14:nvPr/>
              </p14:nvContentPartPr>
              <p14:xfrm>
                <a:off x="3090911" y="859180"/>
                <a:ext cx="138240" cy="39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9320C89-EF35-B563-F633-A652923F428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072911" y="841540"/>
                  <a:ext cx="1738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435CCA9-4A4C-5B00-0E6B-8C5659B7DE81}"/>
                    </a:ext>
                  </a:extLst>
                </p14:cNvPr>
                <p14:cNvContentPartPr/>
                <p14:nvPr/>
              </p14:nvContentPartPr>
              <p14:xfrm>
                <a:off x="3177311" y="939100"/>
                <a:ext cx="158040" cy="33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435CCA9-4A4C-5B00-0E6B-8C5659B7DE8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159671" y="921100"/>
                  <a:ext cx="193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852D30E-9116-7F66-D5BA-A994BCF9A9B7}"/>
                    </a:ext>
                  </a:extLst>
                </p14:cNvPr>
                <p14:cNvContentPartPr/>
                <p14:nvPr/>
              </p14:nvContentPartPr>
              <p14:xfrm>
                <a:off x="3394751" y="812740"/>
                <a:ext cx="159480" cy="1083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852D30E-9116-7F66-D5BA-A994BCF9A9B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377111" y="795100"/>
                  <a:ext cx="195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987EB42-A867-51C1-0EAF-AEC343D1533C}"/>
                    </a:ext>
                  </a:extLst>
                </p14:cNvPr>
                <p14:cNvContentPartPr/>
                <p14:nvPr/>
              </p14:nvContentPartPr>
              <p14:xfrm>
                <a:off x="3574751" y="750100"/>
                <a:ext cx="99360" cy="1418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987EB42-A867-51C1-0EAF-AEC343D1533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556751" y="732460"/>
                  <a:ext cx="13500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FDD577F2-4DAE-F06C-D30E-BF4EC7B71D9E}"/>
              </a:ext>
            </a:extLst>
          </p:cNvPr>
          <p:cNvGrpSpPr/>
          <p:nvPr/>
        </p:nvGrpSpPr>
        <p:grpSpPr>
          <a:xfrm>
            <a:off x="901751" y="4806220"/>
            <a:ext cx="2202480" cy="1012320"/>
            <a:chOff x="901751" y="4806220"/>
            <a:chExt cx="2202480" cy="101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E8D710C-B2B8-B682-9514-621821A274D2}"/>
                    </a:ext>
                  </a:extLst>
                </p14:cNvPr>
                <p14:cNvContentPartPr/>
                <p14:nvPr/>
              </p14:nvContentPartPr>
              <p14:xfrm>
                <a:off x="901751" y="4806220"/>
                <a:ext cx="110160" cy="252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E8D710C-B2B8-B682-9514-621821A274D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84111" y="4788580"/>
                  <a:ext cx="145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17F735F-7013-DDB6-20DA-4E81DFA18C11}"/>
                    </a:ext>
                  </a:extLst>
                </p14:cNvPr>
                <p14:cNvContentPartPr/>
                <p14:nvPr/>
              </p14:nvContentPartPr>
              <p14:xfrm>
                <a:off x="959711" y="4835740"/>
                <a:ext cx="22680" cy="8805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17F735F-7013-DDB6-20DA-4E81DFA18C11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42071" y="4818100"/>
                  <a:ext cx="5832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A23E7D0-67EF-780F-9EE1-26F42604F207}"/>
                    </a:ext>
                  </a:extLst>
                </p14:cNvPr>
                <p14:cNvContentPartPr/>
                <p14:nvPr/>
              </p14:nvContentPartPr>
              <p14:xfrm>
                <a:off x="1017671" y="5746180"/>
                <a:ext cx="2086560" cy="723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A23E7D0-67EF-780F-9EE1-26F42604F20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99671" y="5728180"/>
                  <a:ext cx="21222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F09B7CF-F4BD-B178-7C71-747810FC183F}"/>
                    </a:ext>
                  </a:extLst>
                </p14:cNvPr>
                <p14:cNvContentPartPr/>
                <p14:nvPr/>
              </p14:nvContentPartPr>
              <p14:xfrm>
                <a:off x="1176431" y="4836460"/>
                <a:ext cx="197640" cy="2664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F09B7CF-F4BD-B178-7C71-747810FC183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58791" y="4818820"/>
                  <a:ext cx="23328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2C97389-57D2-9376-21A0-6E5B8122F006}"/>
                    </a:ext>
                  </a:extLst>
                </p14:cNvPr>
                <p14:cNvContentPartPr/>
                <p14:nvPr/>
              </p14:nvContentPartPr>
              <p14:xfrm>
                <a:off x="1501151" y="5017540"/>
                <a:ext cx="75240" cy="164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2C97389-57D2-9376-21A0-6E5B8122F00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483511" y="4999540"/>
                  <a:ext cx="1108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3D32655-DC5F-1866-9BF6-7EAA1A57D003}"/>
                    </a:ext>
                  </a:extLst>
                </p14:cNvPr>
                <p14:cNvContentPartPr/>
                <p14:nvPr/>
              </p14:nvContentPartPr>
              <p14:xfrm>
                <a:off x="1490351" y="4990180"/>
                <a:ext cx="317160" cy="108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3D32655-DC5F-1866-9BF6-7EAA1A57D00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472711" y="4972180"/>
                  <a:ext cx="3528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BFCCCDE-491D-D080-7E42-A2E315DAA5DD}"/>
                    </a:ext>
                  </a:extLst>
                </p14:cNvPr>
                <p14:cNvContentPartPr/>
                <p14:nvPr/>
              </p14:nvContentPartPr>
              <p14:xfrm>
                <a:off x="1851791" y="4964260"/>
                <a:ext cx="96840" cy="1490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BFCCCDE-491D-D080-7E42-A2E315DAA5D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834151" y="4946260"/>
                  <a:ext cx="132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9984262-CE97-2780-C907-2FA219DC188E}"/>
                    </a:ext>
                  </a:extLst>
                </p14:cNvPr>
                <p14:cNvContentPartPr/>
                <p14:nvPr/>
              </p14:nvContentPartPr>
              <p14:xfrm>
                <a:off x="1990391" y="4925740"/>
                <a:ext cx="83160" cy="1213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9984262-CE97-2780-C907-2FA219DC188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972391" y="4908100"/>
                  <a:ext cx="1188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951D4CB-B7FD-E6B7-D4C5-5771D36BA5CB}"/>
                    </a:ext>
                  </a:extLst>
                </p14:cNvPr>
                <p14:cNvContentPartPr/>
                <p14:nvPr/>
              </p14:nvContentPartPr>
              <p14:xfrm>
                <a:off x="2211071" y="4903060"/>
                <a:ext cx="12600" cy="194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951D4CB-B7FD-E6B7-D4C5-5771D36BA5C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193431" y="4885060"/>
                  <a:ext cx="482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DF3ECC9-68A3-12CC-C1E3-79CD61858CDF}"/>
                    </a:ext>
                  </a:extLst>
                </p14:cNvPr>
                <p14:cNvContentPartPr/>
                <p14:nvPr/>
              </p14:nvContentPartPr>
              <p14:xfrm>
                <a:off x="2216471" y="4979020"/>
                <a:ext cx="95760" cy="216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DF3ECC9-68A3-12CC-C1E3-79CD61858CD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198831" y="4961380"/>
                  <a:ext cx="131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C4A0296-0A07-8DA0-9F45-9E463F855930}"/>
                    </a:ext>
                  </a:extLst>
                </p14:cNvPr>
                <p14:cNvContentPartPr/>
                <p14:nvPr/>
              </p14:nvContentPartPr>
              <p14:xfrm>
                <a:off x="2389271" y="4832140"/>
                <a:ext cx="194760" cy="2214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C4A0296-0A07-8DA0-9F45-9E463F855930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371631" y="4814140"/>
                  <a:ext cx="2304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B555627-3A71-345D-DAD3-06AF194A02BB}"/>
                    </a:ext>
                  </a:extLst>
                </p14:cNvPr>
                <p14:cNvContentPartPr/>
                <p14:nvPr/>
              </p14:nvContentPartPr>
              <p14:xfrm>
                <a:off x="2635871" y="4812340"/>
                <a:ext cx="116280" cy="1702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B555627-3A71-345D-DAD3-06AF194A02B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617871" y="4794340"/>
                  <a:ext cx="15192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F92D33D6-10EE-CC9D-8C36-E677018A8549}"/>
              </a:ext>
            </a:extLst>
          </p:cNvPr>
          <p:cNvGrpSpPr/>
          <p:nvPr/>
        </p:nvGrpSpPr>
        <p:grpSpPr>
          <a:xfrm>
            <a:off x="676391" y="3862660"/>
            <a:ext cx="2133360" cy="761400"/>
            <a:chOff x="676391" y="3862660"/>
            <a:chExt cx="2133360" cy="76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E0948FF-7EA4-71E8-9581-88A34C2E1A67}"/>
                    </a:ext>
                  </a:extLst>
                </p14:cNvPr>
                <p14:cNvContentPartPr/>
                <p14:nvPr/>
              </p14:nvContentPartPr>
              <p14:xfrm>
                <a:off x="897791" y="3897220"/>
                <a:ext cx="26640" cy="6487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E0948FF-7EA4-71E8-9581-88A34C2E1A6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80151" y="3879580"/>
                  <a:ext cx="62280" cy="68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E0CD3E1-5E81-4FC8-78A2-950C0B35962B}"/>
                    </a:ext>
                  </a:extLst>
                </p14:cNvPr>
                <p14:cNvContentPartPr/>
                <p14:nvPr/>
              </p14:nvContentPartPr>
              <p14:xfrm>
                <a:off x="676391" y="4540900"/>
                <a:ext cx="533880" cy="831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E0CD3E1-5E81-4FC8-78A2-950C0B35962B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58751" y="4522900"/>
                  <a:ext cx="5695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FAF68A-C881-0E09-394A-7C953E5EE7D4}"/>
                    </a:ext>
                  </a:extLst>
                </p14:cNvPr>
                <p14:cNvContentPartPr/>
                <p14:nvPr/>
              </p14:nvContentPartPr>
              <p14:xfrm>
                <a:off x="925151" y="3935740"/>
                <a:ext cx="641160" cy="55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FAF68A-C881-0E09-394A-7C953E5EE7D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07511" y="3918100"/>
                  <a:ext cx="676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CABA97A-192A-256F-B94E-7A2A42155412}"/>
                    </a:ext>
                  </a:extLst>
                </p14:cNvPr>
                <p14:cNvContentPartPr/>
                <p14:nvPr/>
              </p14:nvContentPartPr>
              <p14:xfrm>
                <a:off x="1595111" y="3862660"/>
                <a:ext cx="401400" cy="1443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CABA97A-192A-256F-B94E-7A2A4215541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577471" y="3845020"/>
                  <a:ext cx="437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BD28133-CA83-65B1-888F-01C40238F35C}"/>
                    </a:ext>
                  </a:extLst>
                </p14:cNvPr>
                <p14:cNvContentPartPr/>
                <p14:nvPr/>
              </p14:nvContentPartPr>
              <p14:xfrm>
                <a:off x="1975271" y="3928180"/>
                <a:ext cx="834480" cy="846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BD28133-CA83-65B1-888F-01C40238F35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957631" y="3910540"/>
                  <a:ext cx="8701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54048FA-4245-444A-2244-5BD108CE7748}"/>
                    </a:ext>
                  </a:extLst>
                </p14:cNvPr>
                <p14:cNvContentPartPr/>
                <p14:nvPr/>
              </p14:nvContentPartPr>
              <p14:xfrm>
                <a:off x="2791031" y="3960580"/>
                <a:ext cx="360" cy="3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54048FA-4245-444A-2244-5BD108CE774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773391" y="394294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6968E54-9CF6-E5C2-50A9-5BD0B7D03D35}"/>
                    </a:ext>
                  </a:extLst>
                </p14:cNvPr>
                <p14:cNvContentPartPr/>
                <p14:nvPr/>
              </p14:nvContentPartPr>
              <p14:xfrm>
                <a:off x="2754311" y="3876340"/>
                <a:ext cx="51120" cy="71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6968E54-9CF6-E5C2-50A9-5BD0B7D03D3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736311" y="3858340"/>
                  <a:ext cx="86760" cy="10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C742DB19-7724-F5C5-3353-DF042A94BCBA}"/>
                  </a:ext>
                </a:extLst>
              </p14:cNvPr>
              <p14:cNvContentPartPr/>
              <p14:nvPr/>
            </p14:nvContentPartPr>
            <p14:xfrm>
              <a:off x="4511111" y="2486740"/>
              <a:ext cx="71280" cy="42944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C742DB19-7724-F5C5-3353-DF042A94BCBA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4493471" y="2468740"/>
                <a:ext cx="106920" cy="433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2" name="Group 201">
            <a:extLst>
              <a:ext uri="{FF2B5EF4-FFF2-40B4-BE49-F238E27FC236}">
                <a16:creationId xmlns:a16="http://schemas.microsoft.com/office/drawing/2014/main" id="{5D1815DD-3C55-FFEB-9BD7-7EA9E53DDE5E}"/>
              </a:ext>
            </a:extLst>
          </p:cNvPr>
          <p:cNvGrpSpPr/>
          <p:nvPr/>
        </p:nvGrpSpPr>
        <p:grpSpPr>
          <a:xfrm>
            <a:off x="4988111" y="2957260"/>
            <a:ext cx="482760" cy="555480"/>
            <a:chOff x="4988111" y="2957260"/>
            <a:chExt cx="482760" cy="55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71831FA-82FE-34FD-0F84-DD5E63F00E5D}"/>
                    </a:ext>
                  </a:extLst>
                </p14:cNvPr>
                <p14:cNvContentPartPr/>
                <p14:nvPr/>
              </p14:nvContentPartPr>
              <p14:xfrm>
                <a:off x="5120591" y="3117460"/>
                <a:ext cx="209520" cy="2214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71831FA-82FE-34FD-0F84-DD5E63F00E5D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102591" y="3099460"/>
                  <a:ext cx="2451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5335BF7-4E3D-5A4F-A2E3-596F5B29D20C}"/>
                    </a:ext>
                  </a:extLst>
                </p14:cNvPr>
                <p14:cNvContentPartPr/>
                <p14:nvPr/>
              </p14:nvContentPartPr>
              <p14:xfrm>
                <a:off x="4988111" y="2957260"/>
                <a:ext cx="482760" cy="555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5335BF7-4E3D-5A4F-A2E3-596F5B29D20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970471" y="2939620"/>
                  <a:ext cx="518400" cy="59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A490E1EC-DC1E-2D52-A828-FED75E094DEE}"/>
              </a:ext>
            </a:extLst>
          </p:cNvPr>
          <p:cNvGrpSpPr/>
          <p:nvPr/>
        </p:nvGrpSpPr>
        <p:grpSpPr>
          <a:xfrm>
            <a:off x="5687591" y="2981380"/>
            <a:ext cx="932040" cy="316080"/>
            <a:chOff x="5687591" y="2981380"/>
            <a:chExt cx="93204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DC627B1E-F4A1-EB09-8553-6B2806CDD6CC}"/>
                    </a:ext>
                  </a:extLst>
                </p14:cNvPr>
                <p14:cNvContentPartPr/>
                <p14:nvPr/>
              </p14:nvContentPartPr>
              <p14:xfrm>
                <a:off x="5687591" y="3028900"/>
                <a:ext cx="324360" cy="2685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DC627B1E-F4A1-EB09-8553-6B2806CDD6C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669951" y="3010900"/>
                  <a:ext cx="36000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7803360-B174-BC1A-8258-99F99A510383}"/>
                    </a:ext>
                  </a:extLst>
                </p14:cNvPr>
                <p14:cNvContentPartPr/>
                <p14:nvPr/>
              </p14:nvContentPartPr>
              <p14:xfrm>
                <a:off x="6124271" y="3095500"/>
                <a:ext cx="152640" cy="1771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7803360-B174-BC1A-8258-99F99A51038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106271" y="3077500"/>
                  <a:ext cx="1882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92F0029-0674-2649-8C07-300D554B47B4}"/>
                    </a:ext>
                  </a:extLst>
                </p14:cNvPr>
                <p14:cNvContentPartPr/>
                <p14:nvPr/>
              </p14:nvContentPartPr>
              <p14:xfrm>
                <a:off x="6319391" y="3169300"/>
                <a:ext cx="134280" cy="932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92F0029-0674-2649-8C07-300D554B47B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301391" y="3151300"/>
                  <a:ext cx="1699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27A08F3-9F70-006A-0AC5-E7DBA15CB574}"/>
                    </a:ext>
                  </a:extLst>
                </p14:cNvPr>
                <p14:cNvContentPartPr/>
                <p14:nvPr/>
              </p14:nvContentPartPr>
              <p14:xfrm>
                <a:off x="6552311" y="2981380"/>
                <a:ext cx="67320" cy="2656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27A08F3-9F70-006A-0AC5-E7DBA15CB57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534311" y="2963740"/>
                  <a:ext cx="102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B1E8E07-D0D3-064C-12EE-4607B03B7CB0}"/>
                    </a:ext>
                  </a:extLst>
                </p14:cNvPr>
                <p14:cNvContentPartPr/>
                <p14:nvPr/>
              </p14:nvContentPartPr>
              <p14:xfrm>
                <a:off x="6470231" y="3114220"/>
                <a:ext cx="136080" cy="60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B1E8E07-D0D3-064C-12EE-4607B03B7CB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452591" y="3096220"/>
                  <a:ext cx="17172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74C52A4E-DA5A-3940-8030-9DCBD49608E4}"/>
              </a:ext>
            </a:extLst>
          </p:cNvPr>
          <p:cNvGrpSpPr/>
          <p:nvPr/>
        </p:nvGrpSpPr>
        <p:grpSpPr>
          <a:xfrm>
            <a:off x="7050191" y="2934220"/>
            <a:ext cx="237240" cy="205560"/>
            <a:chOff x="7050191" y="2934220"/>
            <a:chExt cx="237240" cy="20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DE31D256-FC38-B508-FF52-D382ED94582B}"/>
                    </a:ext>
                  </a:extLst>
                </p14:cNvPr>
                <p14:cNvContentPartPr/>
                <p14:nvPr/>
              </p14:nvContentPartPr>
              <p14:xfrm>
                <a:off x="7087991" y="3032500"/>
                <a:ext cx="28080" cy="914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DE31D256-FC38-B508-FF52-D382ED94582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070351" y="3014500"/>
                  <a:ext cx="63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794359B-DF69-4C79-E616-56C20A49FC38}"/>
                    </a:ext>
                  </a:extLst>
                </p14:cNvPr>
                <p14:cNvContentPartPr/>
                <p14:nvPr/>
              </p14:nvContentPartPr>
              <p14:xfrm>
                <a:off x="7050191" y="2934220"/>
                <a:ext cx="11520" cy="41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794359B-DF69-4C79-E616-56C20A49FC3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032551" y="2916220"/>
                  <a:ext cx="471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7EBD6AE2-668B-191F-4579-271755959E3B}"/>
                    </a:ext>
                  </a:extLst>
                </p14:cNvPr>
                <p14:cNvContentPartPr/>
                <p14:nvPr/>
              </p14:nvContentPartPr>
              <p14:xfrm>
                <a:off x="7230551" y="2983180"/>
                <a:ext cx="56880" cy="156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7EBD6AE2-668B-191F-4579-271755959E3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212551" y="2965180"/>
                  <a:ext cx="9252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1CB7F45A-CE2B-04B1-E6A3-7BD64611AA3A}"/>
              </a:ext>
            </a:extLst>
          </p:cNvPr>
          <p:cNvGrpSpPr/>
          <p:nvPr/>
        </p:nvGrpSpPr>
        <p:grpSpPr>
          <a:xfrm>
            <a:off x="7732751" y="2805340"/>
            <a:ext cx="1389960" cy="424800"/>
            <a:chOff x="7732751" y="2805340"/>
            <a:chExt cx="138996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98DDE68-B8D1-41CB-81A9-3D58D8358685}"/>
                    </a:ext>
                  </a:extLst>
                </p14:cNvPr>
                <p14:cNvContentPartPr/>
                <p14:nvPr/>
              </p14:nvContentPartPr>
              <p14:xfrm>
                <a:off x="7755071" y="2857180"/>
                <a:ext cx="75240" cy="2775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98DDE68-B8D1-41CB-81A9-3D58D835868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737431" y="2839540"/>
                  <a:ext cx="1108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CA3A02B-3C96-9F00-C9F1-98013F1BE905}"/>
                    </a:ext>
                  </a:extLst>
                </p14:cNvPr>
                <p14:cNvContentPartPr/>
                <p14:nvPr/>
              </p14:nvContentPartPr>
              <p14:xfrm>
                <a:off x="7732751" y="2805340"/>
                <a:ext cx="123120" cy="198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CA3A02B-3C96-9F00-C9F1-98013F1BE90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714751" y="2787700"/>
                  <a:ext cx="158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CC4DB48-95C8-1DF5-D7EA-61EE937D7B82}"/>
                    </a:ext>
                  </a:extLst>
                </p14:cNvPr>
                <p14:cNvContentPartPr/>
                <p14:nvPr/>
              </p14:nvContentPartPr>
              <p14:xfrm>
                <a:off x="7993031" y="3031420"/>
                <a:ext cx="66240" cy="1987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CC4DB48-95C8-1DF5-D7EA-61EE937D7B8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975031" y="3013780"/>
                  <a:ext cx="1018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00628DF-CFEC-A752-5B8D-03318865ED2C}"/>
                    </a:ext>
                  </a:extLst>
                </p14:cNvPr>
                <p14:cNvContentPartPr/>
                <p14:nvPr/>
              </p14:nvContentPartPr>
              <p14:xfrm>
                <a:off x="7946951" y="3019180"/>
                <a:ext cx="363960" cy="119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00628DF-CFEC-A752-5B8D-03318865ED2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929311" y="3001540"/>
                  <a:ext cx="399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6CBE63D-2B4B-B537-1618-FA871B600949}"/>
                    </a:ext>
                  </a:extLst>
                </p14:cNvPr>
                <p14:cNvContentPartPr/>
                <p14:nvPr/>
              </p14:nvContentPartPr>
              <p14:xfrm>
                <a:off x="8343671" y="3019180"/>
                <a:ext cx="145440" cy="1566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6CBE63D-2B4B-B537-1618-FA871B60094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325671" y="3001180"/>
                  <a:ext cx="1810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3FE8CE51-F52C-744D-6B30-AD3E2D81A494}"/>
                    </a:ext>
                  </a:extLst>
                </p14:cNvPr>
                <p14:cNvContentPartPr/>
                <p14:nvPr/>
              </p14:nvContentPartPr>
              <p14:xfrm>
                <a:off x="8542391" y="2972020"/>
                <a:ext cx="104040" cy="1573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3FE8CE51-F52C-744D-6B30-AD3E2D81A49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524391" y="2954020"/>
                  <a:ext cx="1396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8E15230-A1CA-256F-8BF6-A24AB4E50C3E}"/>
                    </a:ext>
                  </a:extLst>
                </p14:cNvPr>
                <p14:cNvContentPartPr/>
                <p14:nvPr/>
              </p14:nvContentPartPr>
              <p14:xfrm>
                <a:off x="8801951" y="2931700"/>
                <a:ext cx="62640" cy="14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8E15230-A1CA-256F-8BF6-A24AB4E50C3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784311" y="2913700"/>
                  <a:ext cx="98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9B7885A-3CD1-A8A8-26C5-00BB0EA4B1A3}"/>
                    </a:ext>
                  </a:extLst>
                </p14:cNvPr>
                <p14:cNvContentPartPr/>
                <p14:nvPr/>
              </p14:nvContentPartPr>
              <p14:xfrm>
                <a:off x="8827151" y="3004420"/>
                <a:ext cx="66240" cy="241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9B7885A-3CD1-A8A8-26C5-00BB0EA4B1A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809151" y="2986780"/>
                  <a:ext cx="1018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BABB937-AF63-1AED-9D76-886C993D4798}"/>
                    </a:ext>
                  </a:extLst>
                </p14:cNvPr>
                <p14:cNvContentPartPr/>
                <p14:nvPr/>
              </p14:nvContentPartPr>
              <p14:xfrm>
                <a:off x="8994911" y="2874460"/>
                <a:ext cx="127800" cy="1969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BABB937-AF63-1AED-9D76-886C993D479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976911" y="2856460"/>
                  <a:ext cx="163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DAF2DCB-411E-5DBF-7AA2-7ACE3C3B82DC}"/>
                    </a:ext>
                  </a:extLst>
                </p14:cNvPr>
                <p14:cNvContentPartPr/>
                <p14:nvPr/>
              </p14:nvContentPartPr>
              <p14:xfrm>
                <a:off x="9066551" y="3159940"/>
                <a:ext cx="13320" cy="108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DAF2DCB-411E-5DBF-7AA2-7ACE3C3B82D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048911" y="3141940"/>
                  <a:ext cx="4896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481AFE3-B0A7-5F76-BA99-8B0060F54C30}"/>
              </a:ext>
            </a:extLst>
          </p:cNvPr>
          <p:cNvGrpSpPr/>
          <p:nvPr/>
        </p:nvGrpSpPr>
        <p:grpSpPr>
          <a:xfrm>
            <a:off x="5122751" y="3874540"/>
            <a:ext cx="668880" cy="275760"/>
            <a:chOff x="5122751" y="3874540"/>
            <a:chExt cx="668880" cy="2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DDF49CC-5597-5A0E-D32F-E23809943C40}"/>
                    </a:ext>
                  </a:extLst>
                </p14:cNvPr>
                <p14:cNvContentPartPr/>
                <p14:nvPr/>
              </p14:nvContentPartPr>
              <p14:xfrm>
                <a:off x="5122751" y="3874540"/>
                <a:ext cx="136080" cy="275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DDF49CC-5597-5A0E-D32F-E23809943C4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104751" y="3856900"/>
                  <a:ext cx="171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9F42349-3340-F545-BD13-75A18B158643}"/>
                    </a:ext>
                  </a:extLst>
                </p14:cNvPr>
                <p14:cNvContentPartPr/>
                <p14:nvPr/>
              </p14:nvContentPartPr>
              <p14:xfrm>
                <a:off x="5361431" y="3875980"/>
                <a:ext cx="62280" cy="2527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9F42349-3340-F545-BD13-75A18B15864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343791" y="3858340"/>
                  <a:ext cx="979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7BE07D0-F1F0-2508-D093-F40611E1817F}"/>
                    </a:ext>
                  </a:extLst>
                </p14:cNvPr>
                <p14:cNvContentPartPr/>
                <p14:nvPr/>
              </p14:nvContentPartPr>
              <p14:xfrm>
                <a:off x="5317151" y="3910900"/>
                <a:ext cx="208080" cy="61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7BE07D0-F1F0-2508-D093-F40611E1817F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299511" y="3892900"/>
                  <a:ext cx="2437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35B6EE0-42ED-CBDD-D964-5F138C38E30A}"/>
                    </a:ext>
                  </a:extLst>
                </p14:cNvPr>
                <p14:cNvContentPartPr/>
                <p14:nvPr/>
              </p14:nvContentPartPr>
              <p14:xfrm>
                <a:off x="5542511" y="3919540"/>
                <a:ext cx="177480" cy="1972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35B6EE0-42ED-CBDD-D964-5F138C38E30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524511" y="3901900"/>
                  <a:ext cx="2131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F7CDF0A-40D5-E8F9-A19B-39C26EE72C2C}"/>
                    </a:ext>
                  </a:extLst>
                </p14:cNvPr>
                <p14:cNvContentPartPr/>
                <p14:nvPr/>
              </p14:nvContentPartPr>
              <p14:xfrm>
                <a:off x="5712431" y="3938980"/>
                <a:ext cx="79200" cy="982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F7CDF0A-40D5-E8F9-A19B-39C26EE72C2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694791" y="3921340"/>
                  <a:ext cx="11484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53D80E14-EC60-9697-790C-F3ED9CFAAD82}"/>
              </a:ext>
            </a:extLst>
          </p:cNvPr>
          <p:cNvGrpSpPr/>
          <p:nvPr/>
        </p:nvGrpSpPr>
        <p:grpSpPr>
          <a:xfrm>
            <a:off x="6089351" y="3752860"/>
            <a:ext cx="325080" cy="426600"/>
            <a:chOff x="6089351" y="3752860"/>
            <a:chExt cx="325080" cy="4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27077A3-7D39-D876-889A-714ED2C4EE47}"/>
                    </a:ext>
                  </a:extLst>
                </p14:cNvPr>
                <p14:cNvContentPartPr/>
                <p14:nvPr/>
              </p14:nvContentPartPr>
              <p14:xfrm>
                <a:off x="6225431" y="3884620"/>
                <a:ext cx="30240" cy="1404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27077A3-7D39-D876-889A-714ED2C4EE4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207431" y="3866980"/>
                  <a:ext cx="658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4381AAA-1206-BD15-4EFE-6550EE6526A7}"/>
                    </a:ext>
                  </a:extLst>
                </p14:cNvPr>
                <p14:cNvContentPartPr/>
                <p14:nvPr/>
              </p14:nvContentPartPr>
              <p14:xfrm>
                <a:off x="6089351" y="3752860"/>
                <a:ext cx="325080" cy="4266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4381AAA-1206-BD15-4EFE-6550EE6526A7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071351" y="3735220"/>
                  <a:ext cx="360720" cy="46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B95C6590-82B4-60A7-D651-978BEEC1BB82}"/>
              </a:ext>
            </a:extLst>
          </p:cNvPr>
          <p:cNvGrpSpPr/>
          <p:nvPr/>
        </p:nvGrpSpPr>
        <p:grpSpPr>
          <a:xfrm>
            <a:off x="6788111" y="3802900"/>
            <a:ext cx="1143720" cy="339480"/>
            <a:chOff x="6788111" y="3802900"/>
            <a:chExt cx="114372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2DE5964-F13B-4A7F-75BC-97A5BB07F4A1}"/>
                    </a:ext>
                  </a:extLst>
                </p14:cNvPr>
                <p14:cNvContentPartPr/>
                <p14:nvPr/>
              </p14:nvContentPartPr>
              <p14:xfrm>
                <a:off x="6788111" y="3898660"/>
                <a:ext cx="114840" cy="1652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2DE5964-F13B-4A7F-75BC-97A5BB07F4A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770111" y="3881020"/>
                  <a:ext cx="150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E4BFA5F-E4ED-5D30-FCC8-DE7FC5A1D65A}"/>
                    </a:ext>
                  </a:extLst>
                </p14:cNvPr>
                <p14:cNvContentPartPr/>
                <p14:nvPr/>
              </p14:nvContentPartPr>
              <p14:xfrm>
                <a:off x="6956591" y="3863020"/>
                <a:ext cx="261000" cy="279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E4BFA5F-E4ED-5D30-FCC8-DE7FC5A1D65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938951" y="3845380"/>
                  <a:ext cx="296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EB3CD07-5A47-BD25-E9DC-7F60B761E6F5}"/>
                    </a:ext>
                  </a:extLst>
                </p14:cNvPr>
                <p14:cNvContentPartPr/>
                <p14:nvPr/>
              </p14:nvContentPartPr>
              <p14:xfrm>
                <a:off x="7201751" y="3879940"/>
                <a:ext cx="78480" cy="1321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EB3CD07-5A47-BD25-E9DC-7F60B761E6F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183751" y="3862300"/>
                  <a:ext cx="1141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197408F-3F19-A118-FAE1-45510CA1A014}"/>
                    </a:ext>
                  </a:extLst>
                </p14:cNvPr>
                <p14:cNvContentPartPr/>
                <p14:nvPr/>
              </p14:nvContentPartPr>
              <p14:xfrm>
                <a:off x="7365191" y="3802900"/>
                <a:ext cx="36000" cy="211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197408F-3F19-A118-FAE1-45510CA1A014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347551" y="3784900"/>
                  <a:ext cx="716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37EDF6A-D854-2479-23C5-FFCC5BAFE98A}"/>
                    </a:ext>
                  </a:extLst>
                </p14:cNvPr>
                <p14:cNvContentPartPr/>
                <p14:nvPr/>
              </p14:nvContentPartPr>
              <p14:xfrm>
                <a:off x="7477151" y="3893620"/>
                <a:ext cx="130320" cy="1281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37EDF6A-D854-2479-23C5-FFCC5BAFE98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459511" y="3875620"/>
                  <a:ext cx="165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EEFCD6D-E20C-AD13-FB87-2E0561087012}"/>
                    </a:ext>
                  </a:extLst>
                </p14:cNvPr>
                <p14:cNvContentPartPr/>
                <p14:nvPr/>
              </p14:nvContentPartPr>
              <p14:xfrm>
                <a:off x="7696751" y="3897580"/>
                <a:ext cx="92520" cy="120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EEFCD6D-E20C-AD13-FB87-2E056108701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679111" y="3879940"/>
                  <a:ext cx="128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F35EFDB-A784-7BCE-D212-C7DD4E54FF41}"/>
                    </a:ext>
                  </a:extLst>
                </p14:cNvPr>
                <p14:cNvContentPartPr/>
                <p14:nvPr/>
              </p14:nvContentPartPr>
              <p14:xfrm>
                <a:off x="7809791" y="3922780"/>
                <a:ext cx="122040" cy="1465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F35EFDB-A784-7BCE-D212-C7DD4E54FF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7791791" y="3905140"/>
                  <a:ext cx="15768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AC3E23D-FA4F-4DD7-224B-6117FA1BF436}"/>
              </a:ext>
            </a:extLst>
          </p:cNvPr>
          <p:cNvGrpSpPr/>
          <p:nvPr/>
        </p:nvGrpSpPr>
        <p:grpSpPr>
          <a:xfrm>
            <a:off x="8427191" y="3882460"/>
            <a:ext cx="1136520" cy="226800"/>
            <a:chOff x="8427191" y="3882460"/>
            <a:chExt cx="113652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1E60523-3C3B-4F14-4A01-DB12D45D0408}"/>
                    </a:ext>
                  </a:extLst>
                </p14:cNvPr>
                <p14:cNvContentPartPr/>
                <p14:nvPr/>
              </p14:nvContentPartPr>
              <p14:xfrm>
                <a:off x="8427191" y="3882460"/>
                <a:ext cx="72360" cy="2268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1E60523-3C3B-4F14-4A01-DB12D45D040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409191" y="3864820"/>
                  <a:ext cx="108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6598598-2297-E421-593A-DC8FF8F03883}"/>
                    </a:ext>
                  </a:extLst>
                </p14:cNvPr>
                <p14:cNvContentPartPr/>
                <p14:nvPr/>
              </p14:nvContentPartPr>
              <p14:xfrm>
                <a:off x="8607911" y="3932500"/>
                <a:ext cx="90360" cy="1198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6598598-2297-E421-593A-DC8FF8F0388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589911" y="3914860"/>
                  <a:ext cx="126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2230B6F-FB72-6BE5-699F-F15F81AA5075}"/>
                    </a:ext>
                  </a:extLst>
                </p14:cNvPr>
                <p14:cNvContentPartPr/>
                <p14:nvPr/>
              </p14:nvContentPartPr>
              <p14:xfrm>
                <a:off x="8811311" y="3892180"/>
                <a:ext cx="182160" cy="1386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2230B6F-FB72-6BE5-699F-F15F81AA507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793311" y="3874540"/>
                  <a:ext cx="217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A6E6A37-727A-1239-8B78-86A1F6E20F01}"/>
                    </a:ext>
                  </a:extLst>
                </p14:cNvPr>
                <p14:cNvContentPartPr/>
                <p14:nvPr/>
              </p14:nvContentPartPr>
              <p14:xfrm>
                <a:off x="9065111" y="3896140"/>
                <a:ext cx="109080" cy="1400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A6E6A37-727A-1239-8B78-86A1F6E20F0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047471" y="3878500"/>
                  <a:ext cx="1447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BA57EB8-079E-A1AA-9592-CD1BE2EDB129}"/>
                    </a:ext>
                  </a:extLst>
                </p14:cNvPr>
                <p14:cNvContentPartPr/>
                <p14:nvPr/>
              </p14:nvContentPartPr>
              <p14:xfrm>
                <a:off x="9301991" y="3883180"/>
                <a:ext cx="68040" cy="139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BA57EB8-079E-A1AA-9592-CD1BE2EDB12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284351" y="3865180"/>
                  <a:ext cx="103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3F30047D-9012-4AD4-EF9B-6F21EF376523}"/>
                    </a:ext>
                  </a:extLst>
                </p14:cNvPr>
                <p14:cNvContentPartPr/>
                <p14:nvPr/>
              </p14:nvContentPartPr>
              <p14:xfrm>
                <a:off x="9473711" y="3905860"/>
                <a:ext cx="90000" cy="126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3F30047D-9012-4AD4-EF9B-6F21EF376523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456071" y="3887860"/>
                  <a:ext cx="12564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98288046-A57D-1C03-C243-3583CA5B0878}"/>
              </a:ext>
            </a:extLst>
          </p:cNvPr>
          <p:cNvGrpSpPr/>
          <p:nvPr/>
        </p:nvGrpSpPr>
        <p:grpSpPr>
          <a:xfrm>
            <a:off x="9894911" y="3710740"/>
            <a:ext cx="737640" cy="266400"/>
            <a:chOff x="9894911" y="3710740"/>
            <a:chExt cx="737640" cy="2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1524A68-B6BC-6205-4368-350AFB6BDA80}"/>
                    </a:ext>
                  </a:extLst>
                </p14:cNvPr>
                <p14:cNvContentPartPr/>
                <p14:nvPr/>
              </p14:nvContentPartPr>
              <p14:xfrm>
                <a:off x="9894911" y="3857620"/>
                <a:ext cx="208080" cy="997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1524A68-B6BC-6205-4368-350AFB6BDA80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876911" y="3839980"/>
                  <a:ext cx="2437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AB26350-6E53-7F84-952E-0D62ABC6E648}"/>
                    </a:ext>
                  </a:extLst>
                </p14:cNvPr>
                <p14:cNvContentPartPr/>
                <p14:nvPr/>
              </p14:nvContentPartPr>
              <p14:xfrm>
                <a:off x="10206311" y="3851140"/>
                <a:ext cx="43560" cy="126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AB26350-6E53-7F84-952E-0D62ABC6E648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188671" y="3833140"/>
                  <a:ext cx="79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0A93CBE-5A3B-E495-E339-700C6A974DE1}"/>
                    </a:ext>
                  </a:extLst>
                </p14:cNvPr>
                <p14:cNvContentPartPr/>
                <p14:nvPr/>
              </p14:nvContentPartPr>
              <p14:xfrm>
                <a:off x="10211351" y="3710740"/>
                <a:ext cx="21600" cy="270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0A93CBE-5A3B-E495-E339-700C6A974DE1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193711" y="3693100"/>
                  <a:ext cx="57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CAFAA81-3530-43D8-0C09-43C8008F6983}"/>
                    </a:ext>
                  </a:extLst>
                </p14:cNvPr>
                <p14:cNvContentPartPr/>
                <p14:nvPr/>
              </p14:nvContentPartPr>
              <p14:xfrm>
                <a:off x="10360031" y="3753580"/>
                <a:ext cx="46080" cy="218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CAFAA81-3530-43D8-0C09-43C8008F698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342391" y="3735580"/>
                  <a:ext cx="817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B5CA0E1A-E50E-EA9C-07BA-5E20AAC56414}"/>
                    </a:ext>
                  </a:extLst>
                </p14:cNvPr>
                <p14:cNvContentPartPr/>
                <p14:nvPr/>
              </p14:nvContentPartPr>
              <p14:xfrm>
                <a:off x="10338431" y="3821980"/>
                <a:ext cx="294120" cy="777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B5CA0E1A-E50E-EA9C-07BA-5E20AAC56414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320431" y="3804340"/>
                  <a:ext cx="329760" cy="11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3BA6A0E9-DDA8-8FDB-D5E1-0370ACEFD96A}"/>
              </a:ext>
            </a:extLst>
          </p:cNvPr>
          <p:cNvGrpSpPr/>
          <p:nvPr/>
        </p:nvGrpSpPr>
        <p:grpSpPr>
          <a:xfrm>
            <a:off x="10915871" y="3650260"/>
            <a:ext cx="958680" cy="286920"/>
            <a:chOff x="10915871" y="3650260"/>
            <a:chExt cx="95868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B1A5CE0-68D3-2372-EFE8-BD24A271E83F}"/>
                    </a:ext>
                  </a:extLst>
                </p14:cNvPr>
                <p14:cNvContentPartPr/>
                <p14:nvPr/>
              </p14:nvContentPartPr>
              <p14:xfrm>
                <a:off x="10915871" y="3755020"/>
                <a:ext cx="83880" cy="1612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B1A5CE0-68D3-2372-EFE8-BD24A271E83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898231" y="3737380"/>
                  <a:ext cx="1195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3DD153D-5198-A53F-3737-5A768855CC55}"/>
                    </a:ext>
                  </a:extLst>
                </p14:cNvPr>
                <p14:cNvContentPartPr/>
                <p14:nvPr/>
              </p14:nvContentPartPr>
              <p14:xfrm>
                <a:off x="11114231" y="3731620"/>
                <a:ext cx="139680" cy="1879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3DD153D-5198-A53F-3737-5A768855CC5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1096231" y="3713980"/>
                  <a:ext cx="1753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2BE1DFC-712D-8174-337B-C686FAA094FE}"/>
                    </a:ext>
                  </a:extLst>
                </p14:cNvPr>
                <p14:cNvContentPartPr/>
                <p14:nvPr/>
              </p14:nvContentPartPr>
              <p14:xfrm>
                <a:off x="11340671" y="3805780"/>
                <a:ext cx="107640" cy="1314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2BE1DFC-712D-8174-337B-C686FAA094FE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1322671" y="3787780"/>
                  <a:ext cx="1432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59E7F43-F539-7474-5DDD-7C767C166AA8}"/>
                    </a:ext>
                  </a:extLst>
                </p14:cNvPr>
                <p14:cNvContentPartPr/>
                <p14:nvPr/>
              </p14:nvContentPartPr>
              <p14:xfrm>
                <a:off x="11526431" y="3786340"/>
                <a:ext cx="72000" cy="115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59E7F43-F539-7474-5DDD-7C767C166AA8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1508431" y="3768340"/>
                  <a:ext cx="1076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2A65600-A327-E7F5-97B6-54B0A481F7DE}"/>
                    </a:ext>
                  </a:extLst>
                </p14:cNvPr>
                <p14:cNvContentPartPr/>
                <p14:nvPr/>
              </p14:nvContentPartPr>
              <p14:xfrm>
                <a:off x="11770151" y="3650260"/>
                <a:ext cx="57600" cy="2584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2A65600-A327-E7F5-97B6-54B0A481F7DE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1752511" y="3632620"/>
                  <a:ext cx="932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94A42D07-DB5A-5E08-3646-ADC294BCDD85}"/>
                    </a:ext>
                  </a:extLst>
                </p14:cNvPr>
                <p14:cNvContentPartPr/>
                <p14:nvPr/>
              </p14:nvContentPartPr>
              <p14:xfrm>
                <a:off x="11711111" y="3806140"/>
                <a:ext cx="163440" cy="496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94A42D07-DB5A-5E08-3646-ADC294BCDD8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1693111" y="3788500"/>
                  <a:ext cx="1990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76AA7ECD-25B4-62D0-C428-224B8BB6CA13}"/>
              </a:ext>
            </a:extLst>
          </p:cNvPr>
          <p:cNvGrpSpPr/>
          <p:nvPr/>
        </p:nvGrpSpPr>
        <p:grpSpPr>
          <a:xfrm>
            <a:off x="5291951" y="4529380"/>
            <a:ext cx="315360" cy="275040"/>
            <a:chOff x="5291951" y="4529380"/>
            <a:chExt cx="31536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51F5EF9-311D-F110-164C-82604CF3D6DA}"/>
                    </a:ext>
                  </a:extLst>
                </p14:cNvPr>
                <p14:cNvContentPartPr/>
                <p14:nvPr/>
              </p14:nvContentPartPr>
              <p14:xfrm>
                <a:off x="5291951" y="4562500"/>
                <a:ext cx="126720" cy="24192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51F5EF9-311D-F110-164C-82604CF3D6D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274311" y="4544500"/>
                  <a:ext cx="162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9703B8B-9384-FD6A-1196-57DDA4876E15}"/>
                    </a:ext>
                  </a:extLst>
                </p14:cNvPr>
                <p14:cNvContentPartPr/>
                <p14:nvPr/>
              </p14:nvContentPartPr>
              <p14:xfrm>
                <a:off x="5495711" y="4529380"/>
                <a:ext cx="111600" cy="2455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9703B8B-9384-FD6A-1196-57DDA4876E15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478071" y="4511740"/>
                  <a:ext cx="1472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18146875-E461-3E8B-DDEC-BF46013B3C2B}"/>
                    </a:ext>
                  </a:extLst>
                </p14:cNvPr>
                <p14:cNvContentPartPr/>
                <p14:nvPr/>
              </p14:nvContentPartPr>
              <p14:xfrm>
                <a:off x="5514431" y="4586260"/>
                <a:ext cx="87840" cy="187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18146875-E461-3E8B-DDEC-BF46013B3C2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496791" y="4568260"/>
                  <a:ext cx="123480" cy="5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36D30207-80D0-5171-3676-9498398939D6}"/>
              </a:ext>
            </a:extLst>
          </p:cNvPr>
          <p:cNvGrpSpPr/>
          <p:nvPr/>
        </p:nvGrpSpPr>
        <p:grpSpPr>
          <a:xfrm>
            <a:off x="5794511" y="4440100"/>
            <a:ext cx="712800" cy="372600"/>
            <a:chOff x="5794511" y="4440100"/>
            <a:chExt cx="71280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B41B6432-CC4B-51C1-4CDD-CBCF97C990C1}"/>
                    </a:ext>
                  </a:extLst>
                </p14:cNvPr>
                <p14:cNvContentPartPr/>
                <p14:nvPr/>
              </p14:nvContentPartPr>
              <p14:xfrm>
                <a:off x="5794511" y="4563580"/>
                <a:ext cx="151560" cy="1170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B41B6432-CC4B-51C1-4CDD-CBCF97C990C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776511" y="4545580"/>
                  <a:ext cx="187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2E82FD3E-0D64-9F8A-AD19-69BA40214F4B}"/>
                    </a:ext>
                  </a:extLst>
                </p14:cNvPr>
                <p14:cNvContentPartPr/>
                <p14:nvPr/>
              </p14:nvContentPartPr>
              <p14:xfrm>
                <a:off x="5988191" y="4591660"/>
                <a:ext cx="33840" cy="2210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2E82FD3E-0D64-9F8A-AD19-69BA40214F4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970551" y="4573660"/>
                  <a:ext cx="694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0711AAE-7788-6591-B01A-88DB75294572}"/>
                    </a:ext>
                  </a:extLst>
                </p14:cNvPr>
                <p14:cNvContentPartPr/>
                <p14:nvPr/>
              </p14:nvContentPartPr>
              <p14:xfrm>
                <a:off x="5959391" y="4576540"/>
                <a:ext cx="81720" cy="1047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0711AAE-7788-6591-B01A-88DB7529457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941391" y="4558540"/>
                  <a:ext cx="117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E7FA4D6-00DD-AE59-0E8D-4BDDCED2215C}"/>
                    </a:ext>
                  </a:extLst>
                </p14:cNvPr>
                <p14:cNvContentPartPr/>
                <p14:nvPr/>
              </p14:nvContentPartPr>
              <p14:xfrm>
                <a:off x="6247391" y="4536220"/>
                <a:ext cx="106560" cy="1396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E7FA4D6-00DD-AE59-0E8D-4BDDCED2215C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229751" y="4518580"/>
                  <a:ext cx="142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CC26BAB-3330-D344-B1C1-F4FC4473BD59}"/>
                    </a:ext>
                  </a:extLst>
                </p14:cNvPr>
                <p14:cNvContentPartPr/>
                <p14:nvPr/>
              </p14:nvContentPartPr>
              <p14:xfrm>
                <a:off x="6155591" y="4440100"/>
                <a:ext cx="351720" cy="348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CC26BAB-3330-D344-B1C1-F4FC4473BD59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137951" y="4422100"/>
                  <a:ext cx="38736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7680C0FD-7DD5-1F9F-96D6-A4FC1086F476}"/>
              </a:ext>
            </a:extLst>
          </p:cNvPr>
          <p:cNvGrpSpPr/>
          <p:nvPr/>
        </p:nvGrpSpPr>
        <p:grpSpPr>
          <a:xfrm>
            <a:off x="6884591" y="4449820"/>
            <a:ext cx="1823760" cy="290520"/>
            <a:chOff x="6884591" y="4449820"/>
            <a:chExt cx="182376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E96D4159-D060-9761-F078-0BAAAA085806}"/>
                    </a:ext>
                  </a:extLst>
                </p14:cNvPr>
                <p14:cNvContentPartPr/>
                <p14:nvPr/>
              </p14:nvContentPartPr>
              <p14:xfrm>
                <a:off x="6884591" y="4517140"/>
                <a:ext cx="379080" cy="2149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E96D4159-D060-9761-F078-0BAAAA085806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866951" y="4499140"/>
                  <a:ext cx="4147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FE9318C-4FDC-1D28-5EF8-07BD4CBE3A06}"/>
                    </a:ext>
                  </a:extLst>
                </p14:cNvPr>
                <p14:cNvContentPartPr/>
                <p14:nvPr/>
              </p14:nvContentPartPr>
              <p14:xfrm>
                <a:off x="7378871" y="4449820"/>
                <a:ext cx="44640" cy="2581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FE9318C-4FDC-1D28-5EF8-07BD4CBE3A0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360871" y="4432180"/>
                  <a:ext cx="802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1AA67B0-DECD-F7AC-E1B9-EC4ACCFA16C6}"/>
                    </a:ext>
                  </a:extLst>
                </p14:cNvPr>
                <p14:cNvContentPartPr/>
                <p14:nvPr/>
              </p14:nvContentPartPr>
              <p14:xfrm>
                <a:off x="7516391" y="4606780"/>
                <a:ext cx="80640" cy="1267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1AA67B0-DECD-F7AC-E1B9-EC4ACCFA16C6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498751" y="4589140"/>
                  <a:ext cx="1162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6974694-1E85-3A8D-0277-4420AE8E21E6}"/>
                    </a:ext>
                  </a:extLst>
                </p14:cNvPr>
                <p14:cNvContentPartPr/>
                <p14:nvPr/>
              </p14:nvContentPartPr>
              <p14:xfrm>
                <a:off x="7687391" y="4613260"/>
                <a:ext cx="173520" cy="1040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6974694-1E85-3A8D-0277-4420AE8E21E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669391" y="4595620"/>
                  <a:ext cx="209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6D28DD6A-594B-4AE3-2284-A905938AD484}"/>
                    </a:ext>
                  </a:extLst>
                </p14:cNvPr>
                <p14:cNvContentPartPr/>
                <p14:nvPr/>
              </p14:nvContentPartPr>
              <p14:xfrm>
                <a:off x="8027231" y="4542340"/>
                <a:ext cx="45000" cy="1814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6D28DD6A-594B-4AE3-2284-A905938AD48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009231" y="4524700"/>
                  <a:ext cx="80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C84E1E8-243C-7A14-55F9-3AE1286318AD}"/>
                    </a:ext>
                  </a:extLst>
                </p14:cNvPr>
                <p14:cNvContentPartPr/>
                <p14:nvPr/>
              </p14:nvContentPartPr>
              <p14:xfrm>
                <a:off x="7969991" y="4634140"/>
                <a:ext cx="27000" cy="7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C84E1E8-243C-7A14-55F9-3AE1286318AD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951991" y="4616500"/>
                  <a:ext cx="62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5B1F048-8CCD-D9BD-B0C0-97D901BAEB32}"/>
                    </a:ext>
                  </a:extLst>
                </p14:cNvPr>
                <p14:cNvContentPartPr/>
                <p14:nvPr/>
              </p14:nvContentPartPr>
              <p14:xfrm>
                <a:off x="8176271" y="4632700"/>
                <a:ext cx="157680" cy="1076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5B1F048-8CCD-D9BD-B0C0-97D901BAEB32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158631" y="4615060"/>
                  <a:ext cx="1933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D808A238-74FD-556E-E865-7379FA0F6859}"/>
                    </a:ext>
                  </a:extLst>
                </p14:cNvPr>
                <p14:cNvContentPartPr/>
                <p14:nvPr/>
              </p14:nvContentPartPr>
              <p14:xfrm>
                <a:off x="8432951" y="4471780"/>
                <a:ext cx="52920" cy="2368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D808A238-74FD-556E-E865-7379FA0F6859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415311" y="4454140"/>
                  <a:ext cx="885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A64DF1A-6118-7E2A-35C7-81E35F8D73FE}"/>
                    </a:ext>
                  </a:extLst>
                </p14:cNvPr>
                <p14:cNvContentPartPr/>
                <p14:nvPr/>
              </p14:nvContentPartPr>
              <p14:xfrm>
                <a:off x="8376431" y="4583020"/>
                <a:ext cx="97920" cy="388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A64DF1A-6118-7E2A-35C7-81E35F8D73FE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358431" y="4565380"/>
                  <a:ext cx="1335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E300495-2DD9-FAA4-AFBB-83DA1EB1E86D}"/>
                    </a:ext>
                  </a:extLst>
                </p14:cNvPr>
                <p14:cNvContentPartPr/>
                <p14:nvPr/>
              </p14:nvContentPartPr>
              <p14:xfrm>
                <a:off x="8600711" y="4616140"/>
                <a:ext cx="107640" cy="1130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E300495-2DD9-FAA4-AFBB-83DA1EB1E86D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583071" y="4598500"/>
                  <a:ext cx="1432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C0A43BCC-37A2-D0B1-C5A4-E338248B199B}"/>
              </a:ext>
            </a:extLst>
          </p:cNvPr>
          <p:cNvGrpSpPr/>
          <p:nvPr/>
        </p:nvGrpSpPr>
        <p:grpSpPr>
          <a:xfrm>
            <a:off x="9200111" y="4407340"/>
            <a:ext cx="654120" cy="370080"/>
            <a:chOff x="9200111" y="4407340"/>
            <a:chExt cx="654120" cy="37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AC46C51-C2D3-2224-431B-311BD9AE64C6}"/>
                    </a:ext>
                  </a:extLst>
                </p14:cNvPr>
                <p14:cNvContentPartPr/>
                <p14:nvPr/>
              </p14:nvContentPartPr>
              <p14:xfrm>
                <a:off x="9204431" y="4432180"/>
                <a:ext cx="32760" cy="3452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AC46C51-C2D3-2224-431B-311BD9AE64C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186431" y="4414540"/>
                  <a:ext cx="684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271DC48A-13E6-EB3B-7CA0-04FE84580AA9}"/>
                    </a:ext>
                  </a:extLst>
                </p14:cNvPr>
                <p14:cNvContentPartPr/>
                <p14:nvPr/>
              </p14:nvContentPartPr>
              <p14:xfrm>
                <a:off x="9200111" y="4407340"/>
                <a:ext cx="192960" cy="2052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271DC48A-13E6-EB3B-7CA0-04FE84580AA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182111" y="4389700"/>
                  <a:ext cx="2286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1E2597C6-6DB5-6F36-44E8-79B9409EF1BE}"/>
                    </a:ext>
                  </a:extLst>
                </p14:cNvPr>
                <p14:cNvContentPartPr/>
                <p14:nvPr/>
              </p14:nvContentPartPr>
              <p14:xfrm>
                <a:off x="9472631" y="4536220"/>
                <a:ext cx="381600" cy="1947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1E2597C6-6DB5-6F36-44E8-79B9409EF1B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454631" y="4518580"/>
                  <a:ext cx="417240" cy="23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4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90A21325-2E0B-7253-3835-0F7DA115D45B}"/>
                  </a:ext>
                </a:extLst>
              </p14:cNvPr>
              <p14:cNvContentPartPr/>
              <p14:nvPr/>
            </p14:nvContentPartPr>
            <p14:xfrm>
              <a:off x="10059791" y="4588420"/>
              <a:ext cx="12600" cy="684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90A21325-2E0B-7253-3835-0F7DA115D45B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10042151" y="4570780"/>
                <a:ext cx="48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DD82F4B-DE2F-6F51-6EE9-F7F65063E4AC}"/>
              </a:ext>
            </a:extLst>
          </p:cNvPr>
          <p:cNvGrpSpPr/>
          <p:nvPr/>
        </p:nvGrpSpPr>
        <p:grpSpPr>
          <a:xfrm>
            <a:off x="5111951" y="5075500"/>
            <a:ext cx="2251800" cy="1593000"/>
            <a:chOff x="5111951" y="5075500"/>
            <a:chExt cx="2251800" cy="159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3CA545F6-A6B2-579F-FB43-661F71AEF7ED}"/>
                    </a:ext>
                  </a:extLst>
                </p14:cNvPr>
                <p14:cNvContentPartPr/>
                <p14:nvPr/>
              </p14:nvContentPartPr>
              <p14:xfrm>
                <a:off x="5399951" y="5291860"/>
                <a:ext cx="82080" cy="846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3CA545F6-A6B2-579F-FB43-661F71AEF7E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381951" y="5274220"/>
                  <a:ext cx="1177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1A91AA6-500C-8F05-790A-3CDEC20D072E}"/>
                    </a:ext>
                  </a:extLst>
                </p14:cNvPr>
                <p14:cNvContentPartPr/>
                <p14:nvPr/>
              </p14:nvContentPartPr>
              <p14:xfrm>
                <a:off x="5295551" y="5124100"/>
                <a:ext cx="41760" cy="496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1A91AA6-500C-8F05-790A-3CDEC20D072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277911" y="5106460"/>
                  <a:ext cx="774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8AAB356-E7BB-09C0-0AAC-2286C4B96D99}"/>
                    </a:ext>
                  </a:extLst>
                </p14:cNvPr>
                <p14:cNvContentPartPr/>
                <p14:nvPr/>
              </p14:nvContentPartPr>
              <p14:xfrm>
                <a:off x="5111951" y="5606860"/>
                <a:ext cx="404640" cy="1281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8AAB356-E7BB-09C0-0AAC-2286C4B96D9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093951" y="5588860"/>
                  <a:ext cx="4402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D227D14F-6130-298F-4CFD-2D06E0932FE0}"/>
                    </a:ext>
                  </a:extLst>
                </p14:cNvPr>
                <p14:cNvContentPartPr/>
                <p14:nvPr/>
              </p14:nvContentPartPr>
              <p14:xfrm>
                <a:off x="5347391" y="5767780"/>
                <a:ext cx="95040" cy="16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D227D14F-6130-298F-4CFD-2D06E0932FE0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329391" y="5749780"/>
                  <a:ext cx="1306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FAF21BBB-9599-8946-4E32-D8CAE75CA2C6}"/>
                    </a:ext>
                  </a:extLst>
                </p14:cNvPr>
                <p14:cNvContentPartPr/>
                <p14:nvPr/>
              </p14:nvContentPartPr>
              <p14:xfrm>
                <a:off x="5403911" y="5810980"/>
                <a:ext cx="20160" cy="5166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FAF21BBB-9599-8946-4E32-D8CAE75CA2C6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386271" y="5793340"/>
                  <a:ext cx="55800" cy="55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CF61AAE-59FE-94F0-2307-EC715B306AE5}"/>
                    </a:ext>
                  </a:extLst>
                </p14:cNvPr>
                <p14:cNvContentPartPr/>
                <p14:nvPr/>
              </p14:nvContentPartPr>
              <p14:xfrm>
                <a:off x="5309231" y="5075500"/>
                <a:ext cx="965160" cy="820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CF61AAE-59FE-94F0-2307-EC715B306AE5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291591" y="5057860"/>
                  <a:ext cx="10008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45294C32-9EBA-08E6-BD70-C3F119671B99}"/>
                    </a:ext>
                  </a:extLst>
                </p14:cNvPr>
                <p14:cNvContentPartPr/>
                <p14:nvPr/>
              </p14:nvContentPartPr>
              <p14:xfrm>
                <a:off x="6259991" y="5132020"/>
                <a:ext cx="12240" cy="1774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45294C32-9EBA-08E6-BD70-C3F119671B99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242351" y="5114380"/>
                  <a:ext cx="47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5BE7C2C1-F8FF-5B0C-D31B-59CDED972D90}"/>
                    </a:ext>
                  </a:extLst>
                </p14:cNvPr>
                <p14:cNvContentPartPr/>
                <p14:nvPr/>
              </p14:nvContentPartPr>
              <p14:xfrm>
                <a:off x="6247751" y="5347300"/>
                <a:ext cx="123120" cy="2563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5BE7C2C1-F8FF-5B0C-D31B-59CDED972D90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229751" y="5329660"/>
                  <a:ext cx="158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69F428B-8784-9B90-2941-22FDB2D7B9E2}"/>
                    </a:ext>
                  </a:extLst>
                </p14:cNvPr>
                <p14:cNvContentPartPr/>
                <p14:nvPr/>
              </p14:nvContentPartPr>
              <p14:xfrm>
                <a:off x="6365831" y="5604340"/>
                <a:ext cx="9720" cy="3348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69F428B-8784-9B90-2941-22FDB2D7B9E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348191" y="5586340"/>
                  <a:ext cx="4536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F0240E3B-9526-6A8F-4A77-7F544CEA77E1}"/>
                    </a:ext>
                  </a:extLst>
                </p14:cNvPr>
                <p14:cNvContentPartPr/>
                <p14:nvPr/>
              </p14:nvContentPartPr>
              <p14:xfrm>
                <a:off x="5469071" y="5998180"/>
                <a:ext cx="961920" cy="51948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F0240E3B-9526-6A8F-4A77-7F544CEA77E1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5451071" y="5980540"/>
                  <a:ext cx="99756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9FDBD6A-D393-6147-39CD-17DE49E4D24B}"/>
                    </a:ext>
                  </a:extLst>
                </p14:cNvPr>
                <p14:cNvContentPartPr/>
                <p14:nvPr/>
              </p14:nvContentPartPr>
              <p14:xfrm>
                <a:off x="5416511" y="6341620"/>
                <a:ext cx="43920" cy="1357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9FDBD6A-D393-6147-39CD-17DE49E4D24B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5398871" y="6323620"/>
                  <a:ext cx="79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4C854DE-7F89-746B-1349-63C38E1F81A4}"/>
                    </a:ext>
                  </a:extLst>
                </p14:cNvPr>
                <p14:cNvContentPartPr/>
                <p14:nvPr/>
              </p14:nvContentPartPr>
              <p14:xfrm>
                <a:off x="5459351" y="6435580"/>
                <a:ext cx="11520" cy="219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4C854DE-7F89-746B-1349-63C38E1F81A4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5441711" y="6417940"/>
                  <a:ext cx="47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364C304F-694B-4F6F-6536-C98C5B48C448}"/>
                    </a:ext>
                  </a:extLst>
                </p14:cNvPr>
                <p14:cNvContentPartPr/>
                <p14:nvPr/>
              </p14:nvContentPartPr>
              <p14:xfrm>
                <a:off x="6337751" y="5781100"/>
                <a:ext cx="650520" cy="813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364C304F-694B-4F6F-6536-C98C5B48C44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320111" y="5763460"/>
                  <a:ext cx="686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F14A1757-6B63-F36D-2212-0F771D160D12}"/>
                    </a:ext>
                  </a:extLst>
                </p14:cNvPr>
                <p14:cNvContentPartPr/>
                <p14:nvPr/>
              </p14:nvContentPartPr>
              <p14:xfrm>
                <a:off x="6435671" y="6455380"/>
                <a:ext cx="650520" cy="738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F14A1757-6B63-F36D-2212-0F771D160D1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417671" y="6437380"/>
                  <a:ext cx="6861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3B13EDF8-4C9F-4158-24FB-316ED9B86D47}"/>
                    </a:ext>
                  </a:extLst>
                </p14:cNvPr>
                <p14:cNvContentPartPr/>
                <p14:nvPr/>
              </p14:nvContentPartPr>
              <p14:xfrm>
                <a:off x="7021751" y="6440980"/>
                <a:ext cx="42840" cy="691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3B13EDF8-4C9F-4158-24FB-316ED9B86D47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003751" y="6423340"/>
                  <a:ext cx="784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ED5433BA-7973-8EA8-7C0F-9B0E8A16BF81}"/>
                    </a:ext>
                  </a:extLst>
                </p14:cNvPr>
                <p14:cNvContentPartPr/>
                <p14:nvPr/>
              </p14:nvContentPartPr>
              <p14:xfrm>
                <a:off x="7133711" y="5550700"/>
                <a:ext cx="2880" cy="14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ED5433BA-7973-8EA8-7C0F-9B0E8A16BF81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116071" y="5532700"/>
                  <a:ext cx="38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89CEF9D-4335-429C-48AF-4652304A7834}"/>
                    </a:ext>
                  </a:extLst>
                </p14:cNvPr>
                <p14:cNvContentPartPr/>
                <p14:nvPr/>
              </p14:nvContentPartPr>
              <p14:xfrm>
                <a:off x="7081871" y="5602180"/>
                <a:ext cx="19440" cy="1432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89CEF9D-4335-429C-48AF-4652304A7834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064231" y="5584540"/>
                  <a:ext cx="55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3E1B86E3-E6B3-D4CE-AC52-33068567949B}"/>
                    </a:ext>
                  </a:extLst>
                </p14:cNvPr>
                <p14:cNvContentPartPr/>
                <p14:nvPr/>
              </p14:nvContentPartPr>
              <p14:xfrm>
                <a:off x="7111391" y="5579500"/>
                <a:ext cx="125640" cy="11556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3E1B86E3-E6B3-D4CE-AC52-33068567949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7093751" y="5561860"/>
                  <a:ext cx="1612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036C247-8E3D-9239-AB85-311BF1EA89E2}"/>
                    </a:ext>
                  </a:extLst>
                </p14:cNvPr>
                <p14:cNvContentPartPr/>
                <p14:nvPr/>
              </p14:nvContentPartPr>
              <p14:xfrm>
                <a:off x="7125071" y="5671300"/>
                <a:ext cx="38880" cy="277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036C247-8E3D-9239-AB85-311BF1EA89E2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107071" y="5653300"/>
                  <a:ext cx="745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47001958-BD28-BAD1-5247-5A3A3993C478}"/>
                    </a:ext>
                  </a:extLst>
                </p14:cNvPr>
                <p14:cNvContentPartPr/>
                <p14:nvPr/>
              </p14:nvContentPartPr>
              <p14:xfrm>
                <a:off x="7238831" y="6538900"/>
                <a:ext cx="46440" cy="1296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47001958-BD28-BAD1-5247-5A3A3993C47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220831" y="6521260"/>
                  <a:ext cx="82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01BE0CC-9281-BF6B-3597-78EC3D02D4A8}"/>
                    </a:ext>
                  </a:extLst>
                </p14:cNvPr>
                <p14:cNvContentPartPr/>
                <p14:nvPr/>
              </p14:nvContentPartPr>
              <p14:xfrm>
                <a:off x="7239911" y="6503260"/>
                <a:ext cx="123840" cy="1630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01BE0CC-9281-BF6B-3597-78EC3D02D4A8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221911" y="6485260"/>
                  <a:ext cx="159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B0CEB87-BBC4-EE9F-2773-F28635D22066}"/>
                    </a:ext>
                  </a:extLst>
                </p14:cNvPr>
                <p14:cNvContentPartPr/>
                <p14:nvPr/>
              </p14:nvContentPartPr>
              <p14:xfrm>
                <a:off x="6517751" y="5331820"/>
                <a:ext cx="43920" cy="1861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B0CEB87-BBC4-EE9F-2773-F28635D22066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6499751" y="5313820"/>
                  <a:ext cx="79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4DAE91B2-25F1-E237-8372-780B49BA09AB}"/>
                    </a:ext>
                  </a:extLst>
                </p14:cNvPr>
                <p14:cNvContentPartPr/>
                <p14:nvPr/>
              </p14:nvContentPartPr>
              <p14:xfrm>
                <a:off x="6677591" y="5301580"/>
                <a:ext cx="42840" cy="1458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4DAE91B2-25F1-E237-8372-780B49BA09AB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6659951" y="5283940"/>
                  <a:ext cx="78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8F21C91-C640-96FF-64F1-B1CEEF5D2B0A}"/>
                    </a:ext>
                  </a:extLst>
                </p14:cNvPr>
                <p14:cNvContentPartPr/>
                <p14:nvPr/>
              </p14:nvContentPartPr>
              <p14:xfrm>
                <a:off x="6719711" y="5353420"/>
                <a:ext cx="121320" cy="1022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8F21C91-C640-96FF-64F1-B1CEEF5D2B0A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6701711" y="5335420"/>
                  <a:ext cx="1569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D34D941-8CF5-A864-FB3F-CFB7214E8A11}"/>
                    </a:ext>
                  </a:extLst>
                </p14:cNvPr>
                <p14:cNvContentPartPr/>
                <p14:nvPr/>
              </p14:nvContentPartPr>
              <p14:xfrm>
                <a:off x="6523511" y="6095380"/>
                <a:ext cx="203400" cy="1468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D34D941-8CF5-A864-FB3F-CFB7214E8A11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505511" y="6077380"/>
                  <a:ext cx="239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4A7DB159-E2A3-67BE-74C9-0CEFD99987FA}"/>
                    </a:ext>
                  </a:extLst>
                </p14:cNvPr>
                <p14:cNvContentPartPr/>
                <p14:nvPr/>
              </p14:nvContentPartPr>
              <p14:xfrm>
                <a:off x="6675791" y="6145060"/>
                <a:ext cx="36000" cy="1684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4A7DB159-E2A3-67BE-74C9-0CEFD99987FA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657791" y="6127060"/>
                  <a:ext cx="71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AF909104-E063-84B5-AA60-80D2454C6422}"/>
                    </a:ext>
                  </a:extLst>
                </p14:cNvPr>
                <p14:cNvContentPartPr/>
                <p14:nvPr/>
              </p14:nvContentPartPr>
              <p14:xfrm>
                <a:off x="6785951" y="6119860"/>
                <a:ext cx="56520" cy="1378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AF909104-E063-84B5-AA60-80D2454C6422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768311" y="6101860"/>
                  <a:ext cx="92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DDF0F5C-6B35-0C98-6FE4-2EC808CEFD2F}"/>
                    </a:ext>
                  </a:extLst>
                </p14:cNvPr>
                <p14:cNvContentPartPr/>
                <p14:nvPr/>
              </p14:nvContentPartPr>
              <p14:xfrm>
                <a:off x="6822671" y="6090700"/>
                <a:ext cx="124920" cy="1141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DDF0F5C-6B35-0C98-6FE4-2EC808CEFD2F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805031" y="6073060"/>
                  <a:ext cx="1605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BA97F339-E78D-6615-BFBC-D1795961C096}"/>
              </a:ext>
            </a:extLst>
          </p:cNvPr>
          <p:cNvGrpSpPr/>
          <p:nvPr/>
        </p:nvGrpSpPr>
        <p:grpSpPr>
          <a:xfrm>
            <a:off x="7524311" y="5691460"/>
            <a:ext cx="298080" cy="286560"/>
            <a:chOff x="7524311" y="5691460"/>
            <a:chExt cx="298080" cy="2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1EAF0A7-61A4-3377-3BEB-C0F1D6605C9D}"/>
                    </a:ext>
                  </a:extLst>
                </p14:cNvPr>
                <p14:cNvContentPartPr/>
                <p14:nvPr/>
              </p14:nvContentPartPr>
              <p14:xfrm>
                <a:off x="7524311" y="5768860"/>
                <a:ext cx="115920" cy="273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1EAF0A7-61A4-3377-3BEB-C0F1D6605C9D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7506671" y="5751220"/>
                  <a:ext cx="151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9D06B464-2C86-8C77-5BDC-557B33E5FE85}"/>
                    </a:ext>
                  </a:extLst>
                </p14:cNvPr>
                <p14:cNvContentPartPr/>
                <p14:nvPr/>
              </p14:nvContentPartPr>
              <p14:xfrm>
                <a:off x="7577591" y="5870020"/>
                <a:ext cx="91440" cy="23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9D06B464-2C86-8C77-5BDC-557B33E5FE85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7559951" y="5852380"/>
                  <a:ext cx="127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F7B8FC4E-E400-E5A4-118E-33DA14E8AF1F}"/>
                    </a:ext>
                  </a:extLst>
                </p14:cNvPr>
                <p14:cNvContentPartPr/>
                <p14:nvPr/>
              </p14:nvContentPartPr>
              <p14:xfrm>
                <a:off x="7630871" y="5691460"/>
                <a:ext cx="191520" cy="2865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F7B8FC4E-E400-E5A4-118E-33DA14E8AF1F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7612871" y="5673460"/>
                  <a:ext cx="227160" cy="32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8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354DC1BB-988B-237D-6FD3-7B1EA277011F}"/>
                  </a:ext>
                </a:extLst>
              </p14:cNvPr>
              <p14:cNvContentPartPr/>
              <p14:nvPr/>
            </p14:nvContentPartPr>
            <p14:xfrm>
              <a:off x="8263031" y="5320660"/>
              <a:ext cx="61560" cy="781920"/>
            </p14:xfrm>
          </p:contentPart>
        </mc:Choice>
        <mc:Fallback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354DC1BB-988B-237D-6FD3-7B1EA277011F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8209391" y="5213020"/>
                <a:ext cx="169200" cy="9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0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EBF7F727-58A5-3719-6991-A57A32267F21}"/>
                  </a:ext>
                </a:extLst>
              </p14:cNvPr>
              <p14:cNvContentPartPr/>
              <p14:nvPr/>
            </p14:nvContentPartPr>
            <p14:xfrm>
              <a:off x="4963271" y="3694180"/>
              <a:ext cx="1627200" cy="505080"/>
            </p14:xfrm>
          </p:contentPart>
        </mc:Choice>
        <mc:Fallback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EBF7F727-58A5-3719-6991-A57A32267F21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4909631" y="3586180"/>
                <a:ext cx="1734840" cy="72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5" name="Group 334">
            <a:extLst>
              <a:ext uri="{FF2B5EF4-FFF2-40B4-BE49-F238E27FC236}">
                <a16:creationId xmlns:a16="http://schemas.microsoft.com/office/drawing/2014/main" id="{CD349FA4-F3E5-34D4-F36B-6C6A9B7D32AF}"/>
              </a:ext>
            </a:extLst>
          </p:cNvPr>
          <p:cNvGrpSpPr/>
          <p:nvPr/>
        </p:nvGrpSpPr>
        <p:grpSpPr>
          <a:xfrm>
            <a:off x="7989431" y="5085220"/>
            <a:ext cx="2269080" cy="1423800"/>
            <a:chOff x="7989431" y="5085220"/>
            <a:chExt cx="2269080" cy="142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9B2505E-8539-C281-9CFF-420B9BE9D574}"/>
                    </a:ext>
                  </a:extLst>
                </p14:cNvPr>
                <p14:cNvContentPartPr/>
                <p14:nvPr/>
              </p14:nvContentPartPr>
              <p14:xfrm>
                <a:off x="8272031" y="5114020"/>
                <a:ext cx="41760" cy="5320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9B2505E-8539-C281-9CFF-420B9BE9D574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254391" y="5096020"/>
                  <a:ext cx="7740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FD03D471-D1FD-757A-00BB-8F78F8E9AA27}"/>
                    </a:ext>
                  </a:extLst>
                </p14:cNvPr>
                <p14:cNvContentPartPr/>
                <p14:nvPr/>
              </p14:nvContentPartPr>
              <p14:xfrm>
                <a:off x="7989431" y="5587060"/>
                <a:ext cx="543600" cy="3492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FD03D471-D1FD-757A-00BB-8F78F8E9AA27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971431" y="5569060"/>
                  <a:ext cx="579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BB326A7-8500-24BC-F5F0-69264409452F}"/>
                    </a:ext>
                  </a:extLst>
                </p14:cNvPr>
                <p14:cNvContentPartPr/>
                <p14:nvPr/>
              </p14:nvContentPartPr>
              <p14:xfrm>
                <a:off x="8232071" y="5779660"/>
                <a:ext cx="105120" cy="356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BB326A7-8500-24BC-F5F0-69264409452F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8214071" y="5761660"/>
                  <a:ext cx="140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8118A60-F7EE-E1D9-9E8F-86082FF3F417}"/>
                    </a:ext>
                  </a:extLst>
                </p14:cNvPr>
                <p14:cNvContentPartPr/>
                <p14:nvPr/>
              </p14:nvContentPartPr>
              <p14:xfrm>
                <a:off x="8294711" y="5824660"/>
                <a:ext cx="53640" cy="6350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8118A60-F7EE-E1D9-9E8F-86082FF3F417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8277071" y="5806660"/>
                  <a:ext cx="89280" cy="67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9E6315AB-1D0F-44AB-607C-DF2870E63D2D}"/>
                    </a:ext>
                  </a:extLst>
                </p14:cNvPr>
                <p14:cNvContentPartPr/>
                <p14:nvPr/>
              </p14:nvContentPartPr>
              <p14:xfrm>
                <a:off x="8315951" y="5085220"/>
                <a:ext cx="1053000" cy="720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9E6315AB-1D0F-44AB-607C-DF2870E63D2D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8297951" y="5067580"/>
                  <a:ext cx="1088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EB88BBCB-263C-F968-5E2E-C523849BA38B}"/>
                    </a:ext>
                  </a:extLst>
                </p14:cNvPr>
                <p14:cNvContentPartPr/>
                <p14:nvPr/>
              </p14:nvContentPartPr>
              <p14:xfrm>
                <a:off x="9328271" y="5116180"/>
                <a:ext cx="28440" cy="2793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EB88BBCB-263C-F968-5E2E-C523849BA38B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310631" y="5098180"/>
                  <a:ext cx="640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99DD3808-9164-4076-F8B9-052B16C17C8E}"/>
                    </a:ext>
                  </a:extLst>
                </p14:cNvPr>
                <p14:cNvContentPartPr/>
                <p14:nvPr/>
              </p14:nvContentPartPr>
              <p14:xfrm>
                <a:off x="9298391" y="5398780"/>
                <a:ext cx="84960" cy="198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99DD3808-9164-4076-F8B9-052B16C17C8E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280391" y="5381140"/>
                  <a:ext cx="1206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BE256735-911D-F5AC-E447-AD6EB4075840}"/>
                    </a:ext>
                  </a:extLst>
                </p14:cNvPr>
                <p14:cNvContentPartPr/>
                <p14:nvPr/>
              </p14:nvContentPartPr>
              <p14:xfrm>
                <a:off x="9367511" y="5618020"/>
                <a:ext cx="17640" cy="2869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BE256735-911D-F5AC-E447-AD6EB4075840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9349511" y="5600380"/>
                  <a:ext cx="532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C914A07-40BD-7A9C-47A8-3E1B003FFB00}"/>
                    </a:ext>
                  </a:extLst>
                </p14:cNvPr>
                <p14:cNvContentPartPr/>
                <p14:nvPr/>
              </p14:nvContentPartPr>
              <p14:xfrm>
                <a:off x="9330071" y="5934100"/>
                <a:ext cx="71640" cy="2253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C914A07-40BD-7A9C-47A8-3E1B003FFB00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312071" y="5916460"/>
                  <a:ext cx="107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34B6FDD2-7257-3BAE-3E4B-CD33B08269E5}"/>
                    </a:ext>
                  </a:extLst>
                </p14:cNvPr>
                <p14:cNvContentPartPr/>
                <p14:nvPr/>
              </p14:nvContentPartPr>
              <p14:xfrm>
                <a:off x="9395231" y="6165220"/>
                <a:ext cx="11520" cy="97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34B6FDD2-7257-3BAE-3E4B-CD33B08269E5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9377591" y="6147220"/>
                  <a:ext cx="47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5A38D7E-2CE9-A0A7-347B-75BAAC93ABC0}"/>
                    </a:ext>
                  </a:extLst>
                </p14:cNvPr>
                <p14:cNvContentPartPr/>
                <p14:nvPr/>
              </p14:nvContentPartPr>
              <p14:xfrm>
                <a:off x="9381911" y="6195460"/>
                <a:ext cx="35280" cy="3024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5A38D7E-2CE9-A0A7-347B-75BAAC93ABC0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364271" y="6177820"/>
                  <a:ext cx="709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A28C705-5150-AC2A-FABC-294F326D0E0D}"/>
                    </a:ext>
                  </a:extLst>
                </p14:cNvPr>
                <p14:cNvContentPartPr/>
                <p14:nvPr/>
              </p14:nvContentPartPr>
              <p14:xfrm>
                <a:off x="8153591" y="6463300"/>
                <a:ext cx="1269360" cy="457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A28C705-5150-AC2A-FABC-294F326D0E0D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8135951" y="6445660"/>
                  <a:ext cx="13050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71A9406-3D7D-4C5D-515A-BA1F4FC1F652}"/>
                    </a:ext>
                  </a:extLst>
                </p14:cNvPr>
                <p14:cNvContentPartPr/>
                <p14:nvPr/>
              </p14:nvContentPartPr>
              <p14:xfrm>
                <a:off x="9320711" y="5751220"/>
                <a:ext cx="828000" cy="630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71A9406-3D7D-4C5D-515A-BA1F4FC1F652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9302711" y="5733580"/>
                  <a:ext cx="8636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E3F65135-BE11-C0F4-DA54-FF487D5CE013}"/>
                    </a:ext>
                  </a:extLst>
                </p14:cNvPr>
                <p14:cNvContentPartPr/>
                <p14:nvPr/>
              </p14:nvContentPartPr>
              <p14:xfrm>
                <a:off x="9376871" y="6339100"/>
                <a:ext cx="881640" cy="1472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E3F65135-BE11-C0F4-DA54-FF487D5CE013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9358871" y="6321460"/>
                  <a:ext cx="917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73134B-E543-C302-1028-287654FCDE0F}"/>
                    </a:ext>
                  </a:extLst>
                </p14:cNvPr>
                <p14:cNvContentPartPr/>
                <p14:nvPr/>
              </p14:nvContentPartPr>
              <p14:xfrm>
                <a:off x="8462471" y="5486260"/>
                <a:ext cx="4680" cy="21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73134B-E543-C302-1028-287654FCDE0F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444831" y="5468260"/>
                  <a:ext cx="403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328C8163-05F5-E39C-CF77-FE0A62886C4E}"/>
                    </a:ext>
                  </a:extLst>
                </p14:cNvPr>
                <p14:cNvContentPartPr/>
                <p14:nvPr/>
              </p14:nvContentPartPr>
              <p14:xfrm>
                <a:off x="8408471" y="5326780"/>
                <a:ext cx="17640" cy="918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328C8163-05F5-E39C-CF77-FE0A62886C4E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390471" y="5309140"/>
                  <a:ext cx="532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78396D8C-5463-D275-0F72-F1DAA9F7C8C8}"/>
                    </a:ext>
                  </a:extLst>
                </p14:cNvPr>
                <p14:cNvContentPartPr/>
                <p14:nvPr/>
              </p14:nvContentPartPr>
              <p14:xfrm>
                <a:off x="8401631" y="5559340"/>
                <a:ext cx="17640" cy="666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78396D8C-5463-D275-0F72-F1DAA9F7C8C8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383991" y="5541700"/>
                  <a:ext cx="53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E704A7DF-5344-CA94-B5E2-540542F35D17}"/>
                    </a:ext>
                  </a:extLst>
                </p14:cNvPr>
                <p14:cNvContentPartPr/>
                <p14:nvPr/>
              </p14:nvContentPartPr>
              <p14:xfrm>
                <a:off x="8421791" y="5749420"/>
                <a:ext cx="5760" cy="1036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E704A7DF-5344-CA94-B5E2-540542F35D1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403791" y="5731420"/>
                  <a:ext cx="414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B000E0EE-2372-8BE1-CD73-3485A85DC7D5}"/>
                    </a:ext>
                  </a:extLst>
                </p14:cNvPr>
                <p14:cNvContentPartPr/>
                <p14:nvPr/>
              </p14:nvContentPartPr>
              <p14:xfrm>
                <a:off x="8414591" y="5930860"/>
                <a:ext cx="11520" cy="550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B000E0EE-2372-8BE1-CD73-3485A85DC7D5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396591" y="5913220"/>
                  <a:ext cx="471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9CC9451-697A-32BF-D984-3D65EEDA6FEC}"/>
                    </a:ext>
                  </a:extLst>
                </p14:cNvPr>
                <p14:cNvContentPartPr/>
                <p14:nvPr/>
              </p14:nvContentPartPr>
              <p14:xfrm>
                <a:off x="8411351" y="6026260"/>
                <a:ext cx="10440" cy="957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9CC9451-697A-32BF-D984-3D65EEDA6FEC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393711" y="6008620"/>
                  <a:ext cx="46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1C5745C-3363-A8C0-D034-2BFFB4DAD186}"/>
                    </a:ext>
                  </a:extLst>
                </p14:cNvPr>
                <p14:cNvContentPartPr/>
                <p14:nvPr/>
              </p14:nvContentPartPr>
              <p14:xfrm>
                <a:off x="8422151" y="5744020"/>
                <a:ext cx="9720" cy="1800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1C5745C-3363-A8C0-D034-2BFFB4DAD186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404511" y="5726020"/>
                  <a:ext cx="453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81C3F786-D8BE-4084-D392-3CEEFD79C7D5}"/>
                    </a:ext>
                  </a:extLst>
                </p14:cNvPr>
                <p14:cNvContentPartPr/>
                <p14:nvPr/>
              </p14:nvContentPartPr>
              <p14:xfrm>
                <a:off x="8246471" y="5265940"/>
                <a:ext cx="201600" cy="943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81C3F786-D8BE-4084-D392-3CEEFD79C7D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8228831" y="5247940"/>
                  <a:ext cx="237240" cy="9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785D7E8-C782-E539-AA8B-A6AF262C6794}"/>
                    </a:ext>
                  </a:extLst>
                </p14:cNvPr>
                <p14:cNvContentPartPr/>
                <p14:nvPr/>
              </p14:nvContentPartPr>
              <p14:xfrm>
                <a:off x="9526631" y="5290780"/>
                <a:ext cx="63360" cy="2300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785D7E8-C782-E539-AA8B-A6AF262C6794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508631" y="5273140"/>
                  <a:ext cx="990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735F4EF-51B7-9442-D888-A679CD958B8A}"/>
                    </a:ext>
                  </a:extLst>
                </p14:cNvPr>
                <p14:cNvContentPartPr/>
                <p14:nvPr/>
              </p14:nvContentPartPr>
              <p14:xfrm>
                <a:off x="9676751" y="5291500"/>
                <a:ext cx="66960" cy="1544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735F4EF-51B7-9442-D888-A679CD958B8A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659111" y="5273860"/>
                  <a:ext cx="102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CA9814D4-A7C3-1F6C-C5DA-B5D8A796BF63}"/>
                    </a:ext>
                  </a:extLst>
                </p14:cNvPr>
                <p14:cNvContentPartPr/>
                <p14:nvPr/>
              </p14:nvContentPartPr>
              <p14:xfrm>
                <a:off x="9749111" y="5274580"/>
                <a:ext cx="109800" cy="1008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CA9814D4-A7C3-1F6C-C5DA-B5D8A796BF63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731471" y="5256940"/>
                  <a:ext cx="1454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34D64E13-81C0-988F-2F58-E9ACF4E58FBB}"/>
                    </a:ext>
                  </a:extLst>
                </p14:cNvPr>
                <p14:cNvContentPartPr/>
                <p14:nvPr/>
              </p14:nvContentPartPr>
              <p14:xfrm>
                <a:off x="9622031" y="5961460"/>
                <a:ext cx="124200" cy="1900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34D64E13-81C0-988F-2F58-E9ACF4E58FB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604391" y="5943460"/>
                  <a:ext cx="159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E3A4F5F4-7A05-CD5E-C1A6-BAE8214D0A44}"/>
                    </a:ext>
                  </a:extLst>
                </p14:cNvPr>
                <p14:cNvContentPartPr/>
                <p14:nvPr/>
              </p14:nvContentPartPr>
              <p14:xfrm>
                <a:off x="9768191" y="6025900"/>
                <a:ext cx="23400" cy="1803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E3A4F5F4-7A05-CD5E-C1A6-BAE8214D0A44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750191" y="6008260"/>
                  <a:ext cx="590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A4885BF-B212-68B4-4703-58914266E21C}"/>
                    </a:ext>
                  </a:extLst>
                </p14:cNvPr>
                <p14:cNvContentPartPr/>
                <p14:nvPr/>
              </p14:nvContentPartPr>
              <p14:xfrm>
                <a:off x="9942431" y="5988460"/>
                <a:ext cx="26280" cy="1551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A4885BF-B212-68B4-4703-58914266E21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924791" y="5970820"/>
                  <a:ext cx="619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15DF15FB-832F-DFEA-CD48-8F4E11319BD7}"/>
                    </a:ext>
                  </a:extLst>
                </p14:cNvPr>
                <p14:cNvContentPartPr/>
                <p14:nvPr/>
              </p14:nvContentPartPr>
              <p14:xfrm>
                <a:off x="9982031" y="5979460"/>
                <a:ext cx="79560" cy="11952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15DF15FB-832F-DFEA-CD48-8F4E11319BD7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964391" y="5961820"/>
                  <a:ext cx="115200" cy="15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56223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1AD39-59C9-41B0-052A-6E4502640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2CB14-BED5-0CEF-723D-1E64BEEC14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FFA7848-41DD-C744-3ED9-3FB1553C0489}"/>
              </a:ext>
            </a:extLst>
          </p:cNvPr>
          <p:cNvGrpSpPr/>
          <p:nvPr/>
        </p:nvGrpSpPr>
        <p:grpSpPr>
          <a:xfrm>
            <a:off x="419351" y="574420"/>
            <a:ext cx="3342240" cy="2084400"/>
            <a:chOff x="419351" y="574420"/>
            <a:chExt cx="3342240" cy="20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9D5A539-98B2-435B-7FF9-6554F0FE7763}"/>
                    </a:ext>
                  </a:extLst>
                </p14:cNvPr>
                <p14:cNvContentPartPr/>
                <p14:nvPr/>
              </p14:nvContentPartPr>
              <p14:xfrm>
                <a:off x="887711" y="576940"/>
                <a:ext cx="138240" cy="1072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9D5A539-98B2-435B-7FF9-6554F0FE776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69758" y="558940"/>
                  <a:ext cx="173787" cy="11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C7F2429-E3AF-D1BB-5657-DD767CC706A8}"/>
                    </a:ext>
                  </a:extLst>
                </p14:cNvPr>
                <p14:cNvContentPartPr/>
                <p14:nvPr/>
              </p14:nvContentPartPr>
              <p14:xfrm>
                <a:off x="800951" y="1619140"/>
                <a:ext cx="542880" cy="77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C7F2429-E3AF-D1BB-5657-DD767CC706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2951" y="1601056"/>
                  <a:ext cx="578520" cy="1132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D9A4CF2-5117-2342-3120-436DB1469A75}"/>
                    </a:ext>
                  </a:extLst>
                </p14:cNvPr>
                <p14:cNvContentPartPr/>
                <p14:nvPr/>
              </p14:nvContentPartPr>
              <p14:xfrm>
                <a:off x="1043591" y="1809940"/>
                <a:ext cx="126360" cy="415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D9A4CF2-5117-2342-3120-436DB1469A7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5591" y="1791940"/>
                  <a:ext cx="16200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07D2520-60BB-9327-CA1F-5D25A81BD10F}"/>
                    </a:ext>
                  </a:extLst>
                </p14:cNvPr>
                <p14:cNvContentPartPr/>
                <p14:nvPr/>
              </p14:nvContentPartPr>
              <p14:xfrm>
                <a:off x="916151" y="574420"/>
                <a:ext cx="1398240" cy="359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07D2520-60BB-9327-CA1F-5D25A81BD1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8151" y="556438"/>
                  <a:ext cx="1433880" cy="3948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D75443F-B4C6-3341-DA4F-68F1D1805CBF}"/>
                    </a:ext>
                  </a:extLst>
                </p14:cNvPr>
                <p14:cNvContentPartPr/>
                <p14:nvPr/>
              </p14:nvContentPartPr>
              <p14:xfrm>
                <a:off x="2284151" y="974740"/>
                <a:ext cx="232920" cy="829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D75443F-B4C6-3341-DA4F-68F1D1805CB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66151" y="956732"/>
                  <a:ext cx="268560" cy="865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67F17B4-9BE0-D3D2-F005-4FAB48F7B58A}"/>
                    </a:ext>
                  </a:extLst>
                </p14:cNvPr>
                <p14:cNvContentPartPr/>
                <p14:nvPr/>
              </p14:nvContentPartPr>
              <p14:xfrm>
                <a:off x="1237271" y="1838740"/>
                <a:ext cx="1406160" cy="820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67F17B4-9BE0-D3D2-F005-4FAB48F7B58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19271" y="1820740"/>
                  <a:ext cx="144180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47D67B-6615-A404-B290-5DB184F49615}"/>
                    </a:ext>
                  </a:extLst>
                </p14:cNvPr>
                <p14:cNvContentPartPr/>
                <p14:nvPr/>
              </p14:nvContentPartPr>
              <p14:xfrm>
                <a:off x="1189031" y="2165260"/>
                <a:ext cx="91080" cy="4676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47D67B-6615-A404-B290-5DB184F4961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70960" y="2147260"/>
                  <a:ext cx="126861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E70836D-B12E-F12D-0103-2B04CBCFEAC4}"/>
                    </a:ext>
                  </a:extLst>
                </p14:cNvPr>
                <p14:cNvContentPartPr/>
                <p14:nvPr/>
              </p14:nvContentPartPr>
              <p14:xfrm>
                <a:off x="419351" y="1812460"/>
                <a:ext cx="63000" cy="264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E70836D-B12E-F12D-0103-2B04CBCFEAC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1453" y="1794435"/>
                  <a:ext cx="98438" cy="3002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4B2AE66-F37F-23FA-DF1A-E4C8807EC626}"/>
                    </a:ext>
                  </a:extLst>
                </p14:cNvPr>
                <p14:cNvContentPartPr/>
                <p14:nvPr/>
              </p14:nvContentPartPr>
              <p14:xfrm>
                <a:off x="550031" y="1894900"/>
                <a:ext cx="123480" cy="151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4B2AE66-F37F-23FA-DF1A-E4C8807EC62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2031" y="1876900"/>
                  <a:ext cx="159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C5000B4-3F4E-FB3F-4B5B-4A7E246F1BF9}"/>
                    </a:ext>
                  </a:extLst>
                </p14:cNvPr>
                <p14:cNvContentPartPr/>
                <p14:nvPr/>
              </p14:nvContentPartPr>
              <p14:xfrm>
                <a:off x="775391" y="1869700"/>
                <a:ext cx="152280" cy="133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C5000B4-3F4E-FB3F-4B5B-4A7E246F1BF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57391" y="1851700"/>
                  <a:ext cx="1879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85DF85C-1EB8-E0B7-87E9-E12EDEC53C75}"/>
                    </a:ext>
                  </a:extLst>
                </p14:cNvPr>
                <p14:cNvContentPartPr/>
                <p14:nvPr/>
              </p14:nvContentPartPr>
              <p14:xfrm>
                <a:off x="2629031" y="898060"/>
                <a:ext cx="89640" cy="21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85DF85C-1EB8-E0B7-87E9-E12EDEC53C7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11031" y="880060"/>
                  <a:ext cx="125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2EF1C8D-6045-7D3A-D45B-9CAFCD6A5B88}"/>
                    </a:ext>
                  </a:extLst>
                </p14:cNvPr>
                <p14:cNvContentPartPr/>
                <p14:nvPr/>
              </p14:nvContentPartPr>
              <p14:xfrm>
                <a:off x="2803271" y="917860"/>
                <a:ext cx="37800" cy="118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2EF1C8D-6045-7D3A-D45B-9CAFCD6A5B8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785271" y="899860"/>
                  <a:ext cx="734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11DEB5C-31ED-52E6-E27C-CA53C9D80F15}"/>
                    </a:ext>
                  </a:extLst>
                </p14:cNvPr>
                <p14:cNvContentPartPr/>
                <p14:nvPr/>
              </p14:nvContentPartPr>
              <p14:xfrm>
                <a:off x="2846111" y="911740"/>
                <a:ext cx="152640" cy="105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11DEB5C-31ED-52E6-E27C-CA53C9D80F1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28111" y="893740"/>
                  <a:ext cx="1882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72187C-2D62-8794-9311-6D0B80F5EFE8}"/>
                    </a:ext>
                  </a:extLst>
                </p14:cNvPr>
                <p14:cNvContentPartPr/>
                <p14:nvPr/>
              </p14:nvContentPartPr>
              <p14:xfrm>
                <a:off x="2818031" y="1763860"/>
                <a:ext cx="142560" cy="170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72187C-2D62-8794-9311-6D0B80F5EFE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00031" y="1745860"/>
                  <a:ext cx="17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CD0A89-4BC8-B273-EA33-E989A0E90A89}"/>
                    </a:ext>
                  </a:extLst>
                </p14:cNvPr>
                <p14:cNvContentPartPr/>
                <p14:nvPr/>
              </p14:nvContentPartPr>
              <p14:xfrm>
                <a:off x="2919911" y="1846300"/>
                <a:ext cx="58680" cy="19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CD0A89-4BC8-B273-EA33-E989A0E90A8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01911" y="1828334"/>
                  <a:ext cx="94320" cy="2278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B99034D-97D0-0406-B990-80C9FD2CE436}"/>
                    </a:ext>
                  </a:extLst>
                </p14:cNvPr>
                <p14:cNvContentPartPr/>
                <p14:nvPr/>
              </p14:nvContentPartPr>
              <p14:xfrm>
                <a:off x="3109271" y="1798420"/>
                <a:ext cx="55080" cy="155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B99034D-97D0-0406-B990-80C9FD2CE43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91271" y="1780420"/>
                  <a:ext cx="90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F5D9C41-767E-0F28-05AA-9E5C04788E98}"/>
                    </a:ext>
                  </a:extLst>
                </p14:cNvPr>
                <p14:cNvContentPartPr/>
                <p14:nvPr/>
              </p14:nvContentPartPr>
              <p14:xfrm>
                <a:off x="3153911" y="1843060"/>
                <a:ext cx="97560" cy="86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F5D9C41-767E-0F28-05AA-9E5C04788E9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35911" y="1825060"/>
                  <a:ext cx="1332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41699E4-59F8-65B6-8078-139E5A86C80F}"/>
                    </a:ext>
                  </a:extLst>
                </p14:cNvPr>
                <p14:cNvContentPartPr/>
                <p14:nvPr/>
              </p14:nvContentPartPr>
              <p14:xfrm>
                <a:off x="2454791" y="1492420"/>
                <a:ext cx="94320" cy="54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41699E4-59F8-65B6-8078-139E5A86C80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36722" y="1474538"/>
                  <a:ext cx="130097" cy="897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F134810-5195-6E79-7A20-752028F490BC}"/>
                    </a:ext>
                  </a:extLst>
                </p14:cNvPr>
                <p14:cNvContentPartPr/>
                <p14:nvPr/>
              </p14:nvContentPartPr>
              <p14:xfrm>
                <a:off x="2470631" y="1480180"/>
                <a:ext cx="837000" cy="43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F134810-5195-6E79-7A20-752028F490B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52631" y="1462180"/>
                  <a:ext cx="8726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BFA993C-AF99-A3FF-E887-3EED982B442B}"/>
                    </a:ext>
                  </a:extLst>
                </p14:cNvPr>
                <p14:cNvContentPartPr/>
                <p14:nvPr/>
              </p14:nvContentPartPr>
              <p14:xfrm>
                <a:off x="3270911" y="1470460"/>
                <a:ext cx="71640" cy="37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BFA993C-AF99-A3FF-E887-3EED982B442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52911" y="1452460"/>
                  <a:ext cx="1072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7880A8E-E911-0B5E-58E7-18E1CABAF242}"/>
                    </a:ext>
                  </a:extLst>
                </p14:cNvPr>
                <p14:cNvContentPartPr/>
                <p14:nvPr/>
              </p14:nvContentPartPr>
              <p14:xfrm>
                <a:off x="3292511" y="1142140"/>
                <a:ext cx="27360" cy="182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7880A8E-E911-0B5E-58E7-18E1CABAF24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274511" y="1124140"/>
                  <a:ext cx="630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6006365-9C17-0F94-2BCA-3A942D4355E5}"/>
                    </a:ext>
                  </a:extLst>
                </p14:cNvPr>
                <p14:cNvContentPartPr/>
                <p14:nvPr/>
              </p14:nvContentPartPr>
              <p14:xfrm>
                <a:off x="3306191" y="1156180"/>
                <a:ext cx="156600" cy="148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6006365-9C17-0F94-2BCA-3A942D4355E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288150" y="1138180"/>
                  <a:ext cx="192322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C7DD3F3-C90E-5DD9-F4F2-CB10B26BBA7F}"/>
                    </a:ext>
                  </a:extLst>
                </p14:cNvPr>
                <p14:cNvContentPartPr/>
                <p14:nvPr/>
              </p14:nvContentPartPr>
              <p14:xfrm>
                <a:off x="3313031" y="1232140"/>
                <a:ext cx="94680" cy="50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C7DD3F3-C90E-5DD9-F4F2-CB10B26BBA7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95031" y="1214140"/>
                  <a:ext cx="1303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7CEBAA6-3174-0D7F-791F-7DE174AEEE98}"/>
                    </a:ext>
                  </a:extLst>
                </p14:cNvPr>
                <p14:cNvContentPartPr/>
                <p14:nvPr/>
              </p14:nvContentPartPr>
              <p14:xfrm>
                <a:off x="2688071" y="2355700"/>
                <a:ext cx="735840" cy="96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7CEBAA6-3174-0D7F-791F-7DE174AEEE9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70071" y="2337700"/>
                  <a:ext cx="771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8843EEC-99EB-D8C6-6966-243970B10A71}"/>
                    </a:ext>
                  </a:extLst>
                </p14:cNvPr>
                <p14:cNvContentPartPr/>
                <p14:nvPr/>
              </p14:nvContentPartPr>
              <p14:xfrm>
                <a:off x="3555671" y="2402860"/>
                <a:ext cx="43920" cy="216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8843EEC-99EB-D8C6-6966-243970B10A7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537671" y="2384860"/>
                  <a:ext cx="795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CA95729-4693-2D5D-422A-E0A7C7EF724F}"/>
                    </a:ext>
                  </a:extLst>
                </p14:cNvPr>
                <p14:cNvContentPartPr/>
                <p14:nvPr/>
              </p14:nvContentPartPr>
              <p14:xfrm>
                <a:off x="3587711" y="2402140"/>
                <a:ext cx="173880" cy="2174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CA95729-4693-2D5D-422A-E0A7C7EF724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69748" y="2384140"/>
                  <a:ext cx="209446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1384E7D-2BF8-7C17-E408-F4373BF64D0D}"/>
                    </a:ext>
                  </a:extLst>
                </p14:cNvPr>
                <p14:cNvContentPartPr/>
                <p14:nvPr/>
              </p14:nvContentPartPr>
              <p14:xfrm>
                <a:off x="3305831" y="1467940"/>
                <a:ext cx="54000" cy="51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1384E7D-2BF8-7C17-E408-F4373BF64D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87831" y="1449940"/>
                  <a:ext cx="8964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50BFCC9-7B60-BF80-832D-029647BCA355}"/>
              </a:ext>
            </a:extLst>
          </p:cNvPr>
          <p:cNvGrpSpPr/>
          <p:nvPr/>
        </p:nvGrpSpPr>
        <p:grpSpPr>
          <a:xfrm>
            <a:off x="4110431" y="430780"/>
            <a:ext cx="838080" cy="296280"/>
            <a:chOff x="4110431" y="430780"/>
            <a:chExt cx="83808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0639169-21B8-F24F-3EAD-8114DCE8056A}"/>
                    </a:ext>
                  </a:extLst>
                </p14:cNvPr>
                <p14:cNvContentPartPr/>
                <p14:nvPr/>
              </p14:nvContentPartPr>
              <p14:xfrm>
                <a:off x="4110431" y="430780"/>
                <a:ext cx="36360" cy="296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0639169-21B8-F24F-3EAD-8114DCE8056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092251" y="412780"/>
                  <a:ext cx="72356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16E9BD1-19E1-44AA-49CB-6187CFB04295}"/>
                    </a:ext>
                  </a:extLst>
                </p14:cNvPr>
                <p14:cNvContentPartPr/>
                <p14:nvPr/>
              </p14:nvContentPartPr>
              <p14:xfrm>
                <a:off x="4175231" y="479380"/>
                <a:ext cx="216720" cy="207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16E9BD1-19E1-44AA-49CB-6187CFB0429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157201" y="461380"/>
                  <a:ext cx="252419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916F542-25CD-5687-B01A-4835B514B85D}"/>
                    </a:ext>
                  </a:extLst>
                </p14:cNvPr>
                <p14:cNvContentPartPr/>
                <p14:nvPr/>
              </p14:nvContentPartPr>
              <p14:xfrm>
                <a:off x="4476911" y="602860"/>
                <a:ext cx="128880" cy="110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916F542-25CD-5687-B01A-4835B514B8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58861" y="584918"/>
                  <a:ext cx="164620" cy="1460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A2A5AD5-F84D-E8B6-37F4-C585CA2D454A}"/>
                    </a:ext>
                  </a:extLst>
                </p14:cNvPr>
                <p14:cNvContentPartPr/>
                <p14:nvPr/>
              </p14:nvContentPartPr>
              <p14:xfrm>
                <a:off x="4684631" y="587020"/>
                <a:ext cx="72720" cy="128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A2A5AD5-F84D-E8B6-37F4-C585CA2D454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66631" y="569020"/>
                  <a:ext cx="108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0FBAF5D-B96E-94EC-5D3E-C3B37A976E4A}"/>
                    </a:ext>
                  </a:extLst>
                </p14:cNvPr>
                <p14:cNvContentPartPr/>
                <p14:nvPr/>
              </p14:nvContentPartPr>
              <p14:xfrm>
                <a:off x="4842311" y="453100"/>
                <a:ext cx="106200" cy="251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0FBAF5D-B96E-94EC-5D3E-C3B37A976E4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824311" y="435100"/>
                  <a:ext cx="141840" cy="28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7BDE74A-A8E7-3595-5689-AA9F48DEDD36}"/>
              </a:ext>
            </a:extLst>
          </p:cNvPr>
          <p:cNvGrpSpPr/>
          <p:nvPr/>
        </p:nvGrpSpPr>
        <p:grpSpPr>
          <a:xfrm>
            <a:off x="5209511" y="461020"/>
            <a:ext cx="340560" cy="227880"/>
            <a:chOff x="5209511" y="461020"/>
            <a:chExt cx="340560" cy="22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D35B9F1-1E9B-2A6A-3BEF-0E59C9085444}"/>
                    </a:ext>
                  </a:extLst>
                </p14:cNvPr>
                <p14:cNvContentPartPr/>
                <p14:nvPr/>
              </p14:nvContentPartPr>
              <p14:xfrm>
                <a:off x="5310671" y="461020"/>
                <a:ext cx="32400" cy="211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D35B9F1-1E9B-2A6A-3BEF-0E59C908544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292671" y="443020"/>
                  <a:ext cx="680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1309308-5AA6-BCEB-7773-95954003B1AA}"/>
                    </a:ext>
                  </a:extLst>
                </p14:cNvPr>
                <p14:cNvContentPartPr/>
                <p14:nvPr/>
              </p14:nvContentPartPr>
              <p14:xfrm>
                <a:off x="5209511" y="551020"/>
                <a:ext cx="340560" cy="137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1309308-5AA6-BCEB-7773-95954003B1A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191530" y="533020"/>
                  <a:ext cx="376162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ACC9C8-63F3-9CEF-64E1-A51D0D2CA3DF}"/>
              </a:ext>
            </a:extLst>
          </p:cNvPr>
          <p:cNvGrpSpPr/>
          <p:nvPr/>
        </p:nvGrpSpPr>
        <p:grpSpPr>
          <a:xfrm>
            <a:off x="4241471" y="1022980"/>
            <a:ext cx="1447200" cy="342000"/>
            <a:chOff x="4241471" y="1022980"/>
            <a:chExt cx="144720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225F6AC-C989-F93F-A8B5-CE06F0B79355}"/>
                    </a:ext>
                  </a:extLst>
                </p14:cNvPr>
                <p14:cNvContentPartPr/>
                <p14:nvPr/>
              </p14:nvContentPartPr>
              <p14:xfrm>
                <a:off x="4241471" y="1175620"/>
                <a:ext cx="97200" cy="189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225F6AC-C989-F93F-A8B5-CE06F0B793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23404" y="1157620"/>
                  <a:ext cx="132972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9573324-5CA7-495B-11EF-0154FAA6B646}"/>
                    </a:ext>
                  </a:extLst>
                </p14:cNvPr>
                <p14:cNvContentPartPr/>
                <p14:nvPr/>
              </p14:nvContentPartPr>
              <p14:xfrm>
                <a:off x="4448831" y="1232860"/>
                <a:ext cx="113040" cy="114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9573324-5CA7-495B-11EF-0154FAA6B64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430773" y="1214860"/>
                  <a:ext cx="148794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7B79F1E-D62F-86D9-83C5-CB2EB926430A}"/>
                    </a:ext>
                  </a:extLst>
                </p14:cNvPr>
                <p14:cNvContentPartPr/>
                <p14:nvPr/>
              </p14:nvContentPartPr>
              <p14:xfrm>
                <a:off x="4633871" y="1196500"/>
                <a:ext cx="222480" cy="110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7B79F1E-D62F-86D9-83C5-CB2EB926430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15842" y="1178500"/>
                  <a:ext cx="258178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C949DEE-54F2-AA5C-1343-18017D138FF5}"/>
                    </a:ext>
                  </a:extLst>
                </p14:cNvPr>
                <p14:cNvContentPartPr/>
                <p14:nvPr/>
              </p14:nvContentPartPr>
              <p14:xfrm>
                <a:off x="4965431" y="1149700"/>
                <a:ext cx="106560" cy="141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C949DEE-54F2-AA5C-1343-18017D138FF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47431" y="1131654"/>
                  <a:ext cx="142200" cy="1775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715F1C-4127-798C-0B83-FEC79D3FCD78}"/>
                    </a:ext>
                  </a:extLst>
                </p14:cNvPr>
                <p14:cNvContentPartPr/>
                <p14:nvPr/>
              </p14:nvContentPartPr>
              <p14:xfrm>
                <a:off x="5122391" y="1118380"/>
                <a:ext cx="319680" cy="160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715F1C-4127-798C-0B83-FEC79D3FCD7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04371" y="1100340"/>
                  <a:ext cx="355360" cy="1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03A2F5A-9813-FE8E-6DFD-AD170332E2A2}"/>
                    </a:ext>
                  </a:extLst>
                </p14:cNvPr>
                <p14:cNvContentPartPr/>
                <p14:nvPr/>
              </p14:nvContentPartPr>
              <p14:xfrm>
                <a:off x="5553311" y="1022980"/>
                <a:ext cx="81360" cy="256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03A2F5A-9813-FE8E-6DFD-AD170332E2A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535311" y="1004980"/>
                  <a:ext cx="1170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1B8D99A-74E9-F896-9A39-4F0451AF16BD}"/>
                    </a:ext>
                  </a:extLst>
                </p14:cNvPr>
                <p14:cNvContentPartPr/>
                <p14:nvPr/>
              </p14:nvContentPartPr>
              <p14:xfrm>
                <a:off x="5562671" y="1119820"/>
                <a:ext cx="126000" cy="52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1B8D99A-74E9-F896-9A39-4F0451AF16B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44671" y="1101820"/>
                  <a:ext cx="1616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4E910A5-390A-F0AC-10DA-CD667236E2C9}"/>
              </a:ext>
            </a:extLst>
          </p:cNvPr>
          <p:cNvGrpSpPr/>
          <p:nvPr/>
        </p:nvGrpSpPr>
        <p:grpSpPr>
          <a:xfrm>
            <a:off x="4475471" y="1745140"/>
            <a:ext cx="371160" cy="214200"/>
            <a:chOff x="4475471" y="1745140"/>
            <a:chExt cx="37116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073EEF8-8669-E3D6-5653-49516761A2E8}"/>
                    </a:ext>
                  </a:extLst>
                </p14:cNvPr>
                <p14:cNvContentPartPr/>
                <p14:nvPr/>
              </p14:nvContentPartPr>
              <p14:xfrm>
                <a:off x="4563671" y="1745140"/>
                <a:ext cx="43560" cy="214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073EEF8-8669-E3D6-5653-49516761A2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45671" y="1727170"/>
                  <a:ext cx="79200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1915CC3-67FA-46B9-503A-98111597F850}"/>
                    </a:ext>
                  </a:extLst>
                </p14:cNvPr>
                <p14:cNvContentPartPr/>
                <p14:nvPr/>
              </p14:nvContentPartPr>
              <p14:xfrm>
                <a:off x="4475471" y="1834780"/>
                <a:ext cx="219240" cy="60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1915CC3-67FA-46B9-503A-98111597F85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457471" y="1816780"/>
                  <a:ext cx="2548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BB43DE-E6BA-A7F9-5A92-ECE9B114CBA1}"/>
                    </a:ext>
                  </a:extLst>
                </p14:cNvPr>
                <p14:cNvContentPartPr/>
                <p14:nvPr/>
              </p14:nvContentPartPr>
              <p14:xfrm>
                <a:off x="4750511" y="1769980"/>
                <a:ext cx="96120" cy="109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BB43DE-E6BA-A7F9-5A92-ECE9B114CBA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732511" y="1752039"/>
                  <a:ext cx="131760" cy="14532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A010A5A-C13A-48C9-0F4F-B852B8622031}"/>
              </a:ext>
            </a:extLst>
          </p:cNvPr>
          <p:cNvGrpSpPr/>
          <p:nvPr/>
        </p:nvGrpSpPr>
        <p:grpSpPr>
          <a:xfrm>
            <a:off x="5142191" y="1564420"/>
            <a:ext cx="1387800" cy="345240"/>
            <a:chOff x="5142191" y="1564420"/>
            <a:chExt cx="138780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690E397-E9CA-3FE6-C9AC-79DD6E8A676C}"/>
                    </a:ext>
                  </a:extLst>
                </p14:cNvPr>
                <p14:cNvContentPartPr/>
                <p14:nvPr/>
              </p14:nvContentPartPr>
              <p14:xfrm>
                <a:off x="5242991" y="1624900"/>
                <a:ext cx="20520" cy="136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690E397-E9CA-3FE6-C9AC-79DD6E8A676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24991" y="1606900"/>
                  <a:ext cx="56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2AE1C9D-60F3-BB4F-08CE-4149A0D61A7E}"/>
                    </a:ext>
                  </a:extLst>
                </p14:cNvPr>
                <p14:cNvContentPartPr/>
                <p14:nvPr/>
              </p14:nvContentPartPr>
              <p14:xfrm>
                <a:off x="5235431" y="1659460"/>
                <a:ext cx="30240" cy="250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2AE1C9D-60F3-BB4F-08CE-4149A0D61A7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217431" y="1641460"/>
                  <a:ext cx="658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46D5B38-E5F3-D3E9-1F1C-AAB2DA3CFAB5}"/>
                    </a:ext>
                  </a:extLst>
                </p14:cNvPr>
                <p14:cNvContentPartPr/>
                <p14:nvPr/>
              </p14:nvContentPartPr>
              <p14:xfrm>
                <a:off x="5142191" y="1711660"/>
                <a:ext cx="356400" cy="165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46D5B38-E5F3-D3E9-1F1C-AAB2DA3CFAB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24191" y="1693660"/>
                  <a:ext cx="392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565C3F8-EB1B-7BF4-8131-94477E817349}"/>
                    </a:ext>
                  </a:extLst>
                </p14:cNvPr>
                <p14:cNvContentPartPr/>
                <p14:nvPr/>
              </p14:nvContentPartPr>
              <p14:xfrm>
                <a:off x="5560151" y="1749820"/>
                <a:ext cx="96480" cy="137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565C3F8-EB1B-7BF4-8131-94477E81734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542084" y="1731820"/>
                  <a:ext cx="132253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937FF27-896F-70EF-DFB1-9F232B2003F4}"/>
                    </a:ext>
                  </a:extLst>
                </p14:cNvPr>
                <p14:cNvContentPartPr/>
                <p14:nvPr/>
              </p14:nvContentPartPr>
              <p14:xfrm>
                <a:off x="5692991" y="1737940"/>
                <a:ext cx="141120" cy="131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937FF27-896F-70EF-DFB1-9F232B2003F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74945" y="1719940"/>
                  <a:ext cx="176851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5702A50-7A3F-576A-46B0-450AE1A77180}"/>
                    </a:ext>
                  </a:extLst>
                </p14:cNvPr>
                <p14:cNvContentPartPr/>
                <p14:nvPr/>
              </p14:nvContentPartPr>
              <p14:xfrm>
                <a:off x="5871191" y="1701940"/>
                <a:ext cx="360360" cy="140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5702A50-7A3F-576A-46B0-450AE1A7718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853209" y="1683940"/>
                  <a:ext cx="395964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0039FED-1B6D-0865-3CD8-71051565A706}"/>
                    </a:ext>
                  </a:extLst>
                </p14:cNvPr>
                <p14:cNvContentPartPr/>
                <p14:nvPr/>
              </p14:nvContentPartPr>
              <p14:xfrm>
                <a:off x="6274391" y="1670980"/>
                <a:ext cx="26640" cy="55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0039FED-1B6D-0865-3CD8-71051565A70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256391" y="1652980"/>
                  <a:ext cx="622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473DFB0-B191-5601-D02B-59E351522801}"/>
                    </a:ext>
                  </a:extLst>
                </p14:cNvPr>
                <p14:cNvContentPartPr/>
                <p14:nvPr/>
              </p14:nvContentPartPr>
              <p14:xfrm>
                <a:off x="6275111" y="1564420"/>
                <a:ext cx="11160" cy="16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473DFB0-B191-5601-D02B-59E3515228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257111" y="1546420"/>
                  <a:ext cx="468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343515D-2C8A-681B-494C-A69C6D601420}"/>
                    </a:ext>
                  </a:extLst>
                </p14:cNvPr>
                <p14:cNvContentPartPr/>
                <p14:nvPr/>
              </p14:nvContentPartPr>
              <p14:xfrm>
                <a:off x="6365831" y="1696900"/>
                <a:ext cx="164160" cy="70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343515D-2C8A-681B-494C-A69C6D60142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47831" y="1678900"/>
                  <a:ext cx="19980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FAE0B260-4CF2-C0C4-57CD-FA3F3BA5807C}"/>
              </a:ext>
            </a:extLst>
          </p:cNvPr>
          <p:cNvGrpSpPr/>
          <p:nvPr/>
        </p:nvGrpSpPr>
        <p:grpSpPr>
          <a:xfrm>
            <a:off x="4562951" y="2270380"/>
            <a:ext cx="631440" cy="203400"/>
            <a:chOff x="4562951" y="2270380"/>
            <a:chExt cx="63144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6F1140D-5C15-4F7B-08E9-D000A4BBC00F}"/>
                    </a:ext>
                  </a:extLst>
                </p14:cNvPr>
                <p14:cNvContentPartPr/>
                <p14:nvPr/>
              </p14:nvContentPartPr>
              <p14:xfrm>
                <a:off x="4562951" y="2270380"/>
                <a:ext cx="172080" cy="115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6F1140D-5C15-4F7B-08E9-D000A4BBC00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544951" y="2252436"/>
                  <a:ext cx="207720" cy="1510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6BD0E9-D116-F80C-CD52-3771C6DA13AD}"/>
                    </a:ext>
                  </a:extLst>
                </p14:cNvPr>
                <p14:cNvContentPartPr/>
                <p14:nvPr/>
              </p14:nvContentPartPr>
              <p14:xfrm>
                <a:off x="4844471" y="2285500"/>
                <a:ext cx="205920" cy="1882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6BD0E9-D116-F80C-CD52-3771C6DA13A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826502" y="2267500"/>
                  <a:ext cx="241498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9D47189-28DD-613F-E309-0D9259D954DB}"/>
                    </a:ext>
                  </a:extLst>
                </p14:cNvPr>
                <p14:cNvContentPartPr/>
                <p14:nvPr/>
              </p14:nvContentPartPr>
              <p14:xfrm>
                <a:off x="5162351" y="2325100"/>
                <a:ext cx="32040" cy="15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9D47189-28DD-613F-E309-0D9259D954D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144351" y="2307100"/>
                  <a:ext cx="67680" cy="5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67A5707-3C6A-C62F-0E39-5271D0BFEC7B}"/>
              </a:ext>
            </a:extLst>
          </p:cNvPr>
          <p:cNvGrpSpPr/>
          <p:nvPr/>
        </p:nvGrpSpPr>
        <p:grpSpPr>
          <a:xfrm>
            <a:off x="5418311" y="2033860"/>
            <a:ext cx="1107360" cy="352800"/>
            <a:chOff x="5418311" y="2033860"/>
            <a:chExt cx="1107360" cy="3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62C1273-6909-AB47-2FD4-86FA801B7C94}"/>
                    </a:ext>
                  </a:extLst>
                </p14:cNvPr>
                <p14:cNvContentPartPr/>
                <p14:nvPr/>
              </p14:nvContentPartPr>
              <p14:xfrm>
                <a:off x="5418311" y="2199100"/>
                <a:ext cx="237600" cy="187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62C1273-6909-AB47-2FD4-86FA801B7C9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400338" y="2181100"/>
                  <a:ext cx="273186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748E6DC-1C57-277A-A968-7CBDBD233280}"/>
                    </a:ext>
                  </a:extLst>
                </p14:cNvPr>
                <p14:cNvContentPartPr/>
                <p14:nvPr/>
              </p14:nvContentPartPr>
              <p14:xfrm>
                <a:off x="5653031" y="2148700"/>
                <a:ext cx="15120" cy="6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748E6DC-1C57-277A-A968-7CBDBD23328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35031" y="2130700"/>
                  <a:ext cx="507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CF35A1A-7881-2C1A-1E89-47D4AAF657F0}"/>
                    </a:ext>
                  </a:extLst>
                </p14:cNvPr>
                <p14:cNvContentPartPr/>
                <p14:nvPr/>
              </p14:nvContentPartPr>
              <p14:xfrm>
                <a:off x="5726471" y="2235460"/>
                <a:ext cx="71640" cy="81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CF35A1A-7881-2C1A-1E89-47D4AAF657F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08471" y="2217460"/>
                  <a:ext cx="107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80EC828-A60F-6B93-CB62-F4BC67C0E6CB}"/>
                    </a:ext>
                  </a:extLst>
                </p14:cNvPr>
                <p14:cNvContentPartPr/>
                <p14:nvPr/>
              </p14:nvContentPartPr>
              <p14:xfrm>
                <a:off x="5887391" y="2231140"/>
                <a:ext cx="244440" cy="80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80EC828-A60F-6B93-CB62-F4BC67C0E6C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869364" y="2213059"/>
                  <a:ext cx="280133" cy="1160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4D1B96B-3E47-B8BE-722D-AD3CF7590553}"/>
                    </a:ext>
                  </a:extLst>
                </p14:cNvPr>
                <p14:cNvContentPartPr/>
                <p14:nvPr/>
              </p14:nvContentPartPr>
              <p14:xfrm>
                <a:off x="6238751" y="2143660"/>
                <a:ext cx="34200" cy="72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4D1B96B-3E47-B8BE-722D-AD3CF759055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220751" y="2125749"/>
                  <a:ext cx="69840" cy="1081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1E4C767-8721-95CA-D490-741E945ED60A}"/>
                    </a:ext>
                  </a:extLst>
                </p14:cNvPr>
                <p14:cNvContentPartPr/>
                <p14:nvPr/>
              </p14:nvContentPartPr>
              <p14:xfrm>
                <a:off x="6234791" y="2036020"/>
                <a:ext cx="4680" cy="34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1E4C767-8721-95CA-D490-741E945ED60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16791" y="2018020"/>
                  <a:ext cx="403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8E0CE7-28EC-DB6F-3D5A-AA527B74DF8C}"/>
                    </a:ext>
                  </a:extLst>
                </p14:cNvPr>
                <p14:cNvContentPartPr/>
                <p14:nvPr/>
              </p14:nvContentPartPr>
              <p14:xfrm>
                <a:off x="6363671" y="2033860"/>
                <a:ext cx="74160" cy="179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8E0CE7-28EC-DB6F-3D5A-AA527B74DF8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45671" y="2015860"/>
                  <a:ext cx="1098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F6DB6DC-66A4-5DF4-6081-AC79ED6B07EE}"/>
                    </a:ext>
                  </a:extLst>
                </p14:cNvPr>
                <p14:cNvContentPartPr/>
                <p14:nvPr/>
              </p14:nvContentPartPr>
              <p14:xfrm>
                <a:off x="6379151" y="2121340"/>
                <a:ext cx="146520" cy="208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F6DB6DC-66A4-5DF4-6081-AC79ED6B07E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61151" y="2103340"/>
                  <a:ext cx="18216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EA7BDB0-D759-1605-98A6-199AD290C8A2}"/>
              </a:ext>
            </a:extLst>
          </p:cNvPr>
          <p:cNvGrpSpPr/>
          <p:nvPr/>
        </p:nvGrpSpPr>
        <p:grpSpPr>
          <a:xfrm>
            <a:off x="7277351" y="519700"/>
            <a:ext cx="1982160" cy="800280"/>
            <a:chOff x="7277351" y="519700"/>
            <a:chExt cx="1982160" cy="80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01832DB-8268-930D-C490-24E8E295C64D}"/>
                    </a:ext>
                  </a:extLst>
                </p14:cNvPr>
                <p14:cNvContentPartPr/>
                <p14:nvPr/>
              </p14:nvContentPartPr>
              <p14:xfrm>
                <a:off x="7417391" y="576220"/>
                <a:ext cx="115920" cy="704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01832DB-8268-930D-C490-24E8E295C64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399391" y="558220"/>
                  <a:ext cx="15156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72B6E32-FD2E-D052-A1D2-5739B5C44E34}"/>
                    </a:ext>
                  </a:extLst>
                </p14:cNvPr>
                <p14:cNvContentPartPr/>
                <p14:nvPr/>
              </p14:nvContentPartPr>
              <p14:xfrm>
                <a:off x="7277351" y="1277860"/>
                <a:ext cx="525960" cy="42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72B6E32-FD2E-D052-A1D2-5739B5C44E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259363" y="1259860"/>
                  <a:ext cx="561576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C166898-25AF-6954-F9FA-68831F5ADBC4}"/>
                    </a:ext>
                  </a:extLst>
                </p14:cNvPr>
                <p14:cNvContentPartPr/>
                <p14:nvPr/>
              </p14:nvContentPartPr>
              <p14:xfrm>
                <a:off x="7389671" y="601420"/>
                <a:ext cx="889920" cy="36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C166898-25AF-6954-F9FA-68831F5ADBC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371671" y="583240"/>
                  <a:ext cx="925560" cy="72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EE1A34A-F831-0D34-9EE3-DE67B85EC3A6}"/>
                    </a:ext>
                  </a:extLst>
                </p14:cNvPr>
                <p14:cNvContentPartPr/>
                <p14:nvPr/>
              </p14:nvContentPartPr>
              <p14:xfrm>
                <a:off x="8258351" y="562180"/>
                <a:ext cx="389520" cy="1270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EE1A34A-F831-0D34-9EE3-DE67B85EC3A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240351" y="544180"/>
                  <a:ext cx="4251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8A316D3-0A57-3531-E35B-B6F0D40D7CFA}"/>
                    </a:ext>
                  </a:extLst>
                </p14:cNvPr>
                <p14:cNvContentPartPr/>
                <p14:nvPr/>
              </p14:nvContentPartPr>
              <p14:xfrm>
                <a:off x="8633831" y="519700"/>
                <a:ext cx="625680" cy="129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8A316D3-0A57-3531-E35B-B6F0D40D7CF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615831" y="501700"/>
                  <a:ext cx="66132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5EC0F73-2047-17C7-3A4F-8D35C4F4EF68}"/>
              </a:ext>
            </a:extLst>
          </p:cNvPr>
          <p:cNvGrpSpPr/>
          <p:nvPr/>
        </p:nvGrpSpPr>
        <p:grpSpPr>
          <a:xfrm>
            <a:off x="8308751" y="183460"/>
            <a:ext cx="1273320" cy="227880"/>
            <a:chOff x="8308751" y="183460"/>
            <a:chExt cx="1273320" cy="22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24F5EB7-0602-3896-68F8-EA7650F61BDC}"/>
                    </a:ext>
                  </a:extLst>
                </p14:cNvPr>
                <p14:cNvContentPartPr/>
                <p14:nvPr/>
              </p14:nvContentPartPr>
              <p14:xfrm>
                <a:off x="8312351" y="248260"/>
                <a:ext cx="52200" cy="1630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24F5EB7-0602-3896-68F8-EA7650F61BD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94226" y="230260"/>
                  <a:ext cx="88088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668672A-8E2F-0BE6-B581-6D2DBE56512F}"/>
                    </a:ext>
                  </a:extLst>
                </p14:cNvPr>
                <p14:cNvContentPartPr/>
                <p14:nvPr/>
              </p14:nvContentPartPr>
              <p14:xfrm>
                <a:off x="8308751" y="183460"/>
                <a:ext cx="181440" cy="131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668672A-8E2F-0BE6-B581-6D2DBE56512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290751" y="165411"/>
                  <a:ext cx="217080" cy="1671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B168165-473A-A3F3-6D29-36678A93795A}"/>
                    </a:ext>
                  </a:extLst>
                </p14:cNvPr>
                <p14:cNvContentPartPr/>
                <p14:nvPr/>
              </p14:nvContentPartPr>
              <p14:xfrm>
                <a:off x="8587031" y="225220"/>
                <a:ext cx="59760" cy="150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B168165-473A-A3F3-6D29-36678A93795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69031" y="207220"/>
                  <a:ext cx="95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76C4FAC-D980-28C0-9D7B-1949ADE38568}"/>
                    </a:ext>
                  </a:extLst>
                </p14:cNvPr>
                <p14:cNvContentPartPr/>
                <p14:nvPr/>
              </p14:nvContentPartPr>
              <p14:xfrm>
                <a:off x="8573711" y="287860"/>
                <a:ext cx="277560" cy="882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76C4FAC-D980-28C0-9D7B-1949ADE3856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555688" y="269860"/>
                  <a:ext cx="313246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A32BE0-6A16-EC08-DFB1-A603379C397A}"/>
                    </a:ext>
                  </a:extLst>
                </p14:cNvPr>
                <p14:cNvContentPartPr/>
                <p14:nvPr/>
              </p14:nvContentPartPr>
              <p14:xfrm>
                <a:off x="8917151" y="288580"/>
                <a:ext cx="71280" cy="80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A32BE0-6A16-EC08-DFB1-A603379C397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899060" y="270580"/>
                  <a:ext cx="107101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7CE9B9-3553-2348-162C-27F4A2CEEE7B}"/>
                    </a:ext>
                  </a:extLst>
                </p14:cNvPr>
                <p14:cNvContentPartPr/>
                <p14:nvPr/>
              </p14:nvContentPartPr>
              <p14:xfrm>
                <a:off x="9070151" y="274900"/>
                <a:ext cx="101880" cy="87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7CE9B9-3553-2348-162C-27F4A2CEEE7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2214" y="256900"/>
                  <a:ext cx="137395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6A48B4E-274D-3829-ACF3-875BECB93CDD}"/>
                    </a:ext>
                  </a:extLst>
                </p14:cNvPr>
                <p14:cNvContentPartPr/>
                <p14:nvPr/>
              </p14:nvContentPartPr>
              <p14:xfrm>
                <a:off x="9339791" y="225940"/>
                <a:ext cx="56520" cy="21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6A48B4E-274D-3829-ACF3-875BECB93CD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321791" y="207940"/>
                  <a:ext cx="921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3F1583C-E088-4F13-2376-5664CB56DAA4}"/>
                    </a:ext>
                  </a:extLst>
                </p14:cNvPr>
                <p14:cNvContentPartPr/>
                <p14:nvPr/>
              </p14:nvContentPartPr>
              <p14:xfrm>
                <a:off x="9373271" y="313420"/>
                <a:ext cx="50040" cy="72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3F1583C-E088-4F13-2376-5664CB56DAA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355271" y="295420"/>
                  <a:ext cx="856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786381E-C433-DE47-5283-A696356EF3B3}"/>
                    </a:ext>
                  </a:extLst>
                </p14:cNvPr>
                <p14:cNvContentPartPr/>
                <p14:nvPr/>
              </p14:nvContentPartPr>
              <p14:xfrm>
                <a:off x="9461111" y="201100"/>
                <a:ext cx="84600" cy="110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786381E-C433-DE47-5283-A696356EF3B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443034" y="183100"/>
                  <a:ext cx="120392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55A68DD-D84A-FE67-DC0D-E5031458FF7D}"/>
                    </a:ext>
                  </a:extLst>
                </p14:cNvPr>
                <p14:cNvContentPartPr/>
                <p14:nvPr/>
              </p14:nvContentPartPr>
              <p14:xfrm>
                <a:off x="9567311" y="378580"/>
                <a:ext cx="14760" cy="75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55A68DD-D84A-FE67-DC0D-E5031458FF7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48861" y="361398"/>
                  <a:ext cx="51291" cy="415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35FC839-E14B-6DA9-2DCF-C944B2BC0A91}"/>
              </a:ext>
            </a:extLst>
          </p:cNvPr>
          <p:cNvGrpSpPr/>
          <p:nvPr/>
        </p:nvGrpSpPr>
        <p:grpSpPr>
          <a:xfrm>
            <a:off x="7538351" y="1422220"/>
            <a:ext cx="2129400" cy="780840"/>
            <a:chOff x="7538351" y="1422220"/>
            <a:chExt cx="2129400" cy="78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0A5EB0A-179F-159F-5912-8D094722A05B}"/>
                    </a:ext>
                  </a:extLst>
                </p14:cNvPr>
                <p14:cNvContentPartPr/>
                <p14:nvPr/>
              </p14:nvContentPartPr>
              <p14:xfrm>
                <a:off x="7538351" y="1422220"/>
                <a:ext cx="149040" cy="24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0A5EB0A-179F-159F-5912-8D094722A05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20351" y="1404220"/>
                  <a:ext cx="1846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5A9F2B0-BEED-3BFB-EB27-0C9551C60992}"/>
                    </a:ext>
                  </a:extLst>
                </p14:cNvPr>
                <p14:cNvContentPartPr/>
                <p14:nvPr/>
              </p14:nvContentPartPr>
              <p14:xfrm>
                <a:off x="7593791" y="1454980"/>
                <a:ext cx="125640" cy="651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5A9F2B0-BEED-3BFB-EB27-0C9551C6099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575791" y="1436980"/>
                  <a:ext cx="16128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E960C93-948F-CC0A-85E1-17C6EE079A24}"/>
                    </a:ext>
                  </a:extLst>
                </p14:cNvPr>
                <p14:cNvContentPartPr/>
                <p14:nvPr/>
              </p14:nvContentPartPr>
              <p14:xfrm>
                <a:off x="7645271" y="2002900"/>
                <a:ext cx="2022480" cy="200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E960C93-948F-CC0A-85E1-17C6EE079A2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627271" y="1984900"/>
                  <a:ext cx="20581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933C378-54BD-FD22-4CC9-672E6A07282D}"/>
                    </a:ext>
                  </a:extLst>
                </p14:cNvPr>
                <p14:cNvContentPartPr/>
                <p14:nvPr/>
              </p14:nvContentPartPr>
              <p14:xfrm>
                <a:off x="7889351" y="1511500"/>
                <a:ext cx="192600" cy="171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933C378-54BD-FD22-4CC9-672E6A07282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871351" y="1493500"/>
                  <a:ext cx="228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B39F43A-6BEC-755A-B31C-E178297B931C}"/>
                    </a:ext>
                  </a:extLst>
                </p14:cNvPr>
                <p14:cNvContentPartPr/>
                <p14:nvPr/>
              </p14:nvContentPartPr>
              <p14:xfrm>
                <a:off x="8195351" y="1622020"/>
                <a:ext cx="70560" cy="139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B39F43A-6BEC-755A-B31C-E178297B931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177351" y="1604020"/>
                  <a:ext cx="106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41ACDCA-9026-4434-0751-D2BDB0426B57}"/>
                    </a:ext>
                  </a:extLst>
                </p14:cNvPr>
                <p14:cNvContentPartPr/>
                <p14:nvPr/>
              </p14:nvContentPartPr>
              <p14:xfrm>
                <a:off x="8190671" y="1647940"/>
                <a:ext cx="290880" cy="113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41ACDCA-9026-4434-0751-D2BDB0426B5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172671" y="1629940"/>
                  <a:ext cx="326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1CD2F43-BF67-49E5-564E-B642B68CF462}"/>
                    </a:ext>
                  </a:extLst>
                </p14:cNvPr>
                <p14:cNvContentPartPr/>
                <p14:nvPr/>
              </p14:nvContentPartPr>
              <p14:xfrm>
                <a:off x="8523671" y="1641820"/>
                <a:ext cx="89640" cy="954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1CD2F43-BF67-49E5-564E-B642B68CF46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05671" y="1623820"/>
                  <a:ext cx="1252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10C5131-FAD2-C77C-9316-7FAAAF4A1860}"/>
                    </a:ext>
                  </a:extLst>
                </p14:cNvPr>
                <p14:cNvContentPartPr/>
                <p14:nvPr/>
              </p14:nvContentPartPr>
              <p14:xfrm>
                <a:off x="8637791" y="1603660"/>
                <a:ext cx="143280" cy="120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10C5131-FAD2-C77C-9316-7FAAAF4A186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19836" y="1585660"/>
                  <a:ext cx="178831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0F92316-3188-3463-3C14-C88828723C28}"/>
                    </a:ext>
                  </a:extLst>
                </p14:cNvPr>
                <p14:cNvContentPartPr/>
                <p14:nvPr/>
              </p14:nvContentPartPr>
              <p14:xfrm>
                <a:off x="8962511" y="1579540"/>
                <a:ext cx="97200" cy="20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0F92316-3188-3463-3C14-C88828723C2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44511" y="1561540"/>
                  <a:ext cx="132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0BCA6A4-FF87-72B8-F11A-BDBA7F694ADF}"/>
                    </a:ext>
                  </a:extLst>
                </p14:cNvPr>
                <p14:cNvContentPartPr/>
                <p14:nvPr/>
              </p14:nvContentPartPr>
              <p14:xfrm>
                <a:off x="9002111" y="1646860"/>
                <a:ext cx="55800" cy="151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0BCA6A4-FF87-72B8-F11A-BDBA7F694AD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984111" y="1628860"/>
                  <a:ext cx="914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7199C1A-7BAE-654E-23C9-AAD7D15CBCE9}"/>
                    </a:ext>
                  </a:extLst>
                </p14:cNvPr>
                <p14:cNvContentPartPr/>
                <p14:nvPr/>
              </p14:nvContentPartPr>
              <p14:xfrm>
                <a:off x="9165191" y="1519420"/>
                <a:ext cx="96840" cy="1746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7199C1A-7BAE-654E-23C9-AAD7D15CBCE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147191" y="1501420"/>
                  <a:ext cx="1324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E7602B3-A5AB-9061-A567-813E064B1EF1}"/>
                    </a:ext>
                  </a:extLst>
                </p14:cNvPr>
                <p14:cNvContentPartPr/>
                <p14:nvPr/>
              </p14:nvContentPartPr>
              <p14:xfrm>
                <a:off x="9254111" y="1766740"/>
                <a:ext cx="34200" cy="223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E7602B3-A5AB-9061-A567-813E064B1EF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236298" y="1748740"/>
                  <a:ext cx="69469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9E2F36D-8500-78FB-234D-91D72FA3FE5E}"/>
              </a:ext>
            </a:extLst>
          </p:cNvPr>
          <p:cNvGrpSpPr/>
          <p:nvPr/>
        </p:nvGrpSpPr>
        <p:grpSpPr>
          <a:xfrm>
            <a:off x="3386111" y="1770700"/>
            <a:ext cx="561960" cy="227880"/>
            <a:chOff x="3386111" y="1770700"/>
            <a:chExt cx="561960" cy="22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61A0F34-7CAF-2026-E6B2-8807E46CE2D3}"/>
                    </a:ext>
                  </a:extLst>
                </p14:cNvPr>
                <p14:cNvContentPartPr/>
                <p14:nvPr/>
              </p14:nvContentPartPr>
              <p14:xfrm>
                <a:off x="3386111" y="1799860"/>
                <a:ext cx="135360" cy="88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61A0F34-7CAF-2026-E6B2-8807E46CE2D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368159" y="1781860"/>
                  <a:ext cx="170905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43005AD-4EC8-C44C-3E92-EE8C0E84F31D}"/>
                    </a:ext>
                  </a:extLst>
                </p14:cNvPr>
                <p14:cNvContentPartPr/>
                <p14:nvPr/>
              </p14:nvContentPartPr>
              <p14:xfrm>
                <a:off x="3425711" y="1914340"/>
                <a:ext cx="158760" cy="84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43005AD-4EC8-C44C-3E92-EE8C0E84F31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407670" y="1896340"/>
                  <a:ext cx="194481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89C2EE4-32A6-6C52-F8A0-BF463496B5EA}"/>
                    </a:ext>
                  </a:extLst>
                </p14:cNvPr>
                <p14:cNvContentPartPr/>
                <p14:nvPr/>
              </p14:nvContentPartPr>
              <p14:xfrm>
                <a:off x="3667631" y="1835140"/>
                <a:ext cx="141120" cy="1504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89C2EE4-32A6-6C52-F8A0-BF463496B5E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49631" y="1817140"/>
                  <a:ext cx="176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7EB3D81-D766-0982-A9BE-81F0AA38232A}"/>
                    </a:ext>
                  </a:extLst>
                </p14:cNvPr>
                <p14:cNvContentPartPr/>
                <p14:nvPr/>
              </p14:nvContentPartPr>
              <p14:xfrm>
                <a:off x="3863831" y="1770700"/>
                <a:ext cx="84240" cy="125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7EB3D81-D766-0982-A9BE-81F0AA38232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845754" y="1752700"/>
                  <a:ext cx="120033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E7AAEAB1-96AA-BB62-44DD-86CE8C624848}"/>
              </a:ext>
            </a:extLst>
          </p:cNvPr>
          <p:cNvGrpSpPr/>
          <p:nvPr/>
        </p:nvGrpSpPr>
        <p:grpSpPr>
          <a:xfrm>
            <a:off x="3090911" y="750100"/>
            <a:ext cx="583200" cy="222840"/>
            <a:chOff x="3090911" y="750100"/>
            <a:chExt cx="583200" cy="22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FC92289-C906-AA74-7A4C-D0B114F33DF1}"/>
                    </a:ext>
                  </a:extLst>
                </p14:cNvPr>
                <p14:cNvContentPartPr/>
                <p14:nvPr/>
              </p14:nvContentPartPr>
              <p14:xfrm>
                <a:off x="3090911" y="859180"/>
                <a:ext cx="138240" cy="39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FC92289-C906-AA74-7A4C-D0B114F33DF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072911" y="841180"/>
                  <a:ext cx="1738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BAD988E-6EC5-B3C4-BEB4-227DEC4506F5}"/>
                    </a:ext>
                  </a:extLst>
                </p14:cNvPr>
                <p14:cNvContentPartPr/>
                <p14:nvPr/>
              </p14:nvContentPartPr>
              <p14:xfrm>
                <a:off x="3177311" y="939100"/>
                <a:ext cx="158040" cy="33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BAD988E-6EC5-B3C4-BEB4-227DEC4506F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159311" y="921100"/>
                  <a:ext cx="193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E90080-47B9-92DE-10EF-8280E9BC1D72}"/>
                    </a:ext>
                  </a:extLst>
                </p14:cNvPr>
                <p14:cNvContentPartPr/>
                <p14:nvPr/>
              </p14:nvContentPartPr>
              <p14:xfrm>
                <a:off x="3394751" y="812740"/>
                <a:ext cx="159480" cy="1083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E90080-47B9-92DE-10EF-8280E9BC1D7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376751" y="794740"/>
                  <a:ext cx="195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CC64306-8F6C-BB93-75DC-5D34ACBB1123}"/>
                    </a:ext>
                  </a:extLst>
                </p14:cNvPr>
                <p14:cNvContentPartPr/>
                <p14:nvPr/>
              </p14:nvContentPartPr>
              <p14:xfrm>
                <a:off x="3574751" y="750100"/>
                <a:ext cx="99360" cy="1418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CC64306-8F6C-BB93-75DC-5D34ACBB112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556751" y="732054"/>
                  <a:ext cx="135000" cy="177571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AF941B44-7168-34CA-4483-527C531F6F78}"/>
              </a:ext>
            </a:extLst>
          </p:cNvPr>
          <p:cNvGrpSpPr/>
          <p:nvPr/>
        </p:nvGrpSpPr>
        <p:grpSpPr>
          <a:xfrm>
            <a:off x="335245" y="2863953"/>
            <a:ext cx="482760" cy="555480"/>
            <a:chOff x="4988111" y="2957260"/>
            <a:chExt cx="482760" cy="55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37AEAA3-C37E-1EF0-267A-FD898A17D21E}"/>
                    </a:ext>
                  </a:extLst>
                </p14:cNvPr>
                <p14:cNvContentPartPr/>
                <p14:nvPr/>
              </p14:nvContentPartPr>
              <p14:xfrm>
                <a:off x="5120591" y="3117460"/>
                <a:ext cx="209520" cy="2214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37AEAA3-C37E-1EF0-267A-FD898A17D21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102591" y="3099460"/>
                  <a:ext cx="2451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4B12EFA-839A-2A26-8549-6E32ADFDF420}"/>
                    </a:ext>
                  </a:extLst>
                </p14:cNvPr>
                <p14:cNvContentPartPr/>
                <p14:nvPr/>
              </p14:nvContentPartPr>
              <p14:xfrm>
                <a:off x="4988111" y="2957260"/>
                <a:ext cx="482760" cy="555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4B12EFA-839A-2A26-8549-6E32ADFDF42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970098" y="2939260"/>
                  <a:ext cx="518427" cy="59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57C21C8A-2DA6-1DBC-4D18-F16F1731B6C5}"/>
              </a:ext>
            </a:extLst>
          </p:cNvPr>
          <p:cNvGrpSpPr/>
          <p:nvPr/>
        </p:nvGrpSpPr>
        <p:grpSpPr>
          <a:xfrm>
            <a:off x="1034725" y="2888073"/>
            <a:ext cx="932040" cy="316080"/>
            <a:chOff x="5687591" y="2981380"/>
            <a:chExt cx="93204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DE132F2-541B-A19D-252B-AFB63EF404B2}"/>
                    </a:ext>
                  </a:extLst>
                </p14:cNvPr>
                <p14:cNvContentPartPr/>
                <p14:nvPr/>
              </p14:nvContentPartPr>
              <p14:xfrm>
                <a:off x="5687591" y="3028900"/>
                <a:ext cx="324360" cy="2685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DE132F2-541B-A19D-252B-AFB63EF404B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669591" y="3010900"/>
                  <a:ext cx="36000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CF0F9A-7024-55DC-C777-450F1FFB2480}"/>
                    </a:ext>
                  </a:extLst>
                </p14:cNvPr>
                <p14:cNvContentPartPr/>
                <p14:nvPr/>
              </p14:nvContentPartPr>
              <p14:xfrm>
                <a:off x="6124271" y="3095500"/>
                <a:ext cx="152640" cy="1771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CF0F9A-7024-55DC-C777-450F1FFB248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106271" y="3077500"/>
                  <a:ext cx="1882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16EC4FC-E457-81CD-299B-9FA58F7B892A}"/>
                    </a:ext>
                  </a:extLst>
                </p14:cNvPr>
                <p14:cNvContentPartPr/>
                <p14:nvPr/>
              </p14:nvContentPartPr>
              <p14:xfrm>
                <a:off x="6319391" y="3169300"/>
                <a:ext cx="134280" cy="932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16EC4FC-E457-81CD-299B-9FA58F7B892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01391" y="3151300"/>
                  <a:ext cx="1699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D192831-7913-F1A5-186D-71E3445618DA}"/>
                    </a:ext>
                  </a:extLst>
                </p14:cNvPr>
                <p14:cNvContentPartPr/>
                <p14:nvPr/>
              </p14:nvContentPartPr>
              <p14:xfrm>
                <a:off x="6552311" y="2981380"/>
                <a:ext cx="67320" cy="2656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D192831-7913-F1A5-186D-71E3445618D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534407" y="2963380"/>
                  <a:ext cx="10277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0A70BD5-E129-8DF9-31AA-C3A09CAEBCB9}"/>
                    </a:ext>
                  </a:extLst>
                </p14:cNvPr>
                <p14:cNvContentPartPr/>
                <p14:nvPr/>
              </p14:nvContentPartPr>
              <p14:xfrm>
                <a:off x="6470231" y="3114220"/>
                <a:ext cx="136080" cy="60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0A70BD5-E129-8DF9-31AA-C3A09CAEBCB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452231" y="3096220"/>
                  <a:ext cx="17172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4704F3FC-BEFD-1CD8-0004-DD1CC2EAC9DB}"/>
              </a:ext>
            </a:extLst>
          </p:cNvPr>
          <p:cNvGrpSpPr/>
          <p:nvPr/>
        </p:nvGrpSpPr>
        <p:grpSpPr>
          <a:xfrm>
            <a:off x="2397325" y="2840913"/>
            <a:ext cx="237240" cy="205560"/>
            <a:chOff x="7050191" y="2934220"/>
            <a:chExt cx="237240" cy="20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322A20E-B762-AE0E-1A14-50AF5396D23B}"/>
                    </a:ext>
                  </a:extLst>
                </p14:cNvPr>
                <p14:cNvContentPartPr/>
                <p14:nvPr/>
              </p14:nvContentPartPr>
              <p14:xfrm>
                <a:off x="7087991" y="3032500"/>
                <a:ext cx="28080" cy="914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322A20E-B762-AE0E-1A14-50AF5396D23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069757" y="3014571"/>
                  <a:ext cx="64183" cy="1269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3F8F21C-070D-43A4-41E4-A8EF2D3E620A}"/>
                    </a:ext>
                  </a:extLst>
                </p14:cNvPr>
                <p14:cNvContentPartPr/>
                <p14:nvPr/>
              </p14:nvContentPartPr>
              <p14:xfrm>
                <a:off x="7050191" y="2934220"/>
                <a:ext cx="11520" cy="41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3F8F21C-070D-43A4-41E4-A8EF2D3E620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032191" y="2916377"/>
                  <a:ext cx="47160" cy="763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255E3C5-D942-5F9A-15EA-F66D5B50E720}"/>
                    </a:ext>
                  </a:extLst>
                </p14:cNvPr>
                <p14:cNvContentPartPr/>
                <p14:nvPr/>
              </p14:nvContentPartPr>
              <p14:xfrm>
                <a:off x="7230551" y="2983180"/>
                <a:ext cx="56880" cy="156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255E3C5-D942-5F9A-15EA-F66D5B50E72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212551" y="2965221"/>
                  <a:ext cx="92520" cy="19215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CD708C14-B300-C633-7193-41FFC789363A}"/>
              </a:ext>
            </a:extLst>
          </p:cNvPr>
          <p:cNvGrpSpPr/>
          <p:nvPr/>
        </p:nvGrpSpPr>
        <p:grpSpPr>
          <a:xfrm>
            <a:off x="3079885" y="2712033"/>
            <a:ext cx="1389960" cy="424800"/>
            <a:chOff x="7732751" y="2805340"/>
            <a:chExt cx="138996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0E85A58-1A32-4978-CD8A-AA1196A0A482}"/>
                    </a:ext>
                  </a:extLst>
                </p14:cNvPr>
                <p14:cNvContentPartPr/>
                <p14:nvPr/>
              </p14:nvContentPartPr>
              <p14:xfrm>
                <a:off x="7755071" y="2857180"/>
                <a:ext cx="75240" cy="2775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0E85A58-1A32-4978-CD8A-AA1196A0A48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737071" y="2839180"/>
                  <a:ext cx="1108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421B7C0-B9D3-0C4D-29AC-D8E4C9893261}"/>
                    </a:ext>
                  </a:extLst>
                </p14:cNvPr>
                <p14:cNvContentPartPr/>
                <p14:nvPr/>
              </p14:nvContentPartPr>
              <p14:xfrm>
                <a:off x="7732751" y="2805340"/>
                <a:ext cx="123120" cy="198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421B7C0-B9D3-0C4D-29AC-D8E4C989326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714751" y="2787340"/>
                  <a:ext cx="158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C2D30B6-3484-F4BA-AA04-8F2518F75B9F}"/>
                    </a:ext>
                  </a:extLst>
                </p14:cNvPr>
                <p14:cNvContentPartPr/>
                <p14:nvPr/>
              </p14:nvContentPartPr>
              <p14:xfrm>
                <a:off x="7993031" y="3031420"/>
                <a:ext cx="66240" cy="1987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C2D30B6-3484-F4BA-AA04-8F2518F75B9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975031" y="3013387"/>
                  <a:ext cx="101880" cy="234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1A51C60-D3C5-B4BE-D132-1AD505E98E0F}"/>
                    </a:ext>
                  </a:extLst>
                </p14:cNvPr>
                <p14:cNvContentPartPr/>
                <p14:nvPr/>
              </p14:nvContentPartPr>
              <p14:xfrm>
                <a:off x="7946951" y="3019180"/>
                <a:ext cx="363960" cy="119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1A51C60-D3C5-B4BE-D132-1AD505E98E0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928951" y="3001180"/>
                  <a:ext cx="399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B59119A-DF9B-52A4-0B35-5EBF339C4DF1}"/>
                    </a:ext>
                  </a:extLst>
                </p14:cNvPr>
                <p14:cNvContentPartPr/>
                <p14:nvPr/>
              </p14:nvContentPartPr>
              <p14:xfrm>
                <a:off x="8343671" y="3019180"/>
                <a:ext cx="145440" cy="1566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B59119A-DF9B-52A4-0B35-5EBF339C4DF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325671" y="3001180"/>
                  <a:ext cx="1810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9E2558B-A145-B1AC-7163-C8C84BCAC8C5}"/>
                    </a:ext>
                  </a:extLst>
                </p14:cNvPr>
                <p14:cNvContentPartPr/>
                <p14:nvPr/>
              </p14:nvContentPartPr>
              <p14:xfrm>
                <a:off x="8542391" y="2972020"/>
                <a:ext cx="104040" cy="1573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9E2558B-A145-B1AC-7163-C8C84BCAC8C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524391" y="2954061"/>
                  <a:ext cx="139680" cy="1928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036A76A-FC11-2D29-CDE0-4F62CEFADA7E}"/>
                    </a:ext>
                  </a:extLst>
                </p14:cNvPr>
                <p14:cNvContentPartPr/>
                <p14:nvPr/>
              </p14:nvContentPartPr>
              <p14:xfrm>
                <a:off x="8801951" y="2931700"/>
                <a:ext cx="62640" cy="14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036A76A-FC11-2D29-CDE0-4F62CEFADA7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783847" y="2914150"/>
                  <a:ext cx="98486" cy="487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35B44B6-3D34-652C-552C-A690AC7C6E52}"/>
                    </a:ext>
                  </a:extLst>
                </p14:cNvPr>
                <p14:cNvContentPartPr/>
                <p14:nvPr/>
              </p14:nvContentPartPr>
              <p14:xfrm>
                <a:off x="8827151" y="3004420"/>
                <a:ext cx="66240" cy="241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35B44B6-3D34-652C-552C-A690AC7C6E5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809151" y="2986147"/>
                  <a:ext cx="10188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E743E63-6E3B-094F-C451-8D93DD7D7C88}"/>
                    </a:ext>
                  </a:extLst>
                </p14:cNvPr>
                <p14:cNvContentPartPr/>
                <p14:nvPr/>
              </p14:nvContentPartPr>
              <p14:xfrm>
                <a:off x="8994911" y="2874460"/>
                <a:ext cx="127800" cy="1969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E743E63-6E3B-094F-C451-8D93DD7D7C8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976911" y="2856460"/>
                  <a:ext cx="163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F9B1420-1B93-CD81-B01D-F615FF0EA346}"/>
                    </a:ext>
                  </a:extLst>
                </p14:cNvPr>
                <p14:cNvContentPartPr/>
                <p14:nvPr/>
              </p14:nvContentPartPr>
              <p14:xfrm>
                <a:off x="9066551" y="3159940"/>
                <a:ext cx="13320" cy="108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F9B1420-1B93-CD81-B01D-F615FF0EA34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048051" y="3141940"/>
                  <a:ext cx="4995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522E9842-5112-E886-824A-B6FC5B6585B0}"/>
              </a:ext>
            </a:extLst>
          </p:cNvPr>
          <p:cNvGrpSpPr/>
          <p:nvPr/>
        </p:nvGrpSpPr>
        <p:grpSpPr>
          <a:xfrm>
            <a:off x="469885" y="3781233"/>
            <a:ext cx="668880" cy="275760"/>
            <a:chOff x="5122751" y="3874540"/>
            <a:chExt cx="668880" cy="2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9CEBED2-89B2-CB5F-41D4-22C3800754C7}"/>
                    </a:ext>
                  </a:extLst>
                </p14:cNvPr>
                <p14:cNvContentPartPr/>
                <p14:nvPr/>
              </p14:nvContentPartPr>
              <p14:xfrm>
                <a:off x="5122751" y="3874540"/>
                <a:ext cx="136080" cy="275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9CEBED2-89B2-CB5F-41D4-22C3800754C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104751" y="3856540"/>
                  <a:ext cx="171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088661C-355D-207A-E55E-AAE79FE577BA}"/>
                    </a:ext>
                  </a:extLst>
                </p14:cNvPr>
                <p14:cNvContentPartPr/>
                <p14:nvPr/>
              </p14:nvContentPartPr>
              <p14:xfrm>
                <a:off x="5361431" y="3875980"/>
                <a:ext cx="62280" cy="2527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088661C-355D-207A-E55E-AAE79FE577B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343431" y="3857980"/>
                  <a:ext cx="979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86AD779-034A-D108-0933-6B2F4C584413}"/>
                    </a:ext>
                  </a:extLst>
                </p14:cNvPr>
                <p14:cNvContentPartPr/>
                <p14:nvPr/>
              </p14:nvContentPartPr>
              <p14:xfrm>
                <a:off x="5317151" y="3910900"/>
                <a:ext cx="208080" cy="61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86AD779-034A-D108-0933-6B2F4C58441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299120" y="3892900"/>
                  <a:ext cx="243782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212A322-97C4-95CE-CAE7-45D023E69BD1}"/>
                    </a:ext>
                  </a:extLst>
                </p14:cNvPr>
                <p14:cNvContentPartPr/>
                <p14:nvPr/>
              </p14:nvContentPartPr>
              <p14:xfrm>
                <a:off x="5542511" y="3919540"/>
                <a:ext cx="177480" cy="1972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212A322-97C4-95CE-CAE7-45D023E69BD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524511" y="3901540"/>
                  <a:ext cx="2131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CC46A56-1451-5DD3-9ECA-C2FB8DFB4D08}"/>
                    </a:ext>
                  </a:extLst>
                </p14:cNvPr>
                <p14:cNvContentPartPr/>
                <p14:nvPr/>
              </p14:nvContentPartPr>
              <p14:xfrm>
                <a:off x="5712431" y="3938980"/>
                <a:ext cx="79200" cy="982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CC46A56-1451-5DD3-9ECA-C2FB8DFB4D0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694349" y="3920980"/>
                  <a:ext cx="115003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FF11678B-8C1D-7B9E-1517-68A8A1556300}"/>
              </a:ext>
            </a:extLst>
          </p:cNvPr>
          <p:cNvGrpSpPr/>
          <p:nvPr/>
        </p:nvGrpSpPr>
        <p:grpSpPr>
          <a:xfrm>
            <a:off x="1436485" y="3659553"/>
            <a:ext cx="325080" cy="426600"/>
            <a:chOff x="6089351" y="3752860"/>
            <a:chExt cx="325080" cy="4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D81E3F3-0345-E2DB-E33E-8873A4BDC23C}"/>
                    </a:ext>
                  </a:extLst>
                </p14:cNvPr>
                <p14:cNvContentPartPr/>
                <p14:nvPr/>
              </p14:nvContentPartPr>
              <p14:xfrm>
                <a:off x="6225431" y="3884620"/>
                <a:ext cx="30240" cy="1404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D81E3F3-0345-E2DB-E33E-8873A4BDC23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07431" y="3866620"/>
                  <a:ext cx="658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15A2812-BDFD-B1D7-3DA5-A6334C29A488}"/>
                    </a:ext>
                  </a:extLst>
                </p14:cNvPr>
                <p14:cNvContentPartPr/>
                <p14:nvPr/>
              </p14:nvContentPartPr>
              <p14:xfrm>
                <a:off x="6089351" y="3752860"/>
                <a:ext cx="325080" cy="4266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15A2812-BDFD-B1D7-3DA5-A6334C29A48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071351" y="3734860"/>
                  <a:ext cx="360720" cy="46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DD026B25-66D7-710C-3611-E6E90DC8497F}"/>
              </a:ext>
            </a:extLst>
          </p:cNvPr>
          <p:cNvGrpSpPr/>
          <p:nvPr/>
        </p:nvGrpSpPr>
        <p:grpSpPr>
          <a:xfrm>
            <a:off x="2135245" y="3709593"/>
            <a:ext cx="1143720" cy="339480"/>
            <a:chOff x="6788111" y="3802900"/>
            <a:chExt cx="114372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DE290E6-6130-797F-8EDA-8E503FA0827C}"/>
                    </a:ext>
                  </a:extLst>
                </p14:cNvPr>
                <p14:cNvContentPartPr/>
                <p14:nvPr/>
              </p14:nvContentPartPr>
              <p14:xfrm>
                <a:off x="6788111" y="3898660"/>
                <a:ext cx="114840" cy="1652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DE290E6-6130-797F-8EDA-8E503FA0827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770167" y="3880621"/>
                  <a:ext cx="150369" cy="200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9EEDD5E-755A-944C-8D51-269B6E0C4445}"/>
                    </a:ext>
                  </a:extLst>
                </p14:cNvPr>
                <p14:cNvContentPartPr/>
                <p14:nvPr/>
              </p14:nvContentPartPr>
              <p14:xfrm>
                <a:off x="6956591" y="3863020"/>
                <a:ext cx="261000" cy="279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9EEDD5E-755A-944C-8D51-269B6E0C444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938591" y="3845020"/>
                  <a:ext cx="296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B4C7F2D-2988-2A3E-BEF2-F01ABFB274B9}"/>
                    </a:ext>
                  </a:extLst>
                </p14:cNvPr>
                <p14:cNvContentPartPr/>
                <p14:nvPr/>
              </p14:nvContentPartPr>
              <p14:xfrm>
                <a:off x="7201751" y="3879940"/>
                <a:ext cx="78480" cy="1321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B4C7F2D-2988-2A3E-BEF2-F01ABFB274B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183751" y="3861940"/>
                  <a:ext cx="1141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3EE3C70-74E7-38C6-0A74-D2A4EBCF8863}"/>
                    </a:ext>
                  </a:extLst>
                </p14:cNvPr>
                <p14:cNvContentPartPr/>
                <p14:nvPr/>
              </p14:nvContentPartPr>
              <p14:xfrm>
                <a:off x="7365191" y="3802900"/>
                <a:ext cx="36000" cy="211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3EE3C70-74E7-38C6-0A74-D2A4EBCF886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347191" y="3784931"/>
                  <a:ext cx="71640" cy="2468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5E1EA6D8-43FB-BEC9-76EE-B9CC277753F5}"/>
                    </a:ext>
                  </a:extLst>
                </p14:cNvPr>
                <p14:cNvContentPartPr/>
                <p14:nvPr/>
              </p14:nvContentPartPr>
              <p14:xfrm>
                <a:off x="7477151" y="3893620"/>
                <a:ext cx="130320" cy="1281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5E1EA6D8-43FB-BEC9-76EE-B9CC277753F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459151" y="3875620"/>
                  <a:ext cx="165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419F9AA-EECF-9A16-45CA-091E036B5EF7}"/>
                    </a:ext>
                  </a:extLst>
                </p14:cNvPr>
                <p14:cNvContentPartPr/>
                <p14:nvPr/>
              </p14:nvContentPartPr>
              <p14:xfrm>
                <a:off x="7696751" y="3897580"/>
                <a:ext cx="92520" cy="120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419F9AA-EECF-9A16-45CA-091E036B5EF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678751" y="3879526"/>
                  <a:ext cx="128160" cy="1563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2E231A4-AE26-A549-1B5C-C8DADA9AD322}"/>
                    </a:ext>
                  </a:extLst>
                </p14:cNvPr>
                <p14:cNvContentPartPr/>
                <p14:nvPr/>
              </p14:nvContentPartPr>
              <p14:xfrm>
                <a:off x="7809791" y="3922780"/>
                <a:ext cx="122040" cy="1465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2E231A4-AE26-A549-1B5C-C8DADA9AD32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791791" y="3904780"/>
                  <a:ext cx="15768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617F910-2882-D6C3-5646-9E61334C0EC6}"/>
              </a:ext>
            </a:extLst>
          </p:cNvPr>
          <p:cNvGrpSpPr/>
          <p:nvPr/>
        </p:nvGrpSpPr>
        <p:grpSpPr>
          <a:xfrm>
            <a:off x="3774325" y="3789153"/>
            <a:ext cx="1136520" cy="226800"/>
            <a:chOff x="8427191" y="3882460"/>
            <a:chExt cx="113652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481AE57-3F22-4589-15A0-1A412F062844}"/>
                    </a:ext>
                  </a:extLst>
                </p14:cNvPr>
                <p14:cNvContentPartPr/>
                <p14:nvPr/>
              </p14:nvContentPartPr>
              <p14:xfrm>
                <a:off x="8427191" y="3882460"/>
                <a:ext cx="72360" cy="2268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481AE57-3F22-4589-15A0-1A412F06284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409191" y="3864460"/>
                  <a:ext cx="108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F713FC2-A116-06A9-CAEC-68BAE1727C76}"/>
                    </a:ext>
                  </a:extLst>
                </p14:cNvPr>
                <p14:cNvContentPartPr/>
                <p14:nvPr/>
              </p14:nvContentPartPr>
              <p14:xfrm>
                <a:off x="8607911" y="3932500"/>
                <a:ext cx="90360" cy="1198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F713FC2-A116-06A9-CAEC-68BAE1727C7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589911" y="3914500"/>
                  <a:ext cx="126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AE91564-4A81-24F9-630F-4538FDA640E5}"/>
                    </a:ext>
                  </a:extLst>
                </p14:cNvPr>
                <p14:cNvContentPartPr/>
                <p14:nvPr/>
              </p14:nvContentPartPr>
              <p14:xfrm>
                <a:off x="8811311" y="3892180"/>
                <a:ext cx="182160" cy="1386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AE91564-4A81-24F9-630F-4538FDA640E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793311" y="3874180"/>
                  <a:ext cx="217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FA91674-D480-FDEB-39F1-D583A853CD2E}"/>
                    </a:ext>
                  </a:extLst>
                </p14:cNvPr>
                <p14:cNvContentPartPr/>
                <p14:nvPr/>
              </p14:nvContentPartPr>
              <p14:xfrm>
                <a:off x="9065111" y="3896140"/>
                <a:ext cx="109080" cy="1400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FA91674-D480-FDEB-39F1-D583A853CD2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47111" y="3878140"/>
                  <a:ext cx="1447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61ED32A-8A7B-5C94-2E63-945581E8D221}"/>
                    </a:ext>
                  </a:extLst>
                </p14:cNvPr>
                <p14:cNvContentPartPr/>
                <p14:nvPr/>
              </p14:nvContentPartPr>
              <p14:xfrm>
                <a:off x="9301991" y="3883180"/>
                <a:ext cx="68040" cy="139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61ED32A-8A7B-5C94-2E63-945581E8D22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283991" y="3865180"/>
                  <a:ext cx="103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B673A26-D677-A953-F904-C0F67841CD5A}"/>
                    </a:ext>
                  </a:extLst>
                </p14:cNvPr>
                <p14:cNvContentPartPr/>
                <p14:nvPr/>
              </p14:nvContentPartPr>
              <p14:xfrm>
                <a:off x="9473711" y="3905860"/>
                <a:ext cx="90000" cy="126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B673A26-D677-A953-F904-C0F67841CD5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455711" y="3887911"/>
                  <a:ext cx="125640" cy="16153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2B6F4745-D304-64F6-6F2E-C1DD846C21C4}"/>
              </a:ext>
            </a:extLst>
          </p:cNvPr>
          <p:cNvGrpSpPr/>
          <p:nvPr/>
        </p:nvGrpSpPr>
        <p:grpSpPr>
          <a:xfrm>
            <a:off x="5242045" y="3617433"/>
            <a:ext cx="737640" cy="266400"/>
            <a:chOff x="9894911" y="3710740"/>
            <a:chExt cx="737640" cy="2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AAAE5E1-F866-45B9-7A8B-64BD20297123}"/>
                    </a:ext>
                  </a:extLst>
                </p14:cNvPr>
                <p14:cNvContentPartPr/>
                <p14:nvPr/>
              </p14:nvContentPartPr>
              <p14:xfrm>
                <a:off x="9894911" y="3857620"/>
                <a:ext cx="208080" cy="997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AAAE5E1-F866-45B9-7A8B-64BD20297123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76911" y="3839620"/>
                  <a:ext cx="2437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3129C34-EA17-9D65-4453-F3DF531821B7}"/>
                    </a:ext>
                  </a:extLst>
                </p14:cNvPr>
                <p14:cNvContentPartPr/>
                <p14:nvPr/>
              </p14:nvContentPartPr>
              <p14:xfrm>
                <a:off x="10206311" y="3851140"/>
                <a:ext cx="43560" cy="126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3129C34-EA17-9D65-4453-F3DF531821B7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188311" y="3833140"/>
                  <a:ext cx="79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6903500-1823-2D72-CFA4-C2C14B5A5DBD}"/>
                    </a:ext>
                  </a:extLst>
                </p14:cNvPr>
                <p14:cNvContentPartPr/>
                <p14:nvPr/>
              </p14:nvContentPartPr>
              <p14:xfrm>
                <a:off x="10211351" y="3710740"/>
                <a:ext cx="21600" cy="270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6903500-1823-2D72-CFA4-C2C14B5A5DB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193046" y="3692740"/>
                  <a:ext cx="57844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01253C8-2C3C-BFCA-4DC3-3798330B9162}"/>
                    </a:ext>
                  </a:extLst>
                </p14:cNvPr>
                <p14:cNvContentPartPr/>
                <p14:nvPr/>
              </p14:nvContentPartPr>
              <p14:xfrm>
                <a:off x="10360031" y="3753580"/>
                <a:ext cx="46080" cy="218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01253C8-2C3C-BFCA-4DC3-3798330B916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341889" y="3735580"/>
                  <a:ext cx="82001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63726C6-3327-C521-68EF-6B2C3CBE3CDE}"/>
                    </a:ext>
                  </a:extLst>
                </p14:cNvPr>
                <p14:cNvContentPartPr/>
                <p14:nvPr/>
              </p14:nvContentPartPr>
              <p14:xfrm>
                <a:off x="10338431" y="3821980"/>
                <a:ext cx="294120" cy="777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63726C6-3327-C521-68EF-6B2C3CBE3CD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320431" y="3803896"/>
                  <a:ext cx="329760" cy="11356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FDC59B0B-8DC7-FAB0-D4A8-523B18DBC0A5}"/>
              </a:ext>
            </a:extLst>
          </p:cNvPr>
          <p:cNvGrpSpPr/>
          <p:nvPr/>
        </p:nvGrpSpPr>
        <p:grpSpPr>
          <a:xfrm>
            <a:off x="6263005" y="3556953"/>
            <a:ext cx="958680" cy="286920"/>
            <a:chOff x="10915871" y="3650260"/>
            <a:chExt cx="95868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E8D0A5D-FD29-21CA-BB80-6B1BF0027AEC}"/>
                    </a:ext>
                  </a:extLst>
                </p14:cNvPr>
                <p14:cNvContentPartPr/>
                <p14:nvPr/>
              </p14:nvContentPartPr>
              <p14:xfrm>
                <a:off x="10915871" y="3755020"/>
                <a:ext cx="83880" cy="1612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E8D0A5D-FD29-21CA-BB80-6B1BF0027AE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897871" y="3736980"/>
                  <a:ext cx="119520" cy="1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53F1DCC-BB03-85C6-EB83-D2240FFBA6EA}"/>
                    </a:ext>
                  </a:extLst>
                </p14:cNvPr>
                <p14:cNvContentPartPr/>
                <p14:nvPr/>
              </p14:nvContentPartPr>
              <p14:xfrm>
                <a:off x="11114231" y="3731620"/>
                <a:ext cx="139680" cy="1879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53F1DCC-BB03-85C6-EB83-D2240FFBA6E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096231" y="3713620"/>
                  <a:ext cx="1753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9D7B2ABE-F58E-AAA4-40D5-6B9D77C0F30C}"/>
                    </a:ext>
                  </a:extLst>
                </p14:cNvPr>
                <p14:cNvContentPartPr/>
                <p14:nvPr/>
              </p14:nvContentPartPr>
              <p14:xfrm>
                <a:off x="11340671" y="3805780"/>
                <a:ext cx="107640" cy="1314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9D7B2ABE-F58E-AAA4-40D5-6B9D77C0F30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22731" y="3787780"/>
                  <a:ext cx="143161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1B5ADEF-DB62-6150-B01D-3A3364E04045}"/>
                    </a:ext>
                  </a:extLst>
                </p14:cNvPr>
                <p14:cNvContentPartPr/>
                <p14:nvPr/>
              </p14:nvContentPartPr>
              <p14:xfrm>
                <a:off x="11526431" y="3786340"/>
                <a:ext cx="72000" cy="115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1B5ADEF-DB62-6150-B01D-3A3364E0404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508431" y="3768340"/>
                  <a:ext cx="1076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2B47A79-6FCF-32D7-F8C6-77131DE531E1}"/>
                    </a:ext>
                  </a:extLst>
                </p14:cNvPr>
                <p14:cNvContentPartPr/>
                <p14:nvPr/>
              </p14:nvContentPartPr>
              <p14:xfrm>
                <a:off x="11770151" y="3650260"/>
                <a:ext cx="57600" cy="2584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2B47A79-6FCF-32D7-F8C6-77131DE531E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752038" y="3632260"/>
                  <a:ext cx="93464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236E8FE-C9A7-C571-B877-577DE1B6D075}"/>
                    </a:ext>
                  </a:extLst>
                </p14:cNvPr>
                <p14:cNvContentPartPr/>
                <p14:nvPr/>
              </p14:nvContentPartPr>
              <p14:xfrm>
                <a:off x="11711111" y="3806140"/>
                <a:ext cx="163440" cy="496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236E8FE-C9A7-C571-B877-577DE1B6D07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693111" y="3788140"/>
                  <a:ext cx="1990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D83CB9D-2214-86CE-4C36-B792D22E3DE9}"/>
              </a:ext>
            </a:extLst>
          </p:cNvPr>
          <p:cNvGrpSpPr/>
          <p:nvPr/>
        </p:nvGrpSpPr>
        <p:grpSpPr>
          <a:xfrm>
            <a:off x="639085" y="4436073"/>
            <a:ext cx="315360" cy="275040"/>
            <a:chOff x="5291951" y="4529380"/>
            <a:chExt cx="31536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B417EF38-947C-BE00-2405-A5FC9013460B}"/>
                    </a:ext>
                  </a:extLst>
                </p14:cNvPr>
                <p14:cNvContentPartPr/>
                <p14:nvPr/>
              </p14:nvContentPartPr>
              <p14:xfrm>
                <a:off x="5291951" y="4562500"/>
                <a:ext cx="126720" cy="24192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B417EF38-947C-BE00-2405-A5FC9013460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273951" y="4544500"/>
                  <a:ext cx="162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3645810-CEAD-F52A-857A-05D0B10CB4B2}"/>
                    </a:ext>
                  </a:extLst>
                </p14:cNvPr>
                <p14:cNvContentPartPr/>
                <p14:nvPr/>
              </p14:nvContentPartPr>
              <p14:xfrm>
                <a:off x="5495711" y="4529380"/>
                <a:ext cx="111600" cy="2455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93645810-CEAD-F52A-857A-05D0B10CB4B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477653" y="4511380"/>
                  <a:ext cx="147355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14537010-EA1C-71CD-178B-D67C8ACF2347}"/>
                    </a:ext>
                  </a:extLst>
                </p14:cNvPr>
                <p14:cNvContentPartPr/>
                <p14:nvPr/>
              </p14:nvContentPartPr>
              <p14:xfrm>
                <a:off x="5514431" y="4586260"/>
                <a:ext cx="87840" cy="187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14537010-EA1C-71CD-178B-D67C8ACF234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496431" y="4568600"/>
                  <a:ext cx="123480" cy="5368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00B527D5-44FF-C3FE-9489-4C835773A83B}"/>
              </a:ext>
            </a:extLst>
          </p:cNvPr>
          <p:cNvGrpSpPr/>
          <p:nvPr/>
        </p:nvGrpSpPr>
        <p:grpSpPr>
          <a:xfrm>
            <a:off x="1141645" y="4346793"/>
            <a:ext cx="712800" cy="372600"/>
            <a:chOff x="5794511" y="4440100"/>
            <a:chExt cx="71280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2670B32-3CC8-534F-AF77-BA549E9AF427}"/>
                    </a:ext>
                  </a:extLst>
                </p14:cNvPr>
                <p14:cNvContentPartPr/>
                <p14:nvPr/>
              </p14:nvContentPartPr>
              <p14:xfrm>
                <a:off x="5794511" y="4563580"/>
                <a:ext cx="151560" cy="1170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2670B32-3CC8-534F-AF77-BA549E9AF42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76511" y="4545580"/>
                  <a:ext cx="187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9833CE6-78D7-BFB0-59E9-3518324E8FC0}"/>
                    </a:ext>
                  </a:extLst>
                </p14:cNvPr>
                <p14:cNvContentPartPr/>
                <p14:nvPr/>
              </p14:nvContentPartPr>
              <p14:xfrm>
                <a:off x="5988191" y="4591660"/>
                <a:ext cx="33840" cy="2210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9833CE6-78D7-BFB0-59E9-3518324E8FC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970191" y="4573689"/>
                  <a:ext cx="69480" cy="256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4DC7F90-2DDB-F7C3-2B66-D2591FB01C37}"/>
                    </a:ext>
                  </a:extLst>
                </p14:cNvPr>
                <p14:cNvContentPartPr/>
                <p14:nvPr/>
              </p14:nvContentPartPr>
              <p14:xfrm>
                <a:off x="5959391" y="4576540"/>
                <a:ext cx="81720" cy="1047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4DC7F90-2DDB-F7C3-2B66-D2591FB01C3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941391" y="4558540"/>
                  <a:ext cx="117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504D8CC0-FD7D-AD9C-9CDF-4A946403705C}"/>
                    </a:ext>
                  </a:extLst>
                </p14:cNvPr>
                <p14:cNvContentPartPr/>
                <p14:nvPr/>
              </p14:nvContentPartPr>
              <p14:xfrm>
                <a:off x="6247391" y="4536220"/>
                <a:ext cx="106560" cy="1396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504D8CC0-FD7D-AD9C-9CDF-4A946403705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229391" y="4518220"/>
                  <a:ext cx="142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7AA011C-D503-92A9-B685-FE3AD60809F3}"/>
                    </a:ext>
                  </a:extLst>
                </p14:cNvPr>
                <p14:cNvContentPartPr/>
                <p14:nvPr/>
              </p14:nvContentPartPr>
              <p14:xfrm>
                <a:off x="6155591" y="4440100"/>
                <a:ext cx="351720" cy="348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7AA011C-D503-92A9-B685-FE3AD60809F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137591" y="4422100"/>
                  <a:ext cx="38736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BD64642F-46AA-892F-9EDF-DC355A5583DB}"/>
              </a:ext>
            </a:extLst>
          </p:cNvPr>
          <p:cNvGrpSpPr/>
          <p:nvPr/>
        </p:nvGrpSpPr>
        <p:grpSpPr>
          <a:xfrm>
            <a:off x="2231725" y="4356513"/>
            <a:ext cx="1823760" cy="290520"/>
            <a:chOff x="6884591" y="4449820"/>
            <a:chExt cx="182376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6C32F99-7F59-AD60-C2D5-3E79BBE88B13}"/>
                    </a:ext>
                  </a:extLst>
                </p14:cNvPr>
                <p14:cNvContentPartPr/>
                <p14:nvPr/>
              </p14:nvContentPartPr>
              <p14:xfrm>
                <a:off x="6884591" y="4517140"/>
                <a:ext cx="379080" cy="2149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6C32F99-7F59-AD60-C2D5-3E79BBE88B1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866591" y="4499140"/>
                  <a:ext cx="4147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7B5E881-00F8-8150-B3C4-B0F5F9F3DAF5}"/>
                    </a:ext>
                  </a:extLst>
                </p14:cNvPr>
                <p14:cNvContentPartPr/>
                <p14:nvPr/>
              </p14:nvContentPartPr>
              <p14:xfrm>
                <a:off x="7378871" y="4449820"/>
                <a:ext cx="44640" cy="2581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7B5E881-00F8-8150-B3C4-B0F5F9F3DAF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360871" y="4431795"/>
                  <a:ext cx="80280" cy="2938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01D72B20-0735-7DBE-EB27-1ED5C6578518}"/>
                    </a:ext>
                  </a:extLst>
                </p14:cNvPr>
                <p14:cNvContentPartPr/>
                <p14:nvPr/>
              </p14:nvContentPartPr>
              <p14:xfrm>
                <a:off x="7516391" y="4606780"/>
                <a:ext cx="80640" cy="1267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01D72B20-0735-7DBE-EB27-1ED5C6578518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498391" y="4588729"/>
                  <a:ext cx="116280" cy="1624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ABD49AF7-A992-CC5D-FBDC-146B084D61B0}"/>
                    </a:ext>
                  </a:extLst>
                </p14:cNvPr>
                <p14:cNvContentPartPr/>
                <p14:nvPr/>
              </p14:nvContentPartPr>
              <p14:xfrm>
                <a:off x="7687391" y="4613260"/>
                <a:ext cx="173520" cy="1040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ABD49AF7-A992-CC5D-FBDC-146B084D61B0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669428" y="4595260"/>
                  <a:ext cx="209086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0AED6CAE-4E0F-69E2-5D65-4A878C4849C9}"/>
                    </a:ext>
                  </a:extLst>
                </p14:cNvPr>
                <p14:cNvContentPartPr/>
                <p14:nvPr/>
              </p14:nvContentPartPr>
              <p14:xfrm>
                <a:off x="8027231" y="4542340"/>
                <a:ext cx="45000" cy="1814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0AED6CAE-4E0F-69E2-5D65-4A878C4849C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009231" y="4524340"/>
                  <a:ext cx="80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7762DFC-1A1E-8018-8476-1733492878DE}"/>
                    </a:ext>
                  </a:extLst>
                </p14:cNvPr>
                <p14:cNvContentPartPr/>
                <p14:nvPr/>
              </p14:nvContentPartPr>
              <p14:xfrm>
                <a:off x="7969991" y="4634140"/>
                <a:ext cx="27000" cy="7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7762DFC-1A1E-8018-8476-1733492878DE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952228" y="4616140"/>
                  <a:ext cx="62171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BBC312-5221-6EF7-BB14-046ADA23A4DF}"/>
                    </a:ext>
                  </a:extLst>
                </p14:cNvPr>
                <p14:cNvContentPartPr/>
                <p14:nvPr/>
              </p14:nvContentPartPr>
              <p14:xfrm>
                <a:off x="8176271" y="4632700"/>
                <a:ext cx="157680" cy="1076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BBC312-5221-6EF7-BB14-046ADA23A4D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158271" y="4614640"/>
                  <a:ext cx="193320" cy="1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470E60C-3509-201E-4031-C6CBD1240D12}"/>
                    </a:ext>
                  </a:extLst>
                </p14:cNvPr>
                <p14:cNvContentPartPr/>
                <p14:nvPr/>
              </p14:nvContentPartPr>
              <p14:xfrm>
                <a:off x="8432951" y="4471780"/>
                <a:ext cx="52920" cy="2368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470E60C-3509-201E-4031-C6CBD1240D1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414951" y="4453780"/>
                  <a:ext cx="885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3DEA7E2F-B03D-945C-B823-5DA7C7928CC9}"/>
                    </a:ext>
                  </a:extLst>
                </p14:cNvPr>
                <p14:cNvContentPartPr/>
                <p14:nvPr/>
              </p14:nvContentPartPr>
              <p14:xfrm>
                <a:off x="8376431" y="4583020"/>
                <a:ext cx="97920" cy="388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3DEA7E2F-B03D-945C-B823-5DA7C7928CC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358431" y="4564852"/>
                  <a:ext cx="133560" cy="74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62FA62A-239D-758E-F8AB-F507FF18F4C3}"/>
                    </a:ext>
                  </a:extLst>
                </p14:cNvPr>
                <p14:cNvContentPartPr/>
                <p14:nvPr/>
              </p14:nvContentPartPr>
              <p14:xfrm>
                <a:off x="8600711" y="4616140"/>
                <a:ext cx="107640" cy="1130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62FA62A-239D-758E-F8AB-F507FF18F4C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582711" y="4598140"/>
                  <a:ext cx="1432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1FCA4957-C67F-25DC-5E4C-73BB9FE3A001}"/>
              </a:ext>
            </a:extLst>
          </p:cNvPr>
          <p:cNvGrpSpPr/>
          <p:nvPr/>
        </p:nvGrpSpPr>
        <p:grpSpPr>
          <a:xfrm>
            <a:off x="4547245" y="4314033"/>
            <a:ext cx="654120" cy="370080"/>
            <a:chOff x="9200111" y="4407340"/>
            <a:chExt cx="654120" cy="37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DF967F8-54DA-B7DC-2510-B58ECC92DBA9}"/>
                    </a:ext>
                  </a:extLst>
                </p14:cNvPr>
                <p14:cNvContentPartPr/>
                <p14:nvPr/>
              </p14:nvContentPartPr>
              <p14:xfrm>
                <a:off x="9204431" y="4432180"/>
                <a:ext cx="32760" cy="3452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DF967F8-54DA-B7DC-2510-B58ECC92DBA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186431" y="4414180"/>
                  <a:ext cx="684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47CB0AB-8BFE-48EB-555E-EAE105963F61}"/>
                    </a:ext>
                  </a:extLst>
                </p14:cNvPr>
                <p14:cNvContentPartPr/>
                <p14:nvPr/>
              </p14:nvContentPartPr>
              <p14:xfrm>
                <a:off x="9200111" y="4407340"/>
                <a:ext cx="192960" cy="2052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47CB0AB-8BFE-48EB-555E-EAE105963F61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182145" y="4389340"/>
                  <a:ext cx="228534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A884A410-ABD8-DA11-1211-7CD3DC654B65}"/>
                    </a:ext>
                  </a:extLst>
                </p14:cNvPr>
                <p14:cNvContentPartPr/>
                <p14:nvPr/>
              </p14:nvContentPartPr>
              <p14:xfrm>
                <a:off x="9472631" y="4536220"/>
                <a:ext cx="381600" cy="1947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A884A410-ABD8-DA11-1211-7CD3DC654B65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454631" y="4518220"/>
                  <a:ext cx="417240" cy="23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4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D4D3A13D-4C09-F748-BC04-76D8E74D3A58}"/>
                  </a:ext>
                </a:extLst>
              </p14:cNvPr>
              <p14:cNvContentPartPr/>
              <p14:nvPr/>
            </p14:nvContentPartPr>
            <p14:xfrm>
              <a:off x="5406925" y="4495113"/>
              <a:ext cx="12600" cy="684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D4D3A13D-4C09-F748-BC04-76D8E74D3A58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5388925" y="4476113"/>
                <a:ext cx="48240" cy="444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95E7370-04E1-43A2-9768-CF9D4DD30412}"/>
              </a:ext>
            </a:extLst>
          </p:cNvPr>
          <p:cNvGrpSpPr/>
          <p:nvPr/>
        </p:nvGrpSpPr>
        <p:grpSpPr>
          <a:xfrm>
            <a:off x="459085" y="4982193"/>
            <a:ext cx="2251800" cy="1593000"/>
            <a:chOff x="5111951" y="5075500"/>
            <a:chExt cx="2251800" cy="159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096A585B-0B0B-C60D-AE6D-0BA27D5BF6B4}"/>
                    </a:ext>
                  </a:extLst>
                </p14:cNvPr>
                <p14:cNvContentPartPr/>
                <p14:nvPr/>
              </p14:nvContentPartPr>
              <p14:xfrm>
                <a:off x="5399951" y="5291860"/>
                <a:ext cx="82080" cy="846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096A585B-0B0B-C60D-AE6D-0BA27D5BF6B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381951" y="5273783"/>
                  <a:ext cx="117720" cy="1203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1ACBD302-BF57-E27B-1A6C-49ACD0B1F87A}"/>
                    </a:ext>
                  </a:extLst>
                </p14:cNvPr>
                <p14:cNvContentPartPr/>
                <p14:nvPr/>
              </p14:nvContentPartPr>
              <p14:xfrm>
                <a:off x="5295551" y="5124100"/>
                <a:ext cx="41760" cy="496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1ACBD302-BF57-E27B-1A6C-49ACD0B1F87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277551" y="5106100"/>
                  <a:ext cx="774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6EBE7E6-9A67-7576-7D0A-7F756302F383}"/>
                    </a:ext>
                  </a:extLst>
                </p14:cNvPr>
                <p14:cNvContentPartPr/>
                <p14:nvPr/>
              </p14:nvContentPartPr>
              <p14:xfrm>
                <a:off x="5111951" y="5606860"/>
                <a:ext cx="404640" cy="1281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6EBE7E6-9A67-7576-7D0A-7F756302F38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093951" y="5588860"/>
                  <a:ext cx="4402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1183FE7F-48BA-E06F-CA8C-3FD50199992F}"/>
                    </a:ext>
                  </a:extLst>
                </p14:cNvPr>
                <p14:cNvContentPartPr/>
                <p14:nvPr/>
              </p14:nvContentPartPr>
              <p14:xfrm>
                <a:off x="5347391" y="5767780"/>
                <a:ext cx="95040" cy="16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1183FE7F-48BA-E06F-CA8C-3FD50199992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329459" y="5749780"/>
                  <a:ext cx="130546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52A07196-1CD8-7B64-D4F4-C0CCB07F70DD}"/>
                    </a:ext>
                  </a:extLst>
                </p14:cNvPr>
                <p14:cNvContentPartPr/>
                <p14:nvPr/>
              </p14:nvContentPartPr>
              <p14:xfrm>
                <a:off x="5403911" y="5810980"/>
                <a:ext cx="20160" cy="5166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52A07196-1CD8-7B64-D4F4-C0CCB07F70DD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385911" y="5792980"/>
                  <a:ext cx="55800" cy="55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57D840AA-0F82-8F21-558C-CD56A456409E}"/>
                    </a:ext>
                  </a:extLst>
                </p14:cNvPr>
                <p14:cNvContentPartPr/>
                <p14:nvPr/>
              </p14:nvContentPartPr>
              <p14:xfrm>
                <a:off x="5309231" y="5075500"/>
                <a:ext cx="965160" cy="820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57D840AA-0F82-8F21-558C-CD56A456409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291231" y="5057421"/>
                  <a:ext cx="1000800" cy="1178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1A633C78-0AC1-A726-485A-D95C57FE27ED}"/>
                    </a:ext>
                  </a:extLst>
                </p14:cNvPr>
                <p14:cNvContentPartPr/>
                <p14:nvPr/>
              </p14:nvContentPartPr>
              <p14:xfrm>
                <a:off x="6259991" y="5132020"/>
                <a:ext cx="12240" cy="1774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1A633C78-0AC1-A726-485A-D95C57FE27ED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241991" y="5113983"/>
                  <a:ext cx="47880" cy="2131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EFD1E1A3-E14C-0A4E-8752-330E641B81FB}"/>
                    </a:ext>
                  </a:extLst>
                </p14:cNvPr>
                <p14:cNvContentPartPr/>
                <p14:nvPr/>
              </p14:nvContentPartPr>
              <p14:xfrm>
                <a:off x="6247751" y="5347300"/>
                <a:ext cx="123120" cy="2563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EFD1E1A3-E14C-0A4E-8752-330E641B81FB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229751" y="5329300"/>
                  <a:ext cx="158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B42A392-E267-F48E-738E-94C9C1482613}"/>
                    </a:ext>
                  </a:extLst>
                </p14:cNvPr>
                <p14:cNvContentPartPr/>
                <p14:nvPr/>
              </p14:nvContentPartPr>
              <p14:xfrm>
                <a:off x="6365831" y="5604340"/>
                <a:ext cx="9720" cy="3348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B42A392-E267-F48E-738E-94C9C1482613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347831" y="5586340"/>
                  <a:ext cx="4536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5416A75-B196-A557-02C6-B3B302534FF9}"/>
                    </a:ext>
                  </a:extLst>
                </p14:cNvPr>
                <p14:cNvContentPartPr/>
                <p14:nvPr/>
              </p14:nvContentPartPr>
              <p14:xfrm>
                <a:off x="5469071" y="5998180"/>
                <a:ext cx="961920" cy="51948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5416A75-B196-A557-02C6-B3B302534FF9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5451071" y="5980168"/>
                  <a:ext cx="997560" cy="5551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BA81EB1-C57B-115F-6D28-5BBEAEDEC352}"/>
                    </a:ext>
                  </a:extLst>
                </p14:cNvPr>
                <p14:cNvContentPartPr/>
                <p14:nvPr/>
              </p14:nvContentPartPr>
              <p14:xfrm>
                <a:off x="5416511" y="6341620"/>
                <a:ext cx="43920" cy="1357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BA81EB1-C57B-115F-6D28-5BBEAEDEC35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398511" y="6323620"/>
                  <a:ext cx="79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E3E7BE0-B3BB-4493-E0AC-5BCD5A8528AE}"/>
                    </a:ext>
                  </a:extLst>
                </p14:cNvPr>
                <p14:cNvContentPartPr/>
                <p14:nvPr/>
              </p14:nvContentPartPr>
              <p14:xfrm>
                <a:off x="5459351" y="6435580"/>
                <a:ext cx="11520" cy="219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E3E7BE0-B3BB-4493-E0AC-5BCD5A8528A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441351" y="6417580"/>
                  <a:ext cx="47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C66E53FA-2321-24BA-1720-82C93A5B1A03}"/>
                    </a:ext>
                  </a:extLst>
                </p14:cNvPr>
                <p14:cNvContentPartPr/>
                <p14:nvPr/>
              </p14:nvContentPartPr>
              <p14:xfrm>
                <a:off x="6337751" y="5781100"/>
                <a:ext cx="650520" cy="813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C66E53FA-2321-24BA-1720-82C93A5B1A0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319751" y="5763100"/>
                  <a:ext cx="686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6DE9C590-1281-3682-101D-78B7887B72D5}"/>
                    </a:ext>
                  </a:extLst>
                </p14:cNvPr>
                <p14:cNvContentPartPr/>
                <p14:nvPr/>
              </p14:nvContentPartPr>
              <p14:xfrm>
                <a:off x="6435671" y="6455380"/>
                <a:ext cx="650520" cy="738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6DE9C590-1281-3682-101D-78B7887B72D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417671" y="6437380"/>
                  <a:ext cx="6861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88129D2-C0E7-692E-3DD8-2D02CBAF4690}"/>
                    </a:ext>
                  </a:extLst>
                </p14:cNvPr>
                <p14:cNvContentPartPr/>
                <p14:nvPr/>
              </p14:nvContentPartPr>
              <p14:xfrm>
                <a:off x="7021751" y="6440980"/>
                <a:ext cx="42840" cy="691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88129D2-C0E7-692E-3DD8-2D02CBAF4690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003751" y="6422886"/>
                  <a:ext cx="78480" cy="1049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90AF4050-378E-5999-FD80-FCC0E02FE552}"/>
                    </a:ext>
                  </a:extLst>
                </p14:cNvPr>
                <p14:cNvContentPartPr/>
                <p14:nvPr/>
              </p14:nvContentPartPr>
              <p14:xfrm>
                <a:off x="7133711" y="5550700"/>
                <a:ext cx="2880" cy="14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90AF4050-378E-5999-FD80-FCC0E02FE55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115711" y="5532700"/>
                  <a:ext cx="38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B5C88450-6F02-8C5E-2D0D-C96C016525E8}"/>
                    </a:ext>
                  </a:extLst>
                </p14:cNvPr>
                <p14:cNvContentPartPr/>
                <p14:nvPr/>
              </p14:nvContentPartPr>
              <p14:xfrm>
                <a:off x="7081871" y="5602180"/>
                <a:ext cx="19440" cy="1432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B5C88450-6F02-8C5E-2D0D-C96C016525E8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063531" y="5584180"/>
                  <a:ext cx="55752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996354E-6B74-725D-FCD3-3277D1C1B689}"/>
                    </a:ext>
                  </a:extLst>
                </p14:cNvPr>
                <p14:cNvContentPartPr/>
                <p14:nvPr/>
              </p14:nvContentPartPr>
              <p14:xfrm>
                <a:off x="7111391" y="5579500"/>
                <a:ext cx="125640" cy="11556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996354E-6B74-725D-FCD3-3277D1C1B68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093339" y="5561500"/>
                  <a:ext cx="161382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1D0855AC-3639-BD9F-9349-85BCAB817EFE}"/>
                    </a:ext>
                  </a:extLst>
                </p14:cNvPr>
                <p14:cNvContentPartPr/>
                <p14:nvPr/>
              </p14:nvContentPartPr>
              <p14:xfrm>
                <a:off x="7125071" y="5671300"/>
                <a:ext cx="38880" cy="277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1D0855AC-3639-BD9F-9349-85BCAB817EFE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107071" y="5653300"/>
                  <a:ext cx="745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B301A1F6-FB7E-7728-1676-13B7766BA770}"/>
                    </a:ext>
                  </a:extLst>
                </p14:cNvPr>
                <p14:cNvContentPartPr/>
                <p14:nvPr/>
              </p14:nvContentPartPr>
              <p14:xfrm>
                <a:off x="7238831" y="6538900"/>
                <a:ext cx="46440" cy="1296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B301A1F6-FB7E-7728-1676-13B7766BA770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220831" y="6520900"/>
                  <a:ext cx="82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D2746F5-6BC7-6CA6-AB8F-A92E21863DBA}"/>
                    </a:ext>
                  </a:extLst>
                </p14:cNvPr>
                <p14:cNvContentPartPr/>
                <p14:nvPr/>
              </p14:nvContentPartPr>
              <p14:xfrm>
                <a:off x="7239911" y="6503260"/>
                <a:ext cx="123840" cy="1630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D2746F5-6BC7-6CA6-AB8F-A92E21863DBA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221911" y="6485260"/>
                  <a:ext cx="159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F613535D-D2D8-B1B1-8EF1-1A9614DBD288}"/>
                    </a:ext>
                  </a:extLst>
                </p14:cNvPr>
                <p14:cNvContentPartPr/>
                <p14:nvPr/>
              </p14:nvContentPartPr>
              <p14:xfrm>
                <a:off x="6517751" y="5331820"/>
                <a:ext cx="43920" cy="1861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F613535D-D2D8-B1B1-8EF1-1A9614DBD288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499751" y="5313855"/>
                  <a:ext cx="79560" cy="2216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55447001-5D94-722F-8949-383FE1A7342E}"/>
                    </a:ext>
                  </a:extLst>
                </p14:cNvPr>
                <p14:cNvContentPartPr/>
                <p14:nvPr/>
              </p14:nvContentPartPr>
              <p14:xfrm>
                <a:off x="6677591" y="5301580"/>
                <a:ext cx="42840" cy="1458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55447001-5D94-722F-8949-383FE1A7342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659591" y="5283580"/>
                  <a:ext cx="78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CAA2055B-1574-019F-720D-9E049C3BBE10}"/>
                    </a:ext>
                  </a:extLst>
                </p14:cNvPr>
                <p14:cNvContentPartPr/>
                <p14:nvPr/>
              </p14:nvContentPartPr>
              <p14:xfrm>
                <a:off x="6719711" y="5353420"/>
                <a:ext cx="121320" cy="1022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CAA2055B-1574-019F-720D-9E049C3BBE10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701764" y="5335420"/>
                  <a:ext cx="156855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A5BB460F-47EF-088C-F66C-C9F440AAC9F5}"/>
                    </a:ext>
                  </a:extLst>
                </p14:cNvPr>
                <p14:cNvContentPartPr/>
                <p14:nvPr/>
              </p14:nvContentPartPr>
              <p14:xfrm>
                <a:off x="6523511" y="6095380"/>
                <a:ext cx="203400" cy="1468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A5BB460F-47EF-088C-F66C-C9F440AAC9F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505543" y="6077380"/>
                  <a:ext cx="238977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F0EAFAD6-D28D-5237-D501-77646FD57EDC}"/>
                    </a:ext>
                  </a:extLst>
                </p14:cNvPr>
                <p14:cNvContentPartPr/>
                <p14:nvPr/>
              </p14:nvContentPartPr>
              <p14:xfrm>
                <a:off x="6675791" y="6145060"/>
                <a:ext cx="36000" cy="1684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F0EAFAD6-D28D-5237-D501-77646FD57ED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657791" y="6127060"/>
                  <a:ext cx="71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FEA3359-8045-5952-3B25-A370CC161A93}"/>
                    </a:ext>
                  </a:extLst>
                </p14:cNvPr>
                <p14:cNvContentPartPr/>
                <p14:nvPr/>
              </p14:nvContentPartPr>
              <p14:xfrm>
                <a:off x="6785951" y="6119860"/>
                <a:ext cx="56520" cy="1378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FEA3359-8045-5952-3B25-A370CC161A9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767836" y="6101907"/>
                  <a:ext cx="92388" cy="1734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61C82E6-08D4-9523-C2D3-7B27DEC18C89}"/>
                    </a:ext>
                  </a:extLst>
                </p14:cNvPr>
                <p14:cNvContentPartPr/>
                <p14:nvPr/>
              </p14:nvContentPartPr>
              <p14:xfrm>
                <a:off x="6822671" y="6090700"/>
                <a:ext cx="124920" cy="1141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61C82E6-08D4-9523-C2D3-7B27DEC18C89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804671" y="6072700"/>
                  <a:ext cx="1605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568C23D6-8FC9-E16B-C623-789480BC3752}"/>
              </a:ext>
            </a:extLst>
          </p:cNvPr>
          <p:cNvGrpSpPr/>
          <p:nvPr/>
        </p:nvGrpSpPr>
        <p:grpSpPr>
          <a:xfrm>
            <a:off x="2871445" y="5598153"/>
            <a:ext cx="298080" cy="286560"/>
            <a:chOff x="7524311" y="5691460"/>
            <a:chExt cx="298080" cy="2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3C6B29B9-79E9-563A-8B8B-072ED27CEF5D}"/>
                    </a:ext>
                  </a:extLst>
                </p14:cNvPr>
                <p14:cNvContentPartPr/>
                <p14:nvPr/>
              </p14:nvContentPartPr>
              <p14:xfrm>
                <a:off x="7524311" y="5768860"/>
                <a:ext cx="115920" cy="273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3C6B29B9-79E9-563A-8B8B-072ED27CEF5D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506311" y="5750860"/>
                  <a:ext cx="151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2C0B4719-641D-D0BC-3EED-D20329D29F4F}"/>
                    </a:ext>
                  </a:extLst>
                </p14:cNvPr>
                <p14:cNvContentPartPr/>
                <p14:nvPr/>
              </p14:nvContentPartPr>
              <p14:xfrm>
                <a:off x="7577591" y="5870020"/>
                <a:ext cx="91440" cy="23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2C0B4719-641D-D0BC-3EED-D20329D29F4F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559520" y="5851739"/>
                  <a:ext cx="127221" cy="595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A48551D-4526-4826-797A-39542795EDD4}"/>
                    </a:ext>
                  </a:extLst>
                </p14:cNvPr>
                <p14:cNvContentPartPr/>
                <p14:nvPr/>
              </p14:nvContentPartPr>
              <p14:xfrm>
                <a:off x="7630871" y="5691460"/>
                <a:ext cx="191520" cy="2865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A48551D-4526-4826-797A-39542795EDD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612871" y="5673460"/>
                  <a:ext cx="227160" cy="32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8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206BEF93-080C-0BAE-D823-F878B5C31F8D}"/>
                  </a:ext>
                </a:extLst>
              </p14:cNvPr>
              <p14:cNvContentPartPr/>
              <p14:nvPr/>
            </p14:nvContentPartPr>
            <p14:xfrm>
              <a:off x="3610165" y="5227353"/>
              <a:ext cx="61560" cy="781920"/>
            </p14:xfrm>
          </p:contentPart>
        </mc:Choice>
        <mc:Fallback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206BEF93-080C-0BAE-D823-F878B5C31F8D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3555847" y="5119353"/>
                <a:ext cx="169833" cy="9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0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7DE040BF-D574-AE9A-5273-F5FC79386834}"/>
                  </a:ext>
                </a:extLst>
              </p14:cNvPr>
              <p14:cNvContentPartPr/>
              <p14:nvPr/>
            </p14:nvContentPartPr>
            <p14:xfrm>
              <a:off x="310405" y="3600873"/>
              <a:ext cx="1627200" cy="505080"/>
            </p14:xfrm>
          </p:contentPart>
        </mc:Choice>
        <mc:Fallback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7DE040BF-D574-AE9A-5273-F5FC79386834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256393" y="3492873"/>
                <a:ext cx="1734864" cy="72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5" name="Group 334">
            <a:extLst>
              <a:ext uri="{FF2B5EF4-FFF2-40B4-BE49-F238E27FC236}">
                <a16:creationId xmlns:a16="http://schemas.microsoft.com/office/drawing/2014/main" id="{D6208486-13FE-0497-9734-06A4C50E1851}"/>
              </a:ext>
            </a:extLst>
          </p:cNvPr>
          <p:cNvGrpSpPr/>
          <p:nvPr/>
        </p:nvGrpSpPr>
        <p:grpSpPr>
          <a:xfrm>
            <a:off x="3336565" y="4991913"/>
            <a:ext cx="2269080" cy="1423800"/>
            <a:chOff x="7989431" y="5085220"/>
            <a:chExt cx="2269080" cy="142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07BDA53E-51A7-C2CA-9CF1-1AAFA270F702}"/>
                    </a:ext>
                  </a:extLst>
                </p14:cNvPr>
                <p14:cNvContentPartPr/>
                <p14:nvPr/>
              </p14:nvContentPartPr>
              <p14:xfrm>
                <a:off x="8272031" y="5114020"/>
                <a:ext cx="41760" cy="5320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07BDA53E-51A7-C2CA-9CF1-1AAFA270F70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254031" y="5096020"/>
                  <a:ext cx="7740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415057D6-2FCE-A75C-7A94-FC3F8AF503A5}"/>
                    </a:ext>
                  </a:extLst>
                </p14:cNvPr>
                <p14:cNvContentPartPr/>
                <p14:nvPr/>
              </p14:nvContentPartPr>
              <p14:xfrm>
                <a:off x="7989431" y="5587060"/>
                <a:ext cx="543600" cy="3492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415057D6-2FCE-A75C-7A94-FC3F8AF503A5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971431" y="5569060"/>
                  <a:ext cx="579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1E8B3F2E-ECF9-DB0B-92AF-5AC64CAF9C44}"/>
                    </a:ext>
                  </a:extLst>
                </p14:cNvPr>
                <p14:cNvContentPartPr/>
                <p14:nvPr/>
              </p14:nvContentPartPr>
              <p14:xfrm>
                <a:off x="8232071" y="5779660"/>
                <a:ext cx="105120" cy="356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1E8B3F2E-ECF9-DB0B-92AF-5AC64CAF9C44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214071" y="5761660"/>
                  <a:ext cx="140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1B87F7DB-DAC4-EC23-CE97-D3CFC1C7EB35}"/>
                    </a:ext>
                  </a:extLst>
                </p14:cNvPr>
                <p14:cNvContentPartPr/>
                <p14:nvPr/>
              </p14:nvContentPartPr>
              <p14:xfrm>
                <a:off x="8294711" y="5824660"/>
                <a:ext cx="53640" cy="6350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1B87F7DB-DAC4-EC23-CE97-D3CFC1C7EB35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276711" y="5806670"/>
                  <a:ext cx="89280" cy="6706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654092A-97D7-EC31-B159-72C94A2CED39}"/>
                    </a:ext>
                  </a:extLst>
                </p14:cNvPr>
                <p14:cNvContentPartPr/>
                <p14:nvPr/>
              </p14:nvContentPartPr>
              <p14:xfrm>
                <a:off x="8315951" y="5085220"/>
                <a:ext cx="1053000" cy="720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654092A-97D7-EC31-B159-72C94A2CED39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297951" y="5067220"/>
                  <a:ext cx="1088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2CC6DADB-A88A-29C5-8626-917E9F7DFC24}"/>
                    </a:ext>
                  </a:extLst>
                </p14:cNvPr>
                <p14:cNvContentPartPr/>
                <p14:nvPr/>
              </p14:nvContentPartPr>
              <p14:xfrm>
                <a:off x="9328271" y="5116180"/>
                <a:ext cx="28440" cy="2793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2CC6DADB-A88A-29C5-8626-917E9F7DFC2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310040" y="5098180"/>
                  <a:ext cx="64537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35C475A-A23B-DE09-7262-D267B1798A05}"/>
                    </a:ext>
                  </a:extLst>
                </p14:cNvPr>
                <p14:cNvContentPartPr/>
                <p14:nvPr/>
              </p14:nvContentPartPr>
              <p14:xfrm>
                <a:off x="9298391" y="5398780"/>
                <a:ext cx="84960" cy="198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35C475A-A23B-DE09-7262-D267B1798A0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280467" y="5380780"/>
                  <a:ext cx="12045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72EF83F-9EE7-A424-F4E0-919E1605C6B3}"/>
                    </a:ext>
                  </a:extLst>
                </p14:cNvPr>
                <p14:cNvContentPartPr/>
                <p14:nvPr/>
              </p14:nvContentPartPr>
              <p14:xfrm>
                <a:off x="9367511" y="5618020"/>
                <a:ext cx="17640" cy="2869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72EF83F-9EE7-A424-F4E0-919E1605C6B3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349511" y="5600020"/>
                  <a:ext cx="532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966A9CE-B3BE-6E13-D683-CC761C7CDFB4}"/>
                    </a:ext>
                  </a:extLst>
                </p14:cNvPr>
                <p14:cNvContentPartPr/>
                <p14:nvPr/>
              </p14:nvContentPartPr>
              <p14:xfrm>
                <a:off x="9330071" y="5934100"/>
                <a:ext cx="71640" cy="2253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966A9CE-B3BE-6E13-D683-CC761C7CDFB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12071" y="5916100"/>
                  <a:ext cx="107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1F24001-827F-7396-9E53-C82A432C4F79}"/>
                    </a:ext>
                  </a:extLst>
                </p14:cNvPr>
                <p14:cNvContentPartPr/>
                <p14:nvPr/>
              </p14:nvContentPartPr>
              <p14:xfrm>
                <a:off x="9395231" y="6165220"/>
                <a:ext cx="11520" cy="97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1F24001-827F-7396-9E53-C82A432C4F79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377231" y="6147220"/>
                  <a:ext cx="47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3DF3A6C-EAFC-A4CD-E788-70064348CB4F}"/>
                    </a:ext>
                  </a:extLst>
                </p14:cNvPr>
                <p14:cNvContentPartPr/>
                <p14:nvPr/>
              </p14:nvContentPartPr>
              <p14:xfrm>
                <a:off x="9381911" y="6195460"/>
                <a:ext cx="35280" cy="3024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3DF3A6C-EAFC-A4CD-E788-70064348CB4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363911" y="6177460"/>
                  <a:ext cx="709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3450FC11-0F17-D61B-B1A4-4D710F497278}"/>
                    </a:ext>
                  </a:extLst>
                </p14:cNvPr>
                <p14:cNvContentPartPr/>
                <p14:nvPr/>
              </p14:nvContentPartPr>
              <p14:xfrm>
                <a:off x="8153591" y="6463300"/>
                <a:ext cx="1269360" cy="457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3450FC11-0F17-D61B-B1A4-4D710F497278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135591" y="6445300"/>
                  <a:ext cx="13050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490963D-DA48-9D61-A648-877CD0DC615E}"/>
                    </a:ext>
                  </a:extLst>
                </p14:cNvPr>
                <p14:cNvContentPartPr/>
                <p14:nvPr/>
              </p14:nvContentPartPr>
              <p14:xfrm>
                <a:off x="9320711" y="5751220"/>
                <a:ext cx="828000" cy="630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490963D-DA48-9D61-A648-877CD0DC615E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302711" y="5733220"/>
                  <a:ext cx="8636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3A979B49-6D98-1140-2D4A-931571E7CF46}"/>
                    </a:ext>
                  </a:extLst>
                </p14:cNvPr>
                <p14:cNvContentPartPr/>
                <p14:nvPr/>
              </p14:nvContentPartPr>
              <p14:xfrm>
                <a:off x="9376871" y="6339100"/>
                <a:ext cx="881640" cy="1472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3A979B49-6D98-1140-2D4A-931571E7CF4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358871" y="6321100"/>
                  <a:ext cx="917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AB4C11F4-96AA-50BF-1A29-0FF38C32B03D}"/>
                    </a:ext>
                  </a:extLst>
                </p14:cNvPr>
                <p14:cNvContentPartPr/>
                <p14:nvPr/>
              </p14:nvContentPartPr>
              <p14:xfrm>
                <a:off x="8462471" y="5486260"/>
                <a:ext cx="4680" cy="21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AB4C11F4-96AA-50BF-1A29-0FF38C32B03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444471" y="5470831"/>
                  <a:ext cx="40320" cy="32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636105B3-7C7D-35CA-E705-3EDEFCC30273}"/>
                    </a:ext>
                  </a:extLst>
                </p14:cNvPr>
                <p14:cNvContentPartPr/>
                <p14:nvPr/>
              </p14:nvContentPartPr>
              <p14:xfrm>
                <a:off x="8408471" y="5326780"/>
                <a:ext cx="17640" cy="918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636105B3-7C7D-35CA-E705-3EDEFCC3027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390471" y="5308780"/>
                  <a:ext cx="532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24B08505-FAA8-A032-718D-A6B77F8B67C4}"/>
                    </a:ext>
                  </a:extLst>
                </p14:cNvPr>
                <p14:cNvContentPartPr/>
                <p14:nvPr/>
              </p14:nvContentPartPr>
              <p14:xfrm>
                <a:off x="8401631" y="5559340"/>
                <a:ext cx="17640" cy="666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24B08505-FAA8-A032-718D-A6B77F8B67C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383256" y="5541340"/>
                  <a:ext cx="54023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24D3A5AB-EC53-7CAB-84F1-143D2B8524F7}"/>
                    </a:ext>
                  </a:extLst>
                </p14:cNvPr>
                <p14:cNvContentPartPr/>
                <p14:nvPr/>
              </p14:nvContentPartPr>
              <p14:xfrm>
                <a:off x="8421791" y="5749420"/>
                <a:ext cx="5760" cy="1036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24D3A5AB-EC53-7CAB-84F1-143D2B8524F7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403791" y="5731420"/>
                  <a:ext cx="414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5EFD18AC-368D-88F0-9926-D2DD30A5715B}"/>
                    </a:ext>
                  </a:extLst>
                </p14:cNvPr>
                <p14:cNvContentPartPr/>
                <p14:nvPr/>
              </p14:nvContentPartPr>
              <p14:xfrm>
                <a:off x="8414591" y="5930860"/>
                <a:ext cx="11520" cy="550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5EFD18AC-368D-88F0-9926-D2DD30A5715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8396591" y="5912742"/>
                  <a:ext cx="47160" cy="90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C9483B03-49E2-C6A3-DE19-06A273D6290B}"/>
                    </a:ext>
                  </a:extLst>
                </p14:cNvPr>
                <p14:cNvContentPartPr/>
                <p14:nvPr/>
              </p14:nvContentPartPr>
              <p14:xfrm>
                <a:off x="8411351" y="6026260"/>
                <a:ext cx="10440" cy="957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C9483B03-49E2-C6A3-DE19-06A273D6290B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393351" y="6008260"/>
                  <a:ext cx="46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A38CCE7-9D7C-E8A6-3191-9C949688E690}"/>
                    </a:ext>
                  </a:extLst>
                </p14:cNvPr>
                <p14:cNvContentPartPr/>
                <p14:nvPr/>
              </p14:nvContentPartPr>
              <p14:xfrm>
                <a:off x="8422151" y="5744020"/>
                <a:ext cx="9720" cy="1800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A38CCE7-9D7C-E8A6-3191-9C949688E690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404151" y="5726373"/>
                  <a:ext cx="45360" cy="529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DC007425-0279-8825-AD15-A57E947C4575}"/>
                    </a:ext>
                  </a:extLst>
                </p14:cNvPr>
                <p14:cNvContentPartPr/>
                <p14:nvPr/>
              </p14:nvContentPartPr>
              <p14:xfrm>
                <a:off x="8246471" y="5265940"/>
                <a:ext cx="201600" cy="943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DC007425-0279-8825-AD15-A57E947C457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228471" y="5247940"/>
                  <a:ext cx="237240" cy="9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FD157F63-09DD-68C8-7BB1-E94EA97D3621}"/>
                    </a:ext>
                  </a:extLst>
                </p14:cNvPr>
                <p14:cNvContentPartPr/>
                <p14:nvPr/>
              </p14:nvContentPartPr>
              <p14:xfrm>
                <a:off x="9526631" y="5290780"/>
                <a:ext cx="63360" cy="2300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FD157F63-09DD-68C8-7BB1-E94EA97D362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508733" y="5272780"/>
                  <a:ext cx="98799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D3BB2B97-28DB-E63A-F53C-0601403F2E88}"/>
                    </a:ext>
                  </a:extLst>
                </p14:cNvPr>
                <p14:cNvContentPartPr/>
                <p14:nvPr/>
              </p14:nvContentPartPr>
              <p14:xfrm>
                <a:off x="9676751" y="5291500"/>
                <a:ext cx="66960" cy="1544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D3BB2B97-28DB-E63A-F53C-0601403F2E88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658751" y="5273500"/>
                  <a:ext cx="102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7E9E076B-37DB-C6D4-FB9E-2B0C1A4CC8D3}"/>
                    </a:ext>
                  </a:extLst>
                </p14:cNvPr>
                <p14:cNvContentPartPr/>
                <p14:nvPr/>
              </p14:nvContentPartPr>
              <p14:xfrm>
                <a:off x="9749111" y="5274580"/>
                <a:ext cx="109800" cy="1008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7E9E076B-37DB-C6D4-FB9E-2B0C1A4CC8D3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731111" y="5256580"/>
                  <a:ext cx="1454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024F6F82-0274-58B5-890B-0EBF52A00CF4}"/>
                    </a:ext>
                  </a:extLst>
                </p14:cNvPr>
                <p14:cNvContentPartPr/>
                <p14:nvPr/>
              </p14:nvContentPartPr>
              <p14:xfrm>
                <a:off x="9622031" y="5961460"/>
                <a:ext cx="124200" cy="1900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024F6F82-0274-58B5-890B-0EBF52A00CF4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603979" y="5943460"/>
                  <a:ext cx="159944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32763D7B-FE25-2C38-6128-6DF91BEC581F}"/>
                    </a:ext>
                  </a:extLst>
                </p14:cNvPr>
                <p14:cNvContentPartPr/>
                <p14:nvPr/>
              </p14:nvContentPartPr>
              <p14:xfrm>
                <a:off x="9768191" y="6025900"/>
                <a:ext cx="23400" cy="1803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32763D7B-FE25-2C38-6128-6DF91BEC581F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750191" y="6007864"/>
                  <a:ext cx="59040" cy="216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2F52B2D-A55E-D075-070D-8FB9D85B0BB0}"/>
                    </a:ext>
                  </a:extLst>
                </p14:cNvPr>
                <p14:cNvContentPartPr/>
                <p14:nvPr/>
              </p14:nvContentPartPr>
              <p14:xfrm>
                <a:off x="9942431" y="5988460"/>
                <a:ext cx="26280" cy="1551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2F52B2D-A55E-D075-070D-8FB9D85B0BB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924431" y="5970460"/>
                  <a:ext cx="619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71F95C4-1A28-2166-9648-23C311B07F23}"/>
                    </a:ext>
                  </a:extLst>
                </p14:cNvPr>
                <p14:cNvContentPartPr/>
                <p14:nvPr/>
              </p14:nvContentPartPr>
              <p14:xfrm>
                <a:off x="9982031" y="5979460"/>
                <a:ext cx="79560" cy="11952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71F95C4-1A28-2166-9648-23C311B07F23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964031" y="5961460"/>
                  <a:ext cx="11520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0A5697E1-CFCE-CAC0-F84B-29D96FB8A885}"/>
              </a:ext>
            </a:extLst>
          </p:cNvPr>
          <p:cNvGrpSpPr/>
          <p:nvPr/>
        </p:nvGrpSpPr>
        <p:grpSpPr>
          <a:xfrm>
            <a:off x="6648791" y="4884700"/>
            <a:ext cx="1790640" cy="1606680"/>
            <a:chOff x="6648791" y="4884700"/>
            <a:chExt cx="1790640" cy="160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ADC19B7-CFA9-17F4-7068-B38609B70257}"/>
                    </a:ext>
                  </a:extLst>
                </p14:cNvPr>
                <p14:cNvContentPartPr/>
                <p14:nvPr/>
              </p14:nvContentPartPr>
              <p14:xfrm>
                <a:off x="6648791" y="4929700"/>
                <a:ext cx="42120" cy="1388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ADC19B7-CFA9-17F4-7068-B38609B70257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631151" y="4912060"/>
                  <a:ext cx="77760" cy="14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AF6DE34-8218-2182-2569-3A52F6FC3623}"/>
                    </a:ext>
                  </a:extLst>
                </p14:cNvPr>
                <p14:cNvContentPartPr/>
                <p14:nvPr/>
              </p14:nvContentPartPr>
              <p14:xfrm>
                <a:off x="6705671" y="4884700"/>
                <a:ext cx="731520" cy="75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AF6DE34-8218-2182-2569-3A52F6FC3623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687671" y="4866700"/>
                  <a:ext cx="7671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7EB3893-F31B-7BD5-C85B-0AEAC34CEABA}"/>
                    </a:ext>
                  </a:extLst>
                </p14:cNvPr>
                <p14:cNvContentPartPr/>
                <p14:nvPr/>
              </p14:nvContentPartPr>
              <p14:xfrm>
                <a:off x="7420271" y="4896940"/>
                <a:ext cx="29160" cy="204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7EB3893-F31B-7BD5-C85B-0AEAC34CEABA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402631" y="4878940"/>
                  <a:ext cx="648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1D4E6EC-27A9-CE7C-C693-BB47D705F26C}"/>
                    </a:ext>
                  </a:extLst>
                </p14:cNvPr>
                <p14:cNvContentPartPr/>
                <p14:nvPr/>
              </p14:nvContentPartPr>
              <p14:xfrm>
                <a:off x="7404071" y="5127700"/>
                <a:ext cx="129240" cy="221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1D4E6EC-27A9-CE7C-C693-BB47D705F26C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386431" y="5110060"/>
                  <a:ext cx="164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EFAE15F-7C2B-3E30-DAD0-84F429055307}"/>
                    </a:ext>
                  </a:extLst>
                </p14:cNvPr>
                <p14:cNvContentPartPr/>
                <p14:nvPr/>
              </p14:nvContentPartPr>
              <p14:xfrm>
                <a:off x="7482551" y="5336140"/>
                <a:ext cx="47520" cy="287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EFAE15F-7C2B-3E30-DAD0-84F429055307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464911" y="5318500"/>
                  <a:ext cx="831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4F51DE9-D3D4-27EF-2D3C-C9CB081EAE00}"/>
                    </a:ext>
                  </a:extLst>
                </p14:cNvPr>
                <p14:cNvContentPartPr/>
                <p14:nvPr/>
              </p14:nvContentPartPr>
              <p14:xfrm>
                <a:off x="7467071" y="5612260"/>
                <a:ext cx="46800" cy="478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4F51DE9-D3D4-27EF-2D3C-C9CB081EAE00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7449431" y="5594620"/>
                  <a:ext cx="82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5DBBB4D-F355-CE35-2635-D9812FD410FE}"/>
                    </a:ext>
                  </a:extLst>
                </p14:cNvPr>
                <p14:cNvContentPartPr/>
                <p14:nvPr/>
              </p14:nvContentPartPr>
              <p14:xfrm>
                <a:off x="7462391" y="5612980"/>
                <a:ext cx="623520" cy="64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5DBBB4D-F355-CE35-2635-D9812FD410FE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444391" y="5595340"/>
                  <a:ext cx="659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2AAAE2A-83EA-E1DB-9167-35FA9D391CD2}"/>
                    </a:ext>
                  </a:extLst>
                </p14:cNvPr>
                <p14:cNvContentPartPr/>
                <p14:nvPr/>
              </p14:nvContentPartPr>
              <p14:xfrm>
                <a:off x="8231351" y="5437300"/>
                <a:ext cx="9360" cy="194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2AAAE2A-83EA-E1DB-9167-35FA9D391CD2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213711" y="5419300"/>
                  <a:ext cx="450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64F13F0-FFD2-F8A6-EBCE-000C0ECA1EF5}"/>
                    </a:ext>
                  </a:extLst>
                </p14:cNvPr>
                <p14:cNvContentPartPr/>
                <p14:nvPr/>
              </p14:nvContentPartPr>
              <p14:xfrm>
                <a:off x="8216951" y="5414260"/>
                <a:ext cx="194400" cy="1465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64F13F0-FFD2-F8A6-EBCE-000C0ECA1EF5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198951" y="5396620"/>
                  <a:ext cx="230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1DB53420-686D-ED89-9A26-C443BD3195C4}"/>
                    </a:ext>
                  </a:extLst>
                </p14:cNvPr>
                <p14:cNvContentPartPr/>
                <p14:nvPr/>
              </p14:nvContentPartPr>
              <p14:xfrm>
                <a:off x="8259071" y="5520460"/>
                <a:ext cx="91440" cy="500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1DB53420-686D-ED89-9A26-C443BD3195C4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241071" y="5502820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9B2DD05D-981C-9BF8-ADC2-4ECBE4306F06}"/>
                    </a:ext>
                  </a:extLst>
                </p14:cNvPr>
                <p14:cNvContentPartPr/>
                <p14:nvPr/>
              </p14:nvContentPartPr>
              <p14:xfrm>
                <a:off x="7495511" y="5692180"/>
                <a:ext cx="12600" cy="1731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9B2DD05D-981C-9BF8-ADC2-4ECBE4306F06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477511" y="5674540"/>
                  <a:ext cx="482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B55D856A-6B0C-C5DF-D122-74871DDDF3C1}"/>
                    </a:ext>
                  </a:extLst>
                </p14:cNvPr>
                <p14:cNvContentPartPr/>
                <p14:nvPr/>
              </p14:nvContentPartPr>
              <p14:xfrm>
                <a:off x="7477151" y="5908900"/>
                <a:ext cx="82080" cy="1724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B55D856A-6B0C-C5DF-D122-74871DDDF3C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7459151" y="5890900"/>
                  <a:ext cx="1177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27A3AFD0-109E-E154-1C77-94A8E1AC154B}"/>
                    </a:ext>
                  </a:extLst>
                </p14:cNvPr>
                <p14:cNvContentPartPr/>
                <p14:nvPr/>
              </p14:nvContentPartPr>
              <p14:xfrm>
                <a:off x="7536911" y="6073420"/>
                <a:ext cx="33840" cy="16092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27A3AFD0-109E-E154-1C77-94A8E1AC154B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7518911" y="6055780"/>
                  <a:ext cx="69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3F39F95A-9D17-8E0E-2236-95624085D595}"/>
                    </a:ext>
                  </a:extLst>
                </p14:cNvPr>
                <p14:cNvContentPartPr/>
                <p14:nvPr/>
              </p14:nvContentPartPr>
              <p14:xfrm>
                <a:off x="7534751" y="6244780"/>
                <a:ext cx="39960" cy="421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3F39F95A-9D17-8E0E-2236-95624085D595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7517111" y="6227140"/>
                  <a:ext cx="75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E64BE3C0-B013-2B1E-A622-710EF9FE0002}"/>
                    </a:ext>
                  </a:extLst>
                </p14:cNvPr>
                <p14:cNvContentPartPr/>
                <p14:nvPr/>
              </p14:nvContentPartPr>
              <p14:xfrm>
                <a:off x="6694151" y="6277540"/>
                <a:ext cx="900360" cy="756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E64BE3C0-B013-2B1E-A622-710EF9FE0002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676511" y="6259900"/>
                  <a:ext cx="936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E2E7ACD8-1614-3937-6D54-4979A6153A55}"/>
                    </a:ext>
                  </a:extLst>
                </p14:cNvPr>
                <p14:cNvContentPartPr/>
                <p14:nvPr/>
              </p14:nvContentPartPr>
              <p14:xfrm>
                <a:off x="7591991" y="6263500"/>
                <a:ext cx="525960" cy="532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E2E7ACD8-1614-3937-6D54-4979A6153A5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7574351" y="6245500"/>
                  <a:ext cx="5616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9396C71D-63B1-6027-5816-66297D56E84F}"/>
                    </a:ext>
                  </a:extLst>
                </p14:cNvPr>
                <p14:cNvContentPartPr/>
                <p14:nvPr/>
              </p14:nvContentPartPr>
              <p14:xfrm>
                <a:off x="8112191" y="6251620"/>
                <a:ext cx="45000" cy="597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9396C71D-63B1-6027-5816-66297D56E84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8094551" y="6233980"/>
                  <a:ext cx="806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B3941F8F-F8FD-1DB7-A18D-DE3AD2709DA8}"/>
                    </a:ext>
                  </a:extLst>
                </p14:cNvPr>
                <p14:cNvContentPartPr/>
                <p14:nvPr/>
              </p14:nvContentPartPr>
              <p14:xfrm>
                <a:off x="8278871" y="6247660"/>
                <a:ext cx="59400" cy="24372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B3941F8F-F8FD-1DB7-A18D-DE3AD2709DA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8260871" y="6230020"/>
                  <a:ext cx="950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A1C26BA-EC8C-7AA6-26EE-41F26DDD711A}"/>
                    </a:ext>
                  </a:extLst>
                </p14:cNvPr>
                <p14:cNvContentPartPr/>
                <p14:nvPr/>
              </p14:nvContentPartPr>
              <p14:xfrm>
                <a:off x="8272031" y="6252340"/>
                <a:ext cx="167400" cy="214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A1C26BA-EC8C-7AA6-26EE-41F26DDD711A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8254031" y="6234700"/>
                  <a:ext cx="2030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AE48DDD-5093-D2A2-C6CC-BDE18144E021}"/>
                    </a:ext>
                  </a:extLst>
                </p14:cNvPr>
                <p14:cNvContentPartPr/>
                <p14:nvPr/>
              </p14:nvContentPartPr>
              <p14:xfrm>
                <a:off x="7663631" y="5075860"/>
                <a:ext cx="84960" cy="1836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AE48DDD-5093-D2A2-C6CC-BDE18144E021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7645631" y="5058220"/>
                  <a:ext cx="1206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6C03E0B9-3D3A-3851-600C-3E8C57C60C4B}"/>
                    </a:ext>
                  </a:extLst>
                </p14:cNvPr>
                <p14:cNvContentPartPr/>
                <p14:nvPr/>
              </p14:nvContentPartPr>
              <p14:xfrm>
                <a:off x="7706111" y="5885860"/>
                <a:ext cx="129600" cy="1609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6C03E0B9-3D3A-3851-600C-3E8C57C60C4B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7688471" y="5868220"/>
                  <a:ext cx="165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E98DB520-29F1-F9F8-7486-643452CDDAFE}"/>
                    </a:ext>
                  </a:extLst>
                </p14:cNvPr>
                <p14:cNvContentPartPr/>
                <p14:nvPr/>
              </p14:nvContentPartPr>
              <p14:xfrm>
                <a:off x="7827431" y="5929780"/>
                <a:ext cx="74880" cy="15624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E98DB520-29F1-F9F8-7486-643452CDDAFE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7809431" y="5912140"/>
                  <a:ext cx="1105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3D7DE1F3-6B30-1FED-3C67-06C1F0256849}"/>
                    </a:ext>
                  </a:extLst>
                </p14:cNvPr>
                <p14:cNvContentPartPr/>
                <p14:nvPr/>
              </p14:nvContentPartPr>
              <p14:xfrm>
                <a:off x="7988711" y="5890900"/>
                <a:ext cx="81720" cy="1443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3D7DE1F3-6B30-1FED-3C67-06C1F025684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970711" y="5873260"/>
                  <a:ext cx="1173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234DFFB-CB1F-E96E-9C7E-F6C5B8F0034D}"/>
                    </a:ext>
                  </a:extLst>
                </p14:cNvPr>
                <p14:cNvContentPartPr/>
                <p14:nvPr/>
              </p14:nvContentPartPr>
              <p14:xfrm>
                <a:off x="8053151" y="5876860"/>
                <a:ext cx="80280" cy="957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234DFFB-CB1F-E96E-9C7E-F6C5B8F0034D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8035511" y="5858860"/>
                  <a:ext cx="11592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CC4036B0-FBA8-9195-7EF3-2916EE81B554}"/>
              </a:ext>
            </a:extLst>
          </p:cNvPr>
          <p:cNvGrpSpPr/>
          <p:nvPr/>
        </p:nvGrpSpPr>
        <p:grpSpPr>
          <a:xfrm>
            <a:off x="7826351" y="4999540"/>
            <a:ext cx="239400" cy="240480"/>
            <a:chOff x="7826351" y="4999540"/>
            <a:chExt cx="23940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CAAB19BE-2C7F-D69A-090B-4CE8BB065216}"/>
                    </a:ext>
                  </a:extLst>
                </p14:cNvPr>
                <p14:cNvContentPartPr/>
                <p14:nvPr/>
              </p14:nvContentPartPr>
              <p14:xfrm>
                <a:off x="7826351" y="5023660"/>
                <a:ext cx="15120" cy="766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CAAB19BE-2C7F-D69A-090B-4CE8BB065216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808711" y="5006020"/>
                  <a:ext cx="50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82BB836-2500-073F-57E3-B753693377AC}"/>
                    </a:ext>
                  </a:extLst>
                </p14:cNvPr>
                <p14:cNvContentPartPr/>
                <p14:nvPr/>
              </p14:nvContentPartPr>
              <p14:xfrm>
                <a:off x="7828511" y="5044540"/>
                <a:ext cx="78480" cy="1954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82BB836-2500-073F-57E3-B753693377AC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810511" y="5026540"/>
                  <a:ext cx="114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56EB835-AE9D-BF11-F4D6-FCAC0D3067A1}"/>
                    </a:ext>
                  </a:extLst>
                </p14:cNvPr>
                <p14:cNvContentPartPr/>
                <p14:nvPr/>
              </p14:nvContentPartPr>
              <p14:xfrm>
                <a:off x="7883231" y="4999540"/>
                <a:ext cx="182520" cy="1724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56EB835-AE9D-BF11-F4D6-FCAC0D3067A1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7865231" y="4981900"/>
                  <a:ext cx="218160" cy="20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C3092DC2-F6AE-36E9-04FA-9B3761149CE8}"/>
              </a:ext>
            </a:extLst>
          </p:cNvPr>
          <p:cNvGrpSpPr/>
          <p:nvPr/>
        </p:nvGrpSpPr>
        <p:grpSpPr>
          <a:xfrm>
            <a:off x="8461031" y="2604820"/>
            <a:ext cx="3061080" cy="768960"/>
            <a:chOff x="8461031" y="2604820"/>
            <a:chExt cx="3061080" cy="76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CE1F3D1-E523-1D47-F83C-3956170EF2F1}"/>
                    </a:ext>
                  </a:extLst>
                </p14:cNvPr>
                <p14:cNvContentPartPr/>
                <p14:nvPr/>
              </p14:nvContentPartPr>
              <p14:xfrm>
                <a:off x="8461031" y="2830900"/>
                <a:ext cx="413280" cy="363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CE1F3D1-E523-1D47-F83C-3956170EF2F1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8443391" y="2812900"/>
                  <a:ext cx="448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FFE30382-CB30-2A1D-1F1F-5CAC22A51E06}"/>
                    </a:ext>
                  </a:extLst>
                </p14:cNvPr>
                <p14:cNvContentPartPr/>
                <p14:nvPr/>
              </p14:nvContentPartPr>
              <p14:xfrm>
                <a:off x="8904911" y="2718220"/>
                <a:ext cx="448560" cy="1533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FFE30382-CB30-2A1D-1F1F-5CAC22A51E06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8886911" y="2700220"/>
                  <a:ext cx="4842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090AE0D-B92C-621A-4AD2-C720A2FBB164}"/>
                    </a:ext>
                  </a:extLst>
                </p14:cNvPr>
                <p14:cNvContentPartPr/>
                <p14:nvPr/>
              </p14:nvContentPartPr>
              <p14:xfrm>
                <a:off x="9356351" y="2798140"/>
                <a:ext cx="633240" cy="525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090AE0D-B92C-621A-4AD2-C720A2FBB164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338711" y="2780500"/>
                  <a:ext cx="6688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5166459-973E-31FA-F428-64C3710AEBD6}"/>
                    </a:ext>
                  </a:extLst>
                </p14:cNvPr>
                <p14:cNvContentPartPr/>
                <p14:nvPr/>
              </p14:nvContentPartPr>
              <p14:xfrm>
                <a:off x="9973751" y="2770420"/>
                <a:ext cx="41760" cy="6516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5166459-973E-31FA-F428-64C3710AEBD6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9955751" y="2752420"/>
                  <a:ext cx="774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D4048CDF-8B30-4E75-7F61-52A1F821EFC6}"/>
                    </a:ext>
                  </a:extLst>
                </p14:cNvPr>
                <p14:cNvContentPartPr/>
                <p14:nvPr/>
              </p14:nvContentPartPr>
              <p14:xfrm>
                <a:off x="10011911" y="2721100"/>
                <a:ext cx="780480" cy="1162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D4048CDF-8B30-4E75-7F61-52A1F821EFC6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994271" y="2703100"/>
                  <a:ext cx="8161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2CE3EB9-0C2B-30A4-2925-149C4AAF4D56}"/>
                    </a:ext>
                  </a:extLst>
                </p14:cNvPr>
                <p14:cNvContentPartPr/>
                <p14:nvPr/>
              </p14:nvContentPartPr>
              <p14:xfrm>
                <a:off x="10788431" y="2772220"/>
                <a:ext cx="733680" cy="651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2CE3EB9-0C2B-30A4-2925-149C4AAF4D56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0770791" y="2754580"/>
                  <a:ext cx="7693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5EAD044A-BDE2-AD0B-D49A-58D4D14D93D4}"/>
                    </a:ext>
                  </a:extLst>
                </p14:cNvPr>
                <p14:cNvContentPartPr/>
                <p14:nvPr/>
              </p14:nvContentPartPr>
              <p14:xfrm>
                <a:off x="9841991" y="2604820"/>
                <a:ext cx="355680" cy="45504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5EAD044A-BDE2-AD0B-D49A-58D4D14D93D4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9823991" y="2587180"/>
                  <a:ext cx="39132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7B6D77D3-23B6-E22A-EC25-B2C2755305B9}"/>
                    </a:ext>
                  </a:extLst>
                </p14:cNvPr>
                <p14:cNvContentPartPr/>
                <p14:nvPr/>
              </p14:nvContentPartPr>
              <p14:xfrm>
                <a:off x="9824351" y="2723260"/>
                <a:ext cx="25560" cy="32148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7B6D77D3-23B6-E22A-EC25-B2C2755305B9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9806351" y="2705260"/>
                  <a:ext cx="612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56361D61-AE12-274A-91A0-7E998F57A125}"/>
                    </a:ext>
                  </a:extLst>
                </p14:cNvPr>
                <p14:cNvContentPartPr/>
                <p14:nvPr/>
              </p14:nvContentPartPr>
              <p14:xfrm>
                <a:off x="9956111" y="3045100"/>
                <a:ext cx="2160" cy="540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56361D61-AE12-274A-91A0-7E998F57A125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9938111" y="3027460"/>
                  <a:ext cx="378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9DB359EA-DD31-156A-FFBF-34704ECA367C}"/>
                    </a:ext>
                  </a:extLst>
                </p14:cNvPr>
                <p14:cNvContentPartPr/>
                <p14:nvPr/>
              </p14:nvContentPartPr>
              <p14:xfrm>
                <a:off x="8651471" y="3175060"/>
                <a:ext cx="104400" cy="1850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9DB359EA-DD31-156A-FFBF-34704ECA367C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8633471" y="3157060"/>
                  <a:ext cx="140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5A8C6B68-5F1C-D96A-6FB2-8D0D73AA6AAB}"/>
                    </a:ext>
                  </a:extLst>
                </p14:cNvPr>
                <p14:cNvContentPartPr/>
                <p14:nvPr/>
              </p14:nvContentPartPr>
              <p14:xfrm>
                <a:off x="8887271" y="3171820"/>
                <a:ext cx="147600" cy="1400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5A8C6B68-5F1C-D96A-6FB2-8D0D73AA6AAB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869271" y="3153820"/>
                  <a:ext cx="183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AAB604A4-26C4-B349-B259-01590F00861A}"/>
                    </a:ext>
                  </a:extLst>
                </p14:cNvPr>
                <p14:cNvContentPartPr/>
                <p14:nvPr/>
              </p14:nvContentPartPr>
              <p14:xfrm>
                <a:off x="9080591" y="3222580"/>
                <a:ext cx="131040" cy="1098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AAB604A4-26C4-B349-B259-01590F00861A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062591" y="3204940"/>
                  <a:ext cx="1666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42A067A0-E41E-EB3E-1888-78684EAD76DD}"/>
                    </a:ext>
                  </a:extLst>
                </p14:cNvPr>
                <p14:cNvContentPartPr/>
                <p14:nvPr/>
              </p14:nvContentPartPr>
              <p14:xfrm>
                <a:off x="9243671" y="3250300"/>
                <a:ext cx="87480" cy="712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42A067A0-E41E-EB3E-1888-78684EAD76DD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226031" y="3232660"/>
                  <a:ext cx="123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83273C2-CCF2-4E05-420A-4587E43EE190}"/>
                    </a:ext>
                  </a:extLst>
                </p14:cNvPr>
                <p14:cNvContentPartPr/>
                <p14:nvPr/>
              </p14:nvContentPartPr>
              <p14:xfrm>
                <a:off x="9460751" y="3245980"/>
                <a:ext cx="3240" cy="6408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83273C2-CCF2-4E05-420A-4587E43EE19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442751" y="3228340"/>
                  <a:ext cx="388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23EA873E-3A73-6901-E984-4D22CF1D0743}"/>
                    </a:ext>
                  </a:extLst>
                </p14:cNvPr>
                <p14:cNvContentPartPr/>
                <p14:nvPr/>
              </p14:nvContentPartPr>
              <p14:xfrm>
                <a:off x="9456071" y="3122140"/>
                <a:ext cx="14760" cy="5112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23EA873E-3A73-6901-E984-4D22CF1D0743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438431" y="3104500"/>
                  <a:ext cx="50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7373B904-E225-63F5-C8F7-F4B203321515}"/>
                    </a:ext>
                  </a:extLst>
                </p14:cNvPr>
                <p14:cNvContentPartPr/>
                <p14:nvPr/>
              </p14:nvContentPartPr>
              <p14:xfrm>
                <a:off x="9570911" y="3215380"/>
                <a:ext cx="298800" cy="1584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7373B904-E225-63F5-C8F7-F4B20332151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552911" y="3197380"/>
                  <a:ext cx="3344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FE47F503-A3F2-BDD3-1FD2-9FF39F49D5EB}"/>
                    </a:ext>
                  </a:extLst>
                </p14:cNvPr>
                <p14:cNvContentPartPr/>
                <p14:nvPr/>
              </p14:nvContentPartPr>
              <p14:xfrm>
                <a:off x="10055831" y="3251020"/>
                <a:ext cx="83880" cy="9000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FE47F503-A3F2-BDD3-1FD2-9FF39F49D5EB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037831" y="3233380"/>
                  <a:ext cx="1195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45A9B2B-32C9-011E-FF20-BC7A359C7FEA}"/>
                    </a:ext>
                  </a:extLst>
                </p14:cNvPr>
                <p14:cNvContentPartPr/>
                <p14:nvPr/>
              </p14:nvContentPartPr>
              <p14:xfrm>
                <a:off x="10192631" y="3255700"/>
                <a:ext cx="130680" cy="669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45A9B2B-32C9-011E-FF20-BC7A359C7FEA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174991" y="3237700"/>
                  <a:ext cx="1663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37299577-1ABA-E905-82E4-0612B872BA4C}"/>
                    </a:ext>
                  </a:extLst>
                </p14:cNvPr>
                <p14:cNvContentPartPr/>
                <p14:nvPr/>
              </p14:nvContentPartPr>
              <p14:xfrm>
                <a:off x="10383431" y="3237700"/>
                <a:ext cx="79200" cy="1173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37299577-1ABA-E905-82E4-0612B872BA4C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365791" y="3220060"/>
                  <a:ext cx="114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9BE3995-D969-AD3C-33EE-689D89B180FC}"/>
                    </a:ext>
                  </a:extLst>
                </p14:cNvPr>
                <p14:cNvContentPartPr/>
                <p14:nvPr/>
              </p14:nvContentPartPr>
              <p14:xfrm>
                <a:off x="10703471" y="3247420"/>
                <a:ext cx="140040" cy="1126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9BE3995-D969-AD3C-33EE-689D89B180FC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685471" y="3229420"/>
                  <a:ext cx="175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4C7271A-86B4-BF53-C943-AE9FA1B7BB8C}"/>
                    </a:ext>
                  </a:extLst>
                </p14:cNvPr>
                <p14:cNvContentPartPr/>
                <p14:nvPr/>
              </p14:nvContentPartPr>
              <p14:xfrm>
                <a:off x="10914791" y="3271180"/>
                <a:ext cx="81720" cy="8172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4C7271A-86B4-BF53-C943-AE9FA1B7BB8C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897151" y="3253540"/>
                  <a:ext cx="1173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E21D7E7F-5BCB-7161-1C39-41B8F61E0D07}"/>
                    </a:ext>
                  </a:extLst>
                </p14:cNvPr>
                <p14:cNvContentPartPr/>
                <p14:nvPr/>
              </p14:nvContentPartPr>
              <p14:xfrm>
                <a:off x="11080751" y="3146260"/>
                <a:ext cx="108360" cy="18756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E21D7E7F-5BCB-7161-1C39-41B8F61E0D07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063111" y="3128620"/>
                  <a:ext cx="1440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A96DF6AF-FED8-CC3F-9734-5F3614FC0477}"/>
                    </a:ext>
                  </a:extLst>
                </p14:cNvPr>
                <p14:cNvContentPartPr/>
                <p14:nvPr/>
              </p14:nvContentPartPr>
              <p14:xfrm>
                <a:off x="11325911" y="3220060"/>
                <a:ext cx="80280" cy="10152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A96DF6AF-FED8-CC3F-9734-5F3614FC0477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307911" y="3202060"/>
                  <a:ext cx="1159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9FCC385E-F882-6EF9-7698-1CDDBFC6766E}"/>
              </a:ext>
            </a:extLst>
          </p:cNvPr>
          <p:cNvGrpSpPr/>
          <p:nvPr/>
        </p:nvGrpSpPr>
        <p:grpSpPr>
          <a:xfrm>
            <a:off x="9461831" y="3499420"/>
            <a:ext cx="1488600" cy="256680"/>
            <a:chOff x="9461831" y="3499420"/>
            <a:chExt cx="1488600" cy="25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87E13FB7-A12B-0D5E-9782-D2FF4CA00ABC}"/>
                    </a:ext>
                  </a:extLst>
                </p14:cNvPr>
                <p14:cNvContentPartPr/>
                <p14:nvPr/>
              </p14:nvContentPartPr>
              <p14:xfrm>
                <a:off x="9461831" y="3598060"/>
                <a:ext cx="321480" cy="140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87E13FB7-A12B-0D5E-9782-D2FF4CA00ABC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444191" y="3580060"/>
                  <a:ext cx="3571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9B7253B-5EAF-9931-AB52-05061A20C71E}"/>
                    </a:ext>
                  </a:extLst>
                </p14:cNvPr>
                <p14:cNvContentPartPr/>
                <p14:nvPr/>
              </p14:nvContentPartPr>
              <p14:xfrm>
                <a:off x="9687551" y="3509860"/>
                <a:ext cx="124560" cy="194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9B7253B-5EAF-9931-AB52-05061A20C71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669911" y="3491860"/>
                  <a:ext cx="160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8385DCA1-C8EE-4A6D-2738-D968F9B9DC71}"/>
                    </a:ext>
                  </a:extLst>
                </p14:cNvPr>
                <p14:cNvContentPartPr/>
                <p14:nvPr/>
              </p14:nvContentPartPr>
              <p14:xfrm>
                <a:off x="10024871" y="3551620"/>
                <a:ext cx="133200" cy="20448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8385DCA1-C8EE-4A6D-2738-D968F9B9DC7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006871" y="3533620"/>
                  <a:ext cx="168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E0E7880-8C7B-E040-A2CF-2893BCB5EF64}"/>
                    </a:ext>
                  </a:extLst>
                </p14:cNvPr>
                <p14:cNvContentPartPr/>
                <p14:nvPr/>
              </p14:nvContentPartPr>
              <p14:xfrm>
                <a:off x="10169951" y="3603100"/>
                <a:ext cx="140040" cy="10908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E0E7880-8C7B-E040-A2CF-2893BCB5EF6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0152311" y="3585460"/>
                  <a:ext cx="175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1D6D7603-0B1D-F4E1-D299-DB2085DF10DA}"/>
                    </a:ext>
                  </a:extLst>
                </p14:cNvPr>
                <p14:cNvContentPartPr/>
                <p14:nvPr/>
              </p14:nvContentPartPr>
              <p14:xfrm>
                <a:off x="10388111" y="3618940"/>
                <a:ext cx="51840" cy="9972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1D6D7603-0B1D-F4E1-D299-DB2085DF10DA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0370111" y="3600940"/>
                  <a:ext cx="87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0716B445-0951-127C-F0B5-4CC9742A87AE}"/>
                    </a:ext>
                  </a:extLst>
                </p14:cNvPr>
                <p14:cNvContentPartPr/>
                <p14:nvPr/>
              </p14:nvContentPartPr>
              <p14:xfrm>
                <a:off x="10557311" y="3618940"/>
                <a:ext cx="12240" cy="712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0716B445-0951-127C-F0B5-4CC9742A87AE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0539311" y="3600940"/>
                  <a:ext cx="478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AB15543-B103-EBB7-D60E-C9D08D6B5601}"/>
                    </a:ext>
                  </a:extLst>
                </p14:cNvPr>
                <p14:cNvContentPartPr/>
                <p14:nvPr/>
              </p14:nvContentPartPr>
              <p14:xfrm>
                <a:off x="10533911" y="3499420"/>
                <a:ext cx="22320" cy="464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AB15543-B103-EBB7-D60E-C9D08D6B5601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516271" y="3481420"/>
                  <a:ext cx="579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45261EDA-0114-795F-7236-27884DBB4C72}"/>
                    </a:ext>
                  </a:extLst>
                </p14:cNvPr>
                <p14:cNvContentPartPr/>
                <p14:nvPr/>
              </p14:nvContentPartPr>
              <p14:xfrm>
                <a:off x="10681511" y="3616420"/>
                <a:ext cx="46440" cy="835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45261EDA-0114-795F-7236-27884DBB4C7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663871" y="3598420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54EFC0F-45C3-1DD1-8E95-09E5A7080B5F}"/>
                    </a:ext>
                  </a:extLst>
                </p14:cNvPr>
                <p14:cNvContentPartPr/>
                <p14:nvPr/>
              </p14:nvContentPartPr>
              <p14:xfrm>
                <a:off x="10868711" y="3607060"/>
                <a:ext cx="81720" cy="14508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54EFC0F-45C3-1DD1-8E95-09E5A7080B5F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850711" y="3589060"/>
                  <a:ext cx="11736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8902BD53-F4F8-718B-09DB-A02A52FDE02A}"/>
              </a:ext>
            </a:extLst>
          </p:cNvPr>
          <p:cNvGrpSpPr/>
          <p:nvPr/>
        </p:nvGrpSpPr>
        <p:grpSpPr>
          <a:xfrm>
            <a:off x="8260871" y="3985780"/>
            <a:ext cx="3917880" cy="565920"/>
            <a:chOff x="8260871" y="3985780"/>
            <a:chExt cx="3917880" cy="56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D1B649D5-B50E-C7EE-EDA4-DD6C71EE915B}"/>
                    </a:ext>
                  </a:extLst>
                </p14:cNvPr>
                <p14:cNvContentPartPr/>
                <p14:nvPr/>
              </p14:nvContentPartPr>
              <p14:xfrm>
                <a:off x="8846231" y="4073620"/>
                <a:ext cx="415440" cy="4392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D1B649D5-B50E-C7EE-EDA4-DD6C71EE915B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8828591" y="4055980"/>
                  <a:ext cx="4510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03751B92-267E-3BFD-466B-FBFF7468ABCE}"/>
                    </a:ext>
                  </a:extLst>
                </p14:cNvPr>
                <p14:cNvContentPartPr/>
                <p14:nvPr/>
              </p14:nvContentPartPr>
              <p14:xfrm>
                <a:off x="9291911" y="3985780"/>
                <a:ext cx="415440" cy="1177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03751B92-267E-3BFD-466B-FBFF7468ABCE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274271" y="3968140"/>
                  <a:ext cx="4510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15E7A71A-0A3F-895F-12D1-752F54EEC6D3}"/>
                    </a:ext>
                  </a:extLst>
                </p14:cNvPr>
                <p14:cNvContentPartPr/>
                <p14:nvPr/>
              </p14:nvContentPartPr>
              <p14:xfrm>
                <a:off x="9736511" y="4034380"/>
                <a:ext cx="688320" cy="1764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15E7A71A-0A3F-895F-12D1-752F54EEC6D3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718511" y="4016740"/>
                  <a:ext cx="7239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7DC47A56-9D9E-D2CD-C6FC-3B7449AE08FA}"/>
                    </a:ext>
                  </a:extLst>
                </p14:cNvPr>
                <p14:cNvContentPartPr/>
                <p14:nvPr/>
              </p14:nvContentPartPr>
              <p14:xfrm>
                <a:off x="8959991" y="4393300"/>
                <a:ext cx="535320" cy="619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7DC47A56-9D9E-D2CD-C6FC-3B7449AE08FA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8942351" y="4375300"/>
                  <a:ext cx="570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EA022F1-87A9-C03D-69C7-265927E49660}"/>
                    </a:ext>
                  </a:extLst>
                </p14:cNvPr>
                <p14:cNvContentPartPr/>
                <p14:nvPr/>
              </p14:nvContentPartPr>
              <p14:xfrm>
                <a:off x="9483071" y="4312300"/>
                <a:ext cx="339120" cy="1098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EA022F1-87A9-C03D-69C7-265927E49660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465071" y="4294660"/>
                  <a:ext cx="374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B620B08A-88E6-051A-3221-79FFD17CA80E}"/>
                    </a:ext>
                  </a:extLst>
                </p14:cNvPr>
                <p14:cNvContentPartPr/>
                <p14:nvPr/>
              </p14:nvContentPartPr>
              <p14:xfrm>
                <a:off x="9823631" y="4393660"/>
                <a:ext cx="537840" cy="133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B620B08A-88E6-051A-3221-79FFD17CA80E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9805631" y="4375660"/>
                  <a:ext cx="5734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EF586EB3-7490-692E-0C8A-E10D08A33710}"/>
                    </a:ext>
                  </a:extLst>
                </p14:cNvPr>
                <p14:cNvContentPartPr/>
                <p14:nvPr/>
              </p14:nvContentPartPr>
              <p14:xfrm>
                <a:off x="10370471" y="4039060"/>
                <a:ext cx="79200" cy="3657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EF586EB3-7490-692E-0C8A-E10D08A33710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352831" y="4021060"/>
                  <a:ext cx="11484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0E55AF35-6527-FA6B-122C-0F7C29B30285}"/>
                    </a:ext>
                  </a:extLst>
                </p14:cNvPr>
                <p14:cNvContentPartPr/>
                <p14:nvPr/>
              </p14:nvContentPartPr>
              <p14:xfrm>
                <a:off x="10429871" y="4159660"/>
                <a:ext cx="441360" cy="795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0E55AF35-6527-FA6B-122C-0F7C29B30285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412231" y="4141660"/>
                  <a:ext cx="47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E993AE24-AAED-438D-0716-F75BF3CE6EED}"/>
                    </a:ext>
                  </a:extLst>
                </p14:cNvPr>
                <p14:cNvContentPartPr/>
                <p14:nvPr/>
              </p14:nvContentPartPr>
              <p14:xfrm>
                <a:off x="10829471" y="4156420"/>
                <a:ext cx="59760" cy="6264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E993AE24-AAED-438D-0716-F75BF3CE6EED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811471" y="4138780"/>
                  <a:ext cx="954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34566751-F994-0E99-818C-4DBE1A5CC01F}"/>
                    </a:ext>
                  </a:extLst>
                </p14:cNvPr>
                <p14:cNvContentPartPr/>
                <p14:nvPr/>
              </p14:nvContentPartPr>
              <p14:xfrm>
                <a:off x="8909231" y="4126180"/>
                <a:ext cx="60120" cy="4255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34566751-F994-0E99-818C-4DBE1A5CC01F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8891591" y="4108180"/>
                  <a:ext cx="9576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F0E7BAD8-1381-9490-E3D0-AF6BBE0B5263}"/>
                    </a:ext>
                  </a:extLst>
                </p14:cNvPr>
                <p14:cNvContentPartPr/>
                <p14:nvPr/>
              </p14:nvContentPartPr>
              <p14:xfrm>
                <a:off x="8535911" y="4270180"/>
                <a:ext cx="381600" cy="5328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F0E7BAD8-1381-9490-E3D0-AF6BBE0B526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8517911" y="4252180"/>
                  <a:ext cx="4172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9942E66F-852E-7E56-B92A-DB6F4333C19D}"/>
                    </a:ext>
                  </a:extLst>
                </p14:cNvPr>
                <p14:cNvContentPartPr/>
                <p14:nvPr/>
              </p14:nvContentPartPr>
              <p14:xfrm>
                <a:off x="8418551" y="4284940"/>
                <a:ext cx="108360" cy="9000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9942E66F-852E-7E56-B92A-DB6F4333C19D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400911" y="4267300"/>
                  <a:ext cx="1440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ACF5546D-B7C3-98F3-C89D-90F780990733}"/>
                    </a:ext>
                  </a:extLst>
                </p14:cNvPr>
                <p14:cNvContentPartPr/>
                <p14:nvPr/>
              </p14:nvContentPartPr>
              <p14:xfrm>
                <a:off x="8367431" y="4173700"/>
                <a:ext cx="278640" cy="3218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ACF5546D-B7C3-98F3-C89D-90F780990733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349431" y="4156060"/>
                  <a:ext cx="3142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0E508CB5-3D5D-1B69-C5EA-08702AF30B3B}"/>
                    </a:ext>
                  </a:extLst>
                </p14:cNvPr>
                <p14:cNvContentPartPr/>
                <p14:nvPr/>
              </p14:nvContentPartPr>
              <p14:xfrm>
                <a:off x="8260871" y="4295020"/>
                <a:ext cx="63720" cy="2325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0E508CB5-3D5D-1B69-C5EA-08702AF30B3B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242871" y="4277020"/>
                  <a:ext cx="993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E8CFE54-34D8-D341-6BEB-E9F69064F0EB}"/>
                    </a:ext>
                  </a:extLst>
                </p14:cNvPr>
                <p14:cNvContentPartPr/>
                <p14:nvPr/>
              </p14:nvContentPartPr>
              <p14:xfrm>
                <a:off x="10773671" y="4013140"/>
                <a:ext cx="230400" cy="684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E8CFE54-34D8-D341-6BEB-E9F69064F0EB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0756031" y="3995500"/>
                  <a:ext cx="2660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419E1575-248A-B32A-9FCD-49129234D55B}"/>
                    </a:ext>
                  </a:extLst>
                </p14:cNvPr>
                <p14:cNvContentPartPr/>
                <p14:nvPr/>
              </p14:nvContentPartPr>
              <p14:xfrm>
                <a:off x="10758911" y="4000180"/>
                <a:ext cx="358200" cy="36504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419E1575-248A-B32A-9FCD-49129234D55B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0740911" y="3982180"/>
                  <a:ext cx="39384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A6F49F4-1222-3E81-753F-C2AC9778B411}"/>
                    </a:ext>
                  </a:extLst>
                </p14:cNvPr>
                <p14:cNvContentPartPr/>
                <p14:nvPr/>
              </p14:nvContentPartPr>
              <p14:xfrm>
                <a:off x="10694471" y="4062820"/>
                <a:ext cx="61920" cy="27468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A6F49F4-1222-3E81-753F-C2AC9778B411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676471" y="4044820"/>
                  <a:ext cx="975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DD04E95C-D3EE-FD54-2761-AC8508BEE5ED}"/>
                    </a:ext>
                  </a:extLst>
                </p14:cNvPr>
                <p14:cNvContentPartPr/>
                <p14:nvPr/>
              </p14:nvContentPartPr>
              <p14:xfrm>
                <a:off x="11370191" y="4094140"/>
                <a:ext cx="59400" cy="18180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DD04E95C-D3EE-FD54-2761-AC8508BEE5E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1352551" y="4076140"/>
                  <a:ext cx="950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A7C7981D-6C87-6962-57FC-617A8323594D}"/>
                    </a:ext>
                  </a:extLst>
                </p14:cNvPr>
                <p14:cNvContentPartPr/>
                <p14:nvPr/>
              </p14:nvContentPartPr>
              <p14:xfrm>
                <a:off x="11391431" y="4070380"/>
                <a:ext cx="116640" cy="11664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A7C7981D-6C87-6962-57FC-617A8323594D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1373791" y="4052380"/>
                  <a:ext cx="1522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39F0F99-B336-FBC8-D396-5AF7E42E52B2}"/>
                    </a:ext>
                  </a:extLst>
                </p14:cNvPr>
                <p14:cNvContentPartPr/>
                <p14:nvPr/>
              </p14:nvContentPartPr>
              <p14:xfrm>
                <a:off x="11600591" y="4095220"/>
                <a:ext cx="120960" cy="13032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39F0F99-B336-FBC8-D396-5AF7E42E52B2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1582951" y="4077220"/>
                  <a:ext cx="1566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D6EC0219-65D5-8B77-08AF-D89E7D1C0DFB}"/>
                    </a:ext>
                  </a:extLst>
                </p14:cNvPr>
                <p14:cNvContentPartPr/>
                <p14:nvPr/>
              </p14:nvContentPartPr>
              <p14:xfrm>
                <a:off x="11748191" y="4105300"/>
                <a:ext cx="66240" cy="8532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D6EC0219-65D5-8B77-08AF-D89E7D1C0DFB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730551" y="4087660"/>
                  <a:ext cx="1018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D1FCCBB6-C489-5D97-D2D0-441276A0561E}"/>
                    </a:ext>
                  </a:extLst>
                </p14:cNvPr>
                <p14:cNvContentPartPr/>
                <p14:nvPr/>
              </p14:nvContentPartPr>
              <p14:xfrm>
                <a:off x="11882831" y="4110340"/>
                <a:ext cx="68040" cy="8352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D1FCCBB6-C489-5D97-D2D0-441276A0561E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864831" y="4092340"/>
                  <a:ext cx="103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55496A3D-958D-E1A0-B65C-67BE78633F12}"/>
                    </a:ext>
                  </a:extLst>
                </p14:cNvPr>
                <p14:cNvContentPartPr/>
                <p14:nvPr/>
              </p14:nvContentPartPr>
              <p14:xfrm>
                <a:off x="11952311" y="4032220"/>
                <a:ext cx="46440" cy="17892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55496A3D-958D-E1A0-B65C-67BE78633F1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934311" y="4014220"/>
                  <a:ext cx="82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70CA73A6-C1EB-734D-AD64-ED0E27F54799}"/>
                    </a:ext>
                  </a:extLst>
                </p14:cNvPr>
                <p14:cNvContentPartPr/>
                <p14:nvPr/>
              </p14:nvContentPartPr>
              <p14:xfrm>
                <a:off x="12032591" y="4030420"/>
                <a:ext cx="44640" cy="16488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70CA73A6-C1EB-734D-AD64-ED0E27F54799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2014591" y="4012780"/>
                  <a:ext cx="802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AB9B72C1-FC29-35BE-4A2C-B4D28C327E79}"/>
                    </a:ext>
                  </a:extLst>
                </p14:cNvPr>
                <p14:cNvContentPartPr/>
                <p14:nvPr/>
              </p14:nvContentPartPr>
              <p14:xfrm>
                <a:off x="12090911" y="4140940"/>
                <a:ext cx="66600" cy="766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AB9B72C1-FC29-35BE-4A2C-B4D28C327E79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2073271" y="4122940"/>
                  <a:ext cx="102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9402CCD4-0736-AF82-BA30-F6DCE8D5408A}"/>
                    </a:ext>
                  </a:extLst>
                </p14:cNvPr>
                <p14:cNvContentPartPr/>
                <p14:nvPr/>
              </p14:nvContentPartPr>
              <p14:xfrm>
                <a:off x="12156431" y="4072900"/>
                <a:ext cx="22320" cy="1303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9402CCD4-0736-AF82-BA30-F6DCE8D5408A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2138791" y="4054900"/>
                  <a:ext cx="57960" cy="1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0">
            <p14:nvContentPartPr>
              <p14:cNvPr id="420" name="Ink 419">
                <a:extLst>
                  <a:ext uri="{FF2B5EF4-FFF2-40B4-BE49-F238E27FC236}">
                    <a16:creationId xmlns:a16="http://schemas.microsoft.com/office/drawing/2014/main" id="{E9D682AA-D970-E827-3509-EB35040E0495}"/>
                  </a:ext>
                </a:extLst>
              </p14:cNvPr>
              <p14:cNvContentPartPr/>
              <p14:nvPr/>
            </p14:nvContentPartPr>
            <p14:xfrm>
              <a:off x="577952" y="4388980"/>
              <a:ext cx="1458720" cy="421560"/>
            </p14:xfrm>
          </p:contentPart>
        </mc:Choice>
        <mc:Fallback>
          <p:pic>
            <p:nvPicPr>
              <p:cNvPr id="420" name="Ink 419">
                <a:extLst>
                  <a:ext uri="{FF2B5EF4-FFF2-40B4-BE49-F238E27FC236}">
                    <a16:creationId xmlns:a16="http://schemas.microsoft.com/office/drawing/2014/main" id="{E9D682AA-D970-E827-3509-EB35040E0495}"/>
                  </a:ext>
                </a:extLst>
              </p:cNvPr>
              <p:cNvPicPr/>
              <p:nvPr/>
            </p:nvPicPr>
            <p:blipFill>
              <a:blip r:embed="rId641"/>
              <a:stretch>
                <a:fillRect/>
              </a:stretch>
            </p:blipFill>
            <p:spPr>
              <a:xfrm>
                <a:off x="523952" y="4280980"/>
                <a:ext cx="156636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2">
            <p14:nvContentPartPr>
              <p14:cNvPr id="421" name="Ink 420">
                <a:extLst>
                  <a:ext uri="{FF2B5EF4-FFF2-40B4-BE49-F238E27FC236}">
                    <a16:creationId xmlns:a16="http://schemas.microsoft.com/office/drawing/2014/main" id="{49B893D6-45F6-220F-9834-6B1878E6F413}"/>
                  </a:ext>
                </a:extLst>
              </p14:cNvPr>
              <p14:cNvContentPartPr/>
              <p14:nvPr/>
            </p14:nvContentPartPr>
            <p14:xfrm>
              <a:off x="6516872" y="4803340"/>
              <a:ext cx="1487520" cy="1640160"/>
            </p14:xfrm>
          </p:contentPart>
        </mc:Choice>
        <mc:Fallback>
          <p:pic>
            <p:nvPicPr>
              <p:cNvPr id="421" name="Ink 420">
                <a:extLst>
                  <a:ext uri="{FF2B5EF4-FFF2-40B4-BE49-F238E27FC236}">
                    <a16:creationId xmlns:a16="http://schemas.microsoft.com/office/drawing/2014/main" id="{49B893D6-45F6-220F-9834-6B1878E6F413}"/>
                  </a:ext>
                </a:extLst>
              </p:cNvPr>
              <p:cNvPicPr/>
              <p:nvPr/>
            </p:nvPicPr>
            <p:blipFill>
              <a:blip r:embed="rId643"/>
              <a:stretch>
                <a:fillRect/>
              </a:stretch>
            </p:blipFill>
            <p:spPr>
              <a:xfrm>
                <a:off x="6462872" y="4695340"/>
                <a:ext cx="1595160" cy="185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44" name="Group 443">
            <a:extLst>
              <a:ext uri="{FF2B5EF4-FFF2-40B4-BE49-F238E27FC236}">
                <a16:creationId xmlns:a16="http://schemas.microsoft.com/office/drawing/2014/main" id="{B238F6FD-8656-05B3-44F8-1ECDCEBC1EB0}"/>
              </a:ext>
            </a:extLst>
          </p:cNvPr>
          <p:cNvGrpSpPr/>
          <p:nvPr/>
        </p:nvGrpSpPr>
        <p:grpSpPr>
          <a:xfrm>
            <a:off x="10935152" y="5018980"/>
            <a:ext cx="192240" cy="237960"/>
            <a:chOff x="10935152" y="5018980"/>
            <a:chExt cx="19224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7524FC6-D928-4C0B-990F-2D950563EBDF}"/>
                    </a:ext>
                  </a:extLst>
                </p14:cNvPr>
                <p14:cNvContentPartPr/>
                <p14:nvPr/>
              </p14:nvContentPartPr>
              <p14:xfrm>
                <a:off x="10935152" y="5018980"/>
                <a:ext cx="49320" cy="2379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7524FC6-D928-4C0B-990F-2D950563EBDF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0917152" y="5000980"/>
                  <a:ext cx="849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36FAEF0B-CDEF-CE35-A253-BA99F44CED42}"/>
                    </a:ext>
                  </a:extLst>
                </p14:cNvPr>
                <p14:cNvContentPartPr/>
                <p14:nvPr/>
              </p14:nvContentPartPr>
              <p14:xfrm>
                <a:off x="10974392" y="5020420"/>
                <a:ext cx="153000" cy="2149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36FAEF0B-CDEF-CE35-A253-BA99F44CED42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0956752" y="5002780"/>
                  <a:ext cx="1886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A76BDF8B-6ABF-66FF-0D3D-BA1275CA2FD3}"/>
                    </a:ext>
                  </a:extLst>
                </p14:cNvPr>
                <p14:cNvContentPartPr/>
                <p14:nvPr/>
              </p14:nvContentPartPr>
              <p14:xfrm>
                <a:off x="10989152" y="5170540"/>
                <a:ext cx="126720" cy="1656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A76BDF8B-6ABF-66FF-0D3D-BA1275CA2FD3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971512" y="5152900"/>
                  <a:ext cx="16236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D06D1C58-0B6A-4575-D39D-F01B97729975}"/>
              </a:ext>
            </a:extLst>
          </p:cNvPr>
          <p:cNvGrpSpPr/>
          <p:nvPr/>
        </p:nvGrpSpPr>
        <p:grpSpPr>
          <a:xfrm>
            <a:off x="8933192" y="5449180"/>
            <a:ext cx="2567880" cy="1082160"/>
            <a:chOff x="8933192" y="5449180"/>
            <a:chExt cx="2567880" cy="10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22A7FAE0-FA62-115E-5015-AD6A9F510C27}"/>
                    </a:ext>
                  </a:extLst>
                </p14:cNvPr>
                <p14:cNvContentPartPr/>
                <p14:nvPr/>
              </p14:nvContentPartPr>
              <p14:xfrm>
                <a:off x="9493352" y="5538820"/>
                <a:ext cx="35280" cy="306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22A7FAE0-FA62-115E-5015-AD6A9F510C27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9475712" y="5521180"/>
                  <a:ext cx="709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848E7397-9D17-B518-4665-733A94730C02}"/>
                    </a:ext>
                  </a:extLst>
                </p14:cNvPr>
                <p14:cNvContentPartPr/>
                <p14:nvPr/>
              </p14:nvContentPartPr>
              <p14:xfrm>
                <a:off x="9462752" y="5869300"/>
                <a:ext cx="117000" cy="2804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848E7397-9D17-B518-4665-733A94730C02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9445112" y="5851300"/>
                  <a:ext cx="1526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FE03C165-A945-44A8-146D-60CA427D6D2B}"/>
                    </a:ext>
                  </a:extLst>
                </p14:cNvPr>
                <p14:cNvContentPartPr/>
                <p14:nvPr/>
              </p14:nvContentPartPr>
              <p14:xfrm>
                <a:off x="9574712" y="6152260"/>
                <a:ext cx="38880" cy="27540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FE03C165-A945-44A8-146D-60CA427D6D2B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9556712" y="6134620"/>
                  <a:ext cx="745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6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81092807-A9C7-BF4C-F53E-7A23F4F1A119}"/>
                    </a:ext>
                  </a:extLst>
                </p14:cNvPr>
                <p14:cNvContentPartPr/>
                <p14:nvPr/>
              </p14:nvContentPartPr>
              <p14:xfrm>
                <a:off x="9555992" y="5522620"/>
                <a:ext cx="706680" cy="331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81092807-A9C7-BF4C-F53E-7A23F4F1A119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9537992" y="5504620"/>
                  <a:ext cx="7423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8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30DFF7-77CF-AEF8-D7BB-4E224462BC3C}"/>
                    </a:ext>
                  </a:extLst>
                </p14:cNvPr>
                <p14:cNvContentPartPr/>
                <p14:nvPr/>
              </p14:nvContentPartPr>
              <p14:xfrm>
                <a:off x="10195712" y="5528740"/>
                <a:ext cx="46440" cy="3376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30DFF7-77CF-AEF8-D7BB-4E224462BC3C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0178072" y="5511100"/>
                  <a:ext cx="820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03B059E-DCBE-9398-DE61-6342BE52ADE8}"/>
                    </a:ext>
                  </a:extLst>
                </p14:cNvPr>
                <p14:cNvContentPartPr/>
                <p14:nvPr/>
              </p14:nvContentPartPr>
              <p14:xfrm>
                <a:off x="10220192" y="5899180"/>
                <a:ext cx="88200" cy="17172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03B059E-DCBE-9398-DE61-6342BE52ADE8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202552" y="5881540"/>
                  <a:ext cx="123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1A68E170-13F0-68F7-9A91-3B0EE845EBB0}"/>
                    </a:ext>
                  </a:extLst>
                </p14:cNvPr>
                <p14:cNvContentPartPr/>
                <p14:nvPr/>
              </p14:nvContentPartPr>
              <p14:xfrm>
                <a:off x="9662912" y="6077380"/>
                <a:ext cx="688320" cy="42840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1A68E170-13F0-68F7-9A91-3B0EE845EBB0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9645272" y="6059740"/>
                  <a:ext cx="72396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5FED0F5-F9D8-45B4-3ADC-7FC0FCC3CA16}"/>
                    </a:ext>
                  </a:extLst>
                </p14:cNvPr>
                <p14:cNvContentPartPr/>
                <p14:nvPr/>
              </p14:nvContentPartPr>
              <p14:xfrm>
                <a:off x="8933192" y="5981260"/>
                <a:ext cx="141840" cy="24048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5FED0F5-F9D8-45B4-3ADC-7FC0FCC3CA16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8915192" y="5963260"/>
                  <a:ext cx="1774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3E6511C9-0B68-F648-CA1E-7752521D1087}"/>
                    </a:ext>
                  </a:extLst>
                </p14:cNvPr>
                <p14:cNvContentPartPr/>
                <p14:nvPr/>
              </p14:nvContentPartPr>
              <p14:xfrm>
                <a:off x="9109952" y="5933020"/>
                <a:ext cx="144720" cy="1771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3E6511C9-0B68-F648-CA1E-7752521D1087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9092312" y="5915380"/>
                  <a:ext cx="1803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748FE592-5FA1-A768-D53D-826153C2991A}"/>
                    </a:ext>
                  </a:extLst>
                </p14:cNvPr>
                <p14:cNvContentPartPr/>
                <p14:nvPr/>
              </p14:nvContentPartPr>
              <p14:xfrm>
                <a:off x="9185552" y="5935900"/>
                <a:ext cx="164160" cy="11664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748FE592-5FA1-A768-D53D-826153C2991A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9167912" y="5918260"/>
                  <a:ext cx="199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50DC76B5-4123-92EF-1367-ACC4BA68634C}"/>
                    </a:ext>
                  </a:extLst>
                </p14:cNvPr>
                <p14:cNvContentPartPr/>
                <p14:nvPr/>
              </p14:nvContentPartPr>
              <p14:xfrm>
                <a:off x="9894752" y="5951020"/>
                <a:ext cx="139680" cy="17388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50DC76B5-4123-92EF-1367-ACC4BA68634C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9876752" y="5933380"/>
                  <a:ext cx="1753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603543FC-BC90-A19E-DE40-A32B8DAAD2B6}"/>
                    </a:ext>
                  </a:extLst>
                </p14:cNvPr>
                <p14:cNvContentPartPr/>
                <p14:nvPr/>
              </p14:nvContentPartPr>
              <p14:xfrm>
                <a:off x="10021472" y="6026260"/>
                <a:ext cx="28800" cy="1764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603543FC-BC90-A19E-DE40-A32B8DAAD2B6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0003472" y="6008620"/>
                  <a:ext cx="644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D481FEA3-06C1-C357-D85E-2CC819FC3394}"/>
                    </a:ext>
                  </a:extLst>
                </p14:cNvPr>
                <p14:cNvContentPartPr/>
                <p14:nvPr/>
              </p14:nvContentPartPr>
              <p14:xfrm>
                <a:off x="10116152" y="6011860"/>
                <a:ext cx="43560" cy="15336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D481FEA3-06C1-C357-D85E-2CC819FC3394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0098152" y="5994220"/>
                  <a:ext cx="792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4131A17A-9FEA-E8A5-385B-5B4336FD1532}"/>
                    </a:ext>
                  </a:extLst>
                </p14:cNvPr>
                <p14:cNvContentPartPr/>
                <p14:nvPr/>
              </p14:nvContentPartPr>
              <p14:xfrm>
                <a:off x="10132712" y="6031660"/>
                <a:ext cx="54720" cy="1080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4131A17A-9FEA-E8A5-385B-5B4336FD1532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0114712" y="6014020"/>
                  <a:ext cx="90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740F650B-51C3-2E04-F253-2F3145A8CAAA}"/>
                    </a:ext>
                  </a:extLst>
                </p14:cNvPr>
                <p14:cNvContentPartPr/>
                <p14:nvPr/>
              </p14:nvContentPartPr>
              <p14:xfrm>
                <a:off x="10231352" y="5449180"/>
                <a:ext cx="743040" cy="1011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740F650B-51C3-2E04-F253-2F3145A8CAAA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0213352" y="5431540"/>
                  <a:ext cx="778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3E7E61A8-6D01-BF2A-AB84-E7A75A3CE31A}"/>
                    </a:ext>
                  </a:extLst>
                </p14:cNvPr>
                <p14:cNvContentPartPr/>
                <p14:nvPr/>
              </p14:nvContentPartPr>
              <p14:xfrm>
                <a:off x="10329632" y="6372940"/>
                <a:ext cx="856800" cy="1008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3E7E61A8-6D01-BF2A-AB84-E7A75A3CE31A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0311632" y="6355300"/>
                  <a:ext cx="8924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45182D75-084B-FEA9-CE4A-3F50A87F305F}"/>
                    </a:ext>
                  </a:extLst>
                </p14:cNvPr>
                <p14:cNvContentPartPr/>
                <p14:nvPr/>
              </p14:nvContentPartPr>
              <p14:xfrm>
                <a:off x="11357432" y="6352060"/>
                <a:ext cx="14760" cy="16704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45182D75-084B-FEA9-CE4A-3F50A87F305F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11339432" y="6334060"/>
                  <a:ext cx="50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4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B298A0D-C408-0B1E-8403-320FFE71EFCC}"/>
                    </a:ext>
                  </a:extLst>
                </p14:cNvPr>
                <p14:cNvContentPartPr/>
                <p14:nvPr/>
              </p14:nvContentPartPr>
              <p14:xfrm>
                <a:off x="11310272" y="6316420"/>
                <a:ext cx="190800" cy="21492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B298A0D-C408-0B1E-8403-320FFE71EFCC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292272" y="6298780"/>
                  <a:ext cx="226440" cy="25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815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0CF99-11B2-DF71-2D94-85F38B53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ECD08-41B7-14BD-799C-03EB1F4E23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6124" y="4010932"/>
            <a:ext cx="515471" cy="365125"/>
          </a:xfrm>
        </p:spPr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7EA1B43A-5209-2EC6-FFFE-124682C32793}"/>
              </a:ext>
            </a:extLst>
          </p:cNvPr>
          <p:cNvGrpSpPr/>
          <p:nvPr/>
        </p:nvGrpSpPr>
        <p:grpSpPr>
          <a:xfrm>
            <a:off x="24840" y="382010"/>
            <a:ext cx="482760" cy="555480"/>
            <a:chOff x="4988111" y="2957260"/>
            <a:chExt cx="482760" cy="55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E379517-28BE-35A2-B0E1-D5D12C96307A}"/>
                    </a:ext>
                  </a:extLst>
                </p14:cNvPr>
                <p14:cNvContentPartPr/>
                <p14:nvPr/>
              </p14:nvContentPartPr>
              <p14:xfrm>
                <a:off x="5120591" y="3117460"/>
                <a:ext cx="209520" cy="2214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E379517-28BE-35A2-B0E1-D5D12C96307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102591" y="3099460"/>
                  <a:ext cx="2451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FD8BF5F-1DD9-63F5-C767-52EB7F35B85A}"/>
                    </a:ext>
                  </a:extLst>
                </p14:cNvPr>
                <p14:cNvContentPartPr/>
                <p14:nvPr/>
              </p14:nvContentPartPr>
              <p14:xfrm>
                <a:off x="4988111" y="2957260"/>
                <a:ext cx="482760" cy="555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FD8BF5F-1DD9-63F5-C767-52EB7F35B85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70098" y="2939260"/>
                  <a:ext cx="518427" cy="59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BAE24BF-2B4C-38A2-3369-57895553085F}"/>
              </a:ext>
            </a:extLst>
          </p:cNvPr>
          <p:cNvGrpSpPr/>
          <p:nvPr/>
        </p:nvGrpSpPr>
        <p:grpSpPr>
          <a:xfrm>
            <a:off x="724320" y="406130"/>
            <a:ext cx="932040" cy="316080"/>
            <a:chOff x="5687591" y="2981380"/>
            <a:chExt cx="93204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DDF33BE-4C1E-5638-F435-B9866FDD5613}"/>
                    </a:ext>
                  </a:extLst>
                </p14:cNvPr>
                <p14:cNvContentPartPr/>
                <p14:nvPr/>
              </p14:nvContentPartPr>
              <p14:xfrm>
                <a:off x="5687591" y="3028900"/>
                <a:ext cx="324360" cy="2685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DDF33BE-4C1E-5638-F435-B9866FDD561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9591" y="3010900"/>
                  <a:ext cx="36000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A4B4ED6-3A0D-7A4C-58A0-69183510514E}"/>
                    </a:ext>
                  </a:extLst>
                </p14:cNvPr>
                <p14:cNvContentPartPr/>
                <p14:nvPr/>
              </p14:nvContentPartPr>
              <p14:xfrm>
                <a:off x="6124271" y="3095500"/>
                <a:ext cx="152640" cy="1771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A4B4ED6-3A0D-7A4C-58A0-69183510514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6271" y="3077500"/>
                  <a:ext cx="1882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EFC2471-AC66-6232-ACD2-ED4B9A147668}"/>
                    </a:ext>
                  </a:extLst>
                </p14:cNvPr>
                <p14:cNvContentPartPr/>
                <p14:nvPr/>
              </p14:nvContentPartPr>
              <p14:xfrm>
                <a:off x="6319391" y="3169300"/>
                <a:ext cx="134280" cy="932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EFC2471-AC66-6232-ACD2-ED4B9A14766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301391" y="3151300"/>
                  <a:ext cx="1699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DD450DD-ED37-AD1E-7BD1-2A0F554D8FA3}"/>
                    </a:ext>
                  </a:extLst>
                </p14:cNvPr>
                <p14:cNvContentPartPr/>
                <p14:nvPr/>
              </p14:nvContentPartPr>
              <p14:xfrm>
                <a:off x="6552311" y="2981380"/>
                <a:ext cx="67320" cy="2656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DD450DD-ED37-AD1E-7BD1-2A0F554D8FA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34407" y="2963380"/>
                  <a:ext cx="10277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EE927FF-035E-CDBE-359A-BADB02A8C7EF}"/>
                    </a:ext>
                  </a:extLst>
                </p14:cNvPr>
                <p14:cNvContentPartPr/>
                <p14:nvPr/>
              </p14:nvContentPartPr>
              <p14:xfrm>
                <a:off x="6470231" y="3114220"/>
                <a:ext cx="136080" cy="60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EE927FF-035E-CDBE-359A-BADB02A8C7E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452231" y="3096220"/>
                  <a:ext cx="17172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53F59C1-84E7-27FE-8D8C-CE6B531B0289}"/>
              </a:ext>
            </a:extLst>
          </p:cNvPr>
          <p:cNvGrpSpPr/>
          <p:nvPr/>
        </p:nvGrpSpPr>
        <p:grpSpPr>
          <a:xfrm>
            <a:off x="2086920" y="358970"/>
            <a:ext cx="237240" cy="205560"/>
            <a:chOff x="7050191" y="2934220"/>
            <a:chExt cx="237240" cy="20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95DEC1A-0954-14CD-E44C-3031AA5477EB}"/>
                    </a:ext>
                  </a:extLst>
                </p14:cNvPr>
                <p14:cNvContentPartPr/>
                <p14:nvPr/>
              </p14:nvContentPartPr>
              <p14:xfrm>
                <a:off x="7087991" y="3032500"/>
                <a:ext cx="28080" cy="914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95DEC1A-0954-14CD-E44C-3031AA5477E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069757" y="3014571"/>
                  <a:ext cx="64183" cy="1269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F4850A9-1B4B-5E01-6FE1-73969D6A5A3C}"/>
                    </a:ext>
                  </a:extLst>
                </p14:cNvPr>
                <p14:cNvContentPartPr/>
                <p14:nvPr/>
              </p14:nvContentPartPr>
              <p14:xfrm>
                <a:off x="7050191" y="2934220"/>
                <a:ext cx="11520" cy="41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F4850A9-1B4B-5E01-6FE1-73969D6A5A3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32191" y="2916377"/>
                  <a:ext cx="47160" cy="763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0FD567C-5700-CC1B-65CC-54041A487BF9}"/>
                    </a:ext>
                  </a:extLst>
                </p14:cNvPr>
                <p14:cNvContentPartPr/>
                <p14:nvPr/>
              </p14:nvContentPartPr>
              <p14:xfrm>
                <a:off x="7230551" y="2983180"/>
                <a:ext cx="56880" cy="156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0FD567C-5700-CC1B-65CC-54041A487BF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12551" y="2965221"/>
                  <a:ext cx="92520" cy="19215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7B015A7-27AE-EDCA-8F24-FDF334620082}"/>
              </a:ext>
            </a:extLst>
          </p:cNvPr>
          <p:cNvGrpSpPr/>
          <p:nvPr/>
        </p:nvGrpSpPr>
        <p:grpSpPr>
          <a:xfrm>
            <a:off x="2769480" y="230090"/>
            <a:ext cx="1389960" cy="424800"/>
            <a:chOff x="7732751" y="2805340"/>
            <a:chExt cx="138996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627F30A-E9BF-CAC7-43FD-0D50F7FAFFD5}"/>
                    </a:ext>
                  </a:extLst>
                </p14:cNvPr>
                <p14:cNvContentPartPr/>
                <p14:nvPr/>
              </p14:nvContentPartPr>
              <p14:xfrm>
                <a:off x="7755071" y="2857180"/>
                <a:ext cx="75240" cy="2775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627F30A-E9BF-CAC7-43FD-0D50F7FAFFD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737071" y="2839180"/>
                  <a:ext cx="1108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817DF3E-7181-6460-765B-A5ADA4314D8D}"/>
                    </a:ext>
                  </a:extLst>
                </p14:cNvPr>
                <p14:cNvContentPartPr/>
                <p14:nvPr/>
              </p14:nvContentPartPr>
              <p14:xfrm>
                <a:off x="7732751" y="2805340"/>
                <a:ext cx="123120" cy="198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817DF3E-7181-6460-765B-A5ADA4314D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714751" y="2787340"/>
                  <a:ext cx="158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DFB1CAE-6851-2426-2F84-F918898CBFDE}"/>
                    </a:ext>
                  </a:extLst>
                </p14:cNvPr>
                <p14:cNvContentPartPr/>
                <p14:nvPr/>
              </p14:nvContentPartPr>
              <p14:xfrm>
                <a:off x="7993031" y="3031420"/>
                <a:ext cx="66240" cy="1987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DFB1CAE-6851-2426-2F84-F918898CBFD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975031" y="3013387"/>
                  <a:ext cx="101880" cy="234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B54922D-E40C-FD33-D5D7-486D836CDA2C}"/>
                    </a:ext>
                  </a:extLst>
                </p14:cNvPr>
                <p14:cNvContentPartPr/>
                <p14:nvPr/>
              </p14:nvContentPartPr>
              <p14:xfrm>
                <a:off x="7946951" y="3019180"/>
                <a:ext cx="363960" cy="119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B54922D-E40C-FD33-D5D7-486D836CDA2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28951" y="3001180"/>
                  <a:ext cx="399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9A7D525-20D0-2651-7EC4-83F7C5E02078}"/>
                    </a:ext>
                  </a:extLst>
                </p14:cNvPr>
                <p14:cNvContentPartPr/>
                <p14:nvPr/>
              </p14:nvContentPartPr>
              <p14:xfrm>
                <a:off x="8343671" y="3019180"/>
                <a:ext cx="145440" cy="1566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9A7D525-20D0-2651-7EC4-83F7C5E0207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325671" y="3001180"/>
                  <a:ext cx="1810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F00FC26-DB8F-7EDA-9619-ACCC549E5574}"/>
                    </a:ext>
                  </a:extLst>
                </p14:cNvPr>
                <p14:cNvContentPartPr/>
                <p14:nvPr/>
              </p14:nvContentPartPr>
              <p14:xfrm>
                <a:off x="8542391" y="2972020"/>
                <a:ext cx="104040" cy="1573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F00FC26-DB8F-7EDA-9619-ACCC549E55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24391" y="2954061"/>
                  <a:ext cx="139680" cy="1928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822B8E0-6737-9A6B-A849-7E30A6F16962}"/>
                    </a:ext>
                  </a:extLst>
                </p14:cNvPr>
                <p14:cNvContentPartPr/>
                <p14:nvPr/>
              </p14:nvContentPartPr>
              <p14:xfrm>
                <a:off x="8801951" y="2931700"/>
                <a:ext cx="62640" cy="14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822B8E0-6737-9A6B-A849-7E30A6F1696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83847" y="2914150"/>
                  <a:ext cx="98486" cy="487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7E85C65-33F2-3887-F28B-2E82BEAF2FA0}"/>
                    </a:ext>
                  </a:extLst>
                </p14:cNvPr>
                <p14:cNvContentPartPr/>
                <p14:nvPr/>
              </p14:nvContentPartPr>
              <p14:xfrm>
                <a:off x="8827151" y="3004420"/>
                <a:ext cx="66240" cy="241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7E85C65-33F2-3887-F28B-2E82BEAF2F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09151" y="2986147"/>
                  <a:ext cx="101880" cy="603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7F5E65A-69FA-1279-EC5C-2097A1F800D6}"/>
                    </a:ext>
                  </a:extLst>
                </p14:cNvPr>
                <p14:cNvContentPartPr/>
                <p14:nvPr/>
              </p14:nvContentPartPr>
              <p14:xfrm>
                <a:off x="8994911" y="2874460"/>
                <a:ext cx="127800" cy="1969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7F5E65A-69FA-1279-EC5C-2097A1F800D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76911" y="2856460"/>
                  <a:ext cx="163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434155F-E995-4DC2-A2F9-6D96F78619B2}"/>
                    </a:ext>
                  </a:extLst>
                </p14:cNvPr>
                <p14:cNvContentPartPr/>
                <p14:nvPr/>
              </p14:nvContentPartPr>
              <p14:xfrm>
                <a:off x="9066551" y="3159940"/>
                <a:ext cx="13320" cy="108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434155F-E995-4DC2-A2F9-6D96F78619B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048051" y="3141940"/>
                  <a:ext cx="4995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5FB245AA-172D-CB49-A645-D69BD060F612}"/>
              </a:ext>
            </a:extLst>
          </p:cNvPr>
          <p:cNvGrpSpPr/>
          <p:nvPr/>
        </p:nvGrpSpPr>
        <p:grpSpPr>
          <a:xfrm>
            <a:off x="159480" y="1299290"/>
            <a:ext cx="668880" cy="275760"/>
            <a:chOff x="5122751" y="3874540"/>
            <a:chExt cx="668880" cy="27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5A82FDD-F825-9AE5-1729-40907A0AFAB2}"/>
                    </a:ext>
                  </a:extLst>
                </p14:cNvPr>
                <p14:cNvContentPartPr/>
                <p14:nvPr/>
              </p14:nvContentPartPr>
              <p14:xfrm>
                <a:off x="5122751" y="3874540"/>
                <a:ext cx="136080" cy="275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5A82FDD-F825-9AE5-1729-40907A0AFAB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04751" y="3856540"/>
                  <a:ext cx="171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C75F442D-1CDF-F329-32E3-90843BB06970}"/>
                    </a:ext>
                  </a:extLst>
                </p14:cNvPr>
                <p14:cNvContentPartPr/>
                <p14:nvPr/>
              </p14:nvContentPartPr>
              <p14:xfrm>
                <a:off x="5361431" y="3875980"/>
                <a:ext cx="62280" cy="2527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C75F442D-1CDF-F329-32E3-90843BB0697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343431" y="3857980"/>
                  <a:ext cx="979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A718D9E-D249-B03C-E8C8-E405452F7FF6}"/>
                    </a:ext>
                  </a:extLst>
                </p14:cNvPr>
                <p14:cNvContentPartPr/>
                <p14:nvPr/>
              </p14:nvContentPartPr>
              <p14:xfrm>
                <a:off x="5317151" y="3910900"/>
                <a:ext cx="208080" cy="61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A718D9E-D249-B03C-E8C8-E405452F7FF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99120" y="3892900"/>
                  <a:ext cx="243782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F2C3E2D-ED25-6421-002B-E17A7C8A3B65}"/>
                    </a:ext>
                  </a:extLst>
                </p14:cNvPr>
                <p14:cNvContentPartPr/>
                <p14:nvPr/>
              </p14:nvContentPartPr>
              <p14:xfrm>
                <a:off x="5542511" y="3919540"/>
                <a:ext cx="177480" cy="1972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F2C3E2D-ED25-6421-002B-E17A7C8A3B6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524511" y="3901540"/>
                  <a:ext cx="2131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D0BC78B-B894-821D-8153-EE516E1C826F}"/>
                    </a:ext>
                  </a:extLst>
                </p14:cNvPr>
                <p14:cNvContentPartPr/>
                <p14:nvPr/>
              </p14:nvContentPartPr>
              <p14:xfrm>
                <a:off x="5712431" y="3938980"/>
                <a:ext cx="79200" cy="982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D0BC78B-B894-821D-8153-EE516E1C826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694349" y="3920980"/>
                  <a:ext cx="115003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EDDE128-367E-D122-EED6-0C2242803D35}"/>
              </a:ext>
            </a:extLst>
          </p:cNvPr>
          <p:cNvGrpSpPr/>
          <p:nvPr/>
        </p:nvGrpSpPr>
        <p:grpSpPr>
          <a:xfrm>
            <a:off x="1126080" y="1177610"/>
            <a:ext cx="325080" cy="426600"/>
            <a:chOff x="6089351" y="3752860"/>
            <a:chExt cx="325080" cy="4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74B3528-E7BD-843C-8BE7-3019F8C12D60}"/>
                    </a:ext>
                  </a:extLst>
                </p14:cNvPr>
                <p14:cNvContentPartPr/>
                <p14:nvPr/>
              </p14:nvContentPartPr>
              <p14:xfrm>
                <a:off x="6225431" y="3884620"/>
                <a:ext cx="30240" cy="1404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74B3528-E7BD-843C-8BE7-3019F8C12D6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07431" y="3866620"/>
                  <a:ext cx="658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0AFEC19-95CD-287C-9C96-3D3E35FFB85F}"/>
                    </a:ext>
                  </a:extLst>
                </p14:cNvPr>
                <p14:cNvContentPartPr/>
                <p14:nvPr/>
              </p14:nvContentPartPr>
              <p14:xfrm>
                <a:off x="6089351" y="3752860"/>
                <a:ext cx="325080" cy="4266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0AFEC19-95CD-287C-9C96-3D3E35FFB85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71351" y="3734860"/>
                  <a:ext cx="360720" cy="46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D8E471CD-A9D0-3F10-CA5C-C06251725964}"/>
              </a:ext>
            </a:extLst>
          </p:cNvPr>
          <p:cNvGrpSpPr/>
          <p:nvPr/>
        </p:nvGrpSpPr>
        <p:grpSpPr>
          <a:xfrm>
            <a:off x="1824840" y="1227650"/>
            <a:ext cx="1143720" cy="339480"/>
            <a:chOff x="6788111" y="3802900"/>
            <a:chExt cx="114372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E82AF98-B14D-4753-4B6F-629E9174047E}"/>
                    </a:ext>
                  </a:extLst>
                </p14:cNvPr>
                <p14:cNvContentPartPr/>
                <p14:nvPr/>
              </p14:nvContentPartPr>
              <p14:xfrm>
                <a:off x="6788111" y="3898660"/>
                <a:ext cx="114840" cy="1652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E82AF98-B14D-4753-4B6F-629E9174047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70167" y="3880621"/>
                  <a:ext cx="150369" cy="200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EE53758-6639-4BBC-E01D-016AB6C4FD5E}"/>
                    </a:ext>
                  </a:extLst>
                </p14:cNvPr>
                <p14:cNvContentPartPr/>
                <p14:nvPr/>
              </p14:nvContentPartPr>
              <p14:xfrm>
                <a:off x="6956591" y="3863020"/>
                <a:ext cx="261000" cy="2793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EE53758-6639-4BBC-E01D-016AB6C4FD5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38591" y="3845020"/>
                  <a:ext cx="296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BB56115-4070-91FE-B144-421DD47889C2}"/>
                    </a:ext>
                  </a:extLst>
                </p14:cNvPr>
                <p14:cNvContentPartPr/>
                <p14:nvPr/>
              </p14:nvContentPartPr>
              <p14:xfrm>
                <a:off x="7201751" y="3879940"/>
                <a:ext cx="78480" cy="1321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BB56115-4070-91FE-B144-421DD47889C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83751" y="3861940"/>
                  <a:ext cx="1141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01FB391-A157-3121-6C20-FDCAC691499D}"/>
                    </a:ext>
                  </a:extLst>
                </p14:cNvPr>
                <p14:cNvContentPartPr/>
                <p14:nvPr/>
              </p14:nvContentPartPr>
              <p14:xfrm>
                <a:off x="7365191" y="3802900"/>
                <a:ext cx="36000" cy="211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01FB391-A157-3121-6C20-FDCAC691499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347191" y="3784931"/>
                  <a:ext cx="71640" cy="2468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457B982-0CD6-2CA2-1135-F1F7D41E34E1}"/>
                    </a:ext>
                  </a:extLst>
                </p14:cNvPr>
                <p14:cNvContentPartPr/>
                <p14:nvPr/>
              </p14:nvContentPartPr>
              <p14:xfrm>
                <a:off x="7477151" y="3893620"/>
                <a:ext cx="130320" cy="1281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457B982-0CD6-2CA2-1135-F1F7D41E34E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459151" y="3875620"/>
                  <a:ext cx="165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99C68E0-773F-F482-5BBD-8E4E62EC7706}"/>
                    </a:ext>
                  </a:extLst>
                </p14:cNvPr>
                <p14:cNvContentPartPr/>
                <p14:nvPr/>
              </p14:nvContentPartPr>
              <p14:xfrm>
                <a:off x="7696751" y="3897580"/>
                <a:ext cx="92520" cy="120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99C68E0-773F-F482-5BBD-8E4E62EC770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78751" y="3879526"/>
                  <a:ext cx="128160" cy="1563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000274B-86D8-3426-D191-8FDD8B9F26FD}"/>
                    </a:ext>
                  </a:extLst>
                </p14:cNvPr>
                <p14:cNvContentPartPr/>
                <p14:nvPr/>
              </p14:nvContentPartPr>
              <p14:xfrm>
                <a:off x="7809791" y="3922780"/>
                <a:ext cx="122040" cy="14652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000274B-86D8-3426-D191-8FDD8B9F26F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91791" y="3904780"/>
                  <a:ext cx="157680" cy="18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02BF1583-9A09-B8B7-6744-BA236B713D02}"/>
              </a:ext>
            </a:extLst>
          </p:cNvPr>
          <p:cNvGrpSpPr/>
          <p:nvPr/>
        </p:nvGrpSpPr>
        <p:grpSpPr>
          <a:xfrm>
            <a:off x="3463920" y="1307210"/>
            <a:ext cx="1136520" cy="226800"/>
            <a:chOff x="8427191" y="3882460"/>
            <a:chExt cx="113652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E9FC3E5-AE32-8852-88B4-8B460DCFC393}"/>
                    </a:ext>
                  </a:extLst>
                </p14:cNvPr>
                <p14:cNvContentPartPr/>
                <p14:nvPr/>
              </p14:nvContentPartPr>
              <p14:xfrm>
                <a:off x="8427191" y="3882460"/>
                <a:ext cx="72360" cy="2268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E9FC3E5-AE32-8852-88B4-8B460DCFC39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09191" y="3864460"/>
                  <a:ext cx="108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D2ABE1F-2BD7-3FCA-FAAC-463B8155F777}"/>
                    </a:ext>
                  </a:extLst>
                </p14:cNvPr>
                <p14:cNvContentPartPr/>
                <p14:nvPr/>
              </p14:nvContentPartPr>
              <p14:xfrm>
                <a:off x="8607911" y="3932500"/>
                <a:ext cx="90360" cy="1198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D2ABE1F-2BD7-3FCA-FAAC-463B8155F77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589911" y="3914500"/>
                  <a:ext cx="126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3124FCA-8C01-AB2B-C96D-C8843F34AC29}"/>
                    </a:ext>
                  </a:extLst>
                </p14:cNvPr>
                <p14:cNvContentPartPr/>
                <p14:nvPr/>
              </p14:nvContentPartPr>
              <p14:xfrm>
                <a:off x="8811311" y="3892180"/>
                <a:ext cx="182160" cy="1386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3124FCA-8C01-AB2B-C96D-C8843F34AC2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793311" y="3874180"/>
                  <a:ext cx="217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079A19A-09AB-CFEB-213F-ACE18FFF4CC1}"/>
                    </a:ext>
                  </a:extLst>
                </p14:cNvPr>
                <p14:cNvContentPartPr/>
                <p14:nvPr/>
              </p14:nvContentPartPr>
              <p14:xfrm>
                <a:off x="9065111" y="3896140"/>
                <a:ext cx="109080" cy="1400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079A19A-09AB-CFEB-213F-ACE18FFF4CC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047111" y="3878140"/>
                  <a:ext cx="1447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25EFE25-64D3-230B-6F72-F12DC66E4795}"/>
                    </a:ext>
                  </a:extLst>
                </p14:cNvPr>
                <p14:cNvContentPartPr/>
                <p14:nvPr/>
              </p14:nvContentPartPr>
              <p14:xfrm>
                <a:off x="9301991" y="3883180"/>
                <a:ext cx="68040" cy="139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25EFE25-64D3-230B-6F72-F12DC66E479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283991" y="3865180"/>
                  <a:ext cx="1036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1AFB00EE-9874-AA12-74EA-7ECCCDA05C5A}"/>
                    </a:ext>
                  </a:extLst>
                </p14:cNvPr>
                <p14:cNvContentPartPr/>
                <p14:nvPr/>
              </p14:nvContentPartPr>
              <p14:xfrm>
                <a:off x="9473711" y="3905860"/>
                <a:ext cx="90000" cy="126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1AFB00EE-9874-AA12-74EA-7ECCCDA05C5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55711" y="3887911"/>
                  <a:ext cx="125640" cy="16153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DBFAEAA7-E971-7307-BFEB-BBBBFEC94D1B}"/>
              </a:ext>
            </a:extLst>
          </p:cNvPr>
          <p:cNvGrpSpPr/>
          <p:nvPr/>
        </p:nvGrpSpPr>
        <p:grpSpPr>
          <a:xfrm>
            <a:off x="4931640" y="1135490"/>
            <a:ext cx="737640" cy="266400"/>
            <a:chOff x="9894911" y="3710740"/>
            <a:chExt cx="737640" cy="26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1A6EEE8-915C-40FA-2569-82E046A388BD}"/>
                    </a:ext>
                  </a:extLst>
                </p14:cNvPr>
                <p14:cNvContentPartPr/>
                <p14:nvPr/>
              </p14:nvContentPartPr>
              <p14:xfrm>
                <a:off x="9894911" y="3857620"/>
                <a:ext cx="208080" cy="997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1A6EEE8-915C-40FA-2569-82E046A388B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76911" y="3839620"/>
                  <a:ext cx="2437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0D4483EE-5CD4-8EAB-DB74-FB3C1331B987}"/>
                    </a:ext>
                  </a:extLst>
                </p14:cNvPr>
                <p14:cNvContentPartPr/>
                <p14:nvPr/>
              </p14:nvContentPartPr>
              <p14:xfrm>
                <a:off x="10206311" y="3851140"/>
                <a:ext cx="43560" cy="126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0D4483EE-5CD4-8EAB-DB74-FB3C1331B98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188311" y="3833140"/>
                  <a:ext cx="79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1F63A51-83ED-F0AD-D605-B4BE49EDFD4B}"/>
                    </a:ext>
                  </a:extLst>
                </p14:cNvPr>
                <p14:cNvContentPartPr/>
                <p14:nvPr/>
              </p14:nvContentPartPr>
              <p14:xfrm>
                <a:off x="10211351" y="3710740"/>
                <a:ext cx="21600" cy="270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1F63A51-83ED-F0AD-D605-B4BE49EDFD4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93046" y="3692740"/>
                  <a:ext cx="57844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894539C-628B-5E1B-7AC9-6F4A6C7135E2}"/>
                    </a:ext>
                  </a:extLst>
                </p14:cNvPr>
                <p14:cNvContentPartPr/>
                <p14:nvPr/>
              </p14:nvContentPartPr>
              <p14:xfrm>
                <a:off x="10360031" y="3753580"/>
                <a:ext cx="46080" cy="218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894539C-628B-5E1B-7AC9-6F4A6C7135E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41889" y="3735580"/>
                  <a:ext cx="82001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8D24D75-CB13-85CE-F1D7-34AE3B70D239}"/>
                    </a:ext>
                  </a:extLst>
                </p14:cNvPr>
                <p14:cNvContentPartPr/>
                <p14:nvPr/>
              </p14:nvContentPartPr>
              <p14:xfrm>
                <a:off x="10338431" y="3821980"/>
                <a:ext cx="294120" cy="777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8D24D75-CB13-85CE-F1D7-34AE3B70D23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20431" y="3803896"/>
                  <a:ext cx="329760" cy="11356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5C8CFB53-4377-B100-D8C2-3F3C5C1AD09B}"/>
              </a:ext>
            </a:extLst>
          </p:cNvPr>
          <p:cNvGrpSpPr/>
          <p:nvPr/>
        </p:nvGrpSpPr>
        <p:grpSpPr>
          <a:xfrm>
            <a:off x="5952600" y="1075010"/>
            <a:ext cx="958680" cy="286920"/>
            <a:chOff x="10915871" y="3650260"/>
            <a:chExt cx="95868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09F618B-ED5C-16C9-2D70-99D9066FFF06}"/>
                    </a:ext>
                  </a:extLst>
                </p14:cNvPr>
                <p14:cNvContentPartPr/>
                <p14:nvPr/>
              </p14:nvContentPartPr>
              <p14:xfrm>
                <a:off x="10915871" y="3755020"/>
                <a:ext cx="83880" cy="1612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09F618B-ED5C-16C9-2D70-99D9066FFF0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897871" y="3736980"/>
                  <a:ext cx="119520" cy="1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75117BC-4BDE-2E78-8AA9-1AE556AF0EF4}"/>
                    </a:ext>
                  </a:extLst>
                </p14:cNvPr>
                <p14:cNvContentPartPr/>
                <p14:nvPr/>
              </p14:nvContentPartPr>
              <p14:xfrm>
                <a:off x="11114231" y="3731620"/>
                <a:ext cx="139680" cy="1879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75117BC-4BDE-2E78-8AA9-1AE556AF0EF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096231" y="3713620"/>
                  <a:ext cx="1753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6F6034B-D9DC-7F89-267A-968E1359CC71}"/>
                    </a:ext>
                  </a:extLst>
                </p14:cNvPr>
                <p14:cNvContentPartPr/>
                <p14:nvPr/>
              </p14:nvContentPartPr>
              <p14:xfrm>
                <a:off x="11340671" y="3805780"/>
                <a:ext cx="107640" cy="1314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6F6034B-D9DC-7F89-267A-968E1359CC7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22731" y="3787780"/>
                  <a:ext cx="143161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19DAC516-D252-8363-D08C-5C4FFC492EA7}"/>
                    </a:ext>
                  </a:extLst>
                </p14:cNvPr>
                <p14:cNvContentPartPr/>
                <p14:nvPr/>
              </p14:nvContentPartPr>
              <p14:xfrm>
                <a:off x="11526431" y="3786340"/>
                <a:ext cx="72000" cy="115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19DAC516-D252-8363-D08C-5C4FFC492EA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508431" y="3768340"/>
                  <a:ext cx="1076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7E16878-C989-81B5-2990-29288FD9059F}"/>
                    </a:ext>
                  </a:extLst>
                </p14:cNvPr>
                <p14:cNvContentPartPr/>
                <p14:nvPr/>
              </p14:nvContentPartPr>
              <p14:xfrm>
                <a:off x="11770151" y="3650260"/>
                <a:ext cx="57600" cy="2584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7E16878-C989-81B5-2990-29288FD9059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752038" y="3632260"/>
                  <a:ext cx="93464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5B23797-B3C0-4B72-27B0-952206F917EC}"/>
                    </a:ext>
                  </a:extLst>
                </p14:cNvPr>
                <p14:cNvContentPartPr/>
                <p14:nvPr/>
              </p14:nvContentPartPr>
              <p14:xfrm>
                <a:off x="11711111" y="3806140"/>
                <a:ext cx="163440" cy="496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5B23797-B3C0-4B72-27B0-952206F917E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693111" y="3788140"/>
                  <a:ext cx="1990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B821502B-4F6F-7E87-4365-A8D44CE2E6C5}"/>
              </a:ext>
            </a:extLst>
          </p:cNvPr>
          <p:cNvGrpSpPr/>
          <p:nvPr/>
        </p:nvGrpSpPr>
        <p:grpSpPr>
          <a:xfrm>
            <a:off x="328680" y="1954130"/>
            <a:ext cx="315360" cy="275040"/>
            <a:chOff x="5291951" y="4529380"/>
            <a:chExt cx="31536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3B4F08C-7C52-D996-50C4-C678E86FFBCE}"/>
                    </a:ext>
                  </a:extLst>
                </p14:cNvPr>
                <p14:cNvContentPartPr/>
                <p14:nvPr/>
              </p14:nvContentPartPr>
              <p14:xfrm>
                <a:off x="5291951" y="4562500"/>
                <a:ext cx="126720" cy="24192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3B4F08C-7C52-D996-50C4-C678E86FFBC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273951" y="4544500"/>
                  <a:ext cx="162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75C3916-739F-AD0D-CCB6-4E4671610C1F}"/>
                    </a:ext>
                  </a:extLst>
                </p14:cNvPr>
                <p14:cNvContentPartPr/>
                <p14:nvPr/>
              </p14:nvContentPartPr>
              <p14:xfrm>
                <a:off x="5495711" y="4529380"/>
                <a:ext cx="111600" cy="2455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75C3916-739F-AD0D-CCB6-4E4671610C1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477653" y="4511380"/>
                  <a:ext cx="147355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1577830-6107-1616-70B6-22F7DF88A8C2}"/>
                    </a:ext>
                  </a:extLst>
                </p14:cNvPr>
                <p14:cNvContentPartPr/>
                <p14:nvPr/>
              </p14:nvContentPartPr>
              <p14:xfrm>
                <a:off x="5514431" y="4586260"/>
                <a:ext cx="87840" cy="187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1577830-6107-1616-70B6-22F7DF88A8C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96431" y="4568600"/>
                  <a:ext cx="123480" cy="5368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94824CEC-12FF-DE62-0BE0-F13997E8E9BF}"/>
              </a:ext>
            </a:extLst>
          </p:cNvPr>
          <p:cNvGrpSpPr/>
          <p:nvPr/>
        </p:nvGrpSpPr>
        <p:grpSpPr>
          <a:xfrm>
            <a:off x="831240" y="1864850"/>
            <a:ext cx="712800" cy="372600"/>
            <a:chOff x="5794511" y="4440100"/>
            <a:chExt cx="71280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27B7748-026D-4D23-1EBD-8DA3D70D76DF}"/>
                    </a:ext>
                  </a:extLst>
                </p14:cNvPr>
                <p14:cNvContentPartPr/>
                <p14:nvPr/>
              </p14:nvContentPartPr>
              <p14:xfrm>
                <a:off x="5794511" y="4563580"/>
                <a:ext cx="151560" cy="1170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27B7748-026D-4D23-1EBD-8DA3D70D76D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76511" y="4545580"/>
                  <a:ext cx="187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736F988-9FBA-E522-1D23-0C00C3390192}"/>
                    </a:ext>
                  </a:extLst>
                </p14:cNvPr>
                <p14:cNvContentPartPr/>
                <p14:nvPr/>
              </p14:nvContentPartPr>
              <p14:xfrm>
                <a:off x="5988191" y="4591660"/>
                <a:ext cx="33840" cy="2210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736F988-9FBA-E522-1D23-0C00C339019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970191" y="4573689"/>
                  <a:ext cx="69480" cy="256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608E968-FD53-7507-3DEA-B0FEEE53D131}"/>
                    </a:ext>
                  </a:extLst>
                </p14:cNvPr>
                <p14:cNvContentPartPr/>
                <p14:nvPr/>
              </p14:nvContentPartPr>
              <p14:xfrm>
                <a:off x="5959391" y="4576540"/>
                <a:ext cx="81720" cy="1047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608E968-FD53-7507-3DEA-B0FEEE53D13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41391" y="4558540"/>
                  <a:ext cx="117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1E694C6-D30C-FE3F-6FE6-B20B94E8E6B3}"/>
                    </a:ext>
                  </a:extLst>
                </p14:cNvPr>
                <p14:cNvContentPartPr/>
                <p14:nvPr/>
              </p14:nvContentPartPr>
              <p14:xfrm>
                <a:off x="6247391" y="4536220"/>
                <a:ext cx="106560" cy="1396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1E694C6-D30C-FE3F-6FE6-B20B94E8E6B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229391" y="4518220"/>
                  <a:ext cx="142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82C834D-408F-1F8E-0EBD-43056E4D4D00}"/>
                    </a:ext>
                  </a:extLst>
                </p14:cNvPr>
                <p14:cNvContentPartPr/>
                <p14:nvPr/>
              </p14:nvContentPartPr>
              <p14:xfrm>
                <a:off x="6155591" y="4440100"/>
                <a:ext cx="351720" cy="3484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82C834D-408F-1F8E-0EBD-43056E4D4D0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137591" y="4422100"/>
                  <a:ext cx="387360" cy="38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2387DB26-3ACA-1360-CF98-84D2CC5A1811}"/>
              </a:ext>
            </a:extLst>
          </p:cNvPr>
          <p:cNvGrpSpPr/>
          <p:nvPr/>
        </p:nvGrpSpPr>
        <p:grpSpPr>
          <a:xfrm>
            <a:off x="1921320" y="1874570"/>
            <a:ext cx="1823760" cy="290520"/>
            <a:chOff x="6884591" y="4449820"/>
            <a:chExt cx="182376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8623A553-270C-62DB-95D9-919D2DC3BCE1}"/>
                    </a:ext>
                  </a:extLst>
                </p14:cNvPr>
                <p14:cNvContentPartPr/>
                <p14:nvPr/>
              </p14:nvContentPartPr>
              <p14:xfrm>
                <a:off x="6884591" y="4517140"/>
                <a:ext cx="379080" cy="2149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8623A553-270C-62DB-95D9-919D2DC3BCE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866591" y="4499140"/>
                  <a:ext cx="4147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61051328-3044-EC45-FE04-C637BFEBB4D3}"/>
                    </a:ext>
                  </a:extLst>
                </p14:cNvPr>
                <p14:cNvContentPartPr/>
                <p14:nvPr/>
              </p14:nvContentPartPr>
              <p14:xfrm>
                <a:off x="7378871" y="4449820"/>
                <a:ext cx="44640" cy="2581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61051328-3044-EC45-FE04-C637BFEBB4D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360871" y="4431795"/>
                  <a:ext cx="80280" cy="2938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4F4DBAD-C1DD-139B-E3BE-141D5C559FDA}"/>
                    </a:ext>
                  </a:extLst>
                </p14:cNvPr>
                <p14:cNvContentPartPr/>
                <p14:nvPr/>
              </p14:nvContentPartPr>
              <p14:xfrm>
                <a:off x="7516391" y="4606780"/>
                <a:ext cx="80640" cy="1267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4F4DBAD-C1DD-139B-E3BE-141D5C559FD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98391" y="4588729"/>
                  <a:ext cx="116280" cy="1624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625D92D0-69A1-B0C7-1605-AA95D108FD48}"/>
                    </a:ext>
                  </a:extLst>
                </p14:cNvPr>
                <p14:cNvContentPartPr/>
                <p14:nvPr/>
              </p14:nvContentPartPr>
              <p14:xfrm>
                <a:off x="7687391" y="4613260"/>
                <a:ext cx="173520" cy="1040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625D92D0-69A1-B0C7-1605-AA95D108FD4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669428" y="4595260"/>
                  <a:ext cx="209086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0C8676A-0196-2C26-91E7-41A16B9A5B43}"/>
                    </a:ext>
                  </a:extLst>
                </p14:cNvPr>
                <p14:cNvContentPartPr/>
                <p14:nvPr/>
              </p14:nvContentPartPr>
              <p14:xfrm>
                <a:off x="8027231" y="4542340"/>
                <a:ext cx="45000" cy="1814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0C8676A-0196-2C26-91E7-41A16B9A5B4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09231" y="4524340"/>
                  <a:ext cx="80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CE99B02B-6484-48E2-64FE-233F31CDD2B6}"/>
                    </a:ext>
                  </a:extLst>
                </p14:cNvPr>
                <p14:cNvContentPartPr/>
                <p14:nvPr/>
              </p14:nvContentPartPr>
              <p14:xfrm>
                <a:off x="7969991" y="4634140"/>
                <a:ext cx="27000" cy="7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CE99B02B-6484-48E2-64FE-233F31CDD2B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52228" y="4616140"/>
                  <a:ext cx="62171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F75E5E92-18D6-AE88-4067-8DFCAF697A41}"/>
                    </a:ext>
                  </a:extLst>
                </p14:cNvPr>
                <p14:cNvContentPartPr/>
                <p14:nvPr/>
              </p14:nvContentPartPr>
              <p14:xfrm>
                <a:off x="8176271" y="4632700"/>
                <a:ext cx="157680" cy="1076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F75E5E92-18D6-AE88-4067-8DFCAF697A4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158271" y="4614640"/>
                  <a:ext cx="193320" cy="1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0FA623-A4C5-E23B-879F-025DC6C9193C}"/>
                    </a:ext>
                  </a:extLst>
                </p14:cNvPr>
                <p14:cNvContentPartPr/>
                <p14:nvPr/>
              </p14:nvContentPartPr>
              <p14:xfrm>
                <a:off x="8432951" y="4471780"/>
                <a:ext cx="52920" cy="2368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0FA623-A4C5-E23B-879F-025DC6C9193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414951" y="4453780"/>
                  <a:ext cx="885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15E815D5-FFB7-CB07-7E67-7240F175B846}"/>
                    </a:ext>
                  </a:extLst>
                </p14:cNvPr>
                <p14:cNvContentPartPr/>
                <p14:nvPr/>
              </p14:nvContentPartPr>
              <p14:xfrm>
                <a:off x="8376431" y="4583020"/>
                <a:ext cx="97920" cy="388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15E815D5-FFB7-CB07-7E67-7240F175B84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358431" y="4564852"/>
                  <a:ext cx="133560" cy="74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2A3EF2D-E046-EEC2-3D67-619E244836E4}"/>
                    </a:ext>
                  </a:extLst>
                </p14:cNvPr>
                <p14:cNvContentPartPr/>
                <p14:nvPr/>
              </p14:nvContentPartPr>
              <p14:xfrm>
                <a:off x="8600711" y="4616140"/>
                <a:ext cx="107640" cy="1130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2A3EF2D-E046-EEC2-3D67-619E244836E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582711" y="4598140"/>
                  <a:ext cx="1432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6DF57D06-623C-4854-ED04-560981823468}"/>
              </a:ext>
            </a:extLst>
          </p:cNvPr>
          <p:cNvGrpSpPr/>
          <p:nvPr/>
        </p:nvGrpSpPr>
        <p:grpSpPr>
          <a:xfrm>
            <a:off x="4236840" y="1832090"/>
            <a:ext cx="654120" cy="370080"/>
            <a:chOff x="9200111" y="4407340"/>
            <a:chExt cx="654120" cy="37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9C81E9D1-180C-3EB5-521A-42E7DE51B59E}"/>
                    </a:ext>
                  </a:extLst>
                </p14:cNvPr>
                <p14:cNvContentPartPr/>
                <p14:nvPr/>
              </p14:nvContentPartPr>
              <p14:xfrm>
                <a:off x="9204431" y="4432180"/>
                <a:ext cx="32760" cy="3452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9C81E9D1-180C-3EB5-521A-42E7DE51B59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86431" y="4414180"/>
                  <a:ext cx="684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2AF4239-E94B-1A27-DDAA-540C03159EE9}"/>
                    </a:ext>
                  </a:extLst>
                </p14:cNvPr>
                <p14:cNvContentPartPr/>
                <p14:nvPr/>
              </p14:nvContentPartPr>
              <p14:xfrm>
                <a:off x="9200111" y="4407340"/>
                <a:ext cx="192960" cy="2052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2AF4239-E94B-1A27-DDAA-540C03159EE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82145" y="4389340"/>
                  <a:ext cx="228534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5521428-5F62-2194-8255-450FDC1ED510}"/>
                    </a:ext>
                  </a:extLst>
                </p14:cNvPr>
                <p14:cNvContentPartPr/>
                <p14:nvPr/>
              </p14:nvContentPartPr>
              <p14:xfrm>
                <a:off x="9472631" y="4536220"/>
                <a:ext cx="381600" cy="1947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5521428-5F62-2194-8255-450FDC1ED51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454631" y="4518220"/>
                  <a:ext cx="417240" cy="23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5B9EF005-0F77-E7DC-3964-AB6A0B122DF8}"/>
                  </a:ext>
                </a:extLst>
              </p14:cNvPr>
              <p14:cNvContentPartPr/>
              <p14:nvPr/>
            </p14:nvContentPartPr>
            <p14:xfrm>
              <a:off x="5096520" y="2013170"/>
              <a:ext cx="12600" cy="684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5B9EF005-0F77-E7DC-3964-AB6A0B122DF8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5078520" y="1994170"/>
                <a:ext cx="48240" cy="444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6" name="Group 295">
            <a:extLst>
              <a:ext uri="{FF2B5EF4-FFF2-40B4-BE49-F238E27FC236}">
                <a16:creationId xmlns:a16="http://schemas.microsoft.com/office/drawing/2014/main" id="{29A29490-6539-6027-7E6B-FD7225E6076F}"/>
              </a:ext>
            </a:extLst>
          </p:cNvPr>
          <p:cNvGrpSpPr/>
          <p:nvPr/>
        </p:nvGrpSpPr>
        <p:grpSpPr>
          <a:xfrm>
            <a:off x="148680" y="2500250"/>
            <a:ext cx="2251800" cy="1593000"/>
            <a:chOff x="5111951" y="5075500"/>
            <a:chExt cx="2251800" cy="159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D338F39-1180-723D-72F2-7610E5EFA82E}"/>
                    </a:ext>
                  </a:extLst>
                </p14:cNvPr>
                <p14:cNvContentPartPr/>
                <p14:nvPr/>
              </p14:nvContentPartPr>
              <p14:xfrm>
                <a:off x="5399951" y="5291860"/>
                <a:ext cx="82080" cy="846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D338F39-1180-723D-72F2-7610E5EFA82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381951" y="5273783"/>
                  <a:ext cx="117720" cy="1203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91EB1D7F-E3A2-C668-9A78-A77F9A9C68F9}"/>
                    </a:ext>
                  </a:extLst>
                </p14:cNvPr>
                <p14:cNvContentPartPr/>
                <p14:nvPr/>
              </p14:nvContentPartPr>
              <p14:xfrm>
                <a:off x="5295551" y="5124100"/>
                <a:ext cx="41760" cy="496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91EB1D7F-E3A2-C668-9A78-A77F9A9C68F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277551" y="5106100"/>
                  <a:ext cx="7740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27AEC7F-D450-9E05-A454-5FBD2141E802}"/>
                    </a:ext>
                  </a:extLst>
                </p14:cNvPr>
                <p14:cNvContentPartPr/>
                <p14:nvPr/>
              </p14:nvContentPartPr>
              <p14:xfrm>
                <a:off x="5111951" y="5606860"/>
                <a:ext cx="404640" cy="1281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27AEC7F-D450-9E05-A454-5FBD2141E80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093951" y="5588860"/>
                  <a:ext cx="4402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3F1ED38-7507-9D6E-A7EC-5BF981AB6A67}"/>
                    </a:ext>
                  </a:extLst>
                </p14:cNvPr>
                <p14:cNvContentPartPr/>
                <p14:nvPr/>
              </p14:nvContentPartPr>
              <p14:xfrm>
                <a:off x="5347391" y="5767780"/>
                <a:ext cx="95040" cy="16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3F1ED38-7507-9D6E-A7EC-5BF981AB6A6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329459" y="5749780"/>
                  <a:ext cx="130546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69DD7314-78D8-F5DC-41AA-F68F9AA62782}"/>
                    </a:ext>
                  </a:extLst>
                </p14:cNvPr>
                <p14:cNvContentPartPr/>
                <p14:nvPr/>
              </p14:nvContentPartPr>
              <p14:xfrm>
                <a:off x="5403911" y="5810980"/>
                <a:ext cx="20160" cy="5166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69DD7314-78D8-F5DC-41AA-F68F9AA6278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85911" y="5792980"/>
                  <a:ext cx="55800" cy="55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C8DE068-4A63-2E2D-835D-90EF88DCBADA}"/>
                    </a:ext>
                  </a:extLst>
                </p14:cNvPr>
                <p14:cNvContentPartPr/>
                <p14:nvPr/>
              </p14:nvContentPartPr>
              <p14:xfrm>
                <a:off x="5309231" y="5075500"/>
                <a:ext cx="965160" cy="820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C8DE068-4A63-2E2D-835D-90EF88DCBAD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291231" y="5057421"/>
                  <a:ext cx="1000800" cy="1178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4A06B91-B069-385C-10BF-4B4E2AF8EB1C}"/>
                    </a:ext>
                  </a:extLst>
                </p14:cNvPr>
                <p14:cNvContentPartPr/>
                <p14:nvPr/>
              </p14:nvContentPartPr>
              <p14:xfrm>
                <a:off x="6259991" y="5132020"/>
                <a:ext cx="12240" cy="1774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4A06B91-B069-385C-10BF-4B4E2AF8EB1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241991" y="5113983"/>
                  <a:ext cx="47880" cy="2131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D808CD25-E763-DE87-2F40-7FE107D7F514}"/>
                    </a:ext>
                  </a:extLst>
                </p14:cNvPr>
                <p14:cNvContentPartPr/>
                <p14:nvPr/>
              </p14:nvContentPartPr>
              <p14:xfrm>
                <a:off x="6247751" y="5347300"/>
                <a:ext cx="123120" cy="25632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D808CD25-E763-DE87-2F40-7FE107D7F51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229751" y="5329300"/>
                  <a:ext cx="158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175F0B16-822C-5778-7D3F-C152D78A843D}"/>
                    </a:ext>
                  </a:extLst>
                </p14:cNvPr>
                <p14:cNvContentPartPr/>
                <p14:nvPr/>
              </p14:nvContentPartPr>
              <p14:xfrm>
                <a:off x="6365831" y="5604340"/>
                <a:ext cx="9720" cy="3348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175F0B16-822C-5778-7D3F-C152D78A84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347831" y="5586340"/>
                  <a:ext cx="4536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94101263-0F25-9FD6-FB75-BF78D2D348F8}"/>
                    </a:ext>
                  </a:extLst>
                </p14:cNvPr>
                <p14:cNvContentPartPr/>
                <p14:nvPr/>
              </p14:nvContentPartPr>
              <p14:xfrm>
                <a:off x="5469071" y="5998180"/>
                <a:ext cx="961920" cy="51948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94101263-0F25-9FD6-FB75-BF78D2D348F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451071" y="5980168"/>
                  <a:ext cx="997560" cy="5551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83328B4-18C6-2246-B612-F7173C110777}"/>
                    </a:ext>
                  </a:extLst>
                </p14:cNvPr>
                <p14:cNvContentPartPr/>
                <p14:nvPr/>
              </p14:nvContentPartPr>
              <p14:xfrm>
                <a:off x="5416511" y="6341620"/>
                <a:ext cx="43920" cy="1357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83328B4-18C6-2246-B612-F7173C11077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398511" y="6323620"/>
                  <a:ext cx="79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CAF589A-4250-83A2-CB75-20659EDA47FD}"/>
                    </a:ext>
                  </a:extLst>
                </p14:cNvPr>
                <p14:cNvContentPartPr/>
                <p14:nvPr/>
              </p14:nvContentPartPr>
              <p14:xfrm>
                <a:off x="5459351" y="6435580"/>
                <a:ext cx="11520" cy="219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CAF589A-4250-83A2-CB75-20659EDA47F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441351" y="6417580"/>
                  <a:ext cx="47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464A5DD-A76D-9FA6-59C7-CDFD6CD8F4EB}"/>
                    </a:ext>
                  </a:extLst>
                </p14:cNvPr>
                <p14:cNvContentPartPr/>
                <p14:nvPr/>
              </p14:nvContentPartPr>
              <p14:xfrm>
                <a:off x="6337751" y="5781100"/>
                <a:ext cx="650520" cy="813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464A5DD-A76D-9FA6-59C7-CDFD6CD8F4E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319751" y="5763100"/>
                  <a:ext cx="686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A6E1C69-9680-60DB-61BB-390C6799C754}"/>
                    </a:ext>
                  </a:extLst>
                </p14:cNvPr>
                <p14:cNvContentPartPr/>
                <p14:nvPr/>
              </p14:nvContentPartPr>
              <p14:xfrm>
                <a:off x="6435671" y="6455380"/>
                <a:ext cx="650520" cy="738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A6E1C69-9680-60DB-61BB-390C6799C75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417671" y="6437380"/>
                  <a:ext cx="6861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C2C130C8-B0B6-72AD-0DD2-F7E09A670F56}"/>
                    </a:ext>
                  </a:extLst>
                </p14:cNvPr>
                <p14:cNvContentPartPr/>
                <p14:nvPr/>
              </p14:nvContentPartPr>
              <p14:xfrm>
                <a:off x="7021751" y="6440980"/>
                <a:ext cx="42840" cy="691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C2C130C8-B0B6-72AD-0DD2-F7E09A670F5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003751" y="6422886"/>
                  <a:ext cx="78480" cy="1049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BCC31673-9D7A-8EEF-611E-92D4AEFFBA55}"/>
                    </a:ext>
                  </a:extLst>
                </p14:cNvPr>
                <p14:cNvContentPartPr/>
                <p14:nvPr/>
              </p14:nvContentPartPr>
              <p14:xfrm>
                <a:off x="7133711" y="5550700"/>
                <a:ext cx="2880" cy="14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BCC31673-9D7A-8EEF-611E-92D4AEFFBA5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115711" y="5532700"/>
                  <a:ext cx="38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DBC30B52-CF8B-80C0-3837-6E3740DB3A84}"/>
                    </a:ext>
                  </a:extLst>
                </p14:cNvPr>
                <p14:cNvContentPartPr/>
                <p14:nvPr/>
              </p14:nvContentPartPr>
              <p14:xfrm>
                <a:off x="7081871" y="5602180"/>
                <a:ext cx="19440" cy="1432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DBC30B52-CF8B-80C0-3837-6E3740DB3A8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063531" y="5584180"/>
                  <a:ext cx="55752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189A4037-B78D-3B02-59AF-4C2B2EA48F3B}"/>
                    </a:ext>
                  </a:extLst>
                </p14:cNvPr>
                <p14:cNvContentPartPr/>
                <p14:nvPr/>
              </p14:nvContentPartPr>
              <p14:xfrm>
                <a:off x="7111391" y="5579500"/>
                <a:ext cx="125640" cy="11556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189A4037-B78D-3B02-59AF-4C2B2EA48F3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093339" y="5561500"/>
                  <a:ext cx="161382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B957BEF-54E9-A23D-4D9F-C467920912D0}"/>
                    </a:ext>
                  </a:extLst>
                </p14:cNvPr>
                <p14:cNvContentPartPr/>
                <p14:nvPr/>
              </p14:nvContentPartPr>
              <p14:xfrm>
                <a:off x="7125071" y="5671300"/>
                <a:ext cx="38880" cy="277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B957BEF-54E9-A23D-4D9F-C467920912D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107071" y="5653300"/>
                  <a:ext cx="745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3D73A478-C289-9724-F8B2-641A33B8EE0E}"/>
                    </a:ext>
                  </a:extLst>
                </p14:cNvPr>
                <p14:cNvContentPartPr/>
                <p14:nvPr/>
              </p14:nvContentPartPr>
              <p14:xfrm>
                <a:off x="7238831" y="6538900"/>
                <a:ext cx="46440" cy="1296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3D73A478-C289-9724-F8B2-641A33B8EE0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220831" y="6520900"/>
                  <a:ext cx="82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CBFDD7BA-B92C-6788-0744-6A72E4C81C41}"/>
                    </a:ext>
                  </a:extLst>
                </p14:cNvPr>
                <p14:cNvContentPartPr/>
                <p14:nvPr/>
              </p14:nvContentPartPr>
              <p14:xfrm>
                <a:off x="7239911" y="6503260"/>
                <a:ext cx="123840" cy="1630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CBFDD7BA-B92C-6788-0744-6A72E4C81C4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221911" y="6485260"/>
                  <a:ext cx="159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0D37169-B29E-8DC7-14A7-E180D1170359}"/>
                    </a:ext>
                  </a:extLst>
                </p14:cNvPr>
                <p14:cNvContentPartPr/>
                <p14:nvPr/>
              </p14:nvContentPartPr>
              <p14:xfrm>
                <a:off x="6517751" y="5331820"/>
                <a:ext cx="43920" cy="1861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0D37169-B29E-8DC7-14A7-E180D117035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499751" y="5313855"/>
                  <a:ext cx="79560" cy="2216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D8A7784D-1C57-399F-5C69-7682EA825287}"/>
                    </a:ext>
                  </a:extLst>
                </p14:cNvPr>
                <p14:cNvContentPartPr/>
                <p14:nvPr/>
              </p14:nvContentPartPr>
              <p14:xfrm>
                <a:off x="6677591" y="5301580"/>
                <a:ext cx="42840" cy="1458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D8A7784D-1C57-399F-5C69-7682EA82528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659591" y="5283580"/>
                  <a:ext cx="78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5E6B820-51F4-FCE2-8CF6-3C12DE1CA78D}"/>
                    </a:ext>
                  </a:extLst>
                </p14:cNvPr>
                <p14:cNvContentPartPr/>
                <p14:nvPr/>
              </p14:nvContentPartPr>
              <p14:xfrm>
                <a:off x="6719711" y="5353420"/>
                <a:ext cx="121320" cy="1022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5E6B820-51F4-FCE2-8CF6-3C12DE1CA78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701764" y="5335420"/>
                  <a:ext cx="156855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2A5B8D1E-440B-A414-684F-909C3B60B461}"/>
                    </a:ext>
                  </a:extLst>
                </p14:cNvPr>
                <p14:cNvContentPartPr/>
                <p14:nvPr/>
              </p14:nvContentPartPr>
              <p14:xfrm>
                <a:off x="6523511" y="6095380"/>
                <a:ext cx="203400" cy="1468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2A5B8D1E-440B-A414-684F-909C3B60B46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05543" y="6077380"/>
                  <a:ext cx="238977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42BB5998-165D-15E0-75CC-8AB0C088A74D}"/>
                    </a:ext>
                  </a:extLst>
                </p14:cNvPr>
                <p14:cNvContentPartPr/>
                <p14:nvPr/>
              </p14:nvContentPartPr>
              <p14:xfrm>
                <a:off x="6675791" y="6145060"/>
                <a:ext cx="36000" cy="1684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42BB5998-165D-15E0-75CC-8AB0C088A74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657791" y="6127060"/>
                  <a:ext cx="71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B03F9F9-59B3-45EC-5EDE-FFEB4A658F55}"/>
                    </a:ext>
                  </a:extLst>
                </p14:cNvPr>
                <p14:cNvContentPartPr/>
                <p14:nvPr/>
              </p14:nvContentPartPr>
              <p14:xfrm>
                <a:off x="6785951" y="6119860"/>
                <a:ext cx="56520" cy="1378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B03F9F9-59B3-45EC-5EDE-FFEB4A658F5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767836" y="6101907"/>
                  <a:ext cx="92388" cy="1734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B3F2EEE-16D1-6154-5326-2709C509A5ED}"/>
                    </a:ext>
                  </a:extLst>
                </p14:cNvPr>
                <p14:cNvContentPartPr/>
                <p14:nvPr/>
              </p14:nvContentPartPr>
              <p14:xfrm>
                <a:off x="6822671" y="6090700"/>
                <a:ext cx="124920" cy="1141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B3F2EEE-16D1-6154-5326-2709C509A5E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804671" y="6072700"/>
                  <a:ext cx="1605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4FD1D8E1-AB7B-D636-D947-8417CCC538F3}"/>
              </a:ext>
            </a:extLst>
          </p:cNvPr>
          <p:cNvGrpSpPr/>
          <p:nvPr/>
        </p:nvGrpSpPr>
        <p:grpSpPr>
          <a:xfrm>
            <a:off x="2561040" y="3116210"/>
            <a:ext cx="298080" cy="286560"/>
            <a:chOff x="7524311" y="5691460"/>
            <a:chExt cx="298080" cy="2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11163E8D-D272-FA20-0D58-041C1AF4A2BA}"/>
                    </a:ext>
                  </a:extLst>
                </p14:cNvPr>
                <p14:cNvContentPartPr/>
                <p14:nvPr/>
              </p14:nvContentPartPr>
              <p14:xfrm>
                <a:off x="7524311" y="5768860"/>
                <a:ext cx="115920" cy="273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11163E8D-D272-FA20-0D58-041C1AF4A2B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506311" y="5750860"/>
                  <a:ext cx="151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23DF206F-BC47-5220-C698-7735FAAF769F}"/>
                    </a:ext>
                  </a:extLst>
                </p14:cNvPr>
                <p14:cNvContentPartPr/>
                <p14:nvPr/>
              </p14:nvContentPartPr>
              <p14:xfrm>
                <a:off x="7577591" y="5870020"/>
                <a:ext cx="91440" cy="23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23DF206F-BC47-5220-C698-7735FAAF769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559520" y="5851739"/>
                  <a:ext cx="127221" cy="595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4D9035B-3D1C-DFAC-0995-C1F1D4C51FF1}"/>
                    </a:ext>
                  </a:extLst>
                </p14:cNvPr>
                <p14:cNvContentPartPr/>
                <p14:nvPr/>
              </p14:nvContentPartPr>
              <p14:xfrm>
                <a:off x="7630871" y="5691460"/>
                <a:ext cx="191520" cy="2865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4D9035B-3D1C-DFAC-0995-C1F1D4C51FF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612871" y="5673460"/>
                  <a:ext cx="227160" cy="32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4D12E59F-E8AC-BA9F-6F03-EE337C258763}"/>
                  </a:ext>
                </a:extLst>
              </p14:cNvPr>
              <p14:cNvContentPartPr/>
              <p14:nvPr/>
            </p14:nvContentPartPr>
            <p14:xfrm>
              <a:off x="3299760" y="2745410"/>
              <a:ext cx="61560" cy="781920"/>
            </p14:xfrm>
          </p:contentPart>
        </mc:Choice>
        <mc:Fallback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4D12E59F-E8AC-BA9F-6F03-EE337C258763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3245442" y="2637410"/>
                <a:ext cx="169833" cy="9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49FEE5C2-153C-5EDD-2524-48592807EF57}"/>
                  </a:ext>
                </a:extLst>
              </p14:cNvPr>
              <p14:cNvContentPartPr/>
              <p14:nvPr/>
            </p14:nvContentPartPr>
            <p14:xfrm>
              <a:off x="0" y="1118930"/>
              <a:ext cx="1627200" cy="505080"/>
            </p14:xfrm>
          </p:contentPart>
        </mc:Choice>
        <mc:Fallback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49FEE5C2-153C-5EDD-2524-48592807EF57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-54012" y="1010930"/>
                <a:ext cx="1734864" cy="72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5" name="Group 334">
            <a:extLst>
              <a:ext uri="{FF2B5EF4-FFF2-40B4-BE49-F238E27FC236}">
                <a16:creationId xmlns:a16="http://schemas.microsoft.com/office/drawing/2014/main" id="{60DB5430-D660-9E8A-CEA5-2454C1BB8905}"/>
              </a:ext>
            </a:extLst>
          </p:cNvPr>
          <p:cNvGrpSpPr/>
          <p:nvPr/>
        </p:nvGrpSpPr>
        <p:grpSpPr>
          <a:xfrm>
            <a:off x="3026160" y="2509970"/>
            <a:ext cx="2269080" cy="1423800"/>
            <a:chOff x="7989431" y="5085220"/>
            <a:chExt cx="2269080" cy="142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AB5A55B-CC03-D728-E484-32CCE1B6E524}"/>
                    </a:ext>
                  </a:extLst>
                </p14:cNvPr>
                <p14:cNvContentPartPr/>
                <p14:nvPr/>
              </p14:nvContentPartPr>
              <p14:xfrm>
                <a:off x="8272031" y="5114020"/>
                <a:ext cx="41760" cy="53208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AB5A55B-CC03-D728-E484-32CCE1B6E52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254031" y="5096020"/>
                  <a:ext cx="7740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02291A5-9B81-C57E-CF93-F6CAD097AD6C}"/>
                    </a:ext>
                  </a:extLst>
                </p14:cNvPr>
                <p14:cNvContentPartPr/>
                <p14:nvPr/>
              </p14:nvContentPartPr>
              <p14:xfrm>
                <a:off x="7989431" y="5587060"/>
                <a:ext cx="543600" cy="3492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02291A5-9B81-C57E-CF93-F6CAD097AD6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971431" y="5569060"/>
                  <a:ext cx="579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F98B4CBD-6FE8-D806-78FF-05E11CD515DE}"/>
                    </a:ext>
                  </a:extLst>
                </p14:cNvPr>
                <p14:cNvContentPartPr/>
                <p14:nvPr/>
              </p14:nvContentPartPr>
              <p14:xfrm>
                <a:off x="8232071" y="5779660"/>
                <a:ext cx="105120" cy="356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F98B4CBD-6FE8-D806-78FF-05E11CD515D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214071" y="5761660"/>
                  <a:ext cx="140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BE4F0DF-554A-24F7-2E6C-39AAE5595B1F}"/>
                    </a:ext>
                  </a:extLst>
                </p14:cNvPr>
                <p14:cNvContentPartPr/>
                <p14:nvPr/>
              </p14:nvContentPartPr>
              <p14:xfrm>
                <a:off x="8294711" y="5824660"/>
                <a:ext cx="53640" cy="6350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BE4F0DF-554A-24F7-2E6C-39AAE5595B1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276711" y="5806670"/>
                  <a:ext cx="89280" cy="6706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80B4A272-CAC5-49E9-BE21-35AD69CD7E66}"/>
                    </a:ext>
                  </a:extLst>
                </p14:cNvPr>
                <p14:cNvContentPartPr/>
                <p14:nvPr/>
              </p14:nvContentPartPr>
              <p14:xfrm>
                <a:off x="8315951" y="5085220"/>
                <a:ext cx="1053000" cy="720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80B4A272-CAC5-49E9-BE21-35AD69CD7E6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297951" y="5067220"/>
                  <a:ext cx="1088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DB5C2F20-936D-5418-4BD7-B635804F1111}"/>
                    </a:ext>
                  </a:extLst>
                </p14:cNvPr>
                <p14:cNvContentPartPr/>
                <p14:nvPr/>
              </p14:nvContentPartPr>
              <p14:xfrm>
                <a:off x="9328271" y="5116180"/>
                <a:ext cx="28440" cy="2793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DB5C2F20-936D-5418-4BD7-B635804F111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310040" y="5098180"/>
                  <a:ext cx="64537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2D63D549-8688-A04B-4C33-BCAC7249F4DF}"/>
                    </a:ext>
                  </a:extLst>
                </p14:cNvPr>
                <p14:cNvContentPartPr/>
                <p14:nvPr/>
              </p14:nvContentPartPr>
              <p14:xfrm>
                <a:off x="9298391" y="5398780"/>
                <a:ext cx="84960" cy="1983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2D63D549-8688-A04B-4C33-BCAC7249F4D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280467" y="5380780"/>
                  <a:ext cx="12045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0E573EB1-D390-D7AF-6C32-67D48D626AA0}"/>
                    </a:ext>
                  </a:extLst>
                </p14:cNvPr>
                <p14:cNvContentPartPr/>
                <p14:nvPr/>
              </p14:nvContentPartPr>
              <p14:xfrm>
                <a:off x="9367511" y="5618020"/>
                <a:ext cx="17640" cy="28692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0E573EB1-D390-D7AF-6C32-67D48D626AA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349511" y="5600020"/>
                  <a:ext cx="532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D12A0112-DEB4-4880-250E-842A2A57F1B2}"/>
                    </a:ext>
                  </a:extLst>
                </p14:cNvPr>
                <p14:cNvContentPartPr/>
                <p14:nvPr/>
              </p14:nvContentPartPr>
              <p14:xfrm>
                <a:off x="9330071" y="5934100"/>
                <a:ext cx="71640" cy="2253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D12A0112-DEB4-4880-250E-842A2A57F1B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312071" y="5916100"/>
                  <a:ext cx="107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D5FB4ADD-1C1A-9D0F-A55C-9CF941494673}"/>
                    </a:ext>
                  </a:extLst>
                </p14:cNvPr>
                <p14:cNvContentPartPr/>
                <p14:nvPr/>
              </p14:nvContentPartPr>
              <p14:xfrm>
                <a:off x="9395231" y="6165220"/>
                <a:ext cx="11520" cy="97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D5FB4ADD-1C1A-9D0F-A55C-9CF94149467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377231" y="6147220"/>
                  <a:ext cx="47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7B8F8A67-6F56-0182-8DE1-0120417ADCE6}"/>
                    </a:ext>
                  </a:extLst>
                </p14:cNvPr>
                <p14:cNvContentPartPr/>
                <p14:nvPr/>
              </p14:nvContentPartPr>
              <p14:xfrm>
                <a:off x="9381911" y="6195460"/>
                <a:ext cx="35280" cy="3024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7B8F8A67-6F56-0182-8DE1-0120417ADCE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363911" y="6177460"/>
                  <a:ext cx="709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8460864-381A-D73F-0BC1-B7A7335FC19F}"/>
                    </a:ext>
                  </a:extLst>
                </p14:cNvPr>
                <p14:cNvContentPartPr/>
                <p14:nvPr/>
              </p14:nvContentPartPr>
              <p14:xfrm>
                <a:off x="8153591" y="6463300"/>
                <a:ext cx="1269360" cy="457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8460864-381A-D73F-0BC1-B7A7335FC19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35591" y="6445300"/>
                  <a:ext cx="13050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DE1DA69B-FA3C-92E2-F403-FEE686E23774}"/>
                    </a:ext>
                  </a:extLst>
                </p14:cNvPr>
                <p14:cNvContentPartPr/>
                <p14:nvPr/>
              </p14:nvContentPartPr>
              <p14:xfrm>
                <a:off x="9320711" y="5751220"/>
                <a:ext cx="828000" cy="6300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DE1DA69B-FA3C-92E2-F403-FEE686E2377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302711" y="5733220"/>
                  <a:ext cx="8636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A1E26D6D-F527-8B84-4216-C15A281EA055}"/>
                    </a:ext>
                  </a:extLst>
                </p14:cNvPr>
                <p14:cNvContentPartPr/>
                <p14:nvPr/>
              </p14:nvContentPartPr>
              <p14:xfrm>
                <a:off x="9376871" y="6339100"/>
                <a:ext cx="881640" cy="1472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A1E26D6D-F527-8B84-4216-C15A281EA05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358871" y="6321100"/>
                  <a:ext cx="917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FD93985-E1E7-B822-D426-6EB60A0FB2D4}"/>
                    </a:ext>
                  </a:extLst>
                </p14:cNvPr>
                <p14:cNvContentPartPr/>
                <p14:nvPr/>
              </p14:nvContentPartPr>
              <p14:xfrm>
                <a:off x="8462471" y="5486260"/>
                <a:ext cx="4680" cy="21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FD93985-E1E7-B822-D426-6EB60A0FB2D4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444471" y="5470831"/>
                  <a:ext cx="40320" cy="32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4B7E9349-B734-3A06-C80E-E0D87C36D025}"/>
                    </a:ext>
                  </a:extLst>
                </p14:cNvPr>
                <p14:cNvContentPartPr/>
                <p14:nvPr/>
              </p14:nvContentPartPr>
              <p14:xfrm>
                <a:off x="8408471" y="5326780"/>
                <a:ext cx="17640" cy="9180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4B7E9349-B734-3A06-C80E-E0D87C36D02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390471" y="5308780"/>
                  <a:ext cx="532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27084597-FD27-3540-9465-CCFCD2D32930}"/>
                    </a:ext>
                  </a:extLst>
                </p14:cNvPr>
                <p14:cNvContentPartPr/>
                <p14:nvPr/>
              </p14:nvContentPartPr>
              <p14:xfrm>
                <a:off x="8401631" y="5559340"/>
                <a:ext cx="17640" cy="666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27084597-FD27-3540-9465-CCFCD2D3293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383256" y="5541340"/>
                  <a:ext cx="54023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F0D96501-D1D8-03B2-A1F6-D6F00F185D2C}"/>
                    </a:ext>
                  </a:extLst>
                </p14:cNvPr>
                <p14:cNvContentPartPr/>
                <p14:nvPr/>
              </p14:nvContentPartPr>
              <p14:xfrm>
                <a:off x="8421791" y="5749420"/>
                <a:ext cx="5760" cy="1036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F0D96501-D1D8-03B2-A1F6-D6F00F185D2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403791" y="5731420"/>
                  <a:ext cx="414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884052E-90FD-3C6B-8533-A4A32BE5316C}"/>
                    </a:ext>
                  </a:extLst>
                </p14:cNvPr>
                <p14:cNvContentPartPr/>
                <p14:nvPr/>
              </p14:nvContentPartPr>
              <p14:xfrm>
                <a:off x="8414591" y="5930860"/>
                <a:ext cx="11520" cy="5508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884052E-90FD-3C6B-8533-A4A32BE5316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396591" y="5912742"/>
                  <a:ext cx="47160" cy="90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BF786FE-C552-2C24-BBB0-06ED51C85C41}"/>
                    </a:ext>
                  </a:extLst>
                </p14:cNvPr>
                <p14:cNvContentPartPr/>
                <p14:nvPr/>
              </p14:nvContentPartPr>
              <p14:xfrm>
                <a:off x="8411351" y="6026260"/>
                <a:ext cx="10440" cy="957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BF786FE-C552-2C24-BBB0-06ED51C85C4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393351" y="6008260"/>
                  <a:ext cx="46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973F59E4-1817-8A28-F7B3-EDE7A27D8689}"/>
                    </a:ext>
                  </a:extLst>
                </p14:cNvPr>
                <p14:cNvContentPartPr/>
                <p14:nvPr/>
              </p14:nvContentPartPr>
              <p14:xfrm>
                <a:off x="8422151" y="5744020"/>
                <a:ext cx="9720" cy="1800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973F59E4-1817-8A28-F7B3-EDE7A27D868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404151" y="5726373"/>
                  <a:ext cx="45360" cy="529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4A03B6D7-77B2-47EA-BA7D-3720A8CF4DCD}"/>
                    </a:ext>
                  </a:extLst>
                </p14:cNvPr>
                <p14:cNvContentPartPr/>
                <p14:nvPr/>
              </p14:nvContentPartPr>
              <p14:xfrm>
                <a:off x="8246471" y="5265940"/>
                <a:ext cx="201600" cy="9432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4A03B6D7-77B2-47EA-BA7D-3720A8CF4DC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228471" y="5247940"/>
                  <a:ext cx="237240" cy="9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CAF7B93-1753-2F9E-E60D-3733258992BB}"/>
                    </a:ext>
                  </a:extLst>
                </p14:cNvPr>
                <p14:cNvContentPartPr/>
                <p14:nvPr/>
              </p14:nvContentPartPr>
              <p14:xfrm>
                <a:off x="9526631" y="5290780"/>
                <a:ext cx="63360" cy="2300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CAF7B93-1753-2F9E-E60D-3733258992BB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508733" y="5272780"/>
                  <a:ext cx="98799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46319561-3451-430E-3298-C2C2E5F63F99}"/>
                    </a:ext>
                  </a:extLst>
                </p14:cNvPr>
                <p14:cNvContentPartPr/>
                <p14:nvPr/>
              </p14:nvContentPartPr>
              <p14:xfrm>
                <a:off x="9676751" y="5291500"/>
                <a:ext cx="66960" cy="1544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46319561-3451-430E-3298-C2C2E5F63F9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658751" y="5273500"/>
                  <a:ext cx="102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42895FD-9906-E77B-E2D1-C46985C30061}"/>
                    </a:ext>
                  </a:extLst>
                </p14:cNvPr>
                <p14:cNvContentPartPr/>
                <p14:nvPr/>
              </p14:nvContentPartPr>
              <p14:xfrm>
                <a:off x="9749111" y="5274580"/>
                <a:ext cx="109800" cy="1008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42895FD-9906-E77B-E2D1-C46985C30061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31111" y="5256580"/>
                  <a:ext cx="1454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9F3BC72A-1CBD-DAE5-E3E2-D7061821CA08}"/>
                    </a:ext>
                  </a:extLst>
                </p14:cNvPr>
                <p14:cNvContentPartPr/>
                <p14:nvPr/>
              </p14:nvContentPartPr>
              <p14:xfrm>
                <a:off x="9622031" y="5961460"/>
                <a:ext cx="124200" cy="19008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9F3BC72A-1CBD-DAE5-E3E2-D7061821CA0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603979" y="5943460"/>
                  <a:ext cx="159944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428509C-719A-83C6-D666-4A6637D4CE65}"/>
                    </a:ext>
                  </a:extLst>
                </p14:cNvPr>
                <p14:cNvContentPartPr/>
                <p14:nvPr/>
              </p14:nvContentPartPr>
              <p14:xfrm>
                <a:off x="9768191" y="6025900"/>
                <a:ext cx="23400" cy="1803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428509C-719A-83C6-D666-4A6637D4CE6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750191" y="6007864"/>
                  <a:ext cx="59040" cy="216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F2DBA2CC-3AF4-0887-BAD7-0013F02177BD}"/>
                    </a:ext>
                  </a:extLst>
                </p14:cNvPr>
                <p14:cNvContentPartPr/>
                <p14:nvPr/>
              </p14:nvContentPartPr>
              <p14:xfrm>
                <a:off x="9942431" y="5988460"/>
                <a:ext cx="26280" cy="15516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F2DBA2CC-3AF4-0887-BAD7-0013F02177B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24431" y="5970460"/>
                  <a:ext cx="619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33DA5DE-87F4-493E-6D6C-A9B7E67DAC0F}"/>
                    </a:ext>
                  </a:extLst>
                </p14:cNvPr>
                <p14:cNvContentPartPr/>
                <p14:nvPr/>
              </p14:nvContentPartPr>
              <p14:xfrm>
                <a:off x="9982031" y="5979460"/>
                <a:ext cx="79560" cy="11952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33DA5DE-87F4-493E-6D6C-A9B7E67DAC0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964031" y="5961460"/>
                  <a:ext cx="11520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30830029-29D8-931E-A633-B5297788C7DF}"/>
              </a:ext>
            </a:extLst>
          </p:cNvPr>
          <p:cNvGrpSpPr/>
          <p:nvPr/>
        </p:nvGrpSpPr>
        <p:grpSpPr>
          <a:xfrm>
            <a:off x="6338386" y="2402757"/>
            <a:ext cx="1790640" cy="1606680"/>
            <a:chOff x="6648791" y="4884700"/>
            <a:chExt cx="1790640" cy="160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1A292DD-6261-3668-2A07-BC04CA1CAFC9}"/>
                    </a:ext>
                  </a:extLst>
                </p14:cNvPr>
                <p14:cNvContentPartPr/>
                <p14:nvPr/>
              </p14:nvContentPartPr>
              <p14:xfrm>
                <a:off x="6648791" y="4929700"/>
                <a:ext cx="42120" cy="1388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1A292DD-6261-3668-2A07-BC04CA1CAFC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630636" y="4911700"/>
                  <a:ext cx="78067" cy="14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D14ED7A-11DC-7B66-8F36-0B1261CB6D6A}"/>
                    </a:ext>
                  </a:extLst>
                </p14:cNvPr>
                <p14:cNvContentPartPr/>
                <p14:nvPr/>
              </p14:nvContentPartPr>
              <p14:xfrm>
                <a:off x="6705671" y="4884700"/>
                <a:ext cx="731520" cy="75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D14ED7A-11DC-7B66-8F36-0B1261CB6D6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687671" y="4866700"/>
                  <a:ext cx="7671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54C4BDB-ABE4-F582-4029-422C0EC3B0E9}"/>
                    </a:ext>
                  </a:extLst>
                </p14:cNvPr>
                <p14:cNvContentPartPr/>
                <p14:nvPr/>
              </p14:nvContentPartPr>
              <p14:xfrm>
                <a:off x="7420271" y="4896940"/>
                <a:ext cx="29160" cy="204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54C4BDB-ABE4-F582-4029-422C0EC3B0E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402271" y="4878972"/>
                  <a:ext cx="64800" cy="2400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D601D79-D710-AD71-1119-498386B67F66}"/>
                    </a:ext>
                  </a:extLst>
                </p14:cNvPr>
                <p14:cNvContentPartPr/>
                <p14:nvPr/>
              </p14:nvContentPartPr>
              <p14:xfrm>
                <a:off x="7404071" y="5127700"/>
                <a:ext cx="129240" cy="221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D601D79-D710-AD71-1119-498386B67F6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386071" y="5109671"/>
                  <a:ext cx="164880" cy="2567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1D7A81C-6AEE-8E9D-394A-6990D3BD5DD8}"/>
                    </a:ext>
                  </a:extLst>
                </p14:cNvPr>
                <p14:cNvContentPartPr/>
                <p14:nvPr/>
              </p14:nvContentPartPr>
              <p14:xfrm>
                <a:off x="7482551" y="5336140"/>
                <a:ext cx="47520" cy="287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1D7A81C-6AEE-8E9D-394A-6990D3BD5DD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464551" y="5318117"/>
                  <a:ext cx="8316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682FF82-64A5-78CB-B4B7-4329B539157D}"/>
                    </a:ext>
                  </a:extLst>
                </p14:cNvPr>
                <p14:cNvContentPartPr/>
                <p14:nvPr/>
              </p14:nvContentPartPr>
              <p14:xfrm>
                <a:off x="7467071" y="5612260"/>
                <a:ext cx="46800" cy="478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682FF82-64A5-78CB-B4B7-4329B539157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49071" y="5594124"/>
                  <a:ext cx="82440" cy="837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235DC3F-F828-C21D-2EBD-E760F5847CA9}"/>
                    </a:ext>
                  </a:extLst>
                </p14:cNvPr>
                <p14:cNvContentPartPr/>
                <p14:nvPr/>
              </p14:nvContentPartPr>
              <p14:xfrm>
                <a:off x="7462391" y="5612980"/>
                <a:ext cx="623520" cy="64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235DC3F-F828-C21D-2EBD-E760F5847CA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444391" y="5594980"/>
                  <a:ext cx="659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E85ED46-FB69-3EF0-4F0A-B3A0A5049AF2}"/>
                    </a:ext>
                  </a:extLst>
                </p14:cNvPr>
                <p14:cNvContentPartPr/>
                <p14:nvPr/>
              </p14:nvContentPartPr>
              <p14:xfrm>
                <a:off x="8231351" y="5437300"/>
                <a:ext cx="9360" cy="194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E85ED46-FB69-3EF0-4F0A-B3A0A5049AF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213351" y="5419333"/>
                  <a:ext cx="45000" cy="230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08C6456-1D2A-7556-9F35-B7F0D02D62E5}"/>
                    </a:ext>
                  </a:extLst>
                </p14:cNvPr>
                <p14:cNvContentPartPr/>
                <p14:nvPr/>
              </p14:nvContentPartPr>
              <p14:xfrm>
                <a:off x="8216951" y="5414260"/>
                <a:ext cx="194400" cy="1465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08C6456-1D2A-7556-9F35-B7F0D02D62E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198951" y="5396260"/>
                  <a:ext cx="230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9FEA883-A6FA-EF02-206B-28B9FDC72872}"/>
                    </a:ext>
                  </a:extLst>
                </p14:cNvPr>
                <p14:cNvContentPartPr/>
                <p14:nvPr/>
              </p14:nvContentPartPr>
              <p14:xfrm>
                <a:off x="8259071" y="5520460"/>
                <a:ext cx="91440" cy="500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9FEA883-A6FA-EF02-206B-28B9FDC7287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241071" y="5502460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68333576-E446-BB5A-0BFE-C5A5D6EC056D}"/>
                    </a:ext>
                  </a:extLst>
                </p14:cNvPr>
                <p14:cNvContentPartPr/>
                <p14:nvPr/>
              </p14:nvContentPartPr>
              <p14:xfrm>
                <a:off x="7495511" y="5692180"/>
                <a:ext cx="12600" cy="1731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68333576-E446-BB5A-0BFE-C5A5D6EC056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477511" y="5674180"/>
                  <a:ext cx="482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2837CFE5-6977-BDE6-7ED7-B1C4AEDE8DAB}"/>
                    </a:ext>
                  </a:extLst>
                </p14:cNvPr>
                <p14:cNvContentPartPr/>
                <p14:nvPr/>
              </p14:nvContentPartPr>
              <p14:xfrm>
                <a:off x="7477151" y="5908900"/>
                <a:ext cx="82080" cy="1724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2837CFE5-6977-BDE6-7ED7-B1C4AEDE8DA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459151" y="5890900"/>
                  <a:ext cx="1177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B4CA47B5-3828-571C-DE1E-9578F7040595}"/>
                    </a:ext>
                  </a:extLst>
                </p14:cNvPr>
                <p14:cNvContentPartPr/>
                <p14:nvPr/>
              </p14:nvContentPartPr>
              <p14:xfrm>
                <a:off x="7536911" y="6073420"/>
                <a:ext cx="33840" cy="16092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B4CA47B5-3828-571C-DE1E-9578F704059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518911" y="6055420"/>
                  <a:ext cx="69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5FD47D3D-02B3-3A74-F049-7AC07FE4C502}"/>
                    </a:ext>
                  </a:extLst>
                </p14:cNvPr>
                <p14:cNvContentPartPr/>
                <p14:nvPr/>
              </p14:nvContentPartPr>
              <p14:xfrm>
                <a:off x="7534751" y="6244780"/>
                <a:ext cx="39960" cy="421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5FD47D3D-02B3-3A74-F049-7AC07FE4C502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516587" y="6226780"/>
                  <a:ext cx="75924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381BBE39-07EB-5389-1731-6F95CD1F71D1}"/>
                    </a:ext>
                  </a:extLst>
                </p14:cNvPr>
                <p14:cNvContentPartPr/>
                <p14:nvPr/>
              </p14:nvContentPartPr>
              <p14:xfrm>
                <a:off x="6694151" y="6277540"/>
                <a:ext cx="900360" cy="756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381BBE39-07EB-5389-1731-6F95CD1F71D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676151" y="6259540"/>
                  <a:ext cx="9360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2E5BB6D4-8CB2-C8D8-10C4-62AAE830EE18}"/>
                    </a:ext>
                  </a:extLst>
                </p14:cNvPr>
                <p14:cNvContentPartPr/>
                <p14:nvPr/>
              </p14:nvContentPartPr>
              <p14:xfrm>
                <a:off x="7591991" y="6263500"/>
                <a:ext cx="525960" cy="532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2E5BB6D4-8CB2-C8D8-10C4-62AAE830EE1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573991" y="6245500"/>
                  <a:ext cx="5616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6CD45D4-B06B-B619-107C-B51935D74829}"/>
                    </a:ext>
                  </a:extLst>
                </p14:cNvPr>
                <p14:cNvContentPartPr/>
                <p14:nvPr/>
              </p14:nvContentPartPr>
              <p14:xfrm>
                <a:off x="8112191" y="6251620"/>
                <a:ext cx="45000" cy="597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6CD45D4-B06B-B619-107C-B51935D7482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094191" y="6233620"/>
                  <a:ext cx="806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F3F109C7-AE04-53D5-3C90-6DC9A58C1900}"/>
                    </a:ext>
                  </a:extLst>
                </p14:cNvPr>
                <p14:cNvContentPartPr/>
                <p14:nvPr/>
              </p14:nvContentPartPr>
              <p14:xfrm>
                <a:off x="8278871" y="6247660"/>
                <a:ext cx="59400" cy="24372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F3F109C7-AE04-53D5-3C90-6DC9A58C190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260871" y="6229633"/>
                  <a:ext cx="95040" cy="2794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AD579E1-55E4-FBA0-C043-FDD3C243AC8F}"/>
                    </a:ext>
                  </a:extLst>
                </p14:cNvPr>
                <p14:cNvContentPartPr/>
                <p14:nvPr/>
              </p14:nvContentPartPr>
              <p14:xfrm>
                <a:off x="8272031" y="6252340"/>
                <a:ext cx="167400" cy="2149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AD579E1-55E4-FBA0-C043-FDD3C243AC8F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254031" y="6234340"/>
                  <a:ext cx="2030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7CA309E1-CDF4-0847-1158-AAE028C4AD3A}"/>
                    </a:ext>
                  </a:extLst>
                </p14:cNvPr>
                <p14:cNvContentPartPr/>
                <p14:nvPr/>
              </p14:nvContentPartPr>
              <p14:xfrm>
                <a:off x="7663631" y="5075860"/>
                <a:ext cx="84960" cy="1836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7CA309E1-CDF4-0847-1158-AAE028C4AD3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645707" y="5057860"/>
                  <a:ext cx="12045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3E92F26-78F6-FD02-883D-24A078CDC6A8}"/>
                    </a:ext>
                  </a:extLst>
                </p14:cNvPr>
                <p14:cNvContentPartPr/>
                <p14:nvPr/>
              </p14:nvContentPartPr>
              <p14:xfrm>
                <a:off x="7706111" y="5885860"/>
                <a:ext cx="129600" cy="1609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3E92F26-78F6-FD02-883D-24A078CDC6A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688111" y="5867860"/>
                  <a:ext cx="165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8AC5489C-53A0-232D-A946-E1BB405DEE77}"/>
                    </a:ext>
                  </a:extLst>
                </p14:cNvPr>
                <p14:cNvContentPartPr/>
                <p14:nvPr/>
              </p14:nvContentPartPr>
              <p14:xfrm>
                <a:off x="7827431" y="5929780"/>
                <a:ext cx="74880" cy="15624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8AC5489C-53A0-232D-A946-E1BB405DEE7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809431" y="5911780"/>
                  <a:ext cx="1105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5AF2F6ED-0339-5846-81D4-A8E811267B81}"/>
                    </a:ext>
                  </a:extLst>
                </p14:cNvPr>
                <p14:cNvContentPartPr/>
                <p14:nvPr/>
              </p14:nvContentPartPr>
              <p14:xfrm>
                <a:off x="7988711" y="5890900"/>
                <a:ext cx="81720" cy="1443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5AF2F6ED-0339-5846-81D4-A8E811267B8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970711" y="5872900"/>
                  <a:ext cx="1173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CF6B9DA0-0B40-B034-88FE-DA6CD22096A8}"/>
                    </a:ext>
                  </a:extLst>
                </p14:cNvPr>
                <p14:cNvContentPartPr/>
                <p14:nvPr/>
              </p14:nvContentPartPr>
              <p14:xfrm>
                <a:off x="8053151" y="5876860"/>
                <a:ext cx="80280" cy="957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CF6B9DA0-0B40-B034-88FE-DA6CD22096A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035070" y="5858860"/>
                  <a:ext cx="116081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91B7744-3C7A-7927-BBE2-FABAD9C44217}"/>
              </a:ext>
            </a:extLst>
          </p:cNvPr>
          <p:cNvGrpSpPr/>
          <p:nvPr/>
        </p:nvGrpSpPr>
        <p:grpSpPr>
          <a:xfrm>
            <a:off x="7515946" y="2517597"/>
            <a:ext cx="239400" cy="240480"/>
            <a:chOff x="7826351" y="4999540"/>
            <a:chExt cx="23940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2149428C-FD16-0367-8A29-BEB6850C7F0D}"/>
                    </a:ext>
                  </a:extLst>
                </p14:cNvPr>
                <p14:cNvContentPartPr/>
                <p14:nvPr/>
              </p14:nvContentPartPr>
              <p14:xfrm>
                <a:off x="7826351" y="5023660"/>
                <a:ext cx="15120" cy="766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2149428C-FD16-0367-8A29-BEB6850C7F0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808351" y="5005660"/>
                  <a:ext cx="50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5499EFA5-DEB0-E68B-0D4F-AC77C69FDF4D}"/>
                    </a:ext>
                  </a:extLst>
                </p14:cNvPr>
                <p14:cNvContentPartPr/>
                <p14:nvPr/>
              </p14:nvContentPartPr>
              <p14:xfrm>
                <a:off x="7828511" y="5044540"/>
                <a:ext cx="78480" cy="1954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5499EFA5-DEB0-E68B-0D4F-AC77C69FDF4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810593" y="5026573"/>
                  <a:ext cx="113957" cy="2310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78D8D69-DFD7-2498-279E-FB00D57B507D}"/>
                    </a:ext>
                  </a:extLst>
                </p14:cNvPr>
                <p14:cNvContentPartPr/>
                <p14:nvPr/>
              </p14:nvContentPartPr>
              <p14:xfrm>
                <a:off x="7883231" y="4999540"/>
                <a:ext cx="182520" cy="1724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78D8D69-DFD7-2498-279E-FB00D57B507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865231" y="4981540"/>
                  <a:ext cx="218160" cy="20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295BD416-78AC-3965-38C7-C334D8358395}"/>
              </a:ext>
            </a:extLst>
          </p:cNvPr>
          <p:cNvGrpSpPr/>
          <p:nvPr/>
        </p:nvGrpSpPr>
        <p:grpSpPr>
          <a:xfrm>
            <a:off x="8150626" y="122877"/>
            <a:ext cx="3061080" cy="768960"/>
            <a:chOff x="8461031" y="2604820"/>
            <a:chExt cx="3061080" cy="76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F706F965-5C09-BBBE-2DF6-C36E39C57DA0}"/>
                    </a:ext>
                  </a:extLst>
                </p14:cNvPr>
                <p14:cNvContentPartPr/>
                <p14:nvPr/>
              </p14:nvContentPartPr>
              <p14:xfrm>
                <a:off x="8461031" y="2830900"/>
                <a:ext cx="413280" cy="3636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F706F965-5C09-BBBE-2DF6-C36E39C57DA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443031" y="2812900"/>
                  <a:ext cx="448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FB35E174-30A4-991D-C9CC-719D287DA642}"/>
                    </a:ext>
                  </a:extLst>
                </p14:cNvPr>
                <p14:cNvContentPartPr/>
                <p14:nvPr/>
              </p14:nvContentPartPr>
              <p14:xfrm>
                <a:off x="8904911" y="2718220"/>
                <a:ext cx="448560" cy="1533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FB35E174-30A4-991D-C9CC-719D287DA64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886911" y="2700262"/>
                  <a:ext cx="484200" cy="1889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0AA9E14-DAD1-4266-991C-2A0FB89DEFA7}"/>
                    </a:ext>
                  </a:extLst>
                </p14:cNvPr>
                <p14:cNvContentPartPr/>
                <p14:nvPr/>
              </p14:nvContentPartPr>
              <p14:xfrm>
                <a:off x="9356351" y="2798140"/>
                <a:ext cx="633240" cy="525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0AA9E14-DAD1-4266-991C-2A0FB89DEFA7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338351" y="2780140"/>
                  <a:ext cx="6688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D2DAABC6-E26F-08B4-1A97-0F2089F1F840}"/>
                    </a:ext>
                  </a:extLst>
                </p14:cNvPr>
                <p14:cNvContentPartPr/>
                <p14:nvPr/>
              </p14:nvContentPartPr>
              <p14:xfrm>
                <a:off x="9973751" y="2770420"/>
                <a:ext cx="41760" cy="6516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D2DAABC6-E26F-08B4-1A97-0F2089F1F84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955751" y="2752420"/>
                  <a:ext cx="774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9CC3B72-7F5B-1F7D-A91D-C09469F8D1A2}"/>
                    </a:ext>
                  </a:extLst>
                </p14:cNvPr>
                <p14:cNvContentPartPr/>
                <p14:nvPr/>
              </p14:nvContentPartPr>
              <p14:xfrm>
                <a:off x="10011911" y="2721100"/>
                <a:ext cx="780480" cy="1162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9CC3B72-7F5B-1F7D-A91D-C09469F8D1A2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993911" y="2703100"/>
                  <a:ext cx="8161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29DDFD51-650F-7997-8F7F-55DE44A496E9}"/>
                    </a:ext>
                  </a:extLst>
                </p14:cNvPr>
                <p14:cNvContentPartPr/>
                <p14:nvPr/>
              </p14:nvContentPartPr>
              <p14:xfrm>
                <a:off x="10788431" y="2772220"/>
                <a:ext cx="733680" cy="651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29DDFD51-650F-7997-8F7F-55DE44A496E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770422" y="2754220"/>
                  <a:ext cx="769337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86E6BBC9-3613-9723-561C-964D0158E166}"/>
                    </a:ext>
                  </a:extLst>
                </p14:cNvPr>
                <p14:cNvContentPartPr/>
                <p14:nvPr/>
              </p14:nvContentPartPr>
              <p14:xfrm>
                <a:off x="9841991" y="2604820"/>
                <a:ext cx="355680" cy="45504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86E6BBC9-3613-9723-561C-964D0158E166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823991" y="2586820"/>
                  <a:ext cx="39132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E87AF7A3-492C-7DE4-9DB0-2D51F235452F}"/>
                    </a:ext>
                  </a:extLst>
                </p14:cNvPr>
                <p14:cNvContentPartPr/>
                <p14:nvPr/>
              </p14:nvContentPartPr>
              <p14:xfrm>
                <a:off x="9824351" y="2723260"/>
                <a:ext cx="25560" cy="32148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E87AF7A3-492C-7DE4-9DB0-2D51F235452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806351" y="2705260"/>
                  <a:ext cx="612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EA0575A1-F57C-9373-DA7B-EF6CB46E6EB2}"/>
                    </a:ext>
                  </a:extLst>
                </p14:cNvPr>
                <p14:cNvContentPartPr/>
                <p14:nvPr/>
              </p14:nvContentPartPr>
              <p14:xfrm>
                <a:off x="9956111" y="3045100"/>
                <a:ext cx="2160" cy="540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EA0575A1-F57C-9373-DA7B-EF6CB46E6EB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940682" y="3027100"/>
                  <a:ext cx="32709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A57002A-8E22-D76B-2AD3-1152557099DE}"/>
                    </a:ext>
                  </a:extLst>
                </p14:cNvPr>
                <p14:cNvContentPartPr/>
                <p14:nvPr/>
              </p14:nvContentPartPr>
              <p14:xfrm>
                <a:off x="8651471" y="3175060"/>
                <a:ext cx="104400" cy="1850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A57002A-8E22-D76B-2AD3-1152557099DE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633471" y="3157060"/>
                  <a:ext cx="140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C7082422-ADF6-9DBA-04F8-8D5D9A515FBD}"/>
                    </a:ext>
                  </a:extLst>
                </p14:cNvPr>
                <p14:cNvContentPartPr/>
                <p14:nvPr/>
              </p14:nvContentPartPr>
              <p14:xfrm>
                <a:off x="8887271" y="3171820"/>
                <a:ext cx="147600" cy="1400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C7082422-ADF6-9DBA-04F8-8D5D9A515FBD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869271" y="3153820"/>
                  <a:ext cx="183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9DD01ECD-04CA-96FC-27C8-354B38CC28AC}"/>
                    </a:ext>
                  </a:extLst>
                </p14:cNvPr>
                <p14:cNvContentPartPr/>
                <p14:nvPr/>
              </p14:nvContentPartPr>
              <p14:xfrm>
                <a:off x="9080591" y="3222580"/>
                <a:ext cx="131040" cy="10980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9DD01ECD-04CA-96FC-27C8-354B38CC28A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062640" y="3204580"/>
                  <a:ext cx="166582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B1BC36BD-36CA-C7FD-9FDB-D96811CB2235}"/>
                    </a:ext>
                  </a:extLst>
                </p14:cNvPr>
                <p14:cNvContentPartPr/>
                <p14:nvPr/>
              </p14:nvContentPartPr>
              <p14:xfrm>
                <a:off x="9243671" y="3250300"/>
                <a:ext cx="87480" cy="712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B1BC36BD-36CA-C7FD-9FDB-D96811CB223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225671" y="3232300"/>
                  <a:ext cx="123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F6699C65-DF7A-2813-9664-36FE06C3EC05}"/>
                    </a:ext>
                  </a:extLst>
                </p14:cNvPr>
                <p14:cNvContentPartPr/>
                <p14:nvPr/>
              </p14:nvContentPartPr>
              <p14:xfrm>
                <a:off x="9460751" y="3245980"/>
                <a:ext cx="3240" cy="6408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F6699C65-DF7A-2813-9664-36FE06C3EC0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444551" y="3227980"/>
                  <a:ext cx="35316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F9E64495-3229-BEE8-967B-92962C8751FA}"/>
                    </a:ext>
                  </a:extLst>
                </p14:cNvPr>
                <p14:cNvContentPartPr/>
                <p14:nvPr/>
              </p14:nvContentPartPr>
              <p14:xfrm>
                <a:off x="9456071" y="3122140"/>
                <a:ext cx="14760" cy="5112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F9E64495-3229-BEE8-967B-92962C8751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438071" y="3104140"/>
                  <a:ext cx="50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E2CCBEDE-1540-D36E-1215-F478BA0E1DCC}"/>
                    </a:ext>
                  </a:extLst>
                </p14:cNvPr>
                <p14:cNvContentPartPr/>
                <p14:nvPr/>
              </p14:nvContentPartPr>
              <p14:xfrm>
                <a:off x="9570911" y="3215380"/>
                <a:ext cx="298800" cy="1584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E2CCBEDE-1540-D36E-1215-F478BA0E1DC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552911" y="3197380"/>
                  <a:ext cx="3344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16818595-7B57-E99E-8F93-2A96DBBA3570}"/>
                    </a:ext>
                  </a:extLst>
                </p14:cNvPr>
                <p14:cNvContentPartPr/>
                <p14:nvPr/>
              </p14:nvContentPartPr>
              <p14:xfrm>
                <a:off x="10055831" y="3251020"/>
                <a:ext cx="83880" cy="9000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16818595-7B57-E99E-8F93-2A96DBBA3570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037831" y="3233020"/>
                  <a:ext cx="1195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B89AF762-C224-2567-E131-6FECD91497E6}"/>
                    </a:ext>
                  </a:extLst>
                </p14:cNvPr>
                <p14:cNvContentPartPr/>
                <p14:nvPr/>
              </p14:nvContentPartPr>
              <p14:xfrm>
                <a:off x="10192631" y="3255700"/>
                <a:ext cx="130680" cy="669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B89AF762-C224-2567-E131-6FECD91497E6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174631" y="3237700"/>
                  <a:ext cx="1663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5A476144-1545-EBA2-80F6-A6A3A5552CAE}"/>
                    </a:ext>
                  </a:extLst>
                </p14:cNvPr>
                <p14:cNvContentPartPr/>
                <p14:nvPr/>
              </p14:nvContentPartPr>
              <p14:xfrm>
                <a:off x="10383431" y="3237700"/>
                <a:ext cx="79200" cy="1173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5A476144-1545-EBA2-80F6-A6A3A5552CA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365431" y="3219645"/>
                  <a:ext cx="114840" cy="1531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CEF9C368-7265-8A19-3FD5-EE361B3233C9}"/>
                    </a:ext>
                  </a:extLst>
                </p14:cNvPr>
                <p14:cNvContentPartPr/>
                <p14:nvPr/>
              </p14:nvContentPartPr>
              <p14:xfrm>
                <a:off x="10703471" y="3247420"/>
                <a:ext cx="140040" cy="1126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CEF9C368-7265-8A19-3FD5-EE361B3233C9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685471" y="3229477"/>
                  <a:ext cx="175680" cy="1482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FBE72CE0-6BED-B685-8439-DD7AB7336767}"/>
                    </a:ext>
                  </a:extLst>
                </p14:cNvPr>
                <p14:cNvContentPartPr/>
                <p14:nvPr/>
              </p14:nvContentPartPr>
              <p14:xfrm>
                <a:off x="10914791" y="3271180"/>
                <a:ext cx="81720" cy="8172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FBE72CE0-6BED-B685-8439-DD7AB7336767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896711" y="3253100"/>
                  <a:ext cx="117518" cy="1175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325049D1-8FF2-8005-2C1F-51325E0D6914}"/>
                    </a:ext>
                  </a:extLst>
                </p14:cNvPr>
                <p14:cNvContentPartPr/>
                <p14:nvPr/>
              </p14:nvContentPartPr>
              <p14:xfrm>
                <a:off x="11080751" y="3146260"/>
                <a:ext cx="108360" cy="18756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325049D1-8FF2-8005-2C1F-51325E0D6914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2751" y="3128260"/>
                  <a:ext cx="1440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2055052-E0F3-F13A-F14B-04FE3F0918D9}"/>
                    </a:ext>
                  </a:extLst>
                </p14:cNvPr>
                <p14:cNvContentPartPr/>
                <p14:nvPr/>
              </p14:nvContentPartPr>
              <p14:xfrm>
                <a:off x="11325911" y="3220060"/>
                <a:ext cx="80280" cy="10152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2055052-E0F3-F13A-F14B-04FE3F0918D9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307911" y="3202060"/>
                  <a:ext cx="1159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9EF9A9C3-202A-97C3-439C-EE7988280EFC}"/>
              </a:ext>
            </a:extLst>
          </p:cNvPr>
          <p:cNvGrpSpPr/>
          <p:nvPr/>
        </p:nvGrpSpPr>
        <p:grpSpPr>
          <a:xfrm>
            <a:off x="9151426" y="1017477"/>
            <a:ext cx="1488600" cy="256680"/>
            <a:chOff x="9461831" y="3499420"/>
            <a:chExt cx="1488600" cy="25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A7C435B8-D974-A720-4E51-4F3C4E4BA6F6}"/>
                    </a:ext>
                  </a:extLst>
                </p14:cNvPr>
                <p14:cNvContentPartPr/>
                <p14:nvPr/>
              </p14:nvContentPartPr>
              <p14:xfrm>
                <a:off x="9461831" y="3598060"/>
                <a:ext cx="321480" cy="140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A7C435B8-D974-A720-4E51-4F3C4E4BA6F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443811" y="3580510"/>
                  <a:ext cx="357160" cy="487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CEF09A07-1AA5-D3B7-7906-5390E6983020}"/>
                    </a:ext>
                  </a:extLst>
                </p14:cNvPr>
                <p14:cNvContentPartPr/>
                <p14:nvPr/>
              </p14:nvContentPartPr>
              <p14:xfrm>
                <a:off x="9687551" y="3509860"/>
                <a:ext cx="124560" cy="1940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CEF09A07-1AA5-D3B7-7906-5390E6983020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669499" y="3491860"/>
                  <a:ext cx="160303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645A4C48-65FC-7B0C-6B2A-5EE3AFD21A68}"/>
                    </a:ext>
                  </a:extLst>
                </p14:cNvPr>
                <p14:cNvContentPartPr/>
                <p14:nvPr/>
              </p14:nvContentPartPr>
              <p14:xfrm>
                <a:off x="10024871" y="3551620"/>
                <a:ext cx="133200" cy="20448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645A4C48-65FC-7B0C-6B2A-5EE3AFD21A6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006871" y="3533620"/>
                  <a:ext cx="168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9E6D5517-F1C8-CCF5-A8C6-091E4D2144D1}"/>
                    </a:ext>
                  </a:extLst>
                </p14:cNvPr>
                <p14:cNvContentPartPr/>
                <p14:nvPr/>
              </p14:nvContentPartPr>
              <p14:xfrm>
                <a:off x="10169951" y="3603100"/>
                <a:ext cx="140040" cy="10908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9E6D5517-F1C8-CCF5-A8C6-091E4D2144D1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151951" y="3585100"/>
                  <a:ext cx="175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68E1FD8A-32C2-0F0A-E4D5-1B6976D64AEF}"/>
                    </a:ext>
                  </a:extLst>
                </p14:cNvPr>
                <p14:cNvContentPartPr/>
                <p14:nvPr/>
              </p14:nvContentPartPr>
              <p14:xfrm>
                <a:off x="10388111" y="3618940"/>
                <a:ext cx="51840" cy="9972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68E1FD8A-32C2-0F0A-E4D5-1B6976D64AE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370111" y="3600940"/>
                  <a:ext cx="87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27D51335-005D-2681-956F-6735BAD69EC0}"/>
                    </a:ext>
                  </a:extLst>
                </p14:cNvPr>
                <p14:cNvContentPartPr/>
                <p14:nvPr/>
              </p14:nvContentPartPr>
              <p14:xfrm>
                <a:off x="10557311" y="3618940"/>
                <a:ext cx="12240" cy="712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27D51335-005D-2681-956F-6735BAD69EC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539311" y="3600940"/>
                  <a:ext cx="478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05AB895-6023-8559-A7B9-B2ADEBB0CDF8}"/>
                    </a:ext>
                  </a:extLst>
                </p14:cNvPr>
                <p14:cNvContentPartPr/>
                <p14:nvPr/>
              </p14:nvContentPartPr>
              <p14:xfrm>
                <a:off x="10533911" y="3499420"/>
                <a:ext cx="22320" cy="464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05AB895-6023-8559-A7B9-B2ADEBB0CDF8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515911" y="3481558"/>
                  <a:ext cx="57960" cy="818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E06FFAB2-96E8-CB4E-F0E9-C3E5732680C9}"/>
                    </a:ext>
                  </a:extLst>
                </p14:cNvPr>
                <p14:cNvContentPartPr/>
                <p14:nvPr/>
              </p14:nvContentPartPr>
              <p14:xfrm>
                <a:off x="10681511" y="3616420"/>
                <a:ext cx="46440" cy="835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E06FFAB2-96E8-CB4E-F0E9-C3E5732680C9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663511" y="3598420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B3E99CA1-3B04-59C6-DDA8-AB92597E9EC0}"/>
                    </a:ext>
                  </a:extLst>
                </p14:cNvPr>
                <p14:cNvContentPartPr/>
                <p14:nvPr/>
              </p14:nvContentPartPr>
              <p14:xfrm>
                <a:off x="10868711" y="3607060"/>
                <a:ext cx="81720" cy="14508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B3E99CA1-3B04-59C6-DDA8-AB92597E9EC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850711" y="3589060"/>
                  <a:ext cx="11736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D3F4246A-9B54-5515-DB47-485EB5588C60}"/>
              </a:ext>
            </a:extLst>
          </p:cNvPr>
          <p:cNvGrpSpPr/>
          <p:nvPr/>
        </p:nvGrpSpPr>
        <p:grpSpPr>
          <a:xfrm>
            <a:off x="7950466" y="1503837"/>
            <a:ext cx="3917880" cy="565920"/>
            <a:chOff x="8260871" y="3985780"/>
            <a:chExt cx="3917880" cy="56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3A38361B-88D5-B84C-6BC9-0575DA3FC00E}"/>
                    </a:ext>
                  </a:extLst>
                </p14:cNvPr>
                <p14:cNvContentPartPr/>
                <p14:nvPr/>
              </p14:nvContentPartPr>
              <p14:xfrm>
                <a:off x="8846231" y="4073620"/>
                <a:ext cx="415440" cy="4392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3A38361B-88D5-B84C-6BC9-0575DA3FC00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828231" y="4055471"/>
                  <a:ext cx="45108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283B0FF3-30DD-4D7A-DA7E-92115D9CEDC3}"/>
                    </a:ext>
                  </a:extLst>
                </p14:cNvPr>
                <p14:cNvContentPartPr/>
                <p14:nvPr/>
              </p14:nvContentPartPr>
              <p14:xfrm>
                <a:off x="9291911" y="3985780"/>
                <a:ext cx="415440" cy="1177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283B0FF3-30DD-4D7A-DA7E-92115D9CEDC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273911" y="3967725"/>
                  <a:ext cx="451080" cy="153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A2FBADA2-CEC4-1290-2D53-B1A316151E17}"/>
                    </a:ext>
                  </a:extLst>
                </p14:cNvPr>
                <p14:cNvContentPartPr/>
                <p14:nvPr/>
              </p14:nvContentPartPr>
              <p14:xfrm>
                <a:off x="9736511" y="4034380"/>
                <a:ext cx="688320" cy="1764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A2FBADA2-CEC4-1290-2D53-B1A316151E17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718511" y="4016380"/>
                  <a:ext cx="7239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9CCA322D-78E5-7324-7C70-E7AFC09F1575}"/>
                    </a:ext>
                  </a:extLst>
                </p14:cNvPr>
                <p14:cNvContentPartPr/>
                <p14:nvPr/>
              </p14:nvContentPartPr>
              <p14:xfrm>
                <a:off x="8959991" y="4393300"/>
                <a:ext cx="535320" cy="619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9CCA322D-78E5-7324-7C70-E7AFC09F1575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941991" y="4375300"/>
                  <a:ext cx="570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E2A0C192-58EC-72BF-94B9-CB0CA352FE37}"/>
                    </a:ext>
                  </a:extLst>
                </p14:cNvPr>
                <p14:cNvContentPartPr/>
                <p14:nvPr/>
              </p14:nvContentPartPr>
              <p14:xfrm>
                <a:off x="9483071" y="4312300"/>
                <a:ext cx="339120" cy="1098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E2A0C192-58EC-72BF-94B9-CB0CA352FE37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465071" y="4294300"/>
                  <a:ext cx="374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1CCE57C9-D10A-915C-F204-0E5723127AEF}"/>
                    </a:ext>
                  </a:extLst>
                </p14:cNvPr>
                <p14:cNvContentPartPr/>
                <p14:nvPr/>
              </p14:nvContentPartPr>
              <p14:xfrm>
                <a:off x="9823631" y="4393660"/>
                <a:ext cx="537840" cy="133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1CCE57C9-D10A-915C-F204-0E5723127AEF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05631" y="4375660"/>
                  <a:ext cx="5734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D7526223-0FBF-F515-5937-C9692724B314}"/>
                    </a:ext>
                  </a:extLst>
                </p14:cNvPr>
                <p14:cNvContentPartPr/>
                <p14:nvPr/>
              </p14:nvContentPartPr>
              <p14:xfrm>
                <a:off x="10370471" y="4039060"/>
                <a:ext cx="79200" cy="3657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D7526223-0FBF-F515-5937-C9692724B314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352471" y="4021078"/>
                  <a:ext cx="114840" cy="4013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3D0F4F23-FCCB-859B-946E-15C0AA976900}"/>
                    </a:ext>
                  </a:extLst>
                </p14:cNvPr>
                <p14:cNvContentPartPr/>
                <p14:nvPr/>
              </p14:nvContentPartPr>
              <p14:xfrm>
                <a:off x="10429871" y="4159660"/>
                <a:ext cx="441360" cy="795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3D0F4F23-FCCB-859B-946E-15C0AA97690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411871" y="4141660"/>
                  <a:ext cx="47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C0E9D3D-3016-DAFF-1F8A-2BA657BA74FF}"/>
                    </a:ext>
                  </a:extLst>
                </p14:cNvPr>
                <p14:cNvContentPartPr/>
                <p14:nvPr/>
              </p14:nvContentPartPr>
              <p14:xfrm>
                <a:off x="10829471" y="4156420"/>
                <a:ext cx="59760" cy="6264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C0E9D3D-3016-DAFF-1F8A-2BA657BA74FF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811471" y="4138316"/>
                  <a:ext cx="95400" cy="98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5499D2F1-4DEC-9357-1B1B-03AF64BC146C}"/>
                    </a:ext>
                  </a:extLst>
                </p14:cNvPr>
                <p14:cNvContentPartPr/>
                <p14:nvPr/>
              </p14:nvContentPartPr>
              <p14:xfrm>
                <a:off x="8909231" y="4126180"/>
                <a:ext cx="60120" cy="4255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5499D2F1-4DEC-9357-1B1B-03AF64BC146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891231" y="4108180"/>
                  <a:ext cx="9576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A6250693-CA96-2067-3867-039AEB3D59C3}"/>
                    </a:ext>
                  </a:extLst>
                </p14:cNvPr>
                <p14:cNvContentPartPr/>
                <p14:nvPr/>
              </p14:nvContentPartPr>
              <p14:xfrm>
                <a:off x="8535911" y="4270180"/>
                <a:ext cx="381600" cy="5328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A6250693-CA96-2067-3867-039AEB3D59C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517911" y="4252180"/>
                  <a:ext cx="4172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D6C2528F-AA5C-D9A7-E880-AF68A291CFEF}"/>
                    </a:ext>
                  </a:extLst>
                </p14:cNvPr>
                <p14:cNvContentPartPr/>
                <p14:nvPr/>
              </p14:nvContentPartPr>
              <p14:xfrm>
                <a:off x="8418551" y="4284940"/>
                <a:ext cx="108360" cy="9000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D6C2528F-AA5C-D9A7-E880-AF68A291CFE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00491" y="4266940"/>
                  <a:ext cx="144119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20CBD744-EF57-7733-358C-A9047566DFFE}"/>
                    </a:ext>
                  </a:extLst>
                </p14:cNvPr>
                <p14:cNvContentPartPr/>
                <p14:nvPr/>
              </p14:nvContentPartPr>
              <p14:xfrm>
                <a:off x="8367431" y="4173700"/>
                <a:ext cx="278640" cy="3218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20CBD744-EF57-7733-358C-A9047566DFF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349454" y="4155700"/>
                  <a:ext cx="314234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664721CF-BFBC-07B9-FF03-85481A9A1142}"/>
                    </a:ext>
                  </a:extLst>
                </p14:cNvPr>
                <p14:cNvContentPartPr/>
                <p14:nvPr/>
              </p14:nvContentPartPr>
              <p14:xfrm>
                <a:off x="8260871" y="4295020"/>
                <a:ext cx="63720" cy="2325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664721CF-BFBC-07B9-FF03-85481A9A1142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242972" y="4277020"/>
                  <a:ext cx="991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A0879F4-A695-13A7-6B07-A4900D8C0517}"/>
                    </a:ext>
                  </a:extLst>
                </p14:cNvPr>
                <p14:cNvContentPartPr/>
                <p14:nvPr/>
              </p14:nvContentPartPr>
              <p14:xfrm>
                <a:off x="10773671" y="4013140"/>
                <a:ext cx="230400" cy="684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A0879F4-A695-13A7-6B07-A4900D8C0517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755671" y="3995140"/>
                  <a:ext cx="2660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EBAA825-33AF-91EB-3353-46A5C1634315}"/>
                    </a:ext>
                  </a:extLst>
                </p14:cNvPr>
                <p14:cNvContentPartPr/>
                <p14:nvPr/>
              </p14:nvContentPartPr>
              <p14:xfrm>
                <a:off x="10758911" y="4000180"/>
                <a:ext cx="358200" cy="36504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EBAA825-33AF-91EB-3353-46A5C1634315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740929" y="3982198"/>
                  <a:ext cx="393804" cy="4006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803AC032-79F9-FC5B-AF8E-2C6155CE8F7C}"/>
                    </a:ext>
                  </a:extLst>
                </p14:cNvPr>
                <p14:cNvContentPartPr/>
                <p14:nvPr/>
              </p14:nvContentPartPr>
              <p14:xfrm>
                <a:off x="10694471" y="4062820"/>
                <a:ext cx="61920" cy="27468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803AC032-79F9-FC5B-AF8E-2C6155CE8F7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676471" y="4044820"/>
                  <a:ext cx="975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4D6C3501-D4C5-75FB-60CA-951E09F6517D}"/>
                    </a:ext>
                  </a:extLst>
                </p14:cNvPr>
                <p14:cNvContentPartPr/>
                <p14:nvPr/>
              </p14:nvContentPartPr>
              <p14:xfrm>
                <a:off x="11370191" y="4094140"/>
                <a:ext cx="59400" cy="18180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4D6C3501-D4C5-75FB-60CA-951E09F6517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1352191" y="4076140"/>
                  <a:ext cx="950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FFC854EB-5140-FA17-3A38-B0F4B06D027E}"/>
                    </a:ext>
                  </a:extLst>
                </p14:cNvPr>
                <p14:cNvContentPartPr/>
                <p14:nvPr/>
              </p14:nvContentPartPr>
              <p14:xfrm>
                <a:off x="11391431" y="4070380"/>
                <a:ext cx="116640" cy="11664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FFC854EB-5140-FA17-3A38-B0F4B06D027E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1373431" y="4052380"/>
                  <a:ext cx="1522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1DC2DC9-B20D-E62D-DA08-2301242D360C}"/>
                    </a:ext>
                  </a:extLst>
                </p14:cNvPr>
                <p14:cNvContentPartPr/>
                <p14:nvPr/>
              </p14:nvContentPartPr>
              <p14:xfrm>
                <a:off x="11600591" y="4095220"/>
                <a:ext cx="120960" cy="13032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1DC2DC9-B20D-E62D-DA08-2301242D360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1582537" y="4077220"/>
                  <a:ext cx="156706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E50EFA83-1B8A-ADBF-5476-75E68315665F}"/>
                    </a:ext>
                  </a:extLst>
                </p14:cNvPr>
                <p14:cNvContentPartPr/>
                <p14:nvPr/>
              </p14:nvContentPartPr>
              <p14:xfrm>
                <a:off x="11748191" y="4105300"/>
                <a:ext cx="66240" cy="8532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E50EFA83-1B8A-ADBF-5476-75E68315665F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730093" y="4087300"/>
                  <a:ext cx="102075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D0BF6E2-F1BE-A376-5CD2-B30D4E675024}"/>
                    </a:ext>
                  </a:extLst>
                </p14:cNvPr>
                <p14:cNvContentPartPr/>
                <p14:nvPr/>
              </p14:nvContentPartPr>
              <p14:xfrm>
                <a:off x="11882831" y="4110340"/>
                <a:ext cx="68040" cy="8352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D0BF6E2-F1BE-A376-5CD2-B30D4E67502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1864831" y="4092340"/>
                  <a:ext cx="103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BEA57CB5-F107-2C9E-92E2-77F21DE2EBB0}"/>
                    </a:ext>
                  </a:extLst>
                </p14:cNvPr>
                <p14:cNvContentPartPr/>
                <p14:nvPr/>
              </p14:nvContentPartPr>
              <p14:xfrm>
                <a:off x="11952311" y="4032220"/>
                <a:ext cx="46440" cy="17892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BEA57CB5-F107-2C9E-92E2-77F21DE2EBB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1934449" y="4014220"/>
                  <a:ext cx="81806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5C3BD939-4849-7DA1-926E-58EA55A4E348}"/>
                    </a:ext>
                  </a:extLst>
                </p14:cNvPr>
                <p14:cNvContentPartPr/>
                <p14:nvPr/>
              </p14:nvContentPartPr>
              <p14:xfrm>
                <a:off x="12032591" y="4030420"/>
                <a:ext cx="44640" cy="16488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5C3BD939-4849-7DA1-926E-58EA55A4E348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2014591" y="4012381"/>
                  <a:ext cx="80280" cy="2005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6AED650D-7AD6-E52E-FBFC-8B3655D4E8D8}"/>
                    </a:ext>
                  </a:extLst>
                </p14:cNvPr>
                <p14:cNvContentPartPr/>
                <p14:nvPr/>
              </p14:nvContentPartPr>
              <p14:xfrm>
                <a:off x="12090911" y="4140940"/>
                <a:ext cx="66600" cy="766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6AED650D-7AD6-E52E-FBFC-8B3655D4E8D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2072911" y="4122940"/>
                  <a:ext cx="102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B5EAAE1E-217B-5923-3E8F-06E4172A6375}"/>
                    </a:ext>
                  </a:extLst>
                </p14:cNvPr>
                <p14:cNvContentPartPr/>
                <p14:nvPr/>
              </p14:nvContentPartPr>
              <p14:xfrm>
                <a:off x="12156431" y="4072900"/>
                <a:ext cx="22320" cy="13032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B5EAAE1E-217B-5923-3E8F-06E4172A6375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2138431" y="4054900"/>
                  <a:ext cx="57960" cy="1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2">
            <p14:nvContentPartPr>
              <p14:cNvPr id="420" name="Ink 419">
                <a:extLst>
                  <a:ext uri="{FF2B5EF4-FFF2-40B4-BE49-F238E27FC236}">
                    <a16:creationId xmlns:a16="http://schemas.microsoft.com/office/drawing/2014/main" id="{1E322A06-133E-3877-BDCC-456F89996555}"/>
                  </a:ext>
                </a:extLst>
              </p14:cNvPr>
              <p14:cNvContentPartPr/>
              <p14:nvPr/>
            </p14:nvContentPartPr>
            <p14:xfrm>
              <a:off x="267547" y="1907037"/>
              <a:ext cx="1458720" cy="421560"/>
            </p14:xfrm>
          </p:contentPart>
        </mc:Choice>
        <mc:Fallback>
          <p:pic>
            <p:nvPicPr>
              <p:cNvPr id="420" name="Ink 419">
                <a:extLst>
                  <a:ext uri="{FF2B5EF4-FFF2-40B4-BE49-F238E27FC236}">
                    <a16:creationId xmlns:a16="http://schemas.microsoft.com/office/drawing/2014/main" id="{1E322A06-133E-3877-BDCC-456F89996555}"/>
                  </a:ext>
                </a:extLst>
              </p:cNvPr>
              <p:cNvPicPr/>
              <p:nvPr/>
            </p:nvPicPr>
            <p:blipFill>
              <a:blip r:embed="rId443"/>
              <a:stretch>
                <a:fillRect/>
              </a:stretch>
            </p:blipFill>
            <p:spPr>
              <a:xfrm>
                <a:off x="213560" y="1799037"/>
                <a:ext cx="1566333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4">
            <p14:nvContentPartPr>
              <p14:cNvPr id="421" name="Ink 420">
                <a:extLst>
                  <a:ext uri="{FF2B5EF4-FFF2-40B4-BE49-F238E27FC236}">
                    <a16:creationId xmlns:a16="http://schemas.microsoft.com/office/drawing/2014/main" id="{88DBAABE-A720-9B9D-CB31-C28F1A5675A3}"/>
                  </a:ext>
                </a:extLst>
              </p14:cNvPr>
              <p14:cNvContentPartPr/>
              <p14:nvPr/>
            </p14:nvContentPartPr>
            <p14:xfrm>
              <a:off x="6206467" y="2321397"/>
              <a:ext cx="1487520" cy="1640160"/>
            </p14:xfrm>
          </p:contentPart>
        </mc:Choice>
        <mc:Fallback>
          <p:pic>
            <p:nvPicPr>
              <p:cNvPr id="421" name="Ink 420">
                <a:extLst>
                  <a:ext uri="{FF2B5EF4-FFF2-40B4-BE49-F238E27FC236}">
                    <a16:creationId xmlns:a16="http://schemas.microsoft.com/office/drawing/2014/main" id="{88DBAABE-A720-9B9D-CB31-C28F1A5675A3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6152467" y="2213421"/>
                <a:ext cx="1595160" cy="1855753"/>
              </a:xfrm>
              <a:prstGeom prst="rect">
                <a:avLst/>
              </a:prstGeom>
            </p:spPr>
          </p:pic>
        </mc:Fallback>
      </mc:AlternateContent>
      <p:grpSp>
        <p:nvGrpSpPr>
          <p:cNvPr id="444" name="Group 443">
            <a:extLst>
              <a:ext uri="{FF2B5EF4-FFF2-40B4-BE49-F238E27FC236}">
                <a16:creationId xmlns:a16="http://schemas.microsoft.com/office/drawing/2014/main" id="{9C9D37B4-DCD9-0A66-FF1B-CF619CB3D243}"/>
              </a:ext>
            </a:extLst>
          </p:cNvPr>
          <p:cNvGrpSpPr/>
          <p:nvPr/>
        </p:nvGrpSpPr>
        <p:grpSpPr>
          <a:xfrm>
            <a:off x="10624747" y="2537037"/>
            <a:ext cx="192240" cy="237960"/>
            <a:chOff x="10935152" y="5018980"/>
            <a:chExt cx="19224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D6CCE4CD-C738-0822-9A1D-D66FC2A7C7BB}"/>
                    </a:ext>
                  </a:extLst>
                </p14:cNvPr>
                <p14:cNvContentPartPr/>
                <p14:nvPr/>
              </p14:nvContentPartPr>
              <p14:xfrm>
                <a:off x="10935152" y="5018980"/>
                <a:ext cx="49320" cy="2379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D6CCE4CD-C738-0822-9A1D-D66FC2A7C7BB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0917282" y="5000980"/>
                  <a:ext cx="84702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EDA73862-72AD-0BE6-66D4-41ACEA7CDB5C}"/>
                    </a:ext>
                  </a:extLst>
                </p14:cNvPr>
                <p14:cNvContentPartPr/>
                <p14:nvPr/>
              </p14:nvContentPartPr>
              <p14:xfrm>
                <a:off x="10974392" y="5020420"/>
                <a:ext cx="153000" cy="2149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EDA73862-72AD-0BE6-66D4-41ACEA7CDB5C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956350" y="5002390"/>
                  <a:ext cx="188724" cy="2506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972742D8-7B9C-8528-BCA9-446197EEB5C5}"/>
                    </a:ext>
                  </a:extLst>
                </p14:cNvPr>
                <p14:cNvContentPartPr/>
                <p14:nvPr/>
              </p14:nvContentPartPr>
              <p14:xfrm>
                <a:off x="10989152" y="5170540"/>
                <a:ext cx="126720" cy="1656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972742D8-7B9C-8528-BCA9-446197EEB5C5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971152" y="5152140"/>
                  <a:ext cx="162360" cy="529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1CAF3209-103F-A5C0-C4B7-5528DDF96595}"/>
              </a:ext>
            </a:extLst>
          </p:cNvPr>
          <p:cNvGrpSpPr/>
          <p:nvPr/>
        </p:nvGrpSpPr>
        <p:grpSpPr>
          <a:xfrm>
            <a:off x="8622787" y="2967237"/>
            <a:ext cx="2567880" cy="1082160"/>
            <a:chOff x="8933192" y="5449180"/>
            <a:chExt cx="2567880" cy="10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6643EDD3-2EDF-7BA8-86DA-15C627FC2A2F}"/>
                    </a:ext>
                  </a:extLst>
                </p14:cNvPr>
                <p14:cNvContentPartPr/>
                <p14:nvPr/>
              </p14:nvContentPartPr>
              <p14:xfrm>
                <a:off x="9493352" y="5538820"/>
                <a:ext cx="35280" cy="3067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6643EDD3-2EDF-7BA8-86DA-15C627FC2A2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475166" y="5520820"/>
                  <a:ext cx="71287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699DD0FE-5B85-D57C-396D-5096651A3BE1}"/>
                    </a:ext>
                  </a:extLst>
                </p14:cNvPr>
                <p14:cNvContentPartPr/>
                <p14:nvPr/>
              </p14:nvContentPartPr>
              <p14:xfrm>
                <a:off x="9462752" y="5869300"/>
                <a:ext cx="117000" cy="2804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699DD0FE-5B85-D57C-396D-5096651A3BE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444752" y="5851300"/>
                  <a:ext cx="1526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19EC54B7-3762-A29F-F681-B0127A86423A}"/>
                    </a:ext>
                  </a:extLst>
                </p14:cNvPr>
                <p14:cNvContentPartPr/>
                <p14:nvPr/>
              </p14:nvContentPartPr>
              <p14:xfrm>
                <a:off x="9574712" y="6152260"/>
                <a:ext cx="38880" cy="27540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19EC54B7-3762-A29F-F681-B0127A86423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556712" y="6134236"/>
                  <a:ext cx="74520" cy="3110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7EB19C20-1E54-C158-2B5D-BEC99E2EDAC8}"/>
                    </a:ext>
                  </a:extLst>
                </p14:cNvPr>
                <p14:cNvContentPartPr/>
                <p14:nvPr/>
              </p14:nvContentPartPr>
              <p14:xfrm>
                <a:off x="9555992" y="5522620"/>
                <a:ext cx="706680" cy="331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7EB19C20-1E54-C158-2B5D-BEC99E2EDAC8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537992" y="5504814"/>
                  <a:ext cx="742320" cy="683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1768CAA1-B2F5-A64B-0B89-2541B47C745D}"/>
                    </a:ext>
                  </a:extLst>
                </p14:cNvPr>
                <p14:cNvContentPartPr/>
                <p14:nvPr/>
              </p14:nvContentPartPr>
              <p14:xfrm>
                <a:off x="10195712" y="5528740"/>
                <a:ext cx="46440" cy="3376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1768CAA1-B2F5-A64B-0B89-2541B47C745D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177571" y="5510721"/>
                  <a:ext cx="82358" cy="3733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97CD3259-5731-4AA2-96BC-C7AB80A8BCF5}"/>
                    </a:ext>
                  </a:extLst>
                </p14:cNvPr>
                <p14:cNvContentPartPr/>
                <p14:nvPr/>
              </p14:nvContentPartPr>
              <p14:xfrm>
                <a:off x="10220192" y="5899180"/>
                <a:ext cx="88200" cy="17172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97CD3259-5731-4AA2-96BC-C7AB80A8BCF5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202192" y="5881180"/>
                  <a:ext cx="123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DD0DFC32-0857-6440-6D6C-041C26405438}"/>
                    </a:ext>
                  </a:extLst>
                </p14:cNvPr>
                <p14:cNvContentPartPr/>
                <p14:nvPr/>
              </p14:nvContentPartPr>
              <p14:xfrm>
                <a:off x="9662912" y="6077380"/>
                <a:ext cx="688320" cy="42840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DD0DFC32-0857-6440-6D6C-041C26405438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644912" y="6059380"/>
                  <a:ext cx="72396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046B7789-4A48-670B-5026-BFAF814E2843}"/>
                    </a:ext>
                  </a:extLst>
                </p14:cNvPr>
                <p14:cNvContentPartPr/>
                <p14:nvPr/>
              </p14:nvContentPartPr>
              <p14:xfrm>
                <a:off x="8933192" y="5981260"/>
                <a:ext cx="141840" cy="24048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046B7789-4A48-670B-5026-BFAF814E2843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8915238" y="5963260"/>
                  <a:ext cx="17739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A77FFB7D-A116-4769-8465-0A93B8F1E887}"/>
                    </a:ext>
                  </a:extLst>
                </p14:cNvPr>
                <p14:cNvContentPartPr/>
                <p14:nvPr/>
              </p14:nvContentPartPr>
              <p14:xfrm>
                <a:off x="9109952" y="5933020"/>
                <a:ext cx="144720" cy="17712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A77FFB7D-A116-4769-8465-0A93B8F1E887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091952" y="5914983"/>
                  <a:ext cx="180360" cy="2128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033898E2-4C3C-F25A-D48D-E8B13D772A12}"/>
                    </a:ext>
                  </a:extLst>
                </p14:cNvPr>
                <p14:cNvContentPartPr/>
                <p14:nvPr/>
              </p14:nvContentPartPr>
              <p14:xfrm>
                <a:off x="9185552" y="5935900"/>
                <a:ext cx="164160" cy="11664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033898E2-4C3C-F25A-D48D-E8B13D772A12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167552" y="5917900"/>
                  <a:ext cx="199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F9DE8BD2-F39A-F309-A94E-52B248BB3D84}"/>
                    </a:ext>
                  </a:extLst>
                </p14:cNvPr>
                <p14:cNvContentPartPr/>
                <p14:nvPr/>
              </p14:nvContentPartPr>
              <p14:xfrm>
                <a:off x="9894752" y="5951020"/>
                <a:ext cx="139680" cy="17388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F9DE8BD2-F39A-F309-A94E-52B248BB3D84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876752" y="5933020"/>
                  <a:ext cx="1753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E540CFD-0006-7D2C-C98A-C469457B1DCC}"/>
                    </a:ext>
                  </a:extLst>
                </p14:cNvPr>
                <p14:cNvContentPartPr/>
                <p14:nvPr/>
              </p14:nvContentPartPr>
              <p14:xfrm>
                <a:off x="10021472" y="6026260"/>
                <a:ext cx="28800" cy="1764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E540CFD-0006-7D2C-C98A-C469457B1DCC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0003472" y="6008260"/>
                  <a:ext cx="644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3D399516-6AA7-FC70-54DE-1522B8BE6AE3}"/>
                    </a:ext>
                  </a:extLst>
                </p14:cNvPr>
                <p14:cNvContentPartPr/>
                <p14:nvPr/>
              </p14:nvContentPartPr>
              <p14:xfrm>
                <a:off x="10116152" y="6011860"/>
                <a:ext cx="43560" cy="15336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3D399516-6AA7-FC70-54DE-1522B8BE6AE3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0098152" y="5993860"/>
                  <a:ext cx="792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16279D08-6E86-8012-9A65-16632D513CA9}"/>
                    </a:ext>
                  </a:extLst>
                </p14:cNvPr>
                <p14:cNvContentPartPr/>
                <p14:nvPr/>
              </p14:nvContentPartPr>
              <p14:xfrm>
                <a:off x="10132712" y="6031660"/>
                <a:ext cx="54720" cy="1080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16279D08-6E86-8012-9A65-16632D513CA9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0114712" y="6013660"/>
                  <a:ext cx="90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458621AF-2B47-2F44-B191-67BF040CE452}"/>
                    </a:ext>
                  </a:extLst>
                </p14:cNvPr>
                <p14:cNvContentPartPr/>
                <p14:nvPr/>
              </p14:nvContentPartPr>
              <p14:xfrm>
                <a:off x="10231352" y="5449180"/>
                <a:ext cx="743040" cy="1011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458621AF-2B47-2F44-B191-67BF040CE452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0213352" y="5431180"/>
                  <a:ext cx="778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513395BF-DD81-8CE1-5084-8A3A1BBA2062}"/>
                    </a:ext>
                  </a:extLst>
                </p14:cNvPr>
                <p14:cNvContentPartPr/>
                <p14:nvPr/>
              </p14:nvContentPartPr>
              <p14:xfrm>
                <a:off x="10329632" y="6372940"/>
                <a:ext cx="856800" cy="10080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513395BF-DD81-8CE1-5084-8A3A1BBA2062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0311640" y="6354940"/>
                  <a:ext cx="892425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7AA1361B-D91B-7873-653C-9A2622595387}"/>
                    </a:ext>
                  </a:extLst>
                </p14:cNvPr>
                <p14:cNvContentPartPr/>
                <p14:nvPr/>
              </p14:nvContentPartPr>
              <p14:xfrm>
                <a:off x="11357432" y="6352060"/>
                <a:ext cx="14760" cy="16704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7AA1361B-D91B-7873-653C-9A2622595387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1339432" y="6334099"/>
                  <a:ext cx="50400" cy="2026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4DBACC28-1A92-5D04-4E85-E3E26CF8A51B}"/>
                    </a:ext>
                  </a:extLst>
                </p14:cNvPr>
                <p14:cNvContentPartPr/>
                <p14:nvPr/>
              </p14:nvContentPartPr>
              <p14:xfrm>
                <a:off x="11310272" y="6316420"/>
                <a:ext cx="190800" cy="21492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4DBACC28-1A92-5D04-4E85-E3E26CF8A51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1292272" y="6298420"/>
                  <a:ext cx="2264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F3ED9D6C-6195-C6E9-D558-B669B0065AC6}"/>
              </a:ext>
            </a:extLst>
          </p:cNvPr>
          <p:cNvGrpSpPr/>
          <p:nvPr/>
        </p:nvGrpSpPr>
        <p:grpSpPr>
          <a:xfrm>
            <a:off x="616029" y="5018620"/>
            <a:ext cx="777960" cy="492480"/>
            <a:chOff x="616029" y="5018620"/>
            <a:chExt cx="777960" cy="49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033024E-6D92-65E3-57E4-64C976D3CD1A}"/>
                    </a:ext>
                  </a:extLst>
                </p14:cNvPr>
                <p14:cNvContentPartPr/>
                <p14:nvPr/>
              </p14:nvContentPartPr>
              <p14:xfrm>
                <a:off x="954789" y="5018620"/>
                <a:ext cx="40680" cy="395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033024E-6D92-65E3-57E4-64C976D3CD1A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936789" y="5000620"/>
                  <a:ext cx="7632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6EF60F8-1D04-AE68-7628-062379F58F50}"/>
                    </a:ext>
                  </a:extLst>
                </p14:cNvPr>
                <p14:cNvContentPartPr/>
                <p14:nvPr/>
              </p14:nvContentPartPr>
              <p14:xfrm>
                <a:off x="616029" y="5468980"/>
                <a:ext cx="777960" cy="421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6EF60F8-1D04-AE68-7628-062379F58F50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598389" y="5451340"/>
                  <a:ext cx="81360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70EEA02D-1231-1F3C-E942-80243D7CB315}"/>
              </a:ext>
            </a:extLst>
          </p:cNvPr>
          <p:cNvGrpSpPr/>
          <p:nvPr/>
        </p:nvGrpSpPr>
        <p:grpSpPr>
          <a:xfrm>
            <a:off x="818709" y="5712340"/>
            <a:ext cx="667080" cy="377280"/>
            <a:chOff x="818709" y="5712340"/>
            <a:chExt cx="667080" cy="37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1394D46-6486-26BC-B18D-602AEB0E2E81}"/>
                    </a:ext>
                  </a:extLst>
                </p14:cNvPr>
                <p14:cNvContentPartPr/>
                <p14:nvPr/>
              </p14:nvContentPartPr>
              <p14:xfrm>
                <a:off x="818709" y="5712340"/>
                <a:ext cx="100080" cy="3362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1394D46-6486-26BC-B18D-602AEB0E2E8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00709" y="5694700"/>
                  <a:ext cx="1357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6371154-2BB8-A528-C620-2135D9759242}"/>
                    </a:ext>
                  </a:extLst>
                </p14:cNvPr>
                <p14:cNvContentPartPr/>
                <p14:nvPr/>
              </p14:nvContentPartPr>
              <p14:xfrm>
                <a:off x="837429" y="5742940"/>
                <a:ext cx="190080" cy="180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6371154-2BB8-A528-C620-2135D9759242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819789" y="5724940"/>
                  <a:ext cx="2257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7BB502C-FB17-E2F0-EC16-C9BAC7F7A7D5}"/>
                    </a:ext>
                  </a:extLst>
                </p14:cNvPr>
                <p14:cNvContentPartPr/>
                <p14:nvPr/>
              </p14:nvContentPartPr>
              <p14:xfrm>
                <a:off x="1139829" y="5877940"/>
                <a:ext cx="345960" cy="211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7BB502C-FB17-E2F0-EC16-C9BAC7F7A7D5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121829" y="5859940"/>
                  <a:ext cx="381600" cy="24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C1CB403-A5A4-4D7A-0C5A-1D3391AB8385}"/>
              </a:ext>
            </a:extLst>
          </p:cNvPr>
          <p:cNvGrpSpPr/>
          <p:nvPr/>
        </p:nvGrpSpPr>
        <p:grpSpPr>
          <a:xfrm>
            <a:off x="2306229" y="5769580"/>
            <a:ext cx="396720" cy="253080"/>
            <a:chOff x="2306229" y="5769580"/>
            <a:chExt cx="396720" cy="25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485F0DF-8F4B-3E46-F3BA-C4E4E7D3E9B3}"/>
                    </a:ext>
                  </a:extLst>
                </p14:cNvPr>
                <p14:cNvContentPartPr/>
                <p14:nvPr/>
              </p14:nvContentPartPr>
              <p14:xfrm>
                <a:off x="2306229" y="5769580"/>
                <a:ext cx="65160" cy="2530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485F0DF-8F4B-3E46-F3BA-C4E4E7D3E9B3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2288589" y="5751580"/>
                  <a:ext cx="1008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1DE0536-A722-C3BB-366A-6F59CF9C8D95}"/>
                    </a:ext>
                  </a:extLst>
                </p14:cNvPr>
                <p14:cNvContentPartPr/>
                <p14:nvPr/>
              </p14:nvContentPartPr>
              <p14:xfrm>
                <a:off x="2520789" y="5808460"/>
                <a:ext cx="46440" cy="1990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1DE0536-A722-C3BB-366A-6F59CF9C8D9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2502789" y="5790460"/>
                  <a:ext cx="8208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68C7477-3FCD-06C0-5DC6-E447F474C4DF}"/>
                    </a:ext>
                  </a:extLst>
                </p14:cNvPr>
                <p14:cNvContentPartPr/>
                <p14:nvPr/>
              </p14:nvContentPartPr>
              <p14:xfrm>
                <a:off x="2555349" y="5799100"/>
                <a:ext cx="147600" cy="1436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68C7477-3FCD-06C0-5DC6-E447F474C4DF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2537349" y="5781100"/>
                  <a:ext cx="18324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BC525421-37CA-1721-0215-BF1C5F5F4970}"/>
              </a:ext>
            </a:extLst>
          </p:cNvPr>
          <p:cNvGrpSpPr/>
          <p:nvPr/>
        </p:nvGrpSpPr>
        <p:grpSpPr>
          <a:xfrm>
            <a:off x="3549309" y="5711620"/>
            <a:ext cx="625680" cy="297360"/>
            <a:chOff x="3549309" y="5711620"/>
            <a:chExt cx="62568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045CF7C-17ED-A5A8-D8AD-C508FB1C2D1A}"/>
                    </a:ext>
                  </a:extLst>
                </p14:cNvPr>
                <p14:cNvContentPartPr/>
                <p14:nvPr/>
              </p14:nvContentPartPr>
              <p14:xfrm>
                <a:off x="3549309" y="5711620"/>
                <a:ext cx="171360" cy="198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045CF7C-17ED-A5A8-D8AD-C508FB1C2D1A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3531669" y="5693620"/>
                  <a:ext cx="2070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888873E-3436-7170-D918-314D81896436}"/>
                    </a:ext>
                  </a:extLst>
                </p14:cNvPr>
                <p14:cNvContentPartPr/>
                <p14:nvPr/>
              </p14:nvContentPartPr>
              <p14:xfrm>
                <a:off x="3658389" y="5788300"/>
                <a:ext cx="54360" cy="220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888873E-3436-7170-D918-314D81896436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3640389" y="5770300"/>
                  <a:ext cx="9000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4CF2014-DBC8-E944-1B08-B03ED9AB0BDF}"/>
                    </a:ext>
                  </a:extLst>
                </p14:cNvPr>
                <p14:cNvContentPartPr/>
                <p14:nvPr/>
              </p14:nvContentPartPr>
              <p14:xfrm>
                <a:off x="3920109" y="5721700"/>
                <a:ext cx="60840" cy="2620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4CF2014-DBC8-E944-1B08-B03ED9AB0BDF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3902469" y="5704060"/>
                  <a:ext cx="964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9FF8B14-AADA-95C7-E021-F41B424C3DF8}"/>
                    </a:ext>
                  </a:extLst>
                </p14:cNvPr>
                <p14:cNvContentPartPr/>
                <p14:nvPr/>
              </p14:nvContentPartPr>
              <p14:xfrm>
                <a:off x="3986349" y="5752660"/>
                <a:ext cx="188640" cy="1540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9FF8B14-AADA-95C7-E021-F41B424C3DF8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3968349" y="5735020"/>
                  <a:ext cx="224280" cy="18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12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389FC03F-7665-9A9F-7521-6AD62EE11F43}"/>
                  </a:ext>
                </a:extLst>
              </p14:cNvPr>
              <p14:cNvContentPartPr/>
              <p14:nvPr/>
            </p14:nvContentPartPr>
            <p14:xfrm>
              <a:off x="1743909" y="5411020"/>
              <a:ext cx="49680" cy="1944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389FC03F-7665-9A9F-7521-6AD62EE11F43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1725909" y="5393020"/>
                <a:ext cx="8532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231D7BC-EDF1-9F7E-43A9-8D694B484CF8}"/>
                  </a:ext>
                </a:extLst>
              </p14:cNvPr>
              <p14:cNvContentPartPr/>
              <p14:nvPr/>
            </p14:nvContentPartPr>
            <p14:xfrm>
              <a:off x="1778469" y="5440540"/>
              <a:ext cx="43560" cy="3096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231D7BC-EDF1-9F7E-43A9-8D694B484CF8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1760469" y="5422540"/>
                <a:ext cx="7920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6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E809B77A-F44D-5AC5-EB92-EF4ECD68D5F5}"/>
                  </a:ext>
                </a:extLst>
              </p14:cNvPr>
              <p14:cNvContentPartPr/>
              <p14:nvPr/>
            </p14:nvContentPartPr>
            <p14:xfrm>
              <a:off x="2304789" y="4847260"/>
              <a:ext cx="68760" cy="4460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E809B77A-F44D-5AC5-EB92-EF4ECD68D5F5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2286789" y="4829260"/>
                <a:ext cx="104400" cy="48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8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09778929-1ABC-2806-B923-5C3C7A94E41E}"/>
                  </a:ext>
                </a:extLst>
              </p14:cNvPr>
              <p14:cNvContentPartPr/>
              <p14:nvPr/>
            </p14:nvContentPartPr>
            <p14:xfrm>
              <a:off x="2004909" y="5430820"/>
              <a:ext cx="864000" cy="3564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09778929-1ABC-2806-B923-5C3C7A94E41E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1986909" y="5412820"/>
                <a:ext cx="89964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0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ED403EC2-97AF-DA7D-FA8A-945B0C5888FE}"/>
                  </a:ext>
                </a:extLst>
              </p14:cNvPr>
              <p14:cNvContentPartPr/>
              <p14:nvPr/>
            </p14:nvContentPartPr>
            <p14:xfrm>
              <a:off x="3083829" y="5384020"/>
              <a:ext cx="166680" cy="6300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ED403EC2-97AF-DA7D-FA8A-945B0C5888FE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3066189" y="5366020"/>
                <a:ext cx="20232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4EA01CE2-1657-858F-D518-DD0C6B16E7DA}"/>
                  </a:ext>
                </a:extLst>
              </p14:cNvPr>
              <p14:cNvContentPartPr/>
              <p14:nvPr/>
            </p14:nvContentPartPr>
            <p14:xfrm>
              <a:off x="3166269" y="5335780"/>
              <a:ext cx="28800" cy="18828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4EA01CE2-1657-858F-D518-DD0C6B16E7DA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3148269" y="5317780"/>
                <a:ext cx="6444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9063C5A2-ED84-042C-8A14-AAD4237D9909}"/>
                  </a:ext>
                </a:extLst>
              </p14:cNvPr>
              <p14:cNvContentPartPr/>
              <p14:nvPr/>
            </p14:nvContentPartPr>
            <p14:xfrm>
              <a:off x="3631029" y="4842580"/>
              <a:ext cx="115920" cy="48744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9063C5A2-ED84-042C-8A14-AAD4237D9909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3613029" y="4824580"/>
                <a:ext cx="151560" cy="5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6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433387EA-5BE7-9B90-C4E8-C946651F8EA8}"/>
                  </a:ext>
                </a:extLst>
              </p14:cNvPr>
              <p14:cNvContentPartPr/>
              <p14:nvPr/>
            </p14:nvContentPartPr>
            <p14:xfrm>
              <a:off x="3447069" y="5346940"/>
              <a:ext cx="983520" cy="7560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433387EA-5BE7-9B90-C4E8-C946651F8EA8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3429429" y="5329300"/>
                <a:ext cx="1019160" cy="11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0" name="Group 159">
            <a:extLst>
              <a:ext uri="{FF2B5EF4-FFF2-40B4-BE49-F238E27FC236}">
                <a16:creationId xmlns:a16="http://schemas.microsoft.com/office/drawing/2014/main" id="{71E3F55E-7DA6-3F31-F434-0296D7A853E6}"/>
              </a:ext>
            </a:extLst>
          </p:cNvPr>
          <p:cNvGrpSpPr/>
          <p:nvPr/>
        </p:nvGrpSpPr>
        <p:grpSpPr>
          <a:xfrm>
            <a:off x="4686549" y="5159740"/>
            <a:ext cx="327960" cy="270000"/>
            <a:chOff x="4686549" y="5159740"/>
            <a:chExt cx="32796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1E4CF80-B4BC-54D9-8BA2-A37754A373DA}"/>
                    </a:ext>
                  </a:extLst>
                </p14:cNvPr>
                <p14:cNvContentPartPr/>
                <p14:nvPr/>
              </p14:nvContentPartPr>
              <p14:xfrm>
                <a:off x="4686549" y="5305180"/>
                <a:ext cx="54000" cy="205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1E4CF80-B4BC-54D9-8BA2-A37754A373DA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68909" y="5287180"/>
                  <a:ext cx="896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F21A82A-D7F4-D5D4-1409-475D193A991A}"/>
                    </a:ext>
                  </a:extLst>
                </p14:cNvPr>
                <p14:cNvContentPartPr/>
                <p14:nvPr/>
              </p14:nvContentPartPr>
              <p14:xfrm>
                <a:off x="4705269" y="5353420"/>
                <a:ext cx="51120" cy="252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F21A82A-D7F4-D5D4-1409-475D193A991A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687629" y="5335420"/>
                  <a:ext cx="867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DC66F93-471D-2397-80C1-3A519301A387}"/>
                    </a:ext>
                  </a:extLst>
                </p14:cNvPr>
                <p14:cNvContentPartPr/>
                <p14:nvPr/>
              </p14:nvContentPartPr>
              <p14:xfrm>
                <a:off x="4752789" y="5159740"/>
                <a:ext cx="261720" cy="2700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DC66F93-471D-2397-80C1-3A519301A387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735149" y="5141740"/>
                  <a:ext cx="297360" cy="30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77C89DD-3247-97AC-C77A-A6CD72BBA5EC}"/>
              </a:ext>
            </a:extLst>
          </p:cNvPr>
          <p:cNvGrpSpPr/>
          <p:nvPr/>
        </p:nvGrpSpPr>
        <p:grpSpPr>
          <a:xfrm>
            <a:off x="5692029" y="4930060"/>
            <a:ext cx="992880" cy="410040"/>
            <a:chOff x="5692029" y="4930060"/>
            <a:chExt cx="992880" cy="41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5782F81-4586-D648-BA41-BA3E8E0C9551}"/>
                    </a:ext>
                  </a:extLst>
                </p14:cNvPr>
                <p14:cNvContentPartPr/>
                <p14:nvPr/>
              </p14:nvContentPartPr>
              <p14:xfrm>
                <a:off x="5697789" y="4930060"/>
                <a:ext cx="92520" cy="346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5782F81-4586-D648-BA41-BA3E8E0C955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680149" y="4912060"/>
                  <a:ext cx="12816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D05322E-C5A0-5A74-4CB3-EC809D84997A}"/>
                    </a:ext>
                  </a:extLst>
                </p14:cNvPr>
                <p14:cNvContentPartPr/>
                <p14:nvPr/>
              </p14:nvContentPartPr>
              <p14:xfrm>
                <a:off x="5692029" y="4990180"/>
                <a:ext cx="241200" cy="232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D05322E-C5A0-5A74-4CB3-EC809D84997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674389" y="4972180"/>
                  <a:ext cx="2768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3AB44AE-1C82-E294-4BD7-FD20CDAF74EA}"/>
                    </a:ext>
                  </a:extLst>
                </p14:cNvPr>
                <p14:cNvContentPartPr/>
                <p14:nvPr/>
              </p14:nvContentPartPr>
              <p14:xfrm>
                <a:off x="6039069" y="5132740"/>
                <a:ext cx="98280" cy="135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3AB44AE-1C82-E294-4BD7-FD20CDAF74EA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6021069" y="5114740"/>
                  <a:ext cx="133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159D255-D11F-DB54-0EFB-2D096EB82855}"/>
                    </a:ext>
                  </a:extLst>
                </p14:cNvPr>
                <p14:cNvContentPartPr/>
                <p14:nvPr/>
              </p14:nvContentPartPr>
              <p14:xfrm>
                <a:off x="6233829" y="5165860"/>
                <a:ext cx="202320" cy="1742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159D255-D11F-DB54-0EFB-2D096EB82855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6216189" y="5148220"/>
                  <a:ext cx="2379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33C97A9-F69C-AD94-514C-4EFA1A8240FF}"/>
                    </a:ext>
                  </a:extLst>
                </p14:cNvPr>
                <p14:cNvContentPartPr/>
                <p14:nvPr/>
              </p14:nvContentPartPr>
              <p14:xfrm>
                <a:off x="6586989" y="5177380"/>
                <a:ext cx="97920" cy="11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33C97A9-F69C-AD94-514C-4EFA1A8240FF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6568989" y="5159740"/>
                  <a:ext cx="1335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83A9ECD-2C55-52EF-C870-A88540A017A8}"/>
                    </a:ext>
                  </a:extLst>
                </p14:cNvPr>
                <p14:cNvContentPartPr/>
                <p14:nvPr/>
              </p14:nvContentPartPr>
              <p14:xfrm>
                <a:off x="6611469" y="5250460"/>
                <a:ext cx="63000" cy="208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83A9ECD-2C55-52EF-C870-A88540A017A8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6593829" y="5232820"/>
                  <a:ext cx="9864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E834240-CEB9-91C3-D212-52983F807EC4}"/>
              </a:ext>
            </a:extLst>
          </p:cNvPr>
          <p:cNvGrpSpPr/>
          <p:nvPr/>
        </p:nvGrpSpPr>
        <p:grpSpPr>
          <a:xfrm>
            <a:off x="7014309" y="4958140"/>
            <a:ext cx="1303560" cy="372600"/>
            <a:chOff x="7014309" y="4958140"/>
            <a:chExt cx="130356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2280D8D-8F32-FE28-244C-B38A8554CF05}"/>
                    </a:ext>
                  </a:extLst>
                </p14:cNvPr>
                <p14:cNvContentPartPr/>
                <p14:nvPr/>
              </p14:nvContentPartPr>
              <p14:xfrm>
                <a:off x="7014309" y="4958140"/>
                <a:ext cx="259920" cy="372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2280D8D-8F32-FE28-244C-B38A8554CF05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6996309" y="4940500"/>
                  <a:ext cx="29556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80578C0-01FC-CEAD-B033-1C00BFF83C1B}"/>
                    </a:ext>
                  </a:extLst>
                </p14:cNvPr>
                <p14:cNvContentPartPr/>
                <p14:nvPr/>
              </p14:nvContentPartPr>
              <p14:xfrm>
                <a:off x="7350909" y="5122660"/>
                <a:ext cx="140760" cy="1684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80578C0-01FC-CEAD-B033-1C00BFF83C1B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7332909" y="5105020"/>
                  <a:ext cx="176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97321AF-2BBF-0A99-D2FD-98ECEFBF57A6}"/>
                    </a:ext>
                  </a:extLst>
                </p14:cNvPr>
                <p14:cNvContentPartPr/>
                <p14:nvPr/>
              </p14:nvContentPartPr>
              <p14:xfrm>
                <a:off x="7639269" y="5109700"/>
                <a:ext cx="95760" cy="1501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97321AF-2BBF-0A99-D2FD-98ECEFBF57A6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7621629" y="5092060"/>
                  <a:ext cx="1314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183BBFC-2D0D-9176-B8B8-848EA4CAEFDB}"/>
                    </a:ext>
                  </a:extLst>
                </p14:cNvPr>
                <p14:cNvContentPartPr/>
                <p14:nvPr/>
              </p14:nvContentPartPr>
              <p14:xfrm>
                <a:off x="7882629" y="5121940"/>
                <a:ext cx="435240" cy="2062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183BBFC-2D0D-9176-B8B8-848EA4CAEFDB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7864989" y="5104300"/>
                  <a:ext cx="47088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184DEAD9-3ED5-E480-23FD-62ADAC1FC346}"/>
              </a:ext>
            </a:extLst>
          </p:cNvPr>
          <p:cNvGrpSpPr/>
          <p:nvPr/>
        </p:nvGrpSpPr>
        <p:grpSpPr>
          <a:xfrm>
            <a:off x="9151989" y="5368900"/>
            <a:ext cx="158760" cy="670680"/>
            <a:chOff x="9151989" y="5368900"/>
            <a:chExt cx="158760" cy="67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5814E64-47AE-1423-F06A-5FD4CEFD1275}"/>
                    </a:ext>
                  </a:extLst>
                </p14:cNvPr>
                <p14:cNvContentPartPr/>
                <p14:nvPr/>
              </p14:nvContentPartPr>
              <p14:xfrm>
                <a:off x="9151989" y="5368900"/>
                <a:ext cx="129960" cy="108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5814E64-47AE-1423-F06A-5FD4CEFD127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133989" y="5350900"/>
                  <a:ext cx="1656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5485146-5172-A2A3-4199-903437CE403B}"/>
                    </a:ext>
                  </a:extLst>
                </p14:cNvPr>
                <p14:cNvContentPartPr/>
                <p14:nvPr/>
              </p14:nvContentPartPr>
              <p14:xfrm>
                <a:off x="9239829" y="5397340"/>
                <a:ext cx="70920" cy="6422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5485146-5172-A2A3-4199-903437CE403B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222189" y="5379340"/>
                  <a:ext cx="106560" cy="67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8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DA33E52B-8DC9-1487-4FF7-8F051E2C313D}"/>
                  </a:ext>
                </a:extLst>
              </p14:cNvPr>
              <p14:cNvContentPartPr/>
              <p14:nvPr/>
            </p14:nvContentPartPr>
            <p14:xfrm>
              <a:off x="9263589" y="5949940"/>
              <a:ext cx="1688400" cy="12600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DA33E52B-8DC9-1487-4FF7-8F051E2C313D}"/>
                  </a:ext>
                </a:extLst>
              </p:cNvPr>
              <p:cNvPicPr/>
              <p:nvPr/>
            </p:nvPicPr>
            <p:blipFill>
              <a:blip r:embed="rId559"/>
              <a:stretch>
                <a:fillRect/>
              </a:stretch>
            </p:blipFill>
            <p:spPr>
              <a:xfrm>
                <a:off x="9245589" y="5931940"/>
                <a:ext cx="1724040" cy="16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0" name="Group 449">
            <a:extLst>
              <a:ext uri="{FF2B5EF4-FFF2-40B4-BE49-F238E27FC236}">
                <a16:creationId xmlns:a16="http://schemas.microsoft.com/office/drawing/2014/main" id="{0EC887A2-337A-DD2D-8B86-C058D604F4D6}"/>
              </a:ext>
            </a:extLst>
          </p:cNvPr>
          <p:cNvGrpSpPr/>
          <p:nvPr/>
        </p:nvGrpSpPr>
        <p:grpSpPr>
          <a:xfrm>
            <a:off x="8521269" y="4556020"/>
            <a:ext cx="3489480" cy="683280"/>
            <a:chOff x="8521269" y="4556020"/>
            <a:chExt cx="3489480" cy="68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74F462F8-1699-4485-3863-BD10DA34B74B}"/>
                    </a:ext>
                  </a:extLst>
                </p14:cNvPr>
                <p14:cNvContentPartPr/>
                <p14:nvPr/>
              </p14:nvContentPartPr>
              <p14:xfrm>
                <a:off x="9044709" y="4674820"/>
                <a:ext cx="119520" cy="5389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74F462F8-1699-4485-3863-BD10DA34B74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026709" y="4656820"/>
                  <a:ext cx="15516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AAFAAD6-4D73-7537-1FEA-D17008A08312}"/>
                    </a:ext>
                  </a:extLst>
                </p14:cNvPr>
                <p14:cNvContentPartPr/>
                <p14:nvPr/>
              </p14:nvContentPartPr>
              <p14:xfrm>
                <a:off x="8857149" y="5157580"/>
                <a:ext cx="679320" cy="81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AAFAAD6-4D73-7537-1FEA-D17008A08312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8839509" y="5139580"/>
                  <a:ext cx="7149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CF98707-0FF4-CF0A-D228-CF51721257B7}"/>
                    </a:ext>
                  </a:extLst>
                </p14:cNvPr>
                <p14:cNvContentPartPr/>
                <p14:nvPr/>
              </p14:nvContentPartPr>
              <p14:xfrm>
                <a:off x="9027429" y="4670500"/>
                <a:ext cx="790560" cy="597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CF98707-0FF4-CF0A-D228-CF51721257B7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009429" y="4652860"/>
                  <a:ext cx="8262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CB2B777-2B80-A9B3-F925-4E868185E2C8}"/>
                    </a:ext>
                  </a:extLst>
                </p14:cNvPr>
                <p14:cNvContentPartPr/>
                <p14:nvPr/>
              </p14:nvContentPartPr>
              <p14:xfrm>
                <a:off x="9764349" y="4556020"/>
                <a:ext cx="350640" cy="141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CB2B777-2B80-A9B3-F925-4E868185E2C8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746349" y="4538020"/>
                  <a:ext cx="386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5B2E5B9-CDDB-BCF6-2292-FA1D5E3233E9}"/>
                    </a:ext>
                  </a:extLst>
                </p14:cNvPr>
                <p14:cNvContentPartPr/>
                <p14:nvPr/>
              </p14:nvContentPartPr>
              <p14:xfrm>
                <a:off x="10131909" y="4628380"/>
                <a:ext cx="779760" cy="795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5B2E5B9-CDDB-BCF6-2292-FA1D5E3233E9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113909" y="4610380"/>
                  <a:ext cx="8154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992B2F-F95F-3314-C63A-CF0CB046754B}"/>
                    </a:ext>
                  </a:extLst>
                </p14:cNvPr>
                <p14:cNvContentPartPr/>
                <p14:nvPr/>
              </p14:nvContentPartPr>
              <p14:xfrm>
                <a:off x="9930669" y="4944100"/>
                <a:ext cx="91800" cy="1926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992B2F-F95F-3314-C63A-CF0CB046754B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9912669" y="4926100"/>
                  <a:ext cx="1274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D5BD230-DB1E-472F-74C3-1C30B50C3D6D}"/>
                    </a:ext>
                  </a:extLst>
                </p14:cNvPr>
                <p14:cNvContentPartPr/>
                <p14:nvPr/>
              </p14:nvContentPartPr>
              <p14:xfrm>
                <a:off x="9967389" y="4864900"/>
                <a:ext cx="135000" cy="181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D5BD230-DB1E-472F-74C3-1C30B50C3D6D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9949749" y="4846900"/>
                  <a:ext cx="170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4A4249D-3ECA-1931-4701-CFEA84F64AD4}"/>
                    </a:ext>
                  </a:extLst>
                </p14:cNvPr>
                <p14:cNvContentPartPr/>
                <p14:nvPr/>
              </p14:nvContentPartPr>
              <p14:xfrm>
                <a:off x="10228749" y="4979020"/>
                <a:ext cx="51840" cy="20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4A4249D-3ECA-1931-4701-CFEA84F64AD4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210749" y="4961380"/>
                  <a:ext cx="874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CE49FDE-FDBD-50B9-761A-3533C6284F2D}"/>
                    </a:ext>
                  </a:extLst>
                </p14:cNvPr>
                <p14:cNvContentPartPr/>
                <p14:nvPr/>
              </p14:nvContentPartPr>
              <p14:xfrm>
                <a:off x="10179069" y="4987300"/>
                <a:ext cx="342360" cy="1663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CE49FDE-FDBD-50B9-761A-3533C6284F2D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0161429" y="4969300"/>
                  <a:ext cx="378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481943C-3578-E364-E3A6-3C6021EBABDD}"/>
                    </a:ext>
                  </a:extLst>
                </p14:cNvPr>
                <p14:cNvContentPartPr/>
                <p14:nvPr/>
              </p14:nvContentPartPr>
              <p14:xfrm>
                <a:off x="10537629" y="5023660"/>
                <a:ext cx="137520" cy="1407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481943C-3578-E364-E3A6-3C6021EBABD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0519629" y="5006020"/>
                  <a:ext cx="173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9A8563A-CBF2-951C-9D7C-FEBB2400DAFE}"/>
                    </a:ext>
                  </a:extLst>
                </p14:cNvPr>
                <p14:cNvContentPartPr/>
                <p14:nvPr/>
              </p14:nvContentPartPr>
              <p14:xfrm>
                <a:off x="10747509" y="4994860"/>
                <a:ext cx="51840" cy="381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9A8563A-CBF2-951C-9D7C-FEBB2400DAFE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0729509" y="4976860"/>
                  <a:ext cx="874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0E7AC6FC-5F6F-BA59-98A1-19DE6759258E}"/>
                    </a:ext>
                  </a:extLst>
                </p14:cNvPr>
                <p14:cNvContentPartPr/>
                <p14:nvPr/>
              </p14:nvContentPartPr>
              <p14:xfrm>
                <a:off x="10701429" y="4993420"/>
                <a:ext cx="129240" cy="14112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0E7AC6FC-5F6F-BA59-98A1-19DE6759258E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683429" y="4975420"/>
                  <a:ext cx="1648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16F030DD-1194-6558-4BDA-13294279D3BC}"/>
                    </a:ext>
                  </a:extLst>
                </p14:cNvPr>
                <p14:cNvContentPartPr/>
                <p14:nvPr/>
              </p14:nvContentPartPr>
              <p14:xfrm>
                <a:off x="10968189" y="5034100"/>
                <a:ext cx="91800" cy="270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16F030DD-1194-6558-4BDA-13294279D3BC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950189" y="5016460"/>
                  <a:ext cx="1274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1E50110-EEA7-A8D2-8E63-E2107CC6766D}"/>
                    </a:ext>
                  </a:extLst>
                </p14:cNvPr>
                <p14:cNvContentPartPr/>
                <p14:nvPr/>
              </p14:nvContentPartPr>
              <p14:xfrm>
                <a:off x="11012469" y="5069020"/>
                <a:ext cx="69840" cy="316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1E50110-EEA7-A8D2-8E63-E2107CC6766D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994469" y="5051380"/>
                  <a:ext cx="1054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21DD4EEA-0DF8-75B9-8585-FB27AE27C50E}"/>
                    </a:ext>
                  </a:extLst>
                </p14:cNvPr>
                <p14:cNvContentPartPr/>
                <p14:nvPr/>
              </p14:nvContentPartPr>
              <p14:xfrm>
                <a:off x="11209029" y="4935820"/>
                <a:ext cx="155520" cy="2318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21DD4EEA-0DF8-75B9-8585-FB27AE27C50E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191389" y="4918180"/>
                  <a:ext cx="191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901A17F2-A7B4-F21A-0D92-7A910FAE3075}"/>
                    </a:ext>
                  </a:extLst>
                </p14:cNvPr>
                <p14:cNvContentPartPr/>
                <p14:nvPr/>
              </p14:nvContentPartPr>
              <p14:xfrm>
                <a:off x="11481189" y="4973260"/>
                <a:ext cx="239400" cy="20700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901A17F2-A7B4-F21A-0D92-7A910FAE3075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463549" y="4955260"/>
                  <a:ext cx="275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7D337B20-5127-4EE4-03A1-C1D3E163DBCC}"/>
                    </a:ext>
                  </a:extLst>
                </p14:cNvPr>
                <p14:cNvContentPartPr/>
                <p14:nvPr/>
              </p14:nvContentPartPr>
              <p14:xfrm>
                <a:off x="11811669" y="4975780"/>
                <a:ext cx="199080" cy="13680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7D337B20-5127-4EE4-03A1-C1D3E163DBCC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794029" y="4958140"/>
                  <a:ext cx="234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9EACD825-D489-0944-8FE3-F9ACD374CD0D}"/>
                    </a:ext>
                  </a:extLst>
                </p14:cNvPr>
                <p14:cNvContentPartPr/>
                <p14:nvPr/>
              </p14:nvContentPartPr>
              <p14:xfrm>
                <a:off x="8521269" y="4867060"/>
                <a:ext cx="172080" cy="26064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9EACD825-D489-0944-8FE3-F9ACD374CD0D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8503629" y="4849420"/>
                  <a:ext cx="2077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0692CF65-63E0-2688-067A-3281CBDE2669}"/>
                    </a:ext>
                  </a:extLst>
                </p14:cNvPr>
                <p14:cNvContentPartPr/>
                <p14:nvPr/>
              </p14:nvContentPartPr>
              <p14:xfrm>
                <a:off x="8754549" y="4800820"/>
                <a:ext cx="100800" cy="21420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0692CF65-63E0-2688-067A-3281CBDE2669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8736549" y="4782820"/>
                  <a:ext cx="136440" cy="249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4862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C017E-19EB-1D4E-4E20-0DF50A16CB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FA73E10-C037-4D83-30EF-C6BC6A50C1D9}"/>
              </a:ext>
            </a:extLst>
          </p:cNvPr>
          <p:cNvGrpSpPr/>
          <p:nvPr/>
        </p:nvGrpSpPr>
        <p:grpSpPr>
          <a:xfrm>
            <a:off x="525191" y="563620"/>
            <a:ext cx="4133520" cy="1697400"/>
            <a:chOff x="525191" y="563620"/>
            <a:chExt cx="4133520" cy="169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8EE0AA6-B7FD-F062-5D25-301464082D6B}"/>
                    </a:ext>
                  </a:extLst>
                </p14:cNvPr>
                <p14:cNvContentPartPr/>
                <p14:nvPr/>
              </p14:nvContentPartPr>
              <p14:xfrm>
                <a:off x="1316111" y="671980"/>
                <a:ext cx="19800" cy="481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8EE0AA6-B7FD-F062-5D25-301464082D6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98471" y="653980"/>
                  <a:ext cx="5544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606CEC-7D14-5672-8CA4-027A31E545F0}"/>
                    </a:ext>
                  </a:extLst>
                </p14:cNvPr>
                <p14:cNvContentPartPr/>
                <p14:nvPr/>
              </p14:nvContentPartPr>
              <p14:xfrm>
                <a:off x="1060151" y="1205140"/>
                <a:ext cx="471960" cy="28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606CEC-7D14-5672-8CA4-027A31E545F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42511" y="1187140"/>
                  <a:ext cx="5076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514B2F6-FA3C-1A94-7971-ECA7D3D05514}"/>
                    </a:ext>
                  </a:extLst>
                </p14:cNvPr>
                <p14:cNvContentPartPr/>
                <p14:nvPr/>
              </p14:nvContentPartPr>
              <p14:xfrm>
                <a:off x="1341311" y="1339420"/>
                <a:ext cx="17280" cy="20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514B2F6-FA3C-1A94-7971-ECA7D3D0551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23671" y="1321420"/>
                  <a:ext cx="529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B619F1A-2072-FEBF-E115-55DD727A9A27}"/>
                    </a:ext>
                  </a:extLst>
                </p14:cNvPr>
                <p14:cNvContentPartPr/>
                <p14:nvPr/>
              </p14:nvContentPartPr>
              <p14:xfrm>
                <a:off x="1330151" y="1331500"/>
                <a:ext cx="21960" cy="11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B619F1A-2072-FEBF-E115-55DD727A9A2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12151" y="1313500"/>
                  <a:ext cx="576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F3EC354-BB2F-7C14-8A26-B3EB982CC07D}"/>
                    </a:ext>
                  </a:extLst>
                </p14:cNvPr>
                <p14:cNvContentPartPr/>
                <p14:nvPr/>
              </p14:nvContentPartPr>
              <p14:xfrm>
                <a:off x="1234031" y="1357060"/>
                <a:ext cx="160920" cy="27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F3EC354-BB2F-7C14-8A26-B3EB982CC07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16031" y="1339060"/>
                  <a:ext cx="1965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F864AB2-865E-C592-E3B4-91FD960B900E}"/>
                    </a:ext>
                  </a:extLst>
                </p14:cNvPr>
                <p14:cNvContentPartPr/>
                <p14:nvPr/>
              </p14:nvContentPartPr>
              <p14:xfrm>
                <a:off x="1299191" y="1353100"/>
                <a:ext cx="119520" cy="439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F864AB2-865E-C592-E3B4-91FD960B900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1191" y="1335100"/>
                  <a:ext cx="15516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A99C456-1CF7-BED4-ADFA-A018BCC7AB54}"/>
                    </a:ext>
                  </a:extLst>
                </p14:cNvPr>
                <p14:cNvContentPartPr/>
                <p14:nvPr/>
              </p14:nvContentPartPr>
              <p14:xfrm>
                <a:off x="1351751" y="644620"/>
                <a:ext cx="705240" cy="78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A99C456-1CF7-BED4-ADFA-A018BCC7AB5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34111" y="626620"/>
                  <a:ext cx="7408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FD7D728-80A5-90C2-A6AD-EA2557BFB223}"/>
                    </a:ext>
                  </a:extLst>
                </p14:cNvPr>
                <p14:cNvContentPartPr/>
                <p14:nvPr/>
              </p14:nvContentPartPr>
              <p14:xfrm>
                <a:off x="2034671" y="563620"/>
                <a:ext cx="739800" cy="346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FD7D728-80A5-90C2-A6AD-EA2557BFB2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16671" y="545620"/>
                  <a:ext cx="77544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AB14B10-7351-678E-E774-0AA38617CAC5}"/>
                    </a:ext>
                  </a:extLst>
                </p14:cNvPr>
                <p14:cNvContentPartPr/>
                <p14:nvPr/>
              </p14:nvContentPartPr>
              <p14:xfrm>
                <a:off x="2712191" y="899140"/>
                <a:ext cx="140400" cy="749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AB14B10-7351-678E-E774-0AA38617CAC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694191" y="881140"/>
                  <a:ext cx="176040" cy="78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A7ED1A6-1768-1A10-CF51-69B18330AFC7}"/>
                    </a:ext>
                  </a:extLst>
                </p14:cNvPr>
                <p14:cNvContentPartPr/>
                <p14:nvPr/>
              </p14:nvContentPartPr>
              <p14:xfrm>
                <a:off x="1493951" y="1696900"/>
                <a:ext cx="1505880" cy="564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A7ED1A6-1768-1A10-CF51-69B18330AF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75951" y="1678900"/>
                  <a:ext cx="1541520" cy="59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7F09CFF-0CA0-58C3-4556-D077CAD14757}"/>
                    </a:ext>
                  </a:extLst>
                </p14:cNvPr>
                <p14:cNvContentPartPr/>
                <p14:nvPr/>
              </p14:nvContentPartPr>
              <p14:xfrm>
                <a:off x="1432031" y="1838380"/>
                <a:ext cx="82440" cy="422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7F09CFF-0CA0-58C3-4556-D077CAD1475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14031" y="1820740"/>
                  <a:ext cx="11808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198D839-B121-A01B-E3D5-434E3527CF46}"/>
                    </a:ext>
                  </a:extLst>
                </p14:cNvPr>
                <p14:cNvContentPartPr/>
                <p14:nvPr/>
              </p14:nvContentPartPr>
              <p14:xfrm>
                <a:off x="525191" y="1393780"/>
                <a:ext cx="96120" cy="200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198D839-B121-A01B-E3D5-434E3527CF4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7191" y="1375780"/>
                  <a:ext cx="1317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87152D-EEA1-20CD-3917-156979E6259D}"/>
                    </a:ext>
                  </a:extLst>
                </p14:cNvPr>
                <p14:cNvContentPartPr/>
                <p14:nvPr/>
              </p14:nvContentPartPr>
              <p14:xfrm>
                <a:off x="656591" y="1368220"/>
                <a:ext cx="150480" cy="151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87152D-EEA1-20CD-3917-156979E6259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38951" y="1350220"/>
                  <a:ext cx="186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99C2127-E675-F163-F4FD-D26FC52D9899}"/>
                    </a:ext>
                  </a:extLst>
                </p14:cNvPr>
                <p14:cNvContentPartPr/>
                <p14:nvPr/>
              </p14:nvContentPartPr>
              <p14:xfrm>
                <a:off x="872231" y="1186420"/>
                <a:ext cx="106200" cy="201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99C2127-E675-F163-F4FD-D26FC52D989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54231" y="1168420"/>
                  <a:ext cx="1418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E645F04-1764-5B4E-6A30-6E4565A5A608}"/>
                    </a:ext>
                  </a:extLst>
                </p14:cNvPr>
                <p14:cNvContentPartPr/>
                <p14:nvPr/>
              </p14:nvContentPartPr>
              <p14:xfrm>
                <a:off x="3083711" y="903820"/>
                <a:ext cx="68760" cy="162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E645F04-1764-5B4E-6A30-6E4565A5A60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66071" y="886180"/>
                  <a:ext cx="1044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D80994-E5E7-0CB5-4728-5BD96477EAAE}"/>
                    </a:ext>
                  </a:extLst>
                </p14:cNvPr>
                <p14:cNvContentPartPr/>
                <p14:nvPr/>
              </p14:nvContentPartPr>
              <p14:xfrm>
                <a:off x="3309071" y="871420"/>
                <a:ext cx="88200" cy="208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D80994-E5E7-0CB5-4728-5BD96477EA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291071" y="853780"/>
                  <a:ext cx="1238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33B7244-3A5B-5A0D-B5E7-E09A5DB55162}"/>
                    </a:ext>
                  </a:extLst>
                </p14:cNvPr>
                <p14:cNvContentPartPr/>
                <p14:nvPr/>
              </p14:nvContentPartPr>
              <p14:xfrm>
                <a:off x="3386831" y="889420"/>
                <a:ext cx="103680" cy="112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33B7244-3A5B-5A0D-B5E7-E09A5DB5516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68831" y="871420"/>
                  <a:ext cx="1393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41063C5-2B29-ECE0-F2F8-D8111B33BF11}"/>
                    </a:ext>
                  </a:extLst>
                </p14:cNvPr>
                <p14:cNvContentPartPr/>
                <p14:nvPr/>
              </p14:nvContentPartPr>
              <p14:xfrm>
                <a:off x="3223031" y="1617700"/>
                <a:ext cx="155880" cy="171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41063C5-2B29-ECE0-F2F8-D8111B33BF1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05391" y="1599700"/>
                  <a:ext cx="191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AC79F91-6F67-4249-C116-41231ABF2F14}"/>
                    </a:ext>
                  </a:extLst>
                </p14:cNvPr>
                <p14:cNvContentPartPr/>
                <p14:nvPr/>
              </p14:nvContentPartPr>
              <p14:xfrm>
                <a:off x="3346511" y="1685020"/>
                <a:ext cx="46080" cy="159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AC79F91-6F67-4249-C116-41231ABF2F1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328871" y="1667380"/>
                  <a:ext cx="817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A2CFE7-8B9B-0AFF-8672-5DA1F9BE72F5}"/>
                    </a:ext>
                  </a:extLst>
                </p14:cNvPr>
                <p14:cNvContentPartPr/>
                <p14:nvPr/>
              </p14:nvContentPartPr>
              <p14:xfrm>
                <a:off x="3538031" y="1647940"/>
                <a:ext cx="68400" cy="2192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A2CFE7-8B9B-0AFF-8672-5DA1F9BE72F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520031" y="1629940"/>
                  <a:ext cx="1040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D2EDE1-252D-217F-6984-81143A85D6B0}"/>
                    </a:ext>
                  </a:extLst>
                </p14:cNvPr>
                <p14:cNvContentPartPr/>
                <p14:nvPr/>
              </p14:nvContentPartPr>
              <p14:xfrm>
                <a:off x="3581231" y="1689700"/>
                <a:ext cx="122760" cy="89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D2EDE1-252D-217F-6984-81143A85D6B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563231" y="1671700"/>
                  <a:ext cx="1584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B509E62-EA25-FFCA-D5D8-6498B1E6D2CD}"/>
                    </a:ext>
                  </a:extLst>
                </p14:cNvPr>
                <p14:cNvContentPartPr/>
                <p14:nvPr/>
              </p14:nvContentPartPr>
              <p14:xfrm>
                <a:off x="2806511" y="1269940"/>
                <a:ext cx="1468440" cy="78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B509E62-EA25-FFCA-D5D8-6498B1E6D2C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88511" y="1251940"/>
                  <a:ext cx="1504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CC3D4CF-CE01-031C-7DDB-64137EE433C8}"/>
                    </a:ext>
                  </a:extLst>
                </p14:cNvPr>
                <p14:cNvContentPartPr/>
                <p14:nvPr/>
              </p14:nvContentPartPr>
              <p14:xfrm>
                <a:off x="3004871" y="2042500"/>
                <a:ext cx="1302840" cy="96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CC3D4CF-CE01-031C-7DDB-64137EE433C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7231" y="2024500"/>
                  <a:ext cx="1338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77FCA3C-178A-7CEB-8452-2FB85D45E072}"/>
                    </a:ext>
                  </a:extLst>
                </p14:cNvPr>
                <p14:cNvContentPartPr/>
                <p14:nvPr/>
              </p14:nvContentPartPr>
              <p14:xfrm>
                <a:off x="4235711" y="884020"/>
                <a:ext cx="35280" cy="165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77FCA3C-178A-7CEB-8452-2FB85D45E07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217711" y="866020"/>
                  <a:ext cx="70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AF36375-99ED-0900-5BF8-371C6AF4BC7D}"/>
                    </a:ext>
                  </a:extLst>
                </p14:cNvPr>
                <p14:cNvContentPartPr/>
                <p14:nvPr/>
              </p14:nvContentPartPr>
              <p14:xfrm>
                <a:off x="4266311" y="833620"/>
                <a:ext cx="165240" cy="194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AF36375-99ED-0900-5BF8-371C6AF4BC7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248671" y="815620"/>
                  <a:ext cx="2008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4B00856-AE28-56C6-BB28-286161778AA0}"/>
                    </a:ext>
                  </a:extLst>
                </p14:cNvPr>
                <p14:cNvContentPartPr/>
                <p14:nvPr/>
              </p14:nvContentPartPr>
              <p14:xfrm>
                <a:off x="4281071" y="944860"/>
                <a:ext cx="125640" cy="42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4B00856-AE28-56C6-BB28-286161778AA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3431" y="926860"/>
                  <a:ext cx="1612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8E7A5E-BBBF-2695-9919-49743B038720}"/>
                    </a:ext>
                  </a:extLst>
                </p14:cNvPr>
                <p14:cNvContentPartPr/>
                <p14:nvPr/>
              </p14:nvContentPartPr>
              <p14:xfrm>
                <a:off x="4487351" y="1956460"/>
                <a:ext cx="47520" cy="195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8E7A5E-BBBF-2695-9919-49743B03872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69351" y="1938820"/>
                  <a:ext cx="831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9EC23CD-656E-C1CA-5087-BD09DDACF8CA}"/>
                    </a:ext>
                  </a:extLst>
                </p14:cNvPr>
                <p14:cNvContentPartPr/>
                <p14:nvPr/>
              </p14:nvContentPartPr>
              <p14:xfrm>
                <a:off x="4505351" y="1937020"/>
                <a:ext cx="153360" cy="228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9EC23CD-656E-C1CA-5087-BD09DDACF8C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87711" y="1919020"/>
                  <a:ext cx="18900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CAB1DCD-7088-7865-01FA-2132A734CF7A}"/>
              </a:ext>
            </a:extLst>
          </p:cNvPr>
          <p:cNvGrpSpPr/>
          <p:nvPr/>
        </p:nvGrpSpPr>
        <p:grpSpPr>
          <a:xfrm>
            <a:off x="4201151" y="1353460"/>
            <a:ext cx="1175400" cy="726840"/>
            <a:chOff x="4201151" y="1353460"/>
            <a:chExt cx="1175400" cy="72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B3A1F5E-DE13-CB74-322D-12A2FBE5322B}"/>
                    </a:ext>
                  </a:extLst>
                </p14:cNvPr>
                <p14:cNvContentPartPr/>
                <p14:nvPr/>
              </p14:nvContentPartPr>
              <p14:xfrm>
                <a:off x="4239311" y="1353460"/>
                <a:ext cx="56520" cy="207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B3A1F5E-DE13-CB74-322D-12A2FBE53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221671" y="1335820"/>
                  <a:ext cx="921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253223D-44B8-F06F-D3D0-C14390C0EC29}"/>
                    </a:ext>
                  </a:extLst>
                </p14:cNvPr>
                <p14:cNvContentPartPr/>
                <p14:nvPr/>
              </p14:nvContentPartPr>
              <p14:xfrm>
                <a:off x="4201151" y="1583140"/>
                <a:ext cx="124920" cy="162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253223D-44B8-F06F-D3D0-C14390C0EC2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183511" y="1565500"/>
                  <a:ext cx="1605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0F4DB12-034D-3D86-EAF8-52E7064C5038}"/>
                    </a:ext>
                  </a:extLst>
                </p14:cNvPr>
                <p14:cNvContentPartPr/>
                <p14:nvPr/>
              </p14:nvContentPartPr>
              <p14:xfrm>
                <a:off x="4303391" y="1758460"/>
                <a:ext cx="40680" cy="321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0F4DB12-034D-3D86-EAF8-52E7064C50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285391" y="1740460"/>
                  <a:ext cx="763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4A7007-907D-84BD-7D94-397A3A516300}"/>
                    </a:ext>
                  </a:extLst>
                </p14:cNvPr>
                <p14:cNvContentPartPr/>
                <p14:nvPr/>
              </p14:nvContentPartPr>
              <p14:xfrm>
                <a:off x="4537031" y="1520500"/>
                <a:ext cx="164520" cy="242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4A7007-907D-84BD-7D94-397A3A51630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19031" y="1502500"/>
                  <a:ext cx="200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CB80587-3FDB-2267-7BF6-FB2BA16F6BC1}"/>
                    </a:ext>
                  </a:extLst>
                </p14:cNvPr>
                <p14:cNvContentPartPr/>
                <p14:nvPr/>
              </p14:nvContentPartPr>
              <p14:xfrm>
                <a:off x="4786511" y="1523740"/>
                <a:ext cx="96480" cy="1641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CB80587-3FDB-2267-7BF6-FB2BA16F6BC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68871" y="1505740"/>
                  <a:ext cx="1321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6CFECA0-F7C6-6577-0E1D-2A85C05517F1}"/>
                    </a:ext>
                  </a:extLst>
                </p14:cNvPr>
                <p14:cNvContentPartPr/>
                <p14:nvPr/>
              </p14:nvContentPartPr>
              <p14:xfrm>
                <a:off x="5032391" y="1518340"/>
                <a:ext cx="344160" cy="142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6CFECA0-F7C6-6577-0E1D-2A85C05517F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014751" y="1500700"/>
                  <a:ext cx="37980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10EDB19-7571-9644-3E7F-BED33E0CBEA4}"/>
              </a:ext>
            </a:extLst>
          </p:cNvPr>
          <p:cNvGrpSpPr/>
          <p:nvPr/>
        </p:nvGrpSpPr>
        <p:grpSpPr>
          <a:xfrm>
            <a:off x="5697671" y="1421860"/>
            <a:ext cx="408240" cy="389520"/>
            <a:chOff x="5697671" y="1421860"/>
            <a:chExt cx="408240" cy="38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AE1CF35-157C-6A57-28D5-D2E3E1C49591}"/>
                    </a:ext>
                  </a:extLst>
                </p14:cNvPr>
                <p14:cNvContentPartPr/>
                <p14:nvPr/>
              </p14:nvContentPartPr>
              <p14:xfrm>
                <a:off x="5697671" y="1559020"/>
                <a:ext cx="102600" cy="9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AE1CF35-157C-6A57-28D5-D2E3E1C4959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79671" y="1541380"/>
                  <a:ext cx="1382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7281EE3-CFDB-B031-36B1-3CC60F3440A4}"/>
                    </a:ext>
                  </a:extLst>
                </p14:cNvPr>
                <p14:cNvContentPartPr/>
                <p14:nvPr/>
              </p14:nvContentPartPr>
              <p14:xfrm>
                <a:off x="5727911" y="1667740"/>
                <a:ext cx="174600" cy="32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7281EE3-CFDB-B031-36B1-3CC60F3440A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10271" y="1650100"/>
                  <a:ext cx="2102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8956CBF-7ADE-92CA-0C2D-B2996738EBA8}"/>
                    </a:ext>
                  </a:extLst>
                </p14:cNvPr>
                <p14:cNvContentPartPr/>
                <p14:nvPr/>
              </p14:nvContentPartPr>
              <p14:xfrm>
                <a:off x="5799551" y="1421860"/>
                <a:ext cx="306360" cy="389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8956CBF-7ADE-92CA-0C2D-B2996738EBA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81551" y="1404220"/>
                  <a:ext cx="342000" cy="42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95F2505-B8A9-5EEE-25D2-3A30768D3154}"/>
              </a:ext>
            </a:extLst>
          </p:cNvPr>
          <p:cNvGrpSpPr/>
          <p:nvPr/>
        </p:nvGrpSpPr>
        <p:grpSpPr>
          <a:xfrm>
            <a:off x="4742231" y="776020"/>
            <a:ext cx="564120" cy="333000"/>
            <a:chOff x="4742231" y="776020"/>
            <a:chExt cx="564120" cy="33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C6510A3-CFFE-E517-9753-A12D0DAABC64}"/>
                    </a:ext>
                  </a:extLst>
                </p14:cNvPr>
                <p14:cNvContentPartPr/>
                <p14:nvPr/>
              </p14:nvContentPartPr>
              <p14:xfrm>
                <a:off x="4744031" y="878980"/>
                <a:ext cx="10800" cy="230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C6510A3-CFFE-E517-9753-A12D0DAABC6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726031" y="861340"/>
                  <a:ext cx="46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77E304B-98DA-0B55-5676-D26C7A255732}"/>
                    </a:ext>
                  </a:extLst>
                </p14:cNvPr>
                <p14:cNvContentPartPr/>
                <p14:nvPr/>
              </p14:nvContentPartPr>
              <p14:xfrm>
                <a:off x="4742231" y="872500"/>
                <a:ext cx="130680" cy="140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77E304B-98DA-0B55-5676-D26C7A25573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724231" y="854500"/>
                  <a:ext cx="166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C3AE353-C7C4-7E20-C245-C092ACAF41CA}"/>
                    </a:ext>
                  </a:extLst>
                </p14:cNvPr>
                <p14:cNvContentPartPr/>
                <p14:nvPr/>
              </p14:nvContentPartPr>
              <p14:xfrm>
                <a:off x="4913951" y="898420"/>
                <a:ext cx="101880" cy="102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C3AE353-C7C4-7E20-C245-C092ACAF41C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896311" y="880420"/>
                  <a:ext cx="1375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4D196D9-7965-1DBF-B2DF-0BB900FE7D79}"/>
                    </a:ext>
                  </a:extLst>
                </p14:cNvPr>
                <p14:cNvContentPartPr/>
                <p14:nvPr/>
              </p14:nvContentPartPr>
              <p14:xfrm>
                <a:off x="5060831" y="875380"/>
                <a:ext cx="123480" cy="120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4D196D9-7965-1DBF-B2DF-0BB900FE7D7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43191" y="857740"/>
                  <a:ext cx="1591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5AE46FE-38E8-2664-16E1-35916ADA9939}"/>
                    </a:ext>
                  </a:extLst>
                </p14:cNvPr>
                <p14:cNvContentPartPr/>
                <p14:nvPr/>
              </p14:nvContentPartPr>
              <p14:xfrm>
                <a:off x="5301311" y="776020"/>
                <a:ext cx="5040" cy="116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5AE46FE-38E8-2664-16E1-35916ADA99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83671" y="758020"/>
                  <a:ext cx="4068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7928C0C-3C13-7422-EF06-7727032F1CB0}"/>
              </a:ext>
            </a:extLst>
          </p:cNvPr>
          <p:cNvGrpSpPr/>
          <p:nvPr/>
        </p:nvGrpSpPr>
        <p:grpSpPr>
          <a:xfrm>
            <a:off x="6295631" y="649660"/>
            <a:ext cx="772200" cy="226800"/>
            <a:chOff x="6295631" y="649660"/>
            <a:chExt cx="77220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0DC21EE-D355-C146-2A4A-E35FC70AC47B}"/>
                    </a:ext>
                  </a:extLst>
                </p14:cNvPr>
                <p14:cNvContentPartPr/>
                <p14:nvPr/>
              </p14:nvContentPartPr>
              <p14:xfrm>
                <a:off x="6296711" y="723100"/>
                <a:ext cx="19440" cy="153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0DC21EE-D355-C146-2A4A-E35FC70AC47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79071" y="705460"/>
                  <a:ext cx="55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6A7A5C-29E4-5AD6-50FF-363BB9B6F1EB}"/>
                    </a:ext>
                  </a:extLst>
                </p14:cNvPr>
                <p14:cNvContentPartPr/>
                <p14:nvPr/>
              </p14:nvContentPartPr>
              <p14:xfrm>
                <a:off x="6295631" y="685660"/>
                <a:ext cx="153360" cy="128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6A7A5C-29E4-5AD6-50FF-363BB9B6F1E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77991" y="667660"/>
                  <a:ext cx="189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A2FB5F-4C1B-D7E3-2B5A-8DBBD319923F}"/>
                    </a:ext>
                  </a:extLst>
                </p14:cNvPr>
                <p14:cNvContentPartPr/>
                <p14:nvPr/>
              </p14:nvContentPartPr>
              <p14:xfrm>
                <a:off x="6535751" y="701860"/>
                <a:ext cx="122040" cy="144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A2FB5F-4C1B-D7E3-2B5A-8DBBD319923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17751" y="683860"/>
                  <a:ext cx="1576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3EB7410-5414-6A0E-E66B-4A59C23FFD3E}"/>
                    </a:ext>
                  </a:extLst>
                </p14:cNvPr>
                <p14:cNvContentPartPr/>
                <p14:nvPr/>
              </p14:nvContentPartPr>
              <p14:xfrm>
                <a:off x="6718271" y="691780"/>
                <a:ext cx="179280" cy="122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3EB7410-5414-6A0E-E66B-4A59C23FFD3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00631" y="674140"/>
                  <a:ext cx="214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6AF668F-7B9F-F095-11DD-B26008F5B9F4}"/>
                    </a:ext>
                  </a:extLst>
                </p14:cNvPr>
                <p14:cNvContentPartPr/>
                <p14:nvPr/>
              </p14:nvContentPartPr>
              <p14:xfrm>
                <a:off x="6955871" y="649660"/>
                <a:ext cx="111960" cy="79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6AF668F-7B9F-F095-11DD-B26008F5B9F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37871" y="632020"/>
                  <a:ext cx="14760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A0FB9B-FC47-D8A1-49C4-CF356D964035}"/>
              </a:ext>
            </a:extLst>
          </p:cNvPr>
          <p:cNvGrpSpPr/>
          <p:nvPr/>
        </p:nvGrpSpPr>
        <p:grpSpPr>
          <a:xfrm>
            <a:off x="6452951" y="1172740"/>
            <a:ext cx="1201680" cy="931320"/>
            <a:chOff x="6452951" y="1172740"/>
            <a:chExt cx="1201680" cy="93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0620145-95C2-9E1B-DC0B-E6B85EB94189}"/>
                    </a:ext>
                  </a:extLst>
                </p14:cNvPr>
                <p14:cNvContentPartPr/>
                <p14:nvPr/>
              </p14:nvContentPartPr>
              <p14:xfrm>
                <a:off x="6480671" y="1173460"/>
                <a:ext cx="66240" cy="46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0620145-95C2-9E1B-DC0B-E6B85EB9418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62671" y="1155820"/>
                  <a:ext cx="101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AD5151-4ED3-1EAC-B371-48DCBD8737EB}"/>
                    </a:ext>
                  </a:extLst>
                </p14:cNvPr>
                <p14:cNvContentPartPr/>
                <p14:nvPr/>
              </p14:nvContentPartPr>
              <p14:xfrm>
                <a:off x="6510551" y="2056180"/>
                <a:ext cx="39960" cy="47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AD5151-4ED3-1EAC-B371-48DCBD8737E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492911" y="2038180"/>
                  <a:ext cx="75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C0BE162-25EB-F38E-1EA8-DE68CFAD7801}"/>
                    </a:ext>
                  </a:extLst>
                </p14:cNvPr>
                <p14:cNvContentPartPr/>
                <p14:nvPr/>
              </p14:nvContentPartPr>
              <p14:xfrm>
                <a:off x="6515591" y="1200460"/>
                <a:ext cx="42120" cy="2404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C0BE162-25EB-F38E-1EA8-DE68CFAD780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497591" y="1182460"/>
                  <a:ext cx="7776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0E45EC3-EA8D-D950-8E41-7B53D9C337CC}"/>
                    </a:ext>
                  </a:extLst>
                </p14:cNvPr>
                <p14:cNvContentPartPr/>
                <p14:nvPr/>
              </p14:nvContentPartPr>
              <p14:xfrm>
                <a:off x="6522071" y="1494580"/>
                <a:ext cx="90360" cy="547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0E45EC3-EA8D-D950-8E41-7B53D9C337C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504071" y="1476940"/>
                  <a:ext cx="1260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A030B1D-6327-ECC8-FA7A-29E27D380FE4}"/>
                    </a:ext>
                  </a:extLst>
                </p14:cNvPr>
                <p14:cNvContentPartPr/>
                <p14:nvPr/>
              </p14:nvContentPartPr>
              <p14:xfrm>
                <a:off x="6742751" y="1544980"/>
                <a:ext cx="194760" cy="151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A030B1D-6327-ECC8-FA7A-29E27D380FE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725111" y="1527340"/>
                  <a:ext cx="2304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034512D-6CC9-8B90-99DD-938F1CA6DBCF}"/>
                    </a:ext>
                  </a:extLst>
                </p14:cNvPr>
                <p14:cNvContentPartPr/>
                <p14:nvPr/>
              </p14:nvContentPartPr>
              <p14:xfrm>
                <a:off x="7004471" y="1498540"/>
                <a:ext cx="220680" cy="128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034512D-6CC9-8B90-99DD-938F1CA6DBC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986831" y="1480540"/>
                  <a:ext cx="2563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613C9A4-9D11-97E7-990A-42CF100342D3}"/>
                    </a:ext>
                  </a:extLst>
                </p14:cNvPr>
                <p14:cNvContentPartPr/>
                <p14:nvPr/>
              </p14:nvContentPartPr>
              <p14:xfrm>
                <a:off x="7314071" y="1493500"/>
                <a:ext cx="340560" cy="131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613C9A4-9D11-97E7-990A-42CF100342D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296431" y="1475500"/>
                  <a:ext cx="376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C677A44-525F-DE12-9A4F-2FD34EE11464}"/>
                    </a:ext>
                  </a:extLst>
                </p14:cNvPr>
                <p14:cNvContentPartPr/>
                <p14:nvPr/>
              </p14:nvContentPartPr>
              <p14:xfrm>
                <a:off x="6452951" y="1172740"/>
                <a:ext cx="43920" cy="22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C677A44-525F-DE12-9A4F-2FD34EE1146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34951" y="1155100"/>
                  <a:ext cx="795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F0011FB-1552-5ADA-9BBC-1F21BE675938}"/>
                    </a:ext>
                  </a:extLst>
                </p14:cNvPr>
                <p14:cNvContentPartPr/>
                <p14:nvPr/>
              </p14:nvContentPartPr>
              <p14:xfrm>
                <a:off x="6633671" y="2064460"/>
                <a:ext cx="3960" cy="2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F0011FB-1552-5ADA-9BBC-1F21BE67593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15671" y="2046460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2C960B1-AECF-1983-532C-B4401078B3E2}"/>
              </a:ext>
            </a:extLst>
          </p:cNvPr>
          <p:cNvGrpSpPr/>
          <p:nvPr/>
        </p:nvGrpSpPr>
        <p:grpSpPr>
          <a:xfrm>
            <a:off x="873311" y="2891020"/>
            <a:ext cx="519480" cy="1548720"/>
            <a:chOff x="873311" y="2891020"/>
            <a:chExt cx="519480" cy="154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DE4A2E1-4ABE-35CE-C882-BC5280A41281}"/>
                    </a:ext>
                  </a:extLst>
                </p14:cNvPr>
                <p14:cNvContentPartPr/>
                <p14:nvPr/>
              </p14:nvContentPartPr>
              <p14:xfrm>
                <a:off x="1072391" y="2891020"/>
                <a:ext cx="77040" cy="812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DE4A2E1-4ABE-35CE-C882-BC5280A4128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4751" y="2873380"/>
                  <a:ext cx="11268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9AF9C6E-9251-EB53-45B6-5AC9B1E2EC7A}"/>
                    </a:ext>
                  </a:extLst>
                </p14:cNvPr>
                <p14:cNvContentPartPr/>
                <p14:nvPr/>
              </p14:nvContentPartPr>
              <p14:xfrm>
                <a:off x="873311" y="3711100"/>
                <a:ext cx="519480" cy="64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9AF9C6E-9251-EB53-45B6-5AC9B1E2EC7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55311" y="3693100"/>
                  <a:ext cx="555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BFC7F0C-2189-E369-0672-F5B344151B15}"/>
                    </a:ext>
                  </a:extLst>
                </p14:cNvPr>
                <p14:cNvContentPartPr/>
                <p14:nvPr/>
              </p14:nvContentPartPr>
              <p14:xfrm>
                <a:off x="1175351" y="3886780"/>
                <a:ext cx="141840" cy="64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BFC7F0C-2189-E369-0672-F5B344151B1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57351" y="3869140"/>
                  <a:ext cx="1774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85C75E9-AA49-153B-3EFC-AB65DF46A669}"/>
                    </a:ext>
                  </a:extLst>
                </p14:cNvPr>
                <p14:cNvContentPartPr/>
                <p14:nvPr/>
              </p14:nvContentPartPr>
              <p14:xfrm>
                <a:off x="1235111" y="3898660"/>
                <a:ext cx="97920" cy="541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85C75E9-AA49-153B-3EFC-AB65DF46A66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217471" y="3881020"/>
                  <a:ext cx="133560" cy="57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D7882E8-996A-4B3A-38B7-3A51D4C6A793}"/>
              </a:ext>
            </a:extLst>
          </p:cNvPr>
          <p:cNvGrpSpPr/>
          <p:nvPr/>
        </p:nvGrpSpPr>
        <p:grpSpPr>
          <a:xfrm>
            <a:off x="1155911" y="2802100"/>
            <a:ext cx="1673640" cy="135360"/>
            <a:chOff x="1155911" y="2802100"/>
            <a:chExt cx="1673640" cy="13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10B33A9-AA53-5EDB-312C-67F54A769586}"/>
                    </a:ext>
                  </a:extLst>
                </p14:cNvPr>
                <p14:cNvContentPartPr/>
                <p14:nvPr/>
              </p14:nvContentPartPr>
              <p14:xfrm>
                <a:off x="1155911" y="2866900"/>
                <a:ext cx="653760" cy="33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10B33A9-AA53-5EDB-312C-67F54A76958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38271" y="2849260"/>
                  <a:ext cx="6894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BB4EFF8-20BB-57B1-CFB7-7BB258B6EA8F}"/>
                    </a:ext>
                  </a:extLst>
                </p14:cNvPr>
                <p14:cNvContentPartPr/>
                <p14:nvPr/>
              </p14:nvContentPartPr>
              <p14:xfrm>
                <a:off x="1821191" y="2802100"/>
                <a:ext cx="297720" cy="135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BB4EFF8-20BB-57B1-CFB7-7BB258B6EA8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803191" y="2784100"/>
                  <a:ext cx="3333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D1AF836-F9C0-75CB-5899-259192011424}"/>
                    </a:ext>
                  </a:extLst>
                </p14:cNvPr>
                <p14:cNvContentPartPr/>
                <p14:nvPr/>
              </p14:nvContentPartPr>
              <p14:xfrm>
                <a:off x="2135111" y="2862580"/>
                <a:ext cx="694440" cy="62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D1AF836-F9C0-75CB-5899-25919201142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117111" y="2844940"/>
                  <a:ext cx="73008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52DFF6C0-D93E-CA33-F936-88D6D37F8AA7}"/>
              </a:ext>
            </a:extLst>
          </p:cNvPr>
          <p:cNvGrpSpPr/>
          <p:nvPr/>
        </p:nvGrpSpPr>
        <p:grpSpPr>
          <a:xfrm>
            <a:off x="1270751" y="4233820"/>
            <a:ext cx="1723680" cy="189360"/>
            <a:chOff x="1270751" y="4233820"/>
            <a:chExt cx="1723680" cy="18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150F3E5-4FB3-8746-9FFE-97AD1C6CEE4C}"/>
                    </a:ext>
                  </a:extLst>
                </p14:cNvPr>
                <p14:cNvContentPartPr/>
                <p14:nvPr/>
              </p14:nvContentPartPr>
              <p14:xfrm>
                <a:off x="1270751" y="4267300"/>
                <a:ext cx="1666080" cy="155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150F3E5-4FB3-8746-9FFE-97AD1C6CEE4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52751" y="4249300"/>
                  <a:ext cx="17017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77E737F-05D9-B741-6B4A-052605D315A6}"/>
                    </a:ext>
                  </a:extLst>
                </p14:cNvPr>
                <p14:cNvContentPartPr/>
                <p14:nvPr/>
              </p14:nvContentPartPr>
              <p14:xfrm>
                <a:off x="2917751" y="4233820"/>
                <a:ext cx="76680" cy="66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77E737F-05D9-B741-6B4A-052605D315A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00111" y="4216180"/>
                  <a:ext cx="11232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F8764C9-EE12-6125-8FBA-8AB4D07F971B}"/>
              </a:ext>
            </a:extLst>
          </p:cNvPr>
          <p:cNvGrpSpPr/>
          <p:nvPr/>
        </p:nvGrpSpPr>
        <p:grpSpPr>
          <a:xfrm>
            <a:off x="370391" y="3480700"/>
            <a:ext cx="304560" cy="296640"/>
            <a:chOff x="370391" y="3480700"/>
            <a:chExt cx="304560" cy="29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ED7668C-398C-849A-9104-01CDE516B202}"/>
                    </a:ext>
                  </a:extLst>
                </p14:cNvPr>
                <p14:cNvContentPartPr/>
                <p14:nvPr/>
              </p14:nvContentPartPr>
              <p14:xfrm>
                <a:off x="370391" y="3521740"/>
                <a:ext cx="158400" cy="255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ED7668C-398C-849A-9104-01CDE516B20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52391" y="3503740"/>
                  <a:ext cx="19404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87ADB00-E54B-F5BB-F65C-6D85714BCC44}"/>
                    </a:ext>
                  </a:extLst>
                </p14:cNvPr>
                <p14:cNvContentPartPr/>
                <p14:nvPr/>
              </p14:nvContentPartPr>
              <p14:xfrm>
                <a:off x="594311" y="3480700"/>
                <a:ext cx="80640" cy="165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87ADB00-E54B-F5BB-F65C-6D85714BCC4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6311" y="3463060"/>
                  <a:ext cx="11628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B0F9588-A9A1-E88F-B50C-14EF1D3ABF57}"/>
              </a:ext>
            </a:extLst>
          </p:cNvPr>
          <p:cNvGrpSpPr/>
          <p:nvPr/>
        </p:nvGrpSpPr>
        <p:grpSpPr>
          <a:xfrm>
            <a:off x="1905071" y="2454340"/>
            <a:ext cx="838440" cy="227520"/>
            <a:chOff x="1905071" y="2454340"/>
            <a:chExt cx="838440" cy="22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1B6E282-9D85-A1DE-A9D0-258A82EAF0A2}"/>
                    </a:ext>
                  </a:extLst>
                </p14:cNvPr>
                <p14:cNvContentPartPr/>
                <p14:nvPr/>
              </p14:nvContentPartPr>
              <p14:xfrm>
                <a:off x="1905071" y="2500420"/>
                <a:ext cx="167760" cy="1814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1B6E282-9D85-A1DE-A9D0-258A82EAF0A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887431" y="2482420"/>
                  <a:ext cx="2034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54A18A1-24FB-EDA7-124B-961E1AAD7725}"/>
                    </a:ext>
                  </a:extLst>
                </p14:cNvPr>
                <p14:cNvContentPartPr/>
                <p14:nvPr/>
              </p14:nvContentPartPr>
              <p14:xfrm>
                <a:off x="2158151" y="2460460"/>
                <a:ext cx="244440" cy="138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54A18A1-24FB-EDA7-124B-961E1AAD772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140151" y="2442820"/>
                  <a:ext cx="2800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C0D0FD6-1553-EDE1-2077-79ABC14E8680}"/>
                    </a:ext>
                  </a:extLst>
                </p14:cNvPr>
                <p14:cNvContentPartPr/>
                <p14:nvPr/>
              </p14:nvContentPartPr>
              <p14:xfrm>
                <a:off x="2494391" y="2454340"/>
                <a:ext cx="249120" cy="1306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C0D0FD6-1553-EDE1-2077-79ABC14E868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476751" y="2436340"/>
                  <a:ext cx="284760" cy="166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4533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FA6A8-4590-D4E8-5569-E5DE61595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46A5060-FD7E-84D4-656C-768CD24FD968}"/>
              </a:ext>
            </a:extLst>
          </p:cNvPr>
          <p:cNvGrpSpPr/>
          <p:nvPr/>
        </p:nvGrpSpPr>
        <p:grpSpPr>
          <a:xfrm>
            <a:off x="2296751" y="468580"/>
            <a:ext cx="2317320" cy="427320"/>
            <a:chOff x="2296751" y="468580"/>
            <a:chExt cx="231732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A547C7F-F297-942F-60AE-A9DA0621F858}"/>
                    </a:ext>
                  </a:extLst>
                </p14:cNvPr>
                <p14:cNvContentPartPr/>
                <p14:nvPr/>
              </p14:nvContentPartPr>
              <p14:xfrm>
                <a:off x="2296751" y="468580"/>
                <a:ext cx="600840" cy="76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A547C7F-F297-942F-60AE-A9DA0621F85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279111" y="450940"/>
                  <a:ext cx="636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1091B55-6943-0D5F-22BC-11EBA8657C5B}"/>
                    </a:ext>
                  </a:extLst>
                </p14:cNvPr>
                <p14:cNvContentPartPr/>
                <p14:nvPr/>
              </p14:nvContentPartPr>
              <p14:xfrm>
                <a:off x="2670071" y="529060"/>
                <a:ext cx="75960" cy="366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1091B55-6943-0D5F-22BC-11EBA8657C5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52431" y="511060"/>
                  <a:ext cx="11160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D6B7AAD-D006-0694-0CE7-4BC83AFF8B25}"/>
                    </a:ext>
                  </a:extLst>
                </p14:cNvPr>
                <p14:cNvContentPartPr/>
                <p14:nvPr/>
              </p14:nvContentPartPr>
              <p14:xfrm>
                <a:off x="2937911" y="572620"/>
                <a:ext cx="244800" cy="231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D6B7AAD-D006-0694-0CE7-4BC83AFF8B2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19911" y="554980"/>
                  <a:ext cx="2804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993F70-7DAD-CA56-F656-BB1EBE9BE06B}"/>
                    </a:ext>
                  </a:extLst>
                </p14:cNvPr>
                <p14:cNvContentPartPr/>
                <p14:nvPr/>
              </p14:nvContentPartPr>
              <p14:xfrm>
                <a:off x="3266951" y="677740"/>
                <a:ext cx="172080" cy="149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993F70-7DAD-CA56-F656-BB1EBE9BE06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48951" y="660100"/>
                  <a:ext cx="207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E33A070-B6FD-C39F-2D92-659A4F80CC59}"/>
                    </a:ext>
                  </a:extLst>
                </p14:cNvPr>
                <p14:cNvContentPartPr/>
                <p14:nvPr/>
              </p14:nvContentPartPr>
              <p14:xfrm>
                <a:off x="3479351" y="680620"/>
                <a:ext cx="113760" cy="118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E33A070-B6FD-C39F-2D92-659A4F80CC5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61711" y="662980"/>
                  <a:ext cx="149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54F3F3-BFAF-B914-1CEE-6ACC19602F82}"/>
                    </a:ext>
                  </a:extLst>
                </p14:cNvPr>
                <p14:cNvContentPartPr/>
                <p14:nvPr/>
              </p14:nvContentPartPr>
              <p14:xfrm>
                <a:off x="3754031" y="678100"/>
                <a:ext cx="171360" cy="192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54F3F3-BFAF-B914-1CEE-6ACC19602F8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36391" y="660460"/>
                  <a:ext cx="2070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FF4DD67-CC45-7DCA-2EEF-34DE39D1F090}"/>
                    </a:ext>
                  </a:extLst>
                </p14:cNvPr>
                <p14:cNvContentPartPr/>
                <p14:nvPr/>
              </p14:nvContentPartPr>
              <p14:xfrm>
                <a:off x="4027271" y="723820"/>
                <a:ext cx="157320" cy="118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FF4DD67-CC45-7DCA-2EEF-34DE39D1F0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09631" y="706180"/>
                  <a:ext cx="1929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7F87CE-E7CD-AAF9-9AB8-4CAFD2F167B9}"/>
                    </a:ext>
                  </a:extLst>
                </p14:cNvPr>
                <p14:cNvContentPartPr/>
                <p14:nvPr/>
              </p14:nvContentPartPr>
              <p14:xfrm>
                <a:off x="4293671" y="754780"/>
                <a:ext cx="15480" cy="55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7F87CE-E7CD-AAF9-9AB8-4CAFD2F167B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75671" y="737140"/>
                  <a:ext cx="511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5455661-80CD-9A6E-A720-F80105E9FA77}"/>
                    </a:ext>
                  </a:extLst>
                </p14:cNvPr>
                <p14:cNvContentPartPr/>
                <p14:nvPr/>
              </p14:nvContentPartPr>
              <p14:xfrm>
                <a:off x="4265591" y="582340"/>
                <a:ext cx="20160" cy="25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5455661-80CD-9A6E-A720-F80105E9FA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247591" y="564340"/>
                  <a:ext cx="558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0A4D582-D18F-836D-046F-6F069A5F1E86}"/>
                    </a:ext>
                  </a:extLst>
                </p14:cNvPr>
                <p14:cNvContentPartPr/>
                <p14:nvPr/>
              </p14:nvContentPartPr>
              <p14:xfrm>
                <a:off x="4426871" y="701140"/>
                <a:ext cx="187200" cy="127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0A4D582-D18F-836D-046F-6F069A5F1E8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08871" y="683140"/>
                  <a:ext cx="2228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4F1B0D8-7564-5E8B-6B16-A2300C1E3BC7}"/>
              </a:ext>
            </a:extLst>
          </p:cNvPr>
          <p:cNvGrpSpPr/>
          <p:nvPr/>
        </p:nvGrpSpPr>
        <p:grpSpPr>
          <a:xfrm>
            <a:off x="1172111" y="1161580"/>
            <a:ext cx="2814120" cy="2311920"/>
            <a:chOff x="1172111" y="1161580"/>
            <a:chExt cx="2814120" cy="231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C1BE468-0B8F-487F-035F-534D77CBE993}"/>
                    </a:ext>
                  </a:extLst>
                </p14:cNvPr>
                <p14:cNvContentPartPr/>
                <p14:nvPr/>
              </p14:nvContentPartPr>
              <p14:xfrm>
                <a:off x="1273631" y="1684300"/>
                <a:ext cx="171360" cy="782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C1BE468-0B8F-487F-035F-534D77CBE9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55991" y="1666300"/>
                  <a:ext cx="20700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57BD90D-CF91-9806-049B-F2D0AC9FA80A}"/>
                    </a:ext>
                  </a:extLst>
                </p14:cNvPr>
                <p14:cNvContentPartPr/>
                <p14:nvPr/>
              </p14:nvContentPartPr>
              <p14:xfrm>
                <a:off x="1172111" y="2436700"/>
                <a:ext cx="540000" cy="66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57BD90D-CF91-9806-049B-F2D0AC9FA80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4111" y="2418700"/>
                  <a:ext cx="575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81DCA90-DBE4-AAD9-C1A0-945C25A6315A}"/>
                    </a:ext>
                  </a:extLst>
                </p14:cNvPr>
                <p14:cNvContentPartPr/>
                <p14:nvPr/>
              </p14:nvContentPartPr>
              <p14:xfrm>
                <a:off x="1295591" y="1692940"/>
                <a:ext cx="963000" cy="60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81DCA90-DBE4-AAD9-C1A0-945C25A6315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77951" y="1674940"/>
                  <a:ext cx="998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88CE597-4E93-6198-A6BD-E7A9A26B6521}"/>
                    </a:ext>
                  </a:extLst>
                </p14:cNvPr>
                <p14:cNvContentPartPr/>
                <p14:nvPr/>
              </p14:nvContentPartPr>
              <p14:xfrm>
                <a:off x="2230151" y="1556500"/>
                <a:ext cx="409680" cy="143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88CE597-4E93-6198-A6BD-E7A9A26B652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12511" y="1538500"/>
                  <a:ext cx="445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0B2B411-0BEA-2DA5-641F-3800BDB45BCE}"/>
                    </a:ext>
                  </a:extLst>
                </p14:cNvPr>
                <p14:cNvContentPartPr/>
                <p14:nvPr/>
              </p14:nvContentPartPr>
              <p14:xfrm>
                <a:off x="2649551" y="1667020"/>
                <a:ext cx="1118160" cy="85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0B2B411-0BEA-2DA5-641F-3800BDB45BC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31551" y="1649020"/>
                  <a:ext cx="11538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CB52664-8179-EBE0-FB56-2F87BA95B800}"/>
                    </a:ext>
                  </a:extLst>
                </p14:cNvPr>
                <p14:cNvContentPartPr/>
                <p14:nvPr/>
              </p14:nvContentPartPr>
              <p14:xfrm>
                <a:off x="1408631" y="2682220"/>
                <a:ext cx="153360" cy="12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CB52664-8179-EBE0-FB56-2F87BA95B8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90631" y="2664220"/>
                  <a:ext cx="189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64C5F0D-4193-DF81-DA36-5CDA6B0DDA74}"/>
                    </a:ext>
                  </a:extLst>
                </p14:cNvPr>
                <p14:cNvContentPartPr/>
                <p14:nvPr/>
              </p14:nvContentPartPr>
              <p14:xfrm>
                <a:off x="1527431" y="2682220"/>
                <a:ext cx="65520" cy="605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64C5F0D-4193-DF81-DA36-5CDA6B0DDA7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509431" y="2664220"/>
                  <a:ext cx="10116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30A2912-9F0C-FE4C-7BFF-3F0FBA3A53A0}"/>
                    </a:ext>
                  </a:extLst>
                </p14:cNvPr>
                <p14:cNvContentPartPr/>
                <p14:nvPr/>
              </p14:nvContentPartPr>
              <p14:xfrm>
                <a:off x="1639391" y="3270100"/>
                <a:ext cx="13320" cy="131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30A2912-9F0C-FE4C-7BFF-3F0FBA3A53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21751" y="3252460"/>
                  <a:ext cx="48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14E00DE-DADC-F0C4-387A-27C6BE817A1F}"/>
                    </a:ext>
                  </a:extLst>
                </p14:cNvPr>
                <p14:cNvContentPartPr/>
                <p14:nvPr/>
              </p14:nvContentPartPr>
              <p14:xfrm>
                <a:off x="1633271" y="3360100"/>
                <a:ext cx="2352960" cy="113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14E00DE-DADC-F0C4-387A-27C6BE817A1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15631" y="3342460"/>
                  <a:ext cx="23886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2BB8D21-83B4-BF10-1D07-37E1A6999DA7}"/>
                    </a:ext>
                  </a:extLst>
                </p14:cNvPr>
                <p14:cNvContentPartPr/>
                <p14:nvPr/>
              </p14:nvContentPartPr>
              <p14:xfrm>
                <a:off x="1750271" y="2596900"/>
                <a:ext cx="234000" cy="248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2BB8D21-83B4-BF10-1D07-37E1A6999DA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32631" y="2578900"/>
                  <a:ext cx="2696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FEDC60-57BB-BD81-DE76-072E54F22268}"/>
                    </a:ext>
                  </a:extLst>
                </p14:cNvPr>
                <p14:cNvContentPartPr/>
                <p14:nvPr/>
              </p14:nvContentPartPr>
              <p14:xfrm>
                <a:off x="2127551" y="2737300"/>
                <a:ext cx="106200" cy="226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FEDC60-57BB-BD81-DE76-072E54F2226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109551" y="2719300"/>
                  <a:ext cx="1418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816291-07EE-87CB-3AF3-A4966DDC9901}"/>
                    </a:ext>
                  </a:extLst>
                </p14:cNvPr>
                <p14:cNvContentPartPr/>
                <p14:nvPr/>
              </p14:nvContentPartPr>
              <p14:xfrm>
                <a:off x="2116391" y="2738380"/>
                <a:ext cx="369360" cy="162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816291-07EE-87CB-3AF3-A4966DDC99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98751" y="2720740"/>
                  <a:ext cx="4050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FC93FD7-99C9-13B5-DDA4-70FA08C979ED}"/>
                    </a:ext>
                  </a:extLst>
                </p14:cNvPr>
                <p14:cNvContentPartPr/>
                <p14:nvPr/>
              </p14:nvContentPartPr>
              <p14:xfrm>
                <a:off x="2567111" y="2711020"/>
                <a:ext cx="121680" cy="154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FC93FD7-99C9-13B5-DDA4-70FA08C979E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49111" y="2693020"/>
                  <a:ext cx="1573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D57275A-0FC3-5F47-96E4-BEC2BEC86409}"/>
                    </a:ext>
                  </a:extLst>
                </p14:cNvPr>
                <p14:cNvContentPartPr/>
                <p14:nvPr/>
              </p14:nvContentPartPr>
              <p14:xfrm>
                <a:off x="2736671" y="2577820"/>
                <a:ext cx="166680" cy="182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D57275A-0FC3-5F47-96E4-BEC2BEC8640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718671" y="2560180"/>
                  <a:ext cx="202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31C43C2-27D8-3862-FEA8-F9FB599D5CA1}"/>
                    </a:ext>
                  </a:extLst>
                </p14:cNvPr>
                <p14:cNvContentPartPr/>
                <p14:nvPr/>
              </p14:nvContentPartPr>
              <p14:xfrm>
                <a:off x="2562791" y="1196500"/>
                <a:ext cx="131400" cy="265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31C43C2-27D8-3862-FEA8-F9FB599D5CA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545151" y="1178860"/>
                  <a:ext cx="1670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E16397A-1507-5F0C-0089-FEBAE386B3C0}"/>
                    </a:ext>
                  </a:extLst>
                </p14:cNvPr>
                <p14:cNvContentPartPr/>
                <p14:nvPr/>
              </p14:nvContentPartPr>
              <p14:xfrm>
                <a:off x="2608151" y="1161580"/>
                <a:ext cx="203040" cy="158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E16397A-1507-5F0C-0089-FEBAE386B3C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590511" y="1143940"/>
                  <a:ext cx="238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28C09F8-1C66-91CC-2BE1-BB86521ADA68}"/>
                    </a:ext>
                  </a:extLst>
                </p14:cNvPr>
                <p14:cNvContentPartPr/>
                <p14:nvPr/>
              </p14:nvContentPartPr>
              <p14:xfrm>
                <a:off x="2907311" y="1277500"/>
                <a:ext cx="81360" cy="199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28C09F8-1C66-91CC-2BE1-BB86521ADA6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889671" y="1259500"/>
                  <a:ext cx="1170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257C1CA-82AE-0262-8646-CF987625B894}"/>
                    </a:ext>
                  </a:extLst>
                </p14:cNvPr>
                <p14:cNvContentPartPr/>
                <p14:nvPr/>
              </p14:nvContentPartPr>
              <p14:xfrm>
                <a:off x="2871671" y="1290820"/>
                <a:ext cx="390600" cy="169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257C1CA-82AE-0262-8646-CF987625B89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854031" y="1272820"/>
                  <a:ext cx="4262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5DBF6E9-FB96-25FD-A3AC-21B6013A75CB}"/>
                    </a:ext>
                  </a:extLst>
                </p14:cNvPr>
                <p14:cNvContentPartPr/>
                <p14:nvPr/>
              </p14:nvContentPartPr>
              <p14:xfrm>
                <a:off x="3277391" y="1342300"/>
                <a:ext cx="138240" cy="1292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5DBF6E9-FB96-25FD-A3AC-21B6013A75C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259751" y="1324300"/>
                  <a:ext cx="173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515282F-31F5-5AB9-59A1-4FF36CB77875}"/>
                    </a:ext>
                  </a:extLst>
                </p14:cNvPr>
                <p14:cNvContentPartPr/>
                <p14:nvPr/>
              </p14:nvContentPartPr>
              <p14:xfrm>
                <a:off x="3441911" y="1277860"/>
                <a:ext cx="154800" cy="1098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515282F-31F5-5AB9-59A1-4FF36CB7787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424271" y="1259860"/>
                  <a:ext cx="19044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1D0BE88-36AA-8527-5F0B-A84B5F10EAE1}"/>
              </a:ext>
            </a:extLst>
          </p:cNvPr>
          <p:cNvGrpSpPr/>
          <p:nvPr/>
        </p:nvGrpSpPr>
        <p:grpSpPr>
          <a:xfrm>
            <a:off x="5862911" y="219460"/>
            <a:ext cx="4151160" cy="6230520"/>
            <a:chOff x="5862911" y="219460"/>
            <a:chExt cx="4151160" cy="623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A5A8037-AF1B-5899-42F6-DC094FEEA0B1}"/>
                    </a:ext>
                  </a:extLst>
                </p14:cNvPr>
                <p14:cNvContentPartPr/>
                <p14:nvPr/>
              </p14:nvContentPartPr>
              <p14:xfrm>
                <a:off x="7735271" y="482980"/>
                <a:ext cx="43200" cy="415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A5A8037-AF1B-5899-42F6-DC094FEEA0B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17631" y="464980"/>
                  <a:ext cx="7884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E209CD5-B0CA-3C78-5671-463DCBD52186}"/>
                    </a:ext>
                  </a:extLst>
                </p14:cNvPr>
                <p14:cNvContentPartPr/>
                <p14:nvPr/>
              </p14:nvContentPartPr>
              <p14:xfrm>
                <a:off x="7761191" y="457060"/>
                <a:ext cx="271800" cy="287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E209CD5-B0CA-3C78-5671-463DCBD521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743191" y="439060"/>
                  <a:ext cx="3074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6B21CC2-F3D7-D789-5CC8-48AB58B71E97}"/>
                    </a:ext>
                  </a:extLst>
                </p14:cNvPr>
                <p14:cNvContentPartPr/>
                <p14:nvPr/>
              </p14:nvContentPartPr>
              <p14:xfrm>
                <a:off x="8250431" y="721660"/>
                <a:ext cx="107640" cy="143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6B21CC2-F3D7-D789-5CC8-48AB58B71E9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32791" y="703660"/>
                  <a:ext cx="143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2132D7A-637E-48FB-02FC-0E4A1BB818E8}"/>
                    </a:ext>
                  </a:extLst>
                </p14:cNvPr>
                <p14:cNvContentPartPr/>
                <p14:nvPr/>
              </p14:nvContentPartPr>
              <p14:xfrm>
                <a:off x="8416391" y="633460"/>
                <a:ext cx="104400" cy="174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2132D7A-637E-48FB-02FC-0E4A1BB818E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398391" y="615460"/>
                  <a:ext cx="1400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A94E931-83A6-5A8F-F6AF-5897A1D52398}"/>
                    </a:ext>
                  </a:extLst>
                </p14:cNvPr>
                <p14:cNvContentPartPr/>
                <p14:nvPr/>
              </p14:nvContentPartPr>
              <p14:xfrm>
                <a:off x="8708711" y="509980"/>
                <a:ext cx="54000" cy="360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A94E931-83A6-5A8F-F6AF-5897A1D5239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690711" y="492340"/>
                  <a:ext cx="896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5B176DB-52EF-A3FF-EFD5-6FECB948977C}"/>
                    </a:ext>
                  </a:extLst>
                </p14:cNvPr>
                <p14:cNvContentPartPr/>
                <p14:nvPr/>
              </p14:nvContentPartPr>
              <p14:xfrm>
                <a:off x="8637071" y="718780"/>
                <a:ext cx="78840" cy="24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5B176DB-52EF-A3FF-EFD5-6FECB94897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19071" y="701140"/>
                  <a:ext cx="114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5B2D1C-56C4-1896-044B-192565622933}"/>
                    </a:ext>
                  </a:extLst>
                </p14:cNvPr>
                <p14:cNvContentPartPr/>
                <p14:nvPr/>
              </p14:nvContentPartPr>
              <p14:xfrm>
                <a:off x="8900951" y="683860"/>
                <a:ext cx="138960" cy="142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5B2D1C-56C4-1896-044B-19256562293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83311" y="665860"/>
                  <a:ext cx="174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D4AE374-EA8A-98F1-4277-2EAD1C363779}"/>
                    </a:ext>
                  </a:extLst>
                </p14:cNvPr>
                <p14:cNvContentPartPr/>
                <p14:nvPr/>
              </p14:nvContentPartPr>
              <p14:xfrm>
                <a:off x="9171311" y="680260"/>
                <a:ext cx="234000" cy="14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D4AE374-EA8A-98F1-4277-2EAD1C36377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153671" y="662260"/>
                  <a:ext cx="269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79C5701-2803-8B92-EBE8-1A19124BA6EC}"/>
                    </a:ext>
                  </a:extLst>
                </p14:cNvPr>
                <p14:cNvContentPartPr/>
                <p14:nvPr/>
              </p14:nvContentPartPr>
              <p14:xfrm>
                <a:off x="5862911" y="219460"/>
                <a:ext cx="278280" cy="6230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79C5701-2803-8B92-EBE8-1A19124BA6E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844911" y="201820"/>
                  <a:ext cx="313920" cy="626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804F422-467F-AE09-446D-EB87394CA4D8}"/>
                    </a:ext>
                  </a:extLst>
                </p14:cNvPr>
                <p14:cNvContentPartPr/>
                <p14:nvPr/>
              </p14:nvContentPartPr>
              <p14:xfrm>
                <a:off x="7023551" y="1535620"/>
                <a:ext cx="139320" cy="4928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804F422-467F-AE09-446D-EB87394CA4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05911" y="1517620"/>
                  <a:ext cx="17496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D2C401E-00B6-BAFB-F005-61BA704961CA}"/>
                    </a:ext>
                  </a:extLst>
                </p14:cNvPr>
                <p14:cNvContentPartPr/>
                <p14:nvPr/>
              </p14:nvContentPartPr>
              <p14:xfrm>
                <a:off x="6809711" y="1901380"/>
                <a:ext cx="603360" cy="588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D2C401E-00B6-BAFB-F005-61BA704961C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791711" y="1883740"/>
                  <a:ext cx="63900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EF04684-36F8-5742-3AAD-AF8359412545}"/>
                    </a:ext>
                  </a:extLst>
                </p14:cNvPr>
                <p14:cNvContentPartPr/>
                <p14:nvPr/>
              </p14:nvContentPartPr>
              <p14:xfrm>
                <a:off x="7104911" y="2106940"/>
                <a:ext cx="33480" cy="206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EF04684-36F8-5742-3AAD-AF835941254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86911" y="2088940"/>
                  <a:ext cx="691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32A55BF-5664-1074-5AE5-81D0C2D57C31}"/>
                    </a:ext>
                  </a:extLst>
                </p14:cNvPr>
                <p14:cNvContentPartPr/>
                <p14:nvPr/>
              </p14:nvContentPartPr>
              <p14:xfrm>
                <a:off x="7030391" y="2081020"/>
                <a:ext cx="167400" cy="1224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32A55BF-5664-1074-5AE5-81D0C2D57C3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012391" y="2063020"/>
                  <a:ext cx="203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D177563-EDDE-6122-FEA4-B0B9E3D13E62}"/>
                    </a:ext>
                  </a:extLst>
                </p14:cNvPr>
                <p14:cNvContentPartPr/>
                <p14:nvPr/>
              </p14:nvContentPartPr>
              <p14:xfrm>
                <a:off x="7159631" y="2436700"/>
                <a:ext cx="200520" cy="1164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D177563-EDDE-6122-FEA4-B0B9E3D13E6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141991" y="2419060"/>
                  <a:ext cx="236160" cy="12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6135585-CAC9-723F-3494-486B0D6EBCDB}"/>
                    </a:ext>
                  </a:extLst>
                </p14:cNvPr>
                <p14:cNvContentPartPr/>
                <p14:nvPr/>
              </p14:nvContentPartPr>
              <p14:xfrm>
                <a:off x="7061711" y="1485220"/>
                <a:ext cx="981720" cy="64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6135585-CAC9-723F-3494-486B0D6EBCD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044071" y="1467220"/>
                  <a:ext cx="10173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D08BB09-BBC5-9D3D-6F69-A6AE6D6E99E0}"/>
                    </a:ext>
                  </a:extLst>
                </p14:cNvPr>
                <p14:cNvContentPartPr/>
                <p14:nvPr/>
              </p14:nvContentPartPr>
              <p14:xfrm>
                <a:off x="8014991" y="1485220"/>
                <a:ext cx="132120" cy="570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D08BB09-BBC5-9D3D-6F69-A6AE6D6E99E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996991" y="1467580"/>
                  <a:ext cx="16776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06FD4E-1B4D-83C7-9EB5-9ABD84F503EB}"/>
                    </a:ext>
                  </a:extLst>
                </p14:cNvPr>
                <p14:cNvContentPartPr/>
                <p14:nvPr/>
              </p14:nvContentPartPr>
              <p14:xfrm>
                <a:off x="8150351" y="2104060"/>
                <a:ext cx="127080" cy="267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06FD4E-1B4D-83C7-9EB5-9ABD84F503E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132351" y="2086420"/>
                  <a:ext cx="1627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1949C70-098A-ED6C-AD40-24545A3478D2}"/>
                    </a:ext>
                  </a:extLst>
                </p14:cNvPr>
                <p14:cNvContentPartPr/>
                <p14:nvPr/>
              </p14:nvContentPartPr>
              <p14:xfrm>
                <a:off x="8199311" y="2387380"/>
                <a:ext cx="167040" cy="10144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1949C70-098A-ED6C-AD40-24545A3478D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81311" y="2369740"/>
                  <a:ext cx="202680" cy="10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871A0C8-E6E3-CE2B-ECDC-662E0F244E43}"/>
                    </a:ext>
                  </a:extLst>
                </p14:cNvPr>
                <p14:cNvContentPartPr/>
                <p14:nvPr/>
              </p14:nvContentPartPr>
              <p14:xfrm>
                <a:off x="7316231" y="3417340"/>
                <a:ext cx="1081440" cy="28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871A0C8-E6E3-CE2B-ECDC-662E0F244E4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98231" y="3399700"/>
                  <a:ext cx="11170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6A1F0FE-6B74-A136-F42F-44DB47DE9F59}"/>
                    </a:ext>
                  </a:extLst>
                </p14:cNvPr>
                <p14:cNvContentPartPr/>
                <p14:nvPr/>
              </p14:nvContentPartPr>
              <p14:xfrm>
                <a:off x="8238191" y="3247420"/>
                <a:ext cx="1771920" cy="107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6A1F0FE-6B74-A136-F42F-44DB47DE9F5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220191" y="3229780"/>
                  <a:ext cx="18075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E17CDF-F4D1-F7D5-6D23-0AE848224580}"/>
                    </a:ext>
                  </a:extLst>
                </p14:cNvPr>
                <p14:cNvContentPartPr/>
                <p14:nvPr/>
              </p14:nvContentPartPr>
              <p14:xfrm>
                <a:off x="8102111" y="1476940"/>
                <a:ext cx="1649520" cy="727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E17CDF-F4D1-F7D5-6D23-0AE84822458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84111" y="1458940"/>
                  <a:ext cx="1685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E69B6A6-662E-EB9A-A6DF-F9AEE354EC58}"/>
                    </a:ext>
                  </a:extLst>
                </p14:cNvPr>
                <p14:cNvContentPartPr/>
                <p14:nvPr/>
              </p14:nvContentPartPr>
              <p14:xfrm>
                <a:off x="8479031" y="2250220"/>
                <a:ext cx="89280" cy="282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E69B6A6-662E-EB9A-A6DF-F9AEE354EC5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61031" y="2232220"/>
                  <a:ext cx="1249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17666B-0FBA-2E8E-5095-025A4DAAF127}"/>
                    </a:ext>
                  </a:extLst>
                </p14:cNvPr>
                <p14:cNvContentPartPr/>
                <p14:nvPr/>
              </p14:nvContentPartPr>
              <p14:xfrm>
                <a:off x="8542751" y="2245180"/>
                <a:ext cx="202320" cy="1969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17666B-0FBA-2E8E-5095-025A4DAAF12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525111" y="2227180"/>
                  <a:ext cx="2379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0654294-263E-172A-CC61-9C5D7521AC96}"/>
                    </a:ext>
                  </a:extLst>
                </p14:cNvPr>
                <p14:cNvContentPartPr/>
                <p14:nvPr/>
              </p14:nvContentPartPr>
              <p14:xfrm>
                <a:off x="8852351" y="2403580"/>
                <a:ext cx="255240" cy="190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0654294-263E-172A-CC61-9C5D7521AC9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834351" y="2385580"/>
                  <a:ext cx="290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C65D5DC-0398-10CE-BABF-00F386F0625C}"/>
                    </a:ext>
                  </a:extLst>
                </p14:cNvPr>
                <p14:cNvContentPartPr/>
                <p14:nvPr/>
              </p14:nvContentPartPr>
              <p14:xfrm>
                <a:off x="9190751" y="2455060"/>
                <a:ext cx="81360" cy="101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C65D5DC-0398-10CE-BABF-00F386F0625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172751" y="2437060"/>
                  <a:ext cx="1170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39C11A-C960-3BA9-07DC-C89BF4F73EEA}"/>
                    </a:ext>
                  </a:extLst>
                </p14:cNvPr>
                <p14:cNvContentPartPr/>
                <p14:nvPr/>
              </p14:nvContentPartPr>
              <p14:xfrm>
                <a:off x="9295511" y="2414020"/>
                <a:ext cx="77760" cy="106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39C11A-C960-3BA9-07DC-C89BF4F73EE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277511" y="2396380"/>
                  <a:ext cx="113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6A8C543-12EF-8672-21BB-A07308C3824F}"/>
                    </a:ext>
                  </a:extLst>
                </p14:cNvPr>
                <p14:cNvContentPartPr/>
                <p14:nvPr/>
              </p14:nvContentPartPr>
              <p14:xfrm>
                <a:off x="9565151" y="2302060"/>
                <a:ext cx="30240" cy="167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6A8C543-12EF-8672-21BB-A07308C3824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47151" y="2284060"/>
                  <a:ext cx="658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C29A955-6DEA-F1D1-1524-070A0CED2D08}"/>
                    </a:ext>
                  </a:extLst>
                </p14:cNvPr>
                <p14:cNvContentPartPr/>
                <p14:nvPr/>
              </p14:nvContentPartPr>
              <p14:xfrm>
                <a:off x="9514391" y="2388460"/>
                <a:ext cx="228960" cy="727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C29A955-6DEA-F1D1-1524-070A0CED2D0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496391" y="2370820"/>
                  <a:ext cx="2646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B63606F-7858-5757-0148-C126B1BC9D2B}"/>
                    </a:ext>
                  </a:extLst>
                </p14:cNvPr>
                <p14:cNvContentPartPr/>
                <p14:nvPr/>
              </p14:nvContentPartPr>
              <p14:xfrm>
                <a:off x="9713831" y="2405740"/>
                <a:ext cx="118440" cy="113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B63606F-7858-5757-0148-C126B1BC9D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696191" y="2388100"/>
                  <a:ext cx="1540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7AD4135-8B52-3234-A876-AA7814DE54E5}"/>
                    </a:ext>
                  </a:extLst>
                </p14:cNvPr>
                <p14:cNvContentPartPr/>
                <p14:nvPr/>
              </p14:nvContentPartPr>
              <p14:xfrm>
                <a:off x="9866111" y="2408620"/>
                <a:ext cx="147960" cy="738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7AD4135-8B52-3234-A876-AA7814DE54E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848111" y="2390980"/>
                  <a:ext cx="1836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935FDD1-0394-B554-360B-5F98FC3B24E3}"/>
                    </a:ext>
                  </a:extLst>
                </p14:cNvPr>
                <p14:cNvContentPartPr/>
                <p14:nvPr/>
              </p14:nvContentPartPr>
              <p14:xfrm>
                <a:off x="6151631" y="1931980"/>
                <a:ext cx="128160" cy="267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935FDD1-0394-B554-360B-5F98FC3B24E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33631" y="1914340"/>
                  <a:ext cx="1638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DB2F27C-DDD6-42E6-9AFC-D78AFBC51706}"/>
                    </a:ext>
                  </a:extLst>
                </p14:cNvPr>
                <p14:cNvContentPartPr/>
                <p14:nvPr/>
              </p14:nvContentPartPr>
              <p14:xfrm>
                <a:off x="6198791" y="2171740"/>
                <a:ext cx="114120" cy="810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DB2F27C-DDD6-42E6-9AFC-D78AFBC5170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80791" y="2153740"/>
                  <a:ext cx="1497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BE5AE8C-60C3-4B0F-8C4F-DE14A37CC54C}"/>
                    </a:ext>
                  </a:extLst>
                </p14:cNvPr>
                <p14:cNvContentPartPr/>
                <p14:nvPr/>
              </p14:nvContentPartPr>
              <p14:xfrm>
                <a:off x="6367991" y="2014780"/>
                <a:ext cx="1800" cy="2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BE5AE8C-60C3-4B0F-8C4F-DE14A37CC54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49991" y="1996780"/>
                  <a:ext cx="37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0A222D7-91A9-736E-7019-8E8E5C0ED6AC}"/>
                    </a:ext>
                  </a:extLst>
                </p14:cNvPr>
                <p14:cNvContentPartPr/>
                <p14:nvPr/>
              </p14:nvContentPartPr>
              <p14:xfrm>
                <a:off x="6366551" y="2004340"/>
                <a:ext cx="1440" cy="2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0A222D7-91A9-736E-7019-8E8E5C0ED6A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48551" y="1986700"/>
                  <a:ext cx="37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A4D5DC1-0C05-FD85-D4AF-AEB73EEF7CA7}"/>
                    </a:ext>
                  </a:extLst>
                </p14:cNvPr>
                <p14:cNvContentPartPr/>
                <p14:nvPr/>
              </p14:nvContentPartPr>
              <p14:xfrm>
                <a:off x="6348911" y="1970140"/>
                <a:ext cx="189360" cy="133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A4D5DC1-0C05-FD85-D4AF-AEB73EEF7CA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30911" y="1952500"/>
                  <a:ext cx="2250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72B421A-FA89-CC28-5C62-9F20CEFDBE7B}"/>
                    </a:ext>
                  </a:extLst>
                </p14:cNvPr>
                <p14:cNvContentPartPr/>
                <p14:nvPr/>
              </p14:nvContentPartPr>
              <p14:xfrm>
                <a:off x="6598751" y="1908940"/>
                <a:ext cx="96120" cy="92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72B421A-FA89-CC28-5C62-9F20CEFDBE7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81111" y="1891300"/>
                  <a:ext cx="131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2591C05-63C5-76B7-B417-5E6B6EAD411D}"/>
                    </a:ext>
                  </a:extLst>
                </p14:cNvPr>
                <p14:cNvContentPartPr/>
                <p14:nvPr/>
              </p14:nvContentPartPr>
              <p14:xfrm>
                <a:off x="6745271" y="1801300"/>
                <a:ext cx="63000" cy="119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2591C05-63C5-76B7-B417-5E6B6EAD411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727271" y="1783300"/>
                  <a:ext cx="986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64DBA67-962F-A4B2-36A5-E484A44E06E1}"/>
                    </a:ext>
                  </a:extLst>
                </p14:cNvPr>
                <p14:cNvContentPartPr/>
                <p14:nvPr/>
              </p14:nvContentPartPr>
              <p14:xfrm>
                <a:off x="6899711" y="1689700"/>
                <a:ext cx="73440" cy="1584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64DBA67-962F-A4B2-36A5-E484A44E06E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882071" y="1671700"/>
                  <a:ext cx="109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C0D6EE5-BA00-B8C2-4E6B-6E9FB4E17EDD}"/>
                    </a:ext>
                  </a:extLst>
                </p14:cNvPr>
                <p14:cNvContentPartPr/>
                <p14:nvPr/>
              </p14:nvContentPartPr>
              <p14:xfrm>
                <a:off x="6878471" y="1770340"/>
                <a:ext cx="69480" cy="28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C0D6EE5-BA00-B8C2-4E6B-6E9FB4E17ED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860471" y="1752340"/>
                  <a:ext cx="105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C53B0B-5662-7099-0A6B-09192F2CB512}"/>
                    </a:ext>
                  </a:extLst>
                </p14:cNvPr>
                <p14:cNvContentPartPr/>
                <p14:nvPr/>
              </p14:nvContentPartPr>
              <p14:xfrm>
                <a:off x="7048751" y="1782940"/>
                <a:ext cx="7920" cy="9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C53B0B-5662-7099-0A6B-09192F2CB51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031111" y="1765300"/>
                  <a:ext cx="4356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8D0BA0B-69F7-F77B-F4C4-3E7AAD549E94}"/>
              </a:ext>
            </a:extLst>
          </p:cNvPr>
          <p:cNvGrpSpPr/>
          <p:nvPr/>
        </p:nvGrpSpPr>
        <p:grpSpPr>
          <a:xfrm>
            <a:off x="7152071" y="3863380"/>
            <a:ext cx="4347000" cy="409320"/>
            <a:chOff x="7152071" y="3863380"/>
            <a:chExt cx="4347000" cy="40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7A501DA-F95F-BFB3-234B-6684C0CD29F5}"/>
                    </a:ext>
                  </a:extLst>
                </p14:cNvPr>
                <p14:cNvContentPartPr/>
                <p14:nvPr/>
              </p14:nvContentPartPr>
              <p14:xfrm>
                <a:off x="7152071" y="3946540"/>
                <a:ext cx="84600" cy="311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7A501DA-F95F-BFB3-234B-6684C0CD29F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134431" y="3928900"/>
                  <a:ext cx="1202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ADB8650-3049-5289-C30C-6FEE003DED30}"/>
                    </a:ext>
                  </a:extLst>
                </p14:cNvPr>
                <p14:cNvContentPartPr/>
                <p14:nvPr/>
              </p14:nvContentPartPr>
              <p14:xfrm>
                <a:off x="7181231" y="3916660"/>
                <a:ext cx="298800" cy="267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ADB8650-3049-5289-C30C-6FEE003DED3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163231" y="3898660"/>
                  <a:ext cx="334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9DF9B3A-02BF-AD21-6663-6A267ECF6AB5}"/>
                    </a:ext>
                  </a:extLst>
                </p14:cNvPr>
                <p14:cNvContentPartPr/>
                <p14:nvPr/>
              </p14:nvContentPartPr>
              <p14:xfrm>
                <a:off x="7591271" y="4121500"/>
                <a:ext cx="202680" cy="1512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9DF9B3A-02BF-AD21-6663-6A267ECF6AB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573631" y="4103860"/>
                  <a:ext cx="238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D34AA11-014B-DBCF-1339-31CDE327431E}"/>
                    </a:ext>
                  </a:extLst>
                </p14:cNvPr>
                <p14:cNvContentPartPr/>
                <p14:nvPr/>
              </p14:nvContentPartPr>
              <p14:xfrm>
                <a:off x="7858391" y="4103860"/>
                <a:ext cx="113760" cy="133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D34AA11-014B-DBCF-1339-31CDE327431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840751" y="4086220"/>
                  <a:ext cx="1494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EB630D7-00A9-76A1-BF96-BD53AA67B177}"/>
                    </a:ext>
                  </a:extLst>
                </p14:cNvPr>
                <p14:cNvContentPartPr/>
                <p14:nvPr/>
              </p14:nvContentPartPr>
              <p14:xfrm>
                <a:off x="8032631" y="4080100"/>
                <a:ext cx="84960" cy="93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EB630D7-00A9-76A1-BF96-BD53AA67B17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014631" y="4062460"/>
                  <a:ext cx="120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BC1F0FA-FFB8-930B-AD75-B13EE47752CA}"/>
                    </a:ext>
                  </a:extLst>
                </p14:cNvPr>
                <p14:cNvContentPartPr/>
                <p14:nvPr/>
              </p14:nvContentPartPr>
              <p14:xfrm>
                <a:off x="8224511" y="3949060"/>
                <a:ext cx="47520" cy="2624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BC1F0FA-FFB8-930B-AD75-B13EE47752C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206511" y="3931060"/>
                  <a:ext cx="831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0C2F688-8DC1-B6E6-4F5B-9245AF41F34E}"/>
                    </a:ext>
                  </a:extLst>
                </p14:cNvPr>
                <p14:cNvContentPartPr/>
                <p14:nvPr/>
              </p14:nvContentPartPr>
              <p14:xfrm>
                <a:off x="8170511" y="4115380"/>
                <a:ext cx="151560" cy="43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0C2F688-8DC1-B6E6-4F5B-9245AF41F34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152511" y="4097380"/>
                  <a:ext cx="187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DC72A88-2809-BAB6-6B28-AE46EEF0E079}"/>
                    </a:ext>
                  </a:extLst>
                </p14:cNvPr>
                <p14:cNvContentPartPr/>
                <p14:nvPr/>
              </p14:nvContentPartPr>
              <p14:xfrm>
                <a:off x="8425751" y="4097380"/>
                <a:ext cx="77040" cy="109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DC72A88-2809-BAB6-6B28-AE46EEF0E07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07751" y="4079380"/>
                  <a:ext cx="112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2CD4CC6-00B8-CE7F-60D5-7ADE39B5E22E}"/>
                    </a:ext>
                  </a:extLst>
                </p14:cNvPr>
                <p14:cNvContentPartPr/>
                <p14:nvPr/>
              </p14:nvContentPartPr>
              <p14:xfrm>
                <a:off x="8575871" y="4079740"/>
                <a:ext cx="224280" cy="137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2CD4CC6-00B8-CE7F-60D5-7ADE39B5E22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557871" y="4061740"/>
                  <a:ext cx="2599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7B4E95E-CDCA-10F9-4C3E-96CC980BE3D2}"/>
                    </a:ext>
                  </a:extLst>
                </p14:cNvPr>
                <p14:cNvContentPartPr/>
                <p14:nvPr/>
              </p14:nvContentPartPr>
              <p14:xfrm>
                <a:off x="8983391" y="4049500"/>
                <a:ext cx="120960" cy="320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7B4E95E-CDCA-10F9-4C3E-96CC980BE3D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65391" y="4031860"/>
                  <a:ext cx="1566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6EF3DB9-E088-690A-6AF2-DB197ED3DFC1}"/>
                    </a:ext>
                  </a:extLst>
                </p14:cNvPr>
                <p14:cNvContentPartPr/>
                <p14:nvPr/>
              </p14:nvContentPartPr>
              <p14:xfrm>
                <a:off x="9025151" y="4104940"/>
                <a:ext cx="135000" cy="62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6EF3DB9-E088-690A-6AF2-DB197ED3DFC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07151" y="4086940"/>
                  <a:ext cx="1706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72A80C1-EF1E-6751-93A2-E79551B099DF}"/>
                    </a:ext>
                  </a:extLst>
                </p14:cNvPr>
                <p14:cNvContentPartPr/>
                <p14:nvPr/>
              </p14:nvContentPartPr>
              <p14:xfrm>
                <a:off x="9411071" y="3941500"/>
                <a:ext cx="43920" cy="193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72A80C1-EF1E-6751-93A2-E79551B099D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93431" y="3923860"/>
                  <a:ext cx="795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A1CE9F6-9245-07B3-961F-B3B0C63F8738}"/>
                    </a:ext>
                  </a:extLst>
                </p14:cNvPr>
                <p14:cNvContentPartPr/>
                <p14:nvPr/>
              </p14:nvContentPartPr>
              <p14:xfrm>
                <a:off x="9366791" y="3863380"/>
                <a:ext cx="191520" cy="2019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A1CE9F6-9245-07B3-961F-B3B0C63F873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49151" y="3845380"/>
                  <a:ext cx="2271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23E0D32-C401-96AF-72C9-088E9BADE59B}"/>
                    </a:ext>
                  </a:extLst>
                </p14:cNvPr>
                <p14:cNvContentPartPr/>
                <p14:nvPr/>
              </p14:nvContentPartPr>
              <p14:xfrm>
                <a:off x="9726071" y="3959500"/>
                <a:ext cx="58680" cy="2278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23E0D32-C401-96AF-72C9-088E9BADE5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08431" y="3941860"/>
                  <a:ext cx="943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AE5DD43-666A-A733-40C3-4A36D67AF1D6}"/>
                    </a:ext>
                  </a:extLst>
                </p14:cNvPr>
                <p14:cNvContentPartPr/>
                <p14:nvPr/>
              </p14:nvContentPartPr>
              <p14:xfrm>
                <a:off x="9694751" y="3991180"/>
                <a:ext cx="389520" cy="177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AE5DD43-666A-A733-40C3-4A36D67AF1D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677111" y="3973540"/>
                  <a:ext cx="4251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1A9F55-5278-3D91-BF5D-025DF27918E1}"/>
                    </a:ext>
                  </a:extLst>
                </p14:cNvPr>
                <p14:cNvContentPartPr/>
                <p14:nvPr/>
              </p14:nvContentPartPr>
              <p14:xfrm>
                <a:off x="10177871" y="4027180"/>
                <a:ext cx="163800" cy="1155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1A9F55-5278-3D91-BF5D-025DF27918E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159871" y="4009540"/>
                  <a:ext cx="199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2C576B-1F40-507D-9D51-A9B7E1DABF8D}"/>
                    </a:ext>
                  </a:extLst>
                </p14:cNvPr>
                <p14:cNvContentPartPr/>
                <p14:nvPr/>
              </p14:nvContentPartPr>
              <p14:xfrm>
                <a:off x="10359311" y="4021420"/>
                <a:ext cx="146520" cy="109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2C576B-1F40-507D-9D51-A9B7E1DABF8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341311" y="4003420"/>
                  <a:ext cx="182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386E75B-AD1F-AF69-B743-C5E67BA78880}"/>
                    </a:ext>
                  </a:extLst>
                </p14:cNvPr>
                <p14:cNvContentPartPr/>
                <p14:nvPr/>
              </p14:nvContentPartPr>
              <p14:xfrm>
                <a:off x="10605191" y="4017460"/>
                <a:ext cx="97560" cy="1292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386E75B-AD1F-AF69-B743-C5E67BA7888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587191" y="3999820"/>
                  <a:ext cx="1332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4B27766-8A9C-85E4-59E5-6C10876B8A9D}"/>
                    </a:ext>
                  </a:extLst>
                </p14:cNvPr>
                <p14:cNvContentPartPr/>
                <p14:nvPr/>
              </p14:nvContentPartPr>
              <p14:xfrm>
                <a:off x="10771511" y="4018900"/>
                <a:ext cx="195840" cy="116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4B27766-8A9C-85E4-59E5-6C10876B8A9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753871" y="4000900"/>
                  <a:ext cx="231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6E14A43-4B6B-97BF-4FA2-FD8D5016E14A}"/>
                    </a:ext>
                  </a:extLst>
                </p14:cNvPr>
                <p14:cNvContentPartPr/>
                <p14:nvPr/>
              </p14:nvContentPartPr>
              <p14:xfrm>
                <a:off x="11062031" y="4040500"/>
                <a:ext cx="37440" cy="96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6E14A43-4B6B-97BF-4FA2-FD8D5016E14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044031" y="4022500"/>
                  <a:ext cx="73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D7B0DEC-46FA-4164-0742-09C702B0AC9C}"/>
                    </a:ext>
                  </a:extLst>
                </p14:cNvPr>
                <p14:cNvContentPartPr/>
                <p14:nvPr/>
              </p14:nvContentPartPr>
              <p14:xfrm>
                <a:off x="11043671" y="3934300"/>
                <a:ext cx="21960" cy="16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D7B0DEC-46FA-4164-0742-09C702B0AC9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026031" y="3916300"/>
                  <a:ext cx="57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89E7942-AB22-5B76-F767-CB1598FC18DF}"/>
                    </a:ext>
                  </a:extLst>
                </p14:cNvPr>
                <p14:cNvContentPartPr/>
                <p14:nvPr/>
              </p14:nvContentPartPr>
              <p14:xfrm>
                <a:off x="11173991" y="4026100"/>
                <a:ext cx="177120" cy="759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89E7942-AB22-5B76-F767-CB1598FC18D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156351" y="4008460"/>
                  <a:ext cx="2127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8BE358E-FACA-CE7D-ADC0-3BC44A0A734E}"/>
                    </a:ext>
                  </a:extLst>
                </p14:cNvPr>
                <p14:cNvContentPartPr/>
                <p14:nvPr/>
              </p14:nvContentPartPr>
              <p14:xfrm>
                <a:off x="11494751" y="4067500"/>
                <a:ext cx="4320" cy="61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8BE358E-FACA-CE7D-ADC0-3BC44A0A734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477111" y="4049500"/>
                  <a:ext cx="39960" cy="41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5288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62409-9CFF-85C8-D52B-7697AE548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BA77D31-07A9-DE43-AD9E-052473604E67}"/>
                  </a:ext>
                </a:extLst>
              </p14:cNvPr>
              <p14:cNvContentPartPr/>
              <p14:nvPr/>
            </p14:nvContentPartPr>
            <p14:xfrm>
              <a:off x="1239071" y="707620"/>
              <a:ext cx="16920" cy="769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BA77D31-07A9-DE43-AD9E-052473604E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431" y="689980"/>
                <a:ext cx="52560" cy="80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D6AF6EA-0AEA-E857-EE95-BC243D715D72}"/>
                  </a:ext>
                </a:extLst>
              </p14:cNvPr>
              <p14:cNvContentPartPr/>
              <p14:nvPr/>
            </p14:nvContentPartPr>
            <p14:xfrm>
              <a:off x="935231" y="1454620"/>
              <a:ext cx="659520" cy="60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D6AF6EA-0AEA-E857-EE95-BC243D715D7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7591" y="1436980"/>
                <a:ext cx="69516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E037D25-EC3B-12B3-C7FC-58A911AA3B19}"/>
                  </a:ext>
                </a:extLst>
              </p14:cNvPr>
              <p14:cNvContentPartPr/>
              <p14:nvPr/>
            </p14:nvContentPartPr>
            <p14:xfrm>
              <a:off x="1175351" y="1613380"/>
              <a:ext cx="182880" cy="561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E037D25-EC3B-12B3-C7FC-58A911AA3B1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57711" y="1595740"/>
                <a:ext cx="21852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1CC3DCA-0459-3D23-56F4-D5731B6F7227}"/>
                  </a:ext>
                </a:extLst>
              </p14:cNvPr>
              <p14:cNvContentPartPr/>
              <p14:nvPr/>
            </p14:nvContentPartPr>
            <p14:xfrm>
              <a:off x="1309991" y="1656940"/>
              <a:ext cx="53280" cy="693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1CC3DCA-0459-3D23-56F4-D5731B6F722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2351" y="1638940"/>
                <a:ext cx="88920" cy="72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CC8F870-1CD8-4189-505E-A78F7F224DDF}"/>
                  </a:ext>
                </a:extLst>
              </p14:cNvPr>
              <p14:cNvContentPartPr/>
              <p14:nvPr/>
            </p14:nvContentPartPr>
            <p14:xfrm>
              <a:off x="1178591" y="718420"/>
              <a:ext cx="948240" cy="69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CC8F870-1CD8-4189-505E-A78F7F224DD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60951" y="700420"/>
                <a:ext cx="98388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10B394A-46C9-8D56-8A00-050BC0E9F423}"/>
                  </a:ext>
                </a:extLst>
              </p14:cNvPr>
              <p14:cNvContentPartPr/>
              <p14:nvPr/>
            </p14:nvContentPartPr>
            <p14:xfrm>
              <a:off x="2109551" y="611500"/>
              <a:ext cx="790560" cy="107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10B394A-46C9-8D56-8A00-050BC0E9F42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91911" y="593860"/>
                <a:ext cx="82620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B82DC3E-BE84-08B8-6C1F-8058625B0247}"/>
                  </a:ext>
                </a:extLst>
              </p14:cNvPr>
              <p14:cNvContentPartPr/>
              <p14:nvPr/>
            </p14:nvContentPartPr>
            <p14:xfrm>
              <a:off x="2895431" y="601780"/>
              <a:ext cx="55440" cy="5310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B82DC3E-BE84-08B8-6C1F-8058625B024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77431" y="583780"/>
                <a:ext cx="91080" cy="56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16FAF9A-9BD1-9D50-0E86-6EB792F50C0A}"/>
                  </a:ext>
                </a:extLst>
              </p14:cNvPr>
              <p14:cNvContentPartPr/>
              <p14:nvPr/>
            </p14:nvContentPartPr>
            <p14:xfrm>
              <a:off x="2870951" y="1189300"/>
              <a:ext cx="123120" cy="2228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16FAF9A-9BD1-9D50-0E86-6EB792F50C0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853311" y="1171660"/>
                <a:ext cx="15876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7E2BBE0-1A7A-CA60-70A6-0024E0B58B74}"/>
                  </a:ext>
                </a:extLst>
              </p14:cNvPr>
              <p14:cNvContentPartPr/>
              <p14:nvPr/>
            </p14:nvContentPartPr>
            <p14:xfrm>
              <a:off x="2982191" y="1407820"/>
              <a:ext cx="55800" cy="6087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7E2BBE0-1A7A-CA60-70A6-0024E0B58B7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964191" y="1390180"/>
                <a:ext cx="9144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96A8E74-2ACA-454B-678E-233B6B4DB63F}"/>
                  </a:ext>
                </a:extLst>
              </p14:cNvPr>
              <p14:cNvContentPartPr/>
              <p14:nvPr/>
            </p14:nvContentPartPr>
            <p14:xfrm>
              <a:off x="409271" y="1781860"/>
              <a:ext cx="150480" cy="261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96A8E74-2ACA-454B-678E-233B6B4DB63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91271" y="1764220"/>
                <a:ext cx="18612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DC329C0-04B8-D2DA-DD0C-E899BC4B30E6}"/>
                  </a:ext>
                </a:extLst>
              </p14:cNvPr>
              <p14:cNvContentPartPr/>
              <p14:nvPr/>
            </p14:nvContentPartPr>
            <p14:xfrm>
              <a:off x="543551" y="1732540"/>
              <a:ext cx="174240" cy="2034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DC329C0-04B8-D2DA-DD0C-E899BC4B30E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25551" y="1714540"/>
                <a:ext cx="20988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D59781C-B58F-03F1-C16E-8525BE55DAC2}"/>
                  </a:ext>
                </a:extLst>
              </p14:cNvPr>
              <p14:cNvContentPartPr/>
              <p14:nvPr/>
            </p14:nvContentPartPr>
            <p14:xfrm>
              <a:off x="734351" y="1577020"/>
              <a:ext cx="118800" cy="1623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D59781C-B58F-03F1-C16E-8525BE55DAC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16711" y="1559380"/>
                <a:ext cx="15444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3EC9CAD-F431-B7CD-2193-C89CBDFDC73D}"/>
                  </a:ext>
                </a:extLst>
              </p14:cNvPr>
              <p14:cNvContentPartPr/>
              <p14:nvPr/>
            </p14:nvContentPartPr>
            <p14:xfrm>
              <a:off x="3007031" y="1615540"/>
              <a:ext cx="1052640" cy="255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3EC9CAD-F431-B7CD-2193-C89CBDFDC73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989391" y="1597900"/>
                <a:ext cx="1088280" cy="6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022E342-1011-D608-768D-0F0D47F6BEE4}"/>
                  </a:ext>
                </a:extLst>
              </p14:cNvPr>
              <p14:cNvContentPartPr/>
              <p14:nvPr/>
            </p14:nvContentPartPr>
            <p14:xfrm>
              <a:off x="4002071" y="1538860"/>
              <a:ext cx="137520" cy="1011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022E342-1011-D608-768D-0F0D47F6BEE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984431" y="1521220"/>
                <a:ext cx="17316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820BECD-D658-2D9C-9792-93696876347E}"/>
                  </a:ext>
                </a:extLst>
              </p14:cNvPr>
              <p14:cNvContentPartPr/>
              <p14:nvPr/>
            </p14:nvContentPartPr>
            <p14:xfrm>
              <a:off x="3291431" y="2857900"/>
              <a:ext cx="918720" cy="493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820BECD-D658-2D9C-9792-93696876347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273431" y="2840260"/>
                <a:ext cx="95436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BCFF106-FEA8-6C74-41C4-865624928217}"/>
                  </a:ext>
                </a:extLst>
              </p14:cNvPr>
              <p14:cNvContentPartPr/>
              <p14:nvPr/>
            </p14:nvContentPartPr>
            <p14:xfrm>
              <a:off x="4153991" y="2813980"/>
              <a:ext cx="70920" cy="766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BCFF106-FEA8-6C74-41C4-86562492821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135991" y="2795980"/>
                <a:ext cx="10656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EEF80C7-CDC2-071D-2C71-BD74CD62EF1E}"/>
                  </a:ext>
                </a:extLst>
              </p14:cNvPr>
              <p14:cNvContentPartPr/>
              <p14:nvPr/>
            </p14:nvContentPartPr>
            <p14:xfrm>
              <a:off x="4161191" y="1223140"/>
              <a:ext cx="9360" cy="1580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EEF80C7-CDC2-071D-2C71-BD74CD62EF1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143191" y="1205500"/>
                <a:ext cx="4500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9BFA5345-0151-965E-061D-9252D3E8A591}"/>
                  </a:ext>
                </a:extLst>
              </p14:cNvPr>
              <p14:cNvContentPartPr/>
              <p14:nvPr/>
            </p14:nvContentPartPr>
            <p14:xfrm>
              <a:off x="4165511" y="1166620"/>
              <a:ext cx="231120" cy="191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9BFA5345-0151-965E-061D-9252D3E8A59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147871" y="1148980"/>
                <a:ext cx="2667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58E6D30D-AE5D-85C7-CDC8-6C951D72A784}"/>
                  </a:ext>
                </a:extLst>
              </p14:cNvPr>
              <p14:cNvContentPartPr/>
              <p14:nvPr/>
            </p14:nvContentPartPr>
            <p14:xfrm>
              <a:off x="4235351" y="1258780"/>
              <a:ext cx="138600" cy="550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58E6D30D-AE5D-85C7-CDC8-6C951D72A78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217711" y="1241140"/>
                <a:ext cx="174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6CA16B2-E4AE-48D5-A1D0-506DC5EF930C}"/>
                  </a:ext>
                </a:extLst>
              </p14:cNvPr>
              <p14:cNvContentPartPr/>
              <p14:nvPr/>
            </p14:nvContentPartPr>
            <p14:xfrm>
              <a:off x="4423271" y="2597980"/>
              <a:ext cx="83160" cy="2732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6CA16B2-E4AE-48D5-A1D0-506DC5EF930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405631" y="2579980"/>
                <a:ext cx="11880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F0F4193-AF80-9633-FE19-DB803176627A}"/>
                  </a:ext>
                </a:extLst>
              </p14:cNvPr>
              <p14:cNvContentPartPr/>
              <p14:nvPr/>
            </p14:nvContentPartPr>
            <p14:xfrm>
              <a:off x="4445591" y="2617060"/>
              <a:ext cx="177840" cy="1857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F0F4193-AF80-9633-FE19-DB803176627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427591" y="2599420"/>
                <a:ext cx="21348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933A1DD8-5447-8D61-277A-C7C4E001E311}"/>
                  </a:ext>
                </a:extLst>
              </p14:cNvPr>
              <p14:cNvContentPartPr/>
              <p14:nvPr/>
            </p14:nvContentPartPr>
            <p14:xfrm>
              <a:off x="2303591" y="1222060"/>
              <a:ext cx="117000" cy="2282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933A1DD8-5447-8D61-277A-C7C4E001E31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285951" y="1204060"/>
                <a:ext cx="152640" cy="2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379FBC1-0930-85DC-491F-E8968D9A20DB}"/>
                  </a:ext>
                </a:extLst>
              </p14:cNvPr>
              <p14:cNvContentPartPr/>
              <p14:nvPr/>
            </p14:nvContentPartPr>
            <p14:xfrm>
              <a:off x="2445791" y="1152940"/>
              <a:ext cx="136080" cy="1998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379FBC1-0930-85DC-491F-E8968D9A20D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428151" y="1134940"/>
                <a:ext cx="171720" cy="23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43916B2-A1D0-B357-EE1E-32127E4B74D6}"/>
                  </a:ext>
                </a:extLst>
              </p14:cNvPr>
              <p14:cNvContentPartPr/>
              <p14:nvPr/>
            </p14:nvContentPartPr>
            <p14:xfrm>
              <a:off x="2557751" y="1116220"/>
              <a:ext cx="98280" cy="1436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43916B2-A1D0-B357-EE1E-32127E4B74D6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539751" y="1098580"/>
                <a:ext cx="133920" cy="17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307A2D27-0EE0-5754-E086-B883F7DAAF61}"/>
              </a:ext>
            </a:extLst>
          </p:cNvPr>
          <p:cNvGrpSpPr/>
          <p:nvPr/>
        </p:nvGrpSpPr>
        <p:grpSpPr>
          <a:xfrm>
            <a:off x="1289471" y="2166340"/>
            <a:ext cx="1951560" cy="862920"/>
            <a:chOff x="1289471" y="2166340"/>
            <a:chExt cx="1951560" cy="86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FA8A537-8917-4CA2-EDE0-6FC92B4F0261}"/>
                    </a:ext>
                  </a:extLst>
                </p14:cNvPr>
                <p14:cNvContentPartPr/>
                <p14:nvPr/>
              </p14:nvContentPartPr>
              <p14:xfrm>
                <a:off x="2991911" y="2171020"/>
                <a:ext cx="99000" cy="26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FA8A537-8917-4CA2-EDE0-6FC92B4F026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73911" y="2153020"/>
                  <a:ext cx="1346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18098D8-B222-2B93-164B-87B3DF32205D}"/>
                    </a:ext>
                  </a:extLst>
                </p14:cNvPr>
                <p14:cNvContentPartPr/>
                <p14:nvPr/>
              </p14:nvContentPartPr>
              <p14:xfrm>
                <a:off x="1555511" y="2424820"/>
                <a:ext cx="1685520" cy="55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18098D8-B222-2B93-164B-87B3DF3220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37511" y="2406820"/>
                  <a:ext cx="1721160" cy="59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CB1023-9754-7BFF-C55D-6C3039664D6D}"/>
                    </a:ext>
                  </a:extLst>
                </p14:cNvPr>
                <p14:cNvContentPartPr/>
                <p14:nvPr/>
              </p14:nvContentPartPr>
              <p14:xfrm>
                <a:off x="1289471" y="2352460"/>
                <a:ext cx="91440" cy="676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CB1023-9754-7BFF-C55D-6C3039664D6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71471" y="2334460"/>
                  <a:ext cx="127080" cy="7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7C51783-1578-3889-541B-69A4BC568AF3}"/>
                    </a:ext>
                  </a:extLst>
                </p14:cNvPr>
                <p14:cNvContentPartPr/>
                <p14:nvPr/>
              </p14:nvContentPartPr>
              <p14:xfrm>
                <a:off x="2513831" y="2166340"/>
                <a:ext cx="5040" cy="39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7C51783-1578-3889-541B-69A4BC568AF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95831" y="2148700"/>
                  <a:ext cx="406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609C18A-D7CB-C02C-8136-A3161B77F6CA}"/>
                    </a:ext>
                  </a:extLst>
                </p14:cNvPr>
                <p14:cNvContentPartPr/>
                <p14:nvPr/>
              </p14:nvContentPartPr>
              <p14:xfrm>
                <a:off x="2507351" y="2173900"/>
                <a:ext cx="150480" cy="213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609C18A-D7CB-C02C-8136-A3161B77F6C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89351" y="2156260"/>
                  <a:ext cx="186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1E253B4-1A91-0F7A-9AAC-F98DFAE5966C}"/>
                    </a:ext>
                  </a:extLst>
                </p14:cNvPr>
                <p14:cNvContentPartPr/>
                <p14:nvPr/>
              </p14:nvContentPartPr>
              <p14:xfrm>
                <a:off x="2633351" y="2298460"/>
                <a:ext cx="54720" cy="160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1E253B4-1A91-0F7A-9AAC-F98DFAE5966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15351" y="2280460"/>
                  <a:ext cx="903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C8EED2B-C4C7-C6A4-03D7-A74F9877D9C7}"/>
                    </a:ext>
                  </a:extLst>
                </p14:cNvPr>
                <p14:cNvContentPartPr/>
                <p14:nvPr/>
              </p14:nvContentPartPr>
              <p14:xfrm>
                <a:off x="2762591" y="2228260"/>
                <a:ext cx="75240" cy="25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C8EED2B-C4C7-C6A4-03D7-A74F9877D9C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44591" y="2210620"/>
                  <a:ext cx="110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74A8120-E30C-B622-EE3A-C2F987874FCE}"/>
                    </a:ext>
                  </a:extLst>
                </p14:cNvPr>
                <p14:cNvContentPartPr/>
                <p14:nvPr/>
              </p14:nvContentPartPr>
              <p14:xfrm>
                <a:off x="2812271" y="2225740"/>
                <a:ext cx="167400" cy="138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74A8120-E30C-B622-EE3A-C2F987874FC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94271" y="2208100"/>
                  <a:ext cx="20304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F79ED57-EACF-20FC-84A6-540A25F6B964}"/>
              </a:ext>
            </a:extLst>
          </p:cNvPr>
          <p:cNvGrpSpPr/>
          <p:nvPr/>
        </p:nvGrpSpPr>
        <p:grpSpPr>
          <a:xfrm>
            <a:off x="4569431" y="281380"/>
            <a:ext cx="2060280" cy="596160"/>
            <a:chOff x="4569431" y="281380"/>
            <a:chExt cx="2060280" cy="59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5E857F5-88CD-D677-C100-58530D7B7488}"/>
                    </a:ext>
                  </a:extLst>
                </p14:cNvPr>
                <p14:cNvContentPartPr/>
                <p14:nvPr/>
              </p14:nvContentPartPr>
              <p14:xfrm>
                <a:off x="4569431" y="469300"/>
                <a:ext cx="253080" cy="285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5E857F5-88CD-D677-C100-58530D7B748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51791" y="451300"/>
                  <a:ext cx="28872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944E0FA-F0D5-104C-8833-2B82B344D463}"/>
                    </a:ext>
                  </a:extLst>
                </p14:cNvPr>
                <p14:cNvContentPartPr/>
                <p14:nvPr/>
              </p14:nvContentPartPr>
              <p14:xfrm>
                <a:off x="4950671" y="675580"/>
                <a:ext cx="18000" cy="201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944E0FA-F0D5-104C-8833-2B82B344D46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933031" y="657940"/>
                  <a:ext cx="536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D60F67-8882-49D5-74B0-E9E2137057F9}"/>
                    </a:ext>
                  </a:extLst>
                </p14:cNvPr>
                <p14:cNvContentPartPr/>
                <p14:nvPr/>
              </p14:nvContentPartPr>
              <p14:xfrm>
                <a:off x="4975151" y="630580"/>
                <a:ext cx="114120" cy="130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D60F67-8882-49D5-74B0-E9E2137057F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57511" y="612580"/>
                  <a:ext cx="1497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2D64C95-30DA-308A-BA93-2E3441CF416E}"/>
                    </a:ext>
                  </a:extLst>
                </p14:cNvPr>
                <p14:cNvContentPartPr/>
                <p14:nvPr/>
              </p14:nvContentPartPr>
              <p14:xfrm>
                <a:off x="4985231" y="711220"/>
                <a:ext cx="86760" cy="52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2D64C95-30DA-308A-BA93-2E3441CF416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967231" y="693580"/>
                  <a:ext cx="1224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006EC89-73C0-7AAA-A499-1CDF4A6CFB56}"/>
                    </a:ext>
                  </a:extLst>
                </p14:cNvPr>
                <p14:cNvContentPartPr/>
                <p14:nvPr/>
              </p14:nvContentPartPr>
              <p14:xfrm>
                <a:off x="5159831" y="639940"/>
                <a:ext cx="51120" cy="139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006EC89-73C0-7AAA-A499-1CDF4A6CFB5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41831" y="622300"/>
                  <a:ext cx="867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47D9D9F-3D2C-9EB0-494E-D74AE07C74E0}"/>
                    </a:ext>
                  </a:extLst>
                </p14:cNvPr>
                <p14:cNvContentPartPr/>
                <p14:nvPr/>
              </p14:nvContentPartPr>
              <p14:xfrm>
                <a:off x="5171351" y="581620"/>
                <a:ext cx="165600" cy="250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47D9D9F-3D2C-9EB0-494E-D74AE07C74E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3351" y="563980"/>
                  <a:ext cx="2012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EF356A-8E5F-8E55-81A4-63502E8F4C9D}"/>
                    </a:ext>
                  </a:extLst>
                </p14:cNvPr>
                <p14:cNvContentPartPr/>
                <p14:nvPr/>
              </p14:nvContentPartPr>
              <p14:xfrm>
                <a:off x="5464031" y="553900"/>
                <a:ext cx="70560" cy="32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EF356A-8E5F-8E55-81A4-63502E8F4C9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446391" y="536260"/>
                  <a:ext cx="1062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BFB6A51-1B9D-4862-1692-B3C445353D71}"/>
                    </a:ext>
                  </a:extLst>
                </p14:cNvPr>
                <p14:cNvContentPartPr/>
                <p14:nvPr/>
              </p14:nvContentPartPr>
              <p14:xfrm>
                <a:off x="5556911" y="635980"/>
                <a:ext cx="29520" cy="17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BFB6A51-1B9D-4862-1692-B3C445353D7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538911" y="618340"/>
                  <a:ext cx="651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64448C8-5C56-DA8E-7A68-0FE89F880826}"/>
                    </a:ext>
                  </a:extLst>
                </p14:cNvPr>
                <p14:cNvContentPartPr/>
                <p14:nvPr/>
              </p14:nvContentPartPr>
              <p14:xfrm>
                <a:off x="5686871" y="281380"/>
                <a:ext cx="203400" cy="330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64448C8-5C56-DA8E-7A68-0FE89F88082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669231" y="263740"/>
                  <a:ext cx="23904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56CAE46-828E-A325-38BF-51C98C938FCB}"/>
                    </a:ext>
                  </a:extLst>
                </p14:cNvPr>
                <p14:cNvContentPartPr/>
                <p14:nvPr/>
              </p14:nvContentPartPr>
              <p14:xfrm>
                <a:off x="6006551" y="552460"/>
                <a:ext cx="90360" cy="239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56CAE46-828E-A325-38BF-51C98C938FC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88551" y="534820"/>
                  <a:ext cx="12600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3BB278B-56A0-6BC2-5677-831A135C7DDA}"/>
                    </a:ext>
                  </a:extLst>
                </p14:cNvPr>
                <p14:cNvContentPartPr/>
                <p14:nvPr/>
              </p14:nvContentPartPr>
              <p14:xfrm>
                <a:off x="6026711" y="598180"/>
                <a:ext cx="282240" cy="132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3BB278B-56A0-6BC2-5677-831A135C7DD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08711" y="580180"/>
                  <a:ext cx="317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F076E25-1075-4CA3-F08B-157C8E194D0B}"/>
                    </a:ext>
                  </a:extLst>
                </p14:cNvPr>
                <p14:cNvContentPartPr/>
                <p14:nvPr/>
              </p14:nvContentPartPr>
              <p14:xfrm>
                <a:off x="6351791" y="578740"/>
                <a:ext cx="133560" cy="105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F076E25-1075-4CA3-F08B-157C8E194D0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333791" y="560740"/>
                  <a:ext cx="1692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5CF0467-F470-399B-31DF-DEE7E783BCAA}"/>
                    </a:ext>
                  </a:extLst>
                </p14:cNvPr>
                <p14:cNvContentPartPr/>
                <p14:nvPr/>
              </p14:nvContentPartPr>
              <p14:xfrm>
                <a:off x="6528911" y="570820"/>
                <a:ext cx="100800" cy="96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5CF0467-F470-399B-31DF-DEE7E783BCA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10911" y="552820"/>
                  <a:ext cx="1364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B8DBC42-862C-D593-107E-247D1E92C6E3}"/>
              </a:ext>
            </a:extLst>
          </p:cNvPr>
          <p:cNvGrpSpPr/>
          <p:nvPr/>
        </p:nvGrpSpPr>
        <p:grpSpPr>
          <a:xfrm>
            <a:off x="3246071" y="595660"/>
            <a:ext cx="461520" cy="1417320"/>
            <a:chOff x="3246071" y="595660"/>
            <a:chExt cx="461520" cy="141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CCC1234-B623-3ABD-DBE0-75C6A427B40B}"/>
                    </a:ext>
                  </a:extLst>
                </p14:cNvPr>
                <p14:cNvContentPartPr/>
                <p14:nvPr/>
              </p14:nvContentPartPr>
              <p14:xfrm>
                <a:off x="3246071" y="970780"/>
                <a:ext cx="123840" cy="161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CCC1234-B623-3ABD-DBE0-75C6A427B40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28071" y="953140"/>
                  <a:ext cx="1594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24D1940-2C7D-465D-9E04-26B2FFE18CCB}"/>
                    </a:ext>
                  </a:extLst>
                </p14:cNvPr>
                <p14:cNvContentPartPr/>
                <p14:nvPr/>
              </p14:nvContentPartPr>
              <p14:xfrm>
                <a:off x="3404111" y="963220"/>
                <a:ext cx="140400" cy="152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24D1940-2C7D-465D-9E04-26B2FFE18CC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86111" y="945580"/>
                  <a:ext cx="1760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ADC5FF3-0F92-2BF5-1396-975BBABF703B}"/>
                    </a:ext>
                  </a:extLst>
                </p14:cNvPr>
                <p14:cNvContentPartPr/>
                <p14:nvPr/>
              </p14:nvContentPartPr>
              <p14:xfrm>
                <a:off x="3420671" y="629860"/>
                <a:ext cx="13320" cy="281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ADC5FF3-0F92-2BF5-1396-975BBABF703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03031" y="612220"/>
                  <a:ext cx="489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B0FA581-8CA5-92D0-127B-CF0F94B89096}"/>
                    </a:ext>
                  </a:extLst>
                </p14:cNvPr>
                <p14:cNvContentPartPr/>
                <p14:nvPr/>
              </p14:nvContentPartPr>
              <p14:xfrm>
                <a:off x="3339311" y="595660"/>
                <a:ext cx="183240" cy="126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B0FA581-8CA5-92D0-127B-CF0F94B8909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21671" y="577660"/>
                  <a:ext cx="2188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5688347-ABF2-5485-1846-1795890B969C}"/>
                    </a:ext>
                  </a:extLst>
                </p14:cNvPr>
                <p14:cNvContentPartPr/>
                <p14:nvPr/>
              </p14:nvContentPartPr>
              <p14:xfrm>
                <a:off x="3432551" y="1212700"/>
                <a:ext cx="42120" cy="399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5688347-ABF2-5485-1846-1795890B969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14911" y="1195060"/>
                  <a:ext cx="7776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692B840-F489-490B-F2B9-CB99F2C50003}"/>
                    </a:ext>
                  </a:extLst>
                </p14:cNvPr>
                <p14:cNvContentPartPr/>
                <p14:nvPr/>
              </p14:nvContentPartPr>
              <p14:xfrm>
                <a:off x="3420311" y="1526260"/>
                <a:ext cx="113040" cy="71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692B840-F489-490B-F2B9-CB99F2C500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402671" y="1508260"/>
                  <a:ext cx="1486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C42B760-81DE-0F83-EA0E-F04F734820D1}"/>
                    </a:ext>
                  </a:extLst>
                </p14:cNvPr>
                <p14:cNvContentPartPr/>
                <p14:nvPr/>
              </p14:nvContentPartPr>
              <p14:xfrm>
                <a:off x="3600311" y="1717780"/>
                <a:ext cx="20160" cy="29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C42B760-81DE-0F83-EA0E-F04F734820D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582671" y="1699780"/>
                  <a:ext cx="558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FEE4BEC-63C8-2E0D-F9C2-308F36049C4F}"/>
                    </a:ext>
                  </a:extLst>
                </p14:cNvPr>
                <p14:cNvContentPartPr/>
                <p14:nvPr/>
              </p14:nvContentPartPr>
              <p14:xfrm>
                <a:off x="3517871" y="1711660"/>
                <a:ext cx="189720" cy="151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FEE4BEC-63C8-2E0D-F9C2-308F36049C4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499871" y="1693660"/>
                  <a:ext cx="22536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535B031-3975-EEA3-5200-44CDB87B8969}"/>
              </a:ext>
            </a:extLst>
          </p:cNvPr>
          <p:cNvGrpSpPr/>
          <p:nvPr/>
        </p:nvGrpSpPr>
        <p:grpSpPr>
          <a:xfrm>
            <a:off x="3390431" y="2174260"/>
            <a:ext cx="331920" cy="663120"/>
            <a:chOff x="3390431" y="2174260"/>
            <a:chExt cx="331920" cy="66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E4D4849-9819-337E-5E58-26ECC9D63A86}"/>
                    </a:ext>
                  </a:extLst>
                </p14:cNvPr>
                <p14:cNvContentPartPr/>
                <p14:nvPr/>
              </p14:nvContentPartPr>
              <p14:xfrm>
                <a:off x="3390431" y="2174260"/>
                <a:ext cx="153720" cy="266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E4D4849-9819-337E-5E58-26ECC9D63A8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372791" y="2156620"/>
                  <a:ext cx="189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1044E58-DB64-E580-9FB9-0C9AB9D1E27A}"/>
                    </a:ext>
                  </a:extLst>
                </p14:cNvPr>
                <p14:cNvContentPartPr/>
                <p14:nvPr/>
              </p14:nvContentPartPr>
              <p14:xfrm>
                <a:off x="3585911" y="2200540"/>
                <a:ext cx="119880" cy="1242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1044E58-DB64-E580-9FB9-0C9AB9D1E27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67911" y="2182540"/>
                  <a:ext cx="155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DCF3616-424C-8B36-1B30-262849695B68}"/>
                    </a:ext>
                  </a:extLst>
                </p14:cNvPr>
                <p14:cNvContentPartPr/>
                <p14:nvPr/>
              </p14:nvContentPartPr>
              <p14:xfrm>
                <a:off x="3619031" y="2470900"/>
                <a:ext cx="34200" cy="366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DCF3616-424C-8B36-1B30-262849695B6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601391" y="2453260"/>
                  <a:ext cx="6984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29B52FC-9599-7843-9E99-860252669697}"/>
                    </a:ext>
                  </a:extLst>
                </p14:cNvPr>
                <p14:cNvContentPartPr/>
                <p14:nvPr/>
              </p14:nvContentPartPr>
              <p14:xfrm>
                <a:off x="3594191" y="2766820"/>
                <a:ext cx="128160" cy="50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29B52FC-9599-7843-9E99-8602526696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576191" y="2748820"/>
                  <a:ext cx="16380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7C4415A-6D0B-CCB3-75E1-0715AB3CF3E4}"/>
              </a:ext>
            </a:extLst>
          </p:cNvPr>
          <p:cNvGrpSpPr/>
          <p:nvPr/>
        </p:nvGrpSpPr>
        <p:grpSpPr>
          <a:xfrm>
            <a:off x="5067311" y="1149340"/>
            <a:ext cx="2491920" cy="779040"/>
            <a:chOff x="5067311" y="1149340"/>
            <a:chExt cx="2491920" cy="77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E924EAD-9CFC-B42A-9A79-724A757E4F0A}"/>
                    </a:ext>
                  </a:extLst>
                </p14:cNvPr>
                <p14:cNvContentPartPr/>
                <p14:nvPr/>
              </p14:nvContentPartPr>
              <p14:xfrm>
                <a:off x="5465831" y="1301980"/>
                <a:ext cx="253440" cy="345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E924EAD-9CFC-B42A-9A79-724A757E4F0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448191" y="1284340"/>
                  <a:ext cx="28908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7EF7A7A-7965-2F5F-A8E2-C9AC4B7A44DC}"/>
                    </a:ext>
                  </a:extLst>
                </p14:cNvPr>
                <p14:cNvContentPartPr/>
                <p14:nvPr/>
              </p14:nvContentPartPr>
              <p14:xfrm>
                <a:off x="5798831" y="1596100"/>
                <a:ext cx="97200" cy="189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7EF7A7A-7965-2F5F-A8E2-C9AC4B7A44D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80831" y="1578460"/>
                  <a:ext cx="1328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25388C5-1053-E5D5-3610-B6E568B406FA}"/>
                    </a:ext>
                  </a:extLst>
                </p14:cNvPr>
                <p14:cNvContentPartPr/>
                <p14:nvPr/>
              </p14:nvContentPartPr>
              <p14:xfrm>
                <a:off x="5764271" y="1611580"/>
                <a:ext cx="401760" cy="145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25388C5-1053-E5D5-3610-B6E568B406F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746631" y="1593580"/>
                  <a:ext cx="4374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ADDD69F-1B38-A5B2-B89A-AC3BEC1B3652}"/>
                    </a:ext>
                  </a:extLst>
                </p14:cNvPr>
                <p14:cNvContentPartPr/>
                <p14:nvPr/>
              </p14:nvContentPartPr>
              <p14:xfrm>
                <a:off x="6187991" y="1607260"/>
                <a:ext cx="74520" cy="120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ADDD69F-1B38-A5B2-B89A-AC3BEC1B365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70351" y="1589260"/>
                  <a:ext cx="110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5907AD4-5C7F-6253-575C-D015E7C99BF2}"/>
                    </a:ext>
                  </a:extLst>
                </p14:cNvPr>
                <p14:cNvContentPartPr/>
                <p14:nvPr/>
              </p14:nvContentPartPr>
              <p14:xfrm>
                <a:off x="6326591" y="1615180"/>
                <a:ext cx="87480" cy="95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5907AD4-5C7F-6253-575C-D015E7C99BF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08951" y="1597180"/>
                  <a:ext cx="1231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8D421CB-02BC-0E59-5366-D367761AF8C5}"/>
                    </a:ext>
                  </a:extLst>
                </p14:cNvPr>
                <p14:cNvContentPartPr/>
                <p14:nvPr/>
              </p14:nvContentPartPr>
              <p14:xfrm>
                <a:off x="6605951" y="1560820"/>
                <a:ext cx="36360" cy="302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8D421CB-02BC-0E59-5366-D367761AF8C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588311" y="1543180"/>
                  <a:ext cx="72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7C23B28-A2DE-CF4F-0EA5-3F79BBF0BD77}"/>
                    </a:ext>
                  </a:extLst>
                </p14:cNvPr>
                <p14:cNvContentPartPr/>
                <p14:nvPr/>
              </p14:nvContentPartPr>
              <p14:xfrm>
                <a:off x="6595511" y="1598980"/>
                <a:ext cx="83880" cy="38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7C23B28-A2DE-CF4F-0EA5-3F79BBF0BD7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77511" y="1580980"/>
                  <a:ext cx="119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BF7987B-580F-8638-E364-3A3111E7443D}"/>
                    </a:ext>
                  </a:extLst>
                </p14:cNvPr>
                <p14:cNvContentPartPr/>
                <p14:nvPr/>
              </p14:nvContentPartPr>
              <p14:xfrm>
                <a:off x="6809711" y="1405660"/>
                <a:ext cx="204480" cy="231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BF7987B-580F-8638-E364-3A3111E7443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792071" y="1387660"/>
                  <a:ext cx="240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14AAE8E-688C-2A22-DB7A-9B10BA7C9698}"/>
                    </a:ext>
                  </a:extLst>
                </p14:cNvPr>
                <p14:cNvContentPartPr/>
                <p14:nvPr/>
              </p14:nvContentPartPr>
              <p14:xfrm>
                <a:off x="7053071" y="1370020"/>
                <a:ext cx="161640" cy="205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14AAE8E-688C-2A22-DB7A-9B10BA7C969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35431" y="1352380"/>
                  <a:ext cx="1972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A77395A-92EE-B5F8-8732-578DB6C66491}"/>
                    </a:ext>
                  </a:extLst>
                </p14:cNvPr>
                <p14:cNvContentPartPr/>
                <p14:nvPr/>
              </p14:nvContentPartPr>
              <p14:xfrm>
                <a:off x="5344871" y="1149340"/>
                <a:ext cx="2214360" cy="779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A77395A-92EE-B5F8-8732-578DB6C6649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26871" y="1131340"/>
                  <a:ext cx="225000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9371863-6FF2-BB3E-6EF3-77960483E458}"/>
                    </a:ext>
                  </a:extLst>
                </p14:cNvPr>
                <p14:cNvContentPartPr/>
                <p14:nvPr/>
              </p14:nvContentPartPr>
              <p14:xfrm>
                <a:off x="5120951" y="1322500"/>
                <a:ext cx="87480" cy="572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9371863-6FF2-BB3E-6EF3-77960483E45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102951" y="1304860"/>
                  <a:ext cx="123120" cy="6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AD95C37-4113-34E5-130E-A80E73A4EDC3}"/>
                    </a:ext>
                  </a:extLst>
                </p14:cNvPr>
                <p14:cNvContentPartPr/>
                <p14:nvPr/>
              </p14:nvContentPartPr>
              <p14:xfrm>
                <a:off x="5067311" y="1254100"/>
                <a:ext cx="2218320" cy="91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AD95C37-4113-34E5-130E-A80E73A4EDC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049311" y="1236100"/>
                  <a:ext cx="225396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299E7C7-8DF9-AC5E-EEE2-AC89D47BCE91}"/>
              </a:ext>
            </a:extLst>
          </p:cNvPr>
          <p:cNvGrpSpPr/>
          <p:nvPr/>
        </p:nvGrpSpPr>
        <p:grpSpPr>
          <a:xfrm>
            <a:off x="1288031" y="3514180"/>
            <a:ext cx="1539720" cy="551520"/>
            <a:chOff x="1288031" y="3514180"/>
            <a:chExt cx="15397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3627089-9F9D-5956-9859-835D8789518C}"/>
                    </a:ext>
                  </a:extLst>
                </p14:cNvPr>
                <p14:cNvContentPartPr/>
                <p14:nvPr/>
              </p14:nvContentPartPr>
              <p14:xfrm>
                <a:off x="1288031" y="3514180"/>
                <a:ext cx="34200" cy="416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3627089-9F9D-5956-9859-835D8789518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270031" y="3496540"/>
                  <a:ext cx="6984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E12F57B-68DE-07EB-9671-2623ED57F410}"/>
                    </a:ext>
                  </a:extLst>
                </p14:cNvPr>
                <p14:cNvContentPartPr/>
                <p14:nvPr/>
              </p14:nvContentPartPr>
              <p14:xfrm>
                <a:off x="1297391" y="3534340"/>
                <a:ext cx="170640" cy="26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E12F57B-68DE-07EB-9671-2623ED57F41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279391" y="3516700"/>
                  <a:ext cx="2062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BBF9ACE-E732-CB4F-D258-9AA03F8FCC3A}"/>
                    </a:ext>
                  </a:extLst>
                </p14:cNvPr>
                <p14:cNvContentPartPr/>
                <p14:nvPr/>
              </p14:nvContentPartPr>
              <p14:xfrm>
                <a:off x="1554071" y="3710020"/>
                <a:ext cx="152280" cy="1324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BBF9ACE-E732-CB4F-D258-9AA03F8FCC3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536071" y="3692380"/>
                  <a:ext cx="187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2FD15CA-3C98-3097-4500-9A218147387A}"/>
                    </a:ext>
                  </a:extLst>
                </p14:cNvPr>
                <p14:cNvContentPartPr/>
                <p14:nvPr/>
              </p14:nvContentPartPr>
              <p14:xfrm>
                <a:off x="1789151" y="3698860"/>
                <a:ext cx="45360" cy="149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2FD15CA-3C98-3097-4500-9A218147387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771511" y="3680860"/>
                  <a:ext cx="810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310ECBE-CBC5-D2BC-6BDD-5DD082B82983}"/>
                    </a:ext>
                  </a:extLst>
                </p14:cNvPr>
                <p14:cNvContentPartPr/>
                <p14:nvPr/>
              </p14:nvContentPartPr>
              <p14:xfrm>
                <a:off x="1829111" y="3693100"/>
                <a:ext cx="85320" cy="154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310ECBE-CBC5-D2BC-6BDD-5DD082B8298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811111" y="3675460"/>
                  <a:ext cx="1209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FBDABAE-D9E4-8DC9-FAD7-CFABC74879A5}"/>
                    </a:ext>
                  </a:extLst>
                </p14:cNvPr>
                <p14:cNvContentPartPr/>
                <p14:nvPr/>
              </p14:nvContentPartPr>
              <p14:xfrm>
                <a:off x="2058791" y="3594460"/>
                <a:ext cx="51120" cy="236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FBDABAE-D9E4-8DC9-FAD7-CFABC74879A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040791" y="3576820"/>
                  <a:ext cx="86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D5D0FB7-D972-CD91-6985-185FF677E168}"/>
                    </a:ext>
                  </a:extLst>
                </p14:cNvPr>
                <p14:cNvContentPartPr/>
                <p14:nvPr/>
              </p14:nvContentPartPr>
              <p14:xfrm>
                <a:off x="2229791" y="3711820"/>
                <a:ext cx="112680" cy="114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D5D0FB7-D972-CD91-6985-185FF677E16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212151" y="3693820"/>
                  <a:ext cx="1483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82AA2B8-585A-716F-F306-B51AA63211B6}"/>
                    </a:ext>
                  </a:extLst>
                </p14:cNvPr>
                <p14:cNvContentPartPr/>
                <p14:nvPr/>
              </p14:nvContentPartPr>
              <p14:xfrm>
                <a:off x="2453711" y="3696340"/>
                <a:ext cx="64440" cy="124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82AA2B8-585A-716F-F306-B51AA63211B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435711" y="3678700"/>
                  <a:ext cx="100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DB137F3-80AE-CF6F-2C6B-7A13E4D0E405}"/>
                    </a:ext>
                  </a:extLst>
                </p14:cNvPr>
                <p14:cNvContentPartPr/>
                <p14:nvPr/>
              </p14:nvContentPartPr>
              <p14:xfrm>
                <a:off x="2644511" y="3670780"/>
                <a:ext cx="183240" cy="136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DB137F3-80AE-CF6F-2C6B-7A13E4D0E40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26871" y="3652780"/>
                  <a:ext cx="218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C51908B-891A-0A37-4AC4-D052A6CF1F63}"/>
                    </a:ext>
                  </a:extLst>
                </p14:cNvPr>
                <p14:cNvContentPartPr/>
                <p14:nvPr/>
              </p14:nvContentPartPr>
              <p14:xfrm>
                <a:off x="1827311" y="3836740"/>
                <a:ext cx="47520" cy="2289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C51908B-891A-0A37-4AC4-D052A6CF1F6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09671" y="3819100"/>
                  <a:ext cx="8316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B2D3D925-9A0F-8805-29FF-EB1749567EBB}"/>
              </a:ext>
            </a:extLst>
          </p:cNvPr>
          <p:cNvGrpSpPr/>
          <p:nvPr/>
        </p:nvGrpSpPr>
        <p:grpSpPr>
          <a:xfrm>
            <a:off x="3252191" y="3653500"/>
            <a:ext cx="470160" cy="150480"/>
            <a:chOff x="3252191" y="3653500"/>
            <a:chExt cx="470160" cy="15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6E2DC2D-368F-B476-50B3-D2FB99FFD46D}"/>
                    </a:ext>
                  </a:extLst>
                </p14:cNvPr>
                <p14:cNvContentPartPr/>
                <p14:nvPr/>
              </p14:nvContentPartPr>
              <p14:xfrm>
                <a:off x="3252191" y="3653500"/>
                <a:ext cx="105840" cy="150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6E2DC2D-368F-B476-50B3-D2FB99FFD46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234551" y="3635860"/>
                  <a:ext cx="141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4E5A84F-0917-6BB3-2506-B8AAC0B37956}"/>
                    </a:ext>
                  </a:extLst>
                </p14:cNvPr>
                <p14:cNvContentPartPr/>
                <p14:nvPr/>
              </p14:nvContentPartPr>
              <p14:xfrm>
                <a:off x="3420311" y="3669340"/>
                <a:ext cx="139320" cy="109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4E5A84F-0917-6BB3-2506-B8AAC0B3795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402671" y="3651340"/>
                  <a:ext cx="1749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13C5007-38FF-00E9-24F4-6C28038AD842}"/>
                    </a:ext>
                  </a:extLst>
                </p14:cNvPr>
                <p14:cNvContentPartPr/>
                <p14:nvPr/>
              </p14:nvContentPartPr>
              <p14:xfrm>
                <a:off x="3630551" y="3676900"/>
                <a:ext cx="91800" cy="80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13C5007-38FF-00E9-24F4-6C28038AD84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612551" y="3658900"/>
                  <a:ext cx="12744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F0237DD6-1CF5-87D4-9B35-DC29FCD33E17}"/>
              </a:ext>
            </a:extLst>
          </p:cNvPr>
          <p:cNvGrpSpPr/>
          <p:nvPr/>
        </p:nvGrpSpPr>
        <p:grpSpPr>
          <a:xfrm>
            <a:off x="4224551" y="3571060"/>
            <a:ext cx="1065600" cy="185760"/>
            <a:chOff x="4224551" y="3571060"/>
            <a:chExt cx="1065600" cy="18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C605BAD-5CF0-39BF-E8CA-B43CDB182D7F}"/>
                    </a:ext>
                  </a:extLst>
                </p14:cNvPr>
                <p14:cNvContentPartPr/>
                <p14:nvPr/>
              </p14:nvContentPartPr>
              <p14:xfrm>
                <a:off x="4224551" y="3571060"/>
                <a:ext cx="110160" cy="185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C605BAD-5CF0-39BF-E8CA-B43CDB182D7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06911" y="3553060"/>
                  <a:ext cx="145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12E3A30-17C2-05F6-ED8F-2D836CA94E71}"/>
                    </a:ext>
                  </a:extLst>
                </p14:cNvPr>
                <p14:cNvContentPartPr/>
                <p14:nvPr/>
              </p14:nvContentPartPr>
              <p14:xfrm>
                <a:off x="4444871" y="3632980"/>
                <a:ext cx="90000" cy="102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12E3A30-17C2-05F6-ED8F-2D836CA94E7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426871" y="3614980"/>
                  <a:ext cx="1256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EBB2B55-21D0-5F09-EA68-6F4CDB4F3688}"/>
                    </a:ext>
                  </a:extLst>
                </p14:cNvPr>
                <p14:cNvContentPartPr/>
                <p14:nvPr/>
              </p14:nvContentPartPr>
              <p14:xfrm>
                <a:off x="4657631" y="3612100"/>
                <a:ext cx="152280" cy="106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EBB2B55-21D0-5F09-EA68-6F4CDB4F368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639991" y="3594460"/>
                  <a:ext cx="1879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5AEA079-B63B-114C-EAA8-156C616FD4BE}"/>
                    </a:ext>
                  </a:extLst>
                </p14:cNvPr>
                <p14:cNvContentPartPr/>
                <p14:nvPr/>
              </p14:nvContentPartPr>
              <p14:xfrm>
                <a:off x="4871471" y="3591220"/>
                <a:ext cx="78480" cy="114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5AEA079-B63B-114C-EAA8-156C616FD4B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831" y="3573220"/>
                  <a:ext cx="114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88631D0-9D0B-7814-2CC4-4AE4606359F9}"/>
                    </a:ext>
                  </a:extLst>
                </p14:cNvPr>
                <p14:cNvContentPartPr/>
                <p14:nvPr/>
              </p14:nvContentPartPr>
              <p14:xfrm>
                <a:off x="5067671" y="3581500"/>
                <a:ext cx="50400" cy="131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88631D0-9D0B-7814-2CC4-4AE4606359F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049671" y="3563860"/>
                  <a:ext cx="860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BB7A5B4-C0E1-65D6-B95A-83E4B708ED58}"/>
                    </a:ext>
                  </a:extLst>
                </p14:cNvPr>
                <p14:cNvContentPartPr/>
                <p14:nvPr/>
              </p14:nvContentPartPr>
              <p14:xfrm>
                <a:off x="5192231" y="3577900"/>
                <a:ext cx="97920" cy="126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BB7A5B4-C0E1-65D6-B95A-83E4B708ED5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74591" y="3559900"/>
                  <a:ext cx="13356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F706318-B88C-99F9-518A-C24C9FFDDC13}"/>
              </a:ext>
            </a:extLst>
          </p:cNvPr>
          <p:cNvGrpSpPr/>
          <p:nvPr/>
        </p:nvGrpSpPr>
        <p:grpSpPr>
          <a:xfrm>
            <a:off x="5744831" y="3443620"/>
            <a:ext cx="778680" cy="269640"/>
            <a:chOff x="5744831" y="3443620"/>
            <a:chExt cx="77868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D2A8BB3-29AD-B5E8-0071-CE07EA1B7953}"/>
                    </a:ext>
                  </a:extLst>
                </p14:cNvPr>
                <p14:cNvContentPartPr/>
                <p14:nvPr/>
              </p14:nvContentPartPr>
              <p14:xfrm>
                <a:off x="5744831" y="3567460"/>
                <a:ext cx="167400" cy="145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D2A8BB3-29AD-B5E8-0071-CE07EA1B795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726831" y="3549820"/>
                  <a:ext cx="2030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78AEE2B-E85B-BE7B-1477-C9CF49FABC7C}"/>
                    </a:ext>
                  </a:extLst>
                </p14:cNvPr>
                <p14:cNvContentPartPr/>
                <p14:nvPr/>
              </p14:nvContentPartPr>
              <p14:xfrm>
                <a:off x="5977391" y="3596620"/>
                <a:ext cx="57240" cy="116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78AEE2B-E85B-BE7B-1477-C9CF49FABC7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959391" y="3578620"/>
                  <a:ext cx="92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1F83D2D-609A-9018-6493-539F91CD317E}"/>
                    </a:ext>
                  </a:extLst>
                </p14:cNvPr>
                <p14:cNvContentPartPr/>
                <p14:nvPr/>
              </p14:nvContentPartPr>
              <p14:xfrm>
                <a:off x="6021311" y="3443620"/>
                <a:ext cx="27000" cy="435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1F83D2D-609A-9018-6493-539F91CD317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003311" y="3425620"/>
                  <a:ext cx="626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0A6E0D8-5116-28BE-4BF9-8EDD9B4F0F99}"/>
                    </a:ext>
                  </a:extLst>
                </p14:cNvPr>
                <p14:cNvContentPartPr/>
                <p14:nvPr/>
              </p14:nvContentPartPr>
              <p14:xfrm>
                <a:off x="6194831" y="3479980"/>
                <a:ext cx="51840" cy="210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0A6E0D8-5116-28BE-4BF9-8EDD9B4F0F9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176831" y="3461980"/>
                  <a:ext cx="87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6DDF098-96B8-F07B-B585-7B4A1D3B042D}"/>
                    </a:ext>
                  </a:extLst>
                </p14:cNvPr>
                <p14:cNvContentPartPr/>
                <p14:nvPr/>
              </p14:nvContentPartPr>
              <p14:xfrm>
                <a:off x="6155591" y="3518500"/>
                <a:ext cx="367920" cy="159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6DDF098-96B8-F07B-B585-7B4A1D3B042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137591" y="3500860"/>
                  <a:ext cx="40356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3F4F99FF-D6C3-95C2-B9C0-0F8F88B48077}"/>
                  </a:ext>
                </a:extLst>
              </p14:cNvPr>
              <p14:cNvContentPartPr/>
              <p14:nvPr/>
            </p14:nvContentPartPr>
            <p14:xfrm>
              <a:off x="6797831" y="3574300"/>
              <a:ext cx="136440" cy="11484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3F4F99FF-D6C3-95C2-B9C0-0F8F88B48077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6780191" y="3556660"/>
                <a:ext cx="172080" cy="15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EB297D00-8738-AF37-856B-B8368CD20812}"/>
              </a:ext>
            </a:extLst>
          </p:cNvPr>
          <p:cNvGrpSpPr/>
          <p:nvPr/>
        </p:nvGrpSpPr>
        <p:grpSpPr>
          <a:xfrm>
            <a:off x="7358711" y="3395380"/>
            <a:ext cx="999360" cy="308160"/>
            <a:chOff x="7358711" y="3395380"/>
            <a:chExt cx="99936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06CBB9E-21C8-029B-FADE-EF2774C8B382}"/>
                    </a:ext>
                  </a:extLst>
                </p14:cNvPr>
                <p14:cNvContentPartPr/>
                <p14:nvPr/>
              </p14:nvContentPartPr>
              <p14:xfrm>
                <a:off x="7358711" y="3501580"/>
                <a:ext cx="126720" cy="201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06CBB9E-21C8-029B-FADE-EF2774C8B38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341071" y="3483580"/>
                  <a:ext cx="1623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49FDCB4-D7B3-87FA-0AA6-15D0796836FA}"/>
                    </a:ext>
                  </a:extLst>
                </p14:cNvPr>
                <p14:cNvContentPartPr/>
                <p14:nvPr/>
              </p14:nvContentPartPr>
              <p14:xfrm>
                <a:off x="7590191" y="3415180"/>
                <a:ext cx="236880" cy="256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49FDCB4-D7B3-87FA-0AA6-15D0796836F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572191" y="3397180"/>
                  <a:ext cx="2725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53A3E45-81C5-D5F5-34BE-23C6CF78BCB3}"/>
                    </a:ext>
                  </a:extLst>
                </p14:cNvPr>
                <p14:cNvContentPartPr/>
                <p14:nvPr/>
              </p14:nvContentPartPr>
              <p14:xfrm>
                <a:off x="7898711" y="3545140"/>
                <a:ext cx="107280" cy="140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53A3E45-81C5-D5F5-34BE-23C6CF78BCB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881071" y="3527500"/>
                  <a:ext cx="1429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AAA5467-985A-2029-E5CC-92BB9713F8FE}"/>
                    </a:ext>
                  </a:extLst>
                </p14:cNvPr>
                <p14:cNvContentPartPr/>
                <p14:nvPr/>
              </p14:nvContentPartPr>
              <p14:xfrm>
                <a:off x="8038391" y="3539020"/>
                <a:ext cx="60840" cy="9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AAA5467-985A-2029-E5CC-92BB9713F8F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20751" y="3521020"/>
                  <a:ext cx="964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A13876B-21A8-EAF5-BF84-4343EA48D2AD}"/>
                    </a:ext>
                  </a:extLst>
                </p14:cNvPr>
                <p14:cNvContentPartPr/>
                <p14:nvPr/>
              </p14:nvContentPartPr>
              <p14:xfrm>
                <a:off x="8204351" y="3395380"/>
                <a:ext cx="114480" cy="246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A13876B-21A8-EAF5-BF84-4343EA48D2A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186351" y="3377380"/>
                  <a:ext cx="1501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EBF863F-8007-5193-E5D0-D40EFA01460D}"/>
                    </a:ext>
                  </a:extLst>
                </p14:cNvPr>
                <p14:cNvContentPartPr/>
                <p14:nvPr/>
              </p14:nvContentPartPr>
              <p14:xfrm>
                <a:off x="8225591" y="3530740"/>
                <a:ext cx="132480" cy="31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EBF863F-8007-5193-E5D0-D40EFA01460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207951" y="3512740"/>
                  <a:ext cx="16812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AF9B92B-0628-3386-F1DA-717426BDFAD3}"/>
              </a:ext>
            </a:extLst>
          </p:cNvPr>
          <p:cNvGrpSpPr/>
          <p:nvPr/>
        </p:nvGrpSpPr>
        <p:grpSpPr>
          <a:xfrm>
            <a:off x="1650911" y="4434700"/>
            <a:ext cx="2150640" cy="1971360"/>
            <a:chOff x="1650911" y="4434700"/>
            <a:chExt cx="2150640" cy="197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BC2600C-8878-D90A-39A4-6A39A1DDF648}"/>
                    </a:ext>
                  </a:extLst>
                </p14:cNvPr>
                <p14:cNvContentPartPr/>
                <p14:nvPr/>
              </p14:nvContentPartPr>
              <p14:xfrm>
                <a:off x="1676471" y="4638460"/>
                <a:ext cx="26280" cy="1215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BC2600C-8878-D90A-39A4-6A39A1DDF64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58471" y="4620820"/>
                  <a:ext cx="61920" cy="12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D69E4D4-262A-7D63-A585-6B9A9A524AC1}"/>
                    </a:ext>
                  </a:extLst>
                </p14:cNvPr>
                <p14:cNvContentPartPr/>
                <p14:nvPr/>
              </p14:nvContentPartPr>
              <p14:xfrm>
                <a:off x="1673951" y="4478260"/>
                <a:ext cx="1247400" cy="110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D69E4D4-262A-7D63-A585-6B9A9A524AC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55951" y="4460260"/>
                  <a:ext cx="12830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3DA359F-4B07-D478-D794-DBD0A8D8CF83}"/>
                    </a:ext>
                  </a:extLst>
                </p14:cNvPr>
                <p14:cNvContentPartPr/>
                <p14:nvPr/>
              </p14:nvContentPartPr>
              <p14:xfrm>
                <a:off x="2868791" y="4434700"/>
                <a:ext cx="48960" cy="297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3DA359F-4B07-D478-D794-DBD0A8D8CF8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51151" y="4417060"/>
                  <a:ext cx="846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53C7757-1E6B-312C-C5E1-F4268A2923EC}"/>
                    </a:ext>
                  </a:extLst>
                </p14:cNvPr>
                <p14:cNvContentPartPr/>
                <p14:nvPr/>
              </p14:nvContentPartPr>
              <p14:xfrm>
                <a:off x="2839271" y="4757620"/>
                <a:ext cx="122760" cy="234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53C7757-1E6B-312C-C5E1-F4268A2923E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21271" y="4739620"/>
                  <a:ext cx="1584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C621BBA-0628-B2EC-0C48-52FE20C7FBBC}"/>
                    </a:ext>
                  </a:extLst>
                </p14:cNvPr>
                <p14:cNvContentPartPr/>
                <p14:nvPr/>
              </p14:nvContentPartPr>
              <p14:xfrm>
                <a:off x="2913791" y="5004580"/>
                <a:ext cx="19800" cy="307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C621BBA-0628-B2EC-0C48-52FE20C7FBB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895791" y="4986580"/>
                  <a:ext cx="5544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6904B72-AF58-1558-866F-5E8CBAB7389F}"/>
                    </a:ext>
                  </a:extLst>
                </p14:cNvPr>
                <p14:cNvContentPartPr/>
                <p14:nvPr/>
              </p14:nvContentPartPr>
              <p14:xfrm>
                <a:off x="2885711" y="5254060"/>
                <a:ext cx="74160" cy="802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6904B72-AF58-1558-866F-5E8CBAB7389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67711" y="5236060"/>
                  <a:ext cx="1098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F88535E-06CD-54C6-156B-3F03C718BBC7}"/>
                    </a:ext>
                  </a:extLst>
                </p14:cNvPr>
                <p14:cNvContentPartPr/>
                <p14:nvPr/>
              </p14:nvContentPartPr>
              <p14:xfrm>
                <a:off x="2907671" y="5290420"/>
                <a:ext cx="778680" cy="23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F88535E-06CD-54C6-156B-3F03C718BBC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889671" y="5272420"/>
                  <a:ext cx="814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BFAA292-916D-522C-E4BE-0A47471CBD0F}"/>
                    </a:ext>
                  </a:extLst>
                </p14:cNvPr>
                <p14:cNvContentPartPr/>
                <p14:nvPr/>
              </p14:nvContentPartPr>
              <p14:xfrm>
                <a:off x="3671231" y="5241460"/>
                <a:ext cx="41760" cy="63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BFAA292-916D-522C-E4BE-0A47471CBD0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653591" y="5223820"/>
                  <a:ext cx="774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C220211-D2AD-6F65-19F9-42EFA2DCED5C}"/>
                    </a:ext>
                  </a:extLst>
                </p14:cNvPr>
                <p14:cNvContentPartPr/>
                <p14:nvPr/>
              </p14:nvContentPartPr>
              <p14:xfrm>
                <a:off x="2935751" y="5345500"/>
                <a:ext cx="18000" cy="356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C220211-D2AD-6F65-19F9-42EFA2DCED5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18111" y="5327860"/>
                  <a:ext cx="536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D921BDD-5195-2EBB-24D3-2AA710D3F224}"/>
                    </a:ext>
                  </a:extLst>
                </p14:cNvPr>
                <p14:cNvContentPartPr/>
                <p14:nvPr/>
              </p14:nvContentPartPr>
              <p14:xfrm>
                <a:off x="2878511" y="5729620"/>
                <a:ext cx="117360" cy="201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D921BDD-5195-2EBB-24D3-2AA710D3F22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860511" y="5711620"/>
                  <a:ext cx="1530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4E4B4C8-36B3-C4C7-94F0-6FF111F0A54B}"/>
                    </a:ext>
                  </a:extLst>
                </p14:cNvPr>
                <p14:cNvContentPartPr/>
                <p14:nvPr/>
              </p14:nvContentPartPr>
              <p14:xfrm>
                <a:off x="2960231" y="5944180"/>
                <a:ext cx="20520" cy="3931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4E4B4C8-36B3-C4C7-94F0-6FF111F0A54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942591" y="5926180"/>
                  <a:ext cx="5616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814A08F-67FF-7B68-427B-B41B208C51C1}"/>
                    </a:ext>
                  </a:extLst>
                </p14:cNvPr>
                <p14:cNvContentPartPr/>
                <p14:nvPr/>
              </p14:nvContentPartPr>
              <p14:xfrm>
                <a:off x="1697711" y="6288340"/>
                <a:ext cx="1288080" cy="464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814A08F-67FF-7B68-427B-B41B208C51C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679711" y="6270340"/>
                  <a:ext cx="13237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2A3BB3D-4363-8676-A545-5E4778B3AEFE}"/>
                    </a:ext>
                  </a:extLst>
                </p14:cNvPr>
                <p14:cNvContentPartPr/>
                <p14:nvPr/>
              </p14:nvContentPartPr>
              <p14:xfrm>
                <a:off x="1650911" y="5846620"/>
                <a:ext cx="23760" cy="559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2A3BB3D-4363-8676-A545-5E4778B3AEF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633271" y="5828620"/>
                  <a:ext cx="5940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172AEDA-B222-D235-0B65-053111AFA233}"/>
                    </a:ext>
                  </a:extLst>
                </p14:cNvPr>
                <p14:cNvContentPartPr/>
                <p14:nvPr/>
              </p14:nvContentPartPr>
              <p14:xfrm>
                <a:off x="2956631" y="6240100"/>
                <a:ext cx="798840" cy="86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172AEDA-B222-D235-0B65-053111AFA23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938631" y="6222100"/>
                  <a:ext cx="8344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FA730DA-3B0A-A4AE-F81C-C99A3391E78D}"/>
                    </a:ext>
                  </a:extLst>
                </p14:cNvPr>
                <p14:cNvContentPartPr/>
                <p14:nvPr/>
              </p14:nvContentPartPr>
              <p14:xfrm>
                <a:off x="3720551" y="6183580"/>
                <a:ext cx="37080" cy="640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FA730DA-3B0A-A4AE-F81C-C99A3391E78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702911" y="6165940"/>
                  <a:ext cx="72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C296836-897D-3BFC-FB8E-03BBD1862249}"/>
                    </a:ext>
                  </a:extLst>
                </p14:cNvPr>
                <p14:cNvContentPartPr/>
                <p14:nvPr/>
              </p14:nvContentPartPr>
              <p14:xfrm>
                <a:off x="3586631" y="4832140"/>
                <a:ext cx="11160" cy="2433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C296836-897D-3BFC-FB8E-03BBD186224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568631" y="4814500"/>
                  <a:ext cx="468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42F60A4-D4F6-6F3A-0A3D-26DD3F5940B7}"/>
                    </a:ext>
                  </a:extLst>
                </p14:cNvPr>
                <p14:cNvContentPartPr/>
                <p14:nvPr/>
              </p14:nvContentPartPr>
              <p14:xfrm>
                <a:off x="3567551" y="4813420"/>
                <a:ext cx="185760" cy="182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42F60A4-D4F6-6F3A-0A3D-26DD3F5940B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49551" y="4795780"/>
                  <a:ext cx="221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953D475-7EB9-FD14-4A48-E3EF54D95C3C}"/>
                    </a:ext>
                  </a:extLst>
                </p14:cNvPr>
                <p14:cNvContentPartPr/>
                <p14:nvPr/>
              </p14:nvContentPartPr>
              <p14:xfrm>
                <a:off x="3602471" y="4926100"/>
                <a:ext cx="104040" cy="489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953D475-7EB9-FD14-4A48-E3EF54D95C3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584471" y="4908460"/>
                  <a:ext cx="1396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521910-1DFE-94ED-FB28-FDC587A7F5BB}"/>
                    </a:ext>
                  </a:extLst>
                </p14:cNvPr>
                <p14:cNvContentPartPr/>
                <p14:nvPr/>
              </p14:nvContentPartPr>
              <p14:xfrm>
                <a:off x="3668711" y="5921140"/>
                <a:ext cx="34200" cy="162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521910-1DFE-94ED-FB28-FDC587A7F5B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651071" y="5903140"/>
                  <a:ext cx="698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EE753F2-8A73-2041-34D6-1D7794B29416}"/>
                    </a:ext>
                  </a:extLst>
                </p14:cNvPr>
                <p14:cNvContentPartPr/>
                <p14:nvPr/>
              </p14:nvContentPartPr>
              <p14:xfrm>
                <a:off x="3635951" y="5857060"/>
                <a:ext cx="165600" cy="189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EE753F2-8A73-2041-34D6-1D7794B2941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617951" y="5839060"/>
                  <a:ext cx="2012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65A327E-E718-E67B-0D34-FC9E47C1B41C}"/>
                    </a:ext>
                  </a:extLst>
                </p14:cNvPr>
                <p14:cNvContentPartPr/>
                <p14:nvPr/>
              </p14:nvContentPartPr>
              <p14:xfrm>
                <a:off x="2424191" y="4890820"/>
                <a:ext cx="71640" cy="167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65A327E-E718-E67B-0D34-FC9E47C1B41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406551" y="4872820"/>
                  <a:ext cx="107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25A2B7D-7C4E-BE5E-4531-297095FC6151}"/>
                    </a:ext>
                  </a:extLst>
                </p14:cNvPr>
                <p14:cNvContentPartPr/>
                <p14:nvPr/>
              </p14:nvContentPartPr>
              <p14:xfrm>
                <a:off x="2562071" y="4849420"/>
                <a:ext cx="84960" cy="146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25A2B7D-7C4E-BE5E-4531-297095FC615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544071" y="4831780"/>
                  <a:ext cx="1206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5796F50-DCC2-21D5-EC69-8BE0A3F644EC}"/>
                    </a:ext>
                  </a:extLst>
                </p14:cNvPr>
                <p14:cNvContentPartPr/>
                <p14:nvPr/>
              </p14:nvContentPartPr>
              <p14:xfrm>
                <a:off x="2611751" y="4842940"/>
                <a:ext cx="96120" cy="115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5796F50-DCC2-21D5-EC69-8BE0A3F644E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594111" y="4824940"/>
                  <a:ext cx="1317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006A523-29C9-D3FA-AC19-9D54EF34DA8D}"/>
                    </a:ext>
                  </a:extLst>
                </p14:cNvPr>
                <p14:cNvContentPartPr/>
                <p14:nvPr/>
              </p14:nvContentPartPr>
              <p14:xfrm>
                <a:off x="2455871" y="5786860"/>
                <a:ext cx="143280" cy="165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006A523-29C9-D3FA-AC19-9D54EF34DA8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438231" y="5768860"/>
                  <a:ext cx="178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8317F01-67FE-F9A3-086B-8CEF2C60B064}"/>
                    </a:ext>
                  </a:extLst>
                </p14:cNvPr>
                <p14:cNvContentPartPr/>
                <p14:nvPr/>
              </p14:nvContentPartPr>
              <p14:xfrm>
                <a:off x="2585471" y="5850580"/>
                <a:ext cx="39600" cy="184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8317F01-67FE-F9A3-086B-8CEF2C60B06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567471" y="5832580"/>
                  <a:ext cx="752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BD01CE6-ECE0-4F92-C692-88E99B50CA7A}"/>
                    </a:ext>
                  </a:extLst>
                </p14:cNvPr>
                <p14:cNvContentPartPr/>
                <p14:nvPr/>
              </p14:nvContentPartPr>
              <p14:xfrm>
                <a:off x="2663951" y="5784340"/>
                <a:ext cx="69120" cy="173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BD01CE6-ECE0-4F92-C692-88E99B50CA7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645951" y="5766700"/>
                  <a:ext cx="104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71F24B7-A1E1-B9B7-9FAC-C6255A5E1572}"/>
                    </a:ext>
                  </a:extLst>
                </p14:cNvPr>
                <p14:cNvContentPartPr/>
                <p14:nvPr/>
              </p14:nvContentPartPr>
              <p14:xfrm>
                <a:off x="2719031" y="5753740"/>
                <a:ext cx="91080" cy="106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71F24B7-A1E1-B9B7-9FAC-C6255A5E157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701391" y="5735740"/>
                  <a:ext cx="12672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41AB2643-4DEE-16D8-CE79-E4E08487BC6B}"/>
              </a:ext>
            </a:extLst>
          </p:cNvPr>
          <p:cNvGrpSpPr/>
          <p:nvPr/>
        </p:nvGrpSpPr>
        <p:grpSpPr>
          <a:xfrm>
            <a:off x="4163351" y="4189900"/>
            <a:ext cx="1188000" cy="348480"/>
            <a:chOff x="4163351" y="4189900"/>
            <a:chExt cx="1188000" cy="34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FE60CD4-1F9F-C5E6-4580-D0624E7BA329}"/>
                    </a:ext>
                  </a:extLst>
                </p14:cNvPr>
                <p14:cNvContentPartPr/>
                <p14:nvPr/>
              </p14:nvContentPartPr>
              <p14:xfrm>
                <a:off x="4163351" y="4203220"/>
                <a:ext cx="52560" cy="334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FE60CD4-1F9F-C5E6-4580-D0624E7BA32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145711" y="4185580"/>
                  <a:ext cx="882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DB88FC5-A50E-FF1D-F6B7-4D02EB9A7472}"/>
                    </a:ext>
                  </a:extLst>
                </p14:cNvPr>
                <p14:cNvContentPartPr/>
                <p14:nvPr/>
              </p14:nvContentPartPr>
              <p14:xfrm>
                <a:off x="4175591" y="4189900"/>
                <a:ext cx="214920" cy="1972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DB88FC5-A50E-FF1D-F6B7-4D02EB9A747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57951" y="4171900"/>
                  <a:ext cx="250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7D8076E-D91B-4FC1-5C0E-4DCBFED8FC6E}"/>
                    </a:ext>
                  </a:extLst>
                </p14:cNvPr>
                <p14:cNvContentPartPr/>
                <p14:nvPr/>
              </p14:nvContentPartPr>
              <p14:xfrm>
                <a:off x="4474391" y="4314820"/>
                <a:ext cx="12960" cy="156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7D8076E-D91B-4FC1-5C0E-4DCBFED8FC6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56391" y="4296820"/>
                  <a:ext cx="486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E5A2452-536E-EE04-C688-CC38D6005C5D}"/>
                    </a:ext>
                  </a:extLst>
                </p14:cNvPr>
                <p14:cNvContentPartPr/>
                <p14:nvPr/>
              </p14:nvContentPartPr>
              <p14:xfrm>
                <a:off x="4491311" y="4293220"/>
                <a:ext cx="107280" cy="105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E5A2452-536E-EE04-C688-CC38D6005C5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473311" y="4275220"/>
                  <a:ext cx="1429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C18FEC1-0C86-5A94-74F4-4BF4F4C6C354}"/>
                    </a:ext>
                  </a:extLst>
                </p14:cNvPr>
                <p14:cNvContentPartPr/>
                <p14:nvPr/>
              </p14:nvContentPartPr>
              <p14:xfrm>
                <a:off x="4533071" y="4377820"/>
                <a:ext cx="52560" cy="406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C18FEC1-0C86-5A94-74F4-4BF4F4C6C35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15071" y="4359820"/>
                  <a:ext cx="882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39190A0-3784-549B-C042-3A5F3BC673D7}"/>
                    </a:ext>
                  </a:extLst>
                </p14:cNvPr>
                <p14:cNvContentPartPr/>
                <p14:nvPr/>
              </p14:nvContentPartPr>
              <p14:xfrm>
                <a:off x="4709831" y="4296100"/>
                <a:ext cx="28800" cy="131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39190A0-3784-549B-C042-3A5F3BC673D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91831" y="4278100"/>
                  <a:ext cx="644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92F541C-3796-C5E8-FDF3-7CA7F1995B60}"/>
                    </a:ext>
                  </a:extLst>
                </p14:cNvPr>
                <p14:cNvContentPartPr/>
                <p14:nvPr/>
              </p14:nvContentPartPr>
              <p14:xfrm>
                <a:off x="4751591" y="4270540"/>
                <a:ext cx="120240" cy="195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92F541C-3796-C5E8-FDF3-7CA7F1995B60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733591" y="4252900"/>
                  <a:ext cx="15588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3AE2BE1-1ADF-3E21-41AB-D8E99F415A35}"/>
                    </a:ext>
                  </a:extLst>
                </p14:cNvPr>
                <p14:cNvContentPartPr/>
                <p14:nvPr/>
              </p14:nvContentPartPr>
              <p14:xfrm>
                <a:off x="4973351" y="4321300"/>
                <a:ext cx="16200" cy="5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3AE2BE1-1ADF-3E21-41AB-D8E99F415A3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955351" y="4303300"/>
                  <a:ext cx="518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3A10094-1D4B-74A8-84FA-CBBE4BCAE843}"/>
                    </a:ext>
                  </a:extLst>
                </p14:cNvPr>
                <p14:cNvContentPartPr/>
                <p14:nvPr/>
              </p14:nvContentPartPr>
              <p14:xfrm>
                <a:off x="5017991" y="4359460"/>
                <a:ext cx="73800" cy="309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3A10094-1D4B-74A8-84FA-CBBE4BCAE84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000351" y="4341820"/>
                  <a:ext cx="1094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A517616-7AA5-6FB6-69F6-0ADFC1583DB5}"/>
                    </a:ext>
                  </a:extLst>
                </p14:cNvPr>
                <p14:cNvContentPartPr/>
                <p14:nvPr/>
              </p14:nvContentPartPr>
              <p14:xfrm>
                <a:off x="5194751" y="4219780"/>
                <a:ext cx="113400" cy="170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A517616-7AA5-6FB6-69F6-0ADFC1583DB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176751" y="4201780"/>
                  <a:ext cx="1490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6175A32-7CD3-3E03-BCA5-78D21300F724}"/>
                    </a:ext>
                  </a:extLst>
                </p14:cNvPr>
                <p14:cNvContentPartPr/>
                <p14:nvPr/>
              </p14:nvContentPartPr>
              <p14:xfrm>
                <a:off x="5339831" y="4520740"/>
                <a:ext cx="11520" cy="17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6175A32-7CD3-3E03-BCA5-78D21300F72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321831" y="4503100"/>
                  <a:ext cx="471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AA821F7-5C11-7689-EA18-F44084FC1621}"/>
              </a:ext>
            </a:extLst>
          </p:cNvPr>
          <p:cNvGrpSpPr/>
          <p:nvPr/>
        </p:nvGrpSpPr>
        <p:grpSpPr>
          <a:xfrm>
            <a:off x="7034351" y="4317340"/>
            <a:ext cx="189360" cy="234360"/>
            <a:chOff x="7034351" y="4317340"/>
            <a:chExt cx="18936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727597C-B700-4A96-17EE-3B01033BEC55}"/>
                    </a:ext>
                  </a:extLst>
                </p14:cNvPr>
                <p14:cNvContentPartPr/>
                <p14:nvPr/>
              </p14:nvContentPartPr>
              <p14:xfrm>
                <a:off x="7048751" y="4333900"/>
                <a:ext cx="16560" cy="217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727597C-B700-4A96-17EE-3B01033BEC55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031111" y="4315900"/>
                  <a:ext cx="522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E378D3B-EA49-C716-B90E-B7C21EC8FD1C}"/>
                    </a:ext>
                  </a:extLst>
                </p14:cNvPr>
                <p14:cNvContentPartPr/>
                <p14:nvPr/>
              </p14:nvContentPartPr>
              <p14:xfrm>
                <a:off x="7034351" y="4317340"/>
                <a:ext cx="189360" cy="210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E378D3B-EA49-C716-B90E-B7C21EC8FD1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6711" y="4299340"/>
                  <a:ext cx="2250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CC4B673-7421-2F3E-1430-8EBDC3BDB2D5}"/>
                    </a:ext>
                  </a:extLst>
                </p14:cNvPr>
                <p14:cNvContentPartPr/>
                <p14:nvPr/>
              </p14:nvContentPartPr>
              <p14:xfrm>
                <a:off x="7053791" y="4449820"/>
                <a:ext cx="74160" cy="169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CC4B673-7421-2F3E-1430-8EBDC3BDB2D5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035791" y="4431820"/>
                  <a:ext cx="10980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5E8892F9-7AE8-85E0-1833-BDF9361874BF}"/>
              </a:ext>
            </a:extLst>
          </p:cNvPr>
          <p:cNvGrpSpPr/>
          <p:nvPr/>
        </p:nvGrpSpPr>
        <p:grpSpPr>
          <a:xfrm>
            <a:off x="4782191" y="4879660"/>
            <a:ext cx="2760840" cy="1478520"/>
            <a:chOff x="4782191" y="4879660"/>
            <a:chExt cx="2760840" cy="147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89B6A2E-3311-6104-91E2-FBCD555E06FB}"/>
                    </a:ext>
                  </a:extLst>
                </p14:cNvPr>
                <p14:cNvContentPartPr/>
                <p14:nvPr/>
              </p14:nvContentPartPr>
              <p14:xfrm>
                <a:off x="5898551" y="4983340"/>
                <a:ext cx="30240" cy="419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89B6A2E-3311-6104-91E2-FBCD555E06F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880911" y="4965340"/>
                  <a:ext cx="6588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A7824AB-B49A-AA3F-F8D0-BF7DE01B5B4B}"/>
                    </a:ext>
                  </a:extLst>
                </p14:cNvPr>
                <p14:cNvContentPartPr/>
                <p14:nvPr/>
              </p14:nvContentPartPr>
              <p14:xfrm>
                <a:off x="5910791" y="5412100"/>
                <a:ext cx="132480" cy="293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A7824AB-B49A-AA3F-F8D0-BF7DE01B5B4B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892791" y="5394460"/>
                  <a:ext cx="1681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CCE1297-2FF1-4063-5704-CFC6C9E6DB2E}"/>
                    </a:ext>
                  </a:extLst>
                </p14:cNvPr>
                <p14:cNvContentPartPr/>
                <p14:nvPr/>
              </p14:nvContentPartPr>
              <p14:xfrm>
                <a:off x="6009791" y="5733940"/>
                <a:ext cx="36360" cy="441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CCE1297-2FF1-4063-5704-CFC6C9E6DB2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992151" y="5716300"/>
                  <a:ext cx="7200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BFFB0A6-44A1-C812-E336-0A4C0C24D1D6}"/>
                    </a:ext>
                  </a:extLst>
                </p14:cNvPr>
                <p14:cNvContentPartPr/>
                <p14:nvPr/>
              </p14:nvContentPartPr>
              <p14:xfrm>
                <a:off x="6205631" y="5485180"/>
                <a:ext cx="141840" cy="1710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BFFB0A6-44A1-C812-E336-0A4C0C24D1D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187991" y="5467180"/>
                  <a:ext cx="177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8C93683-14AA-CF72-5E74-BFD2C1302391}"/>
                    </a:ext>
                  </a:extLst>
                </p14:cNvPr>
                <p14:cNvContentPartPr/>
                <p14:nvPr/>
              </p14:nvContentPartPr>
              <p14:xfrm>
                <a:off x="6348551" y="5551780"/>
                <a:ext cx="15120" cy="214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8C93683-14AA-CF72-5E74-BFD2C130239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330911" y="5534140"/>
                  <a:ext cx="507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EB631CC-0780-6602-874B-38CD1C3DCE83}"/>
                    </a:ext>
                  </a:extLst>
                </p14:cNvPr>
                <p14:cNvContentPartPr/>
                <p14:nvPr/>
              </p14:nvContentPartPr>
              <p14:xfrm>
                <a:off x="6483551" y="5507140"/>
                <a:ext cx="36720" cy="227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EB631CC-0780-6602-874B-38CD1C3DCE8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65911" y="5489500"/>
                  <a:ext cx="72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12BDC3A-5CE0-E747-8705-3A618FE04AF8}"/>
                    </a:ext>
                  </a:extLst>
                </p14:cNvPr>
                <p14:cNvContentPartPr/>
                <p14:nvPr/>
              </p14:nvContentPartPr>
              <p14:xfrm>
                <a:off x="6522071" y="5588860"/>
                <a:ext cx="100080" cy="53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12BDC3A-5CE0-E747-8705-3A618FE04AF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504071" y="5571220"/>
                  <a:ext cx="1357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E13AD2F-00EA-7ABE-BA39-2D0BB0F1C74C}"/>
                    </a:ext>
                  </a:extLst>
                </p14:cNvPr>
                <p14:cNvContentPartPr/>
                <p14:nvPr/>
              </p14:nvContentPartPr>
              <p14:xfrm>
                <a:off x="5889911" y="4879660"/>
                <a:ext cx="1281600" cy="1155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E13AD2F-00EA-7ABE-BA39-2D0BB0F1C74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872271" y="4862020"/>
                  <a:ext cx="13172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18B5173-4E58-823B-1D48-DBBFD89EAF0A}"/>
                    </a:ext>
                  </a:extLst>
                </p14:cNvPr>
                <p14:cNvContentPartPr/>
                <p14:nvPr/>
              </p14:nvContentPartPr>
              <p14:xfrm>
                <a:off x="5933471" y="6156580"/>
                <a:ext cx="1208520" cy="75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18B5173-4E58-823B-1D48-DBBFD89EAF0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915831" y="6138580"/>
                  <a:ext cx="1244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A5B05F9-71D5-F022-4075-28F63A2C876C}"/>
                    </a:ext>
                  </a:extLst>
                </p14:cNvPr>
                <p14:cNvContentPartPr/>
                <p14:nvPr/>
              </p14:nvContentPartPr>
              <p14:xfrm>
                <a:off x="7095191" y="6098260"/>
                <a:ext cx="111600" cy="128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A5B05F9-71D5-F022-4075-28F63A2C876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077551" y="6080260"/>
                  <a:ext cx="147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01F203F-D932-62A5-2C52-CBD60528F5DD}"/>
                    </a:ext>
                  </a:extLst>
                </p14:cNvPr>
                <p14:cNvContentPartPr/>
                <p14:nvPr/>
              </p14:nvContentPartPr>
              <p14:xfrm>
                <a:off x="7137671" y="6154420"/>
                <a:ext cx="40680" cy="370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01F203F-D932-62A5-2C52-CBD60528F5D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120031" y="6136420"/>
                  <a:ext cx="763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35E712B-47AC-7373-3BB1-A62E596AE7FF}"/>
                    </a:ext>
                  </a:extLst>
                </p14:cNvPr>
                <p14:cNvContentPartPr/>
                <p14:nvPr/>
              </p14:nvContentPartPr>
              <p14:xfrm>
                <a:off x="7169351" y="6159820"/>
                <a:ext cx="4680" cy="378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35E712B-47AC-7373-3BB1-A62E596AE7F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151351" y="6142180"/>
                  <a:ext cx="403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E49BC4E-4F27-5E15-1100-F32C68199B91}"/>
                    </a:ext>
                  </a:extLst>
                </p14:cNvPr>
                <p14:cNvContentPartPr/>
                <p14:nvPr/>
              </p14:nvContentPartPr>
              <p14:xfrm>
                <a:off x="7366991" y="6126340"/>
                <a:ext cx="45000" cy="2160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E49BC4E-4F27-5E15-1100-F32C68199B9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349351" y="6108340"/>
                  <a:ext cx="806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A1D73CB-50CD-498D-D41E-492BF6196513}"/>
                    </a:ext>
                  </a:extLst>
                </p14:cNvPr>
                <p14:cNvContentPartPr/>
                <p14:nvPr/>
              </p14:nvContentPartPr>
              <p14:xfrm>
                <a:off x="7369511" y="6097180"/>
                <a:ext cx="173520" cy="261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A1D73CB-50CD-498D-D41E-492BF619651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351511" y="6079180"/>
                  <a:ext cx="2091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AF8ABFD-4A1C-FCE1-A244-B4BE0B9308F6}"/>
                    </a:ext>
                  </a:extLst>
                </p14:cNvPr>
                <p14:cNvContentPartPr/>
                <p14:nvPr/>
              </p14:nvContentPartPr>
              <p14:xfrm>
                <a:off x="5221751" y="4968940"/>
                <a:ext cx="721440" cy="84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AF8ABFD-4A1C-FCE1-A244-B4BE0B9308F6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204111" y="4951300"/>
                  <a:ext cx="7570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0B6BD81-40E7-EC6C-0502-490B0BB65739}"/>
                    </a:ext>
                  </a:extLst>
                </p14:cNvPr>
                <p14:cNvContentPartPr/>
                <p14:nvPr/>
              </p14:nvContentPartPr>
              <p14:xfrm>
                <a:off x="5259551" y="5063980"/>
                <a:ext cx="75600" cy="3758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0B6BD81-40E7-EC6C-0502-490B0BB6573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241911" y="5045980"/>
                  <a:ext cx="11124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1AED3FA-9295-179A-54F5-782B6D65FA01}"/>
                    </a:ext>
                  </a:extLst>
                </p14:cNvPr>
                <p14:cNvContentPartPr/>
                <p14:nvPr/>
              </p14:nvContentPartPr>
              <p14:xfrm>
                <a:off x="5281871" y="5422900"/>
                <a:ext cx="111600" cy="294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1AED3FA-9295-179A-54F5-782B6D65FA0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263871" y="5405260"/>
                  <a:ext cx="1472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DE16A8F-37AB-14E1-2E8C-443B24397158}"/>
                    </a:ext>
                  </a:extLst>
                </p14:cNvPr>
                <p14:cNvContentPartPr/>
                <p14:nvPr/>
              </p14:nvContentPartPr>
              <p14:xfrm>
                <a:off x="5365031" y="5723140"/>
                <a:ext cx="114120" cy="583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DE16A8F-37AB-14E1-2E8C-443B2439715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347391" y="5705140"/>
                  <a:ext cx="149760" cy="6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64B5D1E-AF17-BA9D-E165-5FF812E129FE}"/>
                    </a:ext>
                  </a:extLst>
                </p14:cNvPr>
                <p14:cNvContentPartPr/>
                <p14:nvPr/>
              </p14:nvContentPartPr>
              <p14:xfrm>
                <a:off x="5432711" y="6230020"/>
                <a:ext cx="610560" cy="44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64B5D1E-AF17-BA9D-E165-5FF812E129F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415071" y="6212020"/>
                  <a:ext cx="6462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1BF0370-92DE-C60E-2F6D-DC8CDA23D290}"/>
                    </a:ext>
                  </a:extLst>
                </p14:cNvPr>
                <p14:cNvContentPartPr/>
                <p14:nvPr/>
              </p14:nvContentPartPr>
              <p14:xfrm>
                <a:off x="4782191" y="5546380"/>
                <a:ext cx="75960" cy="207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1BF0370-92DE-C60E-2F6D-DC8CDA23D29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764191" y="5528380"/>
                  <a:ext cx="1116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DAA97A0-93DC-9CFE-AB07-FBF7D67E68AF}"/>
                    </a:ext>
                  </a:extLst>
                </p14:cNvPr>
                <p14:cNvContentPartPr/>
                <p14:nvPr/>
              </p14:nvContentPartPr>
              <p14:xfrm>
                <a:off x="4900271" y="5522980"/>
                <a:ext cx="95040" cy="198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DAA97A0-93DC-9CFE-AB07-FBF7D67E68A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882271" y="5504980"/>
                  <a:ext cx="1306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05F1C4B-864B-5C87-1818-A6670112F56B}"/>
                    </a:ext>
                  </a:extLst>
                </p14:cNvPr>
                <p14:cNvContentPartPr/>
                <p14:nvPr/>
              </p14:nvContentPartPr>
              <p14:xfrm>
                <a:off x="4975511" y="5517220"/>
                <a:ext cx="128520" cy="1083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05F1C4B-864B-5C87-1818-A6670112F56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957871" y="5499220"/>
                  <a:ext cx="164160" cy="14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50C9C384-7DD4-6A52-23F1-204061FEF87E}"/>
              </a:ext>
            </a:extLst>
          </p:cNvPr>
          <p:cNvGrpSpPr/>
          <p:nvPr/>
        </p:nvGrpSpPr>
        <p:grpSpPr>
          <a:xfrm>
            <a:off x="7911671" y="4133740"/>
            <a:ext cx="940680" cy="385920"/>
            <a:chOff x="7911671" y="4133740"/>
            <a:chExt cx="940680" cy="38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A2CC35E-415A-0A30-1B07-08F37FEC2F89}"/>
                    </a:ext>
                  </a:extLst>
                </p14:cNvPr>
                <p14:cNvContentPartPr/>
                <p14:nvPr/>
              </p14:nvContentPartPr>
              <p14:xfrm>
                <a:off x="7911671" y="4144180"/>
                <a:ext cx="29520" cy="300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A2CC35E-415A-0A30-1B07-08F37FEC2F8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894031" y="4126180"/>
                  <a:ext cx="651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3890F6F-4B90-13EE-5A2E-8DF8FB6BD7E5}"/>
                    </a:ext>
                  </a:extLst>
                </p14:cNvPr>
                <p14:cNvContentPartPr/>
                <p14:nvPr/>
              </p14:nvContentPartPr>
              <p14:xfrm>
                <a:off x="7912031" y="4133740"/>
                <a:ext cx="148680" cy="1749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3890F6F-4B90-13EE-5A2E-8DF8FB6BD7E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894391" y="4115740"/>
                  <a:ext cx="1843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74355F2-2259-156B-8E83-D214B6A18E5E}"/>
                    </a:ext>
                  </a:extLst>
                </p14:cNvPr>
                <p14:cNvContentPartPr/>
                <p14:nvPr/>
              </p14:nvContentPartPr>
              <p14:xfrm>
                <a:off x="8183471" y="4280980"/>
                <a:ext cx="33120" cy="187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74355F2-2259-156B-8E83-D214B6A18E5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165471" y="4262980"/>
                  <a:ext cx="687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DA6712F-6257-94A3-4C8C-59CC5F112600}"/>
                    </a:ext>
                  </a:extLst>
                </p14:cNvPr>
                <p14:cNvContentPartPr/>
                <p14:nvPr/>
              </p14:nvContentPartPr>
              <p14:xfrm>
                <a:off x="8220551" y="4291060"/>
                <a:ext cx="110160" cy="128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DA6712F-6257-94A3-4C8C-59CC5F11260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202551" y="4273420"/>
                  <a:ext cx="145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2FAD8C0-8431-1F9A-605F-8E391F497B9A}"/>
                    </a:ext>
                  </a:extLst>
                </p14:cNvPr>
                <p14:cNvContentPartPr/>
                <p14:nvPr/>
              </p14:nvContentPartPr>
              <p14:xfrm>
                <a:off x="8233871" y="4349020"/>
                <a:ext cx="104400" cy="55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2FAD8C0-8431-1F9A-605F-8E391F497B9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215871" y="4331380"/>
                  <a:ext cx="140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8491D7D-9209-1E39-BEAC-03D6F473A9B1}"/>
                    </a:ext>
                  </a:extLst>
                </p14:cNvPr>
                <p14:cNvContentPartPr/>
                <p14:nvPr/>
              </p14:nvContentPartPr>
              <p14:xfrm>
                <a:off x="8425031" y="4304740"/>
                <a:ext cx="21240" cy="142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8491D7D-9209-1E39-BEAC-03D6F473A9B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407031" y="4287100"/>
                  <a:ext cx="568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7299B0-D51F-C1E9-C31E-A3ED6A557714}"/>
                    </a:ext>
                  </a:extLst>
                </p14:cNvPr>
                <p14:cNvContentPartPr/>
                <p14:nvPr/>
              </p14:nvContentPartPr>
              <p14:xfrm>
                <a:off x="8440511" y="4295740"/>
                <a:ext cx="156240" cy="2239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7299B0-D51F-C1E9-C31E-A3ED6A55771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422511" y="4277740"/>
                  <a:ext cx="1918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A7D87AB-04BF-BCEE-A3A2-5016ECC17B4A}"/>
                    </a:ext>
                  </a:extLst>
                </p14:cNvPr>
                <p14:cNvContentPartPr/>
                <p14:nvPr/>
              </p14:nvContentPartPr>
              <p14:xfrm>
                <a:off x="8788991" y="4312300"/>
                <a:ext cx="52560" cy="12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A7D87AB-04BF-BCEE-A3A2-5016ECC17B4A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770991" y="4294300"/>
                  <a:ext cx="882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8CB58CB-0FE1-D413-1788-5A18A535F28F}"/>
                    </a:ext>
                  </a:extLst>
                </p14:cNvPr>
                <p14:cNvContentPartPr/>
                <p14:nvPr/>
              </p14:nvContentPartPr>
              <p14:xfrm>
                <a:off x="8798711" y="4375660"/>
                <a:ext cx="53640" cy="144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8CB58CB-0FE1-D413-1788-5A18A535F28F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780711" y="4358020"/>
                  <a:ext cx="8928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BEF092BA-99FF-3765-E5C9-3DD7118F7011}"/>
              </a:ext>
            </a:extLst>
          </p:cNvPr>
          <p:cNvGrpSpPr/>
          <p:nvPr/>
        </p:nvGrpSpPr>
        <p:grpSpPr>
          <a:xfrm>
            <a:off x="9108671" y="4154620"/>
            <a:ext cx="273600" cy="293760"/>
            <a:chOff x="9108671" y="4154620"/>
            <a:chExt cx="27360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030663B-83DD-2D45-C3AE-9908EDA70138}"/>
                    </a:ext>
                  </a:extLst>
                </p14:cNvPr>
                <p14:cNvContentPartPr/>
                <p14:nvPr/>
              </p14:nvContentPartPr>
              <p14:xfrm>
                <a:off x="9108671" y="4154620"/>
                <a:ext cx="55440" cy="2426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030663B-83DD-2D45-C3AE-9908EDA7013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090671" y="4136980"/>
                  <a:ext cx="910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7506007-577E-3A6A-89C8-1E132E194DFD}"/>
                    </a:ext>
                  </a:extLst>
                </p14:cNvPr>
                <p14:cNvContentPartPr/>
                <p14:nvPr/>
              </p14:nvContentPartPr>
              <p14:xfrm>
                <a:off x="9232511" y="4174060"/>
                <a:ext cx="74520" cy="2743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7506007-577E-3A6A-89C8-1E132E194DFD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214511" y="4156060"/>
                  <a:ext cx="1101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B9FE8CF-4F11-2727-06A8-2331F55FB430}"/>
                    </a:ext>
                  </a:extLst>
                </p14:cNvPr>
                <p14:cNvContentPartPr/>
                <p14:nvPr/>
              </p14:nvContentPartPr>
              <p14:xfrm>
                <a:off x="9285071" y="4208260"/>
                <a:ext cx="97200" cy="1213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B9FE8CF-4F11-2727-06A8-2331F55FB43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267071" y="4190260"/>
                  <a:ext cx="1328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017BDBC7-B25D-141B-67EE-E14730CDBA2A}"/>
              </a:ext>
            </a:extLst>
          </p:cNvPr>
          <p:cNvGrpSpPr/>
          <p:nvPr/>
        </p:nvGrpSpPr>
        <p:grpSpPr>
          <a:xfrm>
            <a:off x="9600431" y="4152820"/>
            <a:ext cx="182880" cy="306360"/>
            <a:chOff x="9600431" y="4152820"/>
            <a:chExt cx="18288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FB3B34A-B86B-C79E-36F7-FBD4265D4392}"/>
                    </a:ext>
                  </a:extLst>
                </p14:cNvPr>
                <p14:cNvContentPartPr/>
                <p14:nvPr/>
              </p14:nvContentPartPr>
              <p14:xfrm>
                <a:off x="9600431" y="4178740"/>
                <a:ext cx="47160" cy="223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FB3B34A-B86B-C79E-36F7-FBD4265D4392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582431" y="4161100"/>
                  <a:ext cx="82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0CC23565-8F52-EC21-3C55-15B7A3E6506C}"/>
                    </a:ext>
                  </a:extLst>
                </p14:cNvPr>
                <p14:cNvContentPartPr/>
                <p14:nvPr/>
              </p14:nvContentPartPr>
              <p14:xfrm>
                <a:off x="9768191" y="4152820"/>
                <a:ext cx="15120" cy="3063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0CC23565-8F52-EC21-3C55-15B7A3E6506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750191" y="4135180"/>
                  <a:ext cx="50760" cy="34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DDCABCC0-37C1-FFFB-DB6B-9A0203DADB88}"/>
              </a:ext>
            </a:extLst>
          </p:cNvPr>
          <p:cNvGrpSpPr/>
          <p:nvPr/>
        </p:nvGrpSpPr>
        <p:grpSpPr>
          <a:xfrm>
            <a:off x="10039271" y="4175500"/>
            <a:ext cx="131400" cy="222120"/>
            <a:chOff x="10039271" y="4175500"/>
            <a:chExt cx="13140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991674B-A7A7-BDBA-F3D9-14E5E83D47D9}"/>
                    </a:ext>
                  </a:extLst>
                </p14:cNvPr>
                <p14:cNvContentPartPr/>
                <p14:nvPr/>
              </p14:nvContentPartPr>
              <p14:xfrm>
                <a:off x="10039271" y="4175500"/>
                <a:ext cx="131400" cy="1818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991674B-A7A7-BDBA-F3D9-14E5E83D47D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021631" y="4157500"/>
                  <a:ext cx="1670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D1DEF10-E500-ABB5-6162-D1B0E83B319A}"/>
                    </a:ext>
                  </a:extLst>
                </p14:cNvPr>
                <p14:cNvContentPartPr/>
                <p14:nvPr/>
              </p14:nvContentPartPr>
              <p14:xfrm>
                <a:off x="10147271" y="4238500"/>
                <a:ext cx="23040" cy="159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D1DEF10-E500-ABB5-6162-D1B0E83B319A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129271" y="4220500"/>
                  <a:ext cx="5868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E1B5F86C-5CC3-0223-3470-CDAD9A62A9EB}"/>
              </a:ext>
            </a:extLst>
          </p:cNvPr>
          <p:cNvGrpSpPr/>
          <p:nvPr/>
        </p:nvGrpSpPr>
        <p:grpSpPr>
          <a:xfrm>
            <a:off x="10341671" y="4209700"/>
            <a:ext cx="205920" cy="249120"/>
            <a:chOff x="10341671" y="4209700"/>
            <a:chExt cx="20592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D2108922-759B-91F7-2194-3464926D74B5}"/>
                    </a:ext>
                  </a:extLst>
                </p14:cNvPr>
                <p14:cNvContentPartPr/>
                <p14:nvPr/>
              </p14:nvContentPartPr>
              <p14:xfrm>
                <a:off x="10341671" y="4212580"/>
                <a:ext cx="74160" cy="246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D2108922-759B-91F7-2194-3464926D74B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324031" y="4194580"/>
                  <a:ext cx="109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9D0363F-BB52-AAA0-99EF-197A07509DE0}"/>
                    </a:ext>
                  </a:extLst>
                </p14:cNvPr>
                <p14:cNvContentPartPr/>
                <p14:nvPr/>
              </p14:nvContentPartPr>
              <p14:xfrm>
                <a:off x="10415471" y="4209700"/>
                <a:ext cx="132120" cy="157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9D0363F-BB52-AAA0-99EF-197A07509DE0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397471" y="4192060"/>
                  <a:ext cx="16776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1A24C155-4D5C-A103-37FE-9C07FE6351D5}"/>
              </a:ext>
            </a:extLst>
          </p:cNvPr>
          <p:cNvGrpSpPr/>
          <p:nvPr/>
        </p:nvGrpSpPr>
        <p:grpSpPr>
          <a:xfrm>
            <a:off x="8871791" y="5081260"/>
            <a:ext cx="137160" cy="75240"/>
            <a:chOff x="8871791" y="5081260"/>
            <a:chExt cx="137160" cy="7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A8A522D-0327-5463-3A07-6A31571F1FA2}"/>
                    </a:ext>
                  </a:extLst>
                </p14:cNvPr>
                <p14:cNvContentPartPr/>
                <p14:nvPr/>
              </p14:nvContentPartPr>
              <p14:xfrm>
                <a:off x="8871791" y="5087740"/>
                <a:ext cx="3240" cy="39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A8A522D-0327-5463-3A07-6A31571F1FA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854151" y="5069740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022F9F6-5282-7D95-398F-E47E4249FDFF}"/>
                    </a:ext>
                  </a:extLst>
                </p14:cNvPr>
                <p14:cNvContentPartPr/>
                <p14:nvPr/>
              </p14:nvContentPartPr>
              <p14:xfrm>
                <a:off x="8875751" y="5081260"/>
                <a:ext cx="87120" cy="21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022F9F6-5282-7D95-398F-E47E4249FDF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858111" y="5063260"/>
                  <a:ext cx="1227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83D600D2-B044-4D08-2BAE-FEC4096AC6EE}"/>
                    </a:ext>
                  </a:extLst>
                </p14:cNvPr>
                <p14:cNvContentPartPr/>
                <p14:nvPr/>
              </p14:nvContentPartPr>
              <p14:xfrm>
                <a:off x="8905271" y="5124460"/>
                <a:ext cx="103680" cy="320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83D600D2-B044-4D08-2BAE-FEC4096AC6E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887631" y="5106460"/>
                  <a:ext cx="139320" cy="6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38A23CD8-39E3-23C1-BE92-C22C5E76EE08}"/>
                  </a:ext>
                </a:extLst>
              </p14:cNvPr>
              <p14:cNvContentPartPr/>
              <p14:nvPr/>
            </p14:nvContentPartPr>
            <p14:xfrm>
              <a:off x="8034431" y="5159740"/>
              <a:ext cx="412920" cy="4680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38A23CD8-39E3-23C1-BE92-C22C5E76EE08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8016431" y="5142100"/>
                <a:ext cx="44856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2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9234ACD7-1341-B201-CCBC-D8A01705B3DD}"/>
                  </a:ext>
                </a:extLst>
              </p14:cNvPr>
              <p14:cNvContentPartPr/>
              <p14:nvPr/>
            </p14:nvContentPartPr>
            <p14:xfrm>
              <a:off x="8315231" y="4744300"/>
              <a:ext cx="12600" cy="28980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9234ACD7-1341-B201-CCBC-D8A01705B3DD}"/>
                  </a:ext>
                </a:extLst>
              </p:cNvPr>
              <p:cNvPicPr/>
              <p:nvPr/>
            </p:nvPicPr>
            <p:blipFill>
              <a:blip r:embed="rId373"/>
              <a:stretch>
                <a:fillRect/>
              </a:stretch>
            </p:blipFill>
            <p:spPr>
              <a:xfrm>
                <a:off x="8297231" y="4726300"/>
                <a:ext cx="48240" cy="32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1" name="Group 240">
            <a:extLst>
              <a:ext uri="{FF2B5EF4-FFF2-40B4-BE49-F238E27FC236}">
                <a16:creationId xmlns:a16="http://schemas.microsoft.com/office/drawing/2014/main" id="{A1514CCD-6227-8277-B172-6DDEC21EA6DF}"/>
              </a:ext>
            </a:extLst>
          </p:cNvPr>
          <p:cNvGrpSpPr/>
          <p:nvPr/>
        </p:nvGrpSpPr>
        <p:grpSpPr>
          <a:xfrm>
            <a:off x="8218751" y="5381500"/>
            <a:ext cx="564120" cy="254880"/>
            <a:chOff x="8218751" y="5381500"/>
            <a:chExt cx="5641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51B31DE-3412-EB12-74EF-F5A10211B455}"/>
                    </a:ext>
                  </a:extLst>
                </p14:cNvPr>
                <p14:cNvContentPartPr/>
                <p14:nvPr/>
              </p14:nvContentPartPr>
              <p14:xfrm>
                <a:off x="8220551" y="5412820"/>
                <a:ext cx="44640" cy="223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51B31DE-3412-EB12-74EF-F5A10211B45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202911" y="5394820"/>
                  <a:ext cx="802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9CF88E2-C8B3-C6DF-FEB1-D594731EE38A}"/>
                    </a:ext>
                  </a:extLst>
                </p14:cNvPr>
                <p14:cNvContentPartPr/>
                <p14:nvPr/>
              </p14:nvContentPartPr>
              <p14:xfrm>
                <a:off x="8218751" y="5381500"/>
                <a:ext cx="132120" cy="1497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9CF88E2-C8B3-C6DF-FEB1-D594731EE38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200751" y="5363860"/>
                  <a:ext cx="167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95B8B6D-64FE-DE26-EA42-3CB0CC903D69}"/>
                    </a:ext>
                  </a:extLst>
                </p14:cNvPr>
                <p14:cNvContentPartPr/>
                <p14:nvPr/>
              </p14:nvContentPartPr>
              <p14:xfrm>
                <a:off x="8449151" y="5475820"/>
                <a:ext cx="24120" cy="130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95B8B6D-64FE-DE26-EA42-3CB0CC903D6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431511" y="5458180"/>
                  <a:ext cx="597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4B6DD9C-E7C7-3045-C646-21C8A3DAED71}"/>
                    </a:ext>
                  </a:extLst>
                </p14:cNvPr>
                <p14:cNvContentPartPr/>
                <p14:nvPr/>
              </p14:nvContentPartPr>
              <p14:xfrm>
                <a:off x="8477231" y="5445580"/>
                <a:ext cx="90720" cy="1648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4B6DD9C-E7C7-3045-C646-21C8A3DAED7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59591" y="5427940"/>
                  <a:ext cx="1263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DFBFA6B-929E-28F7-8982-4DAC628A98B6}"/>
                    </a:ext>
                  </a:extLst>
                </p14:cNvPr>
                <p14:cNvContentPartPr/>
                <p14:nvPr/>
              </p14:nvContentPartPr>
              <p14:xfrm>
                <a:off x="8458511" y="5500300"/>
                <a:ext cx="91800" cy="432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DFBFA6B-929E-28F7-8982-4DAC628A98B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440871" y="5482300"/>
                  <a:ext cx="127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E64DB0F-50C8-B060-949D-72393B62B3E8}"/>
                    </a:ext>
                  </a:extLst>
                </p14:cNvPr>
                <p14:cNvContentPartPr/>
                <p14:nvPr/>
              </p14:nvContentPartPr>
              <p14:xfrm>
                <a:off x="8664431" y="5425060"/>
                <a:ext cx="8640" cy="142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E64DB0F-50C8-B060-949D-72393B62B3E8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46791" y="5407060"/>
                  <a:ext cx="442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D8B25C7-BDAC-526F-F598-A7E8A8142157}"/>
                    </a:ext>
                  </a:extLst>
                </p14:cNvPr>
                <p14:cNvContentPartPr/>
                <p14:nvPr/>
              </p14:nvContentPartPr>
              <p14:xfrm>
                <a:off x="8671271" y="5411380"/>
                <a:ext cx="111600" cy="1360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D8B25C7-BDAC-526F-F598-A7E8A8142157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653271" y="5393380"/>
                  <a:ext cx="147240" cy="17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8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5D79F367-7631-C136-A7A4-CE3AEB62A06C}"/>
                  </a:ext>
                </a:extLst>
              </p14:cNvPr>
              <p14:cNvContentPartPr/>
              <p14:nvPr/>
            </p14:nvContentPartPr>
            <p14:xfrm>
              <a:off x="9475511" y="4718740"/>
              <a:ext cx="58320" cy="19224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5D79F367-7631-C136-A7A4-CE3AEB62A06C}"/>
                  </a:ext>
                </a:extLst>
              </p:cNvPr>
              <p:cNvPicPr/>
              <p:nvPr/>
            </p:nvPicPr>
            <p:blipFill>
              <a:blip r:embed="rId389"/>
              <a:stretch>
                <a:fillRect/>
              </a:stretch>
            </p:blipFill>
            <p:spPr>
              <a:xfrm>
                <a:off x="9457511" y="4700740"/>
                <a:ext cx="93960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0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3344F883-5E30-CAD3-CCD0-37D73376B296}"/>
                  </a:ext>
                </a:extLst>
              </p14:cNvPr>
              <p14:cNvContentPartPr/>
              <p14:nvPr/>
            </p14:nvContentPartPr>
            <p14:xfrm>
              <a:off x="9515831" y="5285380"/>
              <a:ext cx="51840" cy="3124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3344F883-5E30-CAD3-CCD0-37D73376B296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9497831" y="5267740"/>
                <a:ext cx="87480" cy="34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F259ECC1-2B69-D138-32D4-92D8A7D33BC9}"/>
              </a:ext>
            </a:extLst>
          </p:cNvPr>
          <p:cNvGrpSpPr/>
          <p:nvPr/>
        </p:nvGrpSpPr>
        <p:grpSpPr>
          <a:xfrm>
            <a:off x="9739031" y="5296180"/>
            <a:ext cx="98280" cy="199080"/>
            <a:chOff x="9739031" y="5296180"/>
            <a:chExt cx="982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ADB51AD-8BBF-358C-3353-ECFF8D56329E}"/>
                    </a:ext>
                  </a:extLst>
                </p14:cNvPr>
                <p14:cNvContentPartPr/>
                <p14:nvPr/>
              </p14:nvContentPartPr>
              <p14:xfrm>
                <a:off x="9739031" y="5296180"/>
                <a:ext cx="29520" cy="1990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ADB51AD-8BBF-358C-3353-ECFF8D56329E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721391" y="5278180"/>
                  <a:ext cx="651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6F7198E-90A9-319A-CCCA-385914159757}"/>
                    </a:ext>
                  </a:extLst>
                </p14:cNvPr>
                <p14:cNvContentPartPr/>
                <p14:nvPr/>
              </p14:nvContentPartPr>
              <p14:xfrm>
                <a:off x="9740831" y="5323180"/>
                <a:ext cx="96480" cy="136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6F7198E-90A9-319A-CCCA-385914159757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723191" y="5305180"/>
                  <a:ext cx="13212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1AC0F477-D317-ED4C-AC67-59422660680F}"/>
              </a:ext>
            </a:extLst>
          </p:cNvPr>
          <p:cNvGrpSpPr/>
          <p:nvPr/>
        </p:nvGrpSpPr>
        <p:grpSpPr>
          <a:xfrm>
            <a:off x="9312071" y="5041660"/>
            <a:ext cx="473040" cy="22680"/>
            <a:chOff x="9312071" y="5041660"/>
            <a:chExt cx="473040" cy="2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5F6C829-682D-4245-B919-8CB133D6EBBE}"/>
                    </a:ext>
                  </a:extLst>
                </p14:cNvPr>
                <p14:cNvContentPartPr/>
                <p14:nvPr/>
              </p14:nvContentPartPr>
              <p14:xfrm>
                <a:off x="9312071" y="5049580"/>
                <a:ext cx="298080" cy="147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5F6C829-682D-4245-B919-8CB133D6EBBE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294071" y="5031940"/>
                  <a:ext cx="333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A570252-5882-862A-DF75-CA101FA96F8C}"/>
                    </a:ext>
                  </a:extLst>
                </p14:cNvPr>
                <p14:cNvContentPartPr/>
                <p14:nvPr/>
              </p14:nvContentPartPr>
              <p14:xfrm>
                <a:off x="9599351" y="5041660"/>
                <a:ext cx="185760" cy="100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A570252-5882-862A-DF75-CA101FA96F8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581711" y="5024020"/>
                  <a:ext cx="2214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ECA8D1D7-DFF6-3E44-8E7A-349696E38DFA}"/>
              </a:ext>
            </a:extLst>
          </p:cNvPr>
          <p:cNvGrpSpPr/>
          <p:nvPr/>
        </p:nvGrpSpPr>
        <p:grpSpPr>
          <a:xfrm>
            <a:off x="9982391" y="4679140"/>
            <a:ext cx="765360" cy="472680"/>
            <a:chOff x="9982391" y="4679140"/>
            <a:chExt cx="765360" cy="47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4642556-3628-5A42-4F11-243FB6318351}"/>
                    </a:ext>
                  </a:extLst>
                </p14:cNvPr>
                <p14:cNvContentPartPr/>
                <p14:nvPr/>
              </p14:nvContentPartPr>
              <p14:xfrm>
                <a:off x="9982391" y="5005300"/>
                <a:ext cx="227880" cy="378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4642556-3628-5A42-4F11-243FB6318351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964751" y="4987660"/>
                  <a:ext cx="263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6A01770-1691-934F-050E-64AEB8B70863}"/>
                    </a:ext>
                  </a:extLst>
                </p14:cNvPr>
                <p14:cNvContentPartPr/>
                <p14:nvPr/>
              </p14:nvContentPartPr>
              <p14:xfrm>
                <a:off x="10111991" y="4902700"/>
                <a:ext cx="54000" cy="2491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6A01770-1691-934F-050E-64AEB8B7086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094351" y="4884700"/>
                  <a:ext cx="896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5BA7420F-8239-6FE1-AAD0-6FAE8EB19CEA}"/>
                    </a:ext>
                  </a:extLst>
                </p14:cNvPr>
                <p14:cNvContentPartPr/>
                <p14:nvPr/>
              </p14:nvContentPartPr>
              <p14:xfrm>
                <a:off x="10530671" y="4679140"/>
                <a:ext cx="28080" cy="2617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5BA7420F-8239-6FE1-AAD0-6FAE8EB19CE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512671" y="4661140"/>
                  <a:ext cx="63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81CE0697-FB48-5314-F4C9-9F22C9D517E3}"/>
                    </a:ext>
                  </a:extLst>
                </p14:cNvPr>
                <p14:cNvContentPartPr/>
                <p14:nvPr/>
              </p14:nvContentPartPr>
              <p14:xfrm>
                <a:off x="10313591" y="5006740"/>
                <a:ext cx="434160" cy="471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81CE0697-FB48-5314-F4C9-9F22C9D517E3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95951" y="4989100"/>
                  <a:ext cx="4698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6EAC8B99-DCD9-9261-1014-065C448F14C2}"/>
              </a:ext>
            </a:extLst>
          </p:cNvPr>
          <p:cNvGrpSpPr/>
          <p:nvPr/>
        </p:nvGrpSpPr>
        <p:grpSpPr>
          <a:xfrm>
            <a:off x="10524551" y="5236780"/>
            <a:ext cx="427680" cy="274680"/>
            <a:chOff x="10524551" y="5236780"/>
            <a:chExt cx="4276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E39E64B-34B9-6E9E-8D5A-B616B3CAE570}"/>
                    </a:ext>
                  </a:extLst>
                </p14:cNvPr>
                <p14:cNvContentPartPr/>
                <p14:nvPr/>
              </p14:nvContentPartPr>
              <p14:xfrm>
                <a:off x="10524551" y="5236780"/>
                <a:ext cx="27000" cy="1684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E39E64B-34B9-6E9E-8D5A-B616B3CAE570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506911" y="5218780"/>
                  <a:ext cx="62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036BD65-299C-5315-1C7D-73050776452A}"/>
                    </a:ext>
                  </a:extLst>
                </p14:cNvPr>
                <p14:cNvContentPartPr/>
                <p14:nvPr/>
              </p14:nvContentPartPr>
              <p14:xfrm>
                <a:off x="10546871" y="5374300"/>
                <a:ext cx="120600" cy="306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036BD65-299C-5315-1C7D-73050776452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529231" y="5356660"/>
                  <a:ext cx="156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022A032A-AC6E-2CF2-CFEB-55FA47C7EF5B}"/>
                    </a:ext>
                  </a:extLst>
                </p14:cNvPr>
                <p14:cNvContentPartPr/>
                <p14:nvPr/>
              </p14:nvContentPartPr>
              <p14:xfrm>
                <a:off x="10647311" y="5255140"/>
                <a:ext cx="70200" cy="2563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022A032A-AC6E-2CF2-CFEB-55FA47C7EF5B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629311" y="5237500"/>
                  <a:ext cx="1058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50CA5C6-53C3-9CB9-0573-CF8B24295560}"/>
                    </a:ext>
                  </a:extLst>
                </p14:cNvPr>
                <p14:cNvContentPartPr/>
                <p14:nvPr/>
              </p14:nvContentPartPr>
              <p14:xfrm>
                <a:off x="10831631" y="5303380"/>
                <a:ext cx="17640" cy="1857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50CA5C6-53C3-9CB9-0573-CF8B24295560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813991" y="5285740"/>
                  <a:ext cx="532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FCA14F99-78A6-230E-3FD6-3ABAD40E92FA}"/>
                    </a:ext>
                  </a:extLst>
                </p14:cNvPr>
                <p14:cNvContentPartPr/>
                <p14:nvPr/>
              </p14:nvContentPartPr>
              <p14:xfrm>
                <a:off x="10819751" y="5335060"/>
                <a:ext cx="132480" cy="13572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FCA14F99-78A6-230E-3FD6-3ABAD40E92F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802111" y="5317060"/>
                  <a:ext cx="1681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DAE5456F-E95B-5E56-D3FA-15D6BE0FD33B}"/>
              </a:ext>
            </a:extLst>
          </p:cNvPr>
          <p:cNvGrpSpPr/>
          <p:nvPr/>
        </p:nvGrpSpPr>
        <p:grpSpPr>
          <a:xfrm>
            <a:off x="9196871" y="6046780"/>
            <a:ext cx="155160" cy="127080"/>
            <a:chOff x="9196871" y="6046780"/>
            <a:chExt cx="155160" cy="12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1E21453C-4F16-ABAF-FFD1-05D4E84C4421}"/>
                    </a:ext>
                  </a:extLst>
                </p14:cNvPr>
                <p14:cNvContentPartPr/>
                <p14:nvPr/>
              </p14:nvContentPartPr>
              <p14:xfrm>
                <a:off x="9196871" y="6046780"/>
                <a:ext cx="155160" cy="38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1E21453C-4F16-ABAF-FFD1-05D4E84C442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79231" y="6029140"/>
                  <a:ext cx="190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CCC171E-94B5-0821-2C87-B85D467907CE}"/>
                    </a:ext>
                  </a:extLst>
                </p14:cNvPr>
                <p14:cNvContentPartPr/>
                <p14:nvPr/>
              </p14:nvContentPartPr>
              <p14:xfrm>
                <a:off x="9274271" y="6158020"/>
                <a:ext cx="75240" cy="158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CCC171E-94B5-0821-2C87-B85D467907CE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256271" y="6140020"/>
                  <a:ext cx="11088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C4EED24F-57A0-4409-DBE3-02D02250DDEA}"/>
              </a:ext>
            </a:extLst>
          </p:cNvPr>
          <p:cNvGrpSpPr/>
          <p:nvPr/>
        </p:nvGrpSpPr>
        <p:grpSpPr>
          <a:xfrm>
            <a:off x="9775751" y="5821060"/>
            <a:ext cx="989640" cy="298800"/>
            <a:chOff x="9775751" y="5821060"/>
            <a:chExt cx="98964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5DE56C27-8FB3-6D8B-AD3C-9847BFC05172}"/>
                    </a:ext>
                  </a:extLst>
                </p14:cNvPr>
                <p14:cNvContentPartPr/>
                <p14:nvPr/>
              </p14:nvContentPartPr>
              <p14:xfrm>
                <a:off x="9775751" y="5898820"/>
                <a:ext cx="158400" cy="221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5DE56C27-8FB3-6D8B-AD3C-9847BFC0517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758111" y="5880820"/>
                  <a:ext cx="194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FC03EAF-DE12-FF10-EBFD-FE518D5BC43C}"/>
                    </a:ext>
                  </a:extLst>
                </p14:cNvPr>
                <p14:cNvContentPartPr/>
                <p14:nvPr/>
              </p14:nvContentPartPr>
              <p14:xfrm>
                <a:off x="10040351" y="5902060"/>
                <a:ext cx="114480" cy="1771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FC03EAF-DE12-FF10-EBFD-FE518D5BC43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022351" y="5884420"/>
                  <a:ext cx="150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7BA8461-560F-ED20-DC86-F77D941DBD81}"/>
                    </a:ext>
                  </a:extLst>
                </p14:cNvPr>
                <p14:cNvContentPartPr/>
                <p14:nvPr/>
              </p14:nvContentPartPr>
              <p14:xfrm>
                <a:off x="10236551" y="5869660"/>
                <a:ext cx="97560" cy="1760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7BA8461-560F-ED20-DC86-F77D941DBD8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218551" y="5852020"/>
                  <a:ext cx="1332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829F96F-1A1C-E55E-55F8-E7F4DD8F429D}"/>
                    </a:ext>
                  </a:extLst>
                </p14:cNvPr>
                <p14:cNvContentPartPr/>
                <p14:nvPr/>
              </p14:nvContentPartPr>
              <p14:xfrm>
                <a:off x="10433111" y="5821060"/>
                <a:ext cx="332280" cy="1594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829F96F-1A1C-E55E-55F8-E7F4DD8F429D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415471" y="5803420"/>
                  <a:ext cx="367920" cy="195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44251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0ECB-B050-C51B-6B83-6E6FC9FA4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961A0-630B-AED9-E5D7-7D21DCCDA3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621305B-119A-9A7F-B05A-F51623601A35}"/>
                  </a:ext>
                </a:extLst>
              </p14:cNvPr>
              <p14:cNvContentPartPr/>
              <p14:nvPr/>
            </p14:nvContentPartPr>
            <p14:xfrm>
              <a:off x="1239071" y="707620"/>
              <a:ext cx="16920" cy="769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621305B-119A-9A7F-B05A-F51623601A3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1071" y="689620"/>
                <a:ext cx="52560" cy="80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B4338FB-548E-1F65-5833-87B3620A9BAA}"/>
                  </a:ext>
                </a:extLst>
              </p14:cNvPr>
              <p14:cNvContentPartPr/>
              <p14:nvPr/>
            </p14:nvContentPartPr>
            <p14:xfrm>
              <a:off x="935231" y="1454620"/>
              <a:ext cx="659520" cy="608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B4338FB-548E-1F65-5833-87B3620A9BA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7221" y="1436620"/>
                <a:ext cx="695179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D0CB908-2FCC-C943-5CDC-9218BDDDB3E6}"/>
                  </a:ext>
                </a:extLst>
              </p14:cNvPr>
              <p14:cNvContentPartPr/>
              <p14:nvPr/>
            </p14:nvContentPartPr>
            <p14:xfrm>
              <a:off x="1175351" y="1613380"/>
              <a:ext cx="182880" cy="561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D0CB908-2FCC-C943-5CDC-9218BDDDB3E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57351" y="1595264"/>
                <a:ext cx="218520" cy="92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8EF135B-4D05-EEC9-FE6D-2C708A2707B3}"/>
                  </a:ext>
                </a:extLst>
              </p14:cNvPr>
              <p14:cNvContentPartPr/>
              <p14:nvPr/>
            </p14:nvContentPartPr>
            <p14:xfrm>
              <a:off x="1309991" y="1656940"/>
              <a:ext cx="53280" cy="693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8EF135B-4D05-EEC9-FE6D-2C708A2707B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1991" y="1638940"/>
                <a:ext cx="88920" cy="72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A6E024D-2F5A-250E-F0CD-182580CCEFA7}"/>
                  </a:ext>
                </a:extLst>
              </p14:cNvPr>
              <p14:cNvContentPartPr/>
              <p14:nvPr/>
            </p14:nvContentPartPr>
            <p14:xfrm>
              <a:off x="1178591" y="718420"/>
              <a:ext cx="948240" cy="69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A6E024D-2F5A-250E-F0CD-182580CCEFA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60591" y="700420"/>
                <a:ext cx="98388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34B4CB8-FE5A-DA8B-07A6-E9AA20702696}"/>
                  </a:ext>
                </a:extLst>
              </p14:cNvPr>
              <p14:cNvContentPartPr/>
              <p14:nvPr/>
            </p14:nvContentPartPr>
            <p14:xfrm>
              <a:off x="2109551" y="611500"/>
              <a:ext cx="790560" cy="107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34B4CB8-FE5A-DA8B-07A6-E9AA2070269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91551" y="593500"/>
                <a:ext cx="82620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DFF53EB-D122-A68A-301C-7896E2732060}"/>
                  </a:ext>
                </a:extLst>
              </p14:cNvPr>
              <p14:cNvContentPartPr/>
              <p14:nvPr/>
            </p14:nvContentPartPr>
            <p14:xfrm>
              <a:off x="2895431" y="601780"/>
              <a:ext cx="55440" cy="5310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DFF53EB-D122-A68A-301C-7896E27320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877547" y="583792"/>
                <a:ext cx="90850" cy="56661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47C6D8B-B082-9169-49D7-A52861DD3129}"/>
                  </a:ext>
                </a:extLst>
              </p14:cNvPr>
              <p14:cNvContentPartPr/>
              <p14:nvPr/>
            </p14:nvContentPartPr>
            <p14:xfrm>
              <a:off x="2870951" y="1189300"/>
              <a:ext cx="123120" cy="2228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47C6D8B-B082-9169-49D7-A52861DD312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852951" y="1171300"/>
                <a:ext cx="15876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06EFA8F-B6BF-2807-AAA7-86AD4E08D6BF}"/>
                  </a:ext>
                </a:extLst>
              </p14:cNvPr>
              <p14:cNvContentPartPr/>
              <p14:nvPr/>
            </p14:nvContentPartPr>
            <p14:xfrm>
              <a:off x="2982191" y="1407820"/>
              <a:ext cx="55800" cy="6087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06EFA8F-B6BF-2807-AAA7-86AD4E08D6B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964191" y="1389820"/>
                <a:ext cx="91440" cy="64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EAB524-4C41-66A9-2601-7E97B6B2BB2F}"/>
                  </a:ext>
                </a:extLst>
              </p14:cNvPr>
              <p14:cNvContentPartPr/>
              <p14:nvPr/>
            </p14:nvContentPartPr>
            <p14:xfrm>
              <a:off x="409271" y="1781860"/>
              <a:ext cx="150480" cy="261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EAB524-4C41-66A9-2601-7E97B6B2BB2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91271" y="1763860"/>
                <a:ext cx="18612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D60E1EFD-4476-518F-CDF3-4CEFB1F70944}"/>
                  </a:ext>
                </a:extLst>
              </p14:cNvPr>
              <p14:cNvContentPartPr/>
              <p14:nvPr/>
            </p14:nvContentPartPr>
            <p14:xfrm>
              <a:off x="543551" y="1732540"/>
              <a:ext cx="174240" cy="2034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D60E1EFD-4476-518F-CDF3-4CEFB1F7094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25551" y="1714540"/>
                <a:ext cx="20988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C7FBFD2-BDF0-2F7E-B4E0-FA5C1A039CCB}"/>
                  </a:ext>
                </a:extLst>
              </p14:cNvPr>
              <p14:cNvContentPartPr/>
              <p14:nvPr/>
            </p14:nvContentPartPr>
            <p14:xfrm>
              <a:off x="734351" y="1577020"/>
              <a:ext cx="118800" cy="1623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C7FBFD2-BDF0-2F7E-B4E0-FA5C1A039CC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16351" y="1559020"/>
                <a:ext cx="15444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826B27B-D548-1849-EAC2-AA191FFB1B66}"/>
                  </a:ext>
                </a:extLst>
              </p14:cNvPr>
              <p14:cNvContentPartPr/>
              <p14:nvPr/>
            </p14:nvContentPartPr>
            <p14:xfrm>
              <a:off x="3007031" y="1615540"/>
              <a:ext cx="1052640" cy="255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826B27B-D548-1849-EAC2-AA191FFB1B66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989031" y="1597283"/>
                <a:ext cx="1088280" cy="6170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27CABE25-B8E3-5B5A-5EED-4A6775F6D358}"/>
                  </a:ext>
                </a:extLst>
              </p14:cNvPr>
              <p14:cNvContentPartPr/>
              <p14:nvPr/>
            </p14:nvContentPartPr>
            <p14:xfrm>
              <a:off x="4002071" y="1538860"/>
              <a:ext cx="137520" cy="1011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27CABE25-B8E3-5B5A-5EED-4A6775F6D35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984071" y="1520796"/>
                <a:ext cx="173160" cy="136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F8D6F2E-CF36-8468-7644-C3D80ACC1416}"/>
                  </a:ext>
                </a:extLst>
              </p14:cNvPr>
              <p14:cNvContentPartPr/>
              <p14:nvPr/>
            </p14:nvContentPartPr>
            <p14:xfrm>
              <a:off x="3291431" y="2857900"/>
              <a:ext cx="918720" cy="4932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F8D6F2E-CF36-8468-7644-C3D80ACC141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273431" y="2839900"/>
                <a:ext cx="95436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DC6D8B7-A826-02FA-1D65-10484908E7E0}"/>
                  </a:ext>
                </a:extLst>
              </p14:cNvPr>
              <p14:cNvContentPartPr/>
              <p14:nvPr/>
            </p14:nvContentPartPr>
            <p14:xfrm>
              <a:off x="4153991" y="2813980"/>
              <a:ext cx="70920" cy="766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DC6D8B7-A826-02FA-1D65-10484908E7E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135991" y="2795980"/>
                <a:ext cx="10656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1087A55-6C6F-D1EA-B83D-E53A9F7FBE76}"/>
                  </a:ext>
                </a:extLst>
              </p14:cNvPr>
              <p14:cNvContentPartPr/>
              <p14:nvPr/>
            </p14:nvContentPartPr>
            <p14:xfrm>
              <a:off x="4161191" y="1223140"/>
              <a:ext cx="9360" cy="1580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1087A55-6C6F-D1EA-B83D-E53A9F7FBE7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143191" y="1205140"/>
                <a:ext cx="4500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E987CCD-82C6-D63C-DC7E-6E706520C502}"/>
                  </a:ext>
                </a:extLst>
              </p14:cNvPr>
              <p14:cNvContentPartPr/>
              <p14:nvPr/>
            </p14:nvContentPartPr>
            <p14:xfrm>
              <a:off x="4165511" y="1166620"/>
              <a:ext cx="231120" cy="191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E987CCD-82C6-D63C-DC7E-6E706520C50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4147511" y="1148620"/>
                <a:ext cx="2667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C8A01F4-75CF-42FD-B165-6818E9121B48}"/>
                  </a:ext>
                </a:extLst>
              </p14:cNvPr>
              <p14:cNvContentPartPr/>
              <p14:nvPr/>
            </p14:nvContentPartPr>
            <p14:xfrm>
              <a:off x="4235351" y="1258780"/>
              <a:ext cx="138600" cy="550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C8A01F4-75CF-42FD-B165-6818E9121B48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4217351" y="1240780"/>
                <a:ext cx="174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45D05769-80AA-2DD5-5694-C675476D2C2C}"/>
                  </a:ext>
                </a:extLst>
              </p14:cNvPr>
              <p14:cNvContentPartPr/>
              <p14:nvPr/>
            </p14:nvContentPartPr>
            <p14:xfrm>
              <a:off x="4423271" y="2597980"/>
              <a:ext cx="83160" cy="2732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45D05769-80AA-2DD5-5694-C675476D2C2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405193" y="2580004"/>
                <a:ext cx="118955" cy="308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D4D4FB7-D208-91B8-0D40-62F1CDB47FE8}"/>
                  </a:ext>
                </a:extLst>
              </p14:cNvPr>
              <p14:cNvContentPartPr/>
              <p14:nvPr/>
            </p14:nvContentPartPr>
            <p14:xfrm>
              <a:off x="4445591" y="2617060"/>
              <a:ext cx="177840" cy="1857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D4D4FB7-D208-91B8-0D40-62F1CDB47FE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427627" y="2599060"/>
                <a:ext cx="213408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40DBB7E-C614-2305-C639-C9EE71AB9B7D}"/>
                  </a:ext>
                </a:extLst>
              </p14:cNvPr>
              <p14:cNvContentPartPr/>
              <p14:nvPr/>
            </p14:nvContentPartPr>
            <p14:xfrm>
              <a:off x="2303591" y="1222060"/>
              <a:ext cx="117000" cy="2282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40DBB7E-C614-2305-C639-C9EE71AB9B7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285591" y="1204060"/>
                <a:ext cx="152640" cy="2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57F002CA-1FF9-7594-212A-E87E06842953}"/>
                  </a:ext>
                </a:extLst>
              </p14:cNvPr>
              <p14:cNvContentPartPr/>
              <p14:nvPr/>
            </p14:nvContentPartPr>
            <p14:xfrm>
              <a:off x="2445791" y="1152940"/>
              <a:ext cx="136080" cy="1998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57F002CA-1FF9-7594-212A-E87E068429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427743" y="1134940"/>
                <a:ext cx="171815" cy="23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A41BDF4-92CA-5FD0-49E5-3241A325C8FF}"/>
                  </a:ext>
                </a:extLst>
              </p14:cNvPr>
              <p14:cNvContentPartPr/>
              <p14:nvPr/>
            </p14:nvContentPartPr>
            <p14:xfrm>
              <a:off x="2557751" y="1116220"/>
              <a:ext cx="98280" cy="1436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A41BDF4-92CA-5FD0-49E5-3241A325C8F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539817" y="1098175"/>
                <a:ext cx="133790" cy="17937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EDB159C4-9D37-0C36-AE9A-EF9CBA5289D7}"/>
              </a:ext>
            </a:extLst>
          </p:cNvPr>
          <p:cNvGrpSpPr/>
          <p:nvPr/>
        </p:nvGrpSpPr>
        <p:grpSpPr>
          <a:xfrm>
            <a:off x="1289471" y="2166340"/>
            <a:ext cx="1951560" cy="862920"/>
            <a:chOff x="1289471" y="2166340"/>
            <a:chExt cx="1951560" cy="86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22BB10-CC36-FD45-1B77-B4BB8EA087EA}"/>
                    </a:ext>
                  </a:extLst>
                </p14:cNvPr>
                <p14:cNvContentPartPr/>
                <p14:nvPr/>
              </p14:nvContentPartPr>
              <p14:xfrm>
                <a:off x="2991911" y="2171020"/>
                <a:ext cx="99000" cy="26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22BB10-CC36-FD45-1B77-B4BB8EA087E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73976" y="2153020"/>
                  <a:ext cx="134511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85AE5DE-4AE1-5260-B9BF-E10974B40EA6}"/>
                    </a:ext>
                  </a:extLst>
                </p14:cNvPr>
                <p14:cNvContentPartPr/>
                <p14:nvPr/>
              </p14:nvContentPartPr>
              <p14:xfrm>
                <a:off x="1555511" y="2424820"/>
                <a:ext cx="1685520" cy="55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85AE5DE-4AE1-5260-B9BF-E10974B40E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37515" y="2406832"/>
                  <a:ext cx="1721152" cy="5925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291714-8C3F-DE9C-8975-62E6ED1EF763}"/>
                    </a:ext>
                  </a:extLst>
                </p14:cNvPr>
                <p14:cNvContentPartPr/>
                <p14:nvPr/>
              </p14:nvContentPartPr>
              <p14:xfrm>
                <a:off x="1289471" y="2352460"/>
                <a:ext cx="91440" cy="676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291714-8C3F-DE9C-8975-62E6ED1EF76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71471" y="2334460"/>
                  <a:ext cx="127080" cy="7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A29BE3F-1547-A412-FF66-F8B2E5830815}"/>
                    </a:ext>
                  </a:extLst>
                </p14:cNvPr>
                <p14:cNvContentPartPr/>
                <p14:nvPr/>
              </p14:nvContentPartPr>
              <p14:xfrm>
                <a:off x="2513831" y="2166340"/>
                <a:ext cx="5040" cy="39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A29BE3F-1547-A412-FF66-F8B2E583081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95831" y="2148340"/>
                  <a:ext cx="406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EE33F9D-762A-8075-AEA6-1AD08FCBDE05}"/>
                    </a:ext>
                  </a:extLst>
                </p14:cNvPr>
                <p14:cNvContentPartPr/>
                <p14:nvPr/>
              </p14:nvContentPartPr>
              <p14:xfrm>
                <a:off x="2507351" y="2173900"/>
                <a:ext cx="150480" cy="213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EE33F9D-762A-8075-AEA6-1AD08FCBDE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89351" y="2155900"/>
                  <a:ext cx="186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8BB2DD9-5085-2A33-1CEC-41E164D6588D}"/>
                    </a:ext>
                  </a:extLst>
                </p14:cNvPr>
                <p14:cNvContentPartPr/>
                <p14:nvPr/>
              </p14:nvContentPartPr>
              <p14:xfrm>
                <a:off x="2633351" y="2298460"/>
                <a:ext cx="54720" cy="160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8BB2DD9-5085-2A33-1CEC-41E164D6588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15469" y="2280500"/>
                  <a:ext cx="90127" cy="1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DDA622-BE31-802B-78E7-EDCA107138B7}"/>
                    </a:ext>
                  </a:extLst>
                </p14:cNvPr>
                <p14:cNvContentPartPr/>
                <p14:nvPr/>
              </p14:nvContentPartPr>
              <p14:xfrm>
                <a:off x="2762591" y="2228260"/>
                <a:ext cx="75240" cy="25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DDA622-BE31-802B-78E7-EDCA107138B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44591" y="2210260"/>
                  <a:ext cx="1108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5DFD42-DE1E-BA04-CF6C-1635D20F753C}"/>
                    </a:ext>
                  </a:extLst>
                </p14:cNvPr>
                <p14:cNvContentPartPr/>
                <p14:nvPr/>
              </p14:nvContentPartPr>
              <p14:xfrm>
                <a:off x="2812271" y="2225740"/>
                <a:ext cx="167400" cy="138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5DFD42-DE1E-BA04-CF6C-1635D20F75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94271" y="2207740"/>
                  <a:ext cx="20304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66BAC05-2BD6-ACBE-DE89-7295512CD893}"/>
              </a:ext>
            </a:extLst>
          </p:cNvPr>
          <p:cNvGrpSpPr/>
          <p:nvPr/>
        </p:nvGrpSpPr>
        <p:grpSpPr>
          <a:xfrm>
            <a:off x="4569431" y="281380"/>
            <a:ext cx="2060280" cy="596160"/>
            <a:chOff x="4569431" y="281380"/>
            <a:chExt cx="2060280" cy="59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25E588F-A829-23B7-502C-CAE694077DBC}"/>
                    </a:ext>
                  </a:extLst>
                </p14:cNvPr>
                <p14:cNvContentPartPr/>
                <p14:nvPr/>
              </p14:nvContentPartPr>
              <p14:xfrm>
                <a:off x="4569431" y="469300"/>
                <a:ext cx="253080" cy="285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25E588F-A829-23B7-502C-CAE694077D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51431" y="451323"/>
                  <a:ext cx="288720" cy="3214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4EF61A0-B0B0-A642-64B4-5E6BA46BA06E}"/>
                    </a:ext>
                  </a:extLst>
                </p14:cNvPr>
                <p14:cNvContentPartPr/>
                <p14:nvPr/>
              </p14:nvContentPartPr>
              <p14:xfrm>
                <a:off x="4950671" y="675580"/>
                <a:ext cx="18000" cy="201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4EF61A0-B0B0-A642-64B4-5E6BA46BA06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932671" y="657548"/>
                  <a:ext cx="53640" cy="2376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99FC1B8-48AE-B1AA-3E43-13ABB18E05F5}"/>
                    </a:ext>
                  </a:extLst>
                </p14:cNvPr>
                <p14:cNvContentPartPr/>
                <p14:nvPr/>
              </p14:nvContentPartPr>
              <p14:xfrm>
                <a:off x="4975151" y="630580"/>
                <a:ext cx="114120" cy="130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99FC1B8-48AE-B1AA-3E43-13ABB18E05F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57151" y="612580"/>
                  <a:ext cx="1497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A3EB471-2589-066D-6B23-F991B8C338B3}"/>
                    </a:ext>
                  </a:extLst>
                </p14:cNvPr>
                <p14:cNvContentPartPr/>
                <p14:nvPr/>
              </p14:nvContentPartPr>
              <p14:xfrm>
                <a:off x="4985231" y="711220"/>
                <a:ext cx="86760" cy="52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A3EB471-2589-066D-6B23-F991B8C338B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967305" y="693220"/>
                  <a:ext cx="122253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ADAE999-C587-82CF-7164-8C7F3FF9658D}"/>
                    </a:ext>
                  </a:extLst>
                </p14:cNvPr>
                <p14:cNvContentPartPr/>
                <p14:nvPr/>
              </p14:nvContentPartPr>
              <p14:xfrm>
                <a:off x="5159831" y="639940"/>
                <a:ext cx="51120" cy="139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ADAE999-C587-82CF-7164-8C7F3FF9658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41957" y="621940"/>
                  <a:ext cx="86511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32010F-3AA8-3551-5A1E-CF33EB78C881}"/>
                    </a:ext>
                  </a:extLst>
                </p14:cNvPr>
                <p14:cNvContentPartPr/>
                <p14:nvPr/>
              </p14:nvContentPartPr>
              <p14:xfrm>
                <a:off x="5171351" y="581620"/>
                <a:ext cx="165600" cy="250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32010F-3AA8-3551-5A1E-CF33EB78C88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3390" y="563620"/>
                  <a:ext cx="201163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9236BF7-E39D-5777-5C72-73347B36DB6B}"/>
                    </a:ext>
                  </a:extLst>
                </p14:cNvPr>
                <p14:cNvContentPartPr/>
                <p14:nvPr/>
              </p14:nvContentPartPr>
              <p14:xfrm>
                <a:off x="5464031" y="553900"/>
                <a:ext cx="70560" cy="32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9236BF7-E39D-5777-5C72-73347B36DB6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445939" y="535900"/>
                  <a:ext cx="106383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C112931-F4F4-FCE0-62C3-C00924E1CBA3}"/>
                    </a:ext>
                  </a:extLst>
                </p14:cNvPr>
                <p14:cNvContentPartPr/>
                <p14:nvPr/>
              </p14:nvContentPartPr>
              <p14:xfrm>
                <a:off x="5556911" y="635980"/>
                <a:ext cx="29520" cy="17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C112931-F4F4-FCE0-62C3-C00924E1CBA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538911" y="617980"/>
                  <a:ext cx="651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DAD389-3DE5-FD2D-4DF7-6B43E7575CAE}"/>
                    </a:ext>
                  </a:extLst>
                </p14:cNvPr>
                <p14:cNvContentPartPr/>
                <p14:nvPr/>
              </p14:nvContentPartPr>
              <p14:xfrm>
                <a:off x="5686871" y="281380"/>
                <a:ext cx="203400" cy="330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DAD389-3DE5-FD2D-4DF7-6B43E7575CA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668839" y="263360"/>
                  <a:ext cx="239103" cy="3665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4D39848-8618-00E1-71F2-F4A5362B9BD9}"/>
                    </a:ext>
                  </a:extLst>
                </p14:cNvPr>
                <p14:cNvContentPartPr/>
                <p14:nvPr/>
              </p14:nvContentPartPr>
              <p14:xfrm>
                <a:off x="6006551" y="552460"/>
                <a:ext cx="90360" cy="239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4D39848-8618-00E1-71F2-F4A5362B9B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88551" y="534433"/>
                  <a:ext cx="126000" cy="2747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31C8247-856F-A9F4-31D3-8C879E1F35D0}"/>
                    </a:ext>
                  </a:extLst>
                </p14:cNvPr>
                <p14:cNvContentPartPr/>
                <p14:nvPr/>
              </p14:nvContentPartPr>
              <p14:xfrm>
                <a:off x="6026711" y="598180"/>
                <a:ext cx="282240" cy="132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31C8247-856F-A9F4-31D3-8C879E1F35D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008711" y="580229"/>
                  <a:ext cx="317880" cy="167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678DB5-3ED7-024D-23D4-ED7D80DA7B10}"/>
                    </a:ext>
                  </a:extLst>
                </p14:cNvPr>
                <p14:cNvContentPartPr/>
                <p14:nvPr/>
              </p14:nvContentPartPr>
              <p14:xfrm>
                <a:off x="6351791" y="578740"/>
                <a:ext cx="133560" cy="105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678DB5-3ED7-024D-23D4-ED7D80DA7B1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333839" y="560740"/>
                  <a:ext cx="169104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AFC03F4-2925-73B1-11E4-3D8F6E7DE020}"/>
                    </a:ext>
                  </a:extLst>
                </p14:cNvPr>
                <p14:cNvContentPartPr/>
                <p14:nvPr/>
              </p14:nvContentPartPr>
              <p14:xfrm>
                <a:off x="6528911" y="570820"/>
                <a:ext cx="100800" cy="96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AFC03F4-2925-73B1-11E4-3D8F6E7DE02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10911" y="552820"/>
                  <a:ext cx="1364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BDC5CE4-C34D-1C3A-9EF1-D02FFC31F709}"/>
              </a:ext>
            </a:extLst>
          </p:cNvPr>
          <p:cNvGrpSpPr/>
          <p:nvPr/>
        </p:nvGrpSpPr>
        <p:grpSpPr>
          <a:xfrm>
            <a:off x="3246071" y="595660"/>
            <a:ext cx="461520" cy="1417320"/>
            <a:chOff x="3246071" y="595660"/>
            <a:chExt cx="461520" cy="141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3AB6DA3-CDD2-D71E-A093-7FCC20774FD0}"/>
                    </a:ext>
                  </a:extLst>
                </p14:cNvPr>
                <p14:cNvContentPartPr/>
                <p14:nvPr/>
              </p14:nvContentPartPr>
              <p14:xfrm>
                <a:off x="3246071" y="970780"/>
                <a:ext cx="123840" cy="161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3AB6DA3-CDD2-D71E-A093-7FCC20774FD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28123" y="952780"/>
                  <a:ext cx="159377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2A4A94A-A6EB-3D01-73DF-8CAA1326B150}"/>
                    </a:ext>
                  </a:extLst>
                </p14:cNvPr>
                <p14:cNvContentPartPr/>
                <p14:nvPr/>
              </p14:nvContentPartPr>
              <p14:xfrm>
                <a:off x="3404111" y="963220"/>
                <a:ext cx="140400" cy="152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2A4A94A-A6EB-3D01-73DF-8CAA1326B15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86157" y="945220"/>
                  <a:ext cx="175949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A9A89A8-987C-671A-BFCB-7710B341DA43}"/>
                    </a:ext>
                  </a:extLst>
                </p14:cNvPr>
                <p14:cNvContentPartPr/>
                <p14:nvPr/>
              </p14:nvContentPartPr>
              <p14:xfrm>
                <a:off x="3420671" y="629860"/>
                <a:ext cx="13320" cy="281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A9A89A8-987C-671A-BFCB-7710B341DA4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02171" y="611837"/>
                  <a:ext cx="49950" cy="3168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E77A9B3-F3BD-CF2D-5AF4-5001370C5876}"/>
                    </a:ext>
                  </a:extLst>
                </p14:cNvPr>
                <p14:cNvContentPartPr/>
                <p14:nvPr/>
              </p14:nvContentPartPr>
              <p14:xfrm>
                <a:off x="3339311" y="595660"/>
                <a:ext cx="183240" cy="126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E77A9B3-F3BD-CF2D-5AF4-5001370C58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21276" y="577711"/>
                  <a:ext cx="218950" cy="162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D8AB757-7CCF-2549-691B-61C2F6E084EF}"/>
                    </a:ext>
                  </a:extLst>
                </p14:cNvPr>
                <p14:cNvContentPartPr/>
                <p14:nvPr/>
              </p14:nvContentPartPr>
              <p14:xfrm>
                <a:off x="3432551" y="1212700"/>
                <a:ext cx="42120" cy="399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D8AB757-7CCF-2549-691B-61C2F6E084E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14551" y="1194700"/>
                  <a:ext cx="7776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7AE294F-C26E-6E92-12C3-F07629892FA7}"/>
                    </a:ext>
                  </a:extLst>
                </p14:cNvPr>
                <p14:cNvContentPartPr/>
                <p14:nvPr/>
              </p14:nvContentPartPr>
              <p14:xfrm>
                <a:off x="3420311" y="1526260"/>
                <a:ext cx="113040" cy="71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7AE294F-C26E-6E92-12C3-F07629892FA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402253" y="1508260"/>
                  <a:ext cx="148794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628F05D-88D1-CF3E-CBEB-915BBB392D06}"/>
                    </a:ext>
                  </a:extLst>
                </p14:cNvPr>
                <p14:cNvContentPartPr/>
                <p14:nvPr/>
              </p14:nvContentPartPr>
              <p14:xfrm>
                <a:off x="3600311" y="1717780"/>
                <a:ext cx="20160" cy="29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628F05D-88D1-CF3E-CBEB-915BBB392D0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581984" y="1699780"/>
                  <a:ext cx="56448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7DA02BB-A258-646C-0C81-D73498D69493}"/>
                    </a:ext>
                  </a:extLst>
                </p14:cNvPr>
                <p14:cNvContentPartPr/>
                <p14:nvPr/>
              </p14:nvContentPartPr>
              <p14:xfrm>
                <a:off x="3517871" y="1711660"/>
                <a:ext cx="189720" cy="151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7DA02BB-A258-646C-0C81-D73498D6949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499871" y="1693660"/>
                  <a:ext cx="22536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3AACCD7-9C36-054F-2F14-2C6E31CED358}"/>
              </a:ext>
            </a:extLst>
          </p:cNvPr>
          <p:cNvGrpSpPr/>
          <p:nvPr/>
        </p:nvGrpSpPr>
        <p:grpSpPr>
          <a:xfrm>
            <a:off x="3390431" y="2174260"/>
            <a:ext cx="331920" cy="663120"/>
            <a:chOff x="3390431" y="2174260"/>
            <a:chExt cx="331920" cy="66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C82AC50-B652-F234-30DE-A359E510A487}"/>
                    </a:ext>
                  </a:extLst>
                </p14:cNvPr>
                <p14:cNvContentPartPr/>
                <p14:nvPr/>
              </p14:nvContentPartPr>
              <p14:xfrm>
                <a:off x="3390431" y="2174260"/>
                <a:ext cx="153720" cy="266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C82AC50-B652-F234-30DE-A359E510A48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372389" y="2156260"/>
                  <a:ext cx="189444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6EF0C84-22F0-2E39-057B-4275B21D67AE}"/>
                    </a:ext>
                  </a:extLst>
                </p14:cNvPr>
                <p14:cNvContentPartPr/>
                <p14:nvPr/>
              </p14:nvContentPartPr>
              <p14:xfrm>
                <a:off x="3585911" y="2200540"/>
                <a:ext cx="119880" cy="1242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6EF0C84-22F0-2E39-057B-4275B21D67A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67965" y="2182540"/>
                  <a:ext cx="155413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2A5DBC-64F4-3422-B497-3A2F48C12F51}"/>
                    </a:ext>
                  </a:extLst>
                </p14:cNvPr>
                <p14:cNvContentPartPr/>
                <p14:nvPr/>
              </p14:nvContentPartPr>
              <p14:xfrm>
                <a:off x="3619031" y="2470900"/>
                <a:ext cx="34200" cy="366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2A5DBC-64F4-3422-B497-3A2F48C12F5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601031" y="2452882"/>
                  <a:ext cx="69840" cy="4021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8A23394-A1E0-FC90-0807-4571536570B5}"/>
                    </a:ext>
                  </a:extLst>
                </p14:cNvPr>
                <p14:cNvContentPartPr/>
                <p14:nvPr/>
              </p14:nvContentPartPr>
              <p14:xfrm>
                <a:off x="3594191" y="2766820"/>
                <a:ext cx="128160" cy="50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8A23394-A1E0-FC90-0807-4571536570B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576191" y="2748820"/>
                  <a:ext cx="16380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92875DBA-1A0A-DF26-581B-886E331D8236}"/>
              </a:ext>
            </a:extLst>
          </p:cNvPr>
          <p:cNvGrpSpPr/>
          <p:nvPr/>
        </p:nvGrpSpPr>
        <p:grpSpPr>
          <a:xfrm>
            <a:off x="5067311" y="1149340"/>
            <a:ext cx="2491920" cy="779040"/>
            <a:chOff x="5067311" y="1149340"/>
            <a:chExt cx="2491920" cy="77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671E1EB-F583-8125-A137-DF1C21C78B95}"/>
                    </a:ext>
                  </a:extLst>
                </p14:cNvPr>
                <p14:cNvContentPartPr/>
                <p14:nvPr/>
              </p14:nvContentPartPr>
              <p14:xfrm>
                <a:off x="5465831" y="1301980"/>
                <a:ext cx="253440" cy="345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671E1EB-F583-8125-A137-DF1C21C78B9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447831" y="1283961"/>
                  <a:ext cx="289080" cy="3809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B2AD493-6E2B-0AAC-98D5-F1BE6DEA2B58}"/>
                    </a:ext>
                  </a:extLst>
                </p14:cNvPr>
                <p14:cNvContentPartPr/>
                <p14:nvPr/>
              </p14:nvContentPartPr>
              <p14:xfrm>
                <a:off x="5798831" y="1596100"/>
                <a:ext cx="97200" cy="189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B2AD493-6E2B-0AAC-98D5-F1BE6DEA2B5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80897" y="1578100"/>
                  <a:ext cx="132708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CE283C0-7524-A47B-697D-178CA5308F23}"/>
                    </a:ext>
                  </a:extLst>
                </p14:cNvPr>
                <p14:cNvContentPartPr/>
                <p14:nvPr/>
              </p14:nvContentPartPr>
              <p14:xfrm>
                <a:off x="5764271" y="1611580"/>
                <a:ext cx="401760" cy="145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CE283C0-7524-A47B-697D-178CA5308F2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746271" y="1593624"/>
                  <a:ext cx="437400" cy="181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C050A76-D26D-AE4C-FAF1-7B049DED29F2}"/>
                    </a:ext>
                  </a:extLst>
                </p14:cNvPr>
                <p14:cNvContentPartPr/>
                <p14:nvPr/>
              </p14:nvContentPartPr>
              <p14:xfrm>
                <a:off x="6187991" y="1607260"/>
                <a:ext cx="74520" cy="120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C050A76-D26D-AE4C-FAF1-7B049DED29F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69991" y="1589260"/>
                  <a:ext cx="110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212AC03-2FF5-1541-E8FD-5E19FDEFFCBB}"/>
                    </a:ext>
                  </a:extLst>
                </p14:cNvPr>
                <p14:cNvContentPartPr/>
                <p14:nvPr/>
              </p14:nvContentPartPr>
              <p14:xfrm>
                <a:off x="6326591" y="1615180"/>
                <a:ext cx="87480" cy="95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212AC03-2FF5-1541-E8FD-5E19FDEFFCB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08517" y="1597180"/>
                  <a:ext cx="123267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E498B78-5467-F279-D8AB-0D0240955117}"/>
                    </a:ext>
                  </a:extLst>
                </p14:cNvPr>
                <p14:cNvContentPartPr/>
                <p14:nvPr/>
              </p14:nvContentPartPr>
              <p14:xfrm>
                <a:off x="6605951" y="1560820"/>
                <a:ext cx="36360" cy="302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E498B78-5467-F279-D8AB-0D024095511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587951" y="1542820"/>
                  <a:ext cx="72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0A16A16-D3AC-AE63-30EE-2016B9EBFDED}"/>
                    </a:ext>
                  </a:extLst>
                </p14:cNvPr>
                <p14:cNvContentPartPr/>
                <p14:nvPr/>
              </p14:nvContentPartPr>
              <p14:xfrm>
                <a:off x="6595511" y="1598980"/>
                <a:ext cx="83880" cy="38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0A16A16-D3AC-AE63-30EE-2016B9EBFDE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77511" y="1580980"/>
                  <a:ext cx="119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FC70612-F82F-21D0-4BA8-C70715A8E21B}"/>
                    </a:ext>
                  </a:extLst>
                </p14:cNvPr>
                <p14:cNvContentPartPr/>
                <p14:nvPr/>
              </p14:nvContentPartPr>
              <p14:xfrm>
                <a:off x="6809711" y="1405660"/>
                <a:ext cx="204480" cy="231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FC70612-F82F-21D0-4BA8-C70715A8E21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791711" y="1387660"/>
                  <a:ext cx="240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D8E41A8-3F77-3F90-861D-1B119E1CF879}"/>
                    </a:ext>
                  </a:extLst>
                </p14:cNvPr>
                <p14:cNvContentPartPr/>
                <p14:nvPr/>
              </p14:nvContentPartPr>
              <p14:xfrm>
                <a:off x="7053071" y="1370020"/>
                <a:ext cx="161640" cy="205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D8E41A8-3F77-3F90-861D-1B119E1CF87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35071" y="1352020"/>
                  <a:ext cx="1972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8C955B3-DF46-75BF-41AE-19B7F471C62F}"/>
                    </a:ext>
                  </a:extLst>
                </p14:cNvPr>
                <p14:cNvContentPartPr/>
                <p14:nvPr/>
              </p14:nvContentPartPr>
              <p14:xfrm>
                <a:off x="5344871" y="1149340"/>
                <a:ext cx="2214360" cy="779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8C955B3-DF46-75BF-41AE-19B7F471C62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26871" y="1131340"/>
                  <a:ext cx="225000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E60D579-73BA-1EC7-1F1A-4ACEF6909618}"/>
                    </a:ext>
                  </a:extLst>
                </p14:cNvPr>
                <p14:cNvContentPartPr/>
                <p14:nvPr/>
              </p14:nvContentPartPr>
              <p14:xfrm>
                <a:off x="5120951" y="1322500"/>
                <a:ext cx="87480" cy="572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E60D579-73BA-1EC7-1F1A-4ACEF690961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102951" y="1304489"/>
                  <a:ext cx="123120" cy="608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08807F-FEF7-59F1-7E75-D9E35FCF6C19}"/>
                    </a:ext>
                  </a:extLst>
                </p14:cNvPr>
                <p14:cNvContentPartPr/>
                <p14:nvPr/>
              </p14:nvContentPartPr>
              <p14:xfrm>
                <a:off x="5067311" y="1254100"/>
                <a:ext cx="2218320" cy="91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08807F-FEF7-59F1-7E75-D9E35FCF6C1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049314" y="1236100"/>
                  <a:ext cx="2253954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ADDEA2F-0572-A121-BD92-CAC32C31D331}"/>
              </a:ext>
            </a:extLst>
          </p:cNvPr>
          <p:cNvGrpSpPr/>
          <p:nvPr/>
        </p:nvGrpSpPr>
        <p:grpSpPr>
          <a:xfrm>
            <a:off x="1288031" y="3514180"/>
            <a:ext cx="1539720" cy="551520"/>
            <a:chOff x="1288031" y="3514180"/>
            <a:chExt cx="1539720" cy="55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0D4DDAD-4A80-206B-99F4-AECBA469615E}"/>
                    </a:ext>
                  </a:extLst>
                </p14:cNvPr>
                <p14:cNvContentPartPr/>
                <p14:nvPr/>
              </p14:nvContentPartPr>
              <p14:xfrm>
                <a:off x="1288031" y="3514180"/>
                <a:ext cx="34200" cy="416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0D4DDAD-4A80-206B-99F4-AECBA469615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270031" y="3496180"/>
                  <a:ext cx="6984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F17FC3B-2FC8-26B2-E6C9-B643B7B19F32}"/>
                    </a:ext>
                  </a:extLst>
                </p14:cNvPr>
                <p14:cNvContentPartPr/>
                <p14:nvPr/>
              </p14:nvContentPartPr>
              <p14:xfrm>
                <a:off x="1297391" y="3534340"/>
                <a:ext cx="170640" cy="26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F17FC3B-2FC8-26B2-E6C9-B643B7B19F3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279391" y="3516340"/>
                  <a:ext cx="2062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FAD3CB2-6BAA-1684-D70A-BB86409582C9}"/>
                    </a:ext>
                  </a:extLst>
                </p14:cNvPr>
                <p14:cNvContentPartPr/>
                <p14:nvPr/>
              </p14:nvContentPartPr>
              <p14:xfrm>
                <a:off x="1554071" y="3710020"/>
                <a:ext cx="152280" cy="1324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FAD3CB2-6BAA-1684-D70A-BB86409582C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536071" y="3691971"/>
                  <a:ext cx="187920" cy="1682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C3CB55B-7BB0-6BD8-06D6-01B03B3DF68B}"/>
                    </a:ext>
                  </a:extLst>
                </p14:cNvPr>
                <p14:cNvContentPartPr/>
                <p14:nvPr/>
              </p14:nvContentPartPr>
              <p14:xfrm>
                <a:off x="1789151" y="3698860"/>
                <a:ext cx="45360" cy="149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C3CB55B-7BB0-6BD8-06D6-01B03B3DF68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771151" y="3680903"/>
                  <a:ext cx="81000" cy="184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16790B8-1B04-1917-4CB1-21741F3181C0}"/>
                    </a:ext>
                  </a:extLst>
                </p14:cNvPr>
                <p14:cNvContentPartPr/>
                <p14:nvPr/>
              </p14:nvContentPartPr>
              <p14:xfrm>
                <a:off x="1829111" y="3693100"/>
                <a:ext cx="85320" cy="154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16790B8-1B04-1917-4CB1-21741F3181C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811111" y="3675100"/>
                  <a:ext cx="1209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D8C9E2E-D5EB-DC31-0484-3617B31556B4}"/>
                    </a:ext>
                  </a:extLst>
                </p14:cNvPr>
                <p14:cNvContentPartPr/>
                <p14:nvPr/>
              </p14:nvContentPartPr>
              <p14:xfrm>
                <a:off x="2058791" y="3594460"/>
                <a:ext cx="51120" cy="236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D8C9E2E-D5EB-DC31-0484-3617B31556B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040791" y="3576433"/>
                  <a:ext cx="86760" cy="2718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B57C07-6184-3275-50DE-B0C5C491478B}"/>
                    </a:ext>
                  </a:extLst>
                </p14:cNvPr>
                <p14:cNvContentPartPr/>
                <p14:nvPr/>
              </p14:nvContentPartPr>
              <p14:xfrm>
                <a:off x="2229791" y="3711820"/>
                <a:ext cx="112680" cy="114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B57C07-6184-3275-50DE-B0C5C491478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211733" y="3693876"/>
                  <a:ext cx="148434" cy="1503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FB72D44-F025-AFC9-509E-4E06766850C3}"/>
                    </a:ext>
                  </a:extLst>
                </p14:cNvPr>
                <p14:cNvContentPartPr/>
                <p14:nvPr/>
              </p14:nvContentPartPr>
              <p14:xfrm>
                <a:off x="2453711" y="3696340"/>
                <a:ext cx="64440" cy="124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FB72D44-F025-AFC9-509E-4E06766850C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435711" y="3678340"/>
                  <a:ext cx="100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79C2B49-6DA2-B792-4951-021F33E2E783}"/>
                    </a:ext>
                  </a:extLst>
                </p14:cNvPr>
                <p14:cNvContentPartPr/>
                <p14:nvPr/>
              </p14:nvContentPartPr>
              <p14:xfrm>
                <a:off x="2644511" y="3670780"/>
                <a:ext cx="183240" cy="136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79C2B49-6DA2-B792-4951-021F33E2E78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26511" y="3652780"/>
                  <a:ext cx="218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4E23D0B-9264-0945-3AC8-58E6BAD8A541}"/>
                    </a:ext>
                  </a:extLst>
                </p14:cNvPr>
                <p14:cNvContentPartPr/>
                <p14:nvPr/>
              </p14:nvContentPartPr>
              <p14:xfrm>
                <a:off x="1827311" y="3836740"/>
                <a:ext cx="47520" cy="2289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4E23D0B-9264-0945-3AC8-58E6BAD8A54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09311" y="3818740"/>
                  <a:ext cx="8316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C27EF6E7-B01B-3101-19B9-724270E79AAF}"/>
              </a:ext>
            </a:extLst>
          </p:cNvPr>
          <p:cNvGrpSpPr/>
          <p:nvPr/>
        </p:nvGrpSpPr>
        <p:grpSpPr>
          <a:xfrm>
            <a:off x="3252191" y="3653500"/>
            <a:ext cx="470160" cy="150480"/>
            <a:chOff x="3252191" y="3653500"/>
            <a:chExt cx="470160" cy="15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727EE32-3B46-DA7E-84BE-CB499277C639}"/>
                    </a:ext>
                  </a:extLst>
                </p14:cNvPr>
                <p14:cNvContentPartPr/>
                <p14:nvPr/>
              </p14:nvContentPartPr>
              <p14:xfrm>
                <a:off x="3252191" y="3653500"/>
                <a:ext cx="105840" cy="150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727EE32-3B46-DA7E-84BE-CB499277C63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234191" y="3635457"/>
                  <a:ext cx="14148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3C9FCC9-40BD-7B51-0D82-2C1AB5F6007A}"/>
                    </a:ext>
                  </a:extLst>
                </p14:cNvPr>
                <p14:cNvContentPartPr/>
                <p14:nvPr/>
              </p14:nvContentPartPr>
              <p14:xfrm>
                <a:off x="3420311" y="3669340"/>
                <a:ext cx="139320" cy="109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3C9FCC9-40BD-7B51-0D82-2C1AB5F6007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402264" y="3651340"/>
                  <a:ext cx="175052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D805F95-AB28-DCDB-68FC-990E8989810A}"/>
                    </a:ext>
                  </a:extLst>
                </p14:cNvPr>
                <p14:cNvContentPartPr/>
                <p14:nvPr/>
              </p14:nvContentPartPr>
              <p14:xfrm>
                <a:off x="3630551" y="3676900"/>
                <a:ext cx="91800" cy="80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D805F95-AB28-DCDB-68FC-990E8989810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612551" y="3658900"/>
                  <a:ext cx="12744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264F1FA2-64A5-A9B0-1368-890E5BD05CA5}"/>
              </a:ext>
            </a:extLst>
          </p:cNvPr>
          <p:cNvGrpSpPr/>
          <p:nvPr/>
        </p:nvGrpSpPr>
        <p:grpSpPr>
          <a:xfrm>
            <a:off x="4224551" y="3571060"/>
            <a:ext cx="1065600" cy="185760"/>
            <a:chOff x="4224551" y="3571060"/>
            <a:chExt cx="1065600" cy="18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F0E6C50-B956-0EE0-38BD-8B24FCB06942}"/>
                    </a:ext>
                  </a:extLst>
                </p14:cNvPr>
                <p14:cNvContentPartPr/>
                <p14:nvPr/>
              </p14:nvContentPartPr>
              <p14:xfrm>
                <a:off x="4224551" y="3571060"/>
                <a:ext cx="110160" cy="185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F0E6C50-B956-0EE0-38BD-8B24FCB0694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06551" y="3553060"/>
                  <a:ext cx="145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EB919E9-890E-5530-8CFB-06B6BD17B032}"/>
                    </a:ext>
                  </a:extLst>
                </p14:cNvPr>
                <p14:cNvContentPartPr/>
                <p14:nvPr/>
              </p14:nvContentPartPr>
              <p14:xfrm>
                <a:off x="4444871" y="3632980"/>
                <a:ext cx="90000" cy="102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EB919E9-890E-5530-8CFB-06B6BD17B03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426943" y="3614980"/>
                  <a:ext cx="125498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03BF995-F61E-0A53-3DB2-41A9237F807C}"/>
                    </a:ext>
                  </a:extLst>
                </p14:cNvPr>
                <p14:cNvContentPartPr/>
                <p14:nvPr/>
              </p14:nvContentPartPr>
              <p14:xfrm>
                <a:off x="4657631" y="3612100"/>
                <a:ext cx="152280" cy="106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03BF995-F61E-0A53-3DB2-41A9237F807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639588" y="3594100"/>
                  <a:ext cx="188004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98202F7-7E22-B465-8865-091EE371C518}"/>
                    </a:ext>
                  </a:extLst>
                </p14:cNvPr>
                <p14:cNvContentPartPr/>
                <p14:nvPr/>
              </p14:nvContentPartPr>
              <p14:xfrm>
                <a:off x="4871471" y="3591220"/>
                <a:ext cx="78480" cy="114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98202F7-7E22-B465-8865-091EE371C51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471" y="3573220"/>
                  <a:ext cx="114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ADCA908-FC62-323D-C678-B3DCBA0ED028}"/>
                    </a:ext>
                  </a:extLst>
                </p14:cNvPr>
                <p14:cNvContentPartPr/>
                <p14:nvPr/>
              </p14:nvContentPartPr>
              <p14:xfrm>
                <a:off x="5067671" y="3581500"/>
                <a:ext cx="50400" cy="131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ADCA908-FC62-323D-C678-B3DCBA0ED02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049671" y="3563500"/>
                  <a:ext cx="860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1A449B3-EAAE-6074-190C-6E8AAB51E872}"/>
                    </a:ext>
                  </a:extLst>
                </p14:cNvPr>
                <p14:cNvContentPartPr/>
                <p14:nvPr/>
              </p14:nvContentPartPr>
              <p14:xfrm>
                <a:off x="5192231" y="3577900"/>
                <a:ext cx="97920" cy="126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1A449B3-EAAE-6074-190C-6E8AAB51E87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74165" y="3559900"/>
                  <a:ext cx="133692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EEEDB83-FFA5-D578-8A0E-1B22ABB5F979}"/>
              </a:ext>
            </a:extLst>
          </p:cNvPr>
          <p:cNvGrpSpPr/>
          <p:nvPr/>
        </p:nvGrpSpPr>
        <p:grpSpPr>
          <a:xfrm>
            <a:off x="5744831" y="3443620"/>
            <a:ext cx="778680" cy="269640"/>
            <a:chOff x="5744831" y="3443620"/>
            <a:chExt cx="77868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33A437C-8285-BC7A-77D1-C7066C4375A3}"/>
                    </a:ext>
                  </a:extLst>
                </p14:cNvPr>
                <p14:cNvContentPartPr/>
                <p14:nvPr/>
              </p14:nvContentPartPr>
              <p14:xfrm>
                <a:off x="5744831" y="3567460"/>
                <a:ext cx="167400" cy="145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33A437C-8285-BC7A-77D1-C7066C4375A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726831" y="3549460"/>
                  <a:ext cx="2030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CE117CF-CE99-6C30-589E-196CD24DC590}"/>
                    </a:ext>
                  </a:extLst>
                </p14:cNvPr>
                <p14:cNvContentPartPr/>
                <p14:nvPr/>
              </p14:nvContentPartPr>
              <p14:xfrm>
                <a:off x="5977391" y="3596620"/>
                <a:ext cx="57240" cy="116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CE117CF-CE99-6C30-589E-196CD24DC59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959503" y="3578620"/>
                  <a:ext cx="92657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F76EB74-171B-C506-597B-FD0C99FDAD86}"/>
                    </a:ext>
                  </a:extLst>
                </p14:cNvPr>
                <p14:cNvContentPartPr/>
                <p14:nvPr/>
              </p14:nvContentPartPr>
              <p14:xfrm>
                <a:off x="6021311" y="3443620"/>
                <a:ext cx="27000" cy="435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F76EB74-171B-C506-597B-FD0C99FDAD8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003311" y="3425768"/>
                  <a:ext cx="62640" cy="789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C8F7EE1-1321-34AF-C674-F7A6E896714E}"/>
                    </a:ext>
                  </a:extLst>
                </p14:cNvPr>
                <p14:cNvContentPartPr/>
                <p14:nvPr/>
              </p14:nvContentPartPr>
              <p14:xfrm>
                <a:off x="6194831" y="3479980"/>
                <a:ext cx="51840" cy="210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C8F7EE1-1321-34AF-C674-F7A6E896714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176831" y="3461980"/>
                  <a:ext cx="87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C64CC84-5271-9040-8A00-BFC021EE2471}"/>
                    </a:ext>
                  </a:extLst>
                </p14:cNvPr>
                <p14:cNvContentPartPr/>
                <p14:nvPr/>
              </p14:nvContentPartPr>
              <p14:xfrm>
                <a:off x="6155591" y="3518500"/>
                <a:ext cx="367920" cy="1591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C64CC84-5271-9040-8A00-BFC021EE247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137591" y="3500500"/>
                  <a:ext cx="40356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46455E73-8AB5-AD12-638D-620290221323}"/>
                  </a:ext>
                </a:extLst>
              </p14:cNvPr>
              <p14:cNvContentPartPr/>
              <p14:nvPr/>
            </p14:nvContentPartPr>
            <p14:xfrm>
              <a:off x="6797831" y="3574300"/>
              <a:ext cx="136440" cy="11484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46455E73-8AB5-AD12-638D-620290221323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6779831" y="3556300"/>
                <a:ext cx="172080" cy="15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7B0CFC5C-3CCD-C010-3B20-9295EB0969E3}"/>
              </a:ext>
            </a:extLst>
          </p:cNvPr>
          <p:cNvGrpSpPr/>
          <p:nvPr/>
        </p:nvGrpSpPr>
        <p:grpSpPr>
          <a:xfrm>
            <a:off x="7358711" y="3395380"/>
            <a:ext cx="999360" cy="308160"/>
            <a:chOff x="7358711" y="3395380"/>
            <a:chExt cx="99936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967868A-7294-3A89-88B7-A8687BB1E8F5}"/>
                    </a:ext>
                  </a:extLst>
                </p14:cNvPr>
                <p14:cNvContentPartPr/>
                <p14:nvPr/>
              </p14:nvContentPartPr>
              <p14:xfrm>
                <a:off x="7358711" y="3501580"/>
                <a:ext cx="126720" cy="201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967868A-7294-3A89-88B7-A8687BB1E8F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340711" y="3483580"/>
                  <a:ext cx="1623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38E15E4-116D-7F28-8DDF-3D1757212034}"/>
                    </a:ext>
                  </a:extLst>
                </p14:cNvPr>
                <p14:cNvContentPartPr/>
                <p14:nvPr/>
              </p14:nvContentPartPr>
              <p14:xfrm>
                <a:off x="7590191" y="3415180"/>
                <a:ext cx="236880" cy="256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38E15E4-116D-7F28-8DDF-3D175721203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572191" y="3397205"/>
                  <a:ext cx="272520" cy="2919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84BC35D-63C2-7960-CEC1-5C94BBF721A4}"/>
                    </a:ext>
                  </a:extLst>
                </p14:cNvPr>
                <p14:cNvContentPartPr/>
                <p14:nvPr/>
              </p14:nvContentPartPr>
              <p14:xfrm>
                <a:off x="7898711" y="3545140"/>
                <a:ext cx="107280" cy="140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84BC35D-63C2-7960-CEC1-5C94BBF721A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880711" y="3527140"/>
                  <a:ext cx="1429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8F71331-965B-032B-7711-BDE2F214E1FE}"/>
                    </a:ext>
                  </a:extLst>
                </p14:cNvPr>
                <p14:cNvContentPartPr/>
                <p14:nvPr/>
              </p14:nvContentPartPr>
              <p14:xfrm>
                <a:off x="8038391" y="3539020"/>
                <a:ext cx="60840" cy="98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8F71331-965B-032B-7711-BDE2F214E1F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20391" y="3521020"/>
                  <a:ext cx="964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3B6768E-1C1C-FB5B-2CE6-B6123470559A}"/>
                    </a:ext>
                  </a:extLst>
                </p14:cNvPr>
                <p14:cNvContentPartPr/>
                <p14:nvPr/>
              </p14:nvContentPartPr>
              <p14:xfrm>
                <a:off x="8204351" y="3395380"/>
                <a:ext cx="114480" cy="246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3B6768E-1C1C-FB5B-2CE6-B6123470559A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186351" y="3377406"/>
                  <a:ext cx="150120" cy="2818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41D25C3-1197-71B9-88B2-4DBF3C96A2A7}"/>
                    </a:ext>
                  </a:extLst>
                </p14:cNvPr>
                <p14:cNvContentPartPr/>
                <p14:nvPr/>
              </p14:nvContentPartPr>
              <p14:xfrm>
                <a:off x="8225591" y="3530740"/>
                <a:ext cx="132480" cy="31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41D25C3-1197-71B9-88B2-4DBF3C96A2A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207591" y="3512740"/>
                  <a:ext cx="16812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EF60B11F-C18D-C67B-EC55-4C9BF1FA4248}"/>
              </a:ext>
            </a:extLst>
          </p:cNvPr>
          <p:cNvGrpSpPr/>
          <p:nvPr/>
        </p:nvGrpSpPr>
        <p:grpSpPr>
          <a:xfrm>
            <a:off x="1650911" y="4434700"/>
            <a:ext cx="2150640" cy="1971360"/>
            <a:chOff x="1650911" y="4434700"/>
            <a:chExt cx="2150640" cy="197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47AF313-F41B-19E0-8575-A72B8E552830}"/>
                    </a:ext>
                  </a:extLst>
                </p14:cNvPr>
                <p14:cNvContentPartPr/>
                <p14:nvPr/>
              </p14:nvContentPartPr>
              <p14:xfrm>
                <a:off x="1676471" y="4638460"/>
                <a:ext cx="26280" cy="1215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47AF313-F41B-19E0-8575-A72B8E55283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58471" y="4620460"/>
                  <a:ext cx="61920" cy="12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219A8EA-522C-1C9A-3B31-D7DE56D9239D}"/>
                    </a:ext>
                  </a:extLst>
                </p14:cNvPr>
                <p14:cNvContentPartPr/>
                <p14:nvPr/>
              </p14:nvContentPartPr>
              <p14:xfrm>
                <a:off x="1673951" y="4478260"/>
                <a:ext cx="1247400" cy="110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219A8EA-522C-1C9A-3B31-D7DE56D9239D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55956" y="4460260"/>
                  <a:ext cx="128303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FCADD2E-0829-A6D1-6571-D813721E59F0}"/>
                    </a:ext>
                  </a:extLst>
                </p14:cNvPr>
                <p14:cNvContentPartPr/>
                <p14:nvPr/>
              </p14:nvContentPartPr>
              <p14:xfrm>
                <a:off x="2868791" y="4434700"/>
                <a:ext cx="48960" cy="297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FCADD2E-0829-A6D1-6571-D813721E59F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50791" y="4416700"/>
                  <a:ext cx="846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E2CA58E-932A-72C0-4A8A-2386BEBC831F}"/>
                    </a:ext>
                  </a:extLst>
                </p14:cNvPr>
                <p14:cNvContentPartPr/>
                <p14:nvPr/>
              </p14:nvContentPartPr>
              <p14:xfrm>
                <a:off x="2839271" y="4757620"/>
                <a:ext cx="122760" cy="234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E2CA58E-932A-72C0-4A8A-2386BEBC831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21324" y="4739620"/>
                  <a:ext cx="158296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6A8189B-0A6A-0503-1F84-D258141BC2CE}"/>
                    </a:ext>
                  </a:extLst>
                </p14:cNvPr>
                <p14:cNvContentPartPr/>
                <p14:nvPr/>
              </p14:nvContentPartPr>
              <p14:xfrm>
                <a:off x="2913791" y="5004580"/>
                <a:ext cx="19800" cy="307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6A8189B-0A6A-0503-1F84-D258141BC2C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896112" y="4986580"/>
                  <a:ext cx="54804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12E69B1-CC63-5373-3CE4-81AA2D5F80FA}"/>
                    </a:ext>
                  </a:extLst>
                </p14:cNvPr>
                <p14:cNvContentPartPr/>
                <p14:nvPr/>
              </p14:nvContentPartPr>
              <p14:xfrm>
                <a:off x="2885711" y="5254060"/>
                <a:ext cx="74160" cy="802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12E69B1-CC63-5373-3CE4-81AA2D5F80F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67711" y="5236060"/>
                  <a:ext cx="1098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6A2351E-C9DD-772F-FCB9-B481941407C8}"/>
                    </a:ext>
                  </a:extLst>
                </p14:cNvPr>
                <p14:cNvContentPartPr/>
                <p14:nvPr/>
              </p14:nvContentPartPr>
              <p14:xfrm>
                <a:off x="2907671" y="5290420"/>
                <a:ext cx="778680" cy="23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6A2351E-C9DD-772F-FCB9-B481941407C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889671" y="5272420"/>
                  <a:ext cx="814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7BE57F0-8DD2-CAD9-E67B-C0F29DCD6D7C}"/>
                    </a:ext>
                  </a:extLst>
                </p14:cNvPr>
                <p14:cNvContentPartPr/>
                <p14:nvPr/>
              </p14:nvContentPartPr>
              <p14:xfrm>
                <a:off x="3671231" y="5241460"/>
                <a:ext cx="41760" cy="63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7BE57F0-8DD2-CAD9-E67B-C0F29DCD6D7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653231" y="5223460"/>
                  <a:ext cx="774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EB3C4C2-B3A2-5676-B70B-2AEE689DB066}"/>
                    </a:ext>
                  </a:extLst>
                </p14:cNvPr>
                <p14:cNvContentPartPr/>
                <p14:nvPr/>
              </p14:nvContentPartPr>
              <p14:xfrm>
                <a:off x="2935751" y="5345500"/>
                <a:ext cx="18000" cy="356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EB3C4C2-B3A2-5676-B70B-2AEE689DB06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17384" y="5327482"/>
                  <a:ext cx="54367" cy="3917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C402FC5-3D5C-4B91-D6F0-3736BA8CF5A4}"/>
                    </a:ext>
                  </a:extLst>
                </p14:cNvPr>
                <p14:cNvContentPartPr/>
                <p14:nvPr/>
              </p14:nvContentPartPr>
              <p14:xfrm>
                <a:off x="2878511" y="5729620"/>
                <a:ext cx="117360" cy="201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C402FC5-3D5C-4B91-D6F0-3736BA8CF5A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860511" y="5711620"/>
                  <a:ext cx="1530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A7D1B5E-7743-61A0-C8A2-52B51509B6D9}"/>
                    </a:ext>
                  </a:extLst>
                </p14:cNvPr>
                <p14:cNvContentPartPr/>
                <p14:nvPr/>
              </p14:nvContentPartPr>
              <p14:xfrm>
                <a:off x="2960231" y="5944180"/>
                <a:ext cx="20520" cy="3931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A7D1B5E-7743-61A0-C8A2-52B51509B6D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942231" y="5926180"/>
                  <a:ext cx="5616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586A317-015C-5319-3EC7-C4CD03C81C76}"/>
                    </a:ext>
                  </a:extLst>
                </p14:cNvPr>
                <p14:cNvContentPartPr/>
                <p14:nvPr/>
              </p14:nvContentPartPr>
              <p14:xfrm>
                <a:off x="1697711" y="6288340"/>
                <a:ext cx="1288080" cy="464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586A317-015C-5319-3EC7-C4CD03C81C7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679716" y="6270340"/>
                  <a:ext cx="132371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F908EC4-069F-6B7A-3D6E-D688BFC7A871}"/>
                    </a:ext>
                  </a:extLst>
                </p14:cNvPr>
                <p14:cNvContentPartPr/>
                <p14:nvPr/>
              </p14:nvContentPartPr>
              <p14:xfrm>
                <a:off x="1650911" y="5846620"/>
                <a:ext cx="23760" cy="559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F908EC4-069F-6B7A-3D6E-D688BFC7A87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632911" y="5828632"/>
                  <a:ext cx="59400" cy="5950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B8F8449-E6DF-D176-35EC-0FDD2FD7A79A}"/>
                    </a:ext>
                  </a:extLst>
                </p14:cNvPr>
                <p14:cNvContentPartPr/>
                <p14:nvPr/>
              </p14:nvContentPartPr>
              <p14:xfrm>
                <a:off x="2956631" y="6240100"/>
                <a:ext cx="798840" cy="864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B8F8449-E6DF-D176-35EC-0FDD2FD7A79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938631" y="6222175"/>
                  <a:ext cx="834480" cy="121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E05E8B1-2C56-5AFF-0C33-156C491E3F1C}"/>
                    </a:ext>
                  </a:extLst>
                </p14:cNvPr>
                <p14:cNvContentPartPr/>
                <p14:nvPr/>
              </p14:nvContentPartPr>
              <p14:xfrm>
                <a:off x="3720551" y="6183580"/>
                <a:ext cx="37080" cy="640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E05E8B1-2C56-5AFF-0C33-156C491E3F1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702375" y="6165580"/>
                  <a:ext cx="73069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0C47FF8-366C-A88B-26A8-BD1849B6CFDC}"/>
                    </a:ext>
                  </a:extLst>
                </p14:cNvPr>
                <p14:cNvContentPartPr/>
                <p14:nvPr/>
              </p14:nvContentPartPr>
              <p14:xfrm>
                <a:off x="3586631" y="4832140"/>
                <a:ext cx="11160" cy="2433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0C47FF8-366C-A88B-26A8-BD1849B6CFD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568631" y="4814113"/>
                  <a:ext cx="46800" cy="2790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8C0F11B-3C31-7BFE-5614-965B98DED9E3}"/>
                    </a:ext>
                  </a:extLst>
                </p14:cNvPr>
                <p14:cNvContentPartPr/>
                <p14:nvPr/>
              </p14:nvContentPartPr>
              <p14:xfrm>
                <a:off x="3567551" y="4813420"/>
                <a:ext cx="185760" cy="182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8C0F11B-3C31-7BFE-5614-965B98DED9E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49551" y="4795384"/>
                  <a:ext cx="221400" cy="2178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1CF68DC-09D4-BC38-8212-4224B2BD1B20}"/>
                    </a:ext>
                  </a:extLst>
                </p14:cNvPr>
                <p14:cNvContentPartPr/>
                <p14:nvPr/>
              </p14:nvContentPartPr>
              <p14:xfrm>
                <a:off x="3602471" y="4926100"/>
                <a:ext cx="104040" cy="489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1CF68DC-09D4-BC38-8212-4224B2BD1B2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584471" y="4908100"/>
                  <a:ext cx="1396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1EC8EB7-9940-2C7B-E90F-EDD94ADA8182}"/>
                    </a:ext>
                  </a:extLst>
                </p14:cNvPr>
                <p14:cNvContentPartPr/>
                <p14:nvPr/>
              </p14:nvContentPartPr>
              <p14:xfrm>
                <a:off x="3668711" y="5921140"/>
                <a:ext cx="34200" cy="162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1EC8EB7-9940-2C7B-E90F-EDD94ADA818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650711" y="5903180"/>
                  <a:ext cx="69840" cy="198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78C0870-80F2-AC52-BE14-7B0A4018FC50}"/>
                    </a:ext>
                  </a:extLst>
                </p14:cNvPr>
                <p14:cNvContentPartPr/>
                <p14:nvPr/>
              </p14:nvContentPartPr>
              <p14:xfrm>
                <a:off x="3635951" y="5857060"/>
                <a:ext cx="165600" cy="1893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78C0870-80F2-AC52-BE14-7B0A4018FC5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617951" y="5839094"/>
                  <a:ext cx="201240" cy="2249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50DF2C1-C1B3-A611-0B26-24993F67601E}"/>
                    </a:ext>
                  </a:extLst>
                </p14:cNvPr>
                <p14:cNvContentPartPr/>
                <p14:nvPr/>
              </p14:nvContentPartPr>
              <p14:xfrm>
                <a:off x="2424191" y="4890820"/>
                <a:ext cx="71640" cy="167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50DF2C1-C1B3-A611-0B26-24993F67601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406191" y="4872859"/>
                  <a:ext cx="107280" cy="2026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4631F38-7B32-B2DC-195E-8FD658B046DF}"/>
                    </a:ext>
                  </a:extLst>
                </p14:cNvPr>
                <p14:cNvContentPartPr/>
                <p14:nvPr/>
              </p14:nvContentPartPr>
              <p14:xfrm>
                <a:off x="2562071" y="4849420"/>
                <a:ext cx="84960" cy="146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4631F38-7B32-B2DC-195E-8FD658B046D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544071" y="4831376"/>
                  <a:ext cx="120600" cy="1822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ED2632D-DD8D-7F2F-8666-EC6BC5880E4C}"/>
                    </a:ext>
                  </a:extLst>
                </p14:cNvPr>
                <p14:cNvContentPartPr/>
                <p14:nvPr/>
              </p14:nvContentPartPr>
              <p14:xfrm>
                <a:off x="2611751" y="4842940"/>
                <a:ext cx="96120" cy="115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ED2632D-DD8D-7F2F-8666-EC6BC5880E4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593751" y="4824996"/>
                  <a:ext cx="131760" cy="150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8BCCC74-3296-59FF-F458-79010D24B07A}"/>
                    </a:ext>
                  </a:extLst>
                </p14:cNvPr>
                <p14:cNvContentPartPr/>
                <p14:nvPr/>
              </p14:nvContentPartPr>
              <p14:xfrm>
                <a:off x="2455871" y="5786860"/>
                <a:ext cx="143280" cy="165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8BCCC74-3296-59FF-F458-79010D24B07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437871" y="5768860"/>
                  <a:ext cx="178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22281DA-B24A-CE8A-3563-3201EFE15DE5}"/>
                    </a:ext>
                  </a:extLst>
                </p14:cNvPr>
                <p14:cNvContentPartPr/>
                <p14:nvPr/>
              </p14:nvContentPartPr>
              <p14:xfrm>
                <a:off x="2585471" y="5850580"/>
                <a:ext cx="39600" cy="184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22281DA-B24A-CE8A-3563-3201EFE15DE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567471" y="5832580"/>
                  <a:ext cx="752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1898035-7B0D-6A00-F70C-2D3594E7F419}"/>
                    </a:ext>
                  </a:extLst>
                </p14:cNvPr>
                <p14:cNvContentPartPr/>
                <p14:nvPr/>
              </p14:nvContentPartPr>
              <p14:xfrm>
                <a:off x="2663951" y="5784340"/>
                <a:ext cx="69120" cy="173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1898035-7B0D-6A00-F70C-2D3594E7F41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645951" y="5766302"/>
                  <a:ext cx="104760" cy="208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95F20DA-E180-EF52-4EEB-35950C2BC03B}"/>
                    </a:ext>
                  </a:extLst>
                </p14:cNvPr>
                <p14:cNvContentPartPr/>
                <p14:nvPr/>
              </p14:nvContentPartPr>
              <p14:xfrm>
                <a:off x="2719031" y="5753740"/>
                <a:ext cx="91080" cy="106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95F20DA-E180-EF52-4EEB-35950C2BC03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701031" y="5735740"/>
                  <a:ext cx="12672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3BA7E76D-FFA0-E0AF-F2C7-E5742693346C}"/>
              </a:ext>
            </a:extLst>
          </p:cNvPr>
          <p:cNvGrpSpPr/>
          <p:nvPr/>
        </p:nvGrpSpPr>
        <p:grpSpPr>
          <a:xfrm>
            <a:off x="4163351" y="4189900"/>
            <a:ext cx="1188000" cy="348480"/>
            <a:chOff x="4163351" y="4189900"/>
            <a:chExt cx="1188000" cy="34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4489199-1BA4-5AB7-EA9D-E1BFAA035BB5}"/>
                    </a:ext>
                  </a:extLst>
                </p14:cNvPr>
                <p14:cNvContentPartPr/>
                <p14:nvPr/>
              </p14:nvContentPartPr>
              <p14:xfrm>
                <a:off x="4163351" y="4203220"/>
                <a:ext cx="52560" cy="334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4489199-1BA4-5AB7-EA9D-E1BFAA035BB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145351" y="4185220"/>
                  <a:ext cx="882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72C79D3-75EF-F848-17AA-39594EADCC5E}"/>
                    </a:ext>
                  </a:extLst>
                </p14:cNvPr>
                <p14:cNvContentPartPr/>
                <p14:nvPr/>
              </p14:nvContentPartPr>
              <p14:xfrm>
                <a:off x="4175591" y="4189900"/>
                <a:ext cx="214920" cy="1972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72C79D3-75EF-F848-17AA-39594EADCC5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57591" y="4171900"/>
                  <a:ext cx="250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8EBA1FF-C949-7486-45CE-80192BFD1616}"/>
                    </a:ext>
                  </a:extLst>
                </p14:cNvPr>
                <p14:cNvContentPartPr/>
                <p14:nvPr/>
              </p14:nvContentPartPr>
              <p14:xfrm>
                <a:off x="4474391" y="4314820"/>
                <a:ext cx="12960" cy="156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8EBA1FF-C949-7486-45CE-80192BFD161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56391" y="4296820"/>
                  <a:ext cx="486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3CA19F5-CBBB-6FE4-5699-36106093BD4D}"/>
                    </a:ext>
                  </a:extLst>
                </p14:cNvPr>
                <p14:cNvContentPartPr/>
                <p14:nvPr/>
              </p14:nvContentPartPr>
              <p14:xfrm>
                <a:off x="4491311" y="4293220"/>
                <a:ext cx="107280" cy="105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3CA19F5-CBBB-6FE4-5699-36106093BD4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473311" y="4275220"/>
                  <a:ext cx="1429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88EE6A4-9869-C1A6-6D2B-DBA8ECA66D88}"/>
                    </a:ext>
                  </a:extLst>
                </p14:cNvPr>
                <p14:cNvContentPartPr/>
                <p14:nvPr/>
              </p14:nvContentPartPr>
              <p14:xfrm>
                <a:off x="4533071" y="4377820"/>
                <a:ext cx="52560" cy="406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88EE6A4-9869-C1A6-6D2B-DBA8ECA66D8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15071" y="4359820"/>
                  <a:ext cx="882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B40CAB5-92AF-362B-467C-8056E7A640FE}"/>
                    </a:ext>
                  </a:extLst>
                </p14:cNvPr>
                <p14:cNvContentPartPr/>
                <p14:nvPr/>
              </p14:nvContentPartPr>
              <p14:xfrm>
                <a:off x="4709831" y="4296100"/>
                <a:ext cx="28800" cy="131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B40CAB5-92AF-362B-467C-8056E7A640FE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92053" y="4278100"/>
                  <a:ext cx="64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3698E88-6C66-767B-6FDF-DD6B1F4BBDD7}"/>
                    </a:ext>
                  </a:extLst>
                </p14:cNvPr>
                <p14:cNvContentPartPr/>
                <p14:nvPr/>
              </p14:nvContentPartPr>
              <p14:xfrm>
                <a:off x="4751591" y="4270540"/>
                <a:ext cx="120240" cy="195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3698E88-6C66-767B-6FDF-DD6B1F4BBDD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733591" y="4252507"/>
                  <a:ext cx="155880" cy="2308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EF17DB9D-5BDF-61BA-B407-9E5865130B32}"/>
                    </a:ext>
                  </a:extLst>
                </p14:cNvPr>
                <p14:cNvContentPartPr/>
                <p14:nvPr/>
              </p14:nvContentPartPr>
              <p14:xfrm>
                <a:off x="4973351" y="4321300"/>
                <a:ext cx="16200" cy="5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EF17DB9D-5BDF-61BA-B407-9E5865130B3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955351" y="4303300"/>
                  <a:ext cx="518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133C768-3833-D439-7DFC-A7909C8DDBA7}"/>
                    </a:ext>
                  </a:extLst>
                </p14:cNvPr>
                <p14:cNvContentPartPr/>
                <p14:nvPr/>
              </p14:nvContentPartPr>
              <p14:xfrm>
                <a:off x="5017991" y="4359460"/>
                <a:ext cx="73800" cy="309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133C768-3833-D439-7DFC-A7909C8DDBA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999903" y="4341248"/>
                  <a:ext cx="109615" cy="670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FDEAACA-AAD0-F828-9588-11391913AEFC}"/>
                    </a:ext>
                  </a:extLst>
                </p14:cNvPr>
                <p14:cNvContentPartPr/>
                <p14:nvPr/>
              </p14:nvContentPartPr>
              <p14:xfrm>
                <a:off x="5194751" y="4219780"/>
                <a:ext cx="113400" cy="170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FDEAACA-AAD0-F828-9588-11391913AEF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176808" y="4201780"/>
                  <a:ext cx="148927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2201076-CFE4-F819-7631-F0A70AC4A47E}"/>
                    </a:ext>
                  </a:extLst>
                </p14:cNvPr>
                <p14:cNvContentPartPr/>
                <p14:nvPr/>
              </p14:nvContentPartPr>
              <p14:xfrm>
                <a:off x="5339831" y="4520740"/>
                <a:ext cx="11520" cy="17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2201076-CFE4-F819-7631-F0A70AC4A47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322376" y="4502740"/>
                  <a:ext cx="4608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A4CB066-4FE4-D0C6-E851-7E8DBD4F82B3}"/>
              </a:ext>
            </a:extLst>
          </p:cNvPr>
          <p:cNvGrpSpPr/>
          <p:nvPr/>
        </p:nvGrpSpPr>
        <p:grpSpPr>
          <a:xfrm>
            <a:off x="7034351" y="4317340"/>
            <a:ext cx="189360" cy="234360"/>
            <a:chOff x="7034351" y="4317340"/>
            <a:chExt cx="18936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6EF3DBE-9342-A78A-E037-BE891D43B228}"/>
                    </a:ext>
                  </a:extLst>
                </p14:cNvPr>
                <p14:cNvContentPartPr/>
                <p14:nvPr/>
              </p14:nvContentPartPr>
              <p14:xfrm>
                <a:off x="7048751" y="4333900"/>
                <a:ext cx="16560" cy="217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6EF3DBE-9342-A78A-E037-BE891D43B22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030751" y="4315930"/>
                  <a:ext cx="52200" cy="2533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EC7EEDF-9127-D33F-5512-05090C969136}"/>
                    </a:ext>
                  </a:extLst>
                </p14:cNvPr>
                <p14:cNvContentPartPr/>
                <p14:nvPr/>
              </p14:nvContentPartPr>
              <p14:xfrm>
                <a:off x="7034351" y="4317340"/>
                <a:ext cx="189360" cy="210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EC7EEDF-9127-D33F-5512-05090C96913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6351" y="4299371"/>
                  <a:ext cx="225000" cy="2458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2AE2D42-6671-A77F-B876-B404CC502436}"/>
                    </a:ext>
                  </a:extLst>
                </p14:cNvPr>
                <p14:cNvContentPartPr/>
                <p14:nvPr/>
              </p14:nvContentPartPr>
              <p14:xfrm>
                <a:off x="7053791" y="4449820"/>
                <a:ext cx="74160" cy="169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2AE2D42-6671-A77F-B876-B404CC50243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035791" y="4431820"/>
                  <a:ext cx="10980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1DB69E70-D379-12EF-5B48-5F610D0A9735}"/>
              </a:ext>
            </a:extLst>
          </p:cNvPr>
          <p:cNvGrpSpPr/>
          <p:nvPr/>
        </p:nvGrpSpPr>
        <p:grpSpPr>
          <a:xfrm>
            <a:off x="4782191" y="4879660"/>
            <a:ext cx="2760840" cy="1478520"/>
            <a:chOff x="4782191" y="4879660"/>
            <a:chExt cx="2760840" cy="147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7B1A723-B27A-A89E-71F1-AC9D80239005}"/>
                    </a:ext>
                  </a:extLst>
                </p14:cNvPr>
                <p14:cNvContentPartPr/>
                <p14:nvPr/>
              </p14:nvContentPartPr>
              <p14:xfrm>
                <a:off x="5898551" y="4983340"/>
                <a:ext cx="30240" cy="419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7B1A723-B27A-A89E-71F1-AC9D8023900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880551" y="4965340"/>
                  <a:ext cx="6588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F2C93D1-420F-26A1-3704-FA724F5FBEE6}"/>
                    </a:ext>
                  </a:extLst>
                </p14:cNvPr>
                <p14:cNvContentPartPr/>
                <p14:nvPr/>
              </p14:nvContentPartPr>
              <p14:xfrm>
                <a:off x="5910791" y="5412100"/>
                <a:ext cx="132480" cy="2930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F2C93D1-420F-26A1-3704-FA724F5FBEE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892791" y="5394100"/>
                  <a:ext cx="1681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D2C07BD-7225-7408-439B-8567151854CE}"/>
                    </a:ext>
                  </a:extLst>
                </p14:cNvPr>
                <p14:cNvContentPartPr/>
                <p14:nvPr/>
              </p14:nvContentPartPr>
              <p14:xfrm>
                <a:off x="6009791" y="5733940"/>
                <a:ext cx="36360" cy="441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D2C07BD-7225-7408-439B-8567151854C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991791" y="5715925"/>
                  <a:ext cx="72000" cy="4766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6CE399B-2DFF-34C6-FF9A-264E344876F6}"/>
                    </a:ext>
                  </a:extLst>
                </p14:cNvPr>
                <p14:cNvContentPartPr/>
                <p14:nvPr/>
              </p14:nvContentPartPr>
              <p14:xfrm>
                <a:off x="6205631" y="5485180"/>
                <a:ext cx="141840" cy="1710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6CE399B-2DFF-34C6-FF9A-264E344876F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187631" y="5467180"/>
                  <a:ext cx="1774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EF75C28-9D0D-B1BE-6D08-BBE4A29C9968}"/>
                    </a:ext>
                  </a:extLst>
                </p14:cNvPr>
                <p14:cNvContentPartPr/>
                <p14:nvPr/>
              </p14:nvContentPartPr>
              <p14:xfrm>
                <a:off x="6348551" y="5551780"/>
                <a:ext cx="15120" cy="214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EF75C28-9D0D-B1BE-6D08-BBE4A29C9968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330551" y="5533780"/>
                  <a:ext cx="507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67815C3-F5CE-8EA1-EDCE-775AECDB751A}"/>
                    </a:ext>
                  </a:extLst>
                </p14:cNvPr>
                <p14:cNvContentPartPr/>
                <p14:nvPr/>
              </p14:nvContentPartPr>
              <p14:xfrm>
                <a:off x="6483551" y="5507140"/>
                <a:ext cx="36720" cy="227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67815C3-F5CE-8EA1-EDCE-775AECDB751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65551" y="5489140"/>
                  <a:ext cx="72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3763C89-2C72-C57A-1742-8B23F571CE65}"/>
                    </a:ext>
                  </a:extLst>
                </p14:cNvPr>
                <p14:cNvContentPartPr/>
                <p14:nvPr/>
              </p14:nvContentPartPr>
              <p14:xfrm>
                <a:off x="6522071" y="5588860"/>
                <a:ext cx="100080" cy="53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3763C89-2C72-C57A-1742-8B23F571CE6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504136" y="5570860"/>
                  <a:ext cx="135592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348E7EC-25E9-FF31-D177-874F3563414C}"/>
                    </a:ext>
                  </a:extLst>
                </p14:cNvPr>
                <p14:cNvContentPartPr/>
                <p14:nvPr/>
              </p14:nvContentPartPr>
              <p14:xfrm>
                <a:off x="5889911" y="4879660"/>
                <a:ext cx="1281600" cy="1155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348E7EC-25E9-FF31-D177-874F3563414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871911" y="4861660"/>
                  <a:ext cx="13172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60DBA34-CFE4-D67E-725B-8094EFDB67E8}"/>
                    </a:ext>
                  </a:extLst>
                </p14:cNvPr>
                <p14:cNvContentPartPr/>
                <p14:nvPr/>
              </p14:nvContentPartPr>
              <p14:xfrm>
                <a:off x="5933471" y="6156580"/>
                <a:ext cx="1208520" cy="75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60DBA34-CFE4-D67E-725B-8094EFDB67E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915471" y="6138580"/>
                  <a:ext cx="1244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029703A-39CC-D7B4-1924-685E42A1C66A}"/>
                    </a:ext>
                  </a:extLst>
                </p14:cNvPr>
                <p14:cNvContentPartPr/>
                <p14:nvPr/>
              </p14:nvContentPartPr>
              <p14:xfrm>
                <a:off x="7095191" y="6098260"/>
                <a:ext cx="111600" cy="128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029703A-39CC-D7B4-1924-685E42A1C66A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077191" y="6080260"/>
                  <a:ext cx="147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0FF2D3F-E7A7-0C25-1909-0230FF36EE6D}"/>
                    </a:ext>
                  </a:extLst>
                </p14:cNvPr>
                <p14:cNvContentPartPr/>
                <p14:nvPr/>
              </p14:nvContentPartPr>
              <p14:xfrm>
                <a:off x="7137671" y="6154420"/>
                <a:ext cx="40680" cy="370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0FF2D3F-E7A7-0C25-1909-0230FF36EE6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119671" y="6136420"/>
                  <a:ext cx="763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A08A950-837C-BF61-0EF2-EB149E6152D8}"/>
                    </a:ext>
                  </a:extLst>
                </p14:cNvPr>
                <p14:cNvContentPartPr/>
                <p14:nvPr/>
              </p14:nvContentPartPr>
              <p14:xfrm>
                <a:off x="7169351" y="6159820"/>
                <a:ext cx="4680" cy="378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A08A950-837C-BF61-0EF2-EB149E6152D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152637" y="6141820"/>
                  <a:ext cx="37774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8832A3DF-BC53-C721-C8D0-25389FE30BCB}"/>
                    </a:ext>
                  </a:extLst>
                </p14:cNvPr>
                <p14:cNvContentPartPr/>
                <p14:nvPr/>
              </p14:nvContentPartPr>
              <p14:xfrm>
                <a:off x="7366991" y="6126340"/>
                <a:ext cx="45000" cy="2160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8832A3DF-BC53-C721-C8D0-25389FE30BC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348991" y="6108340"/>
                  <a:ext cx="806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4B0CBA0-B299-0699-C9DF-AA4807CF8941}"/>
                    </a:ext>
                  </a:extLst>
                </p14:cNvPr>
                <p14:cNvContentPartPr/>
                <p14:nvPr/>
              </p14:nvContentPartPr>
              <p14:xfrm>
                <a:off x="7369511" y="6097180"/>
                <a:ext cx="173520" cy="261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4B0CBA0-B299-0699-C9DF-AA4807CF894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351511" y="6079180"/>
                  <a:ext cx="2091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E702F4F-DE44-70A2-18C2-9845CF0E084B}"/>
                    </a:ext>
                  </a:extLst>
                </p14:cNvPr>
                <p14:cNvContentPartPr/>
                <p14:nvPr/>
              </p14:nvContentPartPr>
              <p14:xfrm>
                <a:off x="5221751" y="4968940"/>
                <a:ext cx="721440" cy="84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E702F4F-DE44-70A2-18C2-9845CF0E084B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203751" y="4950940"/>
                  <a:ext cx="7570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661D26B-65EE-FF49-8444-29DC3859FDD4}"/>
                    </a:ext>
                  </a:extLst>
                </p14:cNvPr>
                <p14:cNvContentPartPr/>
                <p14:nvPr/>
              </p14:nvContentPartPr>
              <p14:xfrm>
                <a:off x="5259551" y="5063980"/>
                <a:ext cx="75600" cy="3758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661D26B-65EE-FF49-8444-29DC3859FDD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241465" y="5045980"/>
                  <a:ext cx="111411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4F31D10-07F8-8FF9-A88C-1DB77D353827}"/>
                    </a:ext>
                  </a:extLst>
                </p14:cNvPr>
                <p14:cNvContentPartPr/>
                <p14:nvPr/>
              </p14:nvContentPartPr>
              <p14:xfrm>
                <a:off x="5281871" y="5422900"/>
                <a:ext cx="111600" cy="294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4F31D10-07F8-8FF9-A88C-1DB77D353827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263871" y="5404900"/>
                  <a:ext cx="1472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CB642E5-7DA7-3985-39A5-85E4FFB40D0E}"/>
                    </a:ext>
                  </a:extLst>
                </p14:cNvPr>
                <p14:cNvContentPartPr/>
                <p14:nvPr/>
              </p14:nvContentPartPr>
              <p14:xfrm>
                <a:off x="5365031" y="5723140"/>
                <a:ext cx="114120" cy="583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CB642E5-7DA7-3985-39A5-85E4FFB40D0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347031" y="5705151"/>
                  <a:ext cx="149760" cy="6195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2DAD5CD-7180-B9B5-F7D4-C54D749D294A}"/>
                    </a:ext>
                  </a:extLst>
                </p14:cNvPr>
                <p14:cNvContentPartPr/>
                <p14:nvPr/>
              </p14:nvContentPartPr>
              <p14:xfrm>
                <a:off x="5432711" y="6230020"/>
                <a:ext cx="610560" cy="44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2DAD5CD-7180-B9B5-F7D4-C54D749D294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414700" y="6212020"/>
                  <a:ext cx="646221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D55C8D3-26C0-E5E3-545C-DF15E85D7719}"/>
                    </a:ext>
                  </a:extLst>
                </p14:cNvPr>
                <p14:cNvContentPartPr/>
                <p14:nvPr/>
              </p14:nvContentPartPr>
              <p14:xfrm>
                <a:off x="4782191" y="5546380"/>
                <a:ext cx="75960" cy="207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D55C8D3-26C0-E5E3-545C-DF15E85D7719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764191" y="5528380"/>
                  <a:ext cx="1116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C3767FF-65FC-75FF-F72F-6E4170533FE3}"/>
                    </a:ext>
                  </a:extLst>
                </p14:cNvPr>
                <p14:cNvContentPartPr/>
                <p14:nvPr/>
              </p14:nvContentPartPr>
              <p14:xfrm>
                <a:off x="4900271" y="5522980"/>
                <a:ext cx="95040" cy="198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C3767FF-65FC-75FF-F72F-6E4170533FE3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882339" y="5504980"/>
                  <a:ext cx="130546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2F097F9-4C4F-606A-F3CF-5D9B18CDBF02}"/>
                    </a:ext>
                  </a:extLst>
                </p14:cNvPr>
                <p14:cNvContentPartPr/>
                <p14:nvPr/>
              </p14:nvContentPartPr>
              <p14:xfrm>
                <a:off x="4975511" y="5517220"/>
                <a:ext cx="128520" cy="1083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2F097F9-4C4F-606A-F3CF-5D9B18CDBF02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957511" y="5499280"/>
                  <a:ext cx="164160" cy="14388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6C307796-5A1F-94D3-5297-1BAB468EB55E}"/>
              </a:ext>
            </a:extLst>
          </p:cNvPr>
          <p:cNvGrpSpPr/>
          <p:nvPr/>
        </p:nvGrpSpPr>
        <p:grpSpPr>
          <a:xfrm>
            <a:off x="7911671" y="4133740"/>
            <a:ext cx="940680" cy="385920"/>
            <a:chOff x="7911671" y="4133740"/>
            <a:chExt cx="940680" cy="38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48BA01C-2685-6C8C-9DBC-AEE3F9B46AEE}"/>
                    </a:ext>
                  </a:extLst>
                </p14:cNvPr>
                <p14:cNvContentPartPr/>
                <p14:nvPr/>
              </p14:nvContentPartPr>
              <p14:xfrm>
                <a:off x="7911671" y="4144180"/>
                <a:ext cx="29520" cy="300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48BA01C-2685-6C8C-9DBC-AEE3F9B46AEE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893671" y="4126180"/>
                  <a:ext cx="6516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F34AE4A-959A-F8F1-6AA6-319001585C42}"/>
                    </a:ext>
                  </a:extLst>
                </p14:cNvPr>
                <p14:cNvContentPartPr/>
                <p14:nvPr/>
              </p14:nvContentPartPr>
              <p14:xfrm>
                <a:off x="7912031" y="4133740"/>
                <a:ext cx="148680" cy="1749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F34AE4A-959A-F8F1-6AA6-319001585C42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893987" y="4115740"/>
                  <a:ext cx="184407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2D3287D-4B79-6EE6-926D-C334E0AFAAD1}"/>
                    </a:ext>
                  </a:extLst>
                </p14:cNvPr>
                <p14:cNvContentPartPr/>
                <p14:nvPr/>
              </p14:nvContentPartPr>
              <p14:xfrm>
                <a:off x="8183471" y="4280980"/>
                <a:ext cx="33120" cy="187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2D3287D-4B79-6EE6-926D-C334E0AFAAD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165471" y="4262980"/>
                  <a:ext cx="687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61C0E9B-054C-1FBB-2393-626DD2515ED6}"/>
                    </a:ext>
                  </a:extLst>
                </p14:cNvPr>
                <p14:cNvContentPartPr/>
                <p14:nvPr/>
              </p14:nvContentPartPr>
              <p14:xfrm>
                <a:off x="8220551" y="4291060"/>
                <a:ext cx="110160" cy="128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61C0E9B-054C-1FBB-2393-626DD2515ED6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202551" y="4273010"/>
                  <a:ext cx="145800" cy="1646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DE86FB9-5DE7-62F1-73AE-73ED04D3A4CF}"/>
                    </a:ext>
                  </a:extLst>
                </p14:cNvPr>
                <p14:cNvContentPartPr/>
                <p14:nvPr/>
              </p14:nvContentPartPr>
              <p14:xfrm>
                <a:off x="8233871" y="4349020"/>
                <a:ext cx="104400" cy="550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DE86FB9-5DE7-62F1-73AE-73ED04D3A4C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215871" y="4331020"/>
                  <a:ext cx="140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B65609C-72FC-455A-1093-38319AE6E68C}"/>
                    </a:ext>
                  </a:extLst>
                </p14:cNvPr>
                <p14:cNvContentPartPr/>
                <p14:nvPr/>
              </p14:nvContentPartPr>
              <p14:xfrm>
                <a:off x="8425031" y="4304740"/>
                <a:ext cx="21240" cy="142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B65609C-72FC-455A-1093-38319AE6E68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407031" y="4286740"/>
                  <a:ext cx="568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AD4ADCF-FF8A-82D9-8C17-1A6A38811FA4}"/>
                    </a:ext>
                  </a:extLst>
                </p14:cNvPr>
                <p14:cNvContentPartPr/>
                <p14:nvPr/>
              </p14:nvContentPartPr>
              <p14:xfrm>
                <a:off x="8440511" y="4295740"/>
                <a:ext cx="156240" cy="2239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AD4ADCF-FF8A-82D9-8C17-1A6A38811FA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422511" y="4277769"/>
                  <a:ext cx="191880" cy="2595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A6EC2D8-DFC2-5FDE-58CB-5BA02B6D4D32}"/>
                    </a:ext>
                  </a:extLst>
                </p14:cNvPr>
                <p14:cNvContentPartPr/>
                <p14:nvPr/>
              </p14:nvContentPartPr>
              <p14:xfrm>
                <a:off x="8788991" y="4312300"/>
                <a:ext cx="52560" cy="12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A6EC2D8-DFC2-5FDE-58CB-5BA02B6D4D3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770991" y="4294300"/>
                  <a:ext cx="882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76FD03E-CD42-AEFF-C848-C77A6A301745}"/>
                    </a:ext>
                  </a:extLst>
                </p14:cNvPr>
                <p14:cNvContentPartPr/>
                <p14:nvPr/>
              </p14:nvContentPartPr>
              <p14:xfrm>
                <a:off x="8798711" y="4375660"/>
                <a:ext cx="53640" cy="144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76FD03E-CD42-AEFF-C848-C77A6A30174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780711" y="4357660"/>
                  <a:ext cx="8928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589F6004-DFDB-8F49-3D25-8B8E27971568}"/>
              </a:ext>
            </a:extLst>
          </p:cNvPr>
          <p:cNvGrpSpPr/>
          <p:nvPr/>
        </p:nvGrpSpPr>
        <p:grpSpPr>
          <a:xfrm>
            <a:off x="9108671" y="4154620"/>
            <a:ext cx="273600" cy="293760"/>
            <a:chOff x="9108671" y="4154620"/>
            <a:chExt cx="27360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A450E7E-7052-AFB2-17E2-B651B73B315E}"/>
                    </a:ext>
                  </a:extLst>
                </p14:cNvPr>
                <p14:cNvContentPartPr/>
                <p14:nvPr/>
              </p14:nvContentPartPr>
              <p14:xfrm>
                <a:off x="9108671" y="4154620"/>
                <a:ext cx="55440" cy="2426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A450E7E-7052-AFB2-17E2-B651B73B315E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090671" y="4136620"/>
                  <a:ext cx="910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2FEF361-2899-1CBB-4EC0-87AFDF468197}"/>
                    </a:ext>
                  </a:extLst>
                </p14:cNvPr>
                <p14:cNvContentPartPr/>
                <p14:nvPr/>
              </p14:nvContentPartPr>
              <p14:xfrm>
                <a:off x="9232511" y="4174060"/>
                <a:ext cx="74520" cy="2743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2FEF361-2899-1CBB-4EC0-87AFDF468197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214598" y="4156084"/>
                  <a:ext cx="109989" cy="3099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0AEB2E1-C81F-6682-1609-54770D83BC6B}"/>
                    </a:ext>
                  </a:extLst>
                </p14:cNvPr>
                <p14:cNvContentPartPr/>
                <p14:nvPr/>
              </p14:nvContentPartPr>
              <p14:xfrm>
                <a:off x="9285071" y="4208260"/>
                <a:ext cx="97200" cy="1213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0AEB2E1-C81F-6682-1609-54770D83BC6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267137" y="4190260"/>
                  <a:ext cx="132708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3EB00C9-1CD1-A1DB-F217-609CBC1DA64C}"/>
              </a:ext>
            </a:extLst>
          </p:cNvPr>
          <p:cNvGrpSpPr/>
          <p:nvPr/>
        </p:nvGrpSpPr>
        <p:grpSpPr>
          <a:xfrm>
            <a:off x="9600431" y="4152820"/>
            <a:ext cx="182880" cy="306360"/>
            <a:chOff x="9600431" y="4152820"/>
            <a:chExt cx="18288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6F2D96A-4D1C-5310-83C4-04CE1D049076}"/>
                    </a:ext>
                  </a:extLst>
                </p14:cNvPr>
                <p14:cNvContentPartPr/>
                <p14:nvPr/>
              </p14:nvContentPartPr>
              <p14:xfrm>
                <a:off x="9600431" y="4178740"/>
                <a:ext cx="47160" cy="223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6F2D96A-4D1C-5310-83C4-04CE1D04907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582431" y="4160740"/>
                  <a:ext cx="82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D6969AA-C355-6464-70E6-DB07BBF8AF12}"/>
                    </a:ext>
                  </a:extLst>
                </p14:cNvPr>
                <p14:cNvContentPartPr/>
                <p14:nvPr/>
              </p14:nvContentPartPr>
              <p14:xfrm>
                <a:off x="9768191" y="4152820"/>
                <a:ext cx="15120" cy="3063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D6969AA-C355-6464-70E6-DB07BBF8AF1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750191" y="4134820"/>
                  <a:ext cx="50760" cy="34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E9BAFAD0-BB3E-CF19-A926-B2F31D4DCAC4}"/>
              </a:ext>
            </a:extLst>
          </p:cNvPr>
          <p:cNvGrpSpPr/>
          <p:nvPr/>
        </p:nvGrpSpPr>
        <p:grpSpPr>
          <a:xfrm>
            <a:off x="10039271" y="4175500"/>
            <a:ext cx="131400" cy="222120"/>
            <a:chOff x="10039271" y="4175500"/>
            <a:chExt cx="13140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C72F4AD-83E7-DF11-C356-22D2D50FDD21}"/>
                    </a:ext>
                  </a:extLst>
                </p14:cNvPr>
                <p14:cNvContentPartPr/>
                <p14:nvPr/>
              </p14:nvContentPartPr>
              <p14:xfrm>
                <a:off x="10039271" y="4175500"/>
                <a:ext cx="131400" cy="1818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C72F4AD-83E7-DF11-C356-22D2D50FDD21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021271" y="4157500"/>
                  <a:ext cx="1670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5231878F-0AE9-D04E-8AB0-825D521A4A9B}"/>
                    </a:ext>
                  </a:extLst>
                </p14:cNvPr>
                <p14:cNvContentPartPr/>
                <p14:nvPr/>
              </p14:nvContentPartPr>
              <p14:xfrm>
                <a:off x="10147271" y="4238500"/>
                <a:ext cx="23040" cy="159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5231878F-0AE9-D04E-8AB0-825D521A4A9B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129548" y="4220541"/>
                  <a:ext cx="58132" cy="1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6AB466BB-CB33-BB1D-BE5A-4A75D557721F}"/>
              </a:ext>
            </a:extLst>
          </p:cNvPr>
          <p:cNvGrpSpPr/>
          <p:nvPr/>
        </p:nvGrpSpPr>
        <p:grpSpPr>
          <a:xfrm>
            <a:off x="10341671" y="4209700"/>
            <a:ext cx="205920" cy="249120"/>
            <a:chOff x="10341671" y="4209700"/>
            <a:chExt cx="20592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57E9B6A-A680-A968-07C9-BD5E7025B187}"/>
                    </a:ext>
                  </a:extLst>
                </p14:cNvPr>
                <p14:cNvContentPartPr/>
                <p14:nvPr/>
              </p14:nvContentPartPr>
              <p14:xfrm>
                <a:off x="10341671" y="4212580"/>
                <a:ext cx="74160" cy="246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57E9B6A-A680-A968-07C9-BD5E7025B187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323671" y="4194580"/>
                  <a:ext cx="109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536DAF1-0768-3120-DFE8-C50FA529A9ED}"/>
                    </a:ext>
                  </a:extLst>
                </p14:cNvPr>
                <p14:cNvContentPartPr/>
                <p14:nvPr/>
              </p14:nvContentPartPr>
              <p14:xfrm>
                <a:off x="10415471" y="4209700"/>
                <a:ext cx="132120" cy="157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536DAF1-0768-3120-DFE8-C50FA529A9E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397520" y="4191659"/>
                  <a:ext cx="167663" cy="19340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0B716F3B-7825-ABCE-279B-2C0770B8D5C0}"/>
              </a:ext>
            </a:extLst>
          </p:cNvPr>
          <p:cNvGrpSpPr/>
          <p:nvPr/>
        </p:nvGrpSpPr>
        <p:grpSpPr>
          <a:xfrm>
            <a:off x="8871791" y="5081260"/>
            <a:ext cx="137160" cy="75240"/>
            <a:chOff x="8871791" y="5081260"/>
            <a:chExt cx="137160" cy="7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9100AF7-F510-16EE-AF4E-18CE4F119742}"/>
                    </a:ext>
                  </a:extLst>
                </p14:cNvPr>
                <p14:cNvContentPartPr/>
                <p14:nvPr/>
              </p14:nvContentPartPr>
              <p14:xfrm>
                <a:off x="8871791" y="5087740"/>
                <a:ext cx="3240" cy="39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9100AF7-F510-16EE-AF4E-18CE4F11974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853791" y="5069740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746AF4F-6AF3-DD3D-9F47-729AA64F1311}"/>
                    </a:ext>
                  </a:extLst>
                </p14:cNvPr>
                <p14:cNvContentPartPr/>
                <p14:nvPr/>
              </p14:nvContentPartPr>
              <p14:xfrm>
                <a:off x="8875751" y="5081260"/>
                <a:ext cx="87120" cy="21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746AF4F-6AF3-DD3D-9F47-729AA64F131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857676" y="5063260"/>
                  <a:ext cx="122908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F018119-80CE-7C50-B16A-8993310D4C23}"/>
                    </a:ext>
                  </a:extLst>
                </p14:cNvPr>
                <p14:cNvContentPartPr/>
                <p14:nvPr/>
              </p14:nvContentPartPr>
              <p14:xfrm>
                <a:off x="8905271" y="5124460"/>
                <a:ext cx="103680" cy="320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F018119-80CE-7C50-B16A-8993310D4C2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887271" y="5106460"/>
                  <a:ext cx="139320" cy="6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95BFAE40-4DA0-7FBD-704B-0D0D8E682B86}"/>
                  </a:ext>
                </a:extLst>
              </p14:cNvPr>
              <p14:cNvContentPartPr/>
              <p14:nvPr/>
            </p14:nvContentPartPr>
            <p14:xfrm>
              <a:off x="8034431" y="5159740"/>
              <a:ext cx="412920" cy="4680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95BFAE40-4DA0-7FBD-704B-0D0D8E682B86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8016431" y="5141740"/>
                <a:ext cx="44856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2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33B1301B-E29F-1967-441A-827469EB22D4}"/>
                  </a:ext>
                </a:extLst>
              </p14:cNvPr>
              <p14:cNvContentPartPr/>
              <p14:nvPr/>
            </p14:nvContentPartPr>
            <p14:xfrm>
              <a:off x="8315231" y="4744300"/>
              <a:ext cx="12600" cy="28980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33B1301B-E29F-1967-441A-827469EB22D4}"/>
                  </a:ext>
                </a:extLst>
              </p:cNvPr>
              <p:cNvPicPr/>
              <p:nvPr/>
            </p:nvPicPr>
            <p:blipFill>
              <a:blip r:embed="rId373"/>
              <a:stretch>
                <a:fillRect/>
              </a:stretch>
            </p:blipFill>
            <p:spPr>
              <a:xfrm>
                <a:off x="8297231" y="4726300"/>
                <a:ext cx="48240" cy="32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1" name="Group 240">
            <a:extLst>
              <a:ext uri="{FF2B5EF4-FFF2-40B4-BE49-F238E27FC236}">
                <a16:creationId xmlns:a16="http://schemas.microsoft.com/office/drawing/2014/main" id="{4BC5471D-D318-5ADA-AB26-D8A5C8EFA105}"/>
              </a:ext>
            </a:extLst>
          </p:cNvPr>
          <p:cNvGrpSpPr/>
          <p:nvPr/>
        </p:nvGrpSpPr>
        <p:grpSpPr>
          <a:xfrm>
            <a:off x="8218751" y="5381500"/>
            <a:ext cx="564120" cy="254880"/>
            <a:chOff x="8218751" y="5381500"/>
            <a:chExt cx="5641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076D3413-06A5-41C5-307F-1E0331C5EB78}"/>
                    </a:ext>
                  </a:extLst>
                </p14:cNvPr>
                <p14:cNvContentPartPr/>
                <p14:nvPr/>
              </p14:nvContentPartPr>
              <p14:xfrm>
                <a:off x="8220551" y="5412820"/>
                <a:ext cx="44640" cy="223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076D3413-06A5-41C5-307F-1E0331C5EB7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202405" y="5394849"/>
                  <a:ext cx="80570" cy="2591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6F97D42-4D29-B47A-B371-D115C17A9DC3}"/>
                    </a:ext>
                  </a:extLst>
                </p14:cNvPr>
                <p14:cNvContentPartPr/>
                <p14:nvPr/>
              </p14:nvContentPartPr>
              <p14:xfrm>
                <a:off x="8218751" y="5381500"/>
                <a:ext cx="132120" cy="1497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6F97D42-4D29-B47A-B371-D115C17A9DC3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200751" y="5363457"/>
                  <a:ext cx="16776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693FE12-3CAF-580A-3542-E69CA7AAC6F3}"/>
                    </a:ext>
                  </a:extLst>
                </p14:cNvPr>
                <p14:cNvContentPartPr/>
                <p14:nvPr/>
              </p14:nvContentPartPr>
              <p14:xfrm>
                <a:off x="8449151" y="5475820"/>
                <a:ext cx="24120" cy="130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693FE12-3CAF-580A-3542-E69CA7AAC6F3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430878" y="5457820"/>
                  <a:ext cx="603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79F2952F-8E1A-514C-F454-A03DDE88B10A}"/>
                    </a:ext>
                  </a:extLst>
                </p14:cNvPr>
                <p14:cNvContentPartPr/>
                <p14:nvPr/>
              </p14:nvContentPartPr>
              <p14:xfrm>
                <a:off x="8477231" y="5445580"/>
                <a:ext cx="90720" cy="1648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79F2952F-8E1A-514C-F454-A03DDE88B10A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59231" y="5427541"/>
                  <a:ext cx="126360" cy="2005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516CD2B8-A5FE-4DEC-093F-C061CE303E3F}"/>
                    </a:ext>
                  </a:extLst>
                </p14:cNvPr>
                <p14:cNvContentPartPr/>
                <p14:nvPr/>
              </p14:nvContentPartPr>
              <p14:xfrm>
                <a:off x="8458511" y="5500300"/>
                <a:ext cx="91800" cy="432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516CD2B8-A5FE-4DEC-093F-C061CE303E3F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440511" y="5482300"/>
                  <a:ext cx="127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C646DC9-1EE7-B55C-8E54-B93D329995CD}"/>
                    </a:ext>
                  </a:extLst>
                </p14:cNvPr>
                <p14:cNvContentPartPr/>
                <p14:nvPr/>
              </p14:nvContentPartPr>
              <p14:xfrm>
                <a:off x="8664431" y="5425060"/>
                <a:ext cx="8640" cy="142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C646DC9-1EE7-B55C-8E54-B93D329995CD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45648" y="5407060"/>
                  <a:ext cx="4583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69C373DF-7176-F4BB-2377-5A5AE0CEEAFB}"/>
                    </a:ext>
                  </a:extLst>
                </p14:cNvPr>
                <p14:cNvContentPartPr/>
                <p14:nvPr/>
              </p14:nvContentPartPr>
              <p14:xfrm>
                <a:off x="8671271" y="5411380"/>
                <a:ext cx="111600" cy="1360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69C373DF-7176-F4BB-2377-5A5AE0CEEAF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653271" y="5393380"/>
                  <a:ext cx="147240" cy="17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8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06469B21-0DBD-5C40-A472-4416EBD91434}"/>
                  </a:ext>
                </a:extLst>
              </p14:cNvPr>
              <p14:cNvContentPartPr/>
              <p14:nvPr/>
            </p14:nvContentPartPr>
            <p14:xfrm>
              <a:off x="9475511" y="4718740"/>
              <a:ext cx="58320" cy="19224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06469B21-0DBD-5C40-A472-4416EBD91434}"/>
                  </a:ext>
                </a:extLst>
              </p:cNvPr>
              <p:cNvPicPr/>
              <p:nvPr/>
            </p:nvPicPr>
            <p:blipFill>
              <a:blip r:embed="rId389"/>
              <a:stretch>
                <a:fillRect/>
              </a:stretch>
            </p:blipFill>
            <p:spPr>
              <a:xfrm>
                <a:off x="9457621" y="4700740"/>
                <a:ext cx="93741" cy="22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0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77CF2215-E129-B700-1E17-152EF6459A9D}"/>
                  </a:ext>
                </a:extLst>
              </p14:cNvPr>
              <p14:cNvContentPartPr/>
              <p14:nvPr/>
            </p14:nvContentPartPr>
            <p14:xfrm>
              <a:off x="9515831" y="5285380"/>
              <a:ext cx="51840" cy="3124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77CF2215-E129-B700-1E17-152EF6459A9D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9497831" y="5267380"/>
                <a:ext cx="87480" cy="34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FDAC665E-E9D3-0377-A843-C8E7E1797B76}"/>
              </a:ext>
            </a:extLst>
          </p:cNvPr>
          <p:cNvGrpSpPr/>
          <p:nvPr/>
        </p:nvGrpSpPr>
        <p:grpSpPr>
          <a:xfrm>
            <a:off x="9739031" y="5296180"/>
            <a:ext cx="98280" cy="199080"/>
            <a:chOff x="9739031" y="5296180"/>
            <a:chExt cx="982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580FF80-A18D-C04A-FDCB-31A172E59D0F}"/>
                    </a:ext>
                  </a:extLst>
                </p14:cNvPr>
                <p14:cNvContentPartPr/>
                <p14:nvPr/>
              </p14:nvContentPartPr>
              <p14:xfrm>
                <a:off x="9739031" y="5296180"/>
                <a:ext cx="29520" cy="1990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580FF80-A18D-C04A-FDCB-31A172E59D0F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720809" y="5278180"/>
                  <a:ext cx="656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CEBDD12-23FE-6512-60AC-992D36771B28}"/>
                    </a:ext>
                  </a:extLst>
                </p14:cNvPr>
                <p14:cNvContentPartPr/>
                <p14:nvPr/>
              </p14:nvContentPartPr>
              <p14:xfrm>
                <a:off x="9740831" y="5323180"/>
                <a:ext cx="96480" cy="136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CEBDD12-23FE-6512-60AC-992D36771B2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722831" y="5305180"/>
                  <a:ext cx="13212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CB5E849-37E2-4A30-E187-CAAF73B531A8}"/>
              </a:ext>
            </a:extLst>
          </p:cNvPr>
          <p:cNvGrpSpPr/>
          <p:nvPr/>
        </p:nvGrpSpPr>
        <p:grpSpPr>
          <a:xfrm>
            <a:off x="9312071" y="5041660"/>
            <a:ext cx="473040" cy="22680"/>
            <a:chOff x="9312071" y="5041660"/>
            <a:chExt cx="473040" cy="2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F99CBE9-7F8D-D3D4-8774-DEA8665EFF1E}"/>
                    </a:ext>
                  </a:extLst>
                </p14:cNvPr>
                <p14:cNvContentPartPr/>
                <p14:nvPr/>
              </p14:nvContentPartPr>
              <p14:xfrm>
                <a:off x="9312071" y="5049580"/>
                <a:ext cx="298080" cy="147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F99CBE9-7F8D-D3D4-8774-DEA8665EFF1E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294071" y="5031580"/>
                  <a:ext cx="333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2665ECD-0826-6E75-9EF5-01E19941A435}"/>
                    </a:ext>
                  </a:extLst>
                </p14:cNvPr>
                <p14:cNvContentPartPr/>
                <p14:nvPr/>
              </p14:nvContentPartPr>
              <p14:xfrm>
                <a:off x="9599351" y="5041660"/>
                <a:ext cx="185760" cy="100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2665ECD-0826-6E75-9EF5-01E19941A435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581351" y="5023660"/>
                  <a:ext cx="2214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9924791B-FF8A-A967-C1A2-B5B9DAAF1D32}"/>
              </a:ext>
            </a:extLst>
          </p:cNvPr>
          <p:cNvGrpSpPr/>
          <p:nvPr/>
        </p:nvGrpSpPr>
        <p:grpSpPr>
          <a:xfrm>
            <a:off x="9982391" y="4679140"/>
            <a:ext cx="765360" cy="472680"/>
            <a:chOff x="9982391" y="4679140"/>
            <a:chExt cx="765360" cy="47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FF6232D8-BA49-9D9C-C776-DD201E472E6F}"/>
                    </a:ext>
                  </a:extLst>
                </p14:cNvPr>
                <p14:cNvContentPartPr/>
                <p14:nvPr/>
              </p14:nvContentPartPr>
              <p14:xfrm>
                <a:off x="9982391" y="5005300"/>
                <a:ext cx="227880" cy="378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FF6232D8-BA49-9D9C-C776-DD201E472E6F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964391" y="4987300"/>
                  <a:ext cx="263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24BBE7C-2675-113E-86BD-FA9B12342C67}"/>
                    </a:ext>
                  </a:extLst>
                </p14:cNvPr>
                <p14:cNvContentPartPr/>
                <p14:nvPr/>
              </p14:nvContentPartPr>
              <p14:xfrm>
                <a:off x="10111991" y="4902700"/>
                <a:ext cx="54000" cy="2491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24BBE7C-2675-113E-86BD-FA9B12342C6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093870" y="4884726"/>
                  <a:ext cx="89879" cy="2847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CCA29FAD-962D-7A91-9406-34CFDD9558F4}"/>
                    </a:ext>
                  </a:extLst>
                </p14:cNvPr>
                <p14:cNvContentPartPr/>
                <p14:nvPr/>
              </p14:nvContentPartPr>
              <p14:xfrm>
                <a:off x="10530671" y="4679140"/>
                <a:ext cx="28080" cy="2617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CCA29FAD-962D-7A91-9406-34CFDD9558F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512671" y="4661140"/>
                  <a:ext cx="637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30932D1-A8CC-4991-BE4B-C97CF2E29D52}"/>
                    </a:ext>
                  </a:extLst>
                </p14:cNvPr>
                <p14:cNvContentPartPr/>
                <p14:nvPr/>
              </p14:nvContentPartPr>
              <p14:xfrm>
                <a:off x="10313591" y="5006740"/>
                <a:ext cx="434160" cy="471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30932D1-A8CC-4991-BE4B-C97CF2E29D5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95591" y="4988740"/>
                  <a:ext cx="4698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4D6554F5-106E-BCB7-B32C-D3358DD643AB}"/>
              </a:ext>
            </a:extLst>
          </p:cNvPr>
          <p:cNvGrpSpPr/>
          <p:nvPr/>
        </p:nvGrpSpPr>
        <p:grpSpPr>
          <a:xfrm>
            <a:off x="10524551" y="5236780"/>
            <a:ext cx="427680" cy="274680"/>
            <a:chOff x="10524551" y="5236780"/>
            <a:chExt cx="4276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CD42521-FA3D-C672-4127-9272350BCE1E}"/>
                    </a:ext>
                  </a:extLst>
                </p14:cNvPr>
                <p14:cNvContentPartPr/>
                <p14:nvPr/>
              </p14:nvContentPartPr>
              <p14:xfrm>
                <a:off x="10524551" y="5236780"/>
                <a:ext cx="27000" cy="1684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CD42521-FA3D-C672-4127-9272350BCE1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506551" y="5218780"/>
                  <a:ext cx="626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E97620D-CAB6-8B06-3613-03384FE7CE4E}"/>
                    </a:ext>
                  </a:extLst>
                </p14:cNvPr>
                <p14:cNvContentPartPr/>
                <p14:nvPr/>
              </p14:nvContentPartPr>
              <p14:xfrm>
                <a:off x="10546871" y="5374300"/>
                <a:ext cx="120600" cy="306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E97620D-CAB6-8B06-3613-03384FE7CE4E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528871" y="5356300"/>
                  <a:ext cx="156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0873024-975B-EFA4-A66C-C6F6D7A2EDA5}"/>
                    </a:ext>
                  </a:extLst>
                </p14:cNvPr>
                <p14:cNvContentPartPr/>
                <p14:nvPr/>
              </p14:nvContentPartPr>
              <p14:xfrm>
                <a:off x="10647311" y="5255140"/>
                <a:ext cx="70200" cy="2563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0873024-975B-EFA4-A66C-C6F6D7A2EDA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629311" y="5237140"/>
                  <a:ext cx="1058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DA950EE-093D-FA2F-667A-20350B662098}"/>
                    </a:ext>
                  </a:extLst>
                </p14:cNvPr>
                <p14:cNvContentPartPr/>
                <p14:nvPr/>
              </p14:nvContentPartPr>
              <p14:xfrm>
                <a:off x="10831631" y="5303380"/>
                <a:ext cx="17640" cy="1857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DA950EE-093D-FA2F-667A-20350B662098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813256" y="5285380"/>
                  <a:ext cx="54023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1363FA26-2B32-D602-110E-9E147749B99E}"/>
                    </a:ext>
                  </a:extLst>
                </p14:cNvPr>
                <p14:cNvContentPartPr/>
                <p14:nvPr/>
              </p14:nvContentPartPr>
              <p14:xfrm>
                <a:off x="10819751" y="5335060"/>
                <a:ext cx="132480" cy="13572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1363FA26-2B32-D602-110E-9E147749B99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801751" y="5317060"/>
                  <a:ext cx="168120" cy="17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36FF8055-7FA0-93DE-D881-730DF175BA39}"/>
              </a:ext>
            </a:extLst>
          </p:cNvPr>
          <p:cNvGrpSpPr/>
          <p:nvPr/>
        </p:nvGrpSpPr>
        <p:grpSpPr>
          <a:xfrm>
            <a:off x="9196871" y="6046780"/>
            <a:ext cx="155160" cy="127080"/>
            <a:chOff x="9196871" y="6046780"/>
            <a:chExt cx="155160" cy="12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E66AC7D1-6DA3-B11D-21BD-1F51049436AA}"/>
                    </a:ext>
                  </a:extLst>
                </p14:cNvPr>
                <p14:cNvContentPartPr/>
                <p14:nvPr/>
              </p14:nvContentPartPr>
              <p14:xfrm>
                <a:off x="9196871" y="6046780"/>
                <a:ext cx="155160" cy="38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E66AC7D1-6DA3-B11D-21BD-1F51049436AA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78871" y="6028780"/>
                  <a:ext cx="190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CF5254B-FB7E-4E8D-DB9E-01AA0DE02C5D}"/>
                    </a:ext>
                  </a:extLst>
                </p14:cNvPr>
                <p14:cNvContentPartPr/>
                <p14:nvPr/>
              </p14:nvContentPartPr>
              <p14:xfrm>
                <a:off x="9274271" y="6158020"/>
                <a:ext cx="75240" cy="158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CF5254B-FB7E-4E8D-DB9E-01AA0DE02C5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256271" y="6140020"/>
                  <a:ext cx="11088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114A7433-EBA4-30D4-0ADE-19951E3D1E8E}"/>
              </a:ext>
            </a:extLst>
          </p:cNvPr>
          <p:cNvGrpSpPr/>
          <p:nvPr/>
        </p:nvGrpSpPr>
        <p:grpSpPr>
          <a:xfrm>
            <a:off x="9775751" y="5821060"/>
            <a:ext cx="989640" cy="298800"/>
            <a:chOff x="9775751" y="5821060"/>
            <a:chExt cx="98964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43F5314-2C28-2180-3F8A-8FD0E62EAF7C}"/>
                    </a:ext>
                  </a:extLst>
                </p14:cNvPr>
                <p14:cNvContentPartPr/>
                <p14:nvPr/>
              </p14:nvContentPartPr>
              <p14:xfrm>
                <a:off x="9775751" y="5898820"/>
                <a:ext cx="158400" cy="2210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43F5314-2C28-2180-3F8A-8FD0E62EAF7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757710" y="5880849"/>
                  <a:ext cx="194121" cy="256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243B506-5C47-1F83-970F-42091B52BB31}"/>
                    </a:ext>
                  </a:extLst>
                </p14:cNvPr>
                <p14:cNvContentPartPr/>
                <p14:nvPr/>
              </p14:nvContentPartPr>
              <p14:xfrm>
                <a:off x="10040351" y="5902060"/>
                <a:ext cx="114480" cy="1771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243B506-5C47-1F83-970F-42091B52BB3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022351" y="5884060"/>
                  <a:ext cx="150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3987DCA6-76D3-4AF3-E5AA-8D3BE22E7A44}"/>
                    </a:ext>
                  </a:extLst>
                </p14:cNvPr>
                <p14:cNvContentPartPr/>
                <p14:nvPr/>
              </p14:nvContentPartPr>
              <p14:xfrm>
                <a:off x="10236551" y="5869660"/>
                <a:ext cx="97560" cy="1760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3987DCA6-76D3-4AF3-E5AA-8D3BE22E7A4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218551" y="5851660"/>
                  <a:ext cx="1332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6820E63B-C9F0-69F2-04E5-126F2EBD6254}"/>
                    </a:ext>
                  </a:extLst>
                </p14:cNvPr>
                <p14:cNvContentPartPr/>
                <p14:nvPr/>
              </p14:nvContentPartPr>
              <p14:xfrm>
                <a:off x="10433111" y="5821060"/>
                <a:ext cx="332280" cy="1594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6820E63B-C9F0-69F2-04E5-126F2EBD6254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415111" y="5803060"/>
                  <a:ext cx="367920" cy="19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0B2CA95-0C9F-B93D-FD26-BE09EDBFD04A}"/>
                  </a:ext>
                </a:extLst>
              </p14:cNvPr>
              <p14:cNvContentPartPr/>
              <p14:nvPr/>
            </p14:nvContentPartPr>
            <p14:xfrm>
              <a:off x="580631" y="197860"/>
              <a:ext cx="3878280" cy="191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0B2CA95-0C9F-B93D-FD26-BE09EDBFD04A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562631" y="180220"/>
                <a:ext cx="391392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44088E8-7196-302C-B8B9-1A3D9EC5228F}"/>
                  </a:ext>
                </a:extLst>
              </p14:cNvPr>
              <p14:cNvContentPartPr/>
              <p14:nvPr/>
            </p14:nvContentPartPr>
            <p14:xfrm>
              <a:off x="207311" y="294340"/>
              <a:ext cx="4984920" cy="30294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44088E8-7196-302C-B8B9-1A3D9EC5228F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189311" y="276340"/>
                <a:ext cx="5020560" cy="306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CC6D02B-D178-144B-D91B-A59B2D307281}"/>
                  </a:ext>
                </a:extLst>
              </p14:cNvPr>
              <p14:cNvContentPartPr/>
              <p14:nvPr/>
            </p14:nvContentPartPr>
            <p14:xfrm>
              <a:off x="4926191" y="2089660"/>
              <a:ext cx="3831840" cy="23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CC6D02B-D178-144B-D91B-A59B2D307281}"/>
                  </a:ext>
                </a:extLst>
              </p:cNvPr>
              <p:cNvPicPr/>
              <p:nvPr/>
            </p:nvPicPr>
            <p:blipFill>
              <a:blip r:embed="rId435"/>
              <a:stretch>
                <a:fillRect/>
              </a:stretch>
            </p:blipFill>
            <p:spPr>
              <a:xfrm>
                <a:off x="4908551" y="2072020"/>
                <a:ext cx="386748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FF8B13C-5EA9-F8DF-E503-3BB71E9A98F3}"/>
                  </a:ext>
                </a:extLst>
              </p14:cNvPr>
              <p14:cNvContentPartPr/>
              <p14:nvPr/>
            </p14:nvContentPartPr>
            <p14:xfrm>
              <a:off x="4855991" y="2120980"/>
              <a:ext cx="373320" cy="313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FF8B13C-5EA9-F8DF-E503-3BB71E9A98F3}"/>
                  </a:ext>
                </a:extLst>
              </p:cNvPr>
              <p:cNvPicPr/>
              <p:nvPr/>
            </p:nvPicPr>
            <p:blipFill>
              <a:blip r:embed="rId437"/>
              <a:stretch>
                <a:fillRect/>
              </a:stretch>
            </p:blipFill>
            <p:spPr>
              <a:xfrm>
                <a:off x="4838351" y="2102980"/>
                <a:ext cx="408960" cy="34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DB7D5A5-57BC-F0C0-D4D6-736A4A0456A6}"/>
                  </a:ext>
                </a:extLst>
              </p14:cNvPr>
              <p14:cNvContentPartPr/>
              <p14:nvPr/>
            </p14:nvContentPartPr>
            <p14:xfrm>
              <a:off x="8526551" y="1956820"/>
              <a:ext cx="348840" cy="333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DB7D5A5-57BC-F0C0-D4D6-736A4A0456A6}"/>
                  </a:ext>
                </a:extLst>
              </p:cNvPr>
              <p:cNvPicPr/>
              <p:nvPr/>
            </p:nvPicPr>
            <p:blipFill>
              <a:blip r:embed="rId439"/>
              <a:stretch>
                <a:fillRect/>
              </a:stretch>
            </p:blipFill>
            <p:spPr>
              <a:xfrm>
                <a:off x="8508911" y="1939180"/>
                <a:ext cx="384480" cy="36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38FCD1AE-3966-5F86-7A15-F4AFEB90C925}"/>
                  </a:ext>
                </a:extLst>
              </p14:cNvPr>
              <p14:cNvContentPartPr/>
              <p14:nvPr/>
            </p14:nvContentPartPr>
            <p14:xfrm>
              <a:off x="9313511" y="1264180"/>
              <a:ext cx="93240" cy="5400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38FCD1AE-3966-5F86-7A15-F4AFEB90C925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9295871" y="1246540"/>
                <a:ext cx="128880" cy="57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2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A5DA7675-3DFB-FBAF-9297-38B5BFBD553A}"/>
                  </a:ext>
                </a:extLst>
              </p14:cNvPr>
              <p14:cNvContentPartPr/>
              <p14:nvPr/>
            </p14:nvContentPartPr>
            <p14:xfrm>
              <a:off x="9101831" y="1799140"/>
              <a:ext cx="537120" cy="6660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A5DA7675-3DFB-FBAF-9297-38B5BFBD553A}"/>
                  </a:ext>
                </a:extLst>
              </p:cNvPr>
              <p:cNvPicPr/>
              <p:nvPr/>
            </p:nvPicPr>
            <p:blipFill>
              <a:blip r:embed="rId443"/>
              <a:stretch>
                <a:fillRect/>
              </a:stretch>
            </p:blipFill>
            <p:spPr>
              <a:xfrm>
                <a:off x="9083831" y="1781500"/>
                <a:ext cx="57276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4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AE83EB6F-78BA-6950-4B24-E945C07E83A8}"/>
                  </a:ext>
                </a:extLst>
              </p14:cNvPr>
              <p14:cNvContentPartPr/>
              <p14:nvPr/>
            </p14:nvContentPartPr>
            <p14:xfrm>
              <a:off x="9307751" y="1949980"/>
              <a:ext cx="98640" cy="540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AE83EB6F-78BA-6950-4B24-E945C07E83A8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9289751" y="1932340"/>
                <a:ext cx="13428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3FB6ECEF-0C9C-E114-3921-3D4183B58BC6}"/>
                  </a:ext>
                </a:extLst>
              </p14:cNvPr>
              <p14:cNvContentPartPr/>
              <p14:nvPr/>
            </p14:nvContentPartPr>
            <p14:xfrm>
              <a:off x="9404951" y="1947100"/>
              <a:ext cx="89280" cy="43416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3FB6ECEF-0C9C-E114-3921-3D4183B58BC6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9387311" y="1929460"/>
                <a:ext cx="124920" cy="46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F3129F75-8CA2-1E93-0421-750F61E15C6E}"/>
                  </a:ext>
                </a:extLst>
              </p14:cNvPr>
              <p14:cNvContentPartPr/>
              <p14:nvPr/>
            </p14:nvContentPartPr>
            <p14:xfrm>
              <a:off x="9303071" y="1269220"/>
              <a:ext cx="697680" cy="957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F3129F75-8CA2-1E93-0421-750F61E15C6E}"/>
                  </a:ext>
                </a:extLst>
              </p:cNvPr>
              <p:cNvPicPr/>
              <p:nvPr/>
            </p:nvPicPr>
            <p:blipFill>
              <a:blip r:embed="rId449"/>
              <a:stretch>
                <a:fillRect/>
              </a:stretch>
            </p:blipFill>
            <p:spPr>
              <a:xfrm>
                <a:off x="9285071" y="1251580"/>
                <a:ext cx="73332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0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F91286B9-415B-0A59-5729-9DB981FC1BB4}"/>
                  </a:ext>
                </a:extLst>
              </p14:cNvPr>
              <p14:cNvContentPartPr/>
              <p14:nvPr/>
            </p14:nvContentPartPr>
            <p14:xfrm>
              <a:off x="9950711" y="1146820"/>
              <a:ext cx="325080" cy="14364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F91286B9-415B-0A59-5729-9DB981FC1BB4}"/>
                  </a:ext>
                </a:extLst>
              </p:cNvPr>
              <p:cNvPicPr/>
              <p:nvPr/>
            </p:nvPicPr>
            <p:blipFill>
              <a:blip r:embed="rId451"/>
              <a:stretch>
                <a:fillRect/>
              </a:stretch>
            </p:blipFill>
            <p:spPr>
              <a:xfrm>
                <a:off x="9932711" y="1128820"/>
                <a:ext cx="36072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2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BFA62351-AEA8-3535-EF51-7DF30F467C69}"/>
                  </a:ext>
                </a:extLst>
              </p14:cNvPr>
              <p14:cNvContentPartPr/>
              <p14:nvPr/>
            </p14:nvContentPartPr>
            <p14:xfrm>
              <a:off x="10293071" y="1215940"/>
              <a:ext cx="501480" cy="4284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BFA62351-AEA8-3535-EF51-7DF30F467C69}"/>
                  </a:ext>
                </a:extLst>
              </p:cNvPr>
              <p:cNvPicPr/>
              <p:nvPr/>
            </p:nvPicPr>
            <p:blipFill>
              <a:blip r:embed="rId453"/>
              <a:stretch>
                <a:fillRect/>
              </a:stretch>
            </p:blipFill>
            <p:spPr>
              <a:xfrm>
                <a:off x="10275071" y="1198300"/>
                <a:ext cx="53712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4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0DA506A8-CF12-B53A-1AB8-56B9EDD6912C}"/>
                  </a:ext>
                </a:extLst>
              </p14:cNvPr>
              <p14:cNvContentPartPr/>
              <p14:nvPr/>
            </p14:nvContentPartPr>
            <p14:xfrm>
              <a:off x="10833791" y="1197940"/>
              <a:ext cx="88200" cy="7524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0DA506A8-CF12-B53A-1AB8-56B9EDD6912C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10815791" y="1179940"/>
                <a:ext cx="12384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6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51D3CE82-8E20-E1AC-06B2-1F884C0FF073}"/>
                  </a:ext>
                </a:extLst>
              </p14:cNvPr>
              <p14:cNvContentPartPr/>
              <p14:nvPr/>
            </p14:nvContentPartPr>
            <p14:xfrm>
              <a:off x="9680711" y="2007580"/>
              <a:ext cx="143640" cy="18252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51D3CE82-8E20-E1AC-06B2-1F884C0FF073}"/>
                  </a:ext>
                </a:extLst>
              </p:cNvPr>
              <p:cNvPicPr/>
              <p:nvPr/>
            </p:nvPicPr>
            <p:blipFill>
              <a:blip r:embed="rId457"/>
              <a:stretch>
                <a:fillRect/>
              </a:stretch>
            </p:blipFill>
            <p:spPr>
              <a:xfrm>
                <a:off x="9662711" y="1989580"/>
                <a:ext cx="17928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8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C72BC377-342E-88A3-C2C5-0B4F40834A55}"/>
                  </a:ext>
                </a:extLst>
              </p14:cNvPr>
              <p14:cNvContentPartPr/>
              <p14:nvPr/>
            </p14:nvContentPartPr>
            <p14:xfrm>
              <a:off x="9859271" y="1931260"/>
              <a:ext cx="177120" cy="1461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C72BC377-342E-88A3-C2C5-0B4F40834A55}"/>
                  </a:ext>
                </a:extLst>
              </p:cNvPr>
              <p:cNvPicPr/>
              <p:nvPr/>
            </p:nvPicPr>
            <p:blipFill>
              <a:blip r:embed="rId459"/>
              <a:stretch>
                <a:fillRect/>
              </a:stretch>
            </p:blipFill>
            <p:spPr>
              <a:xfrm>
                <a:off x="9841271" y="1913620"/>
                <a:ext cx="21276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0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CC9C26B8-8251-A983-FAEE-E023BF0EB77C}"/>
                  </a:ext>
                </a:extLst>
              </p14:cNvPr>
              <p14:cNvContentPartPr/>
              <p14:nvPr/>
            </p14:nvContentPartPr>
            <p14:xfrm>
              <a:off x="9691511" y="763780"/>
              <a:ext cx="143640" cy="20808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CC9C26B8-8251-A983-FAEE-E023BF0EB77C}"/>
                  </a:ext>
                </a:extLst>
              </p:cNvPr>
              <p:cNvPicPr/>
              <p:nvPr/>
            </p:nvPicPr>
            <p:blipFill>
              <a:blip r:embed="rId461"/>
              <a:stretch>
                <a:fillRect/>
              </a:stretch>
            </p:blipFill>
            <p:spPr>
              <a:xfrm>
                <a:off x="9673511" y="745780"/>
                <a:ext cx="179280" cy="24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2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9BEE192C-6931-09A2-5FE1-463063D0B4E0}"/>
                  </a:ext>
                </a:extLst>
              </p14:cNvPr>
              <p14:cNvContentPartPr/>
              <p14:nvPr/>
            </p14:nvContentPartPr>
            <p14:xfrm>
              <a:off x="9893831" y="741460"/>
              <a:ext cx="204480" cy="173160"/>
            </p14:xfrm>
          </p:contentPart>
        </mc:Choice>
        <mc:Fallback xmlns=""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9BEE192C-6931-09A2-5FE1-463063D0B4E0}"/>
                  </a:ext>
                </a:extLst>
              </p:cNvPr>
              <p:cNvPicPr/>
              <p:nvPr/>
            </p:nvPicPr>
            <p:blipFill>
              <a:blip r:embed="rId463"/>
              <a:stretch>
                <a:fillRect/>
              </a:stretch>
            </p:blipFill>
            <p:spPr>
              <a:xfrm>
                <a:off x="9875831" y="723820"/>
                <a:ext cx="24012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4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B591F200-28EB-54E8-6A1B-ACEBEB9F0648}"/>
                  </a:ext>
                </a:extLst>
              </p14:cNvPr>
              <p14:cNvContentPartPr/>
              <p14:nvPr/>
            </p14:nvContentPartPr>
            <p14:xfrm>
              <a:off x="10209551" y="716620"/>
              <a:ext cx="253080" cy="17892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B591F200-28EB-54E8-6A1B-ACEBEB9F0648}"/>
                  </a:ext>
                </a:extLst>
              </p:cNvPr>
              <p:cNvPicPr/>
              <p:nvPr/>
            </p:nvPicPr>
            <p:blipFill>
              <a:blip r:embed="rId465"/>
              <a:stretch>
                <a:fillRect/>
              </a:stretch>
            </p:blipFill>
            <p:spPr>
              <a:xfrm>
                <a:off x="10191551" y="698620"/>
                <a:ext cx="28872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6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A8CDE2F7-8365-E22D-3624-0B44FFD6EA3B}"/>
                  </a:ext>
                </a:extLst>
              </p14:cNvPr>
              <p14:cNvContentPartPr/>
              <p14:nvPr/>
            </p14:nvContentPartPr>
            <p14:xfrm>
              <a:off x="11096951" y="989500"/>
              <a:ext cx="43560" cy="23328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A8CDE2F7-8365-E22D-3624-0B44FFD6EA3B}"/>
                  </a:ext>
                </a:extLst>
              </p:cNvPr>
              <p:cNvPicPr/>
              <p:nvPr/>
            </p:nvPicPr>
            <p:blipFill>
              <a:blip r:embed="rId467"/>
              <a:stretch>
                <a:fillRect/>
              </a:stretch>
            </p:blipFill>
            <p:spPr>
              <a:xfrm>
                <a:off x="11078951" y="971860"/>
                <a:ext cx="7920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8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C26AECAF-F8DB-8214-5A40-EAA35874BD99}"/>
                  </a:ext>
                </a:extLst>
              </p14:cNvPr>
              <p14:cNvContentPartPr/>
              <p14:nvPr/>
            </p14:nvContentPartPr>
            <p14:xfrm>
              <a:off x="11121431" y="1027660"/>
              <a:ext cx="165240" cy="18612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C26AECAF-F8DB-8214-5A40-EAA35874BD99}"/>
                  </a:ext>
                </a:extLst>
              </p:cNvPr>
              <p:cNvPicPr/>
              <p:nvPr/>
            </p:nvPicPr>
            <p:blipFill>
              <a:blip r:embed="rId469"/>
              <a:stretch>
                <a:fillRect/>
              </a:stretch>
            </p:blipFill>
            <p:spPr>
              <a:xfrm>
                <a:off x="11103791" y="1010020"/>
                <a:ext cx="20088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0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D62E1DBC-E4A4-3E83-B4FA-EE15E2DBE769}"/>
                  </a:ext>
                </a:extLst>
              </p14:cNvPr>
              <p14:cNvContentPartPr/>
              <p14:nvPr/>
            </p14:nvContentPartPr>
            <p14:xfrm>
              <a:off x="11180471" y="1110460"/>
              <a:ext cx="76680" cy="3816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D62E1DBC-E4A4-3E83-B4FA-EE15E2DBE769}"/>
                  </a:ext>
                </a:extLst>
              </p:cNvPr>
              <p:cNvPicPr/>
              <p:nvPr/>
            </p:nvPicPr>
            <p:blipFill>
              <a:blip r:embed="rId471"/>
              <a:stretch>
                <a:fillRect/>
              </a:stretch>
            </p:blipFill>
            <p:spPr>
              <a:xfrm>
                <a:off x="11162471" y="1092460"/>
                <a:ext cx="112320" cy="7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6" name="Group 275">
            <a:extLst>
              <a:ext uri="{FF2B5EF4-FFF2-40B4-BE49-F238E27FC236}">
                <a16:creationId xmlns:a16="http://schemas.microsoft.com/office/drawing/2014/main" id="{5A1F2EAA-EF10-33E1-231A-450F2C051D0D}"/>
              </a:ext>
            </a:extLst>
          </p:cNvPr>
          <p:cNvGrpSpPr/>
          <p:nvPr/>
        </p:nvGrpSpPr>
        <p:grpSpPr>
          <a:xfrm>
            <a:off x="9494231" y="2381980"/>
            <a:ext cx="1919520" cy="590400"/>
            <a:chOff x="9494231" y="2381980"/>
            <a:chExt cx="1919520" cy="59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313A6D8-0944-718D-7FE1-61A8A7D744A4}"/>
                    </a:ext>
                  </a:extLst>
                </p14:cNvPr>
                <p14:cNvContentPartPr/>
                <p14:nvPr/>
              </p14:nvContentPartPr>
              <p14:xfrm>
                <a:off x="9494231" y="2381980"/>
                <a:ext cx="70920" cy="5904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313A6D8-0944-718D-7FE1-61A8A7D744A4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476591" y="2364340"/>
                  <a:ext cx="106560" cy="62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DDA5F66-CDD8-034D-EE9A-ABD02440B4D0}"/>
                    </a:ext>
                  </a:extLst>
                </p14:cNvPr>
                <p14:cNvContentPartPr/>
                <p14:nvPr/>
              </p14:nvContentPartPr>
              <p14:xfrm>
                <a:off x="9545711" y="2748100"/>
                <a:ext cx="1461960" cy="1724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FDDA5F66-CDD8-034D-EE9A-ABD02440B4D0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528071" y="2730100"/>
                  <a:ext cx="1497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D82FB9F-5FCE-379A-DD24-7D72ED07B2E7}"/>
                    </a:ext>
                  </a:extLst>
                </p14:cNvPr>
                <p14:cNvContentPartPr/>
                <p14:nvPr/>
              </p14:nvContentPartPr>
              <p14:xfrm>
                <a:off x="11018471" y="2700580"/>
                <a:ext cx="94320" cy="95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D82FB9F-5FCE-379A-DD24-7D72ED07B2E7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1000831" y="2682940"/>
                  <a:ext cx="1299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DCB73A7-12CB-474D-2790-81D8CA0F7CB8}"/>
                    </a:ext>
                  </a:extLst>
                </p14:cNvPr>
                <p14:cNvContentPartPr/>
                <p14:nvPr/>
              </p14:nvContentPartPr>
              <p14:xfrm>
                <a:off x="11279471" y="2700220"/>
                <a:ext cx="69840" cy="2041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DCB73A7-12CB-474D-2790-81D8CA0F7CB8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1261471" y="2682580"/>
                  <a:ext cx="1054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01EFD6-5D99-8236-97D1-281DBBFE643D}"/>
                    </a:ext>
                  </a:extLst>
                </p14:cNvPr>
                <p14:cNvContentPartPr/>
                <p14:nvPr/>
              </p14:nvContentPartPr>
              <p14:xfrm>
                <a:off x="11290991" y="2704180"/>
                <a:ext cx="122760" cy="1814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01EFD6-5D99-8236-97D1-281DBBFE643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272991" y="2686180"/>
                  <a:ext cx="15840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9B7BF3C-42B8-2361-CBCA-6D0FFBD187E2}"/>
              </a:ext>
            </a:extLst>
          </p:cNvPr>
          <p:cNvGrpSpPr/>
          <p:nvPr/>
        </p:nvGrpSpPr>
        <p:grpSpPr>
          <a:xfrm>
            <a:off x="4146791" y="1615180"/>
            <a:ext cx="153720" cy="1318680"/>
            <a:chOff x="4146791" y="1615180"/>
            <a:chExt cx="153720" cy="131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83EE6E03-E3E1-B6B0-F71F-44414902CA10}"/>
                    </a:ext>
                  </a:extLst>
                </p14:cNvPr>
                <p14:cNvContentPartPr/>
                <p14:nvPr/>
              </p14:nvContentPartPr>
              <p14:xfrm>
                <a:off x="4146791" y="1615180"/>
                <a:ext cx="30240" cy="3668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83EE6E03-E3E1-B6B0-F71F-44414902CA10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4129151" y="1597540"/>
                  <a:ext cx="6588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80BBA64E-AA53-3875-0ADA-29424DA9978D}"/>
                    </a:ext>
                  </a:extLst>
                </p14:cNvPr>
                <p14:cNvContentPartPr/>
                <p14:nvPr/>
              </p14:nvContentPartPr>
              <p14:xfrm>
                <a:off x="4174871" y="2007220"/>
                <a:ext cx="125640" cy="2919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80BBA64E-AA53-3875-0ADA-29424DA9978D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57231" y="1989220"/>
                  <a:ext cx="161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5623309-31F1-E9EA-4147-B206D97A511B}"/>
                    </a:ext>
                  </a:extLst>
                </p14:cNvPr>
                <p14:cNvContentPartPr/>
                <p14:nvPr/>
              </p14:nvContentPartPr>
              <p14:xfrm>
                <a:off x="4216631" y="2323660"/>
                <a:ext cx="42840" cy="6102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5623309-31F1-E9EA-4147-B206D97A511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198991" y="2306020"/>
                  <a:ext cx="78480" cy="64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5C089E9-531B-A3D6-E1B7-D88070C0261A}"/>
              </a:ext>
            </a:extLst>
          </p:cNvPr>
          <p:cNvGrpSpPr/>
          <p:nvPr/>
        </p:nvGrpSpPr>
        <p:grpSpPr>
          <a:xfrm>
            <a:off x="10861151" y="1232860"/>
            <a:ext cx="284040" cy="1462680"/>
            <a:chOff x="10861151" y="1232860"/>
            <a:chExt cx="284040" cy="146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B1E2844-B5B7-052D-D78B-A32B30B8E6B5}"/>
                    </a:ext>
                  </a:extLst>
                </p14:cNvPr>
                <p14:cNvContentPartPr/>
                <p14:nvPr/>
              </p14:nvContentPartPr>
              <p14:xfrm>
                <a:off x="10861151" y="1232860"/>
                <a:ext cx="95760" cy="3934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B1E2844-B5B7-052D-D78B-A32B30B8E6B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0843511" y="1214860"/>
                  <a:ext cx="13140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FE5ECC0C-8FA7-E5AC-8A38-85A5D8C3C2CF}"/>
                    </a:ext>
                  </a:extLst>
                </p14:cNvPr>
                <p14:cNvContentPartPr/>
                <p14:nvPr/>
              </p14:nvContentPartPr>
              <p14:xfrm>
                <a:off x="10925231" y="1638940"/>
                <a:ext cx="219960" cy="3135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FE5ECC0C-8FA7-E5AC-8A38-85A5D8C3C2CF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0907591" y="1620940"/>
                  <a:ext cx="25560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CF2CF12-AA46-426C-9FC1-4960CCFA8365}"/>
                    </a:ext>
                  </a:extLst>
                </p14:cNvPr>
                <p14:cNvContentPartPr/>
                <p14:nvPr/>
              </p14:nvContentPartPr>
              <p14:xfrm>
                <a:off x="11090111" y="1935940"/>
                <a:ext cx="1800" cy="7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CF2CF12-AA46-426C-9FC1-4960CCFA8365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11072111" y="1917940"/>
                  <a:ext cx="374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3AEF0EF7-B851-30E3-5CDD-9B3D84CE3EEA}"/>
                    </a:ext>
                  </a:extLst>
                </p14:cNvPr>
                <p14:cNvContentPartPr/>
                <p14:nvPr/>
              </p14:nvContentPartPr>
              <p14:xfrm>
                <a:off x="11026391" y="1960060"/>
                <a:ext cx="35640" cy="410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3AEF0EF7-B851-30E3-5CDD-9B3D84CE3EEA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1008751" y="1942060"/>
                  <a:ext cx="712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25DB673-514C-6971-804E-9E8FAAB5918E}"/>
                    </a:ext>
                  </a:extLst>
                </p14:cNvPr>
                <p14:cNvContentPartPr/>
                <p14:nvPr/>
              </p14:nvContentPartPr>
              <p14:xfrm>
                <a:off x="11032511" y="2019820"/>
                <a:ext cx="47880" cy="6757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25DB673-514C-6971-804E-9E8FAAB5918E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1014511" y="2002180"/>
                  <a:ext cx="83520" cy="71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DFFA4B2-134E-3CFE-CA2D-03900F116B89}"/>
              </a:ext>
            </a:extLst>
          </p:cNvPr>
          <p:cNvGrpSpPr/>
          <p:nvPr/>
        </p:nvGrpSpPr>
        <p:grpSpPr>
          <a:xfrm>
            <a:off x="675671" y="3765100"/>
            <a:ext cx="1463760" cy="2062440"/>
            <a:chOff x="675671" y="3765100"/>
            <a:chExt cx="1463760" cy="20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1120A16-A22E-F00D-6419-EC6EBCC5CB42}"/>
                    </a:ext>
                  </a:extLst>
                </p14:cNvPr>
                <p14:cNvContentPartPr/>
                <p14:nvPr/>
              </p14:nvContentPartPr>
              <p14:xfrm>
                <a:off x="1480991" y="5187460"/>
                <a:ext cx="487800" cy="381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1120A16-A22E-F00D-6419-EC6EBCC5CB42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463351" y="5169460"/>
                  <a:ext cx="5234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3031A16-C08D-46D9-C720-0BFA8DD07D24}"/>
                    </a:ext>
                  </a:extLst>
                </p14:cNvPr>
                <p14:cNvContentPartPr/>
                <p14:nvPr/>
              </p14:nvContentPartPr>
              <p14:xfrm>
                <a:off x="1623191" y="5379700"/>
                <a:ext cx="172080" cy="86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3031A16-C08D-46D9-C720-0BFA8DD07D24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605191" y="5362060"/>
                  <a:ext cx="2077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38FD7D4B-2F07-44B7-D290-05F27BCCAE35}"/>
                    </a:ext>
                  </a:extLst>
                </p14:cNvPr>
                <p14:cNvContentPartPr/>
                <p14:nvPr/>
              </p14:nvContentPartPr>
              <p14:xfrm>
                <a:off x="1333751" y="4986220"/>
                <a:ext cx="805680" cy="74088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38FD7D4B-2F07-44B7-D290-05F27BCCAE35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315751" y="4968580"/>
                  <a:ext cx="841320" cy="77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82C355B-04DE-C2DB-839B-7CFA99C8AE85}"/>
                    </a:ext>
                  </a:extLst>
                </p14:cNvPr>
                <p14:cNvContentPartPr/>
                <p14:nvPr/>
              </p14:nvContentPartPr>
              <p14:xfrm>
                <a:off x="1315391" y="4939420"/>
                <a:ext cx="754560" cy="8881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82C355B-04DE-C2DB-839B-7CFA99C8AE85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297391" y="4921780"/>
                  <a:ext cx="790200" cy="9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47585D1B-AF3A-C1D0-8AC6-F8B689131750}"/>
                    </a:ext>
                  </a:extLst>
                </p14:cNvPr>
                <p14:cNvContentPartPr/>
                <p14:nvPr/>
              </p14:nvContentPartPr>
              <p14:xfrm>
                <a:off x="675671" y="3902980"/>
                <a:ext cx="630720" cy="13456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47585D1B-AF3A-C1D0-8AC6-F8B689131750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58031" y="3884980"/>
                  <a:ext cx="666360" cy="138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ED262D6-DE1D-C568-ED96-B70C341678D0}"/>
                    </a:ext>
                  </a:extLst>
                </p14:cNvPr>
                <p14:cNvContentPartPr/>
                <p14:nvPr/>
              </p14:nvContentPartPr>
              <p14:xfrm>
                <a:off x="1000751" y="3765100"/>
                <a:ext cx="200520" cy="2127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ED262D6-DE1D-C568-ED96-B70C341678D0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982751" y="3747460"/>
                  <a:ext cx="2361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9ACAFA3-DBA7-999B-6456-67D489E8CC75}"/>
                    </a:ext>
                  </a:extLst>
                </p14:cNvPr>
                <p14:cNvContentPartPr/>
                <p14:nvPr/>
              </p14:nvContentPartPr>
              <p14:xfrm>
                <a:off x="1129991" y="5089900"/>
                <a:ext cx="147960" cy="3013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9ACAFA3-DBA7-999B-6456-67D489E8CC75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111991" y="5072260"/>
                  <a:ext cx="18360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9EC3C8F8-BD54-CEB2-EE70-D9F6F1E94554}"/>
              </a:ext>
            </a:extLst>
          </p:cNvPr>
          <p:cNvGrpSpPr/>
          <p:nvPr/>
        </p:nvGrpSpPr>
        <p:grpSpPr>
          <a:xfrm>
            <a:off x="2862671" y="4932940"/>
            <a:ext cx="462960" cy="505080"/>
            <a:chOff x="2862671" y="4932940"/>
            <a:chExt cx="462960" cy="50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68A1549D-6B45-8BF2-CBAA-98824FA07929}"/>
                    </a:ext>
                  </a:extLst>
                </p14:cNvPr>
                <p14:cNvContentPartPr/>
                <p14:nvPr/>
              </p14:nvContentPartPr>
              <p14:xfrm>
                <a:off x="2862671" y="5163340"/>
                <a:ext cx="174960" cy="2746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68A1549D-6B45-8BF2-CBAA-98824FA0792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2845031" y="5145700"/>
                  <a:ext cx="2106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650026B7-E68A-D85E-9787-5609C529C6AD}"/>
                    </a:ext>
                  </a:extLst>
                </p14:cNvPr>
                <p14:cNvContentPartPr/>
                <p14:nvPr/>
              </p14:nvContentPartPr>
              <p14:xfrm>
                <a:off x="3158591" y="4974700"/>
                <a:ext cx="65160" cy="2106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650026B7-E68A-D85E-9787-5609C529C6AD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3140951" y="4956700"/>
                  <a:ext cx="1008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F2880946-1D99-60CB-16C3-D96426A720F9}"/>
                    </a:ext>
                  </a:extLst>
                </p14:cNvPr>
                <p14:cNvContentPartPr/>
                <p14:nvPr/>
              </p14:nvContentPartPr>
              <p14:xfrm>
                <a:off x="3135911" y="4932940"/>
                <a:ext cx="189720" cy="1288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F2880946-1D99-60CB-16C3-D96426A720F9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3117911" y="4915300"/>
                  <a:ext cx="225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313F061-FF5E-20D7-0879-21DB8C0D6D54}"/>
                    </a:ext>
                  </a:extLst>
                </p14:cNvPr>
                <p14:cNvContentPartPr/>
                <p14:nvPr/>
              </p14:nvContentPartPr>
              <p14:xfrm>
                <a:off x="3216551" y="4990180"/>
                <a:ext cx="42840" cy="604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313F061-FF5E-20D7-0879-21DB8C0D6D54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198551" y="4972180"/>
                  <a:ext cx="7848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6BF2F0F0-05F4-5571-993A-6D602A33495B}"/>
              </a:ext>
            </a:extLst>
          </p:cNvPr>
          <p:cNvGrpSpPr/>
          <p:nvPr/>
        </p:nvGrpSpPr>
        <p:grpSpPr>
          <a:xfrm>
            <a:off x="2878871" y="5973700"/>
            <a:ext cx="419040" cy="419400"/>
            <a:chOff x="2878871" y="5973700"/>
            <a:chExt cx="41904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79FAB76-39BC-6070-A7A9-6526FE0CA7D9}"/>
                    </a:ext>
                  </a:extLst>
                </p14:cNvPr>
                <p14:cNvContentPartPr/>
                <p14:nvPr/>
              </p14:nvContentPartPr>
              <p14:xfrm>
                <a:off x="2878871" y="6206260"/>
                <a:ext cx="144360" cy="1868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79FAB76-39BC-6070-A7A9-6526FE0CA7D9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2860871" y="6188620"/>
                  <a:ext cx="1800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9955369-DA09-D340-1A3F-EDC598BBD295}"/>
                    </a:ext>
                  </a:extLst>
                </p14:cNvPr>
                <p14:cNvContentPartPr/>
                <p14:nvPr/>
              </p14:nvContentPartPr>
              <p14:xfrm>
                <a:off x="3099911" y="6051820"/>
                <a:ext cx="118080" cy="1677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9955369-DA09-D340-1A3F-EDC598BBD295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082271" y="6034180"/>
                  <a:ext cx="1537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135A78A2-62FA-BD77-E04F-CB51345A50E8}"/>
                    </a:ext>
                  </a:extLst>
                </p14:cNvPr>
                <p14:cNvContentPartPr/>
                <p14:nvPr/>
              </p14:nvContentPartPr>
              <p14:xfrm>
                <a:off x="3124751" y="5973700"/>
                <a:ext cx="173160" cy="21096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135A78A2-62FA-BD77-E04F-CB51345A50E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3107111" y="5956060"/>
                  <a:ext cx="20880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34A1F6B2-2E20-8F16-85EC-509D0A555D05}"/>
              </a:ext>
            </a:extLst>
          </p:cNvPr>
          <p:cNvGrpSpPr/>
          <p:nvPr/>
        </p:nvGrpSpPr>
        <p:grpSpPr>
          <a:xfrm>
            <a:off x="2826671" y="4223020"/>
            <a:ext cx="446400" cy="323640"/>
            <a:chOff x="2826671" y="4223020"/>
            <a:chExt cx="446400" cy="3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12F057C8-9D92-D55B-7B2C-D35A84049B2E}"/>
                    </a:ext>
                  </a:extLst>
                </p14:cNvPr>
                <p14:cNvContentPartPr/>
                <p14:nvPr/>
              </p14:nvContentPartPr>
              <p14:xfrm>
                <a:off x="2826671" y="4342540"/>
                <a:ext cx="170280" cy="2041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12F057C8-9D92-D55B-7B2C-D35A84049B2E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2808671" y="4324540"/>
                  <a:ext cx="205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70FDC1E3-B900-41F6-47D5-4970A8BCD08D}"/>
                    </a:ext>
                  </a:extLst>
                </p14:cNvPr>
                <p14:cNvContentPartPr/>
                <p14:nvPr/>
              </p14:nvContentPartPr>
              <p14:xfrm>
                <a:off x="3127271" y="4265140"/>
                <a:ext cx="70920" cy="1821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70FDC1E3-B900-41F6-47D5-4970A8BCD08D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3109271" y="4247500"/>
                  <a:ext cx="106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73FD7F6-FD70-9C7A-D335-CB670B32353F}"/>
                    </a:ext>
                  </a:extLst>
                </p14:cNvPr>
                <p14:cNvContentPartPr/>
                <p14:nvPr/>
              </p14:nvContentPartPr>
              <p14:xfrm>
                <a:off x="3133391" y="4223020"/>
                <a:ext cx="139680" cy="2077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73FD7F6-FD70-9C7A-D335-CB670B32353F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3115391" y="4205380"/>
                  <a:ext cx="175320" cy="243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45137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B4D1A-01AA-1984-27D3-CB66EFB0F9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E37284E-0CD3-7838-FEF3-80467947CC84}"/>
              </a:ext>
            </a:extLst>
          </p:cNvPr>
          <p:cNvGrpSpPr/>
          <p:nvPr/>
        </p:nvGrpSpPr>
        <p:grpSpPr>
          <a:xfrm>
            <a:off x="657671" y="310540"/>
            <a:ext cx="876600" cy="572760"/>
            <a:chOff x="657671" y="310540"/>
            <a:chExt cx="876600" cy="57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435840A-8568-0ADD-1F37-C779315B78B3}"/>
                    </a:ext>
                  </a:extLst>
                </p14:cNvPr>
                <p14:cNvContentPartPr/>
                <p14:nvPr/>
              </p14:nvContentPartPr>
              <p14:xfrm>
                <a:off x="657671" y="310540"/>
                <a:ext cx="27720" cy="5727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435840A-8568-0ADD-1F37-C779315B78B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39671" y="292900"/>
                  <a:ext cx="6336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C0B7A03-A234-B843-D6AD-1976DA5371C9}"/>
                    </a:ext>
                  </a:extLst>
                </p14:cNvPr>
                <p14:cNvContentPartPr/>
                <p14:nvPr/>
              </p14:nvContentPartPr>
              <p14:xfrm>
                <a:off x="863951" y="335380"/>
                <a:ext cx="78480" cy="419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C0B7A03-A234-B843-D6AD-1976DA5371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45951" y="317740"/>
                  <a:ext cx="11412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65FB24D-C930-13C2-5367-C021C19D5993}"/>
                    </a:ext>
                  </a:extLst>
                </p14:cNvPr>
                <p14:cNvContentPartPr/>
                <p14:nvPr/>
              </p14:nvContentPartPr>
              <p14:xfrm>
                <a:off x="744071" y="597100"/>
                <a:ext cx="172800" cy="38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65FB24D-C930-13C2-5367-C021C19D599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6071" y="579100"/>
                  <a:ext cx="2084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A6C8360-D8C8-E6B0-FC12-3C81338863EF}"/>
                    </a:ext>
                  </a:extLst>
                </p14:cNvPr>
                <p14:cNvContentPartPr/>
                <p14:nvPr/>
              </p14:nvContentPartPr>
              <p14:xfrm>
                <a:off x="1037831" y="596740"/>
                <a:ext cx="148320" cy="175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A6C8360-D8C8-E6B0-FC12-3C81338863E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9831" y="578740"/>
                  <a:ext cx="1839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8CE00CA-5234-3429-64BD-4E6EE333E65E}"/>
                    </a:ext>
                  </a:extLst>
                </p14:cNvPr>
                <p14:cNvContentPartPr/>
                <p14:nvPr/>
              </p14:nvContentPartPr>
              <p14:xfrm>
                <a:off x="1317191" y="628060"/>
                <a:ext cx="217080" cy="138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8CE00CA-5234-3429-64BD-4E6EE333E6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99191" y="610060"/>
                  <a:ext cx="25272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F1795BE-D95B-E421-5DD9-1796F0BE1791}"/>
              </a:ext>
            </a:extLst>
          </p:cNvPr>
          <p:cNvGrpSpPr/>
          <p:nvPr/>
        </p:nvGrpSpPr>
        <p:grpSpPr>
          <a:xfrm>
            <a:off x="2092271" y="369940"/>
            <a:ext cx="447840" cy="370080"/>
            <a:chOff x="2092271" y="369940"/>
            <a:chExt cx="447840" cy="37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DAB3FD5-565A-07DE-B511-DF1BC0AA2F0D}"/>
                    </a:ext>
                  </a:extLst>
                </p14:cNvPr>
                <p14:cNvContentPartPr/>
                <p14:nvPr/>
              </p14:nvContentPartPr>
              <p14:xfrm>
                <a:off x="2207471" y="369940"/>
                <a:ext cx="34920" cy="370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DAB3FD5-565A-07DE-B511-DF1BC0AA2F0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9471" y="352300"/>
                  <a:ext cx="7056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2A14912-32F5-63E9-50E6-940A8C1F227F}"/>
                    </a:ext>
                  </a:extLst>
                </p14:cNvPr>
                <p14:cNvContentPartPr/>
                <p14:nvPr/>
              </p14:nvContentPartPr>
              <p14:xfrm>
                <a:off x="2092271" y="552100"/>
                <a:ext cx="275760" cy="56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2A14912-32F5-63E9-50E6-940A8C1F227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74271" y="534460"/>
                  <a:ext cx="311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638FFE3-3E05-5B40-5AF1-F98ED61FAF3B}"/>
                    </a:ext>
                  </a:extLst>
                </p14:cNvPr>
                <p14:cNvContentPartPr/>
                <p14:nvPr/>
              </p14:nvContentPartPr>
              <p14:xfrm>
                <a:off x="2434991" y="549580"/>
                <a:ext cx="105120" cy="156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638FFE3-3E05-5B40-5AF1-F98ED61FAF3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16991" y="531940"/>
                  <a:ext cx="14076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7855C7-04B7-97A5-FDF9-08497531D1F5}"/>
              </a:ext>
            </a:extLst>
          </p:cNvPr>
          <p:cNvGrpSpPr/>
          <p:nvPr/>
        </p:nvGrpSpPr>
        <p:grpSpPr>
          <a:xfrm>
            <a:off x="3161831" y="397300"/>
            <a:ext cx="2105280" cy="337680"/>
            <a:chOff x="3161831" y="397300"/>
            <a:chExt cx="210528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A46E285-70C7-1F9D-EEA3-603DA849992F}"/>
                    </a:ext>
                  </a:extLst>
                </p14:cNvPr>
                <p14:cNvContentPartPr/>
                <p14:nvPr/>
              </p14:nvContentPartPr>
              <p14:xfrm>
                <a:off x="3161831" y="540580"/>
                <a:ext cx="415800" cy="194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A46E285-70C7-1F9D-EEA3-603DA849992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143831" y="522940"/>
                  <a:ext cx="4514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F495E39-B17E-033E-405F-3E9491980368}"/>
                    </a:ext>
                  </a:extLst>
                </p14:cNvPr>
                <p14:cNvContentPartPr/>
                <p14:nvPr/>
              </p14:nvContentPartPr>
              <p14:xfrm>
                <a:off x="3722351" y="453460"/>
                <a:ext cx="41040" cy="262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F495E39-B17E-033E-405F-3E94919803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704711" y="435460"/>
                  <a:ext cx="766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225C5AA-8EE9-DFED-7F57-7AE546A8038C}"/>
                    </a:ext>
                  </a:extLst>
                </p14:cNvPr>
                <p14:cNvContentPartPr/>
                <p14:nvPr/>
              </p14:nvContentPartPr>
              <p14:xfrm>
                <a:off x="3899831" y="559660"/>
                <a:ext cx="177120" cy="129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225C5AA-8EE9-DFED-7F57-7AE546A803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882191" y="542020"/>
                  <a:ext cx="212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EA2288-8DF3-32CA-41A9-9D82A3AA3187}"/>
                    </a:ext>
                  </a:extLst>
                </p14:cNvPr>
                <p14:cNvContentPartPr/>
                <p14:nvPr/>
              </p14:nvContentPartPr>
              <p14:xfrm>
                <a:off x="4052831" y="575500"/>
                <a:ext cx="164160" cy="124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EA2288-8DF3-32CA-41A9-9D82A3AA318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035191" y="557500"/>
                  <a:ext cx="199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9E53812-06F8-03DE-0042-87AEB285F15E}"/>
                    </a:ext>
                  </a:extLst>
                </p14:cNvPr>
                <p14:cNvContentPartPr/>
                <p14:nvPr/>
              </p14:nvContentPartPr>
              <p14:xfrm>
                <a:off x="4359911" y="397300"/>
                <a:ext cx="32760" cy="297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9E53812-06F8-03DE-0042-87AEB285F1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341911" y="379300"/>
                  <a:ext cx="6840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0E224FE-D586-4599-EC3C-6770DCCB40D5}"/>
                    </a:ext>
                  </a:extLst>
                </p14:cNvPr>
                <p14:cNvContentPartPr/>
                <p14:nvPr/>
              </p14:nvContentPartPr>
              <p14:xfrm>
                <a:off x="4533791" y="568660"/>
                <a:ext cx="164880" cy="1663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0E224FE-D586-4599-EC3C-6770DCCB40D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16151" y="551020"/>
                  <a:ext cx="200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716B9D4-88E3-109C-F65A-EC03E490B6AF}"/>
                    </a:ext>
                  </a:extLst>
                </p14:cNvPr>
                <p14:cNvContentPartPr/>
                <p14:nvPr/>
              </p14:nvContentPartPr>
              <p14:xfrm>
                <a:off x="4810991" y="415660"/>
                <a:ext cx="129600" cy="246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716B9D4-88E3-109C-F65A-EC03E490B6A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93351" y="397660"/>
                  <a:ext cx="165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2DF78B3-F3D5-BB16-D6AC-B9EC073CD215}"/>
                    </a:ext>
                  </a:extLst>
                </p14:cNvPr>
                <p14:cNvContentPartPr/>
                <p14:nvPr/>
              </p14:nvContentPartPr>
              <p14:xfrm>
                <a:off x="4813871" y="548860"/>
                <a:ext cx="123480" cy="39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2DF78B3-F3D5-BB16-D6AC-B9EC073CD21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95871" y="530860"/>
                  <a:ext cx="1591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F9F50F4-AD81-0C5B-C1A6-D0CA9158C005}"/>
                    </a:ext>
                  </a:extLst>
                </p14:cNvPr>
                <p14:cNvContentPartPr/>
                <p14:nvPr/>
              </p14:nvContentPartPr>
              <p14:xfrm>
                <a:off x="5113391" y="528340"/>
                <a:ext cx="153720" cy="168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F9F50F4-AD81-0C5B-C1A6-D0CA9158C00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95751" y="510340"/>
                  <a:ext cx="18936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BE0E72-4E31-BFEF-5F56-12539F9666BB}"/>
              </a:ext>
            </a:extLst>
          </p:cNvPr>
          <p:cNvGrpSpPr/>
          <p:nvPr/>
        </p:nvGrpSpPr>
        <p:grpSpPr>
          <a:xfrm>
            <a:off x="6034991" y="252580"/>
            <a:ext cx="888480" cy="578520"/>
            <a:chOff x="6034991" y="252580"/>
            <a:chExt cx="888480" cy="57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9CB33CB-04D1-D74D-6C7D-2B668D0D69C4}"/>
                    </a:ext>
                  </a:extLst>
                </p14:cNvPr>
                <p14:cNvContentPartPr/>
                <p14:nvPr/>
              </p14:nvContentPartPr>
              <p14:xfrm>
                <a:off x="6159551" y="252580"/>
                <a:ext cx="88200" cy="468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9CB33CB-04D1-D74D-6C7D-2B668D0D69C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41551" y="234940"/>
                  <a:ext cx="12384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936E626-DA1C-9964-18AC-E62D2DD282A1}"/>
                    </a:ext>
                  </a:extLst>
                </p14:cNvPr>
                <p14:cNvContentPartPr/>
                <p14:nvPr/>
              </p14:nvContentPartPr>
              <p14:xfrm>
                <a:off x="6034991" y="308020"/>
                <a:ext cx="94320" cy="27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936E626-DA1C-9964-18AC-E62D2DD282A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016991" y="290380"/>
                  <a:ext cx="1299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D961435-D6DB-744B-5326-AE124AE92E9F}"/>
                    </a:ext>
                  </a:extLst>
                </p14:cNvPr>
                <p14:cNvContentPartPr/>
                <p14:nvPr/>
              </p14:nvContentPartPr>
              <p14:xfrm>
                <a:off x="6151631" y="762340"/>
                <a:ext cx="120960" cy="43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D961435-D6DB-744B-5326-AE124AE92E9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33631" y="744340"/>
                  <a:ext cx="1566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ADBB71A-D775-BFA7-B91B-3EE8E582ADB8}"/>
                    </a:ext>
                  </a:extLst>
                </p14:cNvPr>
                <p14:cNvContentPartPr/>
                <p14:nvPr/>
              </p14:nvContentPartPr>
              <p14:xfrm>
                <a:off x="6389951" y="668380"/>
                <a:ext cx="222120" cy="162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ADBB71A-D775-BFA7-B91B-3EE8E582ADB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72311" y="650380"/>
                  <a:ext cx="2577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5FF9929-D151-E7B2-9ACE-8F40C1B5E26A}"/>
                    </a:ext>
                  </a:extLst>
                </p14:cNvPr>
                <p14:cNvContentPartPr/>
                <p14:nvPr/>
              </p14:nvContentPartPr>
              <p14:xfrm>
                <a:off x="6659231" y="697900"/>
                <a:ext cx="111600" cy="132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5FF9929-D151-E7B2-9ACE-8F40C1B5E26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641591" y="680260"/>
                  <a:ext cx="1472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54D4E9F-6BC8-E29B-69A4-77747C96B91D}"/>
                    </a:ext>
                  </a:extLst>
                </p14:cNvPr>
                <p14:cNvContentPartPr/>
                <p14:nvPr/>
              </p14:nvContentPartPr>
              <p14:xfrm>
                <a:off x="6842831" y="694300"/>
                <a:ext cx="80640" cy="108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54D4E9F-6BC8-E29B-69A4-77747C96B91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824831" y="676660"/>
                  <a:ext cx="11628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1B2AF4C-C873-3057-605D-F9A80ACB7275}"/>
              </a:ext>
            </a:extLst>
          </p:cNvPr>
          <p:cNvGrpSpPr/>
          <p:nvPr/>
        </p:nvGrpSpPr>
        <p:grpSpPr>
          <a:xfrm>
            <a:off x="7104191" y="607180"/>
            <a:ext cx="701640" cy="192240"/>
            <a:chOff x="7104191" y="607180"/>
            <a:chExt cx="701640" cy="19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07AC345-FDBD-4BDD-E66A-42D6782F728F}"/>
                    </a:ext>
                  </a:extLst>
                </p14:cNvPr>
                <p14:cNvContentPartPr/>
                <p14:nvPr/>
              </p14:nvContentPartPr>
              <p14:xfrm>
                <a:off x="7104191" y="607180"/>
                <a:ext cx="66600" cy="192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07AC345-FDBD-4BDD-E66A-42D6782F728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86551" y="589540"/>
                  <a:ext cx="102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D98C0A8-D2BF-D22B-0ABA-CA9EF0ACEB99}"/>
                    </a:ext>
                  </a:extLst>
                </p14:cNvPr>
                <p14:cNvContentPartPr/>
                <p14:nvPr/>
              </p14:nvContentPartPr>
              <p14:xfrm>
                <a:off x="7110311" y="681340"/>
                <a:ext cx="236160" cy="63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D98C0A8-D2BF-D22B-0ABA-CA9EF0ACEB9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92671" y="663340"/>
                  <a:ext cx="271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BF0A33F-6298-547D-2709-A49066205C0D}"/>
                    </a:ext>
                  </a:extLst>
                </p14:cNvPr>
                <p14:cNvContentPartPr/>
                <p14:nvPr/>
              </p14:nvContentPartPr>
              <p14:xfrm>
                <a:off x="7430351" y="691060"/>
                <a:ext cx="226440" cy="87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BF0A33F-6298-547D-2709-A49066205C0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12711" y="673060"/>
                  <a:ext cx="2620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5E72CB-1F48-9E70-9DF6-DDB99EF8BDDF}"/>
                    </a:ext>
                  </a:extLst>
                </p14:cNvPr>
                <p14:cNvContentPartPr/>
                <p14:nvPr/>
              </p14:nvContentPartPr>
              <p14:xfrm>
                <a:off x="7798991" y="729940"/>
                <a:ext cx="6840" cy="11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5E72CB-1F48-9E70-9DF6-DDB99EF8BD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80991" y="711940"/>
                  <a:ext cx="4248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82CB33F4-C98A-4AEA-F4F4-D22C2513D425}"/>
                  </a:ext>
                </a:extLst>
              </p14:cNvPr>
              <p14:cNvContentPartPr/>
              <p14:nvPr/>
            </p14:nvContentPartPr>
            <p14:xfrm>
              <a:off x="9935951" y="3686260"/>
              <a:ext cx="93240" cy="26352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82CB33F4-C98A-4AEA-F4F4-D22C2513D42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917951" y="3668260"/>
                <a:ext cx="12888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35BE1FA2-E0A5-5EAC-A2B6-8462BD59D804}"/>
                  </a:ext>
                </a:extLst>
              </p14:cNvPr>
              <p14:cNvContentPartPr/>
              <p14:nvPr/>
            </p14:nvContentPartPr>
            <p14:xfrm>
              <a:off x="9865391" y="3808300"/>
              <a:ext cx="423000" cy="12240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35BE1FA2-E0A5-5EAC-A2B6-8462BD59D804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847751" y="3790300"/>
                <a:ext cx="45864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D9C7C4D8-92FD-6911-18A4-A141A8A5DDEA}"/>
                  </a:ext>
                </a:extLst>
              </p14:cNvPr>
              <p14:cNvContentPartPr/>
              <p14:nvPr/>
            </p14:nvContentPartPr>
            <p14:xfrm>
              <a:off x="10399991" y="3836740"/>
              <a:ext cx="104400" cy="12744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D9C7C4D8-92FD-6911-18A4-A141A8A5DDE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0381991" y="3818740"/>
                <a:ext cx="14004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BD906587-C117-3A80-46C3-2982A50946BC}"/>
                  </a:ext>
                </a:extLst>
              </p14:cNvPr>
              <p14:cNvContentPartPr/>
              <p14:nvPr/>
            </p14:nvContentPartPr>
            <p14:xfrm>
              <a:off x="10831271" y="3796780"/>
              <a:ext cx="149040" cy="14616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BD906587-C117-3A80-46C3-2982A50946BC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0813271" y="3779140"/>
                <a:ext cx="18468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4D3BE83B-24D9-8573-B537-D4A37E9F01F2}"/>
                  </a:ext>
                </a:extLst>
              </p14:cNvPr>
              <p14:cNvContentPartPr/>
              <p14:nvPr/>
            </p14:nvContentPartPr>
            <p14:xfrm>
              <a:off x="11047991" y="3816580"/>
              <a:ext cx="114480" cy="14508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4D3BE83B-24D9-8573-B537-D4A37E9F01F2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1030351" y="3798940"/>
                <a:ext cx="15012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FA6513DD-DA5A-13FC-6DBF-512D39B0215C}"/>
                  </a:ext>
                </a:extLst>
              </p14:cNvPr>
              <p14:cNvContentPartPr/>
              <p14:nvPr/>
            </p14:nvContentPartPr>
            <p14:xfrm>
              <a:off x="11172911" y="3825220"/>
              <a:ext cx="81000" cy="13320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FA6513DD-DA5A-13FC-6DBF-512D39B0215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1155271" y="3807220"/>
                <a:ext cx="11664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CBE05A0A-ED31-0531-2520-E560426E1FC6}"/>
                  </a:ext>
                </a:extLst>
              </p14:cNvPr>
              <p14:cNvContentPartPr/>
              <p14:nvPr/>
            </p14:nvContentPartPr>
            <p14:xfrm>
              <a:off x="11333831" y="3792460"/>
              <a:ext cx="44640" cy="13680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CBE05A0A-ED31-0531-2520-E560426E1FC6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1316191" y="3774820"/>
                <a:ext cx="8028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F3F27C26-476F-FB63-1445-B70E040DDD0B}"/>
                  </a:ext>
                </a:extLst>
              </p14:cNvPr>
              <p14:cNvContentPartPr/>
              <p14:nvPr/>
            </p14:nvContentPartPr>
            <p14:xfrm>
              <a:off x="11435351" y="3782020"/>
              <a:ext cx="136800" cy="13500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F3F27C26-476F-FB63-1445-B70E040DDD0B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1417351" y="3764380"/>
                <a:ext cx="17244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79300E8E-8E6A-8EA1-FFF4-DF29E87F4B38}"/>
                  </a:ext>
                </a:extLst>
              </p14:cNvPr>
              <p14:cNvContentPartPr/>
              <p14:nvPr/>
            </p14:nvContentPartPr>
            <p14:xfrm>
              <a:off x="11661071" y="3824860"/>
              <a:ext cx="266040" cy="13032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79300E8E-8E6A-8EA1-FFF4-DF29E87F4B38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1643431" y="3806860"/>
                <a:ext cx="30168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1D7D4BB1-2144-616B-FC5E-25CE88982FBE}"/>
                  </a:ext>
                </a:extLst>
              </p14:cNvPr>
              <p14:cNvContentPartPr/>
              <p14:nvPr/>
            </p14:nvContentPartPr>
            <p14:xfrm>
              <a:off x="11942951" y="3694180"/>
              <a:ext cx="72720" cy="20700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1D7D4BB1-2144-616B-FC5E-25CE88982FB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1924951" y="3676180"/>
                <a:ext cx="108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2FF53F6C-0850-1265-FAB8-16702CC8158A}"/>
                  </a:ext>
                </a:extLst>
              </p14:cNvPr>
              <p14:cNvContentPartPr/>
              <p14:nvPr/>
            </p14:nvContentPartPr>
            <p14:xfrm>
              <a:off x="11978231" y="3814420"/>
              <a:ext cx="124200" cy="1080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2FF53F6C-0850-1265-FAB8-16702CC8158A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1960591" y="3796780"/>
                <a:ext cx="159840" cy="4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3" name="Group 202">
            <a:extLst>
              <a:ext uri="{FF2B5EF4-FFF2-40B4-BE49-F238E27FC236}">
                <a16:creationId xmlns:a16="http://schemas.microsoft.com/office/drawing/2014/main" id="{52329588-FDAE-0F50-29EE-262615A48E52}"/>
              </a:ext>
            </a:extLst>
          </p:cNvPr>
          <p:cNvGrpSpPr/>
          <p:nvPr/>
        </p:nvGrpSpPr>
        <p:grpSpPr>
          <a:xfrm>
            <a:off x="218111" y="1436620"/>
            <a:ext cx="9319320" cy="5047920"/>
            <a:chOff x="218111" y="1436620"/>
            <a:chExt cx="9319320" cy="504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95FBB79-610A-861C-1D37-6BC47737B531}"/>
                    </a:ext>
                  </a:extLst>
                </p14:cNvPr>
                <p14:cNvContentPartPr/>
                <p14:nvPr/>
              </p14:nvContentPartPr>
              <p14:xfrm>
                <a:off x="979871" y="1577740"/>
                <a:ext cx="94320" cy="9284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95FBB79-610A-861C-1D37-6BC47737B5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2231" y="1560100"/>
                  <a:ext cx="129960" cy="9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C8DE787-4E61-67FC-632E-B20BDA286AC7}"/>
                    </a:ext>
                  </a:extLst>
                </p14:cNvPr>
                <p14:cNvContentPartPr/>
                <p14:nvPr/>
              </p14:nvContentPartPr>
              <p14:xfrm>
                <a:off x="772871" y="2420140"/>
                <a:ext cx="688680" cy="621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C8DE787-4E61-67FC-632E-B20BDA286AC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54871" y="2402140"/>
                  <a:ext cx="72432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7D511AD-BB3A-1025-7A18-9A4D8EEA7824}"/>
                    </a:ext>
                  </a:extLst>
                </p14:cNvPr>
                <p14:cNvContentPartPr/>
                <p14:nvPr/>
              </p14:nvContentPartPr>
              <p14:xfrm>
                <a:off x="1093631" y="2672500"/>
                <a:ext cx="29520" cy="296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7D511AD-BB3A-1025-7A18-9A4D8EEA782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75631" y="2654860"/>
                  <a:ext cx="65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3C31A7-0D70-9140-8C32-796F957ECB8C}"/>
                    </a:ext>
                  </a:extLst>
                </p14:cNvPr>
                <p14:cNvContentPartPr/>
                <p14:nvPr/>
              </p14:nvContentPartPr>
              <p14:xfrm>
                <a:off x="1041431" y="2673940"/>
                <a:ext cx="147240" cy="1011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3C31A7-0D70-9140-8C32-796F957ECB8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23791" y="2656300"/>
                  <a:ext cx="182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1E59AA7-9910-587E-4CD2-F684C340F627}"/>
                    </a:ext>
                  </a:extLst>
                </p14:cNvPr>
                <p14:cNvContentPartPr/>
                <p14:nvPr/>
              </p14:nvContentPartPr>
              <p14:xfrm>
                <a:off x="1116671" y="3050860"/>
                <a:ext cx="50040" cy="815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1E59AA7-9910-587E-4CD2-F684C340F62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98671" y="3032860"/>
                  <a:ext cx="85680" cy="85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1A56AE-6872-AF59-CAC5-2ED05A714B33}"/>
                    </a:ext>
                  </a:extLst>
                </p14:cNvPr>
                <p14:cNvContentPartPr/>
                <p14:nvPr/>
              </p14:nvContentPartPr>
              <p14:xfrm>
                <a:off x="1128551" y="3802180"/>
                <a:ext cx="363960" cy="40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1A56AE-6872-AF59-CAC5-2ED05A714B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10911" y="3784540"/>
                  <a:ext cx="399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5EB0381-62DC-5FFC-78D9-8A30619B2C9F}"/>
                    </a:ext>
                  </a:extLst>
                </p14:cNvPr>
                <p14:cNvContentPartPr/>
                <p14:nvPr/>
              </p14:nvContentPartPr>
              <p14:xfrm>
                <a:off x="895991" y="1544980"/>
                <a:ext cx="1270800" cy="65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5EB0381-62DC-5FFC-78D9-8A30619B2C9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7991" y="1526980"/>
                  <a:ext cx="1306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B7CB308-5DE6-F767-A75C-383DF806004C}"/>
                    </a:ext>
                  </a:extLst>
                </p14:cNvPr>
                <p14:cNvContentPartPr/>
                <p14:nvPr/>
              </p14:nvContentPartPr>
              <p14:xfrm>
                <a:off x="2159231" y="1561180"/>
                <a:ext cx="48240" cy="578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B7CB308-5DE6-F767-A75C-383DF806004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141591" y="1543540"/>
                  <a:ext cx="83880" cy="61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90DC7AF-80EB-BD6D-E176-CC42C6ADB36D}"/>
                    </a:ext>
                  </a:extLst>
                </p14:cNvPr>
                <p14:cNvContentPartPr/>
                <p14:nvPr/>
              </p14:nvContentPartPr>
              <p14:xfrm>
                <a:off x="2144831" y="2172820"/>
                <a:ext cx="240120" cy="394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90DC7AF-80EB-BD6D-E176-CC42C6ADB3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127191" y="2155180"/>
                  <a:ext cx="27576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4DB65E5-DE79-A9C8-A1E4-F7451FE022BD}"/>
                    </a:ext>
                  </a:extLst>
                </p14:cNvPr>
                <p14:cNvContentPartPr/>
                <p14:nvPr/>
              </p14:nvContentPartPr>
              <p14:xfrm>
                <a:off x="2369471" y="2644420"/>
                <a:ext cx="14400" cy="1072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4DB65E5-DE79-A9C8-A1E4-F7451FE02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51471" y="2626420"/>
                  <a:ext cx="50040" cy="11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17472B1-5445-EF91-58FC-7EE0B509F364}"/>
                    </a:ext>
                  </a:extLst>
                </p14:cNvPr>
                <p14:cNvContentPartPr/>
                <p14:nvPr/>
              </p14:nvContentPartPr>
              <p14:xfrm>
                <a:off x="1594391" y="3694180"/>
                <a:ext cx="1846800" cy="145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17472B1-5445-EF91-58FC-7EE0B509F36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576391" y="3676540"/>
                  <a:ext cx="18824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84AE6A-29DF-FD25-D5C6-A5EF94847151}"/>
                    </a:ext>
                  </a:extLst>
                </p14:cNvPr>
                <p14:cNvContentPartPr/>
                <p14:nvPr/>
              </p14:nvContentPartPr>
              <p14:xfrm>
                <a:off x="2208191" y="1436620"/>
                <a:ext cx="1178640" cy="180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84AE6A-29DF-FD25-D5C6-A5EF9484715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90551" y="1418620"/>
                  <a:ext cx="12142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E44AEE0-FD8E-23FA-DBD0-1309BA55299A}"/>
                    </a:ext>
                  </a:extLst>
                </p14:cNvPr>
                <p14:cNvContentPartPr/>
                <p14:nvPr/>
              </p14:nvContentPartPr>
              <p14:xfrm>
                <a:off x="2570711" y="2240860"/>
                <a:ext cx="92520" cy="340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E44AEE0-FD8E-23FA-DBD0-1309BA55299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553071" y="2223220"/>
                  <a:ext cx="12816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22CD0F7-DE60-D6CF-AE32-C4887D1527A1}"/>
                    </a:ext>
                  </a:extLst>
                </p14:cNvPr>
                <p14:cNvContentPartPr/>
                <p14:nvPr/>
              </p14:nvContentPartPr>
              <p14:xfrm>
                <a:off x="2585831" y="2237620"/>
                <a:ext cx="226800" cy="204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22CD0F7-DE60-D6CF-AE32-C4887D1527A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67831" y="2219620"/>
                  <a:ext cx="2624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427AED2-ECA6-9ECB-F244-4D7B15360EEA}"/>
                    </a:ext>
                  </a:extLst>
                </p14:cNvPr>
                <p14:cNvContentPartPr/>
                <p14:nvPr/>
              </p14:nvContentPartPr>
              <p14:xfrm>
                <a:off x="2843951" y="2383060"/>
                <a:ext cx="214920" cy="153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427AED2-ECA6-9ECB-F244-4D7B15360EE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825951" y="2365060"/>
                  <a:ext cx="2505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841C656-4963-59B4-26BC-22AE202D6E18}"/>
                    </a:ext>
                  </a:extLst>
                </p14:cNvPr>
                <p14:cNvContentPartPr/>
                <p14:nvPr/>
              </p14:nvContentPartPr>
              <p14:xfrm>
                <a:off x="3115751" y="2392060"/>
                <a:ext cx="82800" cy="94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841C656-4963-59B4-26BC-22AE202D6E1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098111" y="2374420"/>
                  <a:ext cx="118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F7CEFD1-8742-FE9F-0C2E-A78206DAF12E}"/>
                    </a:ext>
                  </a:extLst>
                </p14:cNvPr>
                <p14:cNvContentPartPr/>
                <p14:nvPr/>
              </p14:nvContentPartPr>
              <p14:xfrm>
                <a:off x="3262271" y="2383780"/>
                <a:ext cx="84600" cy="96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F7CEFD1-8742-FE9F-0C2E-A78206DAF12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244631" y="2365780"/>
                  <a:ext cx="1202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12EF965-F37F-E7CE-0E28-AD9D55ADB837}"/>
                    </a:ext>
                  </a:extLst>
                </p14:cNvPr>
                <p14:cNvContentPartPr/>
                <p14:nvPr/>
              </p14:nvContentPartPr>
              <p14:xfrm>
                <a:off x="3529031" y="2377660"/>
                <a:ext cx="70920" cy="25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12EF965-F37F-E7CE-0E28-AD9D55ADB83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11031" y="2360020"/>
                  <a:ext cx="10656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95B2B9F-3DF0-2043-47E5-FB7634C8E008}"/>
                    </a:ext>
                  </a:extLst>
                </p14:cNvPr>
                <p14:cNvContentPartPr/>
                <p14:nvPr/>
              </p14:nvContentPartPr>
              <p14:xfrm>
                <a:off x="3569351" y="2421940"/>
                <a:ext cx="103680" cy="57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95B2B9F-3DF0-2043-47E5-FB7634C8E00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551711" y="2404300"/>
                  <a:ext cx="1393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E1EE5D9-1803-E04C-DCEC-7EDAE7A5A97C}"/>
                    </a:ext>
                  </a:extLst>
                </p14:cNvPr>
                <p14:cNvContentPartPr/>
                <p14:nvPr/>
              </p14:nvContentPartPr>
              <p14:xfrm>
                <a:off x="3745751" y="2291260"/>
                <a:ext cx="48600" cy="2062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E1EE5D9-1803-E04C-DCEC-7EDAE7A5A97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728111" y="2273260"/>
                  <a:ext cx="842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FAA1D3B-782C-640E-CD56-D0F025492A97}"/>
                    </a:ext>
                  </a:extLst>
                </p14:cNvPr>
                <p14:cNvContentPartPr/>
                <p14:nvPr/>
              </p14:nvContentPartPr>
              <p14:xfrm>
                <a:off x="3758711" y="2220340"/>
                <a:ext cx="183240" cy="203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FAA1D3B-782C-640E-CD56-D0F025492A9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41071" y="2202700"/>
                  <a:ext cx="2188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AABE0C3-FF14-F1A6-05EF-622C296BE9D5}"/>
                    </a:ext>
                  </a:extLst>
                </p14:cNvPr>
                <p14:cNvContentPartPr/>
                <p14:nvPr/>
              </p14:nvContentPartPr>
              <p14:xfrm>
                <a:off x="4090631" y="2291980"/>
                <a:ext cx="61560" cy="2559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AABE0C3-FF14-F1A6-05EF-622C296BE9D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072991" y="2273980"/>
                  <a:ext cx="972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C2CDBA6-3EFF-D7CC-F12F-A5B0ADA42577}"/>
                    </a:ext>
                  </a:extLst>
                </p14:cNvPr>
                <p14:cNvContentPartPr/>
                <p14:nvPr/>
              </p14:nvContentPartPr>
              <p14:xfrm>
                <a:off x="4005311" y="2328700"/>
                <a:ext cx="387720" cy="172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C2CDBA6-3EFF-D7CC-F12F-A5B0ADA4257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987671" y="2310700"/>
                  <a:ext cx="4233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456FE7-3E9E-B813-A61D-57CB5043AC3E}"/>
                    </a:ext>
                  </a:extLst>
                </p14:cNvPr>
                <p14:cNvContentPartPr/>
                <p14:nvPr/>
              </p14:nvContentPartPr>
              <p14:xfrm>
                <a:off x="4414631" y="2319340"/>
                <a:ext cx="306720" cy="169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456FE7-3E9E-B813-A61D-57CB5043AC3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396631" y="2301340"/>
                  <a:ext cx="342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DF416AF-0F72-5B2A-FB0C-F4395B32C5B3}"/>
                    </a:ext>
                  </a:extLst>
                </p14:cNvPr>
                <p14:cNvContentPartPr/>
                <p14:nvPr/>
              </p14:nvContentPartPr>
              <p14:xfrm>
                <a:off x="990671" y="4901620"/>
                <a:ext cx="69480" cy="513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DF416AF-0F72-5B2A-FB0C-F4395B32C5B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73031" y="4883620"/>
                  <a:ext cx="10512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28B29A1-26E2-BEFE-D449-0002F08002BF}"/>
                    </a:ext>
                  </a:extLst>
                </p14:cNvPr>
                <p14:cNvContentPartPr/>
                <p14:nvPr/>
              </p14:nvContentPartPr>
              <p14:xfrm>
                <a:off x="792311" y="5374300"/>
                <a:ext cx="527400" cy="126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28B29A1-26E2-BEFE-D449-0002F08002B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4671" y="5356300"/>
                  <a:ext cx="563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C0AE8B9-1261-DEF1-928A-C20F55F9711F}"/>
                    </a:ext>
                  </a:extLst>
                </p14:cNvPr>
                <p14:cNvContentPartPr/>
                <p14:nvPr/>
              </p14:nvContentPartPr>
              <p14:xfrm>
                <a:off x="1018391" y="5558620"/>
                <a:ext cx="115920" cy="49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C0AE8B9-1261-DEF1-928A-C20F55F9711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00391" y="5540620"/>
                  <a:ext cx="1515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FD2D77C-50F0-B01E-80AA-F5F3BB8E3C6F}"/>
                    </a:ext>
                  </a:extLst>
                </p14:cNvPr>
                <p14:cNvContentPartPr/>
                <p14:nvPr/>
              </p14:nvContentPartPr>
              <p14:xfrm>
                <a:off x="1112711" y="5591020"/>
                <a:ext cx="68760" cy="518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FD2D77C-50F0-B01E-80AA-F5F3BB8E3C6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94711" y="5573020"/>
                  <a:ext cx="104400" cy="55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66E3856-0F3D-DF1D-B2A3-1C9504FE938C}"/>
                    </a:ext>
                  </a:extLst>
                </p14:cNvPr>
                <p14:cNvContentPartPr/>
                <p14:nvPr/>
              </p14:nvContentPartPr>
              <p14:xfrm>
                <a:off x="976991" y="4828540"/>
                <a:ext cx="1307160" cy="892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66E3856-0F3D-DF1D-B2A3-1C9504FE938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59351" y="4810900"/>
                  <a:ext cx="13428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832A2F7-3BE6-E575-108B-8A060682F769}"/>
                    </a:ext>
                  </a:extLst>
                </p14:cNvPr>
                <p14:cNvContentPartPr/>
                <p14:nvPr/>
              </p14:nvContentPartPr>
              <p14:xfrm>
                <a:off x="2267951" y="4824580"/>
                <a:ext cx="31680" cy="213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832A2F7-3BE6-E575-108B-8A060682F76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249951" y="4806940"/>
                  <a:ext cx="673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C0FDFDA-B6AB-E408-D80B-8042FEAD517E}"/>
                    </a:ext>
                  </a:extLst>
                </p14:cNvPr>
                <p14:cNvContentPartPr/>
                <p14:nvPr/>
              </p14:nvContentPartPr>
              <p14:xfrm>
                <a:off x="2256071" y="5043460"/>
                <a:ext cx="115920" cy="264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C0FDFDA-B6AB-E408-D80B-8042FEAD51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238071" y="5025820"/>
                  <a:ext cx="1515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4B1D412-C2D6-B912-BC33-9E38321022A3}"/>
                    </a:ext>
                  </a:extLst>
                </p14:cNvPr>
                <p14:cNvContentPartPr/>
                <p14:nvPr/>
              </p14:nvContentPartPr>
              <p14:xfrm>
                <a:off x="2359031" y="5317420"/>
                <a:ext cx="88560" cy="498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4B1D412-C2D6-B912-BC33-9E38321022A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341031" y="5299780"/>
                  <a:ext cx="1242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17F64A1-3239-287D-2032-027E47C5D801}"/>
                    </a:ext>
                  </a:extLst>
                </p14:cNvPr>
                <p14:cNvContentPartPr/>
                <p14:nvPr/>
              </p14:nvContentPartPr>
              <p14:xfrm>
                <a:off x="1248791" y="5813500"/>
                <a:ext cx="1352880" cy="580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17F64A1-3239-287D-2032-027E47C5D80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230791" y="5795500"/>
                  <a:ext cx="138852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000EC3A-96D1-F62F-50DB-C00956DD781B}"/>
                    </a:ext>
                  </a:extLst>
                </p14:cNvPr>
                <p14:cNvContentPartPr/>
                <p14:nvPr/>
              </p14:nvContentPartPr>
              <p14:xfrm>
                <a:off x="1181831" y="6080620"/>
                <a:ext cx="11160" cy="241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000EC3A-96D1-F62F-50DB-C00956DD78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64191" y="6062620"/>
                  <a:ext cx="468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B216773-BDE4-5842-B531-AC56B2F4D983}"/>
                    </a:ext>
                  </a:extLst>
                </p14:cNvPr>
                <p14:cNvContentPartPr/>
                <p14:nvPr/>
              </p14:nvContentPartPr>
              <p14:xfrm>
                <a:off x="1208471" y="6315700"/>
                <a:ext cx="53640" cy="21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B216773-BDE4-5842-B531-AC56B2F4D98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90831" y="6297700"/>
                  <a:ext cx="892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C35C7DE-2B5A-B20B-E4FD-A11852956781}"/>
                    </a:ext>
                  </a:extLst>
                </p14:cNvPr>
                <p14:cNvContentPartPr/>
                <p14:nvPr/>
              </p14:nvContentPartPr>
              <p14:xfrm>
                <a:off x="2517071" y="5047780"/>
                <a:ext cx="106920" cy="207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C35C7DE-2B5A-B20B-E4FD-A1185295678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99071" y="5029780"/>
                  <a:ext cx="1425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F86615C-72C1-50D4-1D7E-78E76B81DA28}"/>
                    </a:ext>
                  </a:extLst>
                </p14:cNvPr>
                <p14:cNvContentPartPr/>
                <p14:nvPr/>
              </p14:nvContentPartPr>
              <p14:xfrm>
                <a:off x="2703551" y="5032660"/>
                <a:ext cx="87480" cy="111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F86615C-72C1-50D4-1D7E-78E76B81DA2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85911" y="5015020"/>
                  <a:ext cx="1231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C945F76-FD0C-4745-61F0-A59613E330F1}"/>
                    </a:ext>
                  </a:extLst>
                </p14:cNvPr>
                <p14:cNvContentPartPr/>
                <p14:nvPr/>
              </p14:nvContentPartPr>
              <p14:xfrm>
                <a:off x="2768351" y="4981540"/>
                <a:ext cx="129960" cy="127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C945F76-FD0C-4745-61F0-A59613E330F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750351" y="4963900"/>
                  <a:ext cx="1656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567262E-CE2D-B6E9-F4B2-87F681EF408D}"/>
                    </a:ext>
                  </a:extLst>
                </p14:cNvPr>
                <p14:cNvContentPartPr/>
                <p14:nvPr/>
              </p14:nvContentPartPr>
              <p14:xfrm>
                <a:off x="2769431" y="5890900"/>
                <a:ext cx="177120" cy="168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567262E-CE2D-B6E9-F4B2-87F681EF408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751791" y="5873260"/>
                  <a:ext cx="2127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2673ACD-FCD4-CFC1-2769-C4F2878B2901}"/>
                    </a:ext>
                  </a:extLst>
                </p14:cNvPr>
                <p14:cNvContentPartPr/>
                <p14:nvPr/>
              </p14:nvContentPartPr>
              <p14:xfrm>
                <a:off x="2921711" y="5939860"/>
                <a:ext cx="54000" cy="1292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2673ACD-FCD4-CFC1-2769-C4F2878B290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903711" y="5921860"/>
                  <a:ext cx="896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F901D68-0DB5-4DAF-9A4A-AB4B18D2D8AD}"/>
                    </a:ext>
                  </a:extLst>
                </p14:cNvPr>
                <p14:cNvContentPartPr/>
                <p14:nvPr/>
              </p14:nvContentPartPr>
              <p14:xfrm>
                <a:off x="3007751" y="5893060"/>
                <a:ext cx="113400" cy="150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F901D68-0DB5-4DAF-9A4A-AB4B18D2D8A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990111" y="5875420"/>
                  <a:ext cx="149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C12B481-D822-DCCD-E3EA-0321AB61C700}"/>
                    </a:ext>
                  </a:extLst>
                </p14:cNvPr>
                <p14:cNvContentPartPr/>
                <p14:nvPr/>
              </p14:nvContentPartPr>
              <p14:xfrm>
                <a:off x="3093071" y="5866780"/>
                <a:ext cx="127440" cy="114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C12B481-D822-DCCD-E3EA-0321AB61C70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075431" y="5849140"/>
                  <a:ext cx="1630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17E6525-1FEA-500F-1D7C-724782A32AD0}"/>
                    </a:ext>
                  </a:extLst>
                </p14:cNvPr>
                <p14:cNvContentPartPr/>
                <p14:nvPr/>
              </p14:nvContentPartPr>
              <p14:xfrm>
                <a:off x="268871" y="5623420"/>
                <a:ext cx="151200" cy="214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17E6525-1FEA-500F-1D7C-724782A32AD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50871" y="5605420"/>
                  <a:ext cx="1868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10B1C8D-DBFC-2D3D-2120-9E9BB7F38C69}"/>
                    </a:ext>
                  </a:extLst>
                </p14:cNvPr>
                <p14:cNvContentPartPr/>
                <p14:nvPr/>
              </p14:nvContentPartPr>
              <p14:xfrm>
                <a:off x="421871" y="5601820"/>
                <a:ext cx="181080" cy="209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10B1C8D-DBFC-2D3D-2120-9E9BB7F38C6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03871" y="5583820"/>
                  <a:ext cx="216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4F77A37-A75B-6BCE-9B8C-6806EE206679}"/>
                    </a:ext>
                  </a:extLst>
                </p14:cNvPr>
                <p14:cNvContentPartPr/>
                <p14:nvPr/>
              </p14:nvContentPartPr>
              <p14:xfrm>
                <a:off x="623831" y="5426140"/>
                <a:ext cx="110160" cy="1886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4F77A37-A75B-6BCE-9B8C-6806EE20667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06191" y="5408500"/>
                  <a:ext cx="1458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2810291-629F-3FB3-1A46-67868F4BC13C}"/>
                    </a:ext>
                  </a:extLst>
                </p14:cNvPr>
                <p14:cNvContentPartPr/>
                <p14:nvPr/>
              </p14:nvContentPartPr>
              <p14:xfrm>
                <a:off x="2429591" y="5365660"/>
                <a:ext cx="1365480" cy="171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2810291-629F-3FB3-1A46-67868F4BC13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411591" y="5348020"/>
                  <a:ext cx="14011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0EAB72C-0B5E-5793-126D-B48081BF4DA1}"/>
                    </a:ext>
                  </a:extLst>
                </p14:cNvPr>
                <p14:cNvContentPartPr/>
                <p14:nvPr/>
              </p14:nvContentPartPr>
              <p14:xfrm>
                <a:off x="2578991" y="6192580"/>
                <a:ext cx="1250280" cy="144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0EAB72C-0B5E-5793-126D-B48081BF4DA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560991" y="6174580"/>
                  <a:ext cx="1285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2628E38-4931-CDF4-3796-15BE58D3EB19}"/>
                    </a:ext>
                  </a:extLst>
                </p14:cNvPr>
                <p14:cNvContentPartPr/>
                <p14:nvPr/>
              </p14:nvContentPartPr>
              <p14:xfrm>
                <a:off x="337991" y="4188460"/>
                <a:ext cx="219960" cy="425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2628E38-4931-CDF4-3796-15BE58D3EB1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20351" y="4170820"/>
                  <a:ext cx="25560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2C51678-ECF6-B854-5E99-6913FE5B17A8}"/>
                    </a:ext>
                  </a:extLst>
                </p14:cNvPr>
                <p14:cNvContentPartPr/>
                <p14:nvPr/>
              </p14:nvContentPartPr>
              <p14:xfrm>
                <a:off x="691511" y="4322020"/>
                <a:ext cx="78840" cy="288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2C51678-ECF6-B854-5E99-6913FE5B17A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73511" y="4304020"/>
                  <a:ext cx="1144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9BC68FF-8D74-49F1-8211-BD0E341A774C}"/>
                    </a:ext>
                  </a:extLst>
                </p14:cNvPr>
                <p14:cNvContentPartPr/>
                <p14:nvPr/>
              </p14:nvContentPartPr>
              <p14:xfrm>
                <a:off x="678911" y="4404100"/>
                <a:ext cx="131040" cy="471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9BC68FF-8D74-49F1-8211-BD0E341A774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60911" y="4386100"/>
                  <a:ext cx="1666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B1B125C-0969-5A25-0160-48073B3CEADB}"/>
                    </a:ext>
                  </a:extLst>
                </p14:cNvPr>
                <p14:cNvContentPartPr/>
                <p14:nvPr/>
              </p14:nvContentPartPr>
              <p14:xfrm>
                <a:off x="953951" y="4355500"/>
                <a:ext cx="182520" cy="158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B1B125C-0969-5A25-0160-48073B3CEAD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5951" y="4337500"/>
                  <a:ext cx="218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ED3BC83-AB3B-B300-727D-DBC8C70171D9}"/>
                    </a:ext>
                  </a:extLst>
                </p14:cNvPr>
                <p14:cNvContentPartPr/>
                <p14:nvPr/>
              </p14:nvContentPartPr>
              <p14:xfrm>
                <a:off x="1185431" y="4355860"/>
                <a:ext cx="54000" cy="187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ED3BC83-AB3B-B300-727D-DBC8C70171D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67791" y="4337860"/>
                  <a:ext cx="896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93CEFB2-E9E1-B8B1-183D-12A7B9FE14CD}"/>
                    </a:ext>
                  </a:extLst>
                </p14:cNvPr>
                <p14:cNvContentPartPr/>
                <p14:nvPr/>
              </p14:nvContentPartPr>
              <p14:xfrm>
                <a:off x="1186511" y="4324180"/>
                <a:ext cx="111240" cy="92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93CEFB2-E9E1-B8B1-183D-12A7B9FE14C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68871" y="4306180"/>
                  <a:ext cx="1468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75D1D0F-D612-D94D-26E4-3998018582BA}"/>
                    </a:ext>
                  </a:extLst>
                </p14:cNvPr>
                <p14:cNvContentPartPr/>
                <p14:nvPr/>
              </p14:nvContentPartPr>
              <p14:xfrm>
                <a:off x="1696271" y="4229860"/>
                <a:ext cx="84600" cy="214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75D1D0F-D612-D94D-26E4-3998018582B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678271" y="4211860"/>
                  <a:ext cx="1202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E074BD0-5405-FE57-252A-1F65BEB0F568}"/>
                    </a:ext>
                  </a:extLst>
                </p14:cNvPr>
                <p14:cNvContentPartPr/>
                <p14:nvPr/>
              </p14:nvContentPartPr>
              <p14:xfrm>
                <a:off x="1538591" y="4050940"/>
                <a:ext cx="541800" cy="5619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E074BD0-5405-FE57-252A-1F65BEB0F56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520951" y="4032940"/>
                  <a:ext cx="57744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22C0663-C1AF-120D-7477-8206DA33121D}"/>
                    </a:ext>
                  </a:extLst>
                </p14:cNvPr>
                <p14:cNvContentPartPr/>
                <p14:nvPr/>
              </p14:nvContentPartPr>
              <p14:xfrm>
                <a:off x="2594831" y="4238860"/>
                <a:ext cx="153000" cy="2120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22C0663-C1AF-120D-7477-8206DA33121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577191" y="4221220"/>
                  <a:ext cx="1886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90EFA38-B3C8-7EB7-649C-1845A16189C5}"/>
                    </a:ext>
                  </a:extLst>
                </p14:cNvPr>
                <p14:cNvContentPartPr/>
                <p14:nvPr/>
              </p14:nvContentPartPr>
              <p14:xfrm>
                <a:off x="2866631" y="4225180"/>
                <a:ext cx="172080" cy="1814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90EFA38-B3C8-7EB7-649C-1845A16189C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848631" y="4207180"/>
                  <a:ext cx="2077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31A8E95-32F4-A954-2E63-9AE2BD6D4370}"/>
                    </a:ext>
                  </a:extLst>
                </p14:cNvPr>
                <p14:cNvContentPartPr/>
                <p14:nvPr/>
              </p14:nvContentPartPr>
              <p14:xfrm>
                <a:off x="3144911" y="4260100"/>
                <a:ext cx="95400" cy="146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31A8E95-32F4-A954-2E63-9AE2BD6D437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126911" y="4242100"/>
                  <a:ext cx="131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1CC00BC-5318-78CE-71FC-7200C903B1FB}"/>
                    </a:ext>
                  </a:extLst>
                </p14:cNvPr>
                <p14:cNvContentPartPr/>
                <p14:nvPr/>
              </p14:nvContentPartPr>
              <p14:xfrm>
                <a:off x="3342551" y="4231660"/>
                <a:ext cx="59400" cy="103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1CC00BC-5318-78CE-71FC-7200C903B1F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324911" y="4214020"/>
                  <a:ext cx="950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065BDEF-B597-D6C6-8924-1F0DA48803A9}"/>
                    </a:ext>
                  </a:extLst>
                </p14:cNvPr>
                <p14:cNvContentPartPr/>
                <p14:nvPr/>
              </p14:nvContentPartPr>
              <p14:xfrm>
                <a:off x="3537311" y="4133020"/>
                <a:ext cx="74160" cy="202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065BDEF-B597-D6C6-8924-1F0DA48803A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519671" y="4115380"/>
                  <a:ext cx="1098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36F48BF-0094-E771-1531-D1FAEC97DB34}"/>
                    </a:ext>
                  </a:extLst>
                </p14:cNvPr>
                <p14:cNvContentPartPr/>
                <p14:nvPr/>
              </p14:nvContentPartPr>
              <p14:xfrm>
                <a:off x="3534431" y="4231300"/>
                <a:ext cx="113040" cy="874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36F48BF-0094-E771-1531-D1FAEC97DB3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516431" y="4213300"/>
                  <a:ext cx="1486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8C8CF91-55CB-0975-996D-14CE0C1D28EE}"/>
                    </a:ext>
                  </a:extLst>
                </p14:cNvPr>
                <p14:cNvContentPartPr/>
                <p14:nvPr/>
              </p14:nvContentPartPr>
              <p14:xfrm>
                <a:off x="3933311" y="4212580"/>
                <a:ext cx="118800" cy="136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8C8CF91-55CB-0975-996D-14CE0C1D28E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15671" y="4194580"/>
                  <a:ext cx="1544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3681812-D778-DF88-EB31-9F3332F9544E}"/>
                    </a:ext>
                  </a:extLst>
                </p14:cNvPr>
                <p14:cNvContentPartPr/>
                <p14:nvPr/>
              </p14:nvContentPartPr>
              <p14:xfrm>
                <a:off x="4183871" y="4243540"/>
                <a:ext cx="146520" cy="82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3681812-D778-DF88-EB31-9F3332F9544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165871" y="4225900"/>
                  <a:ext cx="1821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46B0F8C-0FE3-39DE-EDFB-522FF6E3B7EE}"/>
                    </a:ext>
                  </a:extLst>
                </p14:cNvPr>
                <p14:cNvContentPartPr/>
                <p14:nvPr/>
              </p14:nvContentPartPr>
              <p14:xfrm>
                <a:off x="4433711" y="4124020"/>
                <a:ext cx="79200" cy="2098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46B0F8C-0FE3-39DE-EDFB-522FF6E3B7E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415711" y="4106380"/>
                  <a:ext cx="114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3674755-187A-ED82-C8A9-774F119206FE}"/>
                    </a:ext>
                  </a:extLst>
                </p14:cNvPr>
                <p14:cNvContentPartPr/>
                <p14:nvPr/>
              </p14:nvContentPartPr>
              <p14:xfrm>
                <a:off x="4399151" y="4246060"/>
                <a:ext cx="83160" cy="140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3674755-187A-ED82-C8A9-774F119206F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381511" y="4228060"/>
                  <a:ext cx="118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781D204-CEA7-5044-DE93-7FAF4032AFC3}"/>
                    </a:ext>
                  </a:extLst>
                </p14:cNvPr>
                <p14:cNvContentPartPr/>
                <p14:nvPr/>
              </p14:nvContentPartPr>
              <p14:xfrm>
                <a:off x="4981271" y="4056700"/>
                <a:ext cx="37440" cy="1947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781D204-CEA7-5044-DE93-7FAF4032AFC3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963631" y="4038700"/>
                  <a:ext cx="73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473E1AE-E008-3292-1EDC-66E4082AB9AA}"/>
                    </a:ext>
                  </a:extLst>
                </p14:cNvPr>
                <p14:cNvContentPartPr/>
                <p14:nvPr/>
              </p14:nvContentPartPr>
              <p14:xfrm>
                <a:off x="4894151" y="4111420"/>
                <a:ext cx="152640" cy="70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473E1AE-E008-3292-1EDC-66E4082AB9A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876151" y="4093420"/>
                  <a:ext cx="188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BD93333-B96F-BB7A-0F91-FEA26A5D327A}"/>
                    </a:ext>
                  </a:extLst>
                </p14:cNvPr>
                <p14:cNvContentPartPr/>
                <p14:nvPr/>
              </p14:nvContentPartPr>
              <p14:xfrm>
                <a:off x="5153711" y="4070380"/>
                <a:ext cx="228960" cy="203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BD93333-B96F-BB7A-0F91-FEA26A5D327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136071" y="4052380"/>
                  <a:ext cx="2646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D58DBB5-CE12-573A-093A-B5D61141AB80}"/>
                    </a:ext>
                  </a:extLst>
                </p14:cNvPr>
                <p14:cNvContentPartPr/>
                <p14:nvPr/>
              </p14:nvContentPartPr>
              <p14:xfrm>
                <a:off x="5413991" y="4139140"/>
                <a:ext cx="113040" cy="1404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D58DBB5-CE12-573A-093A-B5D61141AB8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395991" y="4121140"/>
                  <a:ext cx="148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4CA19CB-DADF-040B-9D49-BD67FE286757}"/>
                    </a:ext>
                  </a:extLst>
                </p14:cNvPr>
                <p14:cNvContentPartPr/>
                <p14:nvPr/>
              </p14:nvContentPartPr>
              <p14:xfrm>
                <a:off x="5789111" y="3956980"/>
                <a:ext cx="60120" cy="218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4CA19CB-DADF-040B-9D49-BD67FE28675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71111" y="3938980"/>
                  <a:ext cx="95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E75E4B8-7C86-D0CF-84CE-3B41937FF2A3}"/>
                    </a:ext>
                  </a:extLst>
                </p14:cNvPr>
                <p14:cNvContentPartPr/>
                <p14:nvPr/>
              </p14:nvContentPartPr>
              <p14:xfrm>
                <a:off x="5993591" y="4075420"/>
                <a:ext cx="121320" cy="1414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E75E4B8-7C86-D0CF-84CE-3B41937FF2A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975951" y="4057420"/>
                  <a:ext cx="156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384A764-C413-FBAC-BBC4-361353249F44}"/>
                    </a:ext>
                  </a:extLst>
                </p14:cNvPr>
                <p14:cNvContentPartPr/>
                <p14:nvPr/>
              </p14:nvContentPartPr>
              <p14:xfrm>
                <a:off x="6236231" y="4094860"/>
                <a:ext cx="109080" cy="92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384A764-C413-FBAC-BBC4-361353249F4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218591" y="4077220"/>
                  <a:ext cx="1447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535529E-E854-07B4-41C9-F4BFC837F2D1}"/>
                    </a:ext>
                  </a:extLst>
                </p14:cNvPr>
                <p14:cNvContentPartPr/>
                <p14:nvPr/>
              </p14:nvContentPartPr>
              <p14:xfrm>
                <a:off x="6477791" y="3980740"/>
                <a:ext cx="154800" cy="3070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535529E-E854-07B4-41C9-F4BFC837F2D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460151" y="3962740"/>
                  <a:ext cx="1904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5091FD0-38FD-0AE0-3F26-3A6585D4A3CC}"/>
                    </a:ext>
                  </a:extLst>
                </p14:cNvPr>
                <p14:cNvContentPartPr/>
                <p14:nvPr/>
              </p14:nvContentPartPr>
              <p14:xfrm>
                <a:off x="7118231" y="3846460"/>
                <a:ext cx="112320" cy="2462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5091FD0-38FD-0AE0-3F26-3A6585D4A3C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100231" y="3828460"/>
                  <a:ext cx="14796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4DA42E8-F107-F2B7-29B2-7DE6BBA7A705}"/>
                    </a:ext>
                  </a:extLst>
                </p14:cNvPr>
                <p14:cNvContentPartPr/>
                <p14:nvPr/>
              </p14:nvContentPartPr>
              <p14:xfrm>
                <a:off x="7340711" y="3889300"/>
                <a:ext cx="103680" cy="270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4DA42E8-F107-F2B7-29B2-7DE6BBA7A70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322711" y="3871660"/>
                  <a:ext cx="1393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EFD6DF8-AD16-D904-8D4C-73C980D33D18}"/>
                    </a:ext>
                  </a:extLst>
                </p14:cNvPr>
                <p14:cNvContentPartPr/>
                <p14:nvPr/>
              </p14:nvContentPartPr>
              <p14:xfrm>
                <a:off x="7283111" y="4026100"/>
                <a:ext cx="181440" cy="493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EFD6DF8-AD16-D904-8D4C-73C980D33D1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265111" y="4008460"/>
                  <a:ext cx="2170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59B1D6E-D10F-77D6-0ECB-1B90CFB2F07A}"/>
                    </a:ext>
                  </a:extLst>
                </p14:cNvPr>
                <p14:cNvContentPartPr/>
                <p14:nvPr/>
              </p14:nvContentPartPr>
              <p14:xfrm>
                <a:off x="7475711" y="3990100"/>
                <a:ext cx="145440" cy="1447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59B1D6E-D10F-77D6-0ECB-1B90CFB2F07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458071" y="3972460"/>
                  <a:ext cx="181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771F0AB-14CD-46DE-AF5E-6539104C30D4}"/>
                    </a:ext>
                  </a:extLst>
                </p14:cNvPr>
                <p14:cNvContentPartPr/>
                <p14:nvPr/>
              </p14:nvContentPartPr>
              <p14:xfrm>
                <a:off x="7686311" y="4027900"/>
                <a:ext cx="51480" cy="1508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771F0AB-14CD-46DE-AF5E-6539104C30D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668311" y="4010260"/>
                  <a:ext cx="871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0A26DA9-2504-91E6-2AB8-B2543CEA2AA5}"/>
                    </a:ext>
                  </a:extLst>
                </p14:cNvPr>
                <p14:cNvContentPartPr/>
                <p14:nvPr/>
              </p14:nvContentPartPr>
              <p14:xfrm>
                <a:off x="7671191" y="3962380"/>
                <a:ext cx="132840" cy="1047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0A26DA9-2504-91E6-2AB8-B2543CEA2AA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653191" y="3944380"/>
                  <a:ext cx="168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738649F-D60F-8DA6-5D4C-A6008902CA50}"/>
                    </a:ext>
                  </a:extLst>
                </p14:cNvPr>
                <p14:cNvContentPartPr/>
                <p14:nvPr/>
              </p14:nvContentPartPr>
              <p14:xfrm>
                <a:off x="8081951" y="3884980"/>
                <a:ext cx="127800" cy="1818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738649F-D60F-8DA6-5D4C-A6008902CA5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063951" y="3867340"/>
                  <a:ext cx="1634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B7122FC-75C3-8052-C075-FA8B624E1C7D}"/>
                    </a:ext>
                  </a:extLst>
                </p14:cNvPr>
                <p14:cNvContentPartPr/>
                <p14:nvPr/>
              </p14:nvContentPartPr>
              <p14:xfrm>
                <a:off x="7959551" y="3773740"/>
                <a:ext cx="424800" cy="4186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B7122FC-75C3-8052-C075-FA8B624E1C7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941911" y="3755740"/>
                  <a:ext cx="460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5ED4507-ECA7-CFA3-0C18-E46B2DBAEB15}"/>
                    </a:ext>
                  </a:extLst>
                </p14:cNvPr>
                <p14:cNvContentPartPr/>
                <p14:nvPr/>
              </p14:nvContentPartPr>
              <p14:xfrm>
                <a:off x="8672711" y="3785260"/>
                <a:ext cx="62280" cy="2599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5ED4507-ECA7-CFA3-0C18-E46B2DBAEB1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655071" y="3767260"/>
                  <a:ext cx="979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801DFD3-DC8F-1A5F-4F08-F47D453B6BC2}"/>
                    </a:ext>
                  </a:extLst>
                </p14:cNvPr>
                <p14:cNvContentPartPr/>
                <p14:nvPr/>
              </p14:nvContentPartPr>
              <p14:xfrm>
                <a:off x="8656871" y="3806500"/>
                <a:ext cx="135000" cy="378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801DFD3-DC8F-1A5F-4F08-F47D453B6BC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639231" y="3788860"/>
                  <a:ext cx="1706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94B7015-C595-BC0E-06F3-9149C3EDE0A8}"/>
                    </a:ext>
                  </a:extLst>
                </p14:cNvPr>
                <p14:cNvContentPartPr/>
                <p14:nvPr/>
              </p14:nvContentPartPr>
              <p14:xfrm>
                <a:off x="8679191" y="3933580"/>
                <a:ext cx="114120" cy="40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94B7015-C595-BC0E-06F3-9149C3EDE0A8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661191" y="3915940"/>
                  <a:ext cx="1497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CFDBF38-6EC7-99A0-ED63-7E364F701BA8}"/>
                    </a:ext>
                  </a:extLst>
                </p14:cNvPr>
                <p14:cNvContentPartPr/>
                <p14:nvPr/>
              </p14:nvContentPartPr>
              <p14:xfrm>
                <a:off x="8902031" y="3883180"/>
                <a:ext cx="49680" cy="1422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CFDBF38-6EC7-99A0-ED63-7E364F701BA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884031" y="3865180"/>
                  <a:ext cx="85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12964E8-D87B-7079-828A-131C47784921}"/>
                    </a:ext>
                  </a:extLst>
                </p14:cNvPr>
                <p14:cNvContentPartPr/>
                <p14:nvPr/>
              </p14:nvContentPartPr>
              <p14:xfrm>
                <a:off x="8903831" y="3782020"/>
                <a:ext cx="67680" cy="248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12964E8-D87B-7079-828A-131C4778492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885831" y="3764380"/>
                  <a:ext cx="1033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C29935F-50A7-D355-D587-AE6FE7E9DC1D}"/>
                    </a:ext>
                  </a:extLst>
                </p14:cNvPr>
                <p14:cNvContentPartPr/>
                <p14:nvPr/>
              </p14:nvContentPartPr>
              <p14:xfrm>
                <a:off x="9065111" y="3900100"/>
                <a:ext cx="171360" cy="1062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C29935F-50A7-D355-D587-AE6FE7E9DC1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047471" y="3882460"/>
                  <a:ext cx="207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AF6653B-F48D-C9EC-344C-78E1E9A9D1A1}"/>
                    </a:ext>
                  </a:extLst>
                </p14:cNvPr>
                <p14:cNvContentPartPr/>
                <p14:nvPr/>
              </p14:nvContentPartPr>
              <p14:xfrm>
                <a:off x="9379391" y="3720460"/>
                <a:ext cx="158040" cy="315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AF6653B-F48D-C9EC-344C-78E1E9A9D1A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361391" y="3702460"/>
                  <a:ext cx="19368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6FD83BB-A694-9D2F-7F1A-87824EE9126F}"/>
                    </a:ext>
                  </a:extLst>
                </p14:cNvPr>
                <p14:cNvContentPartPr/>
                <p14:nvPr/>
              </p14:nvContentPartPr>
              <p14:xfrm>
                <a:off x="6865871" y="3523180"/>
                <a:ext cx="1692360" cy="8560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6FD83BB-A694-9D2F-7F1A-87824EE9126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847871" y="3505540"/>
                  <a:ext cx="1728000" cy="89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255EE53-6942-5BFD-E4C8-A08B69E9EDFE}"/>
                    </a:ext>
                  </a:extLst>
                </p14:cNvPr>
                <p14:cNvContentPartPr/>
                <p14:nvPr/>
              </p14:nvContentPartPr>
              <p14:xfrm>
                <a:off x="283631" y="3845020"/>
                <a:ext cx="2061720" cy="9702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255EE53-6942-5BFD-E4C8-A08B69E9EDF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5631" y="3827380"/>
                  <a:ext cx="2097360" cy="10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3B119D4-2AA8-C3E3-DBCB-4BE103A850CF}"/>
                    </a:ext>
                  </a:extLst>
                </p14:cNvPr>
                <p14:cNvContentPartPr/>
                <p14:nvPr/>
              </p14:nvContentPartPr>
              <p14:xfrm>
                <a:off x="218111" y="4078660"/>
                <a:ext cx="60120" cy="7974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3B119D4-2AA8-C3E3-DBCB-4BE103A850C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00111" y="4060660"/>
                  <a:ext cx="95760" cy="83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21C7291-1C1F-0C6D-45EF-AAA62191B450}"/>
                    </a:ext>
                  </a:extLst>
                </p14:cNvPr>
                <p14:cNvContentPartPr/>
                <p14:nvPr/>
              </p14:nvContentPartPr>
              <p14:xfrm>
                <a:off x="4511831" y="4759420"/>
                <a:ext cx="19080" cy="5569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21C7291-1C1F-0C6D-45EF-AAA62191B45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94191" y="4741420"/>
                  <a:ext cx="54720" cy="59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0987A9E8-22B5-FEBB-399F-ACE9EDB87018}"/>
                    </a:ext>
                  </a:extLst>
                </p14:cNvPr>
                <p14:cNvContentPartPr/>
                <p14:nvPr/>
              </p14:nvContentPartPr>
              <p14:xfrm>
                <a:off x="4234631" y="5222020"/>
                <a:ext cx="646560" cy="1188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0987A9E8-22B5-FEBB-399F-ACE9EDB8701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16631" y="5204380"/>
                  <a:ext cx="682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F410967-A8BC-5319-49E1-75C0A85A5C28}"/>
                    </a:ext>
                  </a:extLst>
                </p14:cNvPr>
                <p14:cNvContentPartPr/>
                <p14:nvPr/>
              </p14:nvContentPartPr>
              <p14:xfrm>
                <a:off x="4500311" y="5423260"/>
                <a:ext cx="138600" cy="190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F410967-A8BC-5319-49E1-75C0A85A5C2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482311" y="5405260"/>
                  <a:ext cx="1742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1CBC3256-7AE0-007C-4EBF-5558A6E7EAC0}"/>
                    </a:ext>
                  </a:extLst>
                </p14:cNvPr>
                <p14:cNvContentPartPr/>
                <p14:nvPr/>
              </p14:nvContentPartPr>
              <p14:xfrm>
                <a:off x="4556111" y="5471860"/>
                <a:ext cx="45720" cy="36144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1CBC3256-7AE0-007C-4EBF-5558A6E7EAC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538471" y="5454220"/>
                  <a:ext cx="8136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1F47A7E-33CB-62A4-BF3C-27D77BE7560F}"/>
                    </a:ext>
                  </a:extLst>
                </p14:cNvPr>
                <p14:cNvContentPartPr/>
                <p14:nvPr/>
              </p14:nvContentPartPr>
              <p14:xfrm>
                <a:off x="4553591" y="4764820"/>
                <a:ext cx="1058400" cy="392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1F47A7E-33CB-62A4-BF3C-27D77BE7560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535591" y="4746820"/>
                  <a:ext cx="1094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353C1F5-BBBA-3016-BDDD-A17F9BC60FD6}"/>
                    </a:ext>
                  </a:extLst>
                </p14:cNvPr>
                <p14:cNvContentPartPr/>
                <p14:nvPr/>
              </p14:nvContentPartPr>
              <p14:xfrm>
                <a:off x="5568791" y="4756900"/>
                <a:ext cx="41760" cy="2304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353C1F5-BBBA-3016-BDDD-A17F9BC60FD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551151" y="4738900"/>
                  <a:ext cx="774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B5E50BA-3056-2CF2-F2EA-23DC626881AE}"/>
                    </a:ext>
                  </a:extLst>
                </p14:cNvPr>
                <p14:cNvContentPartPr/>
                <p14:nvPr/>
              </p14:nvContentPartPr>
              <p14:xfrm>
                <a:off x="5547911" y="5034460"/>
                <a:ext cx="99720" cy="2361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B5E50BA-3056-2CF2-F2EA-23DC626881A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530271" y="5016820"/>
                  <a:ext cx="1353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B0A0DB7-5A9B-CF2D-67C0-D8B344711A0E}"/>
                    </a:ext>
                  </a:extLst>
                </p14:cNvPr>
                <p14:cNvContentPartPr/>
                <p14:nvPr/>
              </p14:nvContentPartPr>
              <p14:xfrm>
                <a:off x="5587871" y="5254060"/>
                <a:ext cx="31680" cy="136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B0A0DB7-5A9B-CF2D-67C0-D8B344711A0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569871" y="5236060"/>
                  <a:ext cx="673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565173D-0D46-4680-F0F8-3D712C9FC77B}"/>
                    </a:ext>
                  </a:extLst>
                </p14:cNvPr>
                <p14:cNvContentPartPr/>
                <p14:nvPr/>
              </p14:nvContentPartPr>
              <p14:xfrm>
                <a:off x="5633591" y="5368540"/>
                <a:ext cx="1800" cy="43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565173D-0D46-4680-F0F8-3D712C9FC77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615591" y="5350900"/>
                  <a:ext cx="374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886FC47-1981-FC91-E672-6266584D4C3F}"/>
                    </a:ext>
                  </a:extLst>
                </p14:cNvPr>
                <p14:cNvContentPartPr/>
                <p14:nvPr/>
              </p14:nvContentPartPr>
              <p14:xfrm>
                <a:off x="5617391" y="5397700"/>
                <a:ext cx="10800" cy="246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886FC47-1981-FC91-E672-6266584D4C3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599751" y="5379700"/>
                  <a:ext cx="4644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1BD5935-DE9C-076C-D1F6-25CE71FD62FB}"/>
                    </a:ext>
                  </a:extLst>
                </p14:cNvPr>
                <p14:cNvContentPartPr/>
                <p14:nvPr/>
              </p14:nvContentPartPr>
              <p14:xfrm>
                <a:off x="5570951" y="5668780"/>
                <a:ext cx="55080" cy="439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1BD5935-DE9C-076C-D1F6-25CE71FD62F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552951" y="5650780"/>
                  <a:ext cx="907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A164AE3-62D3-1F9B-B08E-D28DBCC4B613}"/>
                    </a:ext>
                  </a:extLst>
                </p14:cNvPr>
                <p14:cNvContentPartPr/>
                <p14:nvPr/>
              </p14:nvContentPartPr>
              <p14:xfrm>
                <a:off x="5585711" y="5715220"/>
                <a:ext cx="11520" cy="206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A164AE3-62D3-1F9B-B08E-D28DBCC4B61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568071" y="5697220"/>
                  <a:ext cx="471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B65EE76-C29B-0096-6629-489FB0E76370}"/>
                    </a:ext>
                  </a:extLst>
                </p14:cNvPr>
                <p14:cNvContentPartPr/>
                <p14:nvPr/>
              </p14:nvContentPartPr>
              <p14:xfrm>
                <a:off x="5555471" y="5930860"/>
                <a:ext cx="112680" cy="2527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B65EE76-C29B-0096-6629-489FB0E7637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537471" y="5913220"/>
                  <a:ext cx="1483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EF57516-3F96-7C62-58E6-8F873061A378}"/>
                    </a:ext>
                  </a:extLst>
                </p14:cNvPr>
                <p14:cNvContentPartPr/>
                <p14:nvPr/>
              </p14:nvContentPartPr>
              <p14:xfrm>
                <a:off x="5459351" y="6210220"/>
                <a:ext cx="214200" cy="2743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EF57516-3F96-7C62-58E6-8F873061A3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441711" y="6192580"/>
                  <a:ext cx="24984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D4E8A4C8-BA1F-C9F9-3612-23005849E269}"/>
                    </a:ext>
                  </a:extLst>
                </p14:cNvPr>
                <p14:cNvContentPartPr/>
                <p14:nvPr/>
              </p14:nvContentPartPr>
              <p14:xfrm>
                <a:off x="5596151" y="5602900"/>
                <a:ext cx="855720" cy="1004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D4E8A4C8-BA1F-C9F9-3612-23005849E26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578511" y="5584900"/>
                  <a:ext cx="8913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EBC7BF5-77DF-8828-6C09-F44DE0B236B8}"/>
                    </a:ext>
                  </a:extLst>
                </p14:cNvPr>
                <p14:cNvContentPartPr/>
                <p14:nvPr/>
              </p14:nvContentPartPr>
              <p14:xfrm>
                <a:off x="5669951" y="6371140"/>
                <a:ext cx="715320" cy="860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EBC7BF5-77DF-8828-6C09-F44DE0B236B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651951" y="6353140"/>
                  <a:ext cx="750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F33B0BC-6354-1F4D-A6EB-F86BD8F67DFC}"/>
                    </a:ext>
                  </a:extLst>
                </p14:cNvPr>
                <p14:cNvContentPartPr/>
                <p14:nvPr/>
              </p14:nvContentPartPr>
              <p14:xfrm>
                <a:off x="4570151" y="5875420"/>
                <a:ext cx="39240" cy="6066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F33B0BC-6354-1F4D-A6EB-F86BD8F67DF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552511" y="5857780"/>
                  <a:ext cx="7488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D5FC326-159C-F185-B5E4-CA15864E084F}"/>
                    </a:ext>
                  </a:extLst>
                </p14:cNvPr>
                <p14:cNvContentPartPr/>
                <p14:nvPr/>
              </p14:nvContentPartPr>
              <p14:xfrm>
                <a:off x="4650791" y="6422980"/>
                <a:ext cx="935280" cy="56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D5FC326-159C-F185-B5E4-CA15864E084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632791" y="6404980"/>
                  <a:ext cx="9709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5F20CF0-BBA9-7E4B-D42B-56D2994705E3}"/>
                    </a:ext>
                  </a:extLst>
                </p14:cNvPr>
                <p14:cNvContentPartPr/>
                <p14:nvPr/>
              </p14:nvContentPartPr>
              <p14:xfrm>
                <a:off x="3904151" y="5027620"/>
                <a:ext cx="142560" cy="219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5F20CF0-BBA9-7E4B-D42B-56D2994705E3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886151" y="5009620"/>
                  <a:ext cx="1782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2E442C5-DB6C-AA58-BB58-9801F0016F92}"/>
                    </a:ext>
                  </a:extLst>
                </p14:cNvPr>
                <p14:cNvContentPartPr/>
                <p14:nvPr/>
              </p14:nvContentPartPr>
              <p14:xfrm>
                <a:off x="4047431" y="4960300"/>
                <a:ext cx="129600" cy="1648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2E442C5-DB6C-AA58-BB58-9801F0016F92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029431" y="4942300"/>
                  <a:ext cx="1652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5036992-A7F8-6201-0B40-406E952FE7D4}"/>
                    </a:ext>
                  </a:extLst>
                </p14:cNvPr>
                <p14:cNvContentPartPr/>
                <p14:nvPr/>
              </p14:nvContentPartPr>
              <p14:xfrm>
                <a:off x="4198631" y="4731700"/>
                <a:ext cx="80640" cy="169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5036992-A7F8-6201-0B40-406E952FE7D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180991" y="4713700"/>
                  <a:ext cx="116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8AD8325-550E-22E4-F940-60B7FFD024FC}"/>
                    </a:ext>
                  </a:extLst>
                </p14:cNvPr>
                <p14:cNvContentPartPr/>
                <p14:nvPr/>
              </p14:nvContentPartPr>
              <p14:xfrm>
                <a:off x="5828711" y="5065420"/>
                <a:ext cx="102960" cy="1332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8AD8325-550E-22E4-F940-60B7FFD024F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810711" y="5047780"/>
                  <a:ext cx="138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6741040-5F37-28C1-0716-3094EB7ECBFF}"/>
                    </a:ext>
                  </a:extLst>
                </p14:cNvPr>
                <p14:cNvContentPartPr/>
                <p14:nvPr/>
              </p14:nvContentPartPr>
              <p14:xfrm>
                <a:off x="5950031" y="4987660"/>
                <a:ext cx="96840" cy="1080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6741040-5F37-28C1-0716-3094EB7ECBFF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932391" y="4970020"/>
                  <a:ext cx="132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ECC6543-026D-97E6-8B2C-90C7BCC6CB8E}"/>
                    </a:ext>
                  </a:extLst>
                </p14:cNvPr>
                <p14:cNvContentPartPr/>
                <p14:nvPr/>
              </p14:nvContentPartPr>
              <p14:xfrm>
                <a:off x="6006551" y="4931860"/>
                <a:ext cx="119160" cy="1278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ECC6543-026D-97E6-8B2C-90C7BCC6CB8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988911" y="4913860"/>
                  <a:ext cx="1548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49BEBEB-1D4C-E8A0-DBA3-D04C48196B16}"/>
                    </a:ext>
                  </a:extLst>
                </p14:cNvPr>
                <p14:cNvContentPartPr/>
                <p14:nvPr/>
              </p14:nvContentPartPr>
              <p14:xfrm>
                <a:off x="5790911" y="6023380"/>
                <a:ext cx="150480" cy="1382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49BEBEB-1D4C-E8A0-DBA3-D04C48196B1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73271" y="6005740"/>
                  <a:ext cx="1861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6301B60-A5A1-C33C-4B2D-E67D6D15334A}"/>
                    </a:ext>
                  </a:extLst>
                </p14:cNvPr>
                <p14:cNvContentPartPr/>
                <p14:nvPr/>
              </p14:nvContentPartPr>
              <p14:xfrm>
                <a:off x="5901791" y="6040660"/>
                <a:ext cx="68760" cy="903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6301B60-A5A1-C33C-4B2D-E67D6D15334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83791" y="6022660"/>
                  <a:ext cx="104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78291FC-99F2-871F-F6B4-92D0931E51BC}"/>
                    </a:ext>
                  </a:extLst>
                </p14:cNvPr>
                <p14:cNvContentPartPr/>
                <p14:nvPr/>
              </p14:nvContentPartPr>
              <p14:xfrm>
                <a:off x="6022391" y="5976580"/>
                <a:ext cx="87840" cy="1022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78291FC-99F2-871F-F6B4-92D0931E51B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04751" y="5958580"/>
                  <a:ext cx="123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A7D6E43-71CA-70DE-8391-F1A72B7A8CB5}"/>
                    </a:ext>
                  </a:extLst>
                </p14:cNvPr>
                <p14:cNvContentPartPr/>
                <p14:nvPr/>
              </p14:nvContentPartPr>
              <p14:xfrm>
                <a:off x="6078191" y="5925820"/>
                <a:ext cx="98640" cy="1339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A7D6E43-71CA-70DE-8391-F1A72B7A8CB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060551" y="5908180"/>
                  <a:ext cx="134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432B8FD-220B-CBCC-2570-88FAB9063F22}"/>
                    </a:ext>
                  </a:extLst>
                </p14:cNvPr>
                <p14:cNvContentPartPr/>
                <p14:nvPr/>
              </p14:nvContentPartPr>
              <p14:xfrm>
                <a:off x="6417311" y="5656900"/>
                <a:ext cx="27720" cy="396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432B8FD-220B-CBCC-2570-88FAB9063F2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99311" y="5638900"/>
                  <a:ext cx="6336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8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1B74C05D-94A6-B5E2-EEE0-873A647521BA}"/>
                  </a:ext>
                </a:extLst>
              </p14:cNvPr>
              <p14:cNvContentPartPr/>
              <p14:nvPr/>
            </p14:nvContentPartPr>
            <p14:xfrm>
              <a:off x="6388151" y="5652940"/>
              <a:ext cx="67320" cy="80316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1B74C05D-94A6-B5E2-EEE0-873A647521BA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6370151" y="5634940"/>
                <a:ext cx="102960" cy="83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0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CA0D02A8-ADE9-E67F-185F-591FA9CEC902}"/>
                  </a:ext>
                </a:extLst>
              </p14:cNvPr>
              <p14:cNvContentPartPr/>
              <p14:nvPr/>
            </p14:nvContentPartPr>
            <p14:xfrm>
              <a:off x="380111" y="3913780"/>
              <a:ext cx="1885320" cy="91332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CA0D02A8-ADE9-E67F-185F-591FA9CEC902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326111" y="3806140"/>
                <a:ext cx="1992960" cy="11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2894F72A-0DD3-F745-E452-8AF50E1CB895}"/>
                  </a:ext>
                </a:extLst>
              </p14:cNvPr>
              <p14:cNvContentPartPr/>
              <p14:nvPr/>
            </p14:nvContentPartPr>
            <p14:xfrm>
              <a:off x="6324071" y="5565460"/>
              <a:ext cx="181800" cy="92844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2894F72A-0DD3-F745-E452-8AF50E1CB895}"/>
                  </a:ext>
                </a:extLst>
              </p:cNvPr>
              <p:cNvPicPr/>
              <p:nvPr/>
            </p:nvPicPr>
            <p:blipFill>
              <a:blip r:embed="rId323"/>
              <a:stretch>
                <a:fillRect/>
              </a:stretch>
            </p:blipFill>
            <p:spPr>
              <a:xfrm>
                <a:off x="6270071" y="5457460"/>
                <a:ext cx="289440" cy="11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C4B49E51-B252-8624-B0C7-22B925927B71}"/>
                  </a:ext>
                </a:extLst>
              </p14:cNvPr>
              <p14:cNvContentPartPr/>
              <p14:nvPr/>
            </p14:nvContentPartPr>
            <p14:xfrm>
              <a:off x="4476191" y="4729540"/>
              <a:ext cx="1158840" cy="83520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C4B49E51-B252-8624-B0C7-22B925927B71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4422191" y="4621900"/>
                <a:ext cx="1266480" cy="10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6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D6E9DFBC-8D48-B6E2-FAFB-B46D8FC5E29A}"/>
                  </a:ext>
                </a:extLst>
              </p14:cNvPr>
              <p14:cNvContentPartPr/>
              <p14:nvPr/>
            </p14:nvContentPartPr>
            <p14:xfrm>
              <a:off x="4522991" y="5560420"/>
              <a:ext cx="1945080" cy="99684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D6E9DFBC-8D48-B6E2-FAFB-B46D8FC5E29A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4468991" y="5452780"/>
                <a:ext cx="2052720" cy="121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8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7EE850C0-B7A2-C493-2C02-89726512A0D2}"/>
                  </a:ext>
                </a:extLst>
              </p14:cNvPr>
              <p14:cNvContentPartPr/>
              <p14:nvPr/>
            </p14:nvContentPartPr>
            <p14:xfrm>
              <a:off x="4134551" y="4561060"/>
              <a:ext cx="2831400" cy="223704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7EE850C0-B7A2-C493-2C02-89726512A0D2}"/>
                  </a:ext>
                </a:extLst>
              </p:cNvPr>
              <p:cNvPicPr/>
              <p:nvPr/>
            </p:nvPicPr>
            <p:blipFill>
              <a:blip r:embed="rId329"/>
              <a:stretch>
                <a:fillRect/>
              </a:stretch>
            </p:blipFill>
            <p:spPr>
              <a:xfrm>
                <a:off x="4116551" y="4543420"/>
                <a:ext cx="2867040" cy="227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1" name="Group 220">
            <a:extLst>
              <a:ext uri="{FF2B5EF4-FFF2-40B4-BE49-F238E27FC236}">
                <a16:creationId xmlns:a16="http://schemas.microsoft.com/office/drawing/2014/main" id="{36C12FA0-2354-B58E-B32C-35843AD7561E}"/>
              </a:ext>
            </a:extLst>
          </p:cNvPr>
          <p:cNvGrpSpPr/>
          <p:nvPr/>
        </p:nvGrpSpPr>
        <p:grpSpPr>
          <a:xfrm>
            <a:off x="7309391" y="4828540"/>
            <a:ext cx="1174320" cy="366480"/>
            <a:chOff x="7309391" y="4828540"/>
            <a:chExt cx="1174320" cy="36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F8670DC-DA01-8B90-EE85-7C2B8A7D4667}"/>
                    </a:ext>
                  </a:extLst>
                </p14:cNvPr>
                <p14:cNvContentPartPr/>
                <p14:nvPr/>
              </p14:nvContentPartPr>
              <p14:xfrm>
                <a:off x="7309391" y="4845820"/>
                <a:ext cx="215280" cy="2152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F8670DC-DA01-8B90-EE85-7C2B8A7D4667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291751" y="4827820"/>
                  <a:ext cx="250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BD6DB19-8624-F13D-F181-74BC03C4BB37}"/>
                    </a:ext>
                  </a:extLst>
                </p14:cNvPr>
                <p14:cNvContentPartPr/>
                <p14:nvPr/>
              </p14:nvContentPartPr>
              <p14:xfrm>
                <a:off x="7625831" y="4983700"/>
                <a:ext cx="62280" cy="572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BD6DB19-8624-F13D-F181-74BC03C4BB3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607831" y="4965700"/>
                  <a:ext cx="979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51FF4FF-1F32-28CE-16C7-B1A5CA4BB758}"/>
                    </a:ext>
                  </a:extLst>
                </p14:cNvPr>
                <p14:cNvContentPartPr/>
                <p14:nvPr/>
              </p14:nvContentPartPr>
              <p14:xfrm>
                <a:off x="7676591" y="5087380"/>
                <a:ext cx="84960" cy="352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51FF4FF-1F32-28CE-16C7-B1A5CA4BB75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658591" y="5069380"/>
                  <a:ext cx="1206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38AD7B0-666A-AEE4-2B55-31DABFE1A929}"/>
                    </a:ext>
                  </a:extLst>
                </p14:cNvPr>
                <p14:cNvContentPartPr/>
                <p14:nvPr/>
              </p14:nvContentPartPr>
              <p14:xfrm>
                <a:off x="7944071" y="4854460"/>
                <a:ext cx="78840" cy="3405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38AD7B0-666A-AEE4-2B55-31DABFE1A92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926431" y="4836820"/>
                  <a:ext cx="1144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3C435EC-60ED-2118-0A8B-0620091BD799}"/>
                    </a:ext>
                  </a:extLst>
                </p14:cNvPr>
                <p14:cNvContentPartPr/>
                <p14:nvPr/>
              </p14:nvContentPartPr>
              <p14:xfrm>
                <a:off x="7846511" y="4841500"/>
                <a:ext cx="172800" cy="766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3C435EC-60ED-2118-0A8B-0620091BD79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828871" y="4823860"/>
                  <a:ext cx="2084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874FA1A-2F25-6ED2-543D-40EF70571CC6}"/>
                    </a:ext>
                  </a:extLst>
                </p14:cNvPr>
                <p14:cNvContentPartPr/>
                <p14:nvPr/>
              </p14:nvContentPartPr>
              <p14:xfrm>
                <a:off x="7945511" y="5141380"/>
                <a:ext cx="121320" cy="446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874FA1A-2F25-6ED2-543D-40EF70571CC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927871" y="5123380"/>
                  <a:ext cx="156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C74E9BA-595A-7386-2F68-3C0FF2140105}"/>
                    </a:ext>
                  </a:extLst>
                </p14:cNvPr>
                <p14:cNvContentPartPr/>
                <p14:nvPr/>
              </p14:nvContentPartPr>
              <p14:xfrm>
                <a:off x="8228831" y="4908100"/>
                <a:ext cx="44280" cy="2566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C74E9BA-595A-7386-2F68-3C0FF2140105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210831" y="4890460"/>
                  <a:ext cx="7992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244448D-9D99-75A1-70C6-0DDB4D1C7892}"/>
                    </a:ext>
                  </a:extLst>
                </p14:cNvPr>
                <p14:cNvContentPartPr/>
                <p14:nvPr/>
              </p14:nvContentPartPr>
              <p14:xfrm>
                <a:off x="8215871" y="4828540"/>
                <a:ext cx="267840" cy="2484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244448D-9D99-75A1-70C6-0DDB4D1C789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198231" y="4810900"/>
                  <a:ext cx="303480" cy="28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CF16C367-380D-0D00-A3FD-74C2B470D889}"/>
              </a:ext>
            </a:extLst>
          </p:cNvPr>
          <p:cNvGrpSpPr/>
          <p:nvPr/>
        </p:nvGrpSpPr>
        <p:grpSpPr>
          <a:xfrm>
            <a:off x="7123631" y="5477980"/>
            <a:ext cx="4078800" cy="1383480"/>
            <a:chOff x="7123631" y="5477980"/>
            <a:chExt cx="4078800" cy="138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B6B8F16-3B97-39F3-EA51-FF997C08406C}"/>
                    </a:ext>
                  </a:extLst>
                </p14:cNvPr>
                <p14:cNvContentPartPr/>
                <p14:nvPr/>
              </p14:nvContentPartPr>
              <p14:xfrm>
                <a:off x="8509991" y="5477980"/>
                <a:ext cx="60840" cy="2462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B6B8F16-3B97-39F3-EA51-FF997C08406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491991" y="5460340"/>
                  <a:ext cx="964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FCD504D-1F30-C67D-A8CF-6DE1D7302154}"/>
                    </a:ext>
                  </a:extLst>
                </p14:cNvPr>
                <p14:cNvContentPartPr/>
                <p14:nvPr/>
              </p14:nvContentPartPr>
              <p14:xfrm>
                <a:off x="8653631" y="5494900"/>
                <a:ext cx="77040" cy="1933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FCD504D-1F30-C67D-A8CF-6DE1D730215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635631" y="5476900"/>
                  <a:ext cx="1126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595D1D3-FA4B-A999-3C55-46A9E35350BF}"/>
                    </a:ext>
                  </a:extLst>
                </p14:cNvPr>
                <p14:cNvContentPartPr/>
                <p14:nvPr/>
              </p14:nvContentPartPr>
              <p14:xfrm>
                <a:off x="8733191" y="5493100"/>
                <a:ext cx="148320" cy="1321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595D1D3-FA4B-A999-3C55-46A9E35350BF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715551" y="5475460"/>
                  <a:ext cx="183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407ED8A-03DB-84E5-1E1D-56B76FE1AECD}"/>
                    </a:ext>
                  </a:extLst>
                </p14:cNvPr>
                <p14:cNvContentPartPr/>
                <p14:nvPr/>
              </p14:nvContentPartPr>
              <p14:xfrm>
                <a:off x="7628711" y="5637820"/>
                <a:ext cx="78120" cy="129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407ED8A-03DB-84E5-1E1D-56B76FE1AEC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611071" y="5619820"/>
                  <a:ext cx="1137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FE2A2C8-30E7-27B2-AB58-E6555286B81A}"/>
                    </a:ext>
                  </a:extLst>
                </p14:cNvPr>
                <p14:cNvContentPartPr/>
                <p14:nvPr/>
              </p14:nvContentPartPr>
              <p14:xfrm>
                <a:off x="7687031" y="5704780"/>
                <a:ext cx="93240" cy="410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FE2A2C8-30E7-27B2-AB58-E6555286B81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669031" y="5686780"/>
                  <a:ext cx="1288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DB96C0D-444A-C39C-8386-2DB54248CF67}"/>
                    </a:ext>
                  </a:extLst>
                </p14:cNvPr>
                <p14:cNvContentPartPr/>
                <p14:nvPr/>
              </p14:nvContentPartPr>
              <p14:xfrm>
                <a:off x="7123631" y="5581300"/>
                <a:ext cx="83520" cy="2527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DB96C0D-444A-C39C-8386-2DB54248CF6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105631" y="5563300"/>
                  <a:ext cx="1191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EAE5632-2702-303C-69E4-54F94AC902A2}"/>
                    </a:ext>
                  </a:extLst>
                </p14:cNvPr>
                <p14:cNvContentPartPr/>
                <p14:nvPr/>
              </p14:nvContentPartPr>
              <p14:xfrm>
                <a:off x="7283471" y="5575900"/>
                <a:ext cx="142560" cy="2289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EAE5632-2702-303C-69E4-54F94AC902A2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265831" y="5557900"/>
                  <a:ext cx="1782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BA823AB-C93F-152F-6FFB-4795D7026889}"/>
                    </a:ext>
                  </a:extLst>
                </p14:cNvPr>
                <p14:cNvContentPartPr/>
                <p14:nvPr/>
              </p14:nvContentPartPr>
              <p14:xfrm>
                <a:off x="7482551" y="5524420"/>
                <a:ext cx="115920" cy="21060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BA823AB-C93F-152F-6FFB-4795D702688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464911" y="5506780"/>
                  <a:ext cx="1515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6E96EB7-BCE1-731C-209F-F9E0241B78D6}"/>
                    </a:ext>
                  </a:extLst>
                </p14:cNvPr>
                <p14:cNvContentPartPr/>
                <p14:nvPr/>
              </p14:nvContentPartPr>
              <p14:xfrm>
                <a:off x="8072591" y="5554660"/>
                <a:ext cx="42840" cy="2512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6E96EB7-BCE1-731C-209F-F9E0241B78D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054951" y="5537020"/>
                  <a:ext cx="784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170A31C-F333-A834-747D-00C3C50717ED}"/>
                    </a:ext>
                  </a:extLst>
                </p14:cNvPr>
                <p14:cNvContentPartPr/>
                <p14:nvPr/>
              </p14:nvContentPartPr>
              <p14:xfrm>
                <a:off x="7986551" y="5548900"/>
                <a:ext cx="137520" cy="471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170A31C-F333-A834-747D-00C3C50717ED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968551" y="5530900"/>
                  <a:ext cx="1731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3EEDCA5-90BF-B04C-F21A-A8EB4D229605}"/>
                    </a:ext>
                  </a:extLst>
                </p14:cNvPr>
                <p14:cNvContentPartPr/>
                <p14:nvPr/>
              </p14:nvContentPartPr>
              <p14:xfrm>
                <a:off x="8067191" y="5757340"/>
                <a:ext cx="148320" cy="3924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3EEDCA5-90BF-B04C-F21A-A8EB4D22960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049191" y="5739340"/>
                  <a:ext cx="1839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5C9A23F-A7B9-FEE4-298F-466A8C48A943}"/>
                    </a:ext>
                  </a:extLst>
                </p14:cNvPr>
                <p14:cNvContentPartPr/>
                <p14:nvPr/>
              </p14:nvContentPartPr>
              <p14:xfrm>
                <a:off x="7480391" y="6269260"/>
                <a:ext cx="46080" cy="254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5C9A23F-A7B9-FEE4-298F-466A8C48A943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7462751" y="6251260"/>
                  <a:ext cx="817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ED3E4E8-8A83-9F06-9593-D29B0CA9A873}"/>
                    </a:ext>
                  </a:extLst>
                </p14:cNvPr>
                <p14:cNvContentPartPr/>
                <p14:nvPr/>
              </p14:nvContentPartPr>
              <p14:xfrm>
                <a:off x="7439711" y="6209500"/>
                <a:ext cx="92880" cy="702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ED3E4E8-8A83-9F06-9593-D29B0CA9A87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422071" y="6191500"/>
                  <a:ext cx="1285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86E5F3A-83BE-8295-8B46-F1641164AE7E}"/>
                    </a:ext>
                  </a:extLst>
                </p14:cNvPr>
                <p14:cNvContentPartPr/>
                <p14:nvPr/>
              </p14:nvContentPartPr>
              <p14:xfrm>
                <a:off x="7487951" y="6458260"/>
                <a:ext cx="79200" cy="194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86E5F3A-83BE-8295-8B46-F1641164AE7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470311" y="6440260"/>
                  <a:ext cx="1148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88A370F-3B3C-396B-D6E3-229632551821}"/>
                    </a:ext>
                  </a:extLst>
                </p14:cNvPr>
                <p14:cNvContentPartPr/>
                <p14:nvPr/>
              </p14:nvContentPartPr>
              <p14:xfrm>
                <a:off x="7760111" y="6330460"/>
                <a:ext cx="70200" cy="1008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88A370F-3B3C-396B-D6E3-22963255182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742111" y="6312460"/>
                  <a:ext cx="105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5CA096B-1B4E-99F5-C79B-DC113E9C4873}"/>
                    </a:ext>
                  </a:extLst>
                </p14:cNvPr>
                <p14:cNvContentPartPr/>
                <p14:nvPr/>
              </p14:nvContentPartPr>
              <p14:xfrm>
                <a:off x="7806191" y="6402820"/>
                <a:ext cx="72360" cy="298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5CA096B-1B4E-99F5-C79B-DC113E9C4873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788551" y="6384820"/>
                  <a:ext cx="1080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31CD850-118E-F9DA-F628-F8EAFBEA6C5D}"/>
                    </a:ext>
                  </a:extLst>
                </p14:cNvPr>
                <p14:cNvContentPartPr/>
                <p14:nvPr/>
              </p14:nvContentPartPr>
              <p14:xfrm>
                <a:off x="8395151" y="6564820"/>
                <a:ext cx="50400" cy="2026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31CD850-118E-F9DA-F628-F8EAFBEA6C5D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377511" y="6547180"/>
                  <a:ext cx="860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5C59120-A236-A2CE-CDA8-56B3B760A06E}"/>
                    </a:ext>
                  </a:extLst>
                </p14:cNvPr>
                <p14:cNvContentPartPr/>
                <p14:nvPr/>
              </p14:nvContentPartPr>
              <p14:xfrm>
                <a:off x="8575871" y="6585340"/>
                <a:ext cx="55440" cy="1630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5C59120-A236-A2CE-CDA8-56B3B760A06E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557871" y="6567700"/>
                  <a:ext cx="91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DC04B48C-EC0B-BACE-F16B-BF71F8E60558}"/>
                    </a:ext>
                  </a:extLst>
                </p14:cNvPr>
                <p14:cNvContentPartPr/>
                <p14:nvPr/>
              </p14:nvContentPartPr>
              <p14:xfrm>
                <a:off x="8621951" y="6587860"/>
                <a:ext cx="142200" cy="1994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DC04B48C-EC0B-BACE-F16B-BF71F8E60558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3951" y="6569860"/>
                  <a:ext cx="1778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A534AB1-884F-AF6E-4398-A7F560B2BE07}"/>
                    </a:ext>
                  </a:extLst>
                </p14:cNvPr>
                <p14:cNvContentPartPr/>
                <p14:nvPr/>
              </p14:nvContentPartPr>
              <p14:xfrm>
                <a:off x="8837591" y="6565900"/>
                <a:ext cx="146880" cy="1836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A534AB1-884F-AF6E-4398-A7F560B2BE0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819591" y="6547900"/>
                  <a:ext cx="1825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216F263-2286-3F25-76F7-870754B236D7}"/>
                    </a:ext>
                  </a:extLst>
                </p14:cNvPr>
                <p14:cNvContentPartPr/>
                <p14:nvPr/>
              </p14:nvContentPartPr>
              <p14:xfrm>
                <a:off x="9045671" y="6541060"/>
                <a:ext cx="95400" cy="1609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216F263-2286-3F25-76F7-870754B236D7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028031" y="6523060"/>
                  <a:ext cx="1310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7653ADF-5E65-20C6-C18F-E09DB2DCF463}"/>
                    </a:ext>
                  </a:extLst>
                </p14:cNvPr>
                <p14:cNvContentPartPr/>
                <p14:nvPr/>
              </p14:nvContentPartPr>
              <p14:xfrm>
                <a:off x="8309111" y="6077020"/>
                <a:ext cx="50040" cy="1936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7653ADF-5E65-20C6-C18F-E09DB2DCF46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291111" y="6059020"/>
                  <a:ext cx="856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5A3556F-85C1-3B01-1171-C21AB5E5EBDF}"/>
                    </a:ext>
                  </a:extLst>
                </p14:cNvPr>
                <p14:cNvContentPartPr/>
                <p14:nvPr/>
              </p14:nvContentPartPr>
              <p14:xfrm>
                <a:off x="8448071" y="6046060"/>
                <a:ext cx="129960" cy="1828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5A3556F-85C1-3B01-1171-C21AB5E5EBD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430071" y="6028060"/>
                  <a:ext cx="1656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AB8051C-4C3C-4A5D-895D-544340FCF952}"/>
                    </a:ext>
                  </a:extLst>
                </p14:cNvPr>
                <p14:cNvContentPartPr/>
                <p14:nvPr/>
              </p14:nvContentPartPr>
              <p14:xfrm>
                <a:off x="8166191" y="6349540"/>
                <a:ext cx="837360" cy="208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AB8051C-4C3C-4A5D-895D-544340FCF95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148191" y="6331540"/>
                  <a:ext cx="873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A439157-DCED-B673-B0D3-CACC56E597CE}"/>
                    </a:ext>
                  </a:extLst>
                </p14:cNvPr>
                <p14:cNvContentPartPr/>
                <p14:nvPr/>
              </p14:nvContentPartPr>
              <p14:xfrm>
                <a:off x="9016511" y="6326500"/>
                <a:ext cx="75600" cy="144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A439157-DCED-B673-B0D3-CACC56E597CE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998511" y="6308500"/>
                  <a:ext cx="111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C23EA43-FB9B-BBD8-E749-6D6F7C6FD7BD}"/>
                    </a:ext>
                  </a:extLst>
                </p14:cNvPr>
                <p14:cNvContentPartPr/>
                <p14:nvPr/>
              </p14:nvContentPartPr>
              <p14:xfrm>
                <a:off x="9282911" y="6303820"/>
                <a:ext cx="1080" cy="176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C23EA43-FB9B-BBD8-E749-6D6F7C6FD7BD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265271" y="6285820"/>
                  <a:ext cx="367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11951367-FF33-41C6-5D11-7AD38F8B8271}"/>
                    </a:ext>
                  </a:extLst>
                </p14:cNvPr>
                <p14:cNvContentPartPr/>
                <p14:nvPr/>
              </p14:nvContentPartPr>
              <p14:xfrm>
                <a:off x="9233951" y="6321100"/>
                <a:ext cx="121680" cy="435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11951367-FF33-41C6-5D11-7AD38F8B827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216311" y="6303100"/>
                  <a:ext cx="1573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ED70371-B4DB-BF11-A2BD-5B46F0E3808C}"/>
                    </a:ext>
                  </a:extLst>
                </p14:cNvPr>
                <p14:cNvContentPartPr/>
                <p14:nvPr/>
              </p14:nvContentPartPr>
              <p14:xfrm>
                <a:off x="9292271" y="6385540"/>
                <a:ext cx="96120" cy="208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ED70371-B4DB-BF11-A2BD-5B46F0E3808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274631" y="6367540"/>
                  <a:ext cx="1317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C37DD80E-906E-B210-E555-95BE885F829A}"/>
                    </a:ext>
                  </a:extLst>
                </p14:cNvPr>
                <p14:cNvContentPartPr/>
                <p14:nvPr/>
              </p14:nvContentPartPr>
              <p14:xfrm>
                <a:off x="9723551" y="6185740"/>
                <a:ext cx="15840" cy="230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C37DD80E-906E-B210-E555-95BE885F829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705911" y="6167740"/>
                  <a:ext cx="51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6CBD769-C930-40ED-6A6D-DB3129124708}"/>
                    </a:ext>
                  </a:extLst>
                </p14:cNvPr>
                <p14:cNvContentPartPr/>
                <p14:nvPr/>
              </p14:nvContentPartPr>
              <p14:xfrm>
                <a:off x="9911831" y="6148660"/>
                <a:ext cx="180360" cy="3168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E6CBD769-C930-40ED-6A6D-DB312912470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894191" y="6131020"/>
                  <a:ext cx="2160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1F87F1F-BD30-E132-849B-AF7F0AEEB702}"/>
                    </a:ext>
                  </a:extLst>
                </p14:cNvPr>
                <p14:cNvContentPartPr/>
                <p14:nvPr/>
              </p14:nvContentPartPr>
              <p14:xfrm>
                <a:off x="10229711" y="6166300"/>
                <a:ext cx="28080" cy="3218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1F87F1F-BD30-E132-849B-AF7F0AEEB70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11711" y="6148300"/>
                  <a:ext cx="637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2231383-48E1-C9FD-E711-4E1AE6C1C884}"/>
                    </a:ext>
                  </a:extLst>
                </p14:cNvPr>
                <p14:cNvContentPartPr/>
                <p14:nvPr/>
              </p14:nvContentPartPr>
              <p14:xfrm>
                <a:off x="10473071" y="6154780"/>
                <a:ext cx="99360" cy="33264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2231383-48E1-C9FD-E711-4E1AE6C1C88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455431" y="6137140"/>
                  <a:ext cx="1350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4FA9C9C-2A3D-FFB4-8491-7F2C1D22E3BA}"/>
                    </a:ext>
                  </a:extLst>
                </p14:cNvPr>
                <p14:cNvContentPartPr/>
                <p14:nvPr/>
              </p14:nvContentPartPr>
              <p14:xfrm>
                <a:off x="10538591" y="6150100"/>
                <a:ext cx="221040" cy="2682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4FA9C9C-2A3D-FFB4-8491-7F2C1D22E3B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520951" y="6132100"/>
                  <a:ext cx="2566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2972FC5-6F67-B6CF-5356-B2BCD5722087}"/>
                    </a:ext>
                  </a:extLst>
                </p14:cNvPr>
                <p14:cNvContentPartPr/>
                <p14:nvPr/>
              </p14:nvContentPartPr>
              <p14:xfrm>
                <a:off x="10552991" y="6284740"/>
                <a:ext cx="245160" cy="763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2972FC5-6F67-B6CF-5356-B2BCD5722087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535351" y="6266740"/>
                  <a:ext cx="2808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5FC8B26-38EB-84A7-2E60-6956D5EC3992}"/>
                    </a:ext>
                  </a:extLst>
                </p14:cNvPr>
                <p14:cNvContentPartPr/>
                <p14:nvPr/>
              </p14:nvContentPartPr>
              <p14:xfrm>
                <a:off x="9451751" y="5831140"/>
                <a:ext cx="1750680" cy="10303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5FC8B26-38EB-84A7-2E60-6956D5EC3992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434111" y="5813140"/>
                  <a:ext cx="1786320" cy="106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6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9BA6F4E-63A0-8AE9-0C28-A3DFF0A4F962}"/>
                  </a:ext>
                </a:extLst>
              </p14:cNvPr>
              <p14:cNvContentPartPr/>
              <p14:nvPr/>
            </p14:nvContentPartPr>
            <p14:xfrm>
              <a:off x="1277591" y="1568740"/>
              <a:ext cx="9550800" cy="4707360"/>
            </p14:xfrm>
          </p:contentPart>
        </mc:Choice>
        <mc:Fallback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9BA6F4E-63A0-8AE9-0C28-A3DFF0A4F962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1223591" y="1460740"/>
                <a:ext cx="9658440" cy="492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8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40915A57-C759-3EFD-7DBE-61CB872EBEF8}"/>
                  </a:ext>
                </a:extLst>
              </p14:cNvPr>
              <p14:cNvContentPartPr/>
              <p14:nvPr/>
            </p14:nvContentPartPr>
            <p14:xfrm>
              <a:off x="1376951" y="2317180"/>
              <a:ext cx="291960" cy="135360"/>
            </p14:xfrm>
          </p:contentPart>
        </mc:Choice>
        <mc:Fallback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40915A57-C759-3EFD-7DBE-61CB872EBEF8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1322951" y="2209540"/>
                <a:ext cx="39960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A0B8A9B-7B80-82E2-952D-E6674A4E89E7}"/>
              </a:ext>
            </a:extLst>
          </p:cNvPr>
          <p:cNvGrpSpPr/>
          <p:nvPr/>
        </p:nvGrpSpPr>
        <p:grpSpPr>
          <a:xfrm>
            <a:off x="1649111" y="2887060"/>
            <a:ext cx="2770200" cy="395640"/>
            <a:chOff x="1649111" y="2887060"/>
            <a:chExt cx="277020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F7E99D5-AE26-BE3D-D420-FBBA5E9D9331}"/>
                    </a:ext>
                  </a:extLst>
                </p14:cNvPr>
                <p14:cNvContentPartPr/>
                <p14:nvPr/>
              </p14:nvContentPartPr>
              <p14:xfrm>
                <a:off x="1659551" y="2887060"/>
                <a:ext cx="43560" cy="3175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F7E99D5-AE26-BE3D-D420-FBBA5E9D933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641911" y="2869420"/>
                  <a:ext cx="7920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26A0CCA-FD34-657E-E8DE-158D57F067E4}"/>
                    </a:ext>
                  </a:extLst>
                </p14:cNvPr>
                <p14:cNvContentPartPr/>
                <p14:nvPr/>
              </p14:nvContentPartPr>
              <p14:xfrm>
                <a:off x="1649111" y="3165700"/>
                <a:ext cx="131760" cy="4320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26A0CCA-FD34-657E-E8DE-158D57F067E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631111" y="3148060"/>
                  <a:ext cx="1674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2CBEF7E-F7E3-C180-0CC2-818A0EA1C756}"/>
                    </a:ext>
                  </a:extLst>
                </p14:cNvPr>
                <p14:cNvContentPartPr/>
                <p14:nvPr/>
              </p14:nvContentPartPr>
              <p14:xfrm>
                <a:off x="1888871" y="3042580"/>
                <a:ext cx="214920" cy="2401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2CBEF7E-F7E3-C180-0CC2-818A0EA1C75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871231" y="3024580"/>
                  <a:ext cx="2505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7FDACAD-BFF8-DBC8-EE85-0BF7F9D82F0F}"/>
                    </a:ext>
                  </a:extLst>
                </p14:cNvPr>
                <p14:cNvContentPartPr/>
                <p14:nvPr/>
              </p14:nvContentPartPr>
              <p14:xfrm>
                <a:off x="2146271" y="3109540"/>
                <a:ext cx="77760" cy="7704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7FDACAD-BFF8-DBC8-EE85-0BF7F9D82F0F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128631" y="3091540"/>
                  <a:ext cx="1134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9D365FCE-20B3-74B7-AA07-E1B576A8002D}"/>
                    </a:ext>
                  </a:extLst>
                </p14:cNvPr>
                <p14:cNvContentPartPr/>
                <p14:nvPr/>
              </p14:nvContentPartPr>
              <p14:xfrm>
                <a:off x="2286311" y="3102700"/>
                <a:ext cx="55080" cy="756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9D365FCE-20B3-74B7-AA07-E1B576A8002D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2268671" y="3085060"/>
                  <a:ext cx="90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6889F19-CC33-9A37-1F47-E1E1323683B7}"/>
                    </a:ext>
                  </a:extLst>
                </p14:cNvPr>
                <p14:cNvContentPartPr/>
                <p14:nvPr/>
              </p14:nvContentPartPr>
              <p14:xfrm>
                <a:off x="2487191" y="3006580"/>
                <a:ext cx="49320" cy="2250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6889F19-CC33-9A37-1F47-E1E1323683B7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2469551" y="2988580"/>
                  <a:ext cx="849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EE641BE-4C9D-34E8-6C1F-2AB249E155FC}"/>
                    </a:ext>
                  </a:extLst>
                </p14:cNvPr>
                <p14:cNvContentPartPr/>
                <p14:nvPr/>
              </p14:nvContentPartPr>
              <p14:xfrm>
                <a:off x="2467751" y="3116020"/>
                <a:ext cx="108720" cy="500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EE641BE-4C9D-34E8-6C1F-2AB249E155F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2450111" y="3098380"/>
                  <a:ext cx="1443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B87CEC83-E595-C528-2590-7EAF87153F55}"/>
                    </a:ext>
                  </a:extLst>
                </p14:cNvPr>
                <p14:cNvContentPartPr/>
                <p14:nvPr/>
              </p14:nvContentPartPr>
              <p14:xfrm>
                <a:off x="2628671" y="3105220"/>
                <a:ext cx="64800" cy="11520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B87CEC83-E595-C528-2590-7EAF87153F55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2611031" y="3087580"/>
                  <a:ext cx="100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7FC2570E-1C2D-4677-DE2E-AE1D9FF316A6}"/>
                    </a:ext>
                  </a:extLst>
                </p14:cNvPr>
                <p14:cNvContentPartPr/>
                <p14:nvPr/>
              </p14:nvContentPartPr>
              <p14:xfrm>
                <a:off x="2742791" y="3109180"/>
                <a:ext cx="153000" cy="10224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7FC2570E-1C2D-4677-DE2E-AE1D9FF316A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2725151" y="3091180"/>
                  <a:ext cx="1886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A4253A1C-3AAF-3BD9-936F-3A1EFB3BEE07}"/>
                    </a:ext>
                  </a:extLst>
                </p14:cNvPr>
                <p14:cNvContentPartPr/>
                <p14:nvPr/>
              </p14:nvContentPartPr>
              <p14:xfrm>
                <a:off x="2960231" y="3077140"/>
                <a:ext cx="43560" cy="417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A4253A1C-3AAF-3BD9-936F-3A1EFB3BEE0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942591" y="3059500"/>
                  <a:ext cx="792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86ADD7FA-766F-8C5C-FC69-461AB01F858F}"/>
                    </a:ext>
                  </a:extLst>
                </p14:cNvPr>
                <p14:cNvContentPartPr/>
                <p14:nvPr/>
              </p14:nvContentPartPr>
              <p14:xfrm>
                <a:off x="3017471" y="3152020"/>
                <a:ext cx="50400" cy="396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86ADD7FA-766F-8C5C-FC69-461AB01F858F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999471" y="3134020"/>
                  <a:ext cx="86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59314EDB-34CF-CAC2-65BB-DA17F81F2A45}"/>
                    </a:ext>
                  </a:extLst>
                </p14:cNvPr>
                <p14:cNvContentPartPr/>
                <p14:nvPr/>
              </p14:nvContentPartPr>
              <p14:xfrm>
                <a:off x="3307631" y="3020980"/>
                <a:ext cx="23760" cy="147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59314EDB-34CF-CAC2-65BB-DA17F81F2A4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3289991" y="3003340"/>
                  <a:ext cx="594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C8EF150-014C-48C4-9664-C8BCE1827371}"/>
                    </a:ext>
                  </a:extLst>
                </p14:cNvPr>
                <p14:cNvContentPartPr/>
                <p14:nvPr/>
              </p14:nvContentPartPr>
              <p14:xfrm>
                <a:off x="3475031" y="3036460"/>
                <a:ext cx="153360" cy="1558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C8EF150-014C-48C4-9664-C8BCE1827371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3457391" y="3018820"/>
                  <a:ext cx="189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F942C679-0483-EC19-E15E-CB277FA11B55}"/>
                    </a:ext>
                  </a:extLst>
                </p14:cNvPr>
                <p14:cNvContentPartPr/>
                <p14:nvPr/>
              </p14:nvContentPartPr>
              <p14:xfrm>
                <a:off x="3746831" y="3027820"/>
                <a:ext cx="16200" cy="1310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F942C679-0483-EC19-E15E-CB277FA11B55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728831" y="3010180"/>
                  <a:ext cx="51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00DAACA8-C59D-58A8-AE92-970E38315454}"/>
                    </a:ext>
                  </a:extLst>
                </p14:cNvPr>
                <p14:cNvContentPartPr/>
                <p14:nvPr/>
              </p14:nvContentPartPr>
              <p14:xfrm>
                <a:off x="3989831" y="2948980"/>
                <a:ext cx="30600" cy="27108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00DAACA8-C59D-58A8-AE92-970E38315454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971831" y="2930980"/>
                  <a:ext cx="662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FFF9988-0EDF-7081-01F7-AFD20D5178ED}"/>
                    </a:ext>
                  </a:extLst>
                </p14:cNvPr>
                <p14:cNvContentPartPr/>
                <p14:nvPr/>
              </p14:nvContentPartPr>
              <p14:xfrm>
                <a:off x="4009271" y="2992900"/>
                <a:ext cx="191880" cy="2134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FFF9988-0EDF-7081-01F7-AFD20D5178ED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991271" y="2975260"/>
                  <a:ext cx="2275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613B745C-16B1-7830-E1B9-F0FF53A39956}"/>
                    </a:ext>
                  </a:extLst>
                </p14:cNvPr>
                <p14:cNvContentPartPr/>
                <p14:nvPr/>
              </p14:nvContentPartPr>
              <p14:xfrm>
                <a:off x="4062191" y="3117460"/>
                <a:ext cx="94320" cy="198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613B745C-16B1-7830-E1B9-F0FF53A39956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4551" y="3099820"/>
                  <a:ext cx="1299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829CF84C-F68A-C426-A01E-2CC6F69364A7}"/>
                    </a:ext>
                  </a:extLst>
                </p14:cNvPr>
                <p14:cNvContentPartPr/>
                <p14:nvPr/>
              </p14:nvContentPartPr>
              <p14:xfrm>
                <a:off x="4414631" y="3153460"/>
                <a:ext cx="4680" cy="151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829CF84C-F68A-C426-A01E-2CC6F69364A7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396631" y="3135820"/>
                  <a:ext cx="40320" cy="50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40114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372" y="1181569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858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CD12B-C20F-1DDE-B6D3-D574B97F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A753E-81DD-22D3-39A9-3E2CFF27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E2E8FAF-5A3D-4AAB-AEEC-4B0BD4B8B2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372" y="1181569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7E63A-A177-1DA7-8129-2721F2CDB4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ED267F8-AA2C-EDE5-61E0-49AF73D27788}"/>
              </a:ext>
            </a:extLst>
          </p:cNvPr>
          <p:cNvGrpSpPr/>
          <p:nvPr/>
        </p:nvGrpSpPr>
        <p:grpSpPr>
          <a:xfrm>
            <a:off x="6508518" y="1036330"/>
            <a:ext cx="3025800" cy="2222640"/>
            <a:chOff x="6508518" y="1036330"/>
            <a:chExt cx="3025800" cy="22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9E4E4EB-6381-C491-82F6-E1AB56B596CE}"/>
                    </a:ext>
                  </a:extLst>
                </p14:cNvPr>
                <p14:cNvContentPartPr/>
                <p14:nvPr/>
              </p14:nvContentPartPr>
              <p14:xfrm>
                <a:off x="7227078" y="1036330"/>
                <a:ext cx="33120" cy="596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9E4E4EB-6381-C491-82F6-E1AB56B596C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09078" y="1018341"/>
                  <a:ext cx="68760" cy="6324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D0F7C98-5C14-01E0-3989-43205C18C55A}"/>
                    </a:ext>
                  </a:extLst>
                </p14:cNvPr>
                <p14:cNvContentPartPr/>
                <p14:nvPr/>
              </p14:nvContentPartPr>
              <p14:xfrm>
                <a:off x="7213398" y="1570210"/>
                <a:ext cx="49320" cy="198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D0F7C98-5C14-01E0-3989-43205C18C5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95398" y="1552210"/>
                  <a:ext cx="84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ACF016-8B96-39A1-0495-894FBB3D4CFC}"/>
                    </a:ext>
                  </a:extLst>
                </p14:cNvPr>
                <p14:cNvContentPartPr/>
                <p14:nvPr/>
              </p14:nvContentPartPr>
              <p14:xfrm>
                <a:off x="6979398" y="1749130"/>
                <a:ext cx="553680" cy="73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ACF016-8B96-39A1-0495-894FBB3D4CF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61398" y="1731041"/>
                  <a:ext cx="589320" cy="1092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6EACA4D-23D2-B152-6105-3AB63A5FEAC0}"/>
                    </a:ext>
                  </a:extLst>
                </p14:cNvPr>
                <p14:cNvContentPartPr/>
                <p14:nvPr/>
              </p14:nvContentPartPr>
              <p14:xfrm>
                <a:off x="7163718" y="1929130"/>
                <a:ext cx="14796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6EACA4D-23D2-B152-6105-3AB63A5FEAC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45718" y="1911416"/>
                  <a:ext cx="183600" cy="573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E2116E-BF9F-8BB8-ABA4-4BC8BD906938}"/>
                    </a:ext>
                  </a:extLst>
                </p14:cNvPr>
                <p14:cNvContentPartPr/>
                <p14:nvPr/>
              </p14:nvContentPartPr>
              <p14:xfrm>
                <a:off x="7273518" y="1965490"/>
                <a:ext cx="25560" cy="612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E2116E-BF9F-8BB8-ABA4-4BC8BD90693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55768" y="1947490"/>
                  <a:ext cx="60705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6183952-5D26-FA13-9148-BD82191A3F18}"/>
                    </a:ext>
                  </a:extLst>
                </p14:cNvPr>
                <p14:cNvContentPartPr/>
                <p14:nvPr/>
              </p14:nvContentPartPr>
              <p14:xfrm>
                <a:off x="7255878" y="1154410"/>
                <a:ext cx="544320" cy="38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6183952-5D26-FA13-9148-BD82191A3F1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37866" y="1136239"/>
                  <a:ext cx="579984" cy="741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886580B-DC91-785A-5246-40B23600173B}"/>
                    </a:ext>
                  </a:extLst>
                </p14:cNvPr>
                <p14:cNvContentPartPr/>
                <p14:nvPr/>
              </p14:nvContentPartPr>
              <p14:xfrm>
                <a:off x="7787238" y="1122730"/>
                <a:ext cx="439560" cy="5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886580B-DC91-785A-5246-40B23600173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769238" y="1104730"/>
                  <a:ext cx="47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C3805AE-2941-7C84-5F3E-875C839E9590}"/>
                    </a:ext>
                  </a:extLst>
                </p14:cNvPr>
                <p14:cNvContentPartPr/>
                <p14:nvPr/>
              </p14:nvContentPartPr>
              <p14:xfrm>
                <a:off x="8197998" y="1155850"/>
                <a:ext cx="313200" cy="5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C3805AE-2941-7C84-5F3E-875C839E959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79998" y="1137850"/>
                  <a:ext cx="348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6EA1A9E-F096-4023-F97E-A4146611975E}"/>
                    </a:ext>
                  </a:extLst>
                </p14:cNvPr>
                <p14:cNvContentPartPr/>
                <p14:nvPr/>
              </p14:nvContentPartPr>
              <p14:xfrm>
                <a:off x="8462238" y="1204450"/>
                <a:ext cx="42120" cy="37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6EA1A9E-F096-4023-F97E-A4146611975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44238" y="1186433"/>
                  <a:ext cx="77760" cy="412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86F78D-01FF-AE31-FE47-1C0A7976FAD6}"/>
                    </a:ext>
                  </a:extLst>
                </p14:cNvPr>
                <p14:cNvContentPartPr/>
                <p14:nvPr/>
              </p14:nvContentPartPr>
              <p14:xfrm>
                <a:off x="8366478" y="1616290"/>
                <a:ext cx="135360" cy="37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86F78D-01FF-AE31-FE47-1C0A7976FAD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348478" y="1598273"/>
                  <a:ext cx="171000" cy="4136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26A1734-4152-014C-794F-9B67D642F09E}"/>
                    </a:ext>
                  </a:extLst>
                </p14:cNvPr>
                <p14:cNvContentPartPr/>
                <p14:nvPr/>
              </p14:nvContentPartPr>
              <p14:xfrm>
                <a:off x="8471598" y="1992130"/>
                <a:ext cx="57960" cy="28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26A1734-4152-014C-794F-9B67D642F09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53709" y="1974153"/>
                  <a:ext cx="93380" cy="3225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168C83D-B9D3-DD80-2BA0-FE3CE358B39B}"/>
                    </a:ext>
                  </a:extLst>
                </p14:cNvPr>
                <p14:cNvContentPartPr/>
                <p14:nvPr/>
              </p14:nvContentPartPr>
              <p14:xfrm>
                <a:off x="7405638" y="2358610"/>
                <a:ext cx="1174320" cy="871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168C83D-B9D3-DD80-2BA0-FE3CE358B39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638" y="2340610"/>
                  <a:ext cx="120996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C3136B-0327-9035-3EA5-D799550A76F9}"/>
                    </a:ext>
                  </a:extLst>
                </p14:cNvPr>
                <p14:cNvContentPartPr/>
                <p14:nvPr/>
              </p14:nvContentPartPr>
              <p14:xfrm>
                <a:off x="7280358" y="2527810"/>
                <a:ext cx="40680" cy="731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C3136B-0327-9035-3EA5-D799550A76F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262358" y="2509810"/>
                  <a:ext cx="76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36A5391-BC2D-8530-3A94-6BD565803185}"/>
                    </a:ext>
                  </a:extLst>
                </p14:cNvPr>
                <p14:cNvContentPartPr/>
                <p14:nvPr/>
              </p14:nvContentPartPr>
              <p14:xfrm>
                <a:off x="6508518" y="2021290"/>
                <a:ext cx="145440" cy="28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36A5391-BC2D-8530-3A94-6BD56580318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490518" y="2003290"/>
                  <a:ext cx="181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FCC68D9-55D0-3593-4FE1-CA00CD9BE310}"/>
                    </a:ext>
                  </a:extLst>
                </p14:cNvPr>
                <p14:cNvContentPartPr/>
                <p14:nvPr/>
              </p14:nvContentPartPr>
              <p14:xfrm>
                <a:off x="6644238" y="1961890"/>
                <a:ext cx="158760" cy="22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FCC68D9-55D0-3593-4FE1-CA00CD9BE31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626238" y="1943890"/>
                  <a:ext cx="194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B49E4F-05A8-F8A3-6475-82DB0E4E0F28}"/>
                    </a:ext>
                  </a:extLst>
                </p14:cNvPr>
                <p14:cNvContentPartPr/>
                <p14:nvPr/>
              </p14:nvContentPartPr>
              <p14:xfrm>
                <a:off x="6669078" y="1590010"/>
                <a:ext cx="165240" cy="279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B49E4F-05A8-F8A3-6475-82DB0E4E0F2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51078" y="1572010"/>
                  <a:ext cx="2008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F96A0C-C544-8024-9A15-CA6D80D93D56}"/>
                    </a:ext>
                  </a:extLst>
                </p14:cNvPr>
                <p14:cNvContentPartPr/>
                <p14:nvPr/>
              </p14:nvContentPartPr>
              <p14:xfrm>
                <a:off x="8792718" y="1506490"/>
                <a:ext cx="100800" cy="207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F96A0C-C544-8024-9A15-CA6D80D93D5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74782" y="1488459"/>
                  <a:ext cx="136313" cy="243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179F915-F3BE-5329-7816-341556210CC2}"/>
                    </a:ext>
                  </a:extLst>
                </p14:cNvPr>
                <p14:cNvContentPartPr/>
                <p14:nvPr/>
              </p14:nvContentPartPr>
              <p14:xfrm>
                <a:off x="8876958" y="1506490"/>
                <a:ext cx="118440" cy="19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179F915-F3BE-5329-7816-341556210CC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859013" y="1488490"/>
                  <a:ext cx="153972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8A85819-330E-6887-BD3F-2F005875BBC2}"/>
                    </a:ext>
                  </a:extLst>
                </p14:cNvPr>
                <p14:cNvContentPartPr/>
                <p14:nvPr/>
              </p14:nvContentPartPr>
              <p14:xfrm>
                <a:off x="8968758" y="1525570"/>
                <a:ext cx="92160" cy="58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8A85819-330E-6887-BD3F-2F005875BBC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50687" y="1507570"/>
                  <a:ext cx="1279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64B6336-3D95-6F6C-2C88-4C01850FB614}"/>
                    </a:ext>
                  </a:extLst>
                </p14:cNvPr>
                <p14:cNvContentPartPr/>
                <p14:nvPr/>
              </p14:nvContentPartPr>
              <p14:xfrm>
                <a:off x="8469438" y="2187610"/>
                <a:ext cx="52560" cy="47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64B6336-3D95-6F6C-2C88-4C01850FB61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51438" y="2169472"/>
                  <a:ext cx="88200" cy="83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972A6F5-B9A5-18B5-6AD2-5E05847E339D}"/>
                    </a:ext>
                  </a:extLst>
                </p14:cNvPr>
                <p14:cNvContentPartPr/>
                <p14:nvPr/>
              </p14:nvContentPartPr>
              <p14:xfrm>
                <a:off x="8480958" y="3118930"/>
                <a:ext cx="123480" cy="119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972A6F5-B9A5-18B5-6AD2-5E05847E339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62958" y="3100930"/>
                  <a:ext cx="159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04DAEF6-E7E9-0A69-7815-94CE7CBF553D}"/>
                    </a:ext>
                  </a:extLst>
                </p14:cNvPr>
                <p14:cNvContentPartPr/>
                <p14:nvPr/>
              </p14:nvContentPartPr>
              <p14:xfrm>
                <a:off x="8504718" y="2220730"/>
                <a:ext cx="6840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04DAEF6-E7E9-0A69-7815-94CE7CBF553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486718" y="2202730"/>
                  <a:ext cx="104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D2E6E6-9D3B-EC83-90D4-61B640D83C2D}"/>
                    </a:ext>
                  </a:extLst>
                </p14:cNvPr>
                <p14:cNvContentPartPr/>
                <p14:nvPr/>
              </p14:nvContentPartPr>
              <p14:xfrm>
                <a:off x="8714238" y="2528890"/>
                <a:ext cx="144000" cy="133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D2E6E6-9D3B-EC83-90D4-61B640D83C2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96238" y="2510890"/>
                  <a:ext cx="179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BE5AF45-BEB7-2ED4-9E21-7340C3A36596}"/>
                    </a:ext>
                  </a:extLst>
                </p14:cNvPr>
                <p14:cNvContentPartPr/>
                <p14:nvPr/>
              </p14:nvContentPartPr>
              <p14:xfrm>
                <a:off x="8848158" y="2553010"/>
                <a:ext cx="42480" cy="206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BE5AF45-BEB7-2ED4-9E21-7340C3A3659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30158" y="2535010"/>
                  <a:ext cx="78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DA8D3FA-D237-6ED6-5AD3-10FC28E71403}"/>
                    </a:ext>
                  </a:extLst>
                </p14:cNvPr>
                <p14:cNvContentPartPr/>
                <p14:nvPr/>
              </p14:nvContentPartPr>
              <p14:xfrm>
                <a:off x="9002238" y="2526730"/>
                <a:ext cx="42840" cy="17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DA8D3FA-D237-6ED6-5AD3-10FC28E7140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84238" y="2508730"/>
                  <a:ext cx="78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77F593A-738C-B121-40D1-2B71BABB19F8}"/>
                    </a:ext>
                  </a:extLst>
                </p14:cNvPr>
                <p14:cNvContentPartPr/>
                <p14:nvPr/>
              </p14:nvContentPartPr>
              <p14:xfrm>
                <a:off x="9069198" y="2583610"/>
                <a:ext cx="84600" cy="38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77F593A-738C-B121-40D1-2B71BABB19F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051198" y="2565442"/>
                  <a:ext cx="120240" cy="74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F4D31A5-6178-67D1-41EB-3AFD965171FB}"/>
                    </a:ext>
                  </a:extLst>
                </p14:cNvPr>
                <p14:cNvContentPartPr/>
                <p14:nvPr/>
              </p14:nvContentPartPr>
              <p14:xfrm>
                <a:off x="8474838" y="2117410"/>
                <a:ext cx="873720" cy="140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F4D31A5-6178-67D1-41EB-3AFD965171F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56838" y="2099410"/>
                  <a:ext cx="909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8470BDF-1BA0-DA74-5B45-A0335EF400CB}"/>
                    </a:ext>
                  </a:extLst>
                </p14:cNvPr>
                <p14:cNvContentPartPr/>
                <p14:nvPr/>
              </p14:nvContentPartPr>
              <p14:xfrm>
                <a:off x="9295638" y="2074210"/>
                <a:ext cx="114840" cy="90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8470BDF-1BA0-DA74-5B45-A0335EF400C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277581" y="2056210"/>
                  <a:ext cx="150592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D0A67FF-2B49-B209-9C39-120C2421AC75}"/>
                    </a:ext>
                  </a:extLst>
                </p14:cNvPr>
                <p14:cNvContentPartPr/>
                <p14:nvPr/>
              </p14:nvContentPartPr>
              <p14:xfrm>
                <a:off x="8523438" y="3159610"/>
                <a:ext cx="901440" cy="45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D0A67FF-2B49-B209-9C39-120C2421AC7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05438" y="3141467"/>
                  <a:ext cx="93708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446ADCB-8B69-FCD3-AC57-A597C934D655}"/>
                    </a:ext>
                  </a:extLst>
                </p14:cNvPr>
                <p14:cNvContentPartPr/>
                <p14:nvPr/>
              </p14:nvContentPartPr>
              <p14:xfrm>
                <a:off x="9411918" y="3124330"/>
                <a:ext cx="122400" cy="10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446ADCB-8B69-FCD3-AC57-A597C934D65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93918" y="3106330"/>
                  <a:ext cx="15804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3A10A62-3B7E-107F-F326-5928E4805F5D}"/>
              </a:ext>
            </a:extLst>
          </p:cNvPr>
          <p:cNvGrpSpPr/>
          <p:nvPr/>
        </p:nvGrpSpPr>
        <p:grpSpPr>
          <a:xfrm>
            <a:off x="9862998" y="3103450"/>
            <a:ext cx="608760" cy="101520"/>
            <a:chOff x="9862998" y="3103450"/>
            <a:chExt cx="608760" cy="10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5F84D67-5F37-0276-B161-D3FD180B7497}"/>
                    </a:ext>
                  </a:extLst>
                </p14:cNvPr>
                <p14:cNvContentPartPr/>
                <p14:nvPr/>
              </p14:nvContentPartPr>
              <p14:xfrm>
                <a:off x="9862998" y="3103450"/>
                <a:ext cx="9324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5F84D67-5F37-0276-B161-D3FD180B749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844928" y="3085569"/>
                  <a:ext cx="129018" cy="894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231FA50-7C56-6FBE-E17A-76A6932365EC}"/>
                    </a:ext>
                  </a:extLst>
                </p14:cNvPr>
                <p14:cNvContentPartPr/>
                <p14:nvPr/>
              </p14:nvContentPartPr>
              <p14:xfrm>
                <a:off x="9878478" y="3130450"/>
                <a:ext cx="593280" cy="74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231FA50-7C56-6FBE-E17A-76A6932365E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60467" y="3112450"/>
                  <a:ext cx="628942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B6F0F0B-7F5F-674F-D596-6520542A828A}"/>
              </a:ext>
            </a:extLst>
          </p:cNvPr>
          <p:cNvGrpSpPr/>
          <p:nvPr/>
        </p:nvGrpSpPr>
        <p:grpSpPr>
          <a:xfrm>
            <a:off x="9967038" y="2449690"/>
            <a:ext cx="854640" cy="237600"/>
            <a:chOff x="9967038" y="2449690"/>
            <a:chExt cx="85464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CD32E55-854E-2D15-94FC-8883C3E458CD}"/>
                    </a:ext>
                  </a:extLst>
                </p14:cNvPr>
                <p14:cNvContentPartPr/>
                <p14:nvPr/>
              </p14:nvContentPartPr>
              <p14:xfrm>
                <a:off x="9967038" y="2499010"/>
                <a:ext cx="204480" cy="188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CD32E55-854E-2D15-94FC-8883C3E458C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49038" y="2481010"/>
                  <a:ext cx="240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BD5E5EC-020C-C401-F0D1-6D64A9CC04F6}"/>
                    </a:ext>
                  </a:extLst>
                </p14:cNvPr>
                <p14:cNvContentPartPr/>
                <p14:nvPr/>
              </p14:nvContentPartPr>
              <p14:xfrm>
                <a:off x="10276638" y="2506210"/>
                <a:ext cx="94680" cy="119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BD5E5EC-020C-C401-F0D1-6D64A9CC04F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58638" y="2488210"/>
                  <a:ext cx="130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0FD6C15-34D0-0327-DA71-25DAA55DD5F6}"/>
                    </a:ext>
                  </a:extLst>
                </p14:cNvPr>
                <p14:cNvContentPartPr/>
                <p14:nvPr/>
              </p14:nvContentPartPr>
              <p14:xfrm>
                <a:off x="10479318" y="2516650"/>
                <a:ext cx="9216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0FD6C15-34D0-0327-DA71-25DAA55DD5F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461318" y="2498650"/>
                  <a:ext cx="127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22F305E-EC06-AF6F-C218-2D86ECB00233}"/>
                    </a:ext>
                  </a:extLst>
                </p14:cNvPr>
                <p14:cNvContentPartPr/>
                <p14:nvPr/>
              </p14:nvContentPartPr>
              <p14:xfrm>
                <a:off x="10619358" y="2535730"/>
                <a:ext cx="55080" cy="6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22F305E-EC06-AF6F-C218-2D86ECB0023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601240" y="2517730"/>
                  <a:ext cx="9095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44DA728-F049-12A4-EFD2-0C431DBF2646}"/>
                    </a:ext>
                  </a:extLst>
                </p14:cNvPr>
                <p14:cNvContentPartPr/>
                <p14:nvPr/>
              </p14:nvContentPartPr>
              <p14:xfrm>
                <a:off x="10716198" y="2449690"/>
                <a:ext cx="105480" cy="148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44DA728-F049-12A4-EFD2-0C431DBF264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698198" y="2431646"/>
                  <a:ext cx="141120" cy="18404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C007E0A-8AE3-C97A-EB97-8BEA94204705}"/>
              </a:ext>
            </a:extLst>
          </p:cNvPr>
          <p:cNvGrpSpPr/>
          <p:nvPr/>
        </p:nvGrpSpPr>
        <p:grpSpPr>
          <a:xfrm>
            <a:off x="9770838" y="2030290"/>
            <a:ext cx="853920" cy="156600"/>
            <a:chOff x="9770838" y="2030290"/>
            <a:chExt cx="853920" cy="15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28D4D9A-3BE3-8623-238D-8FB4F8E58280}"/>
                    </a:ext>
                  </a:extLst>
                </p14:cNvPr>
                <p14:cNvContentPartPr/>
                <p14:nvPr/>
              </p14:nvContentPartPr>
              <p14:xfrm>
                <a:off x="9770838" y="2066650"/>
                <a:ext cx="81000" cy="120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28D4D9A-3BE3-8623-238D-8FB4F8E5828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752918" y="2048650"/>
                  <a:ext cx="116482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8B037D0-CFC2-C8BC-33AB-5DE92B69793C}"/>
                    </a:ext>
                  </a:extLst>
                </p14:cNvPr>
                <p14:cNvContentPartPr/>
                <p14:nvPr/>
              </p14:nvContentPartPr>
              <p14:xfrm>
                <a:off x="9787038" y="2039650"/>
                <a:ext cx="506880" cy="113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8B037D0-CFC2-C8BC-33AB-5DE92B69793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769051" y="2021707"/>
                  <a:ext cx="542495" cy="148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C2BC6D-2477-7CE0-2DAA-663841A5D9BC}"/>
                    </a:ext>
                  </a:extLst>
                </p14:cNvPr>
                <p14:cNvContentPartPr/>
                <p14:nvPr/>
              </p14:nvContentPartPr>
              <p14:xfrm>
                <a:off x="10314438" y="2030290"/>
                <a:ext cx="258120" cy="31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C2BC6D-2477-7CE0-2DAA-663841A5D9B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96463" y="2012083"/>
                  <a:ext cx="293710" cy="677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659CF4E-A956-2E64-CA69-DF5D7B1C8B16}"/>
                    </a:ext>
                  </a:extLst>
                </p14:cNvPr>
                <p14:cNvContentPartPr/>
                <p14:nvPr/>
              </p14:nvContentPartPr>
              <p14:xfrm>
                <a:off x="10607118" y="2034250"/>
                <a:ext cx="1512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659CF4E-A956-2E64-CA69-DF5D7B1C8B1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589118" y="2016250"/>
                  <a:ext cx="50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735DD42-5454-E5FD-AEFD-2591E24397DC}"/>
                    </a:ext>
                  </a:extLst>
                </p14:cNvPr>
                <p14:cNvContentPartPr/>
                <p14:nvPr/>
              </p14:nvContentPartPr>
              <p14:xfrm>
                <a:off x="10624398" y="2031730"/>
                <a:ext cx="360" cy="1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735DD42-5454-E5FD-AEFD-2591E24397D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606398" y="2013730"/>
                  <a:ext cx="360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806ECAE-0A13-442B-6F65-E01CCEDE6E2B}"/>
              </a:ext>
            </a:extLst>
          </p:cNvPr>
          <p:cNvGrpSpPr/>
          <p:nvPr/>
        </p:nvGrpSpPr>
        <p:grpSpPr>
          <a:xfrm>
            <a:off x="10483998" y="3103810"/>
            <a:ext cx="232200" cy="38520"/>
            <a:chOff x="10483998" y="3103810"/>
            <a:chExt cx="232200" cy="3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7BDE079-8A26-9686-2F2C-8875506EA7D0}"/>
                    </a:ext>
                  </a:extLst>
                </p14:cNvPr>
                <p14:cNvContentPartPr/>
                <p14:nvPr/>
              </p14:nvContentPartPr>
              <p14:xfrm>
                <a:off x="10483998" y="3123970"/>
                <a:ext cx="212040" cy="18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7BDE079-8A26-9686-2F2C-8875506EA7D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65998" y="3106316"/>
                  <a:ext cx="24768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A15011-E182-3753-1789-D432A80ED701}"/>
                    </a:ext>
                  </a:extLst>
                </p14:cNvPr>
                <p14:cNvContentPartPr/>
                <p14:nvPr/>
              </p14:nvContentPartPr>
              <p14:xfrm>
                <a:off x="10680918" y="3103810"/>
                <a:ext cx="35280" cy="19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A15011-E182-3753-1789-D432A80ED70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62918" y="3086143"/>
                  <a:ext cx="70920" cy="540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67D9EF0-B824-5F9A-12E3-7F5D7408D206}"/>
              </a:ext>
            </a:extLst>
          </p:cNvPr>
          <p:cNvGrpSpPr/>
          <p:nvPr/>
        </p:nvGrpSpPr>
        <p:grpSpPr>
          <a:xfrm>
            <a:off x="6125478" y="3793210"/>
            <a:ext cx="3775320" cy="1779480"/>
            <a:chOff x="6125478" y="3793210"/>
            <a:chExt cx="3775320" cy="177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9F2D4D4-3102-58BC-1CD6-D1AD5B998B74}"/>
                    </a:ext>
                  </a:extLst>
                </p14:cNvPr>
                <p14:cNvContentPartPr/>
                <p14:nvPr/>
              </p14:nvContentPartPr>
              <p14:xfrm>
                <a:off x="7272798" y="3949090"/>
                <a:ext cx="59760" cy="501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9F2D4D4-3102-58BC-1CD6-D1AD5B998B7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54798" y="3931090"/>
                  <a:ext cx="954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B0C9EC2-7B23-4882-D671-F0A8D6F91FB4}"/>
                    </a:ext>
                  </a:extLst>
                </p14:cNvPr>
                <p14:cNvContentPartPr/>
                <p14:nvPr/>
              </p14:nvContentPartPr>
              <p14:xfrm>
                <a:off x="6993798" y="4386850"/>
                <a:ext cx="625680" cy="770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B0C9EC2-7B23-4882-D671-F0A8D6F91FB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75798" y="4368858"/>
                  <a:ext cx="661320" cy="805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31B629A-92D0-C538-D8E5-607C97421220}"/>
                    </a:ext>
                  </a:extLst>
                </p14:cNvPr>
                <p14:cNvContentPartPr/>
                <p14:nvPr/>
              </p14:nvContentPartPr>
              <p14:xfrm>
                <a:off x="7163718" y="4653250"/>
                <a:ext cx="156960" cy="253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31B629A-92D0-C538-D8E5-607C9742122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145718" y="4635224"/>
                  <a:ext cx="192600" cy="289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7BBF59A-7693-CF69-F08B-CA8F89F702D2}"/>
                    </a:ext>
                  </a:extLst>
                </p14:cNvPr>
                <p14:cNvContentPartPr/>
                <p14:nvPr/>
              </p14:nvContentPartPr>
              <p14:xfrm>
                <a:off x="7271718" y="4865650"/>
                <a:ext cx="24840" cy="161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7BBF59A-7693-CF69-F08B-CA8F89F702D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253718" y="4847650"/>
                  <a:ext cx="604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5938660-B6D5-D339-C155-F89C94DFA8D2}"/>
                    </a:ext>
                  </a:extLst>
                </p14:cNvPr>
                <p14:cNvContentPartPr/>
                <p14:nvPr/>
              </p14:nvContentPartPr>
              <p14:xfrm>
                <a:off x="7278558" y="3917410"/>
                <a:ext cx="1024560" cy="56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5938660-B6D5-D339-C155-F89C94DFA8D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260558" y="3899410"/>
                  <a:ext cx="10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A2BA894-DAF2-739A-0BD5-C1FBD3172C27}"/>
                    </a:ext>
                  </a:extLst>
                </p14:cNvPr>
                <p14:cNvContentPartPr/>
                <p14:nvPr/>
              </p14:nvContentPartPr>
              <p14:xfrm>
                <a:off x="8269278" y="3960970"/>
                <a:ext cx="15120" cy="335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A2BA894-DAF2-739A-0BD5-C1FBD3172C2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251278" y="3942970"/>
                  <a:ext cx="507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F0B7AC3-D0EB-5789-FC15-7642438E4D13}"/>
                    </a:ext>
                  </a:extLst>
                </p14:cNvPr>
                <p14:cNvContentPartPr/>
                <p14:nvPr/>
              </p14:nvContentPartPr>
              <p14:xfrm>
                <a:off x="8259918" y="4380370"/>
                <a:ext cx="97560" cy="40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F0B7AC3-D0EB-5789-FC15-7642438E4D1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241918" y="4362370"/>
                  <a:ext cx="1332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B7926A9-0573-382B-B681-DEC92B4D7211}"/>
                    </a:ext>
                  </a:extLst>
                </p14:cNvPr>
                <p14:cNvContentPartPr/>
                <p14:nvPr/>
              </p14:nvContentPartPr>
              <p14:xfrm>
                <a:off x="7350918" y="4756210"/>
                <a:ext cx="1066320" cy="81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B7926A9-0573-382B-B681-DEC92B4D721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332918" y="4738210"/>
                  <a:ext cx="110196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971F0A4-0644-FD2C-BC13-C807C8B6839B}"/>
                    </a:ext>
                  </a:extLst>
                </p14:cNvPr>
                <p14:cNvContentPartPr/>
                <p14:nvPr/>
              </p14:nvContentPartPr>
              <p14:xfrm>
                <a:off x="7382598" y="5224570"/>
                <a:ext cx="37080" cy="348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971F0A4-0644-FD2C-BC13-C807C8B6839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64598" y="5206570"/>
                  <a:ext cx="72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1A9348B-F3DB-1FC5-65F1-E08EDD344756}"/>
                    </a:ext>
                  </a:extLst>
                </p14:cNvPr>
                <p14:cNvContentPartPr/>
                <p14:nvPr/>
              </p14:nvContentPartPr>
              <p14:xfrm>
                <a:off x="8302038" y="3826330"/>
                <a:ext cx="1092600" cy="95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1A9348B-F3DB-1FC5-65F1-E08EDD34475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84038" y="3808330"/>
                  <a:ext cx="1128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CD0AAEA-12C4-502B-3C47-E6419F52F686}"/>
                    </a:ext>
                  </a:extLst>
                </p14:cNvPr>
                <p14:cNvContentPartPr/>
                <p14:nvPr/>
              </p14:nvContentPartPr>
              <p14:xfrm>
                <a:off x="8381238" y="5298370"/>
                <a:ext cx="1198080" cy="12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CD0AAEA-12C4-502B-3C47-E6419F52F68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363238" y="5280370"/>
                  <a:ext cx="1233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CB279AC-9A0A-F902-8BC5-C5257ACE3DBD}"/>
                    </a:ext>
                  </a:extLst>
                </p14:cNvPr>
                <p14:cNvContentPartPr/>
                <p14:nvPr/>
              </p14:nvContentPartPr>
              <p14:xfrm>
                <a:off x="6170478" y="4451650"/>
                <a:ext cx="163800" cy="27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CB279AC-9A0A-F902-8BC5-C5257ACE3DB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152478" y="4433650"/>
                  <a:ext cx="1994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1F0CE10-7356-02B6-2149-DABFE7777B74}"/>
                    </a:ext>
                  </a:extLst>
                </p14:cNvPr>
                <p14:cNvContentPartPr/>
                <p14:nvPr/>
              </p14:nvContentPartPr>
              <p14:xfrm>
                <a:off x="6125478" y="4412050"/>
                <a:ext cx="87480" cy="104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1F0CE10-7356-02B6-2149-DABFE7777B7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107478" y="4394050"/>
                  <a:ext cx="123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984365D-58C2-BB11-CA30-0F585A189254}"/>
                    </a:ext>
                  </a:extLst>
                </p14:cNvPr>
                <p14:cNvContentPartPr/>
                <p14:nvPr/>
              </p14:nvContentPartPr>
              <p14:xfrm>
                <a:off x="6328518" y="4683130"/>
                <a:ext cx="61920" cy="81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984365D-58C2-BB11-CA30-0F585A18925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310518" y="4665130"/>
                  <a:ext cx="97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1AE7D22-BCCB-004C-F3C4-A66335177ED5}"/>
                    </a:ext>
                  </a:extLst>
                </p14:cNvPr>
                <p14:cNvContentPartPr/>
                <p14:nvPr/>
              </p14:nvContentPartPr>
              <p14:xfrm>
                <a:off x="6458478" y="4547410"/>
                <a:ext cx="100080" cy="174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1AE7D22-BCCB-004C-F3C4-A66335177ED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440543" y="4529373"/>
                  <a:ext cx="135592" cy="2106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49554C5-94F3-4AE1-CF63-7EA6474E6B37}"/>
                    </a:ext>
                  </a:extLst>
                </p14:cNvPr>
                <p14:cNvContentPartPr/>
                <p14:nvPr/>
              </p14:nvContentPartPr>
              <p14:xfrm>
                <a:off x="6461358" y="4440490"/>
                <a:ext cx="169200" cy="168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49554C5-94F3-4AE1-CF63-7EA6474E6B3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443358" y="4422490"/>
                  <a:ext cx="204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5DD57A2-7045-9B80-6C08-CCF5AA0D0446}"/>
                    </a:ext>
                  </a:extLst>
                </p14:cNvPr>
                <p14:cNvContentPartPr/>
                <p14:nvPr/>
              </p14:nvContentPartPr>
              <p14:xfrm>
                <a:off x="6702558" y="4400530"/>
                <a:ext cx="91800" cy="97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5DD57A2-7045-9B80-6C08-CCF5AA0D044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684558" y="4382530"/>
                  <a:ext cx="127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B9FD019-72DC-CACE-44E7-33CCD5B341F5}"/>
                    </a:ext>
                  </a:extLst>
                </p14:cNvPr>
                <p14:cNvContentPartPr/>
                <p14:nvPr/>
              </p14:nvContentPartPr>
              <p14:xfrm>
                <a:off x="6813078" y="4246090"/>
                <a:ext cx="37440" cy="108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B9FD019-72DC-CACE-44E7-33CCD5B341F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795078" y="4228090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3E740B9-276D-7668-5959-DA2868A2D049}"/>
                    </a:ext>
                  </a:extLst>
                </p14:cNvPr>
                <p14:cNvContentPartPr/>
                <p14:nvPr/>
              </p14:nvContentPartPr>
              <p14:xfrm>
                <a:off x="6795798" y="3971050"/>
                <a:ext cx="53640" cy="4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3E740B9-276D-7668-5959-DA2868A2D04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777798" y="3952905"/>
                  <a:ext cx="8928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8841228-F4A9-AF01-7AFF-E69FC3186883}"/>
                    </a:ext>
                  </a:extLst>
                </p14:cNvPr>
                <p14:cNvContentPartPr/>
                <p14:nvPr/>
              </p14:nvContentPartPr>
              <p14:xfrm>
                <a:off x="6881838" y="4040530"/>
                <a:ext cx="41400" cy="51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8841228-F4A9-AF01-7AFF-E69FC318688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863838" y="4022530"/>
                  <a:ext cx="7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B5BB454-52D4-AEF8-F3EB-77263751B139}"/>
                    </a:ext>
                  </a:extLst>
                </p14:cNvPr>
                <p14:cNvContentPartPr/>
                <p14:nvPr/>
              </p14:nvContentPartPr>
              <p14:xfrm>
                <a:off x="6948438" y="3793210"/>
                <a:ext cx="111600" cy="90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B5BB454-52D4-AEF8-F3EB-77263751B139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30438" y="3775210"/>
                  <a:ext cx="14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599035A-9E28-8595-7CCB-D3C6E91AC4B6}"/>
                    </a:ext>
                  </a:extLst>
                </p14:cNvPr>
                <p14:cNvContentPartPr/>
                <p14:nvPr/>
              </p14:nvContentPartPr>
              <p14:xfrm>
                <a:off x="7086678" y="3937210"/>
                <a:ext cx="45360" cy="4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599035A-9E28-8595-7CCB-D3C6E91AC4B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068678" y="3919210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55F4646-03B3-3B99-B0B5-B4D40786DA31}"/>
                    </a:ext>
                  </a:extLst>
                </p14:cNvPr>
                <p14:cNvContentPartPr/>
                <p14:nvPr/>
              </p14:nvContentPartPr>
              <p14:xfrm>
                <a:off x="8574558" y="4539490"/>
                <a:ext cx="141480" cy="33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55F4646-03B3-3B99-B0B5-B4D40786DA3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56558" y="4521509"/>
                  <a:ext cx="177120" cy="3689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68BC7BF-DED3-23C2-0A22-A9A6085F29B6}"/>
                    </a:ext>
                  </a:extLst>
                </p14:cNvPr>
                <p14:cNvContentPartPr/>
                <p14:nvPr/>
              </p14:nvContentPartPr>
              <p14:xfrm>
                <a:off x="8617758" y="4515730"/>
                <a:ext cx="137520" cy="183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68BC7BF-DED3-23C2-0A22-A9A6085F29B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599758" y="4497730"/>
                  <a:ext cx="173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17ED5E5-2E0C-91D4-2E8A-61A1F7F03557}"/>
                    </a:ext>
                  </a:extLst>
                </p14:cNvPr>
                <p14:cNvContentPartPr/>
                <p14:nvPr/>
              </p14:nvContentPartPr>
              <p14:xfrm>
                <a:off x="8897478" y="4582330"/>
                <a:ext cx="75240" cy="153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17ED5E5-2E0C-91D4-2E8A-61A1F7F0355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79564" y="4564330"/>
                  <a:ext cx="11071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EDA70B9-3FC4-EBBB-BE96-6FE3CE9DCFC1}"/>
                    </a:ext>
                  </a:extLst>
                </p14:cNvPr>
                <p14:cNvContentPartPr/>
                <p14:nvPr/>
              </p14:nvContentPartPr>
              <p14:xfrm>
                <a:off x="8920158" y="4467130"/>
                <a:ext cx="149400" cy="135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EDA70B9-3FC4-EBBB-BE96-6FE3CE9DCFC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902158" y="4449178"/>
                  <a:ext cx="185040" cy="1709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6512DC6-1584-186E-42E0-F2EBA6285E35}"/>
                    </a:ext>
                  </a:extLst>
                </p14:cNvPr>
                <p14:cNvContentPartPr/>
                <p14:nvPr/>
              </p14:nvContentPartPr>
              <p14:xfrm>
                <a:off x="9134718" y="4495930"/>
                <a:ext cx="90000" cy="97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6512DC6-1584-186E-42E0-F2EBA6285E3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16718" y="4477930"/>
                  <a:ext cx="125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7295DC9-9E57-E325-F12E-5EF03840928B}"/>
                    </a:ext>
                  </a:extLst>
                </p14:cNvPr>
                <p14:cNvContentPartPr/>
                <p14:nvPr/>
              </p14:nvContentPartPr>
              <p14:xfrm>
                <a:off x="9262518" y="4389010"/>
                <a:ext cx="61920" cy="78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7295DC9-9E57-E325-F12E-5EF03840928B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244518" y="4371092"/>
                  <a:ext cx="97560" cy="1143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D6E50A3-DA03-2D1F-72DD-67DE776C6B8A}"/>
                    </a:ext>
                  </a:extLst>
                </p14:cNvPr>
                <p14:cNvContentPartPr/>
                <p14:nvPr/>
              </p14:nvContentPartPr>
              <p14:xfrm>
                <a:off x="9433518" y="4286050"/>
                <a:ext cx="12240" cy="10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D6E50A3-DA03-2D1F-72DD-67DE776C6B8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415518" y="4268050"/>
                  <a:ext cx="47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AD670AE-DCD1-4872-B059-10465E0CCC00}"/>
                    </a:ext>
                  </a:extLst>
                </p14:cNvPr>
                <p14:cNvContentPartPr/>
                <p14:nvPr/>
              </p14:nvContentPartPr>
              <p14:xfrm>
                <a:off x="9470238" y="4330690"/>
                <a:ext cx="58680" cy="52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AD670AE-DCD1-4872-B059-10465E0CCC0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452238" y="4312690"/>
                  <a:ext cx="94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75C0517-3B27-3E9C-5D22-02CF4A0BB024}"/>
                    </a:ext>
                  </a:extLst>
                </p14:cNvPr>
                <p14:cNvContentPartPr/>
                <p14:nvPr/>
              </p14:nvContentPartPr>
              <p14:xfrm>
                <a:off x="9694518" y="4072210"/>
                <a:ext cx="136080" cy="190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75C0517-3B27-3E9C-5D22-02CF4A0BB02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676518" y="4054210"/>
                  <a:ext cx="17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C3ED202-9C57-ED8F-09CB-2C65318A1406}"/>
                    </a:ext>
                  </a:extLst>
                </p14:cNvPr>
                <p14:cNvContentPartPr/>
                <p14:nvPr/>
              </p14:nvContentPartPr>
              <p14:xfrm>
                <a:off x="9881718" y="4306570"/>
                <a:ext cx="19080" cy="20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C3ED202-9C57-ED8F-09CB-2C65318A140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863718" y="4288570"/>
                  <a:ext cx="547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C54DA-3F8B-1A0D-32A4-FE231A5C1083}"/>
              </a:ext>
            </a:extLst>
          </p:cNvPr>
          <p:cNvGrpSpPr/>
          <p:nvPr/>
        </p:nvGrpSpPr>
        <p:grpSpPr>
          <a:xfrm>
            <a:off x="7345518" y="5699050"/>
            <a:ext cx="3781080" cy="671040"/>
            <a:chOff x="7345518" y="5699050"/>
            <a:chExt cx="3781080" cy="67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0010F45-FBAC-26D8-2B07-DF736AAE5F25}"/>
                    </a:ext>
                  </a:extLst>
                </p14:cNvPr>
                <p14:cNvContentPartPr/>
                <p14:nvPr/>
              </p14:nvContentPartPr>
              <p14:xfrm>
                <a:off x="7345518" y="5935210"/>
                <a:ext cx="47160" cy="398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0010F45-FBAC-26D8-2B07-DF736AAE5F2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327518" y="5917210"/>
                  <a:ext cx="82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75FE50C-BF5B-BFAC-9248-E5D9EF65BB27}"/>
                    </a:ext>
                  </a:extLst>
                </p14:cNvPr>
                <p14:cNvContentPartPr/>
                <p14:nvPr/>
              </p14:nvContentPartPr>
              <p14:xfrm>
                <a:off x="7359198" y="5937730"/>
                <a:ext cx="250560" cy="258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75FE50C-BF5B-BFAC-9248-E5D9EF65BB2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341172" y="5919705"/>
                  <a:ext cx="286251" cy="294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AE7DE44-2F68-3DA5-3C54-94D38DB01D87}"/>
                    </a:ext>
                  </a:extLst>
                </p14:cNvPr>
                <p14:cNvContentPartPr/>
                <p14:nvPr/>
              </p14:nvContentPartPr>
              <p14:xfrm>
                <a:off x="7710558" y="6126010"/>
                <a:ext cx="22680" cy="244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AE7DE44-2F68-3DA5-3C54-94D38DB01D8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692558" y="6108010"/>
                  <a:ext cx="58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CF4FF15-8047-4852-8D79-8972659CC578}"/>
                    </a:ext>
                  </a:extLst>
                </p14:cNvPr>
                <p14:cNvContentPartPr/>
                <p14:nvPr/>
              </p14:nvContentPartPr>
              <p14:xfrm>
                <a:off x="7712718" y="6133210"/>
                <a:ext cx="133920" cy="122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CF4FF15-8047-4852-8D79-8972659CC57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694718" y="6115210"/>
                  <a:ext cx="169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35DD5A9-9B7F-9EBF-2009-BE428121CDD7}"/>
                    </a:ext>
                  </a:extLst>
                </p14:cNvPr>
                <p14:cNvContentPartPr/>
                <p14:nvPr/>
              </p14:nvContentPartPr>
              <p14:xfrm>
                <a:off x="7985958" y="6174970"/>
                <a:ext cx="69480" cy="124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35DD5A9-9B7F-9EBF-2009-BE428121CDD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967864" y="6157022"/>
                  <a:ext cx="105306" cy="1604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A27BA2A-3815-61FD-5041-428B212777DD}"/>
                    </a:ext>
                  </a:extLst>
                </p14:cNvPr>
                <p14:cNvContentPartPr/>
                <p14:nvPr/>
              </p14:nvContentPartPr>
              <p14:xfrm>
                <a:off x="8126718" y="6122050"/>
                <a:ext cx="74520" cy="101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A27BA2A-3815-61FD-5041-428B212777D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08631" y="6104050"/>
                  <a:ext cx="110333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BF1A965-B517-CB33-0A1C-25EAE5E44578}"/>
                    </a:ext>
                  </a:extLst>
                </p14:cNvPr>
                <p14:cNvContentPartPr/>
                <p14:nvPr/>
              </p14:nvContentPartPr>
              <p14:xfrm>
                <a:off x="8403558" y="6133210"/>
                <a:ext cx="33480" cy="13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BF1A965-B517-CB33-0A1C-25EAE5E44578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85558" y="6115210"/>
                  <a:ext cx="69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26B3230-CD84-8F25-4BF8-80A68522A68D}"/>
                    </a:ext>
                  </a:extLst>
                </p14:cNvPr>
                <p14:cNvContentPartPr/>
                <p14:nvPr/>
              </p14:nvContentPartPr>
              <p14:xfrm>
                <a:off x="8468358" y="6187570"/>
                <a:ext cx="56160" cy="2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26B3230-CD84-8F25-4BF8-80A68522A68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450473" y="6169570"/>
                  <a:ext cx="91573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1B79BB0-1F62-E094-AA87-7E85EC99A49E}"/>
                    </a:ext>
                  </a:extLst>
                </p14:cNvPr>
                <p14:cNvContentPartPr/>
                <p14:nvPr/>
              </p14:nvContentPartPr>
              <p14:xfrm>
                <a:off x="8777598" y="5884450"/>
                <a:ext cx="84600" cy="367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1B79BB0-1F62-E094-AA87-7E85EC99A49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59598" y="5866468"/>
                  <a:ext cx="120240" cy="4028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87B679A-CC47-3B45-0092-FBC2B006B085}"/>
                    </a:ext>
                  </a:extLst>
                </p14:cNvPr>
                <p14:cNvContentPartPr/>
                <p14:nvPr/>
              </p14:nvContentPartPr>
              <p14:xfrm>
                <a:off x="8811438" y="5861050"/>
                <a:ext cx="170280" cy="263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87B679A-CC47-3B45-0092-FBC2B006B08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93438" y="5843050"/>
                  <a:ext cx="205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C02B17E-D720-361F-BE97-FAECD0F7AC42}"/>
                    </a:ext>
                  </a:extLst>
                </p14:cNvPr>
                <p14:cNvContentPartPr/>
                <p14:nvPr/>
              </p14:nvContentPartPr>
              <p14:xfrm>
                <a:off x="9073158" y="6027370"/>
                <a:ext cx="143640" cy="60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C02B17E-D720-361F-BE97-FAECD0F7AC4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055158" y="6009370"/>
                  <a:ext cx="1792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E767A3C-18D1-6ED1-C66F-C70A9EBD5309}"/>
                    </a:ext>
                  </a:extLst>
                </p14:cNvPr>
                <p14:cNvContentPartPr/>
                <p14:nvPr/>
              </p14:nvContentPartPr>
              <p14:xfrm>
                <a:off x="9164238" y="5998930"/>
                <a:ext cx="34200" cy="2984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E767A3C-18D1-6ED1-C66F-C70A9EBD530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146238" y="5980930"/>
                  <a:ext cx="69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B532397-17FD-9410-3637-9DB881AF2483}"/>
                    </a:ext>
                  </a:extLst>
                </p14:cNvPr>
                <p14:cNvContentPartPr/>
                <p14:nvPr/>
              </p14:nvContentPartPr>
              <p14:xfrm>
                <a:off x="9331638" y="6042490"/>
                <a:ext cx="182880" cy="166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B532397-17FD-9410-3637-9DB881AF248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313638" y="6024490"/>
                  <a:ext cx="21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9414E75-0C7F-7CF3-04EB-66DE03BEC232}"/>
                    </a:ext>
                  </a:extLst>
                </p14:cNvPr>
                <p14:cNvContentPartPr/>
                <p14:nvPr/>
              </p14:nvContentPartPr>
              <p14:xfrm>
                <a:off x="9688758" y="5977330"/>
                <a:ext cx="20520" cy="11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9414E75-0C7F-7CF3-04EB-66DE03BEC23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670758" y="5959330"/>
                  <a:ext cx="56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05B75E8-807A-A6DD-675C-954C68F1EEBF}"/>
                    </a:ext>
                  </a:extLst>
                </p14:cNvPr>
                <p14:cNvContentPartPr/>
                <p14:nvPr/>
              </p14:nvContentPartPr>
              <p14:xfrm>
                <a:off x="9722598" y="5997490"/>
                <a:ext cx="43200" cy="37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05B75E8-807A-A6DD-675C-954C68F1EEB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04747" y="5979490"/>
                  <a:ext cx="78545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41B2F7E-D65B-1EEC-177D-25A3EAA5FFC2}"/>
                    </a:ext>
                  </a:extLst>
                </p14:cNvPr>
                <p14:cNvContentPartPr/>
                <p14:nvPr/>
              </p14:nvContentPartPr>
              <p14:xfrm>
                <a:off x="9924558" y="5808490"/>
                <a:ext cx="163080" cy="24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41B2F7E-D65B-1EEC-177D-25A3EAA5FFC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906598" y="5790516"/>
                  <a:ext cx="198641" cy="2811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DD97E48-437B-DD69-80D8-32CEE1EA3C77}"/>
                    </a:ext>
                  </a:extLst>
                </p14:cNvPr>
                <p14:cNvContentPartPr/>
                <p14:nvPr/>
              </p14:nvContentPartPr>
              <p14:xfrm>
                <a:off x="10224438" y="5772490"/>
                <a:ext cx="278640" cy="265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DD97E48-437B-DD69-80D8-32CEE1EA3C77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206438" y="5754514"/>
                  <a:ext cx="314280" cy="3012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44DC5BD-1A28-1B10-1EE3-C9E63AFD1399}"/>
                    </a:ext>
                  </a:extLst>
                </p14:cNvPr>
                <p14:cNvContentPartPr/>
                <p14:nvPr/>
              </p14:nvContentPartPr>
              <p14:xfrm>
                <a:off x="10696758" y="5699050"/>
                <a:ext cx="429840" cy="240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44DC5BD-1A28-1B10-1EE3-C9E63AFD139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678758" y="5681050"/>
                  <a:ext cx="465480" cy="27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B32172C-4C66-0A0F-9B44-F7C864E5977F}"/>
                  </a:ext>
                </a:extLst>
              </p14:cNvPr>
              <p14:cNvContentPartPr/>
              <p14:nvPr/>
            </p14:nvContentPartPr>
            <p14:xfrm>
              <a:off x="8778091" y="6357460"/>
              <a:ext cx="1146600" cy="1440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B32172C-4C66-0A0F-9B44-F7C864E5977F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760451" y="6339460"/>
                <a:ext cx="1182240" cy="17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6764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E64EB-4F4C-4916-8AED-A024A553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62341-2215-A570-1FA8-6E7EAEB1C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6951-81D7-40AE-BABD-F731F4FD36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7789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71E4F-9CB0-B51B-AE9C-78216164CD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0D6277F-4ACC-C178-7097-68D24CCDD9AA}"/>
              </a:ext>
            </a:extLst>
          </p:cNvPr>
          <p:cNvGrpSpPr/>
          <p:nvPr/>
        </p:nvGrpSpPr>
        <p:grpSpPr>
          <a:xfrm>
            <a:off x="1216391" y="598900"/>
            <a:ext cx="2962440" cy="2382840"/>
            <a:chOff x="1216391" y="598900"/>
            <a:chExt cx="2962440" cy="238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6631DF2-5F34-2717-9496-A84321BE5D07}"/>
                    </a:ext>
                  </a:extLst>
                </p14:cNvPr>
                <p14:cNvContentPartPr/>
                <p14:nvPr/>
              </p14:nvContentPartPr>
              <p14:xfrm>
                <a:off x="1535351" y="642100"/>
                <a:ext cx="14760" cy="702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6631DF2-5F34-2717-9496-A84321BE5D0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17351" y="624460"/>
                  <a:ext cx="50400" cy="7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836721-F37A-E57E-C3BC-7F6E6C23FDAC}"/>
                    </a:ext>
                  </a:extLst>
                </p14:cNvPr>
                <p14:cNvContentPartPr/>
                <p14:nvPr/>
              </p14:nvContentPartPr>
              <p14:xfrm>
                <a:off x="1216391" y="1360660"/>
                <a:ext cx="702000" cy="34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836721-F37A-E57E-C3BC-7F6E6C23FD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98391" y="1342660"/>
                  <a:ext cx="7376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F687276-E674-0A80-1AC7-1220DCB7D778}"/>
                    </a:ext>
                  </a:extLst>
                </p14:cNvPr>
                <p14:cNvContentPartPr/>
                <p14:nvPr/>
              </p14:nvContentPartPr>
              <p14:xfrm>
                <a:off x="1542191" y="1519420"/>
                <a:ext cx="114120" cy="23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F687276-E674-0A80-1AC7-1220DCB7D77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24191" y="1501780"/>
                  <a:ext cx="1497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514D243-A310-6A87-A92B-23D345229FEC}"/>
                    </a:ext>
                  </a:extLst>
                </p14:cNvPr>
                <p14:cNvContentPartPr/>
                <p14:nvPr/>
              </p14:nvContentPartPr>
              <p14:xfrm>
                <a:off x="1611671" y="1573420"/>
                <a:ext cx="46800" cy="618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514D243-A310-6A87-A92B-23D345229FE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93671" y="1555420"/>
                  <a:ext cx="82440" cy="65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C58F50-37F3-AA23-42B0-4E109192C7FB}"/>
                    </a:ext>
                  </a:extLst>
                </p14:cNvPr>
                <p14:cNvContentPartPr/>
                <p14:nvPr/>
              </p14:nvContentPartPr>
              <p14:xfrm>
                <a:off x="1505471" y="608620"/>
                <a:ext cx="1483920" cy="114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C58F50-37F3-AA23-42B0-4E109192C7F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87831" y="590620"/>
                  <a:ext cx="15195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B008FA6-188A-0117-545C-CDA799492995}"/>
                    </a:ext>
                  </a:extLst>
                </p14:cNvPr>
                <p14:cNvContentPartPr/>
                <p14:nvPr/>
              </p14:nvContentPartPr>
              <p14:xfrm>
                <a:off x="2924951" y="598900"/>
                <a:ext cx="27000" cy="40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B008FA6-188A-0117-545C-CDA79949299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06951" y="580900"/>
                  <a:ext cx="6264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059D668-9125-7A4D-9C2A-84B092A3E32B}"/>
                    </a:ext>
                  </a:extLst>
                </p14:cNvPr>
                <p14:cNvContentPartPr/>
                <p14:nvPr/>
              </p14:nvContentPartPr>
              <p14:xfrm>
                <a:off x="2886071" y="1043860"/>
                <a:ext cx="152280" cy="631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059D668-9125-7A4D-9C2A-84B092A3E32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68431" y="1026220"/>
                  <a:ext cx="18792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CD3C82-1DEE-6880-EF48-3ED806A9C087}"/>
                    </a:ext>
                  </a:extLst>
                </p14:cNvPr>
                <p14:cNvContentPartPr/>
                <p14:nvPr/>
              </p14:nvContentPartPr>
              <p14:xfrm>
                <a:off x="3003431" y="1681420"/>
                <a:ext cx="67680" cy="47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CD3C82-1DEE-6880-EF48-3ED806A9C08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85431" y="1663420"/>
                  <a:ext cx="1033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1C63E0-445C-F53A-1960-E41A9A0D310F}"/>
                    </a:ext>
                  </a:extLst>
                </p14:cNvPr>
                <p14:cNvContentPartPr/>
                <p14:nvPr/>
              </p14:nvContentPartPr>
              <p14:xfrm>
                <a:off x="3036551" y="1698340"/>
                <a:ext cx="31320" cy="435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1C63E0-445C-F53A-1960-E41A9A0D310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18911" y="1680340"/>
                  <a:ext cx="6696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AE85EF-DF25-3BEE-1BDE-7716D71E4E8F}"/>
                    </a:ext>
                  </a:extLst>
                </p14:cNvPr>
                <p14:cNvContentPartPr/>
                <p14:nvPr/>
              </p14:nvContentPartPr>
              <p14:xfrm>
                <a:off x="1703471" y="2106940"/>
                <a:ext cx="1512720" cy="805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AE85EF-DF25-3BEE-1BDE-7716D71E4E8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85831" y="2089300"/>
                  <a:ext cx="1548360" cy="84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FF840D-98CE-45ED-85E0-1D6E9DF3BA6A}"/>
                    </a:ext>
                  </a:extLst>
                </p14:cNvPr>
                <p14:cNvContentPartPr/>
                <p14:nvPr/>
              </p14:nvContentPartPr>
              <p14:xfrm>
                <a:off x="1574951" y="2172460"/>
                <a:ext cx="101160" cy="809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FF840D-98CE-45ED-85E0-1D6E9DF3BA6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57311" y="2154460"/>
                  <a:ext cx="136800" cy="84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30DA96D-570A-5B7D-F6BE-BD8A0C3D08C5}"/>
                    </a:ext>
                  </a:extLst>
                </p14:cNvPr>
                <p14:cNvContentPartPr/>
                <p14:nvPr/>
              </p14:nvContentPartPr>
              <p14:xfrm>
                <a:off x="3077951" y="1668820"/>
                <a:ext cx="976320" cy="36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30DA96D-570A-5B7D-F6BE-BD8A0C3D08C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60311" y="1650820"/>
                  <a:ext cx="10119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CE8026-91BC-93D1-8C85-726BFE3AC3F9}"/>
                    </a:ext>
                  </a:extLst>
                </p14:cNvPr>
                <p14:cNvContentPartPr/>
                <p14:nvPr/>
              </p14:nvContentPartPr>
              <p14:xfrm>
                <a:off x="4004231" y="1646140"/>
                <a:ext cx="83160" cy="73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CE8026-91BC-93D1-8C85-726BFE3AC3F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86591" y="1628140"/>
                  <a:ext cx="1188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CD72D48-F7B1-BFFE-67E8-6798695C3607}"/>
                    </a:ext>
                  </a:extLst>
                </p14:cNvPr>
                <p14:cNvContentPartPr/>
                <p14:nvPr/>
              </p14:nvContentPartPr>
              <p14:xfrm>
                <a:off x="3248951" y="2762140"/>
                <a:ext cx="890640" cy="4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CD72D48-F7B1-BFFE-67E8-6798695C36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31311" y="2744500"/>
                  <a:ext cx="9262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90C9B95-3143-996E-034F-23B74555EE9A}"/>
                    </a:ext>
                  </a:extLst>
                </p14:cNvPr>
                <p14:cNvContentPartPr/>
                <p14:nvPr/>
              </p14:nvContentPartPr>
              <p14:xfrm>
                <a:off x="4070831" y="2725420"/>
                <a:ext cx="108000" cy="54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90C9B95-3143-996E-034F-23B74555EE9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52831" y="2707420"/>
                  <a:ext cx="1436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FD84CFB-2899-26EF-8A56-C2B6FF59D2EB}"/>
                    </a:ext>
                  </a:extLst>
                </p14:cNvPr>
                <p14:cNvContentPartPr/>
                <p14:nvPr/>
              </p14:nvContentPartPr>
              <p14:xfrm>
                <a:off x="3186671" y="936580"/>
                <a:ext cx="96120" cy="248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FD84CFB-2899-26EF-8A56-C2B6FF59D2E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68671" y="918940"/>
                  <a:ext cx="131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63A5982-DF01-D8FB-A86D-78BA722EDA5F}"/>
                    </a:ext>
                  </a:extLst>
                </p14:cNvPr>
                <p14:cNvContentPartPr/>
                <p14:nvPr/>
              </p14:nvContentPartPr>
              <p14:xfrm>
                <a:off x="3347591" y="936580"/>
                <a:ext cx="84240" cy="151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63A5982-DF01-D8FB-A86D-78BA722EDA5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29951" y="918940"/>
                  <a:ext cx="1198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C2F9D0-74F3-5363-707F-39E9B7895652}"/>
                    </a:ext>
                  </a:extLst>
                </p14:cNvPr>
                <p14:cNvContentPartPr/>
                <p14:nvPr/>
              </p14:nvContentPartPr>
              <p14:xfrm>
                <a:off x="3412391" y="919300"/>
                <a:ext cx="117720" cy="126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C2F9D0-74F3-5363-707F-39E9B789565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94391" y="901660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6C64BF3-0EE2-ED37-04B2-62171AF5CCF4}"/>
                    </a:ext>
                  </a:extLst>
                </p14:cNvPr>
                <p14:cNvContentPartPr/>
                <p14:nvPr/>
              </p14:nvContentPartPr>
              <p14:xfrm>
                <a:off x="3405911" y="2061220"/>
                <a:ext cx="165240" cy="197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6C64BF3-0EE2-ED37-04B2-62171AF5CC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388271" y="2043580"/>
                  <a:ext cx="2008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B69DFF-9A1C-D751-D119-B00E8B12E6CC}"/>
                    </a:ext>
                  </a:extLst>
                </p14:cNvPr>
                <p14:cNvContentPartPr/>
                <p14:nvPr/>
              </p14:nvContentPartPr>
              <p14:xfrm>
                <a:off x="3535151" y="2139700"/>
                <a:ext cx="47880" cy="130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B69DFF-9A1C-D751-D119-B00E8B12E6C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517511" y="2122060"/>
                  <a:ext cx="83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BFADB03-50B1-DB37-F387-7D05CBE3073E}"/>
                    </a:ext>
                  </a:extLst>
                </p14:cNvPr>
                <p14:cNvContentPartPr/>
                <p14:nvPr/>
              </p14:nvContentPartPr>
              <p14:xfrm>
                <a:off x="3642071" y="2079940"/>
                <a:ext cx="103320" cy="192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BFADB03-50B1-DB37-F387-7D05CBE3073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24431" y="2061940"/>
                  <a:ext cx="1389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E51425B-B9C0-FE35-1487-7A578FCFEDEB}"/>
                    </a:ext>
                  </a:extLst>
                </p14:cNvPr>
                <p14:cNvContentPartPr/>
                <p14:nvPr/>
              </p14:nvContentPartPr>
              <p14:xfrm>
                <a:off x="3700751" y="2101540"/>
                <a:ext cx="173520" cy="55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E51425B-B9C0-FE35-1487-7A578FCFEDE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682751" y="2083900"/>
                  <a:ext cx="20916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D92E07C-C0D1-240E-8DC4-75374B318103}"/>
              </a:ext>
            </a:extLst>
          </p:cNvPr>
          <p:cNvGrpSpPr/>
          <p:nvPr/>
        </p:nvGrpSpPr>
        <p:grpSpPr>
          <a:xfrm>
            <a:off x="688271" y="1591060"/>
            <a:ext cx="482760" cy="351000"/>
            <a:chOff x="688271" y="1591060"/>
            <a:chExt cx="48276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45677D6-4190-FF55-E0DF-308FF31603DE}"/>
                    </a:ext>
                  </a:extLst>
                </p14:cNvPr>
                <p14:cNvContentPartPr/>
                <p14:nvPr/>
              </p14:nvContentPartPr>
              <p14:xfrm>
                <a:off x="688271" y="1703020"/>
                <a:ext cx="126720" cy="239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45677D6-4190-FF55-E0DF-308FF31603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0271" y="1685380"/>
                  <a:ext cx="1623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5E5CB15-E41C-B182-6AD4-AE6E66D0F359}"/>
                    </a:ext>
                  </a:extLst>
                </p14:cNvPr>
                <p14:cNvContentPartPr/>
                <p14:nvPr/>
              </p14:nvContentPartPr>
              <p14:xfrm>
                <a:off x="885551" y="1664140"/>
                <a:ext cx="126720" cy="166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5E5CB15-E41C-B182-6AD4-AE6E66D0F35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7911" y="1646500"/>
                  <a:ext cx="1623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1AEFF67-43F8-D324-7199-326E7233569F}"/>
                    </a:ext>
                  </a:extLst>
                </p14:cNvPr>
                <p14:cNvContentPartPr/>
                <p14:nvPr/>
              </p14:nvContentPartPr>
              <p14:xfrm>
                <a:off x="1044671" y="1591060"/>
                <a:ext cx="126360" cy="152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1AEFF67-43F8-D324-7199-326E7233569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7031" y="1573060"/>
                  <a:ext cx="16200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AE5B6A0-8BE8-4F04-4AA9-1F70A9C6BB17}"/>
              </a:ext>
            </a:extLst>
          </p:cNvPr>
          <p:cNvGrpSpPr/>
          <p:nvPr/>
        </p:nvGrpSpPr>
        <p:grpSpPr>
          <a:xfrm>
            <a:off x="4895231" y="354460"/>
            <a:ext cx="3431160" cy="2471760"/>
            <a:chOff x="4895231" y="354460"/>
            <a:chExt cx="3431160" cy="247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96D802-A0B2-8752-56FB-5E42FF748015}"/>
                    </a:ext>
                  </a:extLst>
                </p14:cNvPr>
                <p14:cNvContentPartPr/>
                <p14:nvPr/>
              </p14:nvContentPartPr>
              <p14:xfrm>
                <a:off x="5708471" y="518620"/>
                <a:ext cx="74160" cy="73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96D802-A0B2-8752-56FB-5E42FF74801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90471" y="500980"/>
                  <a:ext cx="10980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930CEE7-90EC-66AE-DF56-BDE1DAAD613C}"/>
                    </a:ext>
                  </a:extLst>
                </p14:cNvPr>
                <p14:cNvContentPartPr/>
                <p14:nvPr/>
              </p14:nvContentPartPr>
              <p14:xfrm>
                <a:off x="5399591" y="1095340"/>
                <a:ext cx="729000" cy="719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930CEE7-90EC-66AE-DF56-BDE1DAAD613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81951" y="1077340"/>
                  <a:ext cx="764640" cy="75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5C940AC-5760-0B48-737D-E5C279A5AAD6}"/>
                    </a:ext>
                  </a:extLst>
                </p14:cNvPr>
                <p14:cNvContentPartPr/>
                <p14:nvPr/>
              </p14:nvContentPartPr>
              <p14:xfrm>
                <a:off x="5755631" y="1279660"/>
                <a:ext cx="14760" cy="212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5C940AC-5760-0B48-737D-E5C279A5AAD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37631" y="1262020"/>
                  <a:ext cx="504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BD8495E-B8F2-5F93-E624-152B7DCCF64B}"/>
                    </a:ext>
                  </a:extLst>
                </p14:cNvPr>
                <p14:cNvContentPartPr/>
                <p14:nvPr/>
              </p14:nvContentPartPr>
              <p14:xfrm>
                <a:off x="5682911" y="1278940"/>
                <a:ext cx="171000" cy="97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BD8495E-B8F2-5F93-E624-152B7DCCF64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664911" y="1260940"/>
                  <a:ext cx="206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36EA0EC-7ACF-57CD-E211-C0C47F67604D}"/>
                    </a:ext>
                  </a:extLst>
                </p14:cNvPr>
                <p14:cNvContentPartPr/>
                <p14:nvPr/>
              </p14:nvContentPartPr>
              <p14:xfrm>
                <a:off x="5807111" y="1825060"/>
                <a:ext cx="488520" cy="963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36EA0EC-7ACF-57CD-E211-C0C47F6760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9111" y="1807420"/>
                  <a:ext cx="524160" cy="9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C25E108-6147-ABA6-F89F-61F34231F82E}"/>
                    </a:ext>
                  </a:extLst>
                </p14:cNvPr>
                <p14:cNvContentPartPr/>
                <p14:nvPr/>
              </p14:nvContentPartPr>
              <p14:xfrm>
                <a:off x="5749871" y="481180"/>
                <a:ext cx="893880" cy="34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C25E108-6147-ABA6-F89F-61F34231F82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31871" y="463180"/>
                  <a:ext cx="9295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6E9413-8C93-F092-EF91-38AD1C2E4D2A}"/>
                    </a:ext>
                  </a:extLst>
                </p14:cNvPr>
                <p14:cNvContentPartPr/>
                <p14:nvPr/>
              </p14:nvContentPartPr>
              <p14:xfrm>
                <a:off x="6679751" y="484060"/>
                <a:ext cx="86400" cy="826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6E9413-8C93-F092-EF91-38AD1C2E4D2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61751" y="466060"/>
                  <a:ext cx="122040" cy="86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4A08524-1C7D-F76A-7A0A-39DC6AA084F7}"/>
                    </a:ext>
                  </a:extLst>
                </p14:cNvPr>
                <p14:cNvContentPartPr/>
                <p14:nvPr/>
              </p14:nvContentPartPr>
              <p14:xfrm>
                <a:off x="6696311" y="1352020"/>
                <a:ext cx="154440" cy="380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4A08524-1C7D-F76A-7A0A-39DC6AA084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78311" y="1334020"/>
                  <a:ext cx="1900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53492B2-039D-5532-A8A7-C3ABF9015209}"/>
                    </a:ext>
                  </a:extLst>
                </p14:cNvPr>
                <p14:cNvContentPartPr/>
                <p14:nvPr/>
              </p14:nvContentPartPr>
              <p14:xfrm>
                <a:off x="6402551" y="1732540"/>
                <a:ext cx="557640" cy="1047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53492B2-039D-5532-A8A7-C3ABF90152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84551" y="1714900"/>
                  <a:ext cx="593280" cy="10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B0F0AC-E641-10FD-5004-0E3383D0AF6C}"/>
                    </a:ext>
                  </a:extLst>
                </p14:cNvPr>
                <p14:cNvContentPartPr/>
                <p14:nvPr/>
              </p14:nvContentPartPr>
              <p14:xfrm>
                <a:off x="6697031" y="467860"/>
                <a:ext cx="954720" cy="108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B0F0AC-E641-10FD-5004-0E3383D0AF6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79031" y="450220"/>
                  <a:ext cx="990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075ABB-4DC6-4E03-9F8A-70AB1C4A571A}"/>
                    </a:ext>
                  </a:extLst>
                </p14:cNvPr>
                <p14:cNvContentPartPr/>
                <p14:nvPr/>
              </p14:nvContentPartPr>
              <p14:xfrm>
                <a:off x="6920231" y="2658820"/>
                <a:ext cx="1015200" cy="70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075ABB-4DC6-4E03-9F8A-70AB1C4A571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2231" y="2641180"/>
                  <a:ext cx="10508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E1FC003-6948-1DDB-1BFD-9619190EA23A}"/>
                    </a:ext>
                  </a:extLst>
                </p14:cNvPr>
                <p14:cNvContentPartPr/>
                <p14:nvPr/>
              </p14:nvContentPartPr>
              <p14:xfrm>
                <a:off x="4919351" y="904900"/>
                <a:ext cx="89280" cy="246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E1FC003-6948-1DDB-1BFD-9619190EA23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01711" y="887260"/>
                  <a:ext cx="1249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B5B358-9AC3-AE95-3DFD-07875742897E}"/>
                    </a:ext>
                  </a:extLst>
                </p14:cNvPr>
                <p14:cNvContentPartPr/>
                <p14:nvPr/>
              </p14:nvContentPartPr>
              <p14:xfrm>
                <a:off x="4895231" y="881500"/>
                <a:ext cx="56520" cy="37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B5B358-9AC3-AE95-3DFD-07875742897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877231" y="863860"/>
                  <a:ext cx="921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D351747-74F4-FDBB-31A2-45D65A409262}"/>
                    </a:ext>
                  </a:extLst>
                </p14:cNvPr>
                <p14:cNvContentPartPr/>
                <p14:nvPr/>
              </p14:nvContentPartPr>
              <p14:xfrm>
                <a:off x="4920071" y="1101100"/>
                <a:ext cx="85320" cy="38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D351747-74F4-FDBB-31A2-45D65A40926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02431" y="1083100"/>
                  <a:ext cx="120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747E399-E493-9308-7115-E3C2A69F56CC}"/>
                    </a:ext>
                  </a:extLst>
                </p14:cNvPr>
                <p14:cNvContentPartPr/>
                <p14:nvPr/>
              </p14:nvContentPartPr>
              <p14:xfrm>
                <a:off x="5104751" y="961780"/>
                <a:ext cx="126360" cy="19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747E399-E493-9308-7115-E3C2A69F56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086751" y="944140"/>
                  <a:ext cx="16200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84956FA-7247-B9AA-6DEF-BCC60ECF8D4F}"/>
                    </a:ext>
                  </a:extLst>
                </p14:cNvPr>
                <p14:cNvContentPartPr/>
                <p14:nvPr/>
              </p14:nvContentPartPr>
              <p14:xfrm>
                <a:off x="5299871" y="944500"/>
                <a:ext cx="68760" cy="91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84956FA-7247-B9AA-6DEF-BCC60ECF8D4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281871" y="926860"/>
                  <a:ext cx="1044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574524C-2FE0-087A-5911-6E6066E0FC48}"/>
                    </a:ext>
                  </a:extLst>
                </p14:cNvPr>
                <p14:cNvContentPartPr/>
                <p14:nvPr/>
              </p14:nvContentPartPr>
              <p14:xfrm>
                <a:off x="5394911" y="851980"/>
                <a:ext cx="73440" cy="79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574524C-2FE0-087A-5911-6E6066E0FC4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377271" y="834340"/>
                  <a:ext cx="1090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5ADF66-8FF0-610D-A022-688920B00130}"/>
                    </a:ext>
                  </a:extLst>
                </p14:cNvPr>
                <p14:cNvContentPartPr/>
                <p14:nvPr/>
              </p14:nvContentPartPr>
              <p14:xfrm>
                <a:off x="7068551" y="1397740"/>
                <a:ext cx="35640" cy="186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5ADF66-8FF0-610D-A022-688920B0013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050911" y="1379740"/>
                  <a:ext cx="712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958D91A-B376-4524-0301-F4D13CEC61E4}"/>
                    </a:ext>
                  </a:extLst>
                </p14:cNvPr>
                <p14:cNvContentPartPr/>
                <p14:nvPr/>
              </p14:nvContentPartPr>
              <p14:xfrm>
                <a:off x="7054511" y="1313500"/>
                <a:ext cx="148320" cy="164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958D91A-B376-4524-0301-F4D13CEC61E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036871" y="1295500"/>
                  <a:ext cx="1839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8FE8FC6-1337-F1BE-D675-3FC79E6519D9}"/>
                    </a:ext>
                  </a:extLst>
                </p14:cNvPr>
                <p14:cNvContentPartPr/>
                <p14:nvPr/>
              </p14:nvContentPartPr>
              <p14:xfrm>
                <a:off x="7295351" y="1469380"/>
                <a:ext cx="34560" cy="153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8FE8FC6-1337-F1BE-D675-3FC79E6519D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77351" y="1451740"/>
                  <a:ext cx="702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885ADF4-E922-67D8-AA90-DBD5C987A45E}"/>
                    </a:ext>
                  </a:extLst>
                </p14:cNvPr>
                <p14:cNvContentPartPr/>
                <p14:nvPr/>
              </p14:nvContentPartPr>
              <p14:xfrm>
                <a:off x="7313711" y="1440580"/>
                <a:ext cx="98640" cy="100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885ADF4-E922-67D8-AA90-DBD5C987A45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296071" y="1422580"/>
                  <a:ext cx="134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B26EF3-8A6C-87DE-3502-5FA97559ADD4}"/>
                    </a:ext>
                  </a:extLst>
                </p14:cNvPr>
                <p14:cNvContentPartPr/>
                <p14:nvPr/>
              </p14:nvContentPartPr>
              <p14:xfrm>
                <a:off x="7483631" y="1418620"/>
                <a:ext cx="87480" cy="77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B26EF3-8A6C-87DE-3502-5FA97559AD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465991" y="1400980"/>
                  <a:ext cx="1231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EA34820-4CE2-5C06-8D15-D604D404387C}"/>
                    </a:ext>
                  </a:extLst>
                </p14:cNvPr>
                <p14:cNvContentPartPr/>
                <p14:nvPr/>
              </p14:nvContentPartPr>
              <p14:xfrm>
                <a:off x="7576151" y="1349860"/>
                <a:ext cx="71280" cy="105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EA34820-4CE2-5C06-8D15-D604D404387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58151" y="1332220"/>
                  <a:ext cx="1069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2A29ACB-D00C-B37B-8BF8-D48335363DF9}"/>
                    </a:ext>
                  </a:extLst>
                </p14:cNvPr>
                <p14:cNvContentPartPr/>
                <p14:nvPr/>
              </p14:nvContentPartPr>
              <p14:xfrm>
                <a:off x="7898351" y="354820"/>
                <a:ext cx="29520" cy="271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2A29ACB-D00C-B37B-8BF8-D48335363DF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880351" y="336820"/>
                  <a:ext cx="651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3221CDD-7DF8-CCD4-2566-3E2B57500652}"/>
                    </a:ext>
                  </a:extLst>
                </p14:cNvPr>
                <p14:cNvContentPartPr/>
                <p14:nvPr/>
              </p14:nvContentPartPr>
              <p14:xfrm>
                <a:off x="7919591" y="354460"/>
                <a:ext cx="131040" cy="193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3221CDD-7DF8-CCD4-2566-3E2B5750065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901951" y="336820"/>
                  <a:ext cx="1666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FCB70A4-CB9E-9CAE-2B77-C41A1A66088F}"/>
                    </a:ext>
                  </a:extLst>
                </p14:cNvPr>
                <p14:cNvContentPartPr/>
                <p14:nvPr/>
              </p14:nvContentPartPr>
              <p14:xfrm>
                <a:off x="7912031" y="502060"/>
                <a:ext cx="127440" cy="226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FCB70A4-CB9E-9CAE-2B77-C41A1A66088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94391" y="484060"/>
                  <a:ext cx="1630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485F0D0-5BA6-E7A8-7B35-D0012D5D34A4}"/>
                    </a:ext>
                  </a:extLst>
                </p14:cNvPr>
                <p14:cNvContentPartPr/>
                <p14:nvPr/>
              </p14:nvContentPartPr>
              <p14:xfrm>
                <a:off x="8137031" y="2553340"/>
                <a:ext cx="60840" cy="272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485F0D0-5BA6-E7A8-7B35-D0012D5D34A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19031" y="2535340"/>
                  <a:ext cx="964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7EAFFA2-793C-6901-FC04-EA2A72656D6A}"/>
                    </a:ext>
                  </a:extLst>
                </p14:cNvPr>
                <p14:cNvContentPartPr/>
                <p14:nvPr/>
              </p14:nvContentPartPr>
              <p14:xfrm>
                <a:off x="8134511" y="2595460"/>
                <a:ext cx="191880" cy="200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7EAFFA2-793C-6901-FC04-EA2A72656D6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16511" y="2577820"/>
                  <a:ext cx="22752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4A313AA-19DD-0A53-6DE6-035B88BC53C0}"/>
              </a:ext>
            </a:extLst>
          </p:cNvPr>
          <p:cNvGrpSpPr/>
          <p:nvPr/>
        </p:nvGrpSpPr>
        <p:grpSpPr>
          <a:xfrm>
            <a:off x="1318991" y="211180"/>
            <a:ext cx="3344400" cy="3271680"/>
            <a:chOff x="1318991" y="211180"/>
            <a:chExt cx="3344400" cy="327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93E3505-BF2A-50A0-CAED-609E702F999A}"/>
                    </a:ext>
                  </a:extLst>
                </p14:cNvPr>
                <p14:cNvContentPartPr/>
                <p14:nvPr/>
              </p14:nvContentPartPr>
              <p14:xfrm>
                <a:off x="4109711" y="1682500"/>
                <a:ext cx="20880" cy="1093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93E3505-BF2A-50A0-CAED-609E702F999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092071" y="1664860"/>
                  <a:ext cx="56520" cy="11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188260C-E650-8175-3EF8-75371B9B5409}"/>
                    </a:ext>
                  </a:extLst>
                </p14:cNvPr>
                <p14:cNvContentPartPr/>
                <p14:nvPr/>
              </p14:nvContentPartPr>
              <p14:xfrm>
                <a:off x="4159751" y="2722900"/>
                <a:ext cx="2880" cy="2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188260C-E650-8175-3EF8-75371B9B540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141751" y="2704900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38BB868-6EB7-9577-7427-4350EA78FF76}"/>
                    </a:ext>
                  </a:extLst>
                </p14:cNvPr>
                <p14:cNvContentPartPr/>
                <p14:nvPr/>
              </p14:nvContentPartPr>
              <p14:xfrm>
                <a:off x="1318991" y="211180"/>
                <a:ext cx="3344400" cy="3144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38BB868-6EB7-9577-7427-4350EA78FF7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300991" y="193540"/>
                  <a:ext cx="3380040" cy="31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0A5B29-8F6C-A5F5-5810-B8626EEF24C2}"/>
                    </a:ext>
                  </a:extLst>
                </p14:cNvPr>
                <p14:cNvContentPartPr/>
                <p14:nvPr/>
              </p14:nvContentPartPr>
              <p14:xfrm>
                <a:off x="1986791" y="3231940"/>
                <a:ext cx="207000" cy="250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0A5B29-8F6C-A5F5-5810-B8626EEF24C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968791" y="3214300"/>
                  <a:ext cx="242640" cy="28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3E12B37-9F88-E6EB-D8EA-725E2D0BADC8}"/>
              </a:ext>
            </a:extLst>
          </p:cNvPr>
          <p:cNvGrpSpPr/>
          <p:nvPr/>
        </p:nvGrpSpPr>
        <p:grpSpPr>
          <a:xfrm>
            <a:off x="767471" y="3767980"/>
            <a:ext cx="556200" cy="681840"/>
            <a:chOff x="767471" y="3767980"/>
            <a:chExt cx="556200" cy="68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D5BFF5D-6FB1-A64B-A4C0-895836287CD0}"/>
                    </a:ext>
                  </a:extLst>
                </p14:cNvPr>
                <p14:cNvContentPartPr/>
                <p14:nvPr/>
              </p14:nvContentPartPr>
              <p14:xfrm>
                <a:off x="1004351" y="3935740"/>
                <a:ext cx="32400" cy="291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D5BFF5D-6FB1-A64B-A4C0-895836287CD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86711" y="3918100"/>
                  <a:ext cx="6804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F4976E5-60A5-7974-FFC0-37B335552D70}"/>
                    </a:ext>
                  </a:extLst>
                </p14:cNvPr>
                <p14:cNvContentPartPr/>
                <p14:nvPr/>
              </p14:nvContentPartPr>
              <p14:xfrm>
                <a:off x="767471" y="3767980"/>
                <a:ext cx="556200" cy="681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F4976E5-60A5-7974-FFC0-37B335552D7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9471" y="3750340"/>
                  <a:ext cx="591840" cy="71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751474D-D242-99B5-84F4-B2D02E62CA32}"/>
              </a:ext>
            </a:extLst>
          </p:cNvPr>
          <p:cNvGrpSpPr/>
          <p:nvPr/>
        </p:nvGrpSpPr>
        <p:grpSpPr>
          <a:xfrm>
            <a:off x="1713911" y="3899740"/>
            <a:ext cx="978480" cy="304560"/>
            <a:chOff x="1713911" y="3899740"/>
            <a:chExt cx="978480" cy="3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2DE5F9C-5724-C412-899B-74A3743DB93C}"/>
                    </a:ext>
                  </a:extLst>
                </p14:cNvPr>
                <p14:cNvContentPartPr/>
                <p14:nvPr/>
              </p14:nvContentPartPr>
              <p14:xfrm>
                <a:off x="1713911" y="3899740"/>
                <a:ext cx="132120" cy="304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2DE5F9C-5724-C412-899B-74A3743DB93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696271" y="3881740"/>
                  <a:ext cx="16776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DC9781B-8B09-8B5E-1CFA-80D717AC61C8}"/>
                    </a:ext>
                  </a:extLst>
                </p14:cNvPr>
                <p14:cNvContentPartPr/>
                <p14:nvPr/>
              </p14:nvContentPartPr>
              <p14:xfrm>
                <a:off x="1954751" y="3996580"/>
                <a:ext cx="167040" cy="180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DC9781B-8B09-8B5E-1CFA-80D717AC61C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937111" y="3978580"/>
                  <a:ext cx="202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34A6C1D-F73A-FDCB-D906-169EA0F6884A}"/>
                    </a:ext>
                  </a:extLst>
                </p14:cNvPr>
                <p14:cNvContentPartPr/>
                <p14:nvPr/>
              </p14:nvContentPartPr>
              <p14:xfrm>
                <a:off x="2161391" y="4088380"/>
                <a:ext cx="80640" cy="62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34A6C1D-F73A-FDCB-D906-169EA0F6884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143751" y="4070740"/>
                  <a:ext cx="1162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784098D-3CD0-A9E3-D888-7B4BA20FC59D}"/>
                    </a:ext>
                  </a:extLst>
                </p14:cNvPr>
                <p14:cNvContentPartPr/>
                <p14:nvPr/>
              </p14:nvContentPartPr>
              <p14:xfrm>
                <a:off x="2308631" y="4019620"/>
                <a:ext cx="63000" cy="112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784098D-3CD0-A9E3-D888-7B4BA20FC59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290631" y="4001620"/>
                  <a:ext cx="98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425B42A-5607-1E8B-09C7-DD8EDBE43BCD}"/>
                    </a:ext>
                  </a:extLst>
                </p14:cNvPr>
                <p14:cNvContentPartPr/>
                <p14:nvPr/>
              </p14:nvContentPartPr>
              <p14:xfrm>
                <a:off x="2554871" y="3937540"/>
                <a:ext cx="65880" cy="227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425B42A-5607-1E8B-09C7-DD8EDBE43BC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537231" y="3919540"/>
                  <a:ext cx="1015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E300603-FE03-8D27-88EA-A255E9115DEC}"/>
                    </a:ext>
                  </a:extLst>
                </p14:cNvPr>
                <p14:cNvContentPartPr/>
                <p14:nvPr/>
              </p14:nvContentPartPr>
              <p14:xfrm>
                <a:off x="2499791" y="4040140"/>
                <a:ext cx="192600" cy="48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E300603-FE03-8D27-88EA-A255E9115DE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482151" y="4022500"/>
                  <a:ext cx="22824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8CE393B-0B4F-A0E1-1FEE-4FF60AB93905}"/>
              </a:ext>
            </a:extLst>
          </p:cNvPr>
          <p:cNvGrpSpPr/>
          <p:nvPr/>
        </p:nvGrpSpPr>
        <p:grpSpPr>
          <a:xfrm>
            <a:off x="3166151" y="3852220"/>
            <a:ext cx="535320" cy="307080"/>
            <a:chOff x="3166151" y="3852220"/>
            <a:chExt cx="53532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8934DFE-4419-FCAA-EA12-030BB73A8307}"/>
                    </a:ext>
                  </a:extLst>
                </p14:cNvPr>
                <p14:cNvContentPartPr/>
                <p14:nvPr/>
              </p14:nvContentPartPr>
              <p14:xfrm>
                <a:off x="3187751" y="3852220"/>
                <a:ext cx="82800" cy="307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8934DFE-4419-FCAA-EA12-030BB73A830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169751" y="3834580"/>
                  <a:ext cx="1184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079DA26-D688-C13B-2B42-9D38D35CA428}"/>
                    </a:ext>
                  </a:extLst>
                </p14:cNvPr>
                <p14:cNvContentPartPr/>
                <p14:nvPr/>
              </p14:nvContentPartPr>
              <p14:xfrm>
                <a:off x="3166151" y="3998380"/>
                <a:ext cx="69120" cy="32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079DA26-D688-C13B-2B42-9D38D35CA42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148151" y="3980740"/>
                  <a:ext cx="1047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4399C82-F5E4-91AE-603B-5E1EC96B52EE}"/>
                    </a:ext>
                  </a:extLst>
                </p14:cNvPr>
                <p14:cNvContentPartPr/>
                <p14:nvPr/>
              </p14:nvContentPartPr>
              <p14:xfrm>
                <a:off x="3344351" y="3922780"/>
                <a:ext cx="235080" cy="210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4399C82-F5E4-91AE-603B-5E1EC96B52E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26351" y="3904780"/>
                  <a:ext cx="2707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E54F3E6-0870-C887-94E1-FA5804A8D527}"/>
                    </a:ext>
                  </a:extLst>
                </p14:cNvPr>
                <p14:cNvContentPartPr/>
                <p14:nvPr/>
              </p14:nvContentPartPr>
              <p14:xfrm>
                <a:off x="3619391" y="3977860"/>
                <a:ext cx="82080" cy="130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E54F3E6-0870-C887-94E1-FA5804A8D52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601751" y="3960220"/>
                  <a:ext cx="11772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8513EB3-A4F6-F0B1-7906-B9798BE1C0C8}"/>
              </a:ext>
            </a:extLst>
          </p:cNvPr>
          <p:cNvGrpSpPr/>
          <p:nvPr/>
        </p:nvGrpSpPr>
        <p:grpSpPr>
          <a:xfrm>
            <a:off x="4102511" y="3787420"/>
            <a:ext cx="770040" cy="341280"/>
            <a:chOff x="4102511" y="3787420"/>
            <a:chExt cx="770040" cy="34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1C9ADE8-1197-2B38-9875-1C5317BAD22B}"/>
                    </a:ext>
                  </a:extLst>
                </p14:cNvPr>
                <p14:cNvContentPartPr/>
                <p14:nvPr/>
              </p14:nvContentPartPr>
              <p14:xfrm>
                <a:off x="4102511" y="3867700"/>
                <a:ext cx="50040" cy="261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1C9ADE8-1197-2B38-9875-1C5317BAD22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084871" y="3849700"/>
                  <a:ext cx="8568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1AAC452-D82F-DE14-4FD8-458DA3B6F919}"/>
                    </a:ext>
                  </a:extLst>
                </p14:cNvPr>
                <p14:cNvContentPartPr/>
                <p14:nvPr/>
              </p14:nvContentPartPr>
              <p14:xfrm>
                <a:off x="4238951" y="3980020"/>
                <a:ext cx="110520" cy="8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1AAC452-D82F-DE14-4FD8-458DA3B6F91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220951" y="3962020"/>
                  <a:ext cx="1461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3DE60A0-3701-62EE-520E-C38CE9F3DC38}"/>
                    </a:ext>
                  </a:extLst>
                </p14:cNvPr>
                <p14:cNvContentPartPr/>
                <p14:nvPr/>
              </p14:nvContentPartPr>
              <p14:xfrm>
                <a:off x="4443791" y="3956260"/>
                <a:ext cx="151200" cy="148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3DE60A0-3701-62EE-520E-C38CE9F3DC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425791" y="3938620"/>
                  <a:ext cx="186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B1A9A7B-2946-F8B4-AE4A-8623C9FCAC8C}"/>
                    </a:ext>
                  </a:extLst>
                </p14:cNvPr>
                <p14:cNvContentPartPr/>
                <p14:nvPr/>
              </p14:nvContentPartPr>
              <p14:xfrm>
                <a:off x="4700831" y="3942580"/>
                <a:ext cx="92160" cy="1364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B1A9A7B-2946-F8B4-AE4A-8623C9FCAC8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83191" y="3924940"/>
                  <a:ext cx="1278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3B689FE-A428-128A-981E-5CE10F05936B}"/>
                    </a:ext>
                  </a:extLst>
                </p14:cNvPr>
                <p14:cNvContentPartPr/>
                <p14:nvPr/>
              </p14:nvContentPartPr>
              <p14:xfrm>
                <a:off x="4767431" y="3787420"/>
                <a:ext cx="105120" cy="326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3B689FE-A428-128A-981E-5CE10F05936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49431" y="3769780"/>
                  <a:ext cx="140760" cy="36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1DC242EC-1B12-7647-720C-16398106852C}"/>
              </a:ext>
            </a:extLst>
          </p:cNvPr>
          <p:cNvGrpSpPr/>
          <p:nvPr/>
        </p:nvGrpSpPr>
        <p:grpSpPr>
          <a:xfrm>
            <a:off x="856391" y="4729540"/>
            <a:ext cx="560160" cy="618480"/>
            <a:chOff x="856391" y="4729540"/>
            <a:chExt cx="560160" cy="61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A7999C5-7108-0571-0168-964A8AFD0358}"/>
                    </a:ext>
                  </a:extLst>
                </p14:cNvPr>
                <p14:cNvContentPartPr/>
                <p14:nvPr/>
              </p14:nvContentPartPr>
              <p14:xfrm>
                <a:off x="958631" y="4852660"/>
                <a:ext cx="259560" cy="189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A7999C5-7108-0571-0168-964A8AFD035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0991" y="4835020"/>
                  <a:ext cx="295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CEA449F-2264-AB41-99F6-DA484DD95116}"/>
                    </a:ext>
                  </a:extLst>
                </p14:cNvPr>
                <p14:cNvContentPartPr/>
                <p14:nvPr/>
              </p14:nvContentPartPr>
              <p14:xfrm>
                <a:off x="856391" y="4729540"/>
                <a:ext cx="560160" cy="618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CEA449F-2264-AB41-99F6-DA484DD9511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8391" y="4711540"/>
                  <a:ext cx="595800" cy="65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919025F-6AC2-9E59-2D64-8E76BF5F6141}"/>
              </a:ext>
            </a:extLst>
          </p:cNvPr>
          <p:cNvGrpSpPr/>
          <p:nvPr/>
        </p:nvGrpSpPr>
        <p:grpSpPr>
          <a:xfrm>
            <a:off x="1807151" y="4747540"/>
            <a:ext cx="833040" cy="357480"/>
            <a:chOff x="1807151" y="4747540"/>
            <a:chExt cx="83304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D5A093D-D9AF-3E99-B6E8-FCBFB83E6C08}"/>
                    </a:ext>
                  </a:extLst>
                </p14:cNvPr>
                <p14:cNvContentPartPr/>
                <p14:nvPr/>
              </p14:nvContentPartPr>
              <p14:xfrm>
                <a:off x="1829471" y="4808020"/>
                <a:ext cx="29880" cy="257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D5A093D-D9AF-3E99-B6E8-FCBFB83E6C0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811471" y="4790380"/>
                  <a:ext cx="655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5AD288B-E8EA-97D2-AA48-670CA5CF0D52}"/>
                    </a:ext>
                  </a:extLst>
                </p14:cNvPr>
                <p14:cNvContentPartPr/>
                <p14:nvPr/>
              </p14:nvContentPartPr>
              <p14:xfrm>
                <a:off x="1807151" y="4772020"/>
                <a:ext cx="109440" cy="55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5AD288B-E8EA-97D2-AA48-670CA5CF0D5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89511" y="4754020"/>
                  <a:ext cx="145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D4E2084-FB29-CB3A-30C0-11B0FEDE1D2C}"/>
                    </a:ext>
                  </a:extLst>
                </p14:cNvPr>
                <p14:cNvContentPartPr/>
                <p14:nvPr/>
              </p14:nvContentPartPr>
              <p14:xfrm>
                <a:off x="1869431" y="4917460"/>
                <a:ext cx="33840" cy="60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D4E2084-FB29-CB3A-30C0-11B0FEDE1D2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851431" y="4899460"/>
                  <a:ext cx="69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B6AF94F-BD9D-8753-FE64-4CD6388AA377}"/>
                    </a:ext>
                  </a:extLst>
                </p14:cNvPr>
                <p14:cNvContentPartPr/>
                <p14:nvPr/>
              </p14:nvContentPartPr>
              <p14:xfrm>
                <a:off x="2043311" y="4944820"/>
                <a:ext cx="46080" cy="160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B6AF94F-BD9D-8753-FE64-4CD6388AA37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025671" y="4927180"/>
                  <a:ext cx="81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9BD0108-3D10-9F02-DE69-99D3CDF70681}"/>
                    </a:ext>
                  </a:extLst>
                </p14:cNvPr>
                <p14:cNvContentPartPr/>
                <p14:nvPr/>
              </p14:nvContentPartPr>
              <p14:xfrm>
                <a:off x="2028551" y="4838980"/>
                <a:ext cx="25920" cy="14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9BD0108-3D10-9F02-DE69-99D3CDF7068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10911" y="4821340"/>
                  <a:ext cx="615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FF8A902-8D34-3C6E-23ED-1BA2D3E65A17}"/>
                    </a:ext>
                  </a:extLst>
                </p14:cNvPr>
                <p14:cNvContentPartPr/>
                <p14:nvPr/>
              </p14:nvContentPartPr>
              <p14:xfrm>
                <a:off x="2239151" y="4940140"/>
                <a:ext cx="137160" cy="94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FF8A902-8D34-3C6E-23ED-1BA2D3E65A1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221511" y="4922140"/>
                  <a:ext cx="1728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28D07E4-E4CC-2E3D-01A3-52A8F8F9EB38}"/>
                    </a:ext>
                  </a:extLst>
                </p14:cNvPr>
                <p14:cNvContentPartPr/>
                <p14:nvPr/>
              </p14:nvContentPartPr>
              <p14:xfrm>
                <a:off x="2539391" y="4875700"/>
                <a:ext cx="70920" cy="149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28D07E4-E4CC-2E3D-01A3-52A8F8F9EB3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521391" y="4858060"/>
                  <a:ext cx="1065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855992C-E03B-927B-9E63-BE88239A7A92}"/>
                    </a:ext>
                  </a:extLst>
                </p14:cNvPr>
                <p14:cNvContentPartPr/>
                <p14:nvPr/>
              </p14:nvContentPartPr>
              <p14:xfrm>
                <a:off x="2578991" y="4747540"/>
                <a:ext cx="61200" cy="239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855992C-E03B-927B-9E63-BE88239A7A9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560991" y="4729900"/>
                  <a:ext cx="96840" cy="27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1284257-53FB-EBB2-4D64-0F6A1B4C4011}"/>
              </a:ext>
            </a:extLst>
          </p:cNvPr>
          <p:cNvGrpSpPr/>
          <p:nvPr/>
        </p:nvGrpSpPr>
        <p:grpSpPr>
          <a:xfrm>
            <a:off x="3173351" y="4736740"/>
            <a:ext cx="479520" cy="266760"/>
            <a:chOff x="3173351" y="4736740"/>
            <a:chExt cx="47952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C603C5F-5C0E-CDE8-2868-509DBF3F70A6}"/>
                    </a:ext>
                  </a:extLst>
                </p14:cNvPr>
                <p14:cNvContentPartPr/>
                <p14:nvPr/>
              </p14:nvContentPartPr>
              <p14:xfrm>
                <a:off x="3173351" y="4889740"/>
                <a:ext cx="60840" cy="113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C603C5F-5C0E-CDE8-2868-509DBF3F70A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55351" y="4871740"/>
                  <a:ext cx="964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94B71C4-A19E-DCC2-DE3A-038451D93501}"/>
                    </a:ext>
                  </a:extLst>
                </p14:cNvPr>
                <p14:cNvContentPartPr/>
                <p14:nvPr/>
              </p14:nvContentPartPr>
              <p14:xfrm>
                <a:off x="3347231" y="4889380"/>
                <a:ext cx="147240" cy="109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94B71C4-A19E-DCC2-DE3A-038451D9350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329591" y="4871380"/>
                  <a:ext cx="182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B1B7347-75C5-1DCC-08AA-586E64A8EDA9}"/>
                    </a:ext>
                  </a:extLst>
                </p14:cNvPr>
                <p14:cNvContentPartPr/>
                <p14:nvPr/>
              </p14:nvContentPartPr>
              <p14:xfrm>
                <a:off x="3590231" y="4736740"/>
                <a:ext cx="46440" cy="216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B1B7347-75C5-1DCC-08AA-586E64A8EDA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72231" y="4719100"/>
                  <a:ext cx="820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72E533A-0E96-9F25-9FF2-8E8196767A01}"/>
                    </a:ext>
                  </a:extLst>
                </p14:cNvPr>
                <p14:cNvContentPartPr/>
                <p14:nvPr/>
              </p14:nvContentPartPr>
              <p14:xfrm>
                <a:off x="3542711" y="4873180"/>
                <a:ext cx="110160" cy="23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72E533A-0E96-9F25-9FF2-8E8196767A0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25071" y="4855180"/>
                  <a:ext cx="145800" cy="5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466932A-11BE-3B3C-1906-3D5A1B362B01}"/>
              </a:ext>
            </a:extLst>
          </p:cNvPr>
          <p:cNvGrpSpPr/>
          <p:nvPr/>
        </p:nvGrpSpPr>
        <p:grpSpPr>
          <a:xfrm>
            <a:off x="4202591" y="4754380"/>
            <a:ext cx="541800" cy="254520"/>
            <a:chOff x="4202591" y="4754380"/>
            <a:chExt cx="54180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F0F6D60-8846-EB6C-347F-D6BCBE3107E5}"/>
                    </a:ext>
                  </a:extLst>
                </p14:cNvPr>
                <p14:cNvContentPartPr/>
                <p14:nvPr/>
              </p14:nvContentPartPr>
              <p14:xfrm>
                <a:off x="4242551" y="4754380"/>
                <a:ext cx="65520" cy="254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F0F6D60-8846-EB6C-347F-D6BCBE3107E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224551" y="4736740"/>
                  <a:ext cx="101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8A315FA-99D3-FFAC-1FA9-AA4EFEC23E63}"/>
                    </a:ext>
                  </a:extLst>
                </p14:cNvPr>
                <p14:cNvContentPartPr/>
                <p14:nvPr/>
              </p14:nvContentPartPr>
              <p14:xfrm>
                <a:off x="4202591" y="4810540"/>
                <a:ext cx="342000" cy="99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8A315FA-99D3-FFAC-1FA9-AA4EFEC23E6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184591" y="4792900"/>
                  <a:ext cx="3776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8B18D61-D3B7-9B8E-71FD-141616247549}"/>
                    </a:ext>
                  </a:extLst>
                </p14:cNvPr>
                <p14:cNvContentPartPr/>
                <p14:nvPr/>
              </p14:nvContentPartPr>
              <p14:xfrm>
                <a:off x="4618031" y="4794340"/>
                <a:ext cx="126360" cy="135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8B18D61-D3B7-9B8E-71FD-14161624754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600391" y="4776340"/>
                  <a:ext cx="16200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33F94141-6659-E4F8-F1A0-0232CDADD472}"/>
              </a:ext>
            </a:extLst>
          </p:cNvPr>
          <p:cNvGrpSpPr/>
          <p:nvPr/>
        </p:nvGrpSpPr>
        <p:grpSpPr>
          <a:xfrm>
            <a:off x="5264231" y="4679500"/>
            <a:ext cx="1318320" cy="272520"/>
            <a:chOff x="5264231" y="4679500"/>
            <a:chExt cx="131832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A53CCE5-A0D6-307B-94C5-8AF0C2125755}"/>
                    </a:ext>
                  </a:extLst>
                </p14:cNvPr>
                <p14:cNvContentPartPr/>
                <p14:nvPr/>
              </p14:nvContentPartPr>
              <p14:xfrm>
                <a:off x="5264231" y="4762660"/>
                <a:ext cx="124560" cy="178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A53CCE5-A0D6-307B-94C5-8AF0C212575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246231" y="4744660"/>
                  <a:ext cx="1602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9430EE2-9548-DCA0-6661-8D9B699A3058}"/>
                    </a:ext>
                  </a:extLst>
                </p14:cNvPr>
                <p14:cNvContentPartPr/>
                <p14:nvPr/>
              </p14:nvContentPartPr>
              <p14:xfrm>
                <a:off x="5476271" y="4797940"/>
                <a:ext cx="200880" cy="1540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9430EE2-9548-DCA0-6661-8D9B699A305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458631" y="4779940"/>
                  <a:ext cx="2365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A84AB01-9FA5-C3E3-AFC2-E0EF9ACADA6C}"/>
                    </a:ext>
                  </a:extLst>
                </p14:cNvPr>
                <p14:cNvContentPartPr/>
                <p14:nvPr/>
              </p14:nvContentPartPr>
              <p14:xfrm>
                <a:off x="5722871" y="4830700"/>
                <a:ext cx="86400" cy="662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A84AB01-9FA5-C3E3-AFC2-E0EF9ACADA6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705231" y="4813060"/>
                  <a:ext cx="1220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76085C9-47B9-10DC-F44B-98615FF9C588}"/>
                    </a:ext>
                  </a:extLst>
                </p14:cNvPr>
                <p14:cNvContentPartPr/>
                <p14:nvPr/>
              </p14:nvContentPartPr>
              <p14:xfrm>
                <a:off x="5930591" y="4783900"/>
                <a:ext cx="113400" cy="123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76085C9-47B9-10DC-F44B-98615FF9C58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12951" y="4766260"/>
                  <a:ext cx="1490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4F5F7B5-F5D5-F482-08EA-05AC2D38AC59}"/>
                    </a:ext>
                  </a:extLst>
                </p14:cNvPr>
                <p14:cNvContentPartPr/>
                <p14:nvPr/>
              </p14:nvContentPartPr>
              <p14:xfrm>
                <a:off x="6107711" y="4778500"/>
                <a:ext cx="258120" cy="1209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4F5F7B5-F5D5-F482-08EA-05AC2D38AC5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089711" y="4760860"/>
                  <a:ext cx="293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421D57B-41C8-DC4E-97EF-FB66F1DC89BF}"/>
                    </a:ext>
                  </a:extLst>
                </p14:cNvPr>
                <p14:cNvContentPartPr/>
                <p14:nvPr/>
              </p14:nvContentPartPr>
              <p14:xfrm>
                <a:off x="6437831" y="4679500"/>
                <a:ext cx="132120" cy="220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421D57B-41C8-DC4E-97EF-FB66F1DC89B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419831" y="4661860"/>
                  <a:ext cx="1677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518E1F9-A7DD-81AC-77FA-8DB640FB822F}"/>
                    </a:ext>
                  </a:extLst>
                </p14:cNvPr>
                <p14:cNvContentPartPr/>
                <p14:nvPr/>
              </p14:nvContentPartPr>
              <p14:xfrm>
                <a:off x="6452231" y="4813420"/>
                <a:ext cx="130320" cy="63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518E1F9-A7DD-81AC-77FA-8DB640FB822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434231" y="4795780"/>
                  <a:ext cx="16596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2DA1B8B2-7D30-D9EE-3BE1-8E2D869D5A23}"/>
              </a:ext>
            </a:extLst>
          </p:cNvPr>
          <p:cNvGrpSpPr/>
          <p:nvPr/>
        </p:nvGrpSpPr>
        <p:grpSpPr>
          <a:xfrm>
            <a:off x="6983951" y="4721980"/>
            <a:ext cx="372600" cy="194040"/>
            <a:chOff x="6983951" y="4721980"/>
            <a:chExt cx="372600" cy="19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C2152CC-797D-242A-49B2-30ACE4F9451B}"/>
                    </a:ext>
                  </a:extLst>
                </p14:cNvPr>
                <p14:cNvContentPartPr/>
                <p14:nvPr/>
              </p14:nvContentPartPr>
              <p14:xfrm>
                <a:off x="7046231" y="4813060"/>
                <a:ext cx="27360" cy="102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C2152CC-797D-242A-49B2-30ACE4F9451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028231" y="4795420"/>
                  <a:ext cx="630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3590F0F-3B9B-CF3F-4A33-5CEBF4B746AF}"/>
                    </a:ext>
                  </a:extLst>
                </p14:cNvPr>
                <p14:cNvContentPartPr/>
                <p14:nvPr/>
              </p14:nvContentPartPr>
              <p14:xfrm>
                <a:off x="6983951" y="4721980"/>
                <a:ext cx="34920" cy="3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3590F0F-3B9B-CF3F-4A33-5CEBF4B746A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965951" y="4704340"/>
                  <a:ext cx="70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1EE11C3-2E45-FCF6-A3AF-30A49526C934}"/>
                    </a:ext>
                  </a:extLst>
                </p14:cNvPr>
                <p14:cNvContentPartPr/>
                <p14:nvPr/>
              </p14:nvContentPartPr>
              <p14:xfrm>
                <a:off x="7157831" y="4746100"/>
                <a:ext cx="198720" cy="99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1EE11C3-2E45-FCF6-A3AF-30A49526C93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140191" y="4728100"/>
                  <a:ext cx="23436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2F1B21D2-1705-7B11-75C8-299E3930B31A}"/>
                  </a:ext>
                </a:extLst>
              </p14:cNvPr>
              <p14:cNvContentPartPr/>
              <p14:nvPr/>
            </p14:nvContentPartPr>
            <p14:xfrm>
              <a:off x="7756511" y="4751500"/>
              <a:ext cx="194400" cy="10080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2F1B21D2-1705-7B11-75C8-299E3930B31A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7738871" y="4733860"/>
                <a:ext cx="23004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7521644E-6196-0F89-DBC1-BC9F3B669612}"/>
                  </a:ext>
                </a:extLst>
              </p14:cNvPr>
              <p14:cNvContentPartPr/>
              <p14:nvPr/>
            </p14:nvContentPartPr>
            <p14:xfrm>
              <a:off x="7913831" y="4634500"/>
              <a:ext cx="61560" cy="23148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7521644E-6196-0F89-DBC1-BC9F3B669612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7895831" y="4616500"/>
                <a:ext cx="9720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010829A6-A6C9-66F8-A9A0-F355C5D22C12}"/>
                  </a:ext>
                </a:extLst>
              </p14:cNvPr>
              <p14:cNvContentPartPr/>
              <p14:nvPr/>
            </p14:nvContentPartPr>
            <p14:xfrm>
              <a:off x="7884671" y="4536940"/>
              <a:ext cx="25560" cy="972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010829A6-A6C9-66F8-A9A0-F355C5D22C12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7866671" y="4519300"/>
                <a:ext cx="61200" cy="4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D4DED95B-C7B2-C993-CD94-222145190EFA}"/>
                  </a:ext>
                </a:extLst>
              </p14:cNvPr>
              <p14:cNvContentPartPr/>
              <p14:nvPr/>
            </p14:nvContentPartPr>
            <p14:xfrm>
              <a:off x="8036591" y="4700740"/>
              <a:ext cx="103320" cy="11592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D4DED95B-C7B2-C993-CD94-222145190EFA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8018591" y="4683100"/>
                <a:ext cx="13896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07A148E4-F2E3-FF0D-DB24-674585F4AFD9}"/>
                  </a:ext>
                </a:extLst>
              </p14:cNvPr>
              <p14:cNvContentPartPr/>
              <p14:nvPr/>
            </p14:nvContentPartPr>
            <p14:xfrm>
              <a:off x="8257991" y="4741780"/>
              <a:ext cx="371160" cy="12384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07A148E4-F2E3-FF0D-DB24-674585F4AFD9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8240351" y="4724140"/>
                <a:ext cx="406800" cy="15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14F44175-03C0-4943-1FB4-5F79CD4F80C7}"/>
                  </a:ext>
                </a:extLst>
              </p14:cNvPr>
              <p14:cNvContentPartPr/>
              <p14:nvPr/>
            </p14:nvContentPartPr>
            <p14:xfrm>
              <a:off x="8521151" y="4613980"/>
              <a:ext cx="8280" cy="1872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14F44175-03C0-4943-1FB4-5F79CD4F80C7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8503151" y="4595980"/>
                <a:ext cx="4392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B113FFE5-C9CA-778A-DCE9-0970F8E408E8}"/>
                  </a:ext>
                </a:extLst>
              </p14:cNvPr>
              <p14:cNvContentPartPr/>
              <p14:nvPr/>
            </p14:nvContentPartPr>
            <p14:xfrm>
              <a:off x="8670551" y="4638820"/>
              <a:ext cx="74160" cy="19404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B113FFE5-C9CA-778A-DCE9-0970F8E408E8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652911" y="4621180"/>
                <a:ext cx="10980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10AA790E-6602-ACAE-756D-E438A50CD534}"/>
                  </a:ext>
                </a:extLst>
              </p14:cNvPr>
              <p14:cNvContentPartPr/>
              <p14:nvPr/>
            </p14:nvContentPartPr>
            <p14:xfrm>
              <a:off x="8707271" y="4734220"/>
              <a:ext cx="83880" cy="2556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10AA790E-6602-ACAE-756D-E438A50CD534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8689271" y="4716580"/>
                <a:ext cx="119520" cy="6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7F13C4A5-BBAF-4B0F-E2B2-5EF2136CE1A5}"/>
              </a:ext>
            </a:extLst>
          </p:cNvPr>
          <p:cNvGrpSpPr/>
          <p:nvPr/>
        </p:nvGrpSpPr>
        <p:grpSpPr>
          <a:xfrm>
            <a:off x="9004631" y="4461340"/>
            <a:ext cx="830160" cy="644400"/>
            <a:chOff x="9004631" y="4461340"/>
            <a:chExt cx="830160" cy="64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6E3CC16-FC9D-E30D-457E-4658F6B609A2}"/>
                    </a:ext>
                  </a:extLst>
                </p14:cNvPr>
                <p14:cNvContentPartPr/>
                <p14:nvPr/>
              </p14:nvContentPartPr>
              <p14:xfrm>
                <a:off x="9004631" y="4771660"/>
                <a:ext cx="720" cy="2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6E3CC16-FC9D-E30D-457E-4658F6B609A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86991" y="4754020"/>
                  <a:ext cx="36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FBDBBF3-6091-F296-EFB2-0346024A84F2}"/>
                    </a:ext>
                  </a:extLst>
                </p14:cNvPr>
                <p14:cNvContentPartPr/>
                <p14:nvPr/>
              </p14:nvContentPartPr>
              <p14:xfrm>
                <a:off x="9191111" y="4461340"/>
                <a:ext cx="359640" cy="6444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FBDBBF3-6091-F296-EFB2-0346024A84F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173111" y="4443700"/>
                  <a:ext cx="395280" cy="6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61F842C-EB94-F6CF-947E-8DC98545585F}"/>
                    </a:ext>
                  </a:extLst>
                </p14:cNvPr>
                <p14:cNvContentPartPr/>
                <p14:nvPr/>
              </p14:nvContentPartPr>
              <p14:xfrm>
                <a:off x="9721751" y="4597780"/>
                <a:ext cx="61560" cy="376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61F842C-EB94-F6CF-947E-8DC98545585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704111" y="4579780"/>
                  <a:ext cx="9720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C8D97C5-1D0F-C007-A0F9-F56C2E07B6B4}"/>
                    </a:ext>
                  </a:extLst>
                </p14:cNvPr>
                <p14:cNvContentPartPr/>
                <p14:nvPr/>
              </p14:nvContentPartPr>
              <p14:xfrm>
                <a:off x="9645431" y="4627300"/>
                <a:ext cx="103320" cy="62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C8D97C5-1D0F-C007-A0F9-F56C2E07B6B4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27791" y="4609300"/>
                  <a:ext cx="1389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2F3C87F-EAF0-539C-F1CC-57CA0786B394}"/>
                    </a:ext>
                  </a:extLst>
                </p14:cNvPr>
                <p14:cNvContentPartPr/>
                <p14:nvPr/>
              </p14:nvContentPartPr>
              <p14:xfrm>
                <a:off x="9729311" y="4971100"/>
                <a:ext cx="105480" cy="37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2F3C87F-EAF0-539C-F1CC-57CA0786B39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711671" y="4953100"/>
                  <a:ext cx="14112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BED5D78-8656-8181-2EEB-AC8588D1748F}"/>
              </a:ext>
            </a:extLst>
          </p:cNvPr>
          <p:cNvGrpSpPr/>
          <p:nvPr/>
        </p:nvGrpSpPr>
        <p:grpSpPr>
          <a:xfrm>
            <a:off x="10046111" y="4404100"/>
            <a:ext cx="833040" cy="727200"/>
            <a:chOff x="10046111" y="4404100"/>
            <a:chExt cx="833040" cy="72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6F387FE-9D30-B9CC-3D66-B55EEBF7353D}"/>
                    </a:ext>
                  </a:extLst>
                </p14:cNvPr>
                <p14:cNvContentPartPr/>
                <p14:nvPr/>
              </p14:nvContentPartPr>
              <p14:xfrm>
                <a:off x="10046111" y="4877500"/>
                <a:ext cx="32760" cy="181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6F387FE-9D30-B9CC-3D66-B55EEBF7353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28111" y="4859860"/>
                  <a:ext cx="684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C429C4-377A-7B69-FBC9-11E259A84176}"/>
                    </a:ext>
                  </a:extLst>
                </p14:cNvPr>
                <p14:cNvContentPartPr/>
                <p14:nvPr/>
              </p14:nvContentPartPr>
              <p14:xfrm>
                <a:off x="10052951" y="4859140"/>
                <a:ext cx="175320" cy="1260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C429C4-377A-7B69-FBC9-11E259A8417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035311" y="4841500"/>
                  <a:ext cx="2109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0B71B1A-950D-E3AC-F83B-9F4F486BA108}"/>
                    </a:ext>
                  </a:extLst>
                </p14:cNvPr>
                <p14:cNvContentPartPr/>
                <p14:nvPr/>
              </p14:nvContentPartPr>
              <p14:xfrm>
                <a:off x="10354271" y="4877140"/>
                <a:ext cx="66240" cy="131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0B71B1A-950D-E3AC-F83B-9F4F486BA10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336631" y="4859140"/>
                  <a:ext cx="101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1DEF5BE-5114-DB9B-7B32-104A058E93FA}"/>
                    </a:ext>
                  </a:extLst>
                </p14:cNvPr>
                <p14:cNvContentPartPr/>
                <p14:nvPr/>
              </p14:nvContentPartPr>
              <p14:xfrm>
                <a:off x="10480631" y="4858420"/>
                <a:ext cx="71280" cy="92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1DEF5BE-5114-DB9B-7B32-104A058E93F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462631" y="4840420"/>
                  <a:ext cx="1069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766BA0B-F2F9-F1F7-C852-3413F9DC7633}"/>
                    </a:ext>
                  </a:extLst>
                </p14:cNvPr>
                <p14:cNvContentPartPr/>
                <p14:nvPr/>
              </p14:nvContentPartPr>
              <p14:xfrm>
                <a:off x="10546511" y="4404100"/>
                <a:ext cx="332640" cy="7272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766BA0B-F2F9-F1F7-C852-3413F9DC763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528511" y="4386460"/>
                  <a:ext cx="368280" cy="76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22F750B-D453-BF6A-9C02-52954C8EFAFA}"/>
              </a:ext>
            </a:extLst>
          </p:cNvPr>
          <p:cNvGrpSpPr/>
          <p:nvPr/>
        </p:nvGrpSpPr>
        <p:grpSpPr>
          <a:xfrm>
            <a:off x="3116471" y="5620180"/>
            <a:ext cx="1294200" cy="390600"/>
            <a:chOff x="3116471" y="5620180"/>
            <a:chExt cx="1294200" cy="39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214EE0D-7903-8F7E-9832-ED4EF77681C8}"/>
                    </a:ext>
                  </a:extLst>
                </p14:cNvPr>
                <p14:cNvContentPartPr/>
                <p14:nvPr/>
              </p14:nvContentPartPr>
              <p14:xfrm>
                <a:off x="3116471" y="5638900"/>
                <a:ext cx="208800" cy="338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214EE0D-7903-8F7E-9832-ED4EF77681C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098831" y="5621260"/>
                  <a:ext cx="24444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9EECE5D-6E8D-CA36-AE52-6F979138B737}"/>
                    </a:ext>
                  </a:extLst>
                </p14:cNvPr>
                <p14:cNvContentPartPr/>
                <p14:nvPr/>
              </p14:nvContentPartPr>
              <p14:xfrm>
                <a:off x="3444071" y="5799820"/>
                <a:ext cx="70200" cy="61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9EECE5D-6E8D-CA36-AE52-6F979138B73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426071" y="5782180"/>
                  <a:ext cx="1058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92A87EB-0CE9-9674-97C5-CA57C2ACB9FA}"/>
                    </a:ext>
                  </a:extLst>
                </p14:cNvPr>
                <p14:cNvContentPartPr/>
                <p14:nvPr/>
              </p14:nvContentPartPr>
              <p14:xfrm>
                <a:off x="3540191" y="5846980"/>
                <a:ext cx="44640" cy="48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92A87EB-0CE9-9674-97C5-CA57C2ACB9F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522551" y="5829340"/>
                  <a:ext cx="80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07C2010-2E32-FA85-00F3-09F904958A5A}"/>
                    </a:ext>
                  </a:extLst>
                </p14:cNvPr>
                <p14:cNvContentPartPr/>
                <p14:nvPr/>
              </p14:nvContentPartPr>
              <p14:xfrm>
                <a:off x="3829991" y="5694700"/>
                <a:ext cx="103320" cy="2631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07C2010-2E32-FA85-00F3-09F904958A5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812351" y="5676700"/>
                  <a:ext cx="1389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C4E7469-36D5-1BBC-584E-ECC75DBD4D1F}"/>
                    </a:ext>
                  </a:extLst>
                </p14:cNvPr>
                <p14:cNvContentPartPr/>
                <p14:nvPr/>
              </p14:nvContentPartPr>
              <p14:xfrm>
                <a:off x="3806591" y="5671660"/>
                <a:ext cx="113400" cy="61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C4E7469-36D5-1BBC-584E-ECC75DBD4D1F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788591" y="5654020"/>
                  <a:ext cx="1490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1113A07-CFE5-5793-561A-59756A77BE4A}"/>
                    </a:ext>
                  </a:extLst>
                </p14:cNvPr>
                <p14:cNvContentPartPr/>
                <p14:nvPr/>
              </p14:nvContentPartPr>
              <p14:xfrm>
                <a:off x="3939431" y="5891260"/>
                <a:ext cx="111960" cy="119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1113A07-CFE5-5793-561A-59756A77BE4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921431" y="5873620"/>
                  <a:ext cx="147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E1BB8E5-8F9F-26B8-5C95-16D73CD34C14}"/>
                    </a:ext>
                  </a:extLst>
                </p14:cNvPr>
                <p14:cNvContentPartPr/>
                <p14:nvPr/>
              </p14:nvContentPartPr>
              <p14:xfrm>
                <a:off x="4165871" y="5649340"/>
                <a:ext cx="106560" cy="2080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E1BB8E5-8F9F-26B8-5C95-16D73CD34C1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147871" y="5631700"/>
                  <a:ext cx="1422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AB3B820-AAD2-B559-B37E-DDC971CC3492}"/>
                    </a:ext>
                  </a:extLst>
                </p14:cNvPr>
                <p14:cNvContentPartPr/>
                <p14:nvPr/>
              </p14:nvContentPartPr>
              <p14:xfrm>
                <a:off x="4180271" y="5620180"/>
                <a:ext cx="230400" cy="157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AB3B820-AAD2-B559-B37E-DDC971CC349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162271" y="5602540"/>
                  <a:ext cx="266040" cy="193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6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94B74530-6170-25C8-FC1A-0A07263457A4}"/>
                  </a:ext>
                </a:extLst>
              </p14:cNvPr>
              <p14:cNvContentPartPr/>
              <p14:nvPr/>
            </p14:nvContentPartPr>
            <p14:xfrm>
              <a:off x="4742231" y="5768860"/>
              <a:ext cx="30240" cy="19764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94B74530-6170-25C8-FC1A-0A07263457A4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4724231" y="5750860"/>
                <a:ext cx="65880" cy="23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939F11E3-5BD7-3430-C967-86651DA6B7A2}"/>
              </a:ext>
            </a:extLst>
          </p:cNvPr>
          <p:cNvGrpSpPr/>
          <p:nvPr/>
        </p:nvGrpSpPr>
        <p:grpSpPr>
          <a:xfrm>
            <a:off x="5033831" y="5223460"/>
            <a:ext cx="1769400" cy="786600"/>
            <a:chOff x="5033831" y="5223460"/>
            <a:chExt cx="1769400" cy="78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34075CD-A1BE-628E-EA07-B491B1A69244}"/>
                    </a:ext>
                  </a:extLst>
                </p14:cNvPr>
                <p14:cNvContentPartPr/>
                <p14:nvPr/>
              </p14:nvContentPartPr>
              <p14:xfrm>
                <a:off x="5128871" y="5633140"/>
                <a:ext cx="55800" cy="284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34075CD-A1BE-628E-EA07-B491B1A6924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111231" y="5615140"/>
                  <a:ext cx="91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8D459A7-F49F-7170-6FB3-3B30184F6321}"/>
                    </a:ext>
                  </a:extLst>
                </p14:cNvPr>
                <p14:cNvContentPartPr/>
                <p14:nvPr/>
              </p14:nvContentPartPr>
              <p14:xfrm>
                <a:off x="5033831" y="5623060"/>
                <a:ext cx="128160" cy="446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8D459A7-F49F-7170-6FB3-3B30184F632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016191" y="5605420"/>
                  <a:ext cx="1638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CE68637-89C8-186F-3199-B875020D05EC}"/>
                    </a:ext>
                  </a:extLst>
                </p14:cNvPr>
                <p14:cNvContentPartPr/>
                <p14:nvPr/>
              </p14:nvContentPartPr>
              <p14:xfrm>
                <a:off x="5101871" y="5912860"/>
                <a:ext cx="154440" cy="97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CE68637-89C8-186F-3199-B875020D05E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083871" y="5895220"/>
                  <a:ext cx="190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528961B-933C-A055-FAD4-22A77135BAB1}"/>
                    </a:ext>
                  </a:extLst>
                </p14:cNvPr>
                <p14:cNvContentPartPr/>
                <p14:nvPr/>
              </p14:nvContentPartPr>
              <p14:xfrm>
                <a:off x="5405711" y="5800540"/>
                <a:ext cx="89640" cy="176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528961B-933C-A055-FAD4-22A77135BAB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388071" y="5782540"/>
                  <a:ext cx="1252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61058F3-34BF-DBC8-CAAB-060CDA79FC94}"/>
                    </a:ext>
                  </a:extLst>
                </p14:cNvPr>
                <p14:cNvContentPartPr/>
                <p14:nvPr/>
              </p14:nvContentPartPr>
              <p14:xfrm>
                <a:off x="5475551" y="5867140"/>
                <a:ext cx="55800" cy="367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61058F3-34BF-DBC8-CAAB-060CDA79FC9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457911" y="5849500"/>
                  <a:ext cx="914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29017B5-6D3A-6C58-1A67-A3D9AF91872D}"/>
                    </a:ext>
                  </a:extLst>
                </p14:cNvPr>
                <p14:cNvContentPartPr/>
                <p14:nvPr/>
              </p14:nvContentPartPr>
              <p14:xfrm>
                <a:off x="5814311" y="5427220"/>
                <a:ext cx="41400" cy="209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29017B5-6D3A-6C58-1A67-A3D9AF91872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796311" y="5409580"/>
                  <a:ext cx="770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38ACD7D-4DAE-0958-EE09-4A6C2CDEACA7}"/>
                    </a:ext>
                  </a:extLst>
                </p14:cNvPr>
                <p14:cNvContentPartPr/>
                <p14:nvPr/>
              </p14:nvContentPartPr>
              <p14:xfrm>
                <a:off x="5949311" y="5370700"/>
                <a:ext cx="143280" cy="190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38ACD7D-4DAE-0958-EE09-4A6C2CDEACA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931671" y="5352700"/>
                  <a:ext cx="1789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158DB84-1B82-D4C4-F85A-5D82E270C1D3}"/>
                    </a:ext>
                  </a:extLst>
                </p14:cNvPr>
                <p14:cNvContentPartPr/>
                <p14:nvPr/>
              </p14:nvContentPartPr>
              <p14:xfrm>
                <a:off x="6258191" y="5223460"/>
                <a:ext cx="176400" cy="2887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158DB84-1B82-D4C4-F85A-5D82E270C1D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240551" y="5205460"/>
                  <a:ext cx="2120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E1D1B9B-FCFC-8BC4-303A-02BFC6758EF2}"/>
                    </a:ext>
                  </a:extLst>
                </p14:cNvPr>
                <p14:cNvContentPartPr/>
                <p14:nvPr/>
              </p14:nvContentPartPr>
              <p14:xfrm>
                <a:off x="5731151" y="5665900"/>
                <a:ext cx="1072080" cy="165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E1D1B9B-FCFC-8BC4-303A-02BFC6758EF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713151" y="5648260"/>
                  <a:ext cx="110772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395A5614-CA7B-A80A-0995-5186D60BC018}"/>
              </a:ext>
            </a:extLst>
          </p:cNvPr>
          <p:cNvGrpSpPr/>
          <p:nvPr/>
        </p:nvGrpSpPr>
        <p:grpSpPr>
          <a:xfrm>
            <a:off x="6139031" y="5943460"/>
            <a:ext cx="254520" cy="394920"/>
            <a:chOff x="6139031" y="5943460"/>
            <a:chExt cx="254520" cy="39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C4AA957-0B26-F197-1E67-6E21D35466BC}"/>
                    </a:ext>
                  </a:extLst>
                </p14:cNvPr>
                <p14:cNvContentPartPr/>
                <p14:nvPr/>
              </p14:nvContentPartPr>
              <p14:xfrm>
                <a:off x="6139031" y="5943460"/>
                <a:ext cx="76320" cy="3949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C4AA957-0B26-F197-1E67-6E21D35466B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121031" y="5925820"/>
                  <a:ext cx="11196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FC6A9A0-B7C1-1781-1E26-9F1D85C91BB2}"/>
                    </a:ext>
                  </a:extLst>
                </p14:cNvPr>
                <p14:cNvContentPartPr/>
                <p14:nvPr/>
              </p14:nvContentPartPr>
              <p14:xfrm>
                <a:off x="6258911" y="5954620"/>
                <a:ext cx="134640" cy="207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FC6A9A0-B7C1-1781-1E26-9F1D85C91BB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241271" y="5936980"/>
                  <a:ext cx="170280" cy="24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6EEE05D-DAD4-7FF8-2DD5-D6BF285FBE5B}"/>
                  </a:ext>
                </a:extLst>
              </p14:cNvPr>
              <p14:cNvContentPartPr/>
              <p14:nvPr/>
            </p14:nvContentPartPr>
            <p14:xfrm>
              <a:off x="5824031" y="5993500"/>
              <a:ext cx="69480" cy="2790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6EEE05D-DAD4-7FF8-2DD5-D6BF285FBE5B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806391" y="5975860"/>
                <a:ext cx="105120" cy="31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7" name="Group 176">
            <a:extLst>
              <a:ext uri="{FF2B5EF4-FFF2-40B4-BE49-F238E27FC236}">
                <a16:creationId xmlns:a16="http://schemas.microsoft.com/office/drawing/2014/main" id="{A0A95EA7-F1D2-3DE9-0B14-BC41DED3C185}"/>
              </a:ext>
            </a:extLst>
          </p:cNvPr>
          <p:cNvGrpSpPr/>
          <p:nvPr/>
        </p:nvGrpSpPr>
        <p:grpSpPr>
          <a:xfrm>
            <a:off x="7150631" y="5622700"/>
            <a:ext cx="124200" cy="110880"/>
            <a:chOff x="7150631" y="5622700"/>
            <a:chExt cx="12420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AC238D4-4B23-AAC4-3237-7965BAF6A3E8}"/>
                    </a:ext>
                  </a:extLst>
                </p14:cNvPr>
                <p14:cNvContentPartPr/>
                <p14:nvPr/>
              </p14:nvContentPartPr>
              <p14:xfrm>
                <a:off x="7150631" y="5622700"/>
                <a:ext cx="43200" cy="6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AC238D4-4B23-AAC4-3237-7965BAF6A3E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132991" y="5605060"/>
                  <a:ext cx="788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3568FCE-BB0B-98FB-387D-4F6CD02A5F38}"/>
                    </a:ext>
                  </a:extLst>
                </p14:cNvPr>
                <p14:cNvContentPartPr/>
                <p14:nvPr/>
              </p14:nvContentPartPr>
              <p14:xfrm>
                <a:off x="7170791" y="5699380"/>
                <a:ext cx="104040" cy="342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3568FCE-BB0B-98FB-387D-4F6CD02A5F38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152791" y="5681740"/>
                  <a:ext cx="13968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DDF6DAA-6FAB-89B9-0028-C1F63472F58E}"/>
              </a:ext>
            </a:extLst>
          </p:cNvPr>
          <p:cNvGrpSpPr/>
          <p:nvPr/>
        </p:nvGrpSpPr>
        <p:grpSpPr>
          <a:xfrm>
            <a:off x="7564271" y="5407780"/>
            <a:ext cx="466200" cy="280080"/>
            <a:chOff x="7564271" y="5407780"/>
            <a:chExt cx="46620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5BE96D0-7FF9-910B-049C-C01D491CD1E6}"/>
                    </a:ext>
                  </a:extLst>
                </p14:cNvPr>
                <p14:cNvContentPartPr/>
                <p14:nvPr/>
              </p14:nvContentPartPr>
              <p14:xfrm>
                <a:off x="7564271" y="5542420"/>
                <a:ext cx="6120" cy="15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5BE96D0-7FF9-910B-049C-C01D491CD1E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546631" y="5524780"/>
                  <a:ext cx="417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40262DA-DE14-FE80-C054-56E6C4821C89}"/>
                    </a:ext>
                  </a:extLst>
                </p14:cNvPr>
                <p14:cNvContentPartPr/>
                <p14:nvPr/>
              </p14:nvContentPartPr>
              <p14:xfrm>
                <a:off x="7717991" y="5461060"/>
                <a:ext cx="128880" cy="226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40262DA-DE14-FE80-C054-56E6C4821C8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699991" y="5443060"/>
                  <a:ext cx="1645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2170BE3-879F-3306-8696-F2C2EE7446CE}"/>
                    </a:ext>
                  </a:extLst>
                </p14:cNvPr>
                <p14:cNvContentPartPr/>
                <p14:nvPr/>
              </p14:nvContentPartPr>
              <p14:xfrm>
                <a:off x="8013551" y="5407780"/>
                <a:ext cx="16920" cy="222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2170BE3-879F-3306-8696-F2C2EE7446C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95911" y="5390140"/>
                  <a:ext cx="5256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1BB9240E-C9D9-AEE4-3136-8B7E0A53C809}"/>
              </a:ext>
            </a:extLst>
          </p:cNvPr>
          <p:cNvGrpSpPr/>
          <p:nvPr/>
        </p:nvGrpSpPr>
        <p:grpSpPr>
          <a:xfrm>
            <a:off x="8262671" y="5438020"/>
            <a:ext cx="199080" cy="227520"/>
            <a:chOff x="8262671" y="5438020"/>
            <a:chExt cx="19908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5F3A20B-003B-6310-31F0-CC83C70BE16A}"/>
                    </a:ext>
                  </a:extLst>
                </p14:cNvPr>
                <p14:cNvContentPartPr/>
                <p14:nvPr/>
              </p14:nvContentPartPr>
              <p14:xfrm>
                <a:off x="8262671" y="5479060"/>
                <a:ext cx="21240" cy="1864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5F3A20B-003B-6310-31F0-CC83C70BE16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244671" y="5461420"/>
                  <a:ext cx="568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B72311F-9457-3F48-87D9-C053B51805C6}"/>
                    </a:ext>
                  </a:extLst>
                </p14:cNvPr>
                <p14:cNvContentPartPr/>
                <p14:nvPr/>
              </p14:nvContentPartPr>
              <p14:xfrm>
                <a:off x="8311631" y="5438020"/>
                <a:ext cx="150120" cy="177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B72311F-9457-3F48-87D9-C053B51805C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293991" y="5420020"/>
                  <a:ext cx="185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1ABC28B-068D-D3B2-0753-241557F3F3D2}"/>
                    </a:ext>
                  </a:extLst>
                </p14:cNvPr>
                <p14:cNvContentPartPr/>
                <p14:nvPr/>
              </p14:nvContentPartPr>
              <p14:xfrm>
                <a:off x="8299391" y="5560780"/>
                <a:ext cx="102600" cy="38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1ABC28B-068D-D3B2-0753-241557F3F3D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281751" y="5543140"/>
                  <a:ext cx="13824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F74C8A60-D784-DC1E-E5E1-B84BDF957701}"/>
              </a:ext>
            </a:extLst>
          </p:cNvPr>
          <p:cNvGrpSpPr/>
          <p:nvPr/>
        </p:nvGrpSpPr>
        <p:grpSpPr>
          <a:xfrm>
            <a:off x="8537351" y="608260"/>
            <a:ext cx="2742480" cy="2251800"/>
            <a:chOff x="8537351" y="608260"/>
            <a:chExt cx="2742480" cy="225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BDD970C-6EF1-8592-060F-D675515F31AF}"/>
                    </a:ext>
                  </a:extLst>
                </p14:cNvPr>
                <p14:cNvContentPartPr/>
                <p14:nvPr/>
              </p14:nvContentPartPr>
              <p14:xfrm>
                <a:off x="9112631" y="658300"/>
                <a:ext cx="23040" cy="8272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BDD970C-6EF1-8592-060F-D675515F31A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094991" y="640660"/>
                  <a:ext cx="58680" cy="86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671EAF68-71CE-E53B-DCFF-83BDAE1CE603}"/>
                    </a:ext>
                  </a:extLst>
                </p14:cNvPr>
                <p14:cNvContentPartPr/>
                <p14:nvPr/>
              </p14:nvContentPartPr>
              <p14:xfrm>
                <a:off x="8836871" y="1393780"/>
                <a:ext cx="554400" cy="5922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671EAF68-71CE-E53B-DCFF-83BDAE1CE60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818871" y="1375780"/>
                  <a:ext cx="59004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1C9EEBA-C779-4946-DA46-67A6FF4FFDD8}"/>
                    </a:ext>
                  </a:extLst>
                </p14:cNvPr>
                <p14:cNvContentPartPr/>
                <p14:nvPr/>
              </p14:nvContentPartPr>
              <p14:xfrm>
                <a:off x="9106871" y="1663420"/>
                <a:ext cx="27000" cy="165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1C9EEBA-C779-4946-DA46-67A6FF4FFDD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089231" y="1645780"/>
                  <a:ext cx="626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E3383BD-834C-5F84-2C0B-5FABAD91E749}"/>
                    </a:ext>
                  </a:extLst>
                </p14:cNvPr>
                <p14:cNvContentPartPr/>
                <p14:nvPr/>
              </p14:nvContentPartPr>
              <p14:xfrm>
                <a:off x="9040631" y="1607260"/>
                <a:ext cx="153720" cy="93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E3383BD-834C-5F84-2C0B-5FABAD91E74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022631" y="1589620"/>
                  <a:ext cx="189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BF9B9B9-1C38-5DB7-5E39-EF1E57A62251}"/>
                    </a:ext>
                  </a:extLst>
                </p14:cNvPr>
                <p14:cNvContentPartPr/>
                <p14:nvPr/>
              </p14:nvContentPartPr>
              <p14:xfrm>
                <a:off x="9204791" y="2010100"/>
                <a:ext cx="115560" cy="832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BF9B9B9-1C38-5DB7-5E39-EF1E57A62251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187151" y="1992460"/>
                  <a:ext cx="151200" cy="86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4566433-8CF3-7A1F-373A-436B409FFFEA}"/>
                    </a:ext>
                  </a:extLst>
                </p14:cNvPr>
                <p14:cNvContentPartPr/>
                <p14:nvPr/>
              </p14:nvContentPartPr>
              <p14:xfrm>
                <a:off x="9091391" y="644620"/>
                <a:ext cx="911880" cy="50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4566433-8CF3-7A1F-373A-436B409FFFEA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073391" y="626620"/>
                  <a:ext cx="9475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B44BCF5-D8E1-31A9-FC4E-B05C9C0C9C84}"/>
                    </a:ext>
                  </a:extLst>
                </p14:cNvPr>
                <p14:cNvContentPartPr/>
                <p14:nvPr/>
              </p14:nvContentPartPr>
              <p14:xfrm>
                <a:off x="9924791" y="685300"/>
                <a:ext cx="52920" cy="6026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B44BCF5-D8E1-31A9-FC4E-B05C9C0C9C8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907151" y="667300"/>
                  <a:ext cx="88560" cy="63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4C18E42-6046-CB4F-04F2-5116FAA4D3E7}"/>
                    </a:ext>
                  </a:extLst>
                </p14:cNvPr>
                <p14:cNvContentPartPr/>
                <p14:nvPr/>
              </p14:nvContentPartPr>
              <p14:xfrm>
                <a:off x="9963671" y="1341220"/>
                <a:ext cx="90720" cy="262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4C18E42-6046-CB4F-04F2-5116FAA4D3E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945671" y="1323220"/>
                  <a:ext cx="1263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A33168A-740C-3417-11AF-C38D57B36BE4}"/>
                    </a:ext>
                  </a:extLst>
                </p14:cNvPr>
                <p14:cNvContentPartPr/>
                <p14:nvPr/>
              </p14:nvContentPartPr>
              <p14:xfrm>
                <a:off x="9402791" y="1637860"/>
                <a:ext cx="691560" cy="1157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A33168A-740C-3417-11AF-C38D57B36BE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384791" y="1619860"/>
                  <a:ext cx="727200" cy="11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D22249F-9A55-52F0-0678-BE595C314219}"/>
                    </a:ext>
                  </a:extLst>
                </p14:cNvPr>
                <p14:cNvContentPartPr/>
                <p14:nvPr/>
              </p14:nvContentPartPr>
              <p14:xfrm>
                <a:off x="9940271" y="608260"/>
                <a:ext cx="627840" cy="813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D22249F-9A55-52F0-0678-BE595C314219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922631" y="590260"/>
                  <a:ext cx="663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4EE2711-077E-0C4C-50CF-A3740111D575}"/>
                    </a:ext>
                  </a:extLst>
                </p14:cNvPr>
                <p14:cNvContentPartPr/>
                <p14:nvPr/>
              </p14:nvContentPartPr>
              <p14:xfrm>
                <a:off x="10175351" y="2698420"/>
                <a:ext cx="719640" cy="565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4EE2711-077E-0C4C-50CF-A3740111D575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157711" y="2680420"/>
                  <a:ext cx="7552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C6A60B2-3439-4A30-352B-19EB2A97B623}"/>
                    </a:ext>
                  </a:extLst>
                </p14:cNvPr>
                <p14:cNvContentPartPr/>
                <p14:nvPr/>
              </p14:nvContentPartPr>
              <p14:xfrm>
                <a:off x="10819391" y="2674300"/>
                <a:ext cx="75240" cy="86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C6A60B2-3439-4A30-352B-19EB2A97B623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801751" y="2656660"/>
                  <a:ext cx="1108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D1CE5A0-8677-79C8-DB4F-807FD60A4F0D}"/>
                    </a:ext>
                  </a:extLst>
                </p14:cNvPr>
                <p14:cNvContentPartPr/>
                <p14:nvPr/>
              </p14:nvContentPartPr>
              <p14:xfrm>
                <a:off x="8537351" y="1286500"/>
                <a:ext cx="21960" cy="284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D1CE5A0-8677-79C8-DB4F-807FD60A4F0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519351" y="1268500"/>
                  <a:ext cx="576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E29C493-4C3D-8467-684C-15F63246AF9C}"/>
                    </a:ext>
                  </a:extLst>
                </p14:cNvPr>
                <p14:cNvContentPartPr/>
                <p14:nvPr/>
              </p14:nvContentPartPr>
              <p14:xfrm>
                <a:off x="8646431" y="1177420"/>
                <a:ext cx="117360" cy="1173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E29C493-4C3D-8467-684C-15F63246AF9C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628431" y="1159420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8B7CE62-45D6-09B5-7DD5-83442D4D53E9}"/>
                    </a:ext>
                  </a:extLst>
                </p14:cNvPr>
                <p14:cNvContentPartPr/>
                <p14:nvPr/>
              </p14:nvContentPartPr>
              <p14:xfrm>
                <a:off x="8772431" y="1088860"/>
                <a:ext cx="93240" cy="121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8B7CE62-45D6-09B5-7DD5-83442D4D53E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754791" y="1070860"/>
                  <a:ext cx="1288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95F38F61-F393-F5A9-7581-AB0B1167A38A}"/>
                    </a:ext>
                  </a:extLst>
                </p14:cNvPr>
                <p14:cNvContentPartPr/>
                <p14:nvPr/>
              </p14:nvContentPartPr>
              <p14:xfrm>
                <a:off x="8871791" y="970420"/>
                <a:ext cx="70200" cy="1404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95F38F61-F393-F5A9-7581-AB0B1167A38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854151" y="952420"/>
                  <a:ext cx="105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F478895-DC91-F6F4-1E0C-DA69CE492051}"/>
                    </a:ext>
                  </a:extLst>
                </p14:cNvPr>
                <p14:cNvContentPartPr/>
                <p14:nvPr/>
              </p14:nvContentPartPr>
              <p14:xfrm>
                <a:off x="8877911" y="935500"/>
                <a:ext cx="136080" cy="896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F478895-DC91-F6F4-1E0C-DA69CE492051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859911" y="917500"/>
                  <a:ext cx="1717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5EF6A08-F408-9897-EDE5-7C4D8B593E2D}"/>
                    </a:ext>
                  </a:extLst>
                </p14:cNvPr>
                <p14:cNvContentPartPr/>
                <p14:nvPr/>
              </p14:nvContentPartPr>
              <p14:xfrm>
                <a:off x="8872871" y="980860"/>
                <a:ext cx="63720" cy="349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5EF6A08-F408-9897-EDE5-7C4D8B593E2D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854871" y="963220"/>
                  <a:ext cx="993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312CC88-BC74-C2D9-E6BA-19CDA21EC1AB}"/>
                    </a:ext>
                  </a:extLst>
                </p14:cNvPr>
                <p14:cNvContentPartPr/>
                <p14:nvPr/>
              </p14:nvContentPartPr>
              <p14:xfrm>
                <a:off x="10274711" y="1434460"/>
                <a:ext cx="33840" cy="91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312CC88-BC74-C2D9-E6BA-19CDA21EC1A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257071" y="1416820"/>
                  <a:ext cx="694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6360793-29D3-7B65-2919-3AFC16CE5B43}"/>
                    </a:ext>
                  </a:extLst>
                </p14:cNvPr>
                <p14:cNvContentPartPr/>
                <p14:nvPr/>
              </p14:nvContentPartPr>
              <p14:xfrm>
                <a:off x="10257791" y="1417900"/>
                <a:ext cx="160560" cy="216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6360793-29D3-7B65-2919-3AFC16CE5B4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240151" y="1399900"/>
                  <a:ext cx="1962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C500C10-B11F-EB00-1217-0EC1042B86A2}"/>
                    </a:ext>
                  </a:extLst>
                </p14:cNvPr>
                <p14:cNvContentPartPr/>
                <p14:nvPr/>
              </p14:nvContentPartPr>
              <p14:xfrm>
                <a:off x="10420871" y="1363180"/>
                <a:ext cx="227160" cy="1947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C500C10-B11F-EB00-1217-0EC1042B86A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402871" y="1345180"/>
                  <a:ext cx="262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15D0DC97-FFBF-2922-B912-C615F5A13209}"/>
                    </a:ext>
                  </a:extLst>
                </p14:cNvPr>
                <p14:cNvContentPartPr/>
                <p14:nvPr/>
              </p14:nvContentPartPr>
              <p14:xfrm>
                <a:off x="10731911" y="1297660"/>
                <a:ext cx="213480" cy="1303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15D0DC97-FFBF-2922-B912-C615F5A1320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713911" y="1279660"/>
                  <a:ext cx="2491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5A7E596-E69B-14C5-6940-11E271706B16}"/>
                    </a:ext>
                  </a:extLst>
                </p14:cNvPr>
                <p14:cNvContentPartPr/>
                <p14:nvPr/>
              </p14:nvContentPartPr>
              <p14:xfrm>
                <a:off x="10636511" y="728140"/>
                <a:ext cx="66960" cy="2412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5A7E596-E69B-14C5-6940-11E271706B16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618511" y="710140"/>
                  <a:ext cx="1026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F05B65EB-CC5B-656F-4357-1A24B85D7F8C}"/>
                    </a:ext>
                  </a:extLst>
                </p14:cNvPr>
                <p14:cNvContentPartPr/>
                <p14:nvPr/>
              </p14:nvContentPartPr>
              <p14:xfrm>
                <a:off x="10671791" y="758740"/>
                <a:ext cx="159840" cy="79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F05B65EB-CC5B-656F-4357-1A24B85D7F8C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654151" y="741100"/>
                  <a:ext cx="1954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813829B-B428-2343-4F60-7F07903F10CC}"/>
                    </a:ext>
                  </a:extLst>
                </p14:cNvPr>
                <p14:cNvContentPartPr/>
                <p14:nvPr/>
              </p14:nvContentPartPr>
              <p14:xfrm>
                <a:off x="10739111" y="810220"/>
                <a:ext cx="93960" cy="345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813829B-B428-2343-4F60-7F07903F10C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721111" y="792580"/>
                  <a:ext cx="129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0FEE4F0-D539-D00A-05DE-3588F4741F51}"/>
                    </a:ext>
                  </a:extLst>
                </p14:cNvPr>
                <p14:cNvContentPartPr/>
                <p14:nvPr/>
              </p14:nvContentPartPr>
              <p14:xfrm>
                <a:off x="11035031" y="2617780"/>
                <a:ext cx="102600" cy="242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0FEE4F0-D539-D00A-05DE-3588F4741F5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1017031" y="2599780"/>
                  <a:ext cx="1382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F7B5562-0D15-1055-EE03-D03F7B5A5367}"/>
                    </a:ext>
                  </a:extLst>
                </p14:cNvPr>
                <p14:cNvContentPartPr/>
                <p14:nvPr/>
              </p14:nvContentPartPr>
              <p14:xfrm>
                <a:off x="11075711" y="2606260"/>
                <a:ext cx="204120" cy="224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F7B5562-0D15-1055-EE03-D03F7B5A536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1058071" y="2588620"/>
                  <a:ext cx="23976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4EEBD29D-FB50-F3BD-FD08-37E27910A91F}"/>
              </a:ext>
            </a:extLst>
          </p:cNvPr>
          <p:cNvGrpSpPr/>
          <p:nvPr/>
        </p:nvGrpSpPr>
        <p:grpSpPr>
          <a:xfrm>
            <a:off x="4542791" y="1534540"/>
            <a:ext cx="675360" cy="392400"/>
            <a:chOff x="4542791" y="1534540"/>
            <a:chExt cx="675360" cy="39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34D9C10-8B0A-0A1F-AB97-53C5A9B76729}"/>
                    </a:ext>
                  </a:extLst>
                </p14:cNvPr>
                <p14:cNvContentPartPr/>
                <p14:nvPr/>
              </p14:nvContentPartPr>
              <p14:xfrm>
                <a:off x="4779671" y="1618780"/>
                <a:ext cx="151200" cy="345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34D9C10-8B0A-0A1F-AB97-53C5A9B76729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4761671" y="1600780"/>
                  <a:ext cx="186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CC911A6-7A3A-C496-429D-24C169722F3E}"/>
                    </a:ext>
                  </a:extLst>
                </p14:cNvPr>
                <p14:cNvContentPartPr/>
                <p14:nvPr/>
              </p14:nvContentPartPr>
              <p14:xfrm>
                <a:off x="4971191" y="1685020"/>
                <a:ext cx="360" cy="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CC911A6-7A3A-C496-429D-24C169722F3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4953551" y="166702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03A5B8B-BE9D-4A01-D31E-9235BA0C4B60}"/>
                    </a:ext>
                  </a:extLst>
                </p14:cNvPr>
                <p14:cNvContentPartPr/>
                <p14:nvPr/>
              </p14:nvContentPartPr>
              <p14:xfrm>
                <a:off x="4773551" y="1831900"/>
                <a:ext cx="134640" cy="309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03A5B8B-BE9D-4A01-D31E-9235BA0C4B6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755911" y="1813900"/>
                  <a:ext cx="1702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BAA1612-881E-A7AD-3D6C-36C5694A3EC9}"/>
                    </a:ext>
                  </a:extLst>
                </p14:cNvPr>
                <p14:cNvContentPartPr/>
                <p14:nvPr/>
              </p14:nvContentPartPr>
              <p14:xfrm>
                <a:off x="4931951" y="1534540"/>
                <a:ext cx="286200" cy="3924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BAA1612-881E-A7AD-3D6C-36C5694A3EC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4914311" y="1516540"/>
                  <a:ext cx="3218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497F1AF-7C53-0466-7775-18F819AA5B82}"/>
                    </a:ext>
                  </a:extLst>
                </p14:cNvPr>
                <p14:cNvContentPartPr/>
                <p14:nvPr/>
              </p14:nvContentPartPr>
              <p14:xfrm>
                <a:off x="4542791" y="1565500"/>
                <a:ext cx="209160" cy="3268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497F1AF-7C53-0466-7775-18F819AA5B8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4524791" y="1547500"/>
                  <a:ext cx="244800" cy="36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114EB306-BDF3-98A3-9183-D218D784B931}"/>
              </a:ext>
            </a:extLst>
          </p:cNvPr>
          <p:cNvGrpSpPr/>
          <p:nvPr/>
        </p:nvGrpSpPr>
        <p:grpSpPr>
          <a:xfrm>
            <a:off x="7829591" y="1440220"/>
            <a:ext cx="729000" cy="455040"/>
            <a:chOff x="7829591" y="1440220"/>
            <a:chExt cx="729000" cy="45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4E94868-1A8F-2390-3646-F7436CA39008}"/>
                    </a:ext>
                  </a:extLst>
                </p14:cNvPr>
                <p14:cNvContentPartPr/>
                <p14:nvPr/>
              </p14:nvContentPartPr>
              <p14:xfrm>
                <a:off x="8101751" y="1573420"/>
                <a:ext cx="130680" cy="14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4E94868-1A8F-2390-3646-F7436CA39008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084111" y="1555420"/>
                  <a:ext cx="1663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545E337-D9E2-27DA-8043-2291D1E47E54}"/>
                    </a:ext>
                  </a:extLst>
                </p14:cNvPr>
                <p14:cNvContentPartPr/>
                <p14:nvPr/>
              </p14:nvContentPartPr>
              <p14:xfrm>
                <a:off x="8067911" y="1708420"/>
                <a:ext cx="178560" cy="244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545E337-D9E2-27DA-8043-2291D1E47E5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050271" y="1690780"/>
                  <a:ext cx="2142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55ABAC4-B3EB-BFB5-3531-C037D66C0395}"/>
                    </a:ext>
                  </a:extLst>
                </p14:cNvPr>
                <p14:cNvContentPartPr/>
                <p14:nvPr/>
              </p14:nvContentPartPr>
              <p14:xfrm>
                <a:off x="8235671" y="1440220"/>
                <a:ext cx="322920" cy="3852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55ABAC4-B3EB-BFB5-3531-C037D66C039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218031" y="1422220"/>
                  <a:ext cx="35856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FEABEEA-2319-D2AA-E422-9DFCEFEC5027}"/>
                    </a:ext>
                  </a:extLst>
                </p14:cNvPr>
                <p14:cNvContentPartPr/>
                <p14:nvPr/>
              </p14:nvContentPartPr>
              <p14:xfrm>
                <a:off x="7829591" y="1483780"/>
                <a:ext cx="308880" cy="4114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FEABEEA-2319-D2AA-E422-9DFCEFEC502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7811591" y="1465780"/>
                  <a:ext cx="344520" cy="44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78465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4170-2D31-1213-C4A5-9A513229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FBDF3-F6E3-1A13-37CD-2CB335D3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234B2-767C-4870-A67B-D4B72E8060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C2B6D3-A9DD-EB26-CB00-88C695297A45}"/>
              </a:ext>
            </a:extLst>
          </p:cNvPr>
          <p:cNvGrpSpPr/>
          <p:nvPr/>
        </p:nvGrpSpPr>
        <p:grpSpPr>
          <a:xfrm>
            <a:off x="6508518" y="1036330"/>
            <a:ext cx="3025800" cy="2222640"/>
            <a:chOff x="6508518" y="1036330"/>
            <a:chExt cx="3025800" cy="22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AB47CA5-6E9B-9DE4-F91D-338A879FE2B8}"/>
                    </a:ext>
                  </a:extLst>
                </p14:cNvPr>
                <p14:cNvContentPartPr/>
                <p14:nvPr/>
              </p14:nvContentPartPr>
              <p14:xfrm>
                <a:off x="7227078" y="1036330"/>
                <a:ext cx="33120" cy="596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AB47CA5-6E9B-9DE4-F91D-338A879FE2B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09078" y="1018341"/>
                  <a:ext cx="68760" cy="6324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88695F-F7C2-288C-CBC5-D663BF1F0033}"/>
                    </a:ext>
                  </a:extLst>
                </p14:cNvPr>
                <p14:cNvContentPartPr/>
                <p14:nvPr/>
              </p14:nvContentPartPr>
              <p14:xfrm>
                <a:off x="7213398" y="1570210"/>
                <a:ext cx="49320" cy="198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88695F-F7C2-288C-CBC5-D663BF1F00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95398" y="1552210"/>
                  <a:ext cx="84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28C28A0-020E-458C-60FF-3DC25EB3D364}"/>
                    </a:ext>
                  </a:extLst>
                </p14:cNvPr>
                <p14:cNvContentPartPr/>
                <p14:nvPr/>
              </p14:nvContentPartPr>
              <p14:xfrm>
                <a:off x="6979398" y="1749130"/>
                <a:ext cx="553680" cy="73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28C28A0-020E-458C-60FF-3DC25EB3D36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61398" y="1731041"/>
                  <a:ext cx="589320" cy="1092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258B2D-91FD-6F3F-6A82-401640790E7C}"/>
                    </a:ext>
                  </a:extLst>
                </p14:cNvPr>
                <p14:cNvContentPartPr/>
                <p14:nvPr/>
              </p14:nvContentPartPr>
              <p14:xfrm>
                <a:off x="7163718" y="1929130"/>
                <a:ext cx="147960" cy="22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258B2D-91FD-6F3F-6A82-401640790E7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145718" y="1911416"/>
                  <a:ext cx="183600" cy="573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7AB956-2F6D-2CBF-84F8-D5130432BEA6}"/>
                    </a:ext>
                  </a:extLst>
                </p14:cNvPr>
                <p14:cNvContentPartPr/>
                <p14:nvPr/>
              </p14:nvContentPartPr>
              <p14:xfrm>
                <a:off x="7273518" y="1965490"/>
                <a:ext cx="25560" cy="612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7AB956-2F6D-2CBF-84F8-D5130432BEA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55768" y="1947490"/>
                  <a:ext cx="60705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A1BB11-0818-6BBA-4656-FC2C3BAFF818}"/>
                    </a:ext>
                  </a:extLst>
                </p14:cNvPr>
                <p14:cNvContentPartPr/>
                <p14:nvPr/>
              </p14:nvContentPartPr>
              <p14:xfrm>
                <a:off x="7255878" y="1154410"/>
                <a:ext cx="544320" cy="38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A1BB11-0818-6BBA-4656-FC2C3BAFF81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37866" y="1136239"/>
                  <a:ext cx="579984" cy="741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143E97-412E-EDC2-F787-8B96FD0CC4AA}"/>
                    </a:ext>
                  </a:extLst>
                </p14:cNvPr>
                <p14:cNvContentPartPr/>
                <p14:nvPr/>
              </p14:nvContentPartPr>
              <p14:xfrm>
                <a:off x="7787238" y="1122730"/>
                <a:ext cx="439560" cy="5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143E97-412E-EDC2-F787-8B96FD0CC4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69238" y="1104730"/>
                  <a:ext cx="47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E92C2A-8835-2E27-6938-7BE248BFA2F6}"/>
                    </a:ext>
                  </a:extLst>
                </p14:cNvPr>
                <p14:cNvContentPartPr/>
                <p14:nvPr/>
              </p14:nvContentPartPr>
              <p14:xfrm>
                <a:off x="8197998" y="1155850"/>
                <a:ext cx="313200" cy="5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E92C2A-8835-2E27-6938-7BE248BFA2F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79998" y="1137850"/>
                  <a:ext cx="348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CC865D5-7C8C-222E-11DF-AF020C25AA0B}"/>
                    </a:ext>
                  </a:extLst>
                </p14:cNvPr>
                <p14:cNvContentPartPr/>
                <p14:nvPr/>
              </p14:nvContentPartPr>
              <p14:xfrm>
                <a:off x="8462238" y="1204450"/>
                <a:ext cx="42120" cy="377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CC865D5-7C8C-222E-11DF-AF020C25AA0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44238" y="1186433"/>
                  <a:ext cx="77760" cy="412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583EEB-C352-F10D-4E28-AD28BEF18B49}"/>
                    </a:ext>
                  </a:extLst>
                </p14:cNvPr>
                <p14:cNvContentPartPr/>
                <p14:nvPr/>
              </p14:nvContentPartPr>
              <p14:xfrm>
                <a:off x="8366478" y="1616290"/>
                <a:ext cx="135360" cy="378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583EEB-C352-F10D-4E28-AD28BEF18B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348478" y="1598273"/>
                  <a:ext cx="171000" cy="4136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437506C-1111-A37E-AEF7-9F22B46FC8E3}"/>
                    </a:ext>
                  </a:extLst>
                </p14:cNvPr>
                <p14:cNvContentPartPr/>
                <p14:nvPr/>
              </p14:nvContentPartPr>
              <p14:xfrm>
                <a:off x="8471598" y="1992130"/>
                <a:ext cx="57960" cy="28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437506C-1111-A37E-AEF7-9F22B46FC8E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53709" y="1974153"/>
                  <a:ext cx="93380" cy="3225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46DC6B-1F23-BDC9-C908-E3C9F352A5E0}"/>
                    </a:ext>
                  </a:extLst>
                </p14:cNvPr>
                <p14:cNvContentPartPr/>
                <p14:nvPr/>
              </p14:nvContentPartPr>
              <p14:xfrm>
                <a:off x="7405638" y="2358610"/>
                <a:ext cx="1174320" cy="871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46DC6B-1F23-BDC9-C908-E3C9F352A5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387638" y="2340610"/>
                  <a:ext cx="120996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BF41F11-7EF9-DD0A-D771-2CCC1CB8FC5E}"/>
                    </a:ext>
                  </a:extLst>
                </p14:cNvPr>
                <p14:cNvContentPartPr/>
                <p14:nvPr/>
              </p14:nvContentPartPr>
              <p14:xfrm>
                <a:off x="7280358" y="2527810"/>
                <a:ext cx="40680" cy="731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BF41F11-7EF9-DD0A-D771-2CCC1CB8FC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62358" y="2509810"/>
                  <a:ext cx="76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6FF448D-A05E-A48D-ED0C-34F65302BA63}"/>
                    </a:ext>
                  </a:extLst>
                </p14:cNvPr>
                <p14:cNvContentPartPr/>
                <p14:nvPr/>
              </p14:nvContentPartPr>
              <p14:xfrm>
                <a:off x="6508518" y="2021290"/>
                <a:ext cx="145440" cy="28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6FF448D-A05E-A48D-ED0C-34F65302BA6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90518" y="2003290"/>
                  <a:ext cx="181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4495C41-8CA3-04FB-107F-BAA6F2EF10A5}"/>
                    </a:ext>
                  </a:extLst>
                </p14:cNvPr>
                <p14:cNvContentPartPr/>
                <p14:nvPr/>
              </p14:nvContentPartPr>
              <p14:xfrm>
                <a:off x="6644238" y="1961890"/>
                <a:ext cx="158760" cy="225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4495C41-8CA3-04FB-107F-BAA6F2EF10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26238" y="1943890"/>
                  <a:ext cx="194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C95456-E92A-5CC4-6FD1-F771C05B7440}"/>
                    </a:ext>
                  </a:extLst>
                </p14:cNvPr>
                <p14:cNvContentPartPr/>
                <p14:nvPr/>
              </p14:nvContentPartPr>
              <p14:xfrm>
                <a:off x="6669078" y="1590010"/>
                <a:ext cx="165240" cy="279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C95456-E92A-5CC4-6FD1-F771C05B744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651078" y="1572010"/>
                  <a:ext cx="2008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2581E5-3C4B-4ED8-E848-17EB1571F710}"/>
                    </a:ext>
                  </a:extLst>
                </p14:cNvPr>
                <p14:cNvContentPartPr/>
                <p14:nvPr/>
              </p14:nvContentPartPr>
              <p14:xfrm>
                <a:off x="8792718" y="1506490"/>
                <a:ext cx="100800" cy="207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2581E5-3C4B-4ED8-E848-17EB1571F7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74782" y="1488459"/>
                  <a:ext cx="136313" cy="243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B29053C-C5E4-9D32-A6DE-15198242EDC4}"/>
                    </a:ext>
                  </a:extLst>
                </p14:cNvPr>
                <p14:cNvContentPartPr/>
                <p14:nvPr/>
              </p14:nvContentPartPr>
              <p14:xfrm>
                <a:off x="8876958" y="1506490"/>
                <a:ext cx="118440" cy="197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B29053C-C5E4-9D32-A6DE-15198242EDC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59013" y="1488490"/>
                  <a:ext cx="153972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188978F-6A63-9E25-1DA8-46FE60994F5A}"/>
                    </a:ext>
                  </a:extLst>
                </p14:cNvPr>
                <p14:cNvContentPartPr/>
                <p14:nvPr/>
              </p14:nvContentPartPr>
              <p14:xfrm>
                <a:off x="8968758" y="1525570"/>
                <a:ext cx="92160" cy="58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188978F-6A63-9E25-1DA8-46FE60994F5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50687" y="1507570"/>
                  <a:ext cx="1279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CFF420A-A361-659E-480E-9D46694A4DD7}"/>
                    </a:ext>
                  </a:extLst>
                </p14:cNvPr>
                <p14:cNvContentPartPr/>
                <p14:nvPr/>
              </p14:nvContentPartPr>
              <p14:xfrm>
                <a:off x="8469438" y="2187610"/>
                <a:ext cx="52560" cy="47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CFF420A-A361-659E-480E-9D46694A4DD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51438" y="2169472"/>
                  <a:ext cx="88200" cy="83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D315B89-EA39-3964-24A5-38FE644A6CC0}"/>
                    </a:ext>
                  </a:extLst>
                </p14:cNvPr>
                <p14:cNvContentPartPr/>
                <p14:nvPr/>
              </p14:nvContentPartPr>
              <p14:xfrm>
                <a:off x="8480958" y="3118930"/>
                <a:ext cx="123480" cy="119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D315B89-EA39-3964-24A5-38FE644A6C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62958" y="3100930"/>
                  <a:ext cx="159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5B4B689-4008-9BEC-5A71-C895B165BDDA}"/>
                    </a:ext>
                  </a:extLst>
                </p14:cNvPr>
                <p14:cNvContentPartPr/>
                <p14:nvPr/>
              </p14:nvContentPartPr>
              <p14:xfrm>
                <a:off x="8504718" y="2220730"/>
                <a:ext cx="68400" cy="34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5B4B689-4008-9BEC-5A71-C895B165BDD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86718" y="2202730"/>
                  <a:ext cx="104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A119A0-1DEE-7463-13A0-4869AF111007}"/>
                    </a:ext>
                  </a:extLst>
                </p14:cNvPr>
                <p14:cNvContentPartPr/>
                <p14:nvPr/>
              </p14:nvContentPartPr>
              <p14:xfrm>
                <a:off x="8714238" y="2528890"/>
                <a:ext cx="144000" cy="133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A119A0-1DEE-7463-13A0-4869AF11100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96238" y="2510890"/>
                  <a:ext cx="179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433E69-46AC-8ABF-0F67-E88B5F3B9BD9}"/>
                    </a:ext>
                  </a:extLst>
                </p14:cNvPr>
                <p14:cNvContentPartPr/>
                <p14:nvPr/>
              </p14:nvContentPartPr>
              <p14:xfrm>
                <a:off x="8848158" y="2553010"/>
                <a:ext cx="42480" cy="206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433E69-46AC-8ABF-0F67-E88B5F3B9BD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30158" y="2535010"/>
                  <a:ext cx="78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EF06958-48A1-A1CB-8836-DD8F4E997CBE}"/>
                    </a:ext>
                  </a:extLst>
                </p14:cNvPr>
                <p14:cNvContentPartPr/>
                <p14:nvPr/>
              </p14:nvContentPartPr>
              <p14:xfrm>
                <a:off x="9002238" y="2526730"/>
                <a:ext cx="42840" cy="17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EF06958-48A1-A1CB-8836-DD8F4E997CB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4238" y="2508730"/>
                  <a:ext cx="78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BA5331-58F7-C8E1-4C37-7813DFBD6371}"/>
                    </a:ext>
                  </a:extLst>
                </p14:cNvPr>
                <p14:cNvContentPartPr/>
                <p14:nvPr/>
              </p14:nvContentPartPr>
              <p14:xfrm>
                <a:off x="9069198" y="2583610"/>
                <a:ext cx="84600" cy="38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BA5331-58F7-C8E1-4C37-7813DFBD63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051198" y="2565442"/>
                  <a:ext cx="120240" cy="74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5116F2-BB53-8A49-9425-D17701F0D697}"/>
                    </a:ext>
                  </a:extLst>
                </p14:cNvPr>
                <p14:cNvContentPartPr/>
                <p14:nvPr/>
              </p14:nvContentPartPr>
              <p14:xfrm>
                <a:off x="8474838" y="2117410"/>
                <a:ext cx="873720" cy="140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5116F2-BB53-8A49-9425-D17701F0D6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56838" y="2099410"/>
                  <a:ext cx="909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74C95C-131B-F7B5-F53B-1C2EA265F10D}"/>
                    </a:ext>
                  </a:extLst>
                </p14:cNvPr>
                <p14:cNvContentPartPr/>
                <p14:nvPr/>
              </p14:nvContentPartPr>
              <p14:xfrm>
                <a:off x="9295638" y="2074210"/>
                <a:ext cx="114840" cy="90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74C95C-131B-F7B5-F53B-1C2EA265F10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77581" y="2056210"/>
                  <a:ext cx="150592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534A3C2-2511-5510-7168-95F60E748E99}"/>
                    </a:ext>
                  </a:extLst>
                </p14:cNvPr>
                <p14:cNvContentPartPr/>
                <p14:nvPr/>
              </p14:nvContentPartPr>
              <p14:xfrm>
                <a:off x="8523438" y="3159610"/>
                <a:ext cx="901440" cy="45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534A3C2-2511-5510-7168-95F60E748E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05438" y="3141467"/>
                  <a:ext cx="93708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90D4169-8530-D2F9-57EF-06D9CBC4FB93}"/>
                    </a:ext>
                  </a:extLst>
                </p14:cNvPr>
                <p14:cNvContentPartPr/>
                <p14:nvPr/>
              </p14:nvContentPartPr>
              <p14:xfrm>
                <a:off x="9411918" y="3124330"/>
                <a:ext cx="122400" cy="10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90D4169-8530-D2F9-57EF-06D9CBC4FB9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93918" y="3106330"/>
                  <a:ext cx="15804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B6272E2-C29E-DB02-AC49-95817B5E0272}"/>
              </a:ext>
            </a:extLst>
          </p:cNvPr>
          <p:cNvGrpSpPr/>
          <p:nvPr/>
        </p:nvGrpSpPr>
        <p:grpSpPr>
          <a:xfrm>
            <a:off x="9862998" y="3103450"/>
            <a:ext cx="608760" cy="101520"/>
            <a:chOff x="9862998" y="3103450"/>
            <a:chExt cx="608760" cy="10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BAFF360-F91A-327F-FE47-42E97061F308}"/>
                    </a:ext>
                  </a:extLst>
                </p14:cNvPr>
                <p14:cNvContentPartPr/>
                <p14:nvPr/>
              </p14:nvContentPartPr>
              <p14:xfrm>
                <a:off x="9862998" y="3103450"/>
                <a:ext cx="9324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BAFF360-F91A-327F-FE47-42E97061F30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928" y="3085569"/>
                  <a:ext cx="129018" cy="894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6E516D-CD47-FCB2-2FE0-75B2E5F5B657}"/>
                    </a:ext>
                  </a:extLst>
                </p14:cNvPr>
                <p14:cNvContentPartPr/>
                <p14:nvPr/>
              </p14:nvContentPartPr>
              <p14:xfrm>
                <a:off x="9878478" y="3130450"/>
                <a:ext cx="593280" cy="74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6E516D-CD47-FCB2-2FE0-75B2E5F5B65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860467" y="3112450"/>
                  <a:ext cx="628942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E856BA6-6360-973E-A7B0-7F1D1796411B}"/>
              </a:ext>
            </a:extLst>
          </p:cNvPr>
          <p:cNvGrpSpPr/>
          <p:nvPr/>
        </p:nvGrpSpPr>
        <p:grpSpPr>
          <a:xfrm>
            <a:off x="9967038" y="2449690"/>
            <a:ext cx="854640" cy="237600"/>
            <a:chOff x="9967038" y="2449690"/>
            <a:chExt cx="85464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0C230D-689A-85E9-5FB6-447967CDF48B}"/>
                    </a:ext>
                  </a:extLst>
                </p14:cNvPr>
                <p14:cNvContentPartPr/>
                <p14:nvPr/>
              </p14:nvContentPartPr>
              <p14:xfrm>
                <a:off x="9967038" y="2499010"/>
                <a:ext cx="204480" cy="188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0C230D-689A-85E9-5FB6-447967CDF48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949038" y="2481010"/>
                  <a:ext cx="240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CC2267F-7DF4-4CDA-BE38-2EF60DA9E07F}"/>
                    </a:ext>
                  </a:extLst>
                </p14:cNvPr>
                <p14:cNvContentPartPr/>
                <p14:nvPr/>
              </p14:nvContentPartPr>
              <p14:xfrm>
                <a:off x="10276638" y="2506210"/>
                <a:ext cx="94680" cy="119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CC2267F-7DF4-4CDA-BE38-2EF60DA9E07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258638" y="2488210"/>
                  <a:ext cx="130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45522-8487-B4B3-A22D-DD2FB6451AEA}"/>
                    </a:ext>
                  </a:extLst>
                </p14:cNvPr>
                <p14:cNvContentPartPr/>
                <p14:nvPr/>
              </p14:nvContentPartPr>
              <p14:xfrm>
                <a:off x="10479318" y="2516650"/>
                <a:ext cx="9216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45522-8487-B4B3-A22D-DD2FB6451A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61318" y="2498650"/>
                  <a:ext cx="127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DB306C-77DA-306D-E5DA-8413D9A78119}"/>
                    </a:ext>
                  </a:extLst>
                </p14:cNvPr>
                <p14:cNvContentPartPr/>
                <p14:nvPr/>
              </p14:nvContentPartPr>
              <p14:xfrm>
                <a:off x="10619358" y="2535730"/>
                <a:ext cx="55080" cy="6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DB306C-77DA-306D-E5DA-8413D9A7811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601240" y="2517730"/>
                  <a:ext cx="9095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195FBB-EFC4-57F6-56C2-7499F2905CA1}"/>
                    </a:ext>
                  </a:extLst>
                </p14:cNvPr>
                <p14:cNvContentPartPr/>
                <p14:nvPr/>
              </p14:nvContentPartPr>
              <p14:xfrm>
                <a:off x="10716198" y="2449690"/>
                <a:ext cx="105480" cy="148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195FBB-EFC4-57F6-56C2-7499F2905CA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98198" y="2431646"/>
                  <a:ext cx="141120" cy="18404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5096F86-EB72-24B5-9890-3E9E95F4DDF3}"/>
              </a:ext>
            </a:extLst>
          </p:cNvPr>
          <p:cNvGrpSpPr/>
          <p:nvPr/>
        </p:nvGrpSpPr>
        <p:grpSpPr>
          <a:xfrm>
            <a:off x="9770838" y="2030290"/>
            <a:ext cx="853920" cy="156600"/>
            <a:chOff x="9770838" y="2030290"/>
            <a:chExt cx="853920" cy="15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916A82-CBA8-5989-D6F4-6CAC028799F2}"/>
                    </a:ext>
                  </a:extLst>
                </p14:cNvPr>
                <p14:cNvContentPartPr/>
                <p14:nvPr/>
              </p14:nvContentPartPr>
              <p14:xfrm>
                <a:off x="9770838" y="2066650"/>
                <a:ext cx="81000" cy="120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916A82-CBA8-5989-D6F4-6CAC02879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52918" y="2048650"/>
                  <a:ext cx="116482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D4B5E43-AE58-CFFD-A2EA-55E201F344FB}"/>
                    </a:ext>
                  </a:extLst>
                </p14:cNvPr>
                <p14:cNvContentPartPr/>
                <p14:nvPr/>
              </p14:nvContentPartPr>
              <p14:xfrm>
                <a:off x="9787038" y="2039650"/>
                <a:ext cx="506880" cy="113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D4B5E43-AE58-CFFD-A2EA-55E201F344F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769051" y="2021707"/>
                  <a:ext cx="542495" cy="148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8D59C0-F705-9B61-092D-D2EE6AC0F2B4}"/>
                    </a:ext>
                  </a:extLst>
                </p14:cNvPr>
                <p14:cNvContentPartPr/>
                <p14:nvPr/>
              </p14:nvContentPartPr>
              <p14:xfrm>
                <a:off x="10314438" y="2030290"/>
                <a:ext cx="258120" cy="31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8D59C0-F705-9B61-092D-D2EE6AC0F2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96463" y="2012083"/>
                  <a:ext cx="293710" cy="677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4AC53B1-9B76-A85A-F0E7-616845E1B135}"/>
                    </a:ext>
                  </a:extLst>
                </p14:cNvPr>
                <p14:cNvContentPartPr/>
                <p14:nvPr/>
              </p14:nvContentPartPr>
              <p14:xfrm>
                <a:off x="10607118" y="2034250"/>
                <a:ext cx="15120" cy="5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4AC53B1-9B76-A85A-F0E7-616845E1B13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89118" y="2016250"/>
                  <a:ext cx="50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F4567A3-4C12-9A22-3973-F7866EA22F07}"/>
                    </a:ext>
                  </a:extLst>
                </p14:cNvPr>
                <p14:cNvContentPartPr/>
                <p14:nvPr/>
              </p14:nvContentPartPr>
              <p14:xfrm>
                <a:off x="10624398" y="2031730"/>
                <a:ext cx="360" cy="1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F4567A3-4C12-9A22-3973-F7866EA22F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606398" y="2013730"/>
                  <a:ext cx="360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FB7D88D-D2B1-9B0C-B792-34A627236EE2}"/>
              </a:ext>
            </a:extLst>
          </p:cNvPr>
          <p:cNvGrpSpPr/>
          <p:nvPr/>
        </p:nvGrpSpPr>
        <p:grpSpPr>
          <a:xfrm>
            <a:off x="10483998" y="3103810"/>
            <a:ext cx="232200" cy="38520"/>
            <a:chOff x="10483998" y="3103810"/>
            <a:chExt cx="232200" cy="3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DAC7295-6C5C-D920-A7A0-396005535607}"/>
                    </a:ext>
                  </a:extLst>
                </p14:cNvPr>
                <p14:cNvContentPartPr/>
                <p14:nvPr/>
              </p14:nvContentPartPr>
              <p14:xfrm>
                <a:off x="10483998" y="3123970"/>
                <a:ext cx="212040" cy="18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DAC7295-6C5C-D920-A7A0-39600553560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65998" y="3106316"/>
                  <a:ext cx="24768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878932F-8826-A4D4-8729-17D0B1628E9D}"/>
                    </a:ext>
                  </a:extLst>
                </p14:cNvPr>
                <p14:cNvContentPartPr/>
                <p14:nvPr/>
              </p14:nvContentPartPr>
              <p14:xfrm>
                <a:off x="10680918" y="3103810"/>
                <a:ext cx="35280" cy="19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878932F-8826-A4D4-8729-17D0B1628E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662918" y="3086143"/>
                  <a:ext cx="70920" cy="540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53DBA77-E466-58DF-8490-0D5BB894F591}"/>
              </a:ext>
            </a:extLst>
          </p:cNvPr>
          <p:cNvGrpSpPr/>
          <p:nvPr/>
        </p:nvGrpSpPr>
        <p:grpSpPr>
          <a:xfrm>
            <a:off x="6125478" y="3793210"/>
            <a:ext cx="3775320" cy="1779480"/>
            <a:chOff x="6125478" y="3793210"/>
            <a:chExt cx="3775320" cy="177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4A20EB9-7ABA-39B5-9815-282100953818}"/>
                    </a:ext>
                  </a:extLst>
                </p14:cNvPr>
                <p14:cNvContentPartPr/>
                <p14:nvPr/>
              </p14:nvContentPartPr>
              <p14:xfrm>
                <a:off x="7272798" y="3949090"/>
                <a:ext cx="59760" cy="5014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4A20EB9-7ABA-39B5-9815-28210095381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54798" y="3931090"/>
                  <a:ext cx="954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10876A-1864-8E82-8626-377ECE03CF10}"/>
                    </a:ext>
                  </a:extLst>
                </p14:cNvPr>
                <p14:cNvContentPartPr/>
                <p14:nvPr/>
              </p14:nvContentPartPr>
              <p14:xfrm>
                <a:off x="6993798" y="4386850"/>
                <a:ext cx="625680" cy="770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10876A-1864-8E82-8626-377ECE03CF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75798" y="4368858"/>
                  <a:ext cx="661320" cy="805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023367-DF1B-0F0B-F627-5FE287B2BF11}"/>
                    </a:ext>
                  </a:extLst>
                </p14:cNvPr>
                <p14:cNvContentPartPr/>
                <p14:nvPr/>
              </p14:nvContentPartPr>
              <p14:xfrm>
                <a:off x="7163718" y="4653250"/>
                <a:ext cx="156960" cy="253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023367-DF1B-0F0B-F627-5FE287B2BF1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45718" y="4635224"/>
                  <a:ext cx="192600" cy="289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AE6AF3-1A4A-E019-8586-130AA30B989D}"/>
                    </a:ext>
                  </a:extLst>
                </p14:cNvPr>
                <p14:cNvContentPartPr/>
                <p14:nvPr/>
              </p14:nvContentPartPr>
              <p14:xfrm>
                <a:off x="7271718" y="4865650"/>
                <a:ext cx="24840" cy="161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AE6AF3-1A4A-E019-8586-130AA30B989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53718" y="4847650"/>
                  <a:ext cx="604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CED0AC0-4984-9B5C-0038-CF7079AF3AFD}"/>
                    </a:ext>
                  </a:extLst>
                </p14:cNvPr>
                <p14:cNvContentPartPr/>
                <p14:nvPr/>
              </p14:nvContentPartPr>
              <p14:xfrm>
                <a:off x="7278558" y="3917410"/>
                <a:ext cx="1024560" cy="56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CED0AC0-4984-9B5C-0038-CF7079AF3A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60558" y="3899410"/>
                  <a:ext cx="10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E84F71C-D114-8DCE-DC3A-3CEE0CC35F8F}"/>
                    </a:ext>
                  </a:extLst>
                </p14:cNvPr>
                <p14:cNvContentPartPr/>
                <p14:nvPr/>
              </p14:nvContentPartPr>
              <p14:xfrm>
                <a:off x="8269278" y="3960970"/>
                <a:ext cx="15120" cy="335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E84F71C-D114-8DCE-DC3A-3CEE0CC35F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251278" y="3942970"/>
                  <a:ext cx="507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67834C5-1E8F-E725-05F3-8208839FE0AC}"/>
                    </a:ext>
                  </a:extLst>
                </p14:cNvPr>
                <p14:cNvContentPartPr/>
                <p14:nvPr/>
              </p14:nvContentPartPr>
              <p14:xfrm>
                <a:off x="8259918" y="4380370"/>
                <a:ext cx="97560" cy="40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67834C5-1E8F-E725-05F3-8208839FE0A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41918" y="4362370"/>
                  <a:ext cx="1332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43B5FF2-9A0C-AED7-36E7-90B7D08F5956}"/>
                    </a:ext>
                  </a:extLst>
                </p14:cNvPr>
                <p14:cNvContentPartPr/>
                <p14:nvPr/>
              </p14:nvContentPartPr>
              <p14:xfrm>
                <a:off x="7350918" y="4756210"/>
                <a:ext cx="1066320" cy="810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43B5FF2-9A0C-AED7-36E7-90B7D08F595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32918" y="4738210"/>
                  <a:ext cx="110196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98D0E44-41E5-8848-F863-5AE926F66607}"/>
                    </a:ext>
                  </a:extLst>
                </p14:cNvPr>
                <p14:cNvContentPartPr/>
                <p14:nvPr/>
              </p14:nvContentPartPr>
              <p14:xfrm>
                <a:off x="7382598" y="5224570"/>
                <a:ext cx="37080" cy="348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98D0E44-41E5-8848-F863-5AE926F6660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64598" y="5206570"/>
                  <a:ext cx="72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BBF274D-A073-0CF6-B763-C09B12CD8A0A}"/>
                    </a:ext>
                  </a:extLst>
                </p14:cNvPr>
                <p14:cNvContentPartPr/>
                <p14:nvPr/>
              </p14:nvContentPartPr>
              <p14:xfrm>
                <a:off x="8302038" y="3826330"/>
                <a:ext cx="1092600" cy="95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BBF274D-A073-0CF6-B763-C09B12CD8A0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284038" y="3808330"/>
                  <a:ext cx="1128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E0F53D5-89A7-2B0F-B04E-5F1B54D52D53}"/>
                    </a:ext>
                  </a:extLst>
                </p14:cNvPr>
                <p14:cNvContentPartPr/>
                <p14:nvPr/>
              </p14:nvContentPartPr>
              <p14:xfrm>
                <a:off x="8381238" y="5298370"/>
                <a:ext cx="1198080" cy="12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E0F53D5-89A7-2B0F-B04E-5F1B54D52D5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63238" y="5280370"/>
                  <a:ext cx="1233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D6658B-1703-EC96-1A71-620C263A87E1}"/>
                    </a:ext>
                  </a:extLst>
                </p14:cNvPr>
                <p14:cNvContentPartPr/>
                <p14:nvPr/>
              </p14:nvContentPartPr>
              <p14:xfrm>
                <a:off x="6170478" y="4451650"/>
                <a:ext cx="163800" cy="271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D6658B-1703-EC96-1A71-620C263A87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152478" y="4433650"/>
                  <a:ext cx="1994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EED1A5C-D796-C25B-6462-B7A55BAA4DD3}"/>
                    </a:ext>
                  </a:extLst>
                </p14:cNvPr>
                <p14:cNvContentPartPr/>
                <p14:nvPr/>
              </p14:nvContentPartPr>
              <p14:xfrm>
                <a:off x="6125478" y="4412050"/>
                <a:ext cx="87480" cy="104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EED1A5C-D796-C25B-6462-B7A55BAA4DD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07478" y="4394050"/>
                  <a:ext cx="123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E1F1B1C-5ABE-2991-DA19-06B31F112D8A}"/>
                    </a:ext>
                  </a:extLst>
                </p14:cNvPr>
                <p14:cNvContentPartPr/>
                <p14:nvPr/>
              </p14:nvContentPartPr>
              <p14:xfrm>
                <a:off x="6328518" y="4683130"/>
                <a:ext cx="61920" cy="81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E1F1B1C-5ABE-2991-DA19-06B31F112D8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310518" y="4665130"/>
                  <a:ext cx="97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D943564-2D69-6703-1BC8-957EFA66C821}"/>
                    </a:ext>
                  </a:extLst>
                </p14:cNvPr>
                <p14:cNvContentPartPr/>
                <p14:nvPr/>
              </p14:nvContentPartPr>
              <p14:xfrm>
                <a:off x="6458478" y="4547410"/>
                <a:ext cx="100080" cy="174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D943564-2D69-6703-1BC8-957EFA66C82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40543" y="4529373"/>
                  <a:ext cx="135592" cy="2106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8B45D15-154C-AEFE-B39A-205DD308A43F}"/>
                    </a:ext>
                  </a:extLst>
                </p14:cNvPr>
                <p14:cNvContentPartPr/>
                <p14:nvPr/>
              </p14:nvContentPartPr>
              <p14:xfrm>
                <a:off x="6461358" y="4440490"/>
                <a:ext cx="169200" cy="168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8B45D15-154C-AEFE-B39A-205DD308A43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43358" y="4422490"/>
                  <a:ext cx="204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6F74B77-1021-7B9A-A19D-9BDF7CB1DD6B}"/>
                    </a:ext>
                  </a:extLst>
                </p14:cNvPr>
                <p14:cNvContentPartPr/>
                <p14:nvPr/>
              </p14:nvContentPartPr>
              <p14:xfrm>
                <a:off x="6702558" y="4400530"/>
                <a:ext cx="91800" cy="97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6F74B77-1021-7B9A-A19D-9BDF7CB1DD6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684558" y="4382530"/>
                  <a:ext cx="127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2A34B8-C566-D96B-0DF5-881FC5FA3F36}"/>
                    </a:ext>
                  </a:extLst>
                </p14:cNvPr>
                <p14:cNvContentPartPr/>
                <p14:nvPr/>
              </p14:nvContentPartPr>
              <p14:xfrm>
                <a:off x="6813078" y="4246090"/>
                <a:ext cx="37440" cy="108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2A34B8-C566-D96B-0DF5-881FC5FA3F3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795078" y="4228090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BF1BD10-1E3E-2F57-1B0A-0E473B791EB5}"/>
                    </a:ext>
                  </a:extLst>
                </p14:cNvPr>
                <p14:cNvContentPartPr/>
                <p14:nvPr/>
              </p14:nvContentPartPr>
              <p14:xfrm>
                <a:off x="6795798" y="3971050"/>
                <a:ext cx="53640" cy="4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BF1BD10-1E3E-2F57-1B0A-0E473B791EB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777798" y="3952905"/>
                  <a:ext cx="8928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98837C8-D89B-92A0-EDE0-D6BD2C8C2D0C}"/>
                    </a:ext>
                  </a:extLst>
                </p14:cNvPr>
                <p14:cNvContentPartPr/>
                <p14:nvPr/>
              </p14:nvContentPartPr>
              <p14:xfrm>
                <a:off x="6881838" y="4040530"/>
                <a:ext cx="41400" cy="51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98837C8-D89B-92A0-EDE0-D6BD2C8C2D0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863838" y="4022530"/>
                  <a:ext cx="7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8F22C39-9575-099B-1338-86A1C7F7DEB7}"/>
                    </a:ext>
                  </a:extLst>
                </p14:cNvPr>
                <p14:cNvContentPartPr/>
                <p14:nvPr/>
              </p14:nvContentPartPr>
              <p14:xfrm>
                <a:off x="6948438" y="3793210"/>
                <a:ext cx="111600" cy="90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8F22C39-9575-099B-1338-86A1C7F7DEB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30438" y="3775210"/>
                  <a:ext cx="14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554F8EC-DC31-0AAB-E061-8E2D8A4097F2}"/>
                    </a:ext>
                  </a:extLst>
                </p14:cNvPr>
                <p14:cNvContentPartPr/>
                <p14:nvPr/>
              </p14:nvContentPartPr>
              <p14:xfrm>
                <a:off x="7086678" y="3937210"/>
                <a:ext cx="45360" cy="4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554F8EC-DC31-0AAB-E061-8E2D8A4097F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68678" y="3919210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C4F13CF-46F9-37A5-9149-076862C039ED}"/>
                    </a:ext>
                  </a:extLst>
                </p14:cNvPr>
                <p14:cNvContentPartPr/>
                <p14:nvPr/>
              </p14:nvContentPartPr>
              <p14:xfrm>
                <a:off x="8574558" y="4539490"/>
                <a:ext cx="141480" cy="33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C4F13CF-46F9-37A5-9149-076862C039E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56558" y="4521509"/>
                  <a:ext cx="177120" cy="3689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754494B-CD2A-2E29-2FBA-147C4D63A746}"/>
                    </a:ext>
                  </a:extLst>
                </p14:cNvPr>
                <p14:cNvContentPartPr/>
                <p14:nvPr/>
              </p14:nvContentPartPr>
              <p14:xfrm>
                <a:off x="8617758" y="4515730"/>
                <a:ext cx="137520" cy="183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754494B-CD2A-2E29-2FBA-147C4D63A74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99758" y="4497730"/>
                  <a:ext cx="173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E4859E9-49FC-311E-FBB7-152718F13C90}"/>
                    </a:ext>
                  </a:extLst>
                </p14:cNvPr>
                <p14:cNvContentPartPr/>
                <p14:nvPr/>
              </p14:nvContentPartPr>
              <p14:xfrm>
                <a:off x="8897478" y="4582330"/>
                <a:ext cx="75240" cy="153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E4859E9-49FC-311E-FBB7-152718F13C9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79564" y="4564330"/>
                  <a:ext cx="11071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4893584-43CB-1D36-30CD-9BB6EE39C2D5}"/>
                    </a:ext>
                  </a:extLst>
                </p14:cNvPr>
                <p14:cNvContentPartPr/>
                <p14:nvPr/>
              </p14:nvContentPartPr>
              <p14:xfrm>
                <a:off x="8920158" y="4467130"/>
                <a:ext cx="149400" cy="135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4893584-43CB-1D36-30CD-9BB6EE39C2D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902158" y="4449178"/>
                  <a:ext cx="185040" cy="1709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54A27FE-9FE1-DF11-1B9F-95004ADF092A}"/>
                    </a:ext>
                  </a:extLst>
                </p14:cNvPr>
                <p14:cNvContentPartPr/>
                <p14:nvPr/>
              </p14:nvContentPartPr>
              <p14:xfrm>
                <a:off x="9134718" y="4495930"/>
                <a:ext cx="90000" cy="97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54A27FE-9FE1-DF11-1B9F-95004ADF092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16718" y="4477930"/>
                  <a:ext cx="125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F13277F-75D6-B32D-3807-BEAF40B25877}"/>
                    </a:ext>
                  </a:extLst>
                </p14:cNvPr>
                <p14:cNvContentPartPr/>
                <p14:nvPr/>
              </p14:nvContentPartPr>
              <p14:xfrm>
                <a:off x="9262518" y="4389010"/>
                <a:ext cx="61920" cy="78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F13277F-75D6-B32D-3807-BEAF40B2587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244518" y="4371092"/>
                  <a:ext cx="97560" cy="1143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4F601DE-B2D5-F0B8-8F11-04E16B342BA4}"/>
                    </a:ext>
                  </a:extLst>
                </p14:cNvPr>
                <p14:cNvContentPartPr/>
                <p14:nvPr/>
              </p14:nvContentPartPr>
              <p14:xfrm>
                <a:off x="9433518" y="4286050"/>
                <a:ext cx="12240" cy="104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4F601DE-B2D5-F0B8-8F11-04E16B342B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15518" y="4268050"/>
                  <a:ext cx="47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7718298-D498-33C4-8DDA-DB89BA4AA423}"/>
                    </a:ext>
                  </a:extLst>
                </p14:cNvPr>
                <p14:cNvContentPartPr/>
                <p14:nvPr/>
              </p14:nvContentPartPr>
              <p14:xfrm>
                <a:off x="9470238" y="4330690"/>
                <a:ext cx="58680" cy="52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7718298-D498-33C4-8DDA-DB89BA4AA42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52238" y="4312690"/>
                  <a:ext cx="94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1BAB4E8-5CEB-4C7D-90DE-F884A9E76035}"/>
                    </a:ext>
                  </a:extLst>
                </p14:cNvPr>
                <p14:cNvContentPartPr/>
                <p14:nvPr/>
              </p14:nvContentPartPr>
              <p14:xfrm>
                <a:off x="9694518" y="4072210"/>
                <a:ext cx="136080" cy="190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1BAB4E8-5CEB-4C7D-90DE-F884A9E760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676518" y="4054210"/>
                  <a:ext cx="17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B196B94-219C-8D7E-98B0-A2E7A7D23E39}"/>
                    </a:ext>
                  </a:extLst>
                </p14:cNvPr>
                <p14:cNvContentPartPr/>
                <p14:nvPr/>
              </p14:nvContentPartPr>
              <p14:xfrm>
                <a:off x="9881718" y="4306570"/>
                <a:ext cx="19080" cy="20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B196B94-219C-8D7E-98B0-A2E7A7D23E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863718" y="4288570"/>
                  <a:ext cx="547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0F8C599-8274-50E6-C88F-91CA23EB3875}"/>
              </a:ext>
            </a:extLst>
          </p:cNvPr>
          <p:cNvGrpSpPr/>
          <p:nvPr/>
        </p:nvGrpSpPr>
        <p:grpSpPr>
          <a:xfrm>
            <a:off x="7345518" y="5699050"/>
            <a:ext cx="3781080" cy="671040"/>
            <a:chOff x="7345518" y="5699050"/>
            <a:chExt cx="3781080" cy="67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0A767A2-F1BE-2C15-B171-7FF10E48BD22}"/>
                    </a:ext>
                  </a:extLst>
                </p14:cNvPr>
                <p14:cNvContentPartPr/>
                <p14:nvPr/>
              </p14:nvContentPartPr>
              <p14:xfrm>
                <a:off x="7345518" y="5935210"/>
                <a:ext cx="47160" cy="398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0A767A2-F1BE-2C15-B171-7FF10E48BD2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27518" y="5917210"/>
                  <a:ext cx="82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0C5482E-309B-0416-E1C8-F4CEF150DACE}"/>
                    </a:ext>
                  </a:extLst>
                </p14:cNvPr>
                <p14:cNvContentPartPr/>
                <p14:nvPr/>
              </p14:nvContentPartPr>
              <p14:xfrm>
                <a:off x="7359198" y="5937730"/>
                <a:ext cx="250560" cy="258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0C5482E-309B-0416-E1C8-F4CEF150DA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341172" y="5919705"/>
                  <a:ext cx="286251" cy="294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A2419F6-F739-A3FF-5A1A-DE10A342A0CA}"/>
                    </a:ext>
                  </a:extLst>
                </p14:cNvPr>
                <p14:cNvContentPartPr/>
                <p14:nvPr/>
              </p14:nvContentPartPr>
              <p14:xfrm>
                <a:off x="7710558" y="6126010"/>
                <a:ext cx="22680" cy="244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A2419F6-F739-A3FF-5A1A-DE10A342A0C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692558" y="6108010"/>
                  <a:ext cx="58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DA99D68-CEEC-9186-C507-9F71AE8054A1}"/>
                    </a:ext>
                  </a:extLst>
                </p14:cNvPr>
                <p14:cNvContentPartPr/>
                <p14:nvPr/>
              </p14:nvContentPartPr>
              <p14:xfrm>
                <a:off x="7712718" y="6133210"/>
                <a:ext cx="133920" cy="122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DA99D68-CEEC-9186-C507-9F71AE8054A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94718" y="6115210"/>
                  <a:ext cx="169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231DBBE-8E97-E182-55EB-6C950E1AA84C}"/>
                    </a:ext>
                  </a:extLst>
                </p14:cNvPr>
                <p14:cNvContentPartPr/>
                <p14:nvPr/>
              </p14:nvContentPartPr>
              <p14:xfrm>
                <a:off x="7985958" y="6174970"/>
                <a:ext cx="69480" cy="1249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231DBBE-8E97-E182-55EB-6C950E1AA84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967864" y="6157022"/>
                  <a:ext cx="105306" cy="1604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8FC1AF6-9D35-39C1-47FF-F971DCD89984}"/>
                    </a:ext>
                  </a:extLst>
                </p14:cNvPr>
                <p14:cNvContentPartPr/>
                <p14:nvPr/>
              </p14:nvContentPartPr>
              <p14:xfrm>
                <a:off x="8126718" y="6122050"/>
                <a:ext cx="74520" cy="101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8FC1AF6-9D35-39C1-47FF-F971DCD8998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08631" y="6104050"/>
                  <a:ext cx="110333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44B0A79-253F-4CD9-9CB4-579AC597CDF6}"/>
                    </a:ext>
                  </a:extLst>
                </p14:cNvPr>
                <p14:cNvContentPartPr/>
                <p14:nvPr/>
              </p14:nvContentPartPr>
              <p14:xfrm>
                <a:off x="8403558" y="6133210"/>
                <a:ext cx="33480" cy="13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44B0A79-253F-4CD9-9CB4-579AC597CDF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85558" y="6115210"/>
                  <a:ext cx="69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6FC1C53-86D5-31B5-ECE7-5151BBE5512D}"/>
                    </a:ext>
                  </a:extLst>
                </p14:cNvPr>
                <p14:cNvContentPartPr/>
                <p14:nvPr/>
              </p14:nvContentPartPr>
              <p14:xfrm>
                <a:off x="8468358" y="6187570"/>
                <a:ext cx="56160" cy="2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6FC1C53-86D5-31B5-ECE7-5151BBE5512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450473" y="6169570"/>
                  <a:ext cx="91573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EB8F4F0-1D4C-0BDA-11C8-13121863A349}"/>
                    </a:ext>
                  </a:extLst>
                </p14:cNvPr>
                <p14:cNvContentPartPr/>
                <p14:nvPr/>
              </p14:nvContentPartPr>
              <p14:xfrm>
                <a:off x="8777598" y="5884450"/>
                <a:ext cx="84600" cy="367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EB8F4F0-1D4C-0BDA-11C8-13121863A34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759598" y="5866468"/>
                  <a:ext cx="120240" cy="4028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FB8204E-74D1-41EC-B5BE-ABD8D2EA5A4B}"/>
                    </a:ext>
                  </a:extLst>
                </p14:cNvPr>
                <p14:cNvContentPartPr/>
                <p14:nvPr/>
              </p14:nvContentPartPr>
              <p14:xfrm>
                <a:off x="8811438" y="5861050"/>
                <a:ext cx="170280" cy="263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FB8204E-74D1-41EC-B5BE-ABD8D2EA5A4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793438" y="5843050"/>
                  <a:ext cx="205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6238CB1-EFFA-7B07-04B9-C1ED5410F69D}"/>
                    </a:ext>
                  </a:extLst>
                </p14:cNvPr>
                <p14:cNvContentPartPr/>
                <p14:nvPr/>
              </p14:nvContentPartPr>
              <p14:xfrm>
                <a:off x="9073158" y="6027370"/>
                <a:ext cx="143640" cy="608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6238CB1-EFFA-7B07-04B9-C1ED5410F69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055158" y="6009370"/>
                  <a:ext cx="1792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856529C-9431-714A-8CA6-EDA1C65966B6}"/>
                    </a:ext>
                  </a:extLst>
                </p14:cNvPr>
                <p14:cNvContentPartPr/>
                <p14:nvPr/>
              </p14:nvContentPartPr>
              <p14:xfrm>
                <a:off x="9164238" y="5998930"/>
                <a:ext cx="34200" cy="2984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856529C-9431-714A-8CA6-EDA1C65966B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46238" y="5980930"/>
                  <a:ext cx="69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AA74C6-2CFB-01E9-FE31-245FC4877DB6}"/>
                    </a:ext>
                  </a:extLst>
                </p14:cNvPr>
                <p14:cNvContentPartPr/>
                <p14:nvPr/>
              </p14:nvContentPartPr>
              <p14:xfrm>
                <a:off x="9331638" y="6042490"/>
                <a:ext cx="182880" cy="166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AA74C6-2CFB-01E9-FE31-245FC4877DB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13638" y="6024490"/>
                  <a:ext cx="21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15D5F2-EB37-AAA4-03A0-DA18AB229AA6}"/>
                    </a:ext>
                  </a:extLst>
                </p14:cNvPr>
                <p14:cNvContentPartPr/>
                <p14:nvPr/>
              </p14:nvContentPartPr>
              <p14:xfrm>
                <a:off x="9688758" y="5977330"/>
                <a:ext cx="20520" cy="11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15D5F2-EB37-AAA4-03A0-DA18AB229AA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70758" y="5959330"/>
                  <a:ext cx="56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091FE28-CD3D-DD9F-F836-1BFA780DE233}"/>
                    </a:ext>
                  </a:extLst>
                </p14:cNvPr>
                <p14:cNvContentPartPr/>
                <p14:nvPr/>
              </p14:nvContentPartPr>
              <p14:xfrm>
                <a:off x="9722598" y="5997490"/>
                <a:ext cx="43200" cy="37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091FE28-CD3D-DD9F-F836-1BFA780DE23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04747" y="5979490"/>
                  <a:ext cx="78545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7B090D7-74B3-7B87-C51C-6AA93402DA02}"/>
                    </a:ext>
                  </a:extLst>
                </p14:cNvPr>
                <p14:cNvContentPartPr/>
                <p14:nvPr/>
              </p14:nvContentPartPr>
              <p14:xfrm>
                <a:off x="9924558" y="5808490"/>
                <a:ext cx="163080" cy="24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7B090D7-74B3-7B87-C51C-6AA93402DA0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906598" y="5790516"/>
                  <a:ext cx="198641" cy="2811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7ED1A4-8B17-0248-296F-E00022D463AF}"/>
                    </a:ext>
                  </a:extLst>
                </p14:cNvPr>
                <p14:cNvContentPartPr/>
                <p14:nvPr/>
              </p14:nvContentPartPr>
              <p14:xfrm>
                <a:off x="10224438" y="5772490"/>
                <a:ext cx="278640" cy="265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7ED1A4-8B17-0248-296F-E00022D463A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206438" y="5754514"/>
                  <a:ext cx="314280" cy="3012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BFE67A5-21B4-839D-AA1E-4C7500F0B0C7}"/>
                    </a:ext>
                  </a:extLst>
                </p14:cNvPr>
                <p14:cNvContentPartPr/>
                <p14:nvPr/>
              </p14:nvContentPartPr>
              <p14:xfrm>
                <a:off x="10696758" y="5699050"/>
                <a:ext cx="429840" cy="240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BFE67A5-21B4-839D-AA1E-4C7500F0B0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678758" y="5681050"/>
                  <a:ext cx="465480" cy="27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BFC88D9-B7C7-1523-C40A-2E0C6E2681A2}"/>
              </a:ext>
            </a:extLst>
          </p:cNvPr>
          <p:cNvGrpSpPr/>
          <p:nvPr/>
        </p:nvGrpSpPr>
        <p:grpSpPr>
          <a:xfrm>
            <a:off x="225798" y="2618170"/>
            <a:ext cx="3064680" cy="2365560"/>
            <a:chOff x="225798" y="2618170"/>
            <a:chExt cx="3064680" cy="236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8A899E3-864F-2459-BB43-91022C584DDA}"/>
                    </a:ext>
                  </a:extLst>
                </p14:cNvPr>
                <p14:cNvContentPartPr/>
                <p14:nvPr/>
              </p14:nvContentPartPr>
              <p14:xfrm>
                <a:off x="771198" y="2700250"/>
                <a:ext cx="19080" cy="79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8A899E3-864F-2459-BB43-91022C584DD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53558" y="2682250"/>
                  <a:ext cx="5472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ECF7963-1C7A-E089-077D-1E06054590B2}"/>
                    </a:ext>
                  </a:extLst>
                </p14:cNvPr>
                <p14:cNvContentPartPr/>
                <p14:nvPr/>
              </p14:nvContentPartPr>
              <p14:xfrm>
                <a:off x="509478" y="3538330"/>
                <a:ext cx="455400" cy="190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ECF7963-1C7A-E089-077D-1E06054590B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1478" y="3520330"/>
                  <a:ext cx="491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8975FE-B16B-BA05-1B16-A64995E4F929}"/>
                    </a:ext>
                  </a:extLst>
                </p14:cNvPr>
                <p14:cNvContentPartPr/>
                <p14:nvPr/>
              </p14:nvContentPartPr>
              <p14:xfrm>
                <a:off x="738798" y="3686650"/>
                <a:ext cx="131760" cy="248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8975FE-B16B-BA05-1B16-A64995E4F92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20798" y="3668650"/>
                  <a:ext cx="167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4EDCAAF-6C7E-2582-E92E-781917DC2E23}"/>
                    </a:ext>
                  </a:extLst>
                </p14:cNvPr>
                <p14:cNvContentPartPr/>
                <p14:nvPr/>
              </p14:nvContentPartPr>
              <p14:xfrm>
                <a:off x="821598" y="3721930"/>
                <a:ext cx="64440" cy="738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4EDCAAF-6C7E-2582-E92E-781917DC2E2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3958" y="3703930"/>
                  <a:ext cx="100080" cy="7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52AB9A1-4FC9-3939-30F9-34FC71ADB646}"/>
                    </a:ext>
                  </a:extLst>
                </p14:cNvPr>
                <p14:cNvContentPartPr/>
                <p14:nvPr/>
              </p14:nvContentPartPr>
              <p14:xfrm>
                <a:off x="721158" y="2729410"/>
                <a:ext cx="1174320" cy="79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52AB9A1-4FC9-3939-30F9-34FC71ADB64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03518" y="2711410"/>
                  <a:ext cx="1209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D88D87B-0692-AF32-AED6-181B61160385}"/>
                    </a:ext>
                  </a:extLst>
                </p14:cNvPr>
                <p14:cNvContentPartPr/>
                <p14:nvPr/>
              </p14:nvContentPartPr>
              <p14:xfrm>
                <a:off x="1921038" y="2725090"/>
                <a:ext cx="32760" cy="511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D88D87B-0692-AF32-AED6-181B6116038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903038" y="2707450"/>
                  <a:ext cx="6840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F2375AB-4130-BAF6-A8B8-D21889AD9D02}"/>
                    </a:ext>
                  </a:extLst>
                </p14:cNvPr>
                <p14:cNvContentPartPr/>
                <p14:nvPr/>
              </p14:nvContentPartPr>
              <p14:xfrm>
                <a:off x="1892238" y="3261490"/>
                <a:ext cx="164520" cy="218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F2375AB-4130-BAF6-A8B8-D21889AD9D0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874238" y="3243490"/>
                  <a:ext cx="2001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7BA3A81-E4C0-093D-E2D4-DF07E55D7CBF}"/>
                    </a:ext>
                  </a:extLst>
                </p14:cNvPr>
                <p14:cNvContentPartPr/>
                <p14:nvPr/>
              </p14:nvContentPartPr>
              <p14:xfrm>
                <a:off x="2005638" y="3488650"/>
                <a:ext cx="21240" cy="2818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7BA3A81-E4C0-093D-E2D4-DF07E55D7CB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87998" y="3470650"/>
                  <a:ext cx="568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EB5C549-12CD-B49A-DC0B-0136C4DDCADD}"/>
                    </a:ext>
                  </a:extLst>
                </p14:cNvPr>
                <p14:cNvContentPartPr/>
                <p14:nvPr/>
              </p14:nvContentPartPr>
              <p14:xfrm>
                <a:off x="2009958" y="3760810"/>
                <a:ext cx="21600" cy="272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EB5C549-12CD-B49A-DC0B-0136C4DDCAD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91958" y="3743170"/>
                  <a:ext cx="572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8A924B7-4FD9-91F0-C039-2ADD984DB5C9}"/>
                    </a:ext>
                  </a:extLst>
                </p14:cNvPr>
                <p14:cNvContentPartPr/>
                <p14:nvPr/>
              </p14:nvContentPartPr>
              <p14:xfrm>
                <a:off x="1937958" y="4021090"/>
                <a:ext cx="191160" cy="787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8A924B7-4FD9-91F0-C039-2ADD984DB5C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920318" y="4003450"/>
                  <a:ext cx="226800" cy="82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AAE1F8-C6FC-3738-2E6A-4C6E1E23460F}"/>
                    </a:ext>
                  </a:extLst>
                </p14:cNvPr>
                <p14:cNvContentPartPr/>
                <p14:nvPr/>
              </p14:nvContentPartPr>
              <p14:xfrm>
                <a:off x="2011758" y="3593410"/>
                <a:ext cx="1102680" cy="133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AAE1F8-C6FC-3738-2E6A-4C6E1E23460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993758" y="3575770"/>
                  <a:ext cx="11383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487A1F5-331D-5CFB-21FF-28F8AE8475E3}"/>
                    </a:ext>
                  </a:extLst>
                </p14:cNvPr>
                <p14:cNvContentPartPr/>
                <p14:nvPr/>
              </p14:nvContentPartPr>
              <p14:xfrm>
                <a:off x="733758" y="3614290"/>
                <a:ext cx="2556720" cy="1248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487A1F5-331D-5CFB-21FF-28F8AE8475E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16118" y="3596650"/>
                  <a:ext cx="2592360" cy="12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CAF373B-5B4D-07A0-7C5B-25C2B8DF7869}"/>
                    </a:ext>
                  </a:extLst>
                </p14:cNvPr>
                <p14:cNvContentPartPr/>
                <p14:nvPr/>
              </p14:nvContentPartPr>
              <p14:xfrm>
                <a:off x="842478" y="4372090"/>
                <a:ext cx="42840" cy="6116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CAF373B-5B4D-07A0-7C5B-25C2B8DF786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24838" y="4354090"/>
                  <a:ext cx="784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8C0062E-951F-A21C-05E3-D69B247AD728}"/>
                    </a:ext>
                  </a:extLst>
                </p14:cNvPr>
                <p14:cNvContentPartPr/>
                <p14:nvPr/>
              </p14:nvContentPartPr>
              <p14:xfrm>
                <a:off x="225798" y="3889330"/>
                <a:ext cx="131040" cy="304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8C0062E-951F-A21C-05E3-D69B247AD72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07798" y="3871330"/>
                  <a:ext cx="16668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22A3C56-A13B-C39D-8395-2D920EDD5E66}"/>
                    </a:ext>
                  </a:extLst>
                </p14:cNvPr>
                <p14:cNvContentPartPr/>
                <p14:nvPr/>
              </p14:nvContentPartPr>
              <p14:xfrm>
                <a:off x="389238" y="3811930"/>
                <a:ext cx="132840" cy="194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22A3C56-A13B-C39D-8395-2D920EDD5E6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1598" y="3793930"/>
                  <a:ext cx="168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91344D7-5888-262B-BD80-A049F5FC9D24}"/>
                    </a:ext>
                  </a:extLst>
                </p14:cNvPr>
                <p14:cNvContentPartPr/>
                <p14:nvPr/>
              </p14:nvContentPartPr>
              <p14:xfrm>
                <a:off x="554118" y="3715450"/>
                <a:ext cx="100800" cy="10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91344D7-5888-262B-BD80-A049F5FC9D2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36478" y="3697810"/>
                  <a:ext cx="136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03D81F0-620E-2491-9600-731A0A738AC9}"/>
                    </a:ext>
                  </a:extLst>
                </p14:cNvPr>
                <p14:cNvContentPartPr/>
                <p14:nvPr/>
              </p14:nvContentPartPr>
              <p14:xfrm>
                <a:off x="2167638" y="2937490"/>
                <a:ext cx="143280" cy="276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03D81F0-620E-2491-9600-731A0A738AC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49638" y="2919850"/>
                  <a:ext cx="1789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0A9EEFB-3EA0-433B-C151-33A0CF8E2B23}"/>
                    </a:ext>
                  </a:extLst>
                </p14:cNvPr>
                <p14:cNvContentPartPr/>
                <p14:nvPr/>
              </p14:nvContentPartPr>
              <p14:xfrm>
                <a:off x="2320998" y="2922370"/>
                <a:ext cx="127080" cy="159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0A9EEFB-3EA0-433B-C151-33A0CF8E2B2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303358" y="2904730"/>
                  <a:ext cx="1627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5DB1510-394E-D423-D03E-2883DCA1108E}"/>
                    </a:ext>
                  </a:extLst>
                </p14:cNvPr>
                <p14:cNvContentPartPr/>
                <p14:nvPr/>
              </p14:nvContentPartPr>
              <p14:xfrm>
                <a:off x="2398758" y="2886730"/>
                <a:ext cx="136800" cy="133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5DB1510-394E-D423-D03E-2883DCA1108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81118" y="2869090"/>
                  <a:ext cx="172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61D8501-31CD-CE34-4B85-F7312113CD23}"/>
                    </a:ext>
                  </a:extLst>
                </p14:cNvPr>
                <p14:cNvContentPartPr/>
                <p14:nvPr/>
              </p14:nvContentPartPr>
              <p14:xfrm>
                <a:off x="2647158" y="2618170"/>
                <a:ext cx="299160" cy="3456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61D8501-31CD-CE34-4B85-F7312113CD2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29518" y="2600530"/>
                  <a:ext cx="334800" cy="38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64458E37-BC1F-FC34-D44D-6E73E79385E2}"/>
              </a:ext>
            </a:extLst>
          </p:cNvPr>
          <p:cNvGrpSpPr/>
          <p:nvPr/>
        </p:nvGrpSpPr>
        <p:grpSpPr>
          <a:xfrm>
            <a:off x="411918" y="2391010"/>
            <a:ext cx="3231720" cy="2954160"/>
            <a:chOff x="411918" y="2391010"/>
            <a:chExt cx="3231720" cy="295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B10FCFE-81EF-59C0-C6CC-82292C776F29}"/>
                    </a:ext>
                  </a:extLst>
                </p14:cNvPr>
                <p14:cNvContentPartPr/>
                <p14:nvPr/>
              </p14:nvContentPartPr>
              <p14:xfrm>
                <a:off x="411918" y="2391010"/>
                <a:ext cx="1905480" cy="9576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B10FCFE-81EF-59C0-C6CC-82292C776F2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4278" y="2373370"/>
                  <a:ext cx="1941120" cy="9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432B851-80B0-212B-9906-C5BDD0D30406}"/>
                    </a:ext>
                  </a:extLst>
                </p14:cNvPr>
                <p14:cNvContentPartPr/>
                <p14:nvPr/>
              </p14:nvContentPartPr>
              <p14:xfrm>
                <a:off x="1087278" y="3341410"/>
                <a:ext cx="2556360" cy="19062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432B851-80B0-212B-9906-C5BDD0D3040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69638" y="3323410"/>
                  <a:ext cx="2592000" cy="19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FADB52A-70FA-6286-0EEF-55B92873020C}"/>
                    </a:ext>
                  </a:extLst>
                </p14:cNvPr>
                <p14:cNvContentPartPr/>
                <p14:nvPr/>
              </p14:nvContentPartPr>
              <p14:xfrm>
                <a:off x="1032198" y="5080570"/>
                <a:ext cx="218520" cy="2646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FADB52A-70FA-6286-0EEF-55B92873020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14198" y="5062930"/>
                  <a:ext cx="2541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7E6481A-9211-2BB9-117D-3F85B1A2B105}"/>
              </a:ext>
            </a:extLst>
          </p:cNvPr>
          <p:cNvGrpSpPr/>
          <p:nvPr/>
        </p:nvGrpSpPr>
        <p:grpSpPr>
          <a:xfrm>
            <a:off x="3799878" y="2992570"/>
            <a:ext cx="1044360" cy="407160"/>
            <a:chOff x="3799878" y="2992570"/>
            <a:chExt cx="1044360" cy="40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57C8C8C-141D-9A04-56CF-AFD1638273EC}"/>
                    </a:ext>
                  </a:extLst>
                </p14:cNvPr>
                <p14:cNvContentPartPr/>
                <p14:nvPr/>
              </p14:nvContentPartPr>
              <p14:xfrm>
                <a:off x="3799878" y="3102370"/>
                <a:ext cx="228600" cy="297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57C8C8C-141D-9A04-56CF-AFD1638273E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82238" y="3084730"/>
                  <a:ext cx="2642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8FDE648-DB98-05B7-CD71-D1B1319BF4F2}"/>
                    </a:ext>
                  </a:extLst>
                </p14:cNvPr>
                <p14:cNvContentPartPr/>
                <p14:nvPr/>
              </p14:nvContentPartPr>
              <p14:xfrm>
                <a:off x="4167798" y="3230170"/>
                <a:ext cx="65880" cy="46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8FDE648-DB98-05B7-CD71-D1B1319BF4F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49798" y="3212170"/>
                  <a:ext cx="1015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43C9CE4-36C3-1E4F-CCEB-F2BF7BCA98B5}"/>
                    </a:ext>
                  </a:extLst>
                </p14:cNvPr>
                <p14:cNvContentPartPr/>
                <p14:nvPr/>
              </p14:nvContentPartPr>
              <p14:xfrm>
                <a:off x="4267878" y="3328090"/>
                <a:ext cx="75960" cy="306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43C9CE4-36C3-1E4F-CCEB-F2BF7BCA98B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49878" y="3310450"/>
                  <a:ext cx="111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7D89645-E4EE-B582-D7DB-7447CF1BB3BC}"/>
                    </a:ext>
                  </a:extLst>
                </p14:cNvPr>
                <p14:cNvContentPartPr/>
                <p14:nvPr/>
              </p14:nvContentPartPr>
              <p14:xfrm>
                <a:off x="4374438" y="3099490"/>
                <a:ext cx="90720" cy="280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7D89645-E4EE-B582-D7DB-7447CF1BB3B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56798" y="3081850"/>
                  <a:ext cx="1263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39446BC-74C6-5238-84B6-0C7CCEBEDE21}"/>
                    </a:ext>
                  </a:extLst>
                </p14:cNvPr>
                <p14:cNvContentPartPr/>
                <p14:nvPr/>
              </p14:nvContentPartPr>
              <p14:xfrm>
                <a:off x="4365438" y="3103810"/>
                <a:ext cx="28440" cy="349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39446BC-74C6-5238-84B6-0C7CCEBEDE2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347438" y="3086170"/>
                  <a:ext cx="640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999CAEC-F329-D066-E4C7-DFF291685981}"/>
                    </a:ext>
                  </a:extLst>
                </p14:cNvPr>
                <p14:cNvContentPartPr/>
                <p14:nvPr/>
              </p14:nvContentPartPr>
              <p14:xfrm>
                <a:off x="4414398" y="3311170"/>
                <a:ext cx="72720" cy="48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999CAEC-F329-D066-E4C7-DFF29168598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96398" y="3293530"/>
                  <a:ext cx="108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5E1BE25-2839-0C0E-DBA4-86BA39F45759}"/>
                    </a:ext>
                  </a:extLst>
                </p14:cNvPr>
                <p14:cNvContentPartPr/>
                <p14:nvPr/>
              </p14:nvContentPartPr>
              <p14:xfrm>
                <a:off x="4602318" y="3078610"/>
                <a:ext cx="98280" cy="232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5E1BE25-2839-0C0E-DBA4-86BA39F4575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84678" y="3060970"/>
                  <a:ext cx="1339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8E8F4D7-2732-F44A-7E25-1E289EDD6D48}"/>
                    </a:ext>
                  </a:extLst>
                </p14:cNvPr>
                <p14:cNvContentPartPr/>
                <p14:nvPr/>
              </p14:nvContentPartPr>
              <p14:xfrm>
                <a:off x="4636518" y="2992570"/>
                <a:ext cx="207720" cy="1987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8E8F4D7-2732-F44A-7E25-1E289EDD6D4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618518" y="2974570"/>
                  <a:ext cx="2433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7EF675C-A974-341C-C3C2-FEE4F26413F0}"/>
              </a:ext>
            </a:extLst>
          </p:cNvPr>
          <p:cNvGrpSpPr/>
          <p:nvPr/>
        </p:nvGrpSpPr>
        <p:grpSpPr>
          <a:xfrm>
            <a:off x="3929478" y="3547690"/>
            <a:ext cx="1824120" cy="925920"/>
            <a:chOff x="3929478" y="3547690"/>
            <a:chExt cx="1824120" cy="92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873A18D-72C2-8903-1F81-3A398D7BAB8B}"/>
                    </a:ext>
                  </a:extLst>
                </p14:cNvPr>
                <p14:cNvContentPartPr/>
                <p14:nvPr/>
              </p14:nvContentPartPr>
              <p14:xfrm>
                <a:off x="3964398" y="3844690"/>
                <a:ext cx="93600" cy="317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873A18D-72C2-8903-1F81-3A398D7BAB8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46758" y="3827050"/>
                  <a:ext cx="1292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55B9285-77C3-45C3-96D7-1374AA7BC268}"/>
                    </a:ext>
                  </a:extLst>
                </p14:cNvPr>
                <p14:cNvContentPartPr/>
                <p14:nvPr/>
              </p14:nvContentPartPr>
              <p14:xfrm>
                <a:off x="3929478" y="3873130"/>
                <a:ext cx="91800" cy="71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55B9285-77C3-45C3-96D7-1374AA7BC26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911838" y="3855130"/>
                  <a:ext cx="12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47D1077-F918-B107-874B-27A8F63376A1}"/>
                    </a:ext>
                  </a:extLst>
                </p14:cNvPr>
                <p14:cNvContentPartPr/>
                <p14:nvPr/>
              </p14:nvContentPartPr>
              <p14:xfrm>
                <a:off x="4045038" y="4048810"/>
                <a:ext cx="60480" cy="565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47D1077-F918-B107-874B-27A8F63376A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027038" y="4031170"/>
                  <a:ext cx="96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03B71D9-F1A8-DEF7-4FDF-B2CE65C53081}"/>
                    </a:ext>
                  </a:extLst>
                </p14:cNvPr>
                <p14:cNvContentPartPr/>
                <p14:nvPr/>
              </p14:nvContentPartPr>
              <p14:xfrm>
                <a:off x="4204518" y="3976450"/>
                <a:ext cx="50760" cy="35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03B71D9-F1A8-DEF7-4FDF-B2CE65C5308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86878" y="3958810"/>
                  <a:ext cx="864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AE1FDB9-5A23-9433-2C44-FE19841DAB74}"/>
                    </a:ext>
                  </a:extLst>
                </p14:cNvPr>
                <p14:cNvContentPartPr/>
                <p14:nvPr/>
              </p14:nvContentPartPr>
              <p14:xfrm>
                <a:off x="4233318" y="4047010"/>
                <a:ext cx="69480" cy="47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AE1FDB9-5A23-9433-2C44-FE19841DAB7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15318" y="4029010"/>
                  <a:ext cx="1051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295AF9E-2341-B39C-3C32-E85551507CD8}"/>
                    </a:ext>
                  </a:extLst>
                </p14:cNvPr>
                <p14:cNvContentPartPr/>
                <p14:nvPr/>
              </p14:nvContentPartPr>
              <p14:xfrm>
                <a:off x="4365798" y="3615730"/>
                <a:ext cx="226800" cy="252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295AF9E-2341-B39C-3C32-E85551507C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348158" y="3597730"/>
                  <a:ext cx="26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85EB891-4EB8-CF22-8A0D-48EF2244B96A}"/>
                    </a:ext>
                  </a:extLst>
                </p14:cNvPr>
                <p14:cNvContentPartPr/>
                <p14:nvPr/>
              </p14:nvContentPartPr>
              <p14:xfrm>
                <a:off x="4497558" y="4003450"/>
                <a:ext cx="196920" cy="759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85EB891-4EB8-CF22-8A0D-48EF2244B96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479558" y="3985810"/>
                  <a:ext cx="232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98DC521-EB5A-9683-429D-E66AA27EF03B}"/>
                    </a:ext>
                  </a:extLst>
                </p14:cNvPr>
                <p14:cNvContentPartPr/>
                <p14:nvPr/>
              </p14:nvContentPartPr>
              <p14:xfrm>
                <a:off x="4628958" y="4198570"/>
                <a:ext cx="83880" cy="2750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98DC521-EB5A-9683-429D-E66AA27EF03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10958" y="4180570"/>
                  <a:ext cx="1195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4C2E7E4-B985-2F35-C76A-C4F190F38F75}"/>
                    </a:ext>
                  </a:extLst>
                </p14:cNvPr>
                <p14:cNvContentPartPr/>
                <p14:nvPr/>
              </p14:nvContentPartPr>
              <p14:xfrm>
                <a:off x="4642998" y="4174810"/>
                <a:ext cx="146160" cy="153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4C2E7E4-B985-2F35-C76A-C4F190F38F7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625358" y="4156810"/>
                  <a:ext cx="181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73E2576-F4B2-24B4-F6AB-27E14EE3FF3E}"/>
                    </a:ext>
                  </a:extLst>
                </p14:cNvPr>
                <p14:cNvContentPartPr/>
                <p14:nvPr/>
              </p14:nvContentPartPr>
              <p14:xfrm>
                <a:off x="4900038" y="3978610"/>
                <a:ext cx="43920" cy="21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73E2576-F4B2-24B4-F6AB-27E14EE3FF3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882398" y="3960610"/>
                  <a:ext cx="795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C04AC5C-8F12-5E29-ADB2-DF2B71DA052E}"/>
                    </a:ext>
                  </a:extLst>
                </p14:cNvPr>
                <p14:cNvContentPartPr/>
                <p14:nvPr/>
              </p14:nvContentPartPr>
              <p14:xfrm>
                <a:off x="4940358" y="4054570"/>
                <a:ext cx="83160" cy="49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C04AC5C-8F12-5E29-ADB2-DF2B71DA052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922358" y="4036570"/>
                  <a:ext cx="1188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3DBB863-0F1B-8CB3-F53B-F15271421435}"/>
                    </a:ext>
                  </a:extLst>
                </p14:cNvPr>
                <p14:cNvContentPartPr/>
                <p14:nvPr/>
              </p14:nvContentPartPr>
              <p14:xfrm>
                <a:off x="5173278" y="3677650"/>
                <a:ext cx="57240" cy="286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3DBB863-0F1B-8CB3-F53B-F1527142143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155638" y="3660010"/>
                  <a:ext cx="92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FD9BA9A-E689-BE41-43D8-114CE1B68814}"/>
                    </a:ext>
                  </a:extLst>
                </p14:cNvPr>
                <p14:cNvContentPartPr/>
                <p14:nvPr/>
              </p14:nvContentPartPr>
              <p14:xfrm>
                <a:off x="5312238" y="3660010"/>
                <a:ext cx="75960" cy="1612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FD9BA9A-E689-BE41-43D8-114CE1B6881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294238" y="3642010"/>
                  <a:ext cx="11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71D2E8B-F50E-F798-FBEC-D2D3C01A2C7D}"/>
                    </a:ext>
                  </a:extLst>
                </p14:cNvPr>
                <p14:cNvContentPartPr/>
                <p14:nvPr/>
              </p14:nvContentPartPr>
              <p14:xfrm>
                <a:off x="5464518" y="3547690"/>
                <a:ext cx="154440" cy="1558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71D2E8B-F50E-F798-FBEC-D2D3C01A2C7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446518" y="3529690"/>
                  <a:ext cx="1900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8F30AF1-160C-3E53-BCF1-FD585C6962A1}"/>
                    </a:ext>
                  </a:extLst>
                </p14:cNvPr>
                <p14:cNvContentPartPr/>
                <p14:nvPr/>
              </p14:nvContentPartPr>
              <p14:xfrm>
                <a:off x="5287398" y="3930370"/>
                <a:ext cx="466200" cy="108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8F30AF1-160C-3E53-BCF1-FD585C6962A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269398" y="3912730"/>
                  <a:ext cx="5018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BA1214E-88B9-DFD5-1081-0BB36F8CC5F6}"/>
                    </a:ext>
                  </a:extLst>
                </p14:cNvPr>
                <p14:cNvContentPartPr/>
                <p14:nvPr/>
              </p14:nvContentPartPr>
              <p14:xfrm>
                <a:off x="5325558" y="4203970"/>
                <a:ext cx="49320" cy="2674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BA1214E-88B9-DFD5-1081-0BB36F8CC5F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307558" y="4186330"/>
                  <a:ext cx="849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E37DA67-9795-FE52-12E7-11F6A3F0B353}"/>
                    </a:ext>
                  </a:extLst>
                </p14:cNvPr>
                <p14:cNvContentPartPr/>
                <p14:nvPr/>
              </p14:nvContentPartPr>
              <p14:xfrm>
                <a:off x="5505198" y="4177690"/>
                <a:ext cx="48600" cy="210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E37DA67-9795-FE52-12E7-11F6A3F0B35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487558" y="4160050"/>
                  <a:ext cx="842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7D24395-4A7B-9E6A-0CE7-1F3E4AFAEFA3}"/>
                    </a:ext>
                  </a:extLst>
                </p14:cNvPr>
                <p14:cNvContentPartPr/>
                <p14:nvPr/>
              </p14:nvContentPartPr>
              <p14:xfrm>
                <a:off x="5539758" y="4193890"/>
                <a:ext cx="176400" cy="153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7D24395-4A7B-9E6A-0CE7-1F3E4AFAEFA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522118" y="4175890"/>
                  <a:ext cx="2120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FF11A24D-8329-E83D-F503-F52E4AF8D889}"/>
              </a:ext>
            </a:extLst>
          </p:cNvPr>
          <p:cNvGrpSpPr/>
          <p:nvPr/>
        </p:nvGrpSpPr>
        <p:grpSpPr>
          <a:xfrm>
            <a:off x="3793758" y="4916770"/>
            <a:ext cx="7887960" cy="1995840"/>
            <a:chOff x="3793758" y="4916770"/>
            <a:chExt cx="7887960" cy="199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23E0A6-9FD2-88A0-3838-230952D2DB15}"/>
                    </a:ext>
                  </a:extLst>
                </p14:cNvPr>
                <p14:cNvContentPartPr/>
                <p14:nvPr/>
              </p14:nvContentPartPr>
              <p14:xfrm>
                <a:off x="4263918" y="5177770"/>
                <a:ext cx="83880" cy="219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23E0A6-9FD2-88A0-3838-230952D2DB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246278" y="5159770"/>
                  <a:ext cx="1195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284B44B-0450-E762-76ED-516817E067A2}"/>
                    </a:ext>
                  </a:extLst>
                </p14:cNvPr>
                <p14:cNvContentPartPr/>
                <p14:nvPr/>
              </p14:nvContentPartPr>
              <p14:xfrm>
                <a:off x="4343118" y="5258770"/>
                <a:ext cx="42120" cy="4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284B44B-0450-E762-76ED-516817E067A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325478" y="5240770"/>
                  <a:ext cx="77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6CEDA1F-9F95-D19E-08C5-AE7962C5AB89}"/>
                    </a:ext>
                  </a:extLst>
                </p14:cNvPr>
                <p14:cNvContentPartPr/>
                <p14:nvPr/>
              </p14:nvContentPartPr>
              <p14:xfrm>
                <a:off x="4568838" y="5033410"/>
                <a:ext cx="15480" cy="23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6CEDA1F-9F95-D19E-08C5-AE7962C5AB8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550838" y="5015770"/>
                  <a:ext cx="51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17E1E0E-4DAC-A5CD-82D5-4B55FB89F68F}"/>
                    </a:ext>
                  </a:extLst>
                </p14:cNvPr>
                <p14:cNvContentPartPr/>
                <p14:nvPr/>
              </p14:nvContentPartPr>
              <p14:xfrm>
                <a:off x="4785198" y="4960690"/>
                <a:ext cx="70920" cy="287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17E1E0E-4DAC-A5CD-82D5-4B55FB89F68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767558" y="4943050"/>
                  <a:ext cx="1065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A30EFEB-55FC-F37F-A377-9571E5CDC60D}"/>
                    </a:ext>
                  </a:extLst>
                </p14:cNvPr>
                <p14:cNvContentPartPr/>
                <p14:nvPr/>
              </p14:nvContentPartPr>
              <p14:xfrm>
                <a:off x="5011638" y="4962130"/>
                <a:ext cx="51120" cy="288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A30EFEB-55FC-F37F-A377-9571E5CDC60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993998" y="4944490"/>
                  <a:ext cx="86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3A2EB6B-46D7-8E54-E120-7C10374CDD48}"/>
                    </a:ext>
                  </a:extLst>
                </p14:cNvPr>
                <p14:cNvContentPartPr/>
                <p14:nvPr/>
              </p14:nvContentPartPr>
              <p14:xfrm>
                <a:off x="5040438" y="4916770"/>
                <a:ext cx="209520" cy="1864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3A2EB6B-46D7-8E54-E120-7C10374CDD4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22438" y="4898770"/>
                  <a:ext cx="2451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F4672F8-66E4-85CE-D4F3-1EFAEE12E7D4}"/>
                    </a:ext>
                  </a:extLst>
                </p14:cNvPr>
                <p14:cNvContentPartPr/>
                <p14:nvPr/>
              </p14:nvContentPartPr>
              <p14:xfrm>
                <a:off x="5075718" y="5024770"/>
                <a:ext cx="71640" cy="712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F4672F8-66E4-85CE-D4F3-1EFAEE12E7D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057718" y="5006770"/>
                  <a:ext cx="107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AC43361-EC1E-E497-222B-8B2F03539907}"/>
                    </a:ext>
                  </a:extLst>
                </p14:cNvPr>
                <p14:cNvContentPartPr/>
                <p14:nvPr/>
              </p14:nvContentPartPr>
              <p14:xfrm>
                <a:off x="4554438" y="5013610"/>
                <a:ext cx="137160" cy="231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AC43361-EC1E-E497-222B-8B2F0353990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536438" y="4995610"/>
                  <a:ext cx="172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96F05B4-64CE-710E-5411-253D9F95C5C4}"/>
                    </a:ext>
                  </a:extLst>
                </p14:cNvPr>
                <p14:cNvContentPartPr/>
                <p14:nvPr/>
              </p14:nvContentPartPr>
              <p14:xfrm>
                <a:off x="4402878" y="5016130"/>
                <a:ext cx="44280" cy="52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96F05B4-64CE-710E-5411-253D9F95C5C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385238" y="4998130"/>
                  <a:ext cx="79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2FC7D45-C335-77D0-0EA1-FADB0AC5A37E}"/>
                    </a:ext>
                  </a:extLst>
                </p14:cNvPr>
                <p14:cNvContentPartPr/>
                <p14:nvPr/>
              </p14:nvContentPartPr>
              <p14:xfrm>
                <a:off x="4793118" y="5473330"/>
                <a:ext cx="48960" cy="5911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2FC7D45-C335-77D0-0EA1-FADB0AC5A37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775118" y="5455690"/>
                  <a:ext cx="8460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F364DD1-3D0E-87A0-E0FE-687D60FE37AB}"/>
                    </a:ext>
                  </a:extLst>
                </p14:cNvPr>
                <p14:cNvContentPartPr/>
                <p14:nvPr/>
              </p14:nvContentPartPr>
              <p14:xfrm>
                <a:off x="4651998" y="5825770"/>
                <a:ext cx="316800" cy="3085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F364DD1-3D0E-87A0-E0FE-687D60FE37A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633998" y="5808130"/>
                  <a:ext cx="3524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BEBCBA3-2085-18F3-955F-6920CC4BE541}"/>
                    </a:ext>
                  </a:extLst>
                </p14:cNvPr>
                <p14:cNvContentPartPr/>
                <p14:nvPr/>
              </p14:nvContentPartPr>
              <p14:xfrm>
                <a:off x="4168518" y="6306010"/>
                <a:ext cx="64440" cy="4356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BEBCBA3-2085-18F3-955F-6920CC4BE54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150518" y="6288370"/>
                  <a:ext cx="1000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6BB882-17C7-8922-BDBB-F95AB4A87B91}"/>
                    </a:ext>
                  </a:extLst>
                </p14:cNvPr>
                <p14:cNvContentPartPr/>
                <p14:nvPr/>
              </p14:nvContentPartPr>
              <p14:xfrm>
                <a:off x="4094358" y="6411490"/>
                <a:ext cx="150480" cy="928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6BB882-17C7-8922-BDBB-F95AB4A87B9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076358" y="6393850"/>
                  <a:ext cx="1861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7BA7496-A594-C0EB-F2A2-26A63479F146}"/>
                    </a:ext>
                  </a:extLst>
                </p14:cNvPr>
                <p14:cNvContentPartPr/>
                <p14:nvPr/>
              </p14:nvContentPartPr>
              <p14:xfrm>
                <a:off x="4212078" y="6721090"/>
                <a:ext cx="91440" cy="356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7BA7496-A594-C0EB-F2A2-26A63479F14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194078" y="6703450"/>
                  <a:ext cx="1270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9D6DC94-171C-6F2D-5F09-066CA89BC3D4}"/>
                    </a:ext>
                  </a:extLst>
                </p14:cNvPr>
                <p14:cNvContentPartPr/>
                <p14:nvPr/>
              </p14:nvContentPartPr>
              <p14:xfrm>
                <a:off x="4430238" y="6639010"/>
                <a:ext cx="182520" cy="2174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9D6DC94-171C-6F2D-5F09-066CA89BC3D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412598" y="6621370"/>
                  <a:ext cx="2181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6229ED0-646A-341B-F6A4-A1951DDB23F2}"/>
                    </a:ext>
                  </a:extLst>
                </p14:cNvPr>
                <p14:cNvContentPartPr/>
                <p14:nvPr/>
              </p14:nvContentPartPr>
              <p14:xfrm>
                <a:off x="4690158" y="6572410"/>
                <a:ext cx="105840" cy="1310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6229ED0-646A-341B-F6A4-A1951DDB23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672518" y="6554770"/>
                  <a:ext cx="1414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2683D3E-C7B6-627C-A7C7-240D715162D4}"/>
                    </a:ext>
                  </a:extLst>
                </p14:cNvPr>
                <p14:cNvContentPartPr/>
                <p14:nvPr/>
              </p14:nvContentPartPr>
              <p14:xfrm>
                <a:off x="4869078" y="6538930"/>
                <a:ext cx="73800" cy="1245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2683D3E-C7B6-627C-A7C7-240D715162D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51078" y="6520930"/>
                  <a:ext cx="109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FBFD67A-A28C-276A-F4B1-DD578F7E3140}"/>
                    </a:ext>
                  </a:extLst>
                </p14:cNvPr>
                <p14:cNvContentPartPr/>
                <p14:nvPr/>
              </p14:nvContentPartPr>
              <p14:xfrm>
                <a:off x="5175078" y="6431650"/>
                <a:ext cx="32400" cy="277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FBFD67A-A28C-276A-F4B1-DD578F7E314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157438" y="6413650"/>
                  <a:ext cx="68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948187C-4433-5767-6A1C-16F63376BA74}"/>
                    </a:ext>
                  </a:extLst>
                </p14:cNvPr>
                <p14:cNvContentPartPr/>
                <p14:nvPr/>
              </p14:nvContentPartPr>
              <p14:xfrm>
                <a:off x="5221158" y="6520570"/>
                <a:ext cx="64440" cy="162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948187C-4433-5767-6A1C-16F63376BA7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203158" y="6502930"/>
                  <a:ext cx="100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A32D91E-CA4A-ED44-49D8-B458A2AD428C}"/>
                    </a:ext>
                  </a:extLst>
                </p14:cNvPr>
                <p14:cNvContentPartPr/>
                <p14:nvPr/>
              </p14:nvContentPartPr>
              <p14:xfrm>
                <a:off x="5378118" y="6340210"/>
                <a:ext cx="35640" cy="49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A32D91E-CA4A-ED44-49D8-B458A2AD42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360478" y="6322210"/>
                  <a:ext cx="712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92C32A6-221A-819D-C089-C8A9BA84AE15}"/>
                    </a:ext>
                  </a:extLst>
                </p14:cNvPr>
                <p14:cNvContentPartPr/>
                <p14:nvPr/>
              </p14:nvContentPartPr>
              <p14:xfrm>
                <a:off x="5548398" y="6264610"/>
                <a:ext cx="120600" cy="220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92C32A6-221A-819D-C089-C8A9BA84AE1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530758" y="6246970"/>
                  <a:ext cx="1562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E82B78A-04E6-C240-5939-1AD9116199CF}"/>
                    </a:ext>
                  </a:extLst>
                </p14:cNvPr>
                <p14:cNvContentPartPr/>
                <p14:nvPr/>
              </p14:nvContentPartPr>
              <p14:xfrm>
                <a:off x="5815158" y="6138250"/>
                <a:ext cx="28080" cy="3189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E82B78A-04E6-C240-5939-1AD9116199C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797518" y="6120610"/>
                  <a:ext cx="6372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487847D-6022-EF30-7E95-BDCC43012E00}"/>
                    </a:ext>
                  </a:extLst>
                </p14:cNvPr>
                <p14:cNvContentPartPr/>
                <p14:nvPr/>
              </p14:nvContentPartPr>
              <p14:xfrm>
                <a:off x="6074358" y="6099010"/>
                <a:ext cx="27000" cy="3016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487847D-6022-EF30-7E95-BDCC43012E0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056358" y="6081370"/>
                  <a:ext cx="626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3376F5C-ED81-FF5C-5288-029D8F0BBFB0}"/>
                    </a:ext>
                  </a:extLst>
                </p14:cNvPr>
                <p14:cNvContentPartPr/>
                <p14:nvPr/>
              </p14:nvContentPartPr>
              <p14:xfrm>
                <a:off x="6068958" y="6148690"/>
                <a:ext cx="195840" cy="1684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3376F5C-ED81-FF5C-5288-029D8F0BBFB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050958" y="6131050"/>
                  <a:ext cx="2314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ACB78C5-6C73-8795-98C0-073F42858FD0}"/>
                    </a:ext>
                  </a:extLst>
                </p14:cNvPr>
                <p14:cNvContentPartPr/>
                <p14:nvPr/>
              </p14:nvContentPartPr>
              <p14:xfrm>
                <a:off x="6076518" y="6284770"/>
                <a:ext cx="99360" cy="504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ACB78C5-6C73-8795-98C0-073F42858F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058878" y="6267130"/>
                  <a:ext cx="1350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AFF13FC-4D72-1C22-7642-3F4E89C493CE}"/>
                    </a:ext>
                  </a:extLst>
                </p14:cNvPr>
                <p14:cNvContentPartPr/>
                <p14:nvPr/>
              </p14:nvContentPartPr>
              <p14:xfrm>
                <a:off x="4181118" y="5780050"/>
                <a:ext cx="2471400" cy="11325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AFF13FC-4D72-1C22-7642-3F4E89C493C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163118" y="5762050"/>
                  <a:ext cx="2507040" cy="11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0897463-3C4C-9124-3359-70BCA3018C0E}"/>
                    </a:ext>
                  </a:extLst>
                </p14:cNvPr>
                <p14:cNvContentPartPr/>
                <p14:nvPr/>
              </p14:nvContentPartPr>
              <p14:xfrm>
                <a:off x="3832998" y="6237250"/>
                <a:ext cx="107640" cy="520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0897463-3C4C-9124-3359-70BCA3018C0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814998" y="6219610"/>
                  <a:ext cx="1432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FC293EE0-7D91-FEF1-E877-E9F0EB7C63D2}"/>
                    </a:ext>
                  </a:extLst>
                </p14:cNvPr>
                <p14:cNvContentPartPr/>
                <p14:nvPr/>
              </p14:nvContentPartPr>
              <p14:xfrm>
                <a:off x="3793758" y="5892370"/>
                <a:ext cx="2470320" cy="4770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FC293EE0-7D91-FEF1-E877-E9F0EB7C63D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776118" y="5874730"/>
                  <a:ext cx="25059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0BF0098-BD8E-8D29-981E-5E40F303C21B}"/>
                    </a:ext>
                  </a:extLst>
                </p14:cNvPr>
                <p14:cNvContentPartPr/>
                <p14:nvPr/>
              </p14:nvContentPartPr>
              <p14:xfrm>
                <a:off x="7327158" y="5741890"/>
                <a:ext cx="201960" cy="8931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0BF0098-BD8E-8D29-981E-5E40F303C2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309158" y="5724250"/>
                  <a:ext cx="237600" cy="9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727CFF5-70AC-D1A2-D4B3-BCD037A281F6}"/>
                    </a:ext>
                  </a:extLst>
                </p14:cNvPr>
                <p14:cNvContentPartPr/>
                <p14:nvPr/>
              </p14:nvContentPartPr>
              <p14:xfrm>
                <a:off x="7163358" y="5430490"/>
                <a:ext cx="4518360" cy="1229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727CFF5-70AC-D1A2-D4B3-BCD037A281F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145718" y="5412850"/>
                  <a:ext cx="4554000" cy="126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AC486378-A5AF-5792-F116-52F2F6FA35A1}"/>
              </a:ext>
            </a:extLst>
          </p:cNvPr>
          <p:cNvGrpSpPr/>
          <p:nvPr/>
        </p:nvGrpSpPr>
        <p:grpSpPr>
          <a:xfrm>
            <a:off x="1074318" y="704410"/>
            <a:ext cx="1459440" cy="567720"/>
            <a:chOff x="1074318" y="704410"/>
            <a:chExt cx="1459440" cy="56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B0DD092-F4BF-74F2-87A8-82D9BF167E15}"/>
                    </a:ext>
                  </a:extLst>
                </p14:cNvPr>
                <p14:cNvContentPartPr/>
                <p14:nvPr/>
              </p14:nvContentPartPr>
              <p14:xfrm>
                <a:off x="1081518" y="704410"/>
                <a:ext cx="11160" cy="5385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B0DD092-F4BF-74F2-87A8-82D9BF167E1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63878" y="686410"/>
                  <a:ext cx="4680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C572C3DF-FA70-DBE8-8859-9579C9518623}"/>
                    </a:ext>
                  </a:extLst>
                </p14:cNvPr>
                <p14:cNvContentPartPr/>
                <p14:nvPr/>
              </p14:nvContentPartPr>
              <p14:xfrm>
                <a:off x="1074318" y="761650"/>
                <a:ext cx="182880" cy="250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C572C3DF-FA70-DBE8-8859-9579C951862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56678" y="744010"/>
                  <a:ext cx="2185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9CF5C51-605F-3E33-D0F7-980353CA5103}"/>
                    </a:ext>
                  </a:extLst>
                </p14:cNvPr>
                <p14:cNvContentPartPr/>
                <p14:nvPr/>
              </p14:nvContentPartPr>
              <p14:xfrm>
                <a:off x="1317318" y="933730"/>
                <a:ext cx="216720" cy="1760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9CF5C51-605F-3E33-D0F7-980353CA510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299318" y="916090"/>
                  <a:ext cx="2523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4FE0997-9358-2A2B-6D15-C0C97D59D272}"/>
                    </a:ext>
                  </a:extLst>
                </p14:cNvPr>
                <p14:cNvContentPartPr/>
                <p14:nvPr/>
              </p14:nvContentPartPr>
              <p14:xfrm>
                <a:off x="1588758" y="965770"/>
                <a:ext cx="68400" cy="306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4FE0997-9358-2A2B-6D15-C0C97D59D27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570758" y="947770"/>
                  <a:ext cx="1040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71FE609-1905-46C0-7033-EE87A3955B6D}"/>
                    </a:ext>
                  </a:extLst>
                </p14:cNvPr>
                <p14:cNvContentPartPr/>
                <p14:nvPr/>
              </p14:nvContentPartPr>
              <p14:xfrm>
                <a:off x="1612518" y="986290"/>
                <a:ext cx="84600" cy="189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71FE609-1905-46C0-7033-EE87A3955B6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594518" y="968650"/>
                  <a:ext cx="120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7EEC0C3-6A8E-30DF-E426-0A12113E4ABC}"/>
                    </a:ext>
                  </a:extLst>
                </p14:cNvPr>
                <p14:cNvContentPartPr/>
                <p14:nvPr/>
              </p14:nvContentPartPr>
              <p14:xfrm>
                <a:off x="1783878" y="908890"/>
                <a:ext cx="78840" cy="2631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7EEC0C3-6A8E-30DF-E426-0A12113E4AB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766238" y="890890"/>
                  <a:ext cx="1144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DC86664-C10E-EDD2-14BB-4F3A32757429}"/>
                    </a:ext>
                  </a:extLst>
                </p14:cNvPr>
                <p14:cNvContentPartPr/>
                <p14:nvPr/>
              </p14:nvContentPartPr>
              <p14:xfrm>
                <a:off x="1940838" y="972610"/>
                <a:ext cx="197640" cy="1684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DC86664-C10E-EDD2-14BB-4F3A3275742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922838" y="954610"/>
                  <a:ext cx="233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34C5050-5EEF-30DF-C3EB-23F76FEF8D1F}"/>
                    </a:ext>
                  </a:extLst>
                </p14:cNvPr>
                <p14:cNvContentPartPr/>
                <p14:nvPr/>
              </p14:nvContentPartPr>
              <p14:xfrm>
                <a:off x="2190678" y="978730"/>
                <a:ext cx="102960" cy="15048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34C5050-5EEF-30DF-C3EB-23F76FEF8D1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172678" y="960730"/>
                  <a:ext cx="138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314025A-64E4-0CA4-BF5F-326781181F36}"/>
                    </a:ext>
                  </a:extLst>
                </p14:cNvPr>
                <p14:cNvContentPartPr/>
                <p14:nvPr/>
              </p14:nvContentPartPr>
              <p14:xfrm>
                <a:off x="2345838" y="974410"/>
                <a:ext cx="187920" cy="1825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314025A-64E4-0CA4-BF5F-326781181F3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328198" y="956770"/>
                  <a:ext cx="22356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5C000892-10ED-AD0B-097C-46B6FBE9F802}"/>
              </a:ext>
            </a:extLst>
          </p:cNvPr>
          <p:cNvGrpSpPr/>
          <p:nvPr/>
        </p:nvGrpSpPr>
        <p:grpSpPr>
          <a:xfrm>
            <a:off x="3086358" y="768130"/>
            <a:ext cx="840960" cy="415440"/>
            <a:chOff x="3086358" y="768130"/>
            <a:chExt cx="840960" cy="41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0A9B004-6E08-4E6B-0C46-2FDEF4AB5A3C}"/>
                    </a:ext>
                  </a:extLst>
                </p14:cNvPr>
                <p14:cNvContentPartPr/>
                <p14:nvPr/>
              </p14:nvContentPartPr>
              <p14:xfrm>
                <a:off x="3086358" y="768130"/>
                <a:ext cx="55440" cy="4154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0A9B004-6E08-4E6B-0C46-2FDEF4AB5A3C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068718" y="750490"/>
                  <a:ext cx="9108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9ABBFA85-6B21-2E33-9287-FE9C4560EB4A}"/>
                    </a:ext>
                  </a:extLst>
                </p14:cNvPr>
                <p14:cNvContentPartPr/>
                <p14:nvPr/>
              </p14:nvContentPartPr>
              <p14:xfrm>
                <a:off x="3281838" y="1010770"/>
                <a:ext cx="115200" cy="1296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9ABBFA85-6B21-2E33-9287-FE9C4560EB4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263838" y="993130"/>
                  <a:ext cx="150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AA00829-2281-4187-8187-558E9DB083E4}"/>
                    </a:ext>
                  </a:extLst>
                </p14:cNvPr>
                <p14:cNvContentPartPr/>
                <p14:nvPr/>
              </p14:nvContentPartPr>
              <p14:xfrm>
                <a:off x="3465798" y="960010"/>
                <a:ext cx="170280" cy="1443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AA00829-2281-4187-8187-558E9DB083E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447798" y="942370"/>
                  <a:ext cx="205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058F303-5D7B-51F4-9A20-8B9D63C04BC3}"/>
                    </a:ext>
                  </a:extLst>
                </p14:cNvPr>
                <p14:cNvContentPartPr/>
                <p14:nvPr/>
              </p14:nvContentPartPr>
              <p14:xfrm>
                <a:off x="3750558" y="803410"/>
                <a:ext cx="176760" cy="3438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058F303-5D7B-51F4-9A20-8B9D63C04BC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732918" y="785410"/>
                  <a:ext cx="21240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D0B3094F-8960-F336-21DD-72D10D77628D}"/>
              </a:ext>
            </a:extLst>
          </p:cNvPr>
          <p:cNvGrpSpPr/>
          <p:nvPr/>
        </p:nvGrpSpPr>
        <p:grpSpPr>
          <a:xfrm>
            <a:off x="4504758" y="710530"/>
            <a:ext cx="924120" cy="383400"/>
            <a:chOff x="4504758" y="710530"/>
            <a:chExt cx="924120" cy="3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926EEDD-3D96-391A-B10E-90C3E1135DCC}"/>
                    </a:ext>
                  </a:extLst>
                </p14:cNvPr>
                <p14:cNvContentPartPr/>
                <p14:nvPr/>
              </p14:nvContentPartPr>
              <p14:xfrm>
                <a:off x="4504758" y="949930"/>
                <a:ext cx="267840" cy="1440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926EEDD-3D96-391A-B10E-90C3E1135DC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487118" y="932290"/>
                  <a:ext cx="3034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CF5164D-B992-111B-3973-EC1F2FF0267D}"/>
                    </a:ext>
                  </a:extLst>
                </p14:cNvPr>
                <p14:cNvContentPartPr/>
                <p14:nvPr/>
              </p14:nvContentPartPr>
              <p14:xfrm>
                <a:off x="4841718" y="940570"/>
                <a:ext cx="39240" cy="1317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CF5164D-B992-111B-3973-EC1F2FF0267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824078" y="922570"/>
                  <a:ext cx="74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9D4B1B5-127F-5E76-EC78-3E3752EA6C39}"/>
                    </a:ext>
                  </a:extLst>
                </p14:cNvPr>
                <p14:cNvContentPartPr/>
                <p14:nvPr/>
              </p14:nvContentPartPr>
              <p14:xfrm>
                <a:off x="4858998" y="733570"/>
                <a:ext cx="26280" cy="734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9D4B1B5-127F-5E76-EC78-3E3752EA6C3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840998" y="715930"/>
                  <a:ext cx="61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8E42D3E-F487-4B43-28E0-2ED10BBFB881}"/>
                    </a:ext>
                  </a:extLst>
                </p14:cNvPr>
                <p14:cNvContentPartPr/>
                <p14:nvPr/>
              </p14:nvContentPartPr>
              <p14:xfrm>
                <a:off x="5048718" y="710530"/>
                <a:ext cx="42840" cy="333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8E42D3E-F487-4B43-28E0-2ED10BBFB88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030718" y="692530"/>
                  <a:ext cx="7848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E1786FF-B9E6-6C50-810E-B643EAF1FFF7}"/>
                    </a:ext>
                  </a:extLst>
                </p14:cNvPr>
                <p14:cNvContentPartPr/>
                <p14:nvPr/>
              </p14:nvContentPartPr>
              <p14:xfrm>
                <a:off x="5014518" y="789010"/>
                <a:ext cx="414360" cy="215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E1786FF-B9E6-6C50-810E-B643EAF1FFF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996878" y="771010"/>
                  <a:ext cx="450000" cy="25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4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432CE985-C613-2BB0-FD2B-4E10528A4DE6}"/>
                  </a:ext>
                </a:extLst>
              </p14:cNvPr>
              <p14:cNvContentPartPr/>
              <p14:nvPr/>
            </p14:nvContentPartPr>
            <p14:xfrm>
              <a:off x="5827758" y="876130"/>
              <a:ext cx="298080" cy="1422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432CE985-C613-2BB0-FD2B-4E10528A4DE6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5809758" y="858130"/>
                <a:ext cx="333720" cy="17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5" name="Group 264">
            <a:extLst>
              <a:ext uri="{FF2B5EF4-FFF2-40B4-BE49-F238E27FC236}">
                <a16:creationId xmlns:a16="http://schemas.microsoft.com/office/drawing/2014/main" id="{74B3809C-9877-CA5B-DBC3-FCC4E87D78D4}"/>
              </a:ext>
            </a:extLst>
          </p:cNvPr>
          <p:cNvGrpSpPr/>
          <p:nvPr/>
        </p:nvGrpSpPr>
        <p:grpSpPr>
          <a:xfrm>
            <a:off x="2914638" y="1491010"/>
            <a:ext cx="1415520" cy="415800"/>
            <a:chOff x="2914638" y="1491010"/>
            <a:chExt cx="1415520" cy="41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41C5F4E-6D7D-88B0-215D-6AB3B81DEC3F}"/>
                    </a:ext>
                  </a:extLst>
                </p14:cNvPr>
                <p14:cNvContentPartPr/>
                <p14:nvPr/>
              </p14:nvContentPartPr>
              <p14:xfrm>
                <a:off x="2914638" y="1528810"/>
                <a:ext cx="156240" cy="3780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41C5F4E-6D7D-88B0-215D-6AB3B81DEC3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2896638" y="1511170"/>
                  <a:ext cx="19188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146695-8165-F999-D6E2-003524342E02}"/>
                    </a:ext>
                  </a:extLst>
                </p14:cNvPr>
                <p14:cNvContentPartPr/>
                <p14:nvPr/>
              </p14:nvContentPartPr>
              <p14:xfrm>
                <a:off x="3225678" y="1571650"/>
                <a:ext cx="164520" cy="2336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146695-8165-F999-D6E2-003524342E02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208038" y="1554010"/>
                  <a:ext cx="200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E63F68B-51E0-6E31-AFC3-ABF8AEF73259}"/>
                    </a:ext>
                  </a:extLst>
                </p14:cNvPr>
                <p14:cNvContentPartPr/>
                <p14:nvPr/>
              </p14:nvContentPartPr>
              <p14:xfrm>
                <a:off x="3494958" y="1658770"/>
                <a:ext cx="128880" cy="143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E63F68B-51E0-6E31-AFC3-ABF8AEF7325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3477318" y="1640770"/>
                  <a:ext cx="164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75682D6-CC7D-D835-E336-9CF803C62AA7}"/>
                    </a:ext>
                  </a:extLst>
                </p14:cNvPr>
                <p14:cNvContentPartPr/>
                <p14:nvPr/>
              </p14:nvContentPartPr>
              <p14:xfrm>
                <a:off x="3741558" y="1637890"/>
                <a:ext cx="90720" cy="1141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75682D6-CC7D-D835-E336-9CF803C62AA7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723558" y="1620250"/>
                  <a:ext cx="1263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8BD3D87-76B0-B930-B2C7-0E95F5AAFB88}"/>
                    </a:ext>
                  </a:extLst>
                </p14:cNvPr>
                <p14:cNvContentPartPr/>
                <p14:nvPr/>
              </p14:nvContentPartPr>
              <p14:xfrm>
                <a:off x="3968358" y="1491010"/>
                <a:ext cx="94680" cy="321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8BD3D87-76B0-B930-B2C7-0E95F5AAFB8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950718" y="1473370"/>
                  <a:ext cx="1303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DC3FA9B-43D6-8AA8-1A1E-69822B11F1B9}"/>
                    </a:ext>
                  </a:extLst>
                </p14:cNvPr>
                <p14:cNvContentPartPr/>
                <p14:nvPr/>
              </p14:nvContentPartPr>
              <p14:xfrm>
                <a:off x="3958278" y="1637170"/>
                <a:ext cx="158760" cy="399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DC3FA9B-43D6-8AA8-1A1E-69822B11F1B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940638" y="1619530"/>
                  <a:ext cx="194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959AB27-75C4-6554-6F54-6B8BDFDE7C56}"/>
                    </a:ext>
                  </a:extLst>
                </p14:cNvPr>
                <p14:cNvContentPartPr/>
                <p14:nvPr/>
              </p14:nvContentPartPr>
              <p14:xfrm>
                <a:off x="4283358" y="1727170"/>
                <a:ext cx="46800" cy="15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959AB27-75C4-6554-6F54-6B8BDFDE7C5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265718" y="1709530"/>
                  <a:ext cx="824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0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250989C3-D6F4-A574-5CCC-115901C8ECB2}"/>
                  </a:ext>
                </a:extLst>
              </p14:cNvPr>
              <p14:cNvContentPartPr/>
              <p14:nvPr/>
            </p14:nvContentPartPr>
            <p14:xfrm>
              <a:off x="2010318" y="3610690"/>
              <a:ext cx="1301400" cy="1251000"/>
            </p14:xfrm>
          </p:contentPart>
        </mc:Choice>
        <mc:Fallback xmlns=""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250989C3-D6F4-A574-5CCC-115901C8ECB2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1956318" y="3502690"/>
                <a:ext cx="1409040" cy="146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2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87D514CD-DCF1-F4A4-1CE1-A0200764FA9B}"/>
                  </a:ext>
                </a:extLst>
              </p14:cNvPr>
              <p14:cNvContentPartPr/>
              <p14:nvPr/>
            </p14:nvContentPartPr>
            <p14:xfrm>
              <a:off x="2662278" y="1380850"/>
              <a:ext cx="1683720" cy="59832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87D514CD-DCF1-F4A4-1CE1-A0200764FA9B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2608638" y="1272850"/>
                <a:ext cx="1791360" cy="813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4894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6D4DBC0-3C83-9EB8-53BA-36E6C3F157E7}"/>
              </a:ext>
            </a:extLst>
          </p:cNvPr>
          <p:cNvGrpSpPr/>
          <p:nvPr/>
        </p:nvGrpSpPr>
        <p:grpSpPr>
          <a:xfrm>
            <a:off x="3370171" y="241420"/>
            <a:ext cx="590760" cy="1152720"/>
            <a:chOff x="3370171" y="241420"/>
            <a:chExt cx="590760" cy="11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3A405F2-9DFB-4A13-01BC-85A480CC37EF}"/>
                    </a:ext>
                  </a:extLst>
                </p14:cNvPr>
                <p14:cNvContentPartPr/>
                <p14:nvPr/>
              </p14:nvContentPartPr>
              <p14:xfrm>
                <a:off x="3559531" y="241420"/>
                <a:ext cx="99360" cy="493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3A405F2-9DFB-4A13-01BC-85A480CC37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41891" y="223420"/>
                  <a:ext cx="13500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7E79B38-C954-5F02-5D6F-5ACF1CE98E97}"/>
                    </a:ext>
                  </a:extLst>
                </p14:cNvPr>
                <p14:cNvContentPartPr/>
                <p14:nvPr/>
              </p14:nvContentPartPr>
              <p14:xfrm>
                <a:off x="3370171" y="723820"/>
                <a:ext cx="590760" cy="44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7E79B38-C954-5F02-5D6F-5ACF1CE98E9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352171" y="705820"/>
                  <a:ext cx="626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538CCC6-038A-7132-A464-74D3C5A1F3E4}"/>
                    </a:ext>
                  </a:extLst>
                </p14:cNvPr>
                <p14:cNvContentPartPr/>
                <p14:nvPr/>
              </p14:nvContentPartPr>
              <p14:xfrm>
                <a:off x="3479971" y="882220"/>
                <a:ext cx="463320" cy="60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538CCC6-038A-7132-A464-74D3C5A1F3E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462331" y="864580"/>
                  <a:ext cx="4989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35CECB0-0B92-CB0A-2192-FB12BDF76FEF}"/>
                    </a:ext>
                  </a:extLst>
                </p14:cNvPr>
                <p14:cNvContentPartPr/>
                <p14:nvPr/>
              </p14:nvContentPartPr>
              <p14:xfrm>
                <a:off x="3722971" y="887980"/>
                <a:ext cx="25560" cy="506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35CECB0-0B92-CB0A-2192-FB12BDF76FE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05331" y="870340"/>
                  <a:ext cx="61200" cy="54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D39DDEA0-A8D6-D39E-532C-94FBD5846276}"/>
                  </a:ext>
                </a:extLst>
              </p14:cNvPr>
              <p14:cNvContentPartPr/>
              <p14:nvPr/>
            </p14:nvContentPartPr>
            <p14:xfrm>
              <a:off x="3447211" y="97420"/>
              <a:ext cx="1707120" cy="13003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D39DDEA0-A8D6-D39E-532C-94FBD584627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393211" y="-10580"/>
                <a:ext cx="1814760" cy="151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5A7B030B-F5B1-328D-712C-91AE9C108D13}"/>
              </a:ext>
            </a:extLst>
          </p:cNvPr>
          <p:cNvGrpSpPr/>
          <p:nvPr/>
        </p:nvGrpSpPr>
        <p:grpSpPr>
          <a:xfrm>
            <a:off x="3548011" y="165820"/>
            <a:ext cx="6186960" cy="1646640"/>
            <a:chOff x="3548011" y="165820"/>
            <a:chExt cx="6186960" cy="164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7368758-C69E-DD2D-723A-37EA5CBC5E4B}"/>
                    </a:ext>
                  </a:extLst>
                </p14:cNvPr>
                <p14:cNvContentPartPr/>
                <p14:nvPr/>
              </p14:nvContentPartPr>
              <p14:xfrm>
                <a:off x="3548011" y="176260"/>
                <a:ext cx="1302480" cy="136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7368758-C69E-DD2D-723A-37EA5CBC5E4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30371" y="158620"/>
                  <a:ext cx="13381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E9C2792-9682-C9D1-3141-5AA243DC50B9}"/>
                    </a:ext>
                  </a:extLst>
                </p14:cNvPr>
                <p14:cNvContentPartPr/>
                <p14:nvPr/>
              </p14:nvContentPartPr>
              <p14:xfrm>
                <a:off x="4867771" y="165820"/>
                <a:ext cx="104040" cy="391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E9C2792-9682-C9D1-3141-5AA243DC50B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49771" y="148180"/>
                  <a:ext cx="1396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FC2E63B-558A-99E4-3048-6C0770563947}"/>
                    </a:ext>
                  </a:extLst>
                </p14:cNvPr>
                <p14:cNvContentPartPr/>
                <p14:nvPr/>
              </p14:nvContentPartPr>
              <p14:xfrm>
                <a:off x="3764011" y="524380"/>
                <a:ext cx="1337760" cy="947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FC2E63B-558A-99E4-3048-6C07705639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46371" y="506740"/>
                  <a:ext cx="1373400" cy="9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08415F1-B1B8-79B5-E4B8-9C5E3FD4E425}"/>
                    </a:ext>
                  </a:extLst>
                </p14:cNvPr>
                <p14:cNvContentPartPr/>
                <p14:nvPr/>
              </p14:nvContentPartPr>
              <p14:xfrm>
                <a:off x="5361331" y="699700"/>
                <a:ext cx="319320" cy="72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08415F1-B1B8-79B5-E4B8-9C5E3FD4E42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343691" y="682060"/>
                  <a:ext cx="3549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7044188-86F8-B4DE-899E-5CD3C57DA32B}"/>
                    </a:ext>
                  </a:extLst>
                </p14:cNvPr>
                <p14:cNvContentPartPr/>
                <p14:nvPr/>
              </p14:nvContentPartPr>
              <p14:xfrm>
                <a:off x="5409211" y="685300"/>
                <a:ext cx="95400" cy="197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7044188-86F8-B4DE-899E-5CD3C57DA32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391211" y="667300"/>
                  <a:ext cx="131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9582E26-FD89-357F-9950-F06F0188E05E}"/>
                    </a:ext>
                  </a:extLst>
                </p14:cNvPr>
                <p14:cNvContentPartPr/>
                <p14:nvPr/>
              </p14:nvContentPartPr>
              <p14:xfrm>
                <a:off x="5927611" y="576220"/>
                <a:ext cx="92880" cy="223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9582E26-FD89-357F-9950-F06F0188E05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909611" y="558220"/>
                  <a:ext cx="1285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907D5FC-2DB9-7973-1C41-19523F632400}"/>
                    </a:ext>
                  </a:extLst>
                </p14:cNvPr>
                <p14:cNvContentPartPr/>
                <p14:nvPr/>
              </p14:nvContentPartPr>
              <p14:xfrm>
                <a:off x="6088171" y="597460"/>
                <a:ext cx="164520" cy="201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907D5FC-2DB9-7973-1C41-19523F63240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070531" y="579820"/>
                  <a:ext cx="2001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454E1D-E412-CC1A-21D5-FBC0D39EDD6E}"/>
                    </a:ext>
                  </a:extLst>
                </p14:cNvPr>
                <p14:cNvContentPartPr/>
                <p14:nvPr/>
              </p14:nvContentPartPr>
              <p14:xfrm>
                <a:off x="6344131" y="677740"/>
                <a:ext cx="89640" cy="87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454E1D-E412-CC1A-21D5-FBC0D39EDD6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326491" y="659740"/>
                  <a:ext cx="125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D22BCF0-B794-7ED1-1505-685575580555}"/>
                    </a:ext>
                  </a:extLst>
                </p14:cNvPr>
                <p14:cNvContentPartPr/>
                <p14:nvPr/>
              </p14:nvContentPartPr>
              <p14:xfrm>
                <a:off x="6517291" y="590980"/>
                <a:ext cx="92880" cy="172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D22BCF0-B794-7ED1-1505-68557558055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499291" y="573340"/>
                  <a:ext cx="1285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C3902A8-D0B2-9725-3EFC-C90F53F752D6}"/>
                    </a:ext>
                  </a:extLst>
                </p14:cNvPr>
                <p14:cNvContentPartPr/>
                <p14:nvPr/>
              </p14:nvContentPartPr>
              <p14:xfrm>
                <a:off x="6777571" y="581260"/>
                <a:ext cx="50400" cy="167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C3902A8-D0B2-9725-3EFC-C90F53F752D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759571" y="563620"/>
                  <a:ext cx="860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7A03AEE-9BC7-99EE-7B1F-EAD06C397A64}"/>
                    </a:ext>
                  </a:extLst>
                </p14:cNvPr>
                <p14:cNvContentPartPr/>
                <p14:nvPr/>
              </p14:nvContentPartPr>
              <p14:xfrm>
                <a:off x="6704131" y="652540"/>
                <a:ext cx="200880" cy="93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7A03AEE-9BC7-99EE-7B1F-EAD06C397A6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86491" y="634540"/>
                  <a:ext cx="236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F54B50C-45AC-0CBF-8308-A5128D10E16D}"/>
                    </a:ext>
                  </a:extLst>
                </p14:cNvPr>
                <p14:cNvContentPartPr/>
                <p14:nvPr/>
              </p14:nvContentPartPr>
              <p14:xfrm>
                <a:off x="7655971" y="268780"/>
                <a:ext cx="95400" cy="454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F54B50C-45AC-0CBF-8308-A5128D10E16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637971" y="251140"/>
                  <a:ext cx="13104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E2EEED-2766-CECB-03ED-81F9054681E1}"/>
                    </a:ext>
                  </a:extLst>
                </p14:cNvPr>
                <p14:cNvContentPartPr/>
                <p14:nvPr/>
              </p14:nvContentPartPr>
              <p14:xfrm>
                <a:off x="7676491" y="758740"/>
                <a:ext cx="158760" cy="24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E2EEED-2766-CECB-03ED-81F9054681E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658491" y="741100"/>
                  <a:ext cx="194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2DB9BFB-17E1-92E3-FCE4-1ABE1F72478A}"/>
                    </a:ext>
                  </a:extLst>
                </p14:cNvPr>
                <p14:cNvContentPartPr/>
                <p14:nvPr/>
              </p14:nvContentPartPr>
              <p14:xfrm>
                <a:off x="7697731" y="759460"/>
                <a:ext cx="17640" cy="85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2DB9BFB-17E1-92E3-FCE4-1ABE1F72478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679731" y="741820"/>
                  <a:ext cx="53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C89A88-8AF0-54BE-A69F-737148087266}"/>
                    </a:ext>
                  </a:extLst>
                </p14:cNvPr>
                <p14:cNvContentPartPr/>
                <p14:nvPr/>
              </p14:nvContentPartPr>
              <p14:xfrm>
                <a:off x="7798531" y="769540"/>
                <a:ext cx="19080" cy="91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C89A88-8AF0-54BE-A69F-73714808726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780891" y="751900"/>
                  <a:ext cx="547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AA403E0-F390-81D5-87A7-61AC85103113}"/>
                    </a:ext>
                  </a:extLst>
                </p14:cNvPr>
                <p14:cNvContentPartPr/>
                <p14:nvPr/>
              </p14:nvContentPartPr>
              <p14:xfrm>
                <a:off x="7620691" y="853060"/>
                <a:ext cx="377640" cy="32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AA403E0-F390-81D5-87A7-61AC8510311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03051" y="835420"/>
                  <a:ext cx="41328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CDFA01B-00FC-9E2D-1309-32E70471EF83}"/>
                    </a:ext>
                  </a:extLst>
                </p14:cNvPr>
                <p14:cNvContentPartPr/>
                <p14:nvPr/>
              </p14:nvContentPartPr>
              <p14:xfrm>
                <a:off x="7585771" y="837580"/>
                <a:ext cx="456840" cy="705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CDFA01B-00FC-9E2D-1309-32E70471EF8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567771" y="819580"/>
                  <a:ext cx="492480" cy="74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88F7503-3561-17EA-D6D1-4E14D31963DB}"/>
                    </a:ext>
                  </a:extLst>
                </p14:cNvPr>
                <p14:cNvContentPartPr/>
                <p14:nvPr/>
              </p14:nvContentPartPr>
              <p14:xfrm>
                <a:off x="7570291" y="840820"/>
                <a:ext cx="71280" cy="628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88F7503-3561-17EA-D6D1-4E14D31963D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552651" y="823180"/>
                  <a:ext cx="106920" cy="66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31CFF1F-EA5B-F49E-57B0-191A85BEC717}"/>
                    </a:ext>
                  </a:extLst>
                </p14:cNvPr>
                <p14:cNvContentPartPr/>
                <p14:nvPr/>
              </p14:nvContentPartPr>
              <p14:xfrm>
                <a:off x="7829491" y="1531660"/>
                <a:ext cx="12600" cy="233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31CFF1F-EA5B-F49E-57B0-191A85BEC71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811851" y="1513660"/>
                  <a:ext cx="48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3823DD9-A649-26D4-C453-AEEB7A70ABA1}"/>
                    </a:ext>
                  </a:extLst>
                </p14:cNvPr>
                <p14:cNvContentPartPr/>
                <p14:nvPr/>
              </p14:nvContentPartPr>
              <p14:xfrm>
                <a:off x="7654531" y="228100"/>
                <a:ext cx="940320" cy="58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3823DD9-A649-26D4-C453-AEEB7A70ABA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636891" y="210100"/>
                  <a:ext cx="975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EEB2178-F71D-939F-E877-E18594998FED}"/>
                    </a:ext>
                  </a:extLst>
                </p14:cNvPr>
                <p14:cNvContentPartPr/>
                <p14:nvPr/>
              </p14:nvContentPartPr>
              <p14:xfrm>
                <a:off x="8567131" y="256180"/>
                <a:ext cx="77760" cy="547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EEB2178-F71D-939F-E877-E18594998FE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549131" y="238180"/>
                  <a:ext cx="1134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08C487-688F-1108-7D93-8171184931EB}"/>
                    </a:ext>
                  </a:extLst>
                </p14:cNvPr>
                <p14:cNvContentPartPr/>
                <p14:nvPr/>
              </p14:nvContentPartPr>
              <p14:xfrm>
                <a:off x="8454091" y="794380"/>
                <a:ext cx="343080" cy="36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08C487-688F-1108-7D93-8171184931E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36091" y="776380"/>
                  <a:ext cx="3787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69DC4A0-8ECD-71BF-1D26-C7ADD7503309}"/>
                    </a:ext>
                  </a:extLst>
                </p14:cNvPr>
                <p14:cNvContentPartPr/>
                <p14:nvPr/>
              </p14:nvContentPartPr>
              <p14:xfrm>
                <a:off x="8532211" y="924700"/>
                <a:ext cx="238320" cy="165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69DC4A0-8ECD-71BF-1D26-C7ADD750330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514211" y="906700"/>
                  <a:ext cx="273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6341880-B7AC-9CF5-4CF9-5FCD510EB26A}"/>
                    </a:ext>
                  </a:extLst>
                </p14:cNvPr>
                <p14:cNvContentPartPr/>
                <p14:nvPr/>
              </p14:nvContentPartPr>
              <p14:xfrm>
                <a:off x="7801051" y="959980"/>
                <a:ext cx="976320" cy="828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6341880-B7AC-9CF5-4CF9-5FCD510EB26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783411" y="942340"/>
                  <a:ext cx="1011960" cy="8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E9AF964-1C7A-246A-F410-17319F65BF3E}"/>
                    </a:ext>
                  </a:extLst>
                </p14:cNvPr>
                <p14:cNvContentPartPr/>
                <p14:nvPr/>
              </p14:nvContentPartPr>
              <p14:xfrm>
                <a:off x="8614291" y="227020"/>
                <a:ext cx="791280" cy="54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E9AF964-1C7A-246A-F410-17319F65BF3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596651" y="209380"/>
                  <a:ext cx="8269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EACC568-AE4A-52B3-C1D0-F20B9FF592F5}"/>
                    </a:ext>
                  </a:extLst>
                </p14:cNvPr>
                <p14:cNvContentPartPr/>
                <p14:nvPr/>
              </p14:nvContentPartPr>
              <p14:xfrm>
                <a:off x="8748211" y="1659100"/>
                <a:ext cx="986760" cy="153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EACC568-AE4A-52B3-C1D0-F20B9FF592F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730211" y="1641100"/>
                  <a:ext cx="1022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CA0D787-A9AB-8937-6EA7-0EA0DCF59C93}"/>
                    </a:ext>
                  </a:extLst>
                </p14:cNvPr>
                <p14:cNvContentPartPr/>
                <p14:nvPr/>
              </p14:nvContentPartPr>
              <p14:xfrm>
                <a:off x="8866651" y="1041340"/>
                <a:ext cx="155160" cy="172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CA0D787-A9AB-8937-6EA7-0EA0DCF59C9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849011" y="1023340"/>
                  <a:ext cx="1908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EBCB073-E153-E22D-B16F-AD9CA11362EC}"/>
                    </a:ext>
                  </a:extLst>
                </p14:cNvPr>
                <p14:cNvContentPartPr/>
                <p14:nvPr/>
              </p14:nvContentPartPr>
              <p14:xfrm>
                <a:off x="9069331" y="1039180"/>
                <a:ext cx="149760" cy="842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EBCB073-E153-E22D-B16F-AD9CA11362E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51691" y="1021540"/>
                  <a:ext cx="1854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288E08F-F43A-8D58-D07B-9A1C45A3FC97}"/>
                    </a:ext>
                  </a:extLst>
                </p14:cNvPr>
                <p14:cNvContentPartPr/>
                <p14:nvPr/>
              </p14:nvContentPartPr>
              <p14:xfrm>
                <a:off x="9267691" y="1028380"/>
                <a:ext cx="114480" cy="176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288E08F-F43A-8D58-D07B-9A1C45A3FC9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250051" y="1010380"/>
                  <a:ext cx="1501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9D3389-344B-C500-D85E-7B6AFB4AB14C}"/>
                    </a:ext>
                  </a:extLst>
                </p14:cNvPr>
                <p14:cNvContentPartPr/>
                <p14:nvPr/>
              </p14:nvContentPartPr>
              <p14:xfrm>
                <a:off x="9275251" y="998140"/>
                <a:ext cx="111240" cy="85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9D3389-344B-C500-D85E-7B6AFB4AB14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257251" y="980500"/>
                  <a:ext cx="1468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0F0CAAF-1472-ABF6-000B-01C47C622132}"/>
                    </a:ext>
                  </a:extLst>
                </p14:cNvPr>
                <p14:cNvContentPartPr/>
                <p14:nvPr/>
              </p14:nvContentPartPr>
              <p14:xfrm>
                <a:off x="6842371" y="1330420"/>
                <a:ext cx="87120" cy="158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0F0CAAF-1472-ABF6-000B-01C47C62213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824371" y="1312780"/>
                  <a:ext cx="1227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0580A7B-A9F6-F3C4-FEC6-5065C5B9C23E}"/>
                    </a:ext>
                  </a:extLst>
                </p14:cNvPr>
                <p14:cNvContentPartPr/>
                <p14:nvPr/>
              </p14:nvContentPartPr>
              <p14:xfrm>
                <a:off x="6798451" y="1239340"/>
                <a:ext cx="245520" cy="226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0580A7B-A9F6-F3C4-FEC6-5065C5B9C23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80451" y="1221340"/>
                  <a:ext cx="2811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D9057E4-4B59-3BF4-2290-E191698BC04F}"/>
                    </a:ext>
                  </a:extLst>
                </p14:cNvPr>
                <p14:cNvContentPartPr/>
                <p14:nvPr/>
              </p14:nvContentPartPr>
              <p14:xfrm>
                <a:off x="7106971" y="1321780"/>
                <a:ext cx="142200" cy="80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D9057E4-4B59-3BF4-2290-E191698BC04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089331" y="1304140"/>
                  <a:ext cx="1778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DF7EEE5-83B0-E5BD-FE71-ED8C7368CB40}"/>
                    </a:ext>
                  </a:extLst>
                </p14:cNvPr>
                <p14:cNvContentPartPr/>
                <p14:nvPr/>
              </p14:nvContentPartPr>
              <p14:xfrm>
                <a:off x="7237651" y="1102180"/>
                <a:ext cx="124200" cy="235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DF7EEE5-83B0-E5BD-FE71-ED8C7368CB4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219651" y="1084180"/>
                  <a:ext cx="159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A339E5-973E-7B07-6CF6-DA759F7A0410}"/>
                    </a:ext>
                  </a:extLst>
                </p14:cNvPr>
                <p14:cNvContentPartPr/>
                <p14:nvPr/>
              </p14:nvContentPartPr>
              <p14:xfrm>
                <a:off x="7224691" y="989500"/>
                <a:ext cx="257760" cy="213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A339E5-973E-7B07-6CF6-DA759F7A041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206691" y="971860"/>
                  <a:ext cx="2934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49E92DD-8B4C-7624-3C6D-F791F958E99D}"/>
                    </a:ext>
                  </a:extLst>
                </p14:cNvPr>
                <p14:cNvContentPartPr/>
                <p14:nvPr/>
              </p14:nvContentPartPr>
              <p14:xfrm>
                <a:off x="7396051" y="1092460"/>
                <a:ext cx="75600" cy="57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49E92DD-8B4C-7624-3C6D-F791F958E99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378411" y="1074460"/>
                  <a:ext cx="1112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41A7DE3-2320-38B1-9778-B46663871602}"/>
                    </a:ext>
                  </a:extLst>
                </p14:cNvPr>
                <p14:cNvContentPartPr/>
                <p14:nvPr/>
              </p14:nvContentPartPr>
              <p14:xfrm>
                <a:off x="7574971" y="1119820"/>
                <a:ext cx="6120" cy="313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41A7DE3-2320-38B1-9778-B4666387160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556971" y="1102180"/>
                  <a:ext cx="4176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F75D841-AE0D-F06D-55AC-6DFA90E316B4}"/>
              </a:ext>
            </a:extLst>
          </p:cNvPr>
          <p:cNvGrpSpPr/>
          <p:nvPr/>
        </p:nvGrpSpPr>
        <p:grpSpPr>
          <a:xfrm>
            <a:off x="2000011" y="5310580"/>
            <a:ext cx="6865200" cy="1260000"/>
            <a:chOff x="2000011" y="5310580"/>
            <a:chExt cx="6865200" cy="126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093C27-1879-0081-83DB-8CFF41082806}"/>
                    </a:ext>
                  </a:extLst>
                </p14:cNvPr>
                <p14:cNvContentPartPr/>
                <p14:nvPr/>
              </p14:nvContentPartPr>
              <p14:xfrm>
                <a:off x="2699851" y="5396980"/>
                <a:ext cx="80640" cy="432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093C27-1879-0081-83DB-8CFF4108280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681851" y="5378980"/>
                  <a:ext cx="116280" cy="46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122F47F-670B-E2D4-F644-D900466905A2}"/>
                    </a:ext>
                  </a:extLst>
                </p14:cNvPr>
                <p14:cNvContentPartPr/>
                <p14:nvPr/>
              </p14:nvContentPartPr>
              <p14:xfrm>
                <a:off x="2600131" y="5839420"/>
                <a:ext cx="392040" cy="16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122F47F-670B-E2D4-F644-D900466905A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82491" y="5821420"/>
                  <a:ext cx="4276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30C5592-74C4-48C1-F92C-F935D077CA47}"/>
                    </a:ext>
                  </a:extLst>
                </p14:cNvPr>
                <p14:cNvContentPartPr/>
                <p14:nvPr/>
              </p14:nvContentPartPr>
              <p14:xfrm>
                <a:off x="2769331" y="5976220"/>
                <a:ext cx="158040" cy="12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30C5592-74C4-48C1-F92C-F935D077CA4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51691" y="5958220"/>
                  <a:ext cx="193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3D8945A-326C-41D8-B8B6-FE94F0FDA0FE}"/>
                    </a:ext>
                  </a:extLst>
                </p14:cNvPr>
                <p14:cNvContentPartPr/>
                <p14:nvPr/>
              </p14:nvContentPartPr>
              <p14:xfrm>
                <a:off x="2861131" y="5987020"/>
                <a:ext cx="45720" cy="551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3D8945A-326C-41D8-B8B6-FE94F0FDA0F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843131" y="5969020"/>
                  <a:ext cx="8136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03FE3F-6B6B-41DA-2E09-125BFF67DA62}"/>
                    </a:ext>
                  </a:extLst>
                </p14:cNvPr>
                <p14:cNvContentPartPr/>
                <p14:nvPr/>
              </p14:nvContentPartPr>
              <p14:xfrm>
                <a:off x="2654851" y="5493460"/>
                <a:ext cx="1087920" cy="87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03FE3F-6B6B-41DA-2E09-125BFF67DA6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637211" y="5475820"/>
                  <a:ext cx="11235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0C958BC-1AA4-FBCD-173D-4146891BCD90}"/>
                    </a:ext>
                  </a:extLst>
                </p14:cNvPr>
                <p14:cNvContentPartPr/>
                <p14:nvPr/>
              </p14:nvContentPartPr>
              <p14:xfrm>
                <a:off x="3687691" y="5519020"/>
                <a:ext cx="66240" cy="293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0C958BC-1AA4-FBCD-173D-4146891BCD9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669691" y="5501380"/>
                  <a:ext cx="1018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8215077-3CD3-77B9-2DEE-18E712E0C035}"/>
                    </a:ext>
                  </a:extLst>
                </p14:cNvPr>
                <p14:cNvContentPartPr/>
                <p14:nvPr/>
              </p14:nvContentPartPr>
              <p14:xfrm>
                <a:off x="3551971" y="5827180"/>
                <a:ext cx="429840" cy="20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8215077-3CD3-77B9-2DEE-18E712E0C03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534331" y="5809540"/>
                  <a:ext cx="4654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0F8B530-6EDF-32D4-F942-8B1C06B75EEF}"/>
                    </a:ext>
                  </a:extLst>
                </p14:cNvPr>
                <p14:cNvContentPartPr/>
                <p14:nvPr/>
              </p14:nvContentPartPr>
              <p14:xfrm>
                <a:off x="3665731" y="5979820"/>
                <a:ext cx="297720" cy="24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0F8B530-6EDF-32D4-F942-8B1C06B75EE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647731" y="5961820"/>
                  <a:ext cx="33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4C541BC-E808-4307-54FD-1EC49FD61606}"/>
                    </a:ext>
                  </a:extLst>
                </p14:cNvPr>
                <p14:cNvContentPartPr/>
                <p14:nvPr/>
              </p14:nvContentPartPr>
              <p14:xfrm>
                <a:off x="2639011" y="5962900"/>
                <a:ext cx="394200" cy="54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4C541BC-E808-4307-54FD-1EC49FD6160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21371" y="5945260"/>
                  <a:ext cx="429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5D357C1-205F-14B6-F5A3-DAD96861F4CE}"/>
                    </a:ext>
                  </a:extLst>
                </p14:cNvPr>
                <p14:cNvContentPartPr/>
                <p14:nvPr/>
              </p14:nvContentPartPr>
              <p14:xfrm>
                <a:off x="3790651" y="6034540"/>
                <a:ext cx="56880" cy="4957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5D357C1-205F-14B6-F5A3-DAD96861F4C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772651" y="6016900"/>
                  <a:ext cx="9252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EC01FA4-780E-EE70-6CE0-75B3674817D1}"/>
                    </a:ext>
                  </a:extLst>
                </p14:cNvPr>
                <p14:cNvContentPartPr/>
                <p14:nvPr/>
              </p14:nvContentPartPr>
              <p14:xfrm>
                <a:off x="3715051" y="5461780"/>
                <a:ext cx="1020240" cy="396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EC01FA4-780E-EE70-6CE0-75B3674817D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697411" y="5443780"/>
                  <a:ext cx="1055880" cy="4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8FB3B7-4268-F7EB-1067-7E22D2B82BAE}"/>
                    </a:ext>
                  </a:extLst>
                </p14:cNvPr>
                <p14:cNvContentPartPr/>
                <p14:nvPr/>
              </p14:nvContentPartPr>
              <p14:xfrm>
                <a:off x="4450171" y="5827180"/>
                <a:ext cx="502200" cy="63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8FB3B7-4268-F7EB-1067-7E22D2B82BA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432531" y="5809540"/>
                  <a:ext cx="537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A6966C5-BE59-8759-B726-3B9BC96F76B7}"/>
                    </a:ext>
                  </a:extLst>
                </p14:cNvPr>
                <p14:cNvContentPartPr/>
                <p14:nvPr/>
              </p14:nvContentPartPr>
              <p14:xfrm>
                <a:off x="4526491" y="5998540"/>
                <a:ext cx="369720" cy="309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A6966C5-BE59-8759-B726-3B9BC96F76B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08851" y="5980900"/>
                  <a:ext cx="4053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EF8A2B-819A-0740-360C-B6A8F6785D14}"/>
                    </a:ext>
                  </a:extLst>
                </p14:cNvPr>
                <p14:cNvContentPartPr/>
                <p14:nvPr/>
              </p14:nvContentPartPr>
              <p14:xfrm>
                <a:off x="4791811" y="6021940"/>
                <a:ext cx="105480" cy="448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EF8A2B-819A-0740-360C-B6A8F6785D1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773811" y="6003940"/>
                  <a:ext cx="14112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432D2E6-D402-76EB-774D-4F964C80A33D}"/>
                    </a:ext>
                  </a:extLst>
                </p14:cNvPr>
                <p14:cNvContentPartPr/>
                <p14:nvPr/>
              </p14:nvContentPartPr>
              <p14:xfrm>
                <a:off x="2897131" y="6442420"/>
                <a:ext cx="2007720" cy="128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432D2E6-D402-76EB-774D-4F964C80A33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879491" y="6424420"/>
                  <a:ext cx="2043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8ED8BF1-9E04-00D3-B1DB-A376ECC3FE7F}"/>
                    </a:ext>
                  </a:extLst>
                </p14:cNvPr>
                <p14:cNvContentPartPr/>
                <p14:nvPr/>
              </p14:nvContentPartPr>
              <p14:xfrm>
                <a:off x="4927531" y="6395620"/>
                <a:ext cx="642240" cy="633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8ED8BF1-9E04-00D3-B1DB-A376ECC3FE7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909531" y="6377980"/>
                  <a:ext cx="6778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CFA0B7-AA25-CCB1-E38C-76F28EFE6C15}"/>
                    </a:ext>
                  </a:extLst>
                </p14:cNvPr>
                <p14:cNvContentPartPr/>
                <p14:nvPr/>
              </p14:nvContentPartPr>
              <p14:xfrm>
                <a:off x="5499211" y="6377620"/>
                <a:ext cx="94320" cy="82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CFA0B7-AA25-CCB1-E38C-76F28EFE6C1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481571" y="6359620"/>
                  <a:ext cx="129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549DC41-F6EE-51F5-95F1-60D7B4ABAE5D}"/>
                    </a:ext>
                  </a:extLst>
                </p14:cNvPr>
                <p14:cNvContentPartPr/>
                <p14:nvPr/>
              </p14:nvContentPartPr>
              <p14:xfrm>
                <a:off x="4705051" y="5416780"/>
                <a:ext cx="727560" cy="100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549DC41-F6EE-51F5-95F1-60D7B4ABAE5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687051" y="5398780"/>
                  <a:ext cx="763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5C83AEC-7D41-3F1C-12AF-82B3925872C8}"/>
                    </a:ext>
                  </a:extLst>
                </p14:cNvPr>
                <p14:cNvContentPartPr/>
                <p14:nvPr/>
              </p14:nvContentPartPr>
              <p14:xfrm>
                <a:off x="5816011" y="5331460"/>
                <a:ext cx="136800" cy="1969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5C83AEC-7D41-3F1C-12AF-82B3925872C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798371" y="5313820"/>
                  <a:ext cx="172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BED3079-BD8F-DBC7-4E4A-40A5DEE089F3}"/>
                    </a:ext>
                  </a:extLst>
                </p14:cNvPr>
                <p14:cNvContentPartPr/>
                <p14:nvPr/>
              </p14:nvContentPartPr>
              <p14:xfrm>
                <a:off x="6062971" y="5406700"/>
                <a:ext cx="94320" cy="1281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BED3079-BD8F-DBC7-4E4A-40A5DEE089F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045331" y="5389060"/>
                  <a:ext cx="1299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4D4B17-8376-C521-A19D-058CC4DED6FC}"/>
                    </a:ext>
                  </a:extLst>
                </p14:cNvPr>
                <p14:cNvContentPartPr/>
                <p14:nvPr/>
              </p14:nvContentPartPr>
              <p14:xfrm>
                <a:off x="6282931" y="5398060"/>
                <a:ext cx="155160" cy="166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4D4B17-8376-C521-A19D-058CC4DED6F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265291" y="5380420"/>
                  <a:ext cx="1908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F46399B-4C79-7C84-E31C-CD68700687DF}"/>
                    </a:ext>
                  </a:extLst>
                </p14:cNvPr>
                <p14:cNvContentPartPr/>
                <p14:nvPr/>
              </p14:nvContentPartPr>
              <p14:xfrm>
                <a:off x="6519811" y="5408860"/>
                <a:ext cx="56880" cy="31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F46399B-4C79-7C84-E31C-CD68700687D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501811" y="5391220"/>
                  <a:ext cx="92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9C8D7A3-BB1A-0A9D-1854-60CC808CE7FC}"/>
                    </a:ext>
                  </a:extLst>
                </p14:cNvPr>
                <p14:cNvContentPartPr/>
                <p14:nvPr/>
              </p14:nvContentPartPr>
              <p14:xfrm>
                <a:off x="6561571" y="5444860"/>
                <a:ext cx="65160" cy="396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9C8D7A3-BB1A-0A9D-1854-60CC808CE7F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543571" y="5427220"/>
                  <a:ext cx="1008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F647CBE-2525-D773-D1EE-558C11D489A9}"/>
                    </a:ext>
                  </a:extLst>
                </p14:cNvPr>
                <p14:cNvContentPartPr/>
                <p14:nvPr/>
              </p14:nvContentPartPr>
              <p14:xfrm>
                <a:off x="6817171" y="5310580"/>
                <a:ext cx="192240" cy="221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F647CBE-2525-D773-D1EE-558C11D489A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799531" y="5292940"/>
                  <a:ext cx="227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9BD79AA-3850-C24A-09C7-F9A7CC068920}"/>
                    </a:ext>
                  </a:extLst>
                </p14:cNvPr>
                <p14:cNvContentPartPr/>
                <p14:nvPr/>
              </p14:nvContentPartPr>
              <p14:xfrm>
                <a:off x="7074571" y="5443420"/>
                <a:ext cx="37080" cy="167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9BD79AA-3850-C24A-09C7-F9A7CC068920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056571" y="5425420"/>
                  <a:ext cx="727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885F2B5-435B-76FB-A7F8-80E291B5F461}"/>
                    </a:ext>
                  </a:extLst>
                </p14:cNvPr>
                <p14:cNvContentPartPr/>
                <p14:nvPr/>
              </p14:nvContentPartPr>
              <p14:xfrm>
                <a:off x="7208491" y="5448820"/>
                <a:ext cx="210240" cy="41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885F2B5-435B-76FB-A7F8-80E291B5F46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190851" y="5430820"/>
                  <a:ext cx="2458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F771DF5-A495-F913-67C7-EC0E43BA20E1}"/>
                    </a:ext>
                  </a:extLst>
                </p14:cNvPr>
                <p14:cNvContentPartPr/>
                <p14:nvPr/>
              </p14:nvContentPartPr>
              <p14:xfrm>
                <a:off x="7310011" y="5405980"/>
                <a:ext cx="50760" cy="121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F771DF5-A495-F913-67C7-EC0E43BA20E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292011" y="5388340"/>
                  <a:ext cx="86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123AA36-2B78-CA26-6214-265BCC321827}"/>
                    </a:ext>
                  </a:extLst>
                </p14:cNvPr>
                <p14:cNvContentPartPr/>
                <p14:nvPr/>
              </p14:nvContentPartPr>
              <p14:xfrm>
                <a:off x="7568851" y="5327140"/>
                <a:ext cx="171720" cy="181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123AA36-2B78-CA26-6214-265BCC32182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551211" y="5309500"/>
                  <a:ext cx="20736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03ABF93-66ED-6CD6-1270-4663784E7EEA}"/>
                    </a:ext>
                  </a:extLst>
                </p14:cNvPr>
                <p14:cNvContentPartPr/>
                <p14:nvPr/>
              </p14:nvContentPartPr>
              <p14:xfrm>
                <a:off x="7870891" y="5452420"/>
                <a:ext cx="175320" cy="132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03ABF93-66ED-6CD6-1270-4663784E7EE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853251" y="5434420"/>
                  <a:ext cx="2109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87EB742-51C6-3C42-7D0B-C68134789AF6}"/>
                    </a:ext>
                  </a:extLst>
                </p14:cNvPr>
                <p14:cNvContentPartPr/>
                <p14:nvPr/>
              </p14:nvContentPartPr>
              <p14:xfrm>
                <a:off x="8117131" y="5424340"/>
                <a:ext cx="187920" cy="205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87EB742-51C6-3C42-7D0B-C68134789AF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099131" y="5406340"/>
                  <a:ext cx="2235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71AA95-7A33-90D8-63C6-202BEAAEE9F8}"/>
                    </a:ext>
                  </a:extLst>
                </p14:cNvPr>
                <p14:cNvContentPartPr/>
                <p14:nvPr/>
              </p14:nvContentPartPr>
              <p14:xfrm>
                <a:off x="8226211" y="5387980"/>
                <a:ext cx="27360" cy="1569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71AA95-7A33-90D8-63C6-202BEAAEE9F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208211" y="5370340"/>
                  <a:ext cx="63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D53472E-25B9-48C4-98C0-6ADEF115606B}"/>
                    </a:ext>
                  </a:extLst>
                </p14:cNvPr>
                <p14:cNvContentPartPr/>
                <p14:nvPr/>
              </p14:nvContentPartPr>
              <p14:xfrm>
                <a:off x="8540491" y="5391580"/>
                <a:ext cx="100440" cy="158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D53472E-25B9-48C4-98C0-6ADEF115606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522491" y="5373940"/>
                  <a:ext cx="136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771A476-F699-CF31-98D9-05E96632FFE6}"/>
                    </a:ext>
                  </a:extLst>
                </p14:cNvPr>
                <p14:cNvContentPartPr/>
                <p14:nvPr/>
              </p14:nvContentPartPr>
              <p14:xfrm>
                <a:off x="8755411" y="5475820"/>
                <a:ext cx="109800" cy="2491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771A476-F699-CF31-98D9-05E96632FFE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737771" y="5457820"/>
                  <a:ext cx="1454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9ACA93E-8C09-04CC-350C-2F2EB1A89AB4}"/>
                    </a:ext>
                  </a:extLst>
                </p14:cNvPr>
                <p14:cNvContentPartPr/>
                <p14:nvPr/>
              </p14:nvContentPartPr>
              <p14:xfrm>
                <a:off x="2000011" y="6016180"/>
                <a:ext cx="108360" cy="212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9ACA93E-8C09-04CC-350C-2F2EB1A89AB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982011" y="5998180"/>
                  <a:ext cx="1440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224EEE2-9044-85BF-CCAF-F0294C9CD1A2}"/>
                    </a:ext>
                  </a:extLst>
                </p14:cNvPr>
                <p14:cNvContentPartPr/>
                <p14:nvPr/>
              </p14:nvContentPartPr>
              <p14:xfrm>
                <a:off x="2255611" y="6039580"/>
                <a:ext cx="76320" cy="1890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224EEE2-9044-85BF-CCAF-F0294C9CD1A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237971" y="6021940"/>
                  <a:ext cx="1119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E6DD361-404A-D5BB-2281-1DC9BDF392C3}"/>
                    </a:ext>
                  </a:extLst>
                </p14:cNvPr>
                <p14:cNvContentPartPr/>
                <p14:nvPr/>
              </p14:nvContentPartPr>
              <p14:xfrm>
                <a:off x="3460171" y="6117700"/>
                <a:ext cx="108720" cy="198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E6DD361-404A-D5BB-2281-1DC9BDF392C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442531" y="6099700"/>
                  <a:ext cx="1443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0270BB2-441D-B5CC-F155-60A03E4E0077}"/>
                    </a:ext>
                  </a:extLst>
                </p14:cNvPr>
                <p14:cNvContentPartPr/>
                <p14:nvPr/>
              </p14:nvContentPartPr>
              <p14:xfrm>
                <a:off x="4427491" y="6163780"/>
                <a:ext cx="88920" cy="1195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0270BB2-441D-B5CC-F155-60A03E4E007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409851" y="6146140"/>
                  <a:ext cx="124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340ED1D-6105-2004-8069-1AA94014003E}"/>
                    </a:ext>
                  </a:extLst>
                </p14:cNvPr>
                <p14:cNvContentPartPr/>
                <p14:nvPr/>
              </p14:nvContentPartPr>
              <p14:xfrm>
                <a:off x="3611371" y="6258820"/>
                <a:ext cx="154800" cy="1472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340ED1D-6105-2004-8069-1AA94014003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593371" y="6240820"/>
                  <a:ext cx="1904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B9EE840-E1D0-EE7A-6B28-52183A07B98D}"/>
                    </a:ext>
                  </a:extLst>
                </p14:cNvPr>
                <p14:cNvContentPartPr/>
                <p14:nvPr/>
              </p14:nvContentPartPr>
              <p14:xfrm>
                <a:off x="4633051" y="6268540"/>
                <a:ext cx="135360" cy="186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B9EE840-E1D0-EE7A-6B28-52183A07B98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615051" y="6250900"/>
                  <a:ext cx="17100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7A3760A9-3BA2-8B2D-BB4F-69DF87A61C51}"/>
              </a:ext>
            </a:extLst>
          </p:cNvPr>
          <p:cNvGrpSpPr/>
          <p:nvPr/>
        </p:nvGrpSpPr>
        <p:grpSpPr>
          <a:xfrm>
            <a:off x="9361651" y="5144980"/>
            <a:ext cx="2818440" cy="1608840"/>
            <a:chOff x="9361651" y="5144980"/>
            <a:chExt cx="2818440" cy="160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448AC08-B75F-71C6-C6D6-94C5B176534D}"/>
                    </a:ext>
                  </a:extLst>
                </p14:cNvPr>
                <p14:cNvContentPartPr/>
                <p14:nvPr/>
              </p14:nvContentPartPr>
              <p14:xfrm>
                <a:off x="9484051" y="5836540"/>
                <a:ext cx="285120" cy="61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448AC08-B75F-71C6-C6D6-94C5B176534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466051" y="5818540"/>
                  <a:ext cx="3207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5995802-ECD3-BA32-485C-FA565EEF476E}"/>
                    </a:ext>
                  </a:extLst>
                </p14:cNvPr>
                <p14:cNvContentPartPr/>
                <p14:nvPr/>
              </p14:nvContentPartPr>
              <p14:xfrm>
                <a:off x="9638851" y="5897380"/>
                <a:ext cx="360" cy="2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5995802-ECD3-BA32-485C-FA565EEF476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621211" y="5879740"/>
                  <a:ext cx="36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5B8D6F-30DA-6692-FD1A-5E81257BE1EB}"/>
                    </a:ext>
                  </a:extLst>
                </p14:cNvPr>
                <p14:cNvContentPartPr/>
                <p14:nvPr/>
              </p14:nvContentPartPr>
              <p14:xfrm>
                <a:off x="9675211" y="5887660"/>
                <a:ext cx="27360" cy="2977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5B8D6F-30DA-6692-FD1A-5E81257BE1E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657571" y="5869660"/>
                  <a:ext cx="630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3C31FEF-E687-ECD9-78A8-963732636A26}"/>
                    </a:ext>
                  </a:extLst>
                </p14:cNvPr>
                <p14:cNvContentPartPr/>
                <p14:nvPr/>
              </p14:nvContentPartPr>
              <p14:xfrm>
                <a:off x="9455251" y="6121660"/>
                <a:ext cx="426240" cy="82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3C31FEF-E687-ECD9-78A8-963732636A2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437611" y="6104020"/>
                  <a:ext cx="4618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1D10259-ABB0-13C3-1554-4C2B1F934B92}"/>
                    </a:ext>
                  </a:extLst>
                </p14:cNvPr>
                <p14:cNvContentPartPr/>
                <p14:nvPr/>
              </p14:nvContentPartPr>
              <p14:xfrm>
                <a:off x="9501691" y="6299140"/>
                <a:ext cx="323640" cy="367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1D10259-ABB0-13C3-1554-4C2B1F934B9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484051" y="6281500"/>
                  <a:ext cx="3592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EC4DC35-4508-6C1F-61F2-BD17BA2D1721}"/>
                    </a:ext>
                  </a:extLst>
                </p14:cNvPr>
                <p14:cNvContentPartPr/>
                <p14:nvPr/>
              </p14:nvContentPartPr>
              <p14:xfrm>
                <a:off x="9712291" y="6331180"/>
                <a:ext cx="16560" cy="407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EC4DC35-4508-6C1F-61F2-BD17BA2D172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694291" y="6313540"/>
                  <a:ext cx="5220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6871084-0025-E2E2-314B-EDBF68038BBF}"/>
                    </a:ext>
                  </a:extLst>
                </p14:cNvPr>
                <p14:cNvContentPartPr/>
                <p14:nvPr/>
              </p14:nvContentPartPr>
              <p14:xfrm>
                <a:off x="9677371" y="6622060"/>
                <a:ext cx="104040" cy="1317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6871084-0025-E2E2-314B-EDBF68038BB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659731" y="6604420"/>
                  <a:ext cx="139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689ACB2-3447-AAA3-5F6E-55E70BEEB89B}"/>
                    </a:ext>
                  </a:extLst>
                </p14:cNvPr>
                <p14:cNvContentPartPr/>
                <p14:nvPr/>
              </p14:nvContentPartPr>
              <p14:xfrm>
                <a:off x="9731371" y="6636820"/>
                <a:ext cx="360" cy="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689ACB2-3447-AAA3-5F6E-55E70BEEB89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713731" y="661882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D391905-6418-0027-8582-6C87985CDE46}"/>
                    </a:ext>
                  </a:extLst>
                </p14:cNvPr>
                <p14:cNvContentPartPr/>
                <p14:nvPr/>
              </p14:nvContentPartPr>
              <p14:xfrm>
                <a:off x="9549211" y="5257660"/>
                <a:ext cx="73800" cy="4032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D391905-6418-0027-8582-6C87985CDE4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531571" y="5239660"/>
                  <a:ext cx="10944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352B4FE-1A82-E9D0-ED6C-93FBC1BDDEC7}"/>
                    </a:ext>
                  </a:extLst>
                </p14:cNvPr>
                <p14:cNvContentPartPr/>
                <p14:nvPr/>
              </p14:nvContentPartPr>
              <p14:xfrm>
                <a:off x="9361651" y="5681380"/>
                <a:ext cx="466920" cy="352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352B4FE-1A82-E9D0-ED6C-93FBC1BDDEC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344011" y="5663740"/>
                  <a:ext cx="5025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03293E5-48FC-99CB-25BA-F0F6FC2E2A5B}"/>
                    </a:ext>
                  </a:extLst>
                </p14:cNvPr>
                <p14:cNvContentPartPr/>
                <p14:nvPr/>
              </p14:nvContentPartPr>
              <p14:xfrm>
                <a:off x="9462451" y="5264860"/>
                <a:ext cx="95400" cy="92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03293E5-48FC-99CB-25BA-F0F6FC2E2A5B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444811" y="5247220"/>
                  <a:ext cx="1310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7EFF499-69D5-916D-9D5D-5E867C3DB296}"/>
                    </a:ext>
                  </a:extLst>
                </p14:cNvPr>
                <p14:cNvContentPartPr/>
                <p14:nvPr/>
              </p14:nvContentPartPr>
              <p14:xfrm>
                <a:off x="10202971" y="5373220"/>
                <a:ext cx="104400" cy="2509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7EFF499-69D5-916D-9D5D-5E867C3DB29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185331" y="5355580"/>
                  <a:ext cx="1400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27BE6A6-F26F-5E62-777D-9599DF31ACBF}"/>
                    </a:ext>
                  </a:extLst>
                </p14:cNvPr>
                <p14:cNvContentPartPr/>
                <p14:nvPr/>
              </p14:nvContentPartPr>
              <p14:xfrm>
                <a:off x="10075531" y="5577340"/>
                <a:ext cx="566280" cy="1166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27BE6A6-F26F-5E62-777D-9599DF31ACB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057891" y="5559340"/>
                  <a:ext cx="601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1220596-9E06-0A16-3618-442B2A10E131}"/>
                    </a:ext>
                  </a:extLst>
                </p14:cNvPr>
                <p14:cNvContentPartPr/>
                <p14:nvPr/>
              </p14:nvContentPartPr>
              <p14:xfrm>
                <a:off x="10235731" y="5945980"/>
                <a:ext cx="27360" cy="349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1220596-9E06-0A16-3618-442B2A10E131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217731" y="5928340"/>
                  <a:ext cx="630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0993501-B1F2-D717-6B8C-5AA881ACF0EE}"/>
                    </a:ext>
                  </a:extLst>
                </p14:cNvPr>
                <p14:cNvContentPartPr/>
                <p14:nvPr/>
              </p14:nvContentPartPr>
              <p14:xfrm>
                <a:off x="10210891" y="5823580"/>
                <a:ext cx="228960" cy="2059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0993501-B1F2-D717-6B8C-5AA881ACF0E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192891" y="5805940"/>
                  <a:ext cx="2646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B02355-1476-4411-3DF4-ECF0BA8EEF67}"/>
                    </a:ext>
                  </a:extLst>
                </p14:cNvPr>
                <p14:cNvContentPartPr/>
                <p14:nvPr/>
              </p14:nvContentPartPr>
              <p14:xfrm>
                <a:off x="10443091" y="5941660"/>
                <a:ext cx="111600" cy="104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B02355-1476-4411-3DF4-ECF0BA8EEF6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425091" y="5924020"/>
                  <a:ext cx="147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C2AE6DC-7564-D8B1-7E91-AC8C724F254F}"/>
                    </a:ext>
                  </a:extLst>
                </p14:cNvPr>
                <p14:cNvContentPartPr/>
                <p14:nvPr/>
              </p14:nvContentPartPr>
              <p14:xfrm>
                <a:off x="10618411" y="5909620"/>
                <a:ext cx="125640" cy="1299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C2AE6DC-7564-D8B1-7E91-AC8C724F254F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600411" y="5891620"/>
                  <a:ext cx="1612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A3E3715-A82A-6866-2D92-042F9006B4C8}"/>
                    </a:ext>
                  </a:extLst>
                </p14:cNvPr>
                <p14:cNvContentPartPr/>
                <p14:nvPr/>
              </p14:nvContentPartPr>
              <p14:xfrm>
                <a:off x="10852411" y="5584540"/>
                <a:ext cx="53640" cy="237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A3E3715-A82A-6866-2D92-042F9006B4C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834411" y="5566900"/>
                  <a:ext cx="892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D1C3D6C-AA38-7935-F97A-FC07AAA579AD}"/>
                    </a:ext>
                  </a:extLst>
                </p14:cNvPr>
                <p14:cNvContentPartPr/>
                <p14:nvPr/>
              </p14:nvContentPartPr>
              <p14:xfrm>
                <a:off x="10909651" y="5669140"/>
                <a:ext cx="41040" cy="313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D1C3D6C-AA38-7935-F97A-FC07AAA579A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891651" y="5651500"/>
                  <a:ext cx="766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9236283-409C-2FDE-0E3B-FFC7476CD1FC}"/>
                    </a:ext>
                  </a:extLst>
                </p14:cNvPr>
                <p14:cNvContentPartPr/>
                <p14:nvPr/>
              </p14:nvContentPartPr>
              <p14:xfrm>
                <a:off x="11197291" y="5144980"/>
                <a:ext cx="81360" cy="3153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9236283-409C-2FDE-0E3B-FFC7476CD1F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179291" y="5126980"/>
                  <a:ext cx="1170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79342D0-BB77-997B-6C8F-C39194B2A12C}"/>
                    </a:ext>
                  </a:extLst>
                </p14:cNvPr>
                <p14:cNvContentPartPr/>
                <p14:nvPr/>
              </p14:nvContentPartPr>
              <p14:xfrm>
                <a:off x="11088931" y="5457100"/>
                <a:ext cx="379080" cy="152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79342D0-BB77-997B-6C8F-C39194B2A12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1071291" y="5439460"/>
                  <a:ext cx="4147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F5AB7B-1E68-9FAD-D371-443B9229A0F7}"/>
                    </a:ext>
                  </a:extLst>
                </p14:cNvPr>
                <p14:cNvContentPartPr/>
                <p14:nvPr/>
              </p14:nvContentPartPr>
              <p14:xfrm>
                <a:off x="11241211" y="5720620"/>
                <a:ext cx="155160" cy="1666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F5AB7B-1E68-9FAD-D371-443B9229A0F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223571" y="5702980"/>
                  <a:ext cx="1908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8162B43-B417-C7E9-1674-7724EED220B4}"/>
                    </a:ext>
                  </a:extLst>
                </p14:cNvPr>
                <p14:cNvContentPartPr/>
                <p14:nvPr/>
              </p14:nvContentPartPr>
              <p14:xfrm>
                <a:off x="11438491" y="5786860"/>
                <a:ext cx="69840" cy="126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8162B43-B417-C7E9-1674-7724EED220B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420491" y="5768860"/>
                  <a:ext cx="1054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E1021DC-2F29-F21E-7AB5-60ABFD721F71}"/>
                    </a:ext>
                  </a:extLst>
                </p14:cNvPr>
                <p14:cNvContentPartPr/>
                <p14:nvPr/>
              </p14:nvContentPartPr>
              <p14:xfrm>
                <a:off x="11603011" y="5436940"/>
                <a:ext cx="138960" cy="518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E1021DC-2F29-F21E-7AB5-60ABFD721F71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585011" y="5419300"/>
                  <a:ext cx="174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CA6E733-7988-E910-4503-FF16553DCF5B}"/>
                    </a:ext>
                  </a:extLst>
                </p14:cNvPr>
                <p14:cNvContentPartPr/>
                <p14:nvPr/>
              </p14:nvContentPartPr>
              <p14:xfrm>
                <a:off x="11667091" y="5400220"/>
                <a:ext cx="21960" cy="1224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CA6E733-7988-E910-4503-FF16553DCF5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649091" y="5382220"/>
                  <a:ext cx="576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68D5643-A63B-1312-AB6A-2D554E659494}"/>
                    </a:ext>
                  </a:extLst>
                </p14:cNvPr>
                <p14:cNvContentPartPr/>
                <p14:nvPr/>
              </p14:nvContentPartPr>
              <p14:xfrm>
                <a:off x="11881291" y="5180620"/>
                <a:ext cx="71280" cy="228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68D5643-A63B-1312-AB6A-2D554E65949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863291" y="5162980"/>
                  <a:ext cx="1069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96A11BC-DEA4-E575-D5A3-AF75AB8EE8BF}"/>
                    </a:ext>
                  </a:extLst>
                </p14:cNvPr>
                <p14:cNvContentPartPr/>
                <p14:nvPr/>
              </p14:nvContentPartPr>
              <p14:xfrm>
                <a:off x="11889931" y="5501380"/>
                <a:ext cx="147960" cy="52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96A11BC-DEA4-E575-D5A3-AF75AB8EE8B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872291" y="5483740"/>
                  <a:ext cx="183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941DC80-9A42-2740-AD50-334EB7B91A98}"/>
                    </a:ext>
                  </a:extLst>
                </p14:cNvPr>
                <p14:cNvContentPartPr/>
                <p14:nvPr/>
              </p14:nvContentPartPr>
              <p14:xfrm>
                <a:off x="11894611" y="5735020"/>
                <a:ext cx="67680" cy="1868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941DC80-9A42-2740-AD50-334EB7B91A9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876611" y="5717380"/>
                  <a:ext cx="1033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477A52F-7697-C744-ACE6-3A15CFDFF2DB}"/>
                    </a:ext>
                  </a:extLst>
                </p14:cNvPr>
                <p14:cNvContentPartPr/>
                <p14:nvPr/>
              </p14:nvContentPartPr>
              <p14:xfrm>
                <a:off x="12034651" y="5820700"/>
                <a:ext cx="145440" cy="142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477A52F-7697-C744-ACE6-3A15CFDFF2D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2016651" y="5803060"/>
                  <a:ext cx="181080" cy="177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78502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52E4C122-0CE6-2A6C-EF45-33EF82137523}"/>
              </a:ext>
            </a:extLst>
          </p:cNvPr>
          <p:cNvGrpSpPr/>
          <p:nvPr/>
        </p:nvGrpSpPr>
        <p:grpSpPr>
          <a:xfrm>
            <a:off x="5354851" y="1040620"/>
            <a:ext cx="1141560" cy="272520"/>
            <a:chOff x="5354851" y="1040620"/>
            <a:chExt cx="114156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AA67E26-B2FC-F3C5-C34C-5BAD74EA5C48}"/>
                    </a:ext>
                  </a:extLst>
                </p14:cNvPr>
                <p14:cNvContentPartPr/>
                <p14:nvPr/>
              </p14:nvContentPartPr>
              <p14:xfrm>
                <a:off x="5377891" y="1075180"/>
                <a:ext cx="53640" cy="233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AA67E26-B2FC-F3C5-C34C-5BAD74EA5C4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59891" y="1057180"/>
                  <a:ext cx="892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05FA06-36CD-F0F4-EDBB-2EFBF4FFB81C}"/>
                    </a:ext>
                  </a:extLst>
                </p14:cNvPr>
                <p14:cNvContentPartPr/>
                <p14:nvPr/>
              </p14:nvContentPartPr>
              <p14:xfrm>
                <a:off x="5354851" y="1040620"/>
                <a:ext cx="230040" cy="178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05FA06-36CD-F0F4-EDBB-2EFBF4FFB81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37211" y="1022620"/>
                  <a:ext cx="2656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75BBD8A-416E-5DFC-99EE-D4F838CFEF6E}"/>
                    </a:ext>
                  </a:extLst>
                </p14:cNvPr>
                <p14:cNvContentPartPr/>
                <p14:nvPr/>
              </p14:nvContentPartPr>
              <p14:xfrm>
                <a:off x="5794051" y="1088140"/>
                <a:ext cx="59760" cy="225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75BBD8A-416E-5DFC-99EE-D4F838CFEF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76411" y="1070500"/>
                  <a:ext cx="95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D8D72D1-9258-521B-E37C-3FFBDBAD28FA}"/>
                    </a:ext>
                  </a:extLst>
                </p14:cNvPr>
                <p14:cNvContentPartPr/>
                <p14:nvPr/>
              </p14:nvContentPartPr>
              <p14:xfrm>
                <a:off x="5761291" y="1171660"/>
                <a:ext cx="280800" cy="127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D8D72D1-9258-521B-E37C-3FFBDBAD28F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43291" y="1153660"/>
                  <a:ext cx="316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02D62F9-A6F4-EBF8-8124-C875C41C2CE9}"/>
                    </a:ext>
                  </a:extLst>
                </p14:cNvPr>
                <p14:cNvContentPartPr/>
                <p14:nvPr/>
              </p14:nvContentPartPr>
              <p14:xfrm>
                <a:off x="6165571" y="1108300"/>
                <a:ext cx="52560" cy="155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02D62F9-A6F4-EBF8-8124-C875C41C2C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47571" y="1090660"/>
                  <a:ext cx="88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E510009-CEEA-870C-78A5-453B71A531A1}"/>
                    </a:ext>
                  </a:extLst>
                </p14:cNvPr>
                <p14:cNvContentPartPr/>
                <p14:nvPr/>
              </p14:nvContentPartPr>
              <p14:xfrm>
                <a:off x="6114811" y="1150060"/>
                <a:ext cx="144000" cy="51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E510009-CEEA-870C-78A5-453B71A531A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96811" y="1132420"/>
                  <a:ext cx="179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3B187EC-4574-A5B4-4991-7A4B03636A52}"/>
                    </a:ext>
                  </a:extLst>
                </p14:cNvPr>
                <p14:cNvContentPartPr/>
                <p14:nvPr/>
              </p14:nvContentPartPr>
              <p14:xfrm>
                <a:off x="6326131" y="1203700"/>
                <a:ext cx="34920" cy="13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3B187EC-4574-A5B4-4991-7A4B03636A5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308491" y="1186060"/>
                  <a:ext cx="705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C8C4B44-DE0F-7851-986D-4240EB9650CE}"/>
                    </a:ext>
                  </a:extLst>
                </p14:cNvPr>
                <p14:cNvContentPartPr/>
                <p14:nvPr/>
              </p14:nvContentPartPr>
              <p14:xfrm>
                <a:off x="6384811" y="1192180"/>
                <a:ext cx="111600" cy="43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C8C4B44-DE0F-7851-986D-4240EB9650C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67171" y="1174180"/>
                  <a:ext cx="14724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B6F8077-C8FF-676E-329C-504049FF8397}"/>
              </a:ext>
            </a:extLst>
          </p:cNvPr>
          <p:cNvGrpSpPr/>
          <p:nvPr/>
        </p:nvGrpSpPr>
        <p:grpSpPr>
          <a:xfrm>
            <a:off x="6736171" y="969340"/>
            <a:ext cx="2172240" cy="307440"/>
            <a:chOff x="6736171" y="969340"/>
            <a:chExt cx="217224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FD8984-CC54-36E5-0CF2-64450C403C48}"/>
                    </a:ext>
                  </a:extLst>
                </p14:cNvPr>
                <p14:cNvContentPartPr/>
                <p14:nvPr/>
              </p14:nvContentPartPr>
              <p14:xfrm>
                <a:off x="6754171" y="1001740"/>
                <a:ext cx="43560" cy="220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FD8984-CC54-36E5-0CF2-64450C403C4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6531" y="984100"/>
                  <a:ext cx="79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5E28771-98C0-6672-8734-D52FB44A6472}"/>
                    </a:ext>
                  </a:extLst>
                </p14:cNvPr>
                <p14:cNvContentPartPr/>
                <p14:nvPr/>
              </p14:nvContentPartPr>
              <p14:xfrm>
                <a:off x="6736171" y="969340"/>
                <a:ext cx="178560" cy="134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5E28771-98C0-6672-8734-D52FB44A647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18171" y="951700"/>
                  <a:ext cx="214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6D3199C-DCB9-E8ED-1982-61FBAFC15359}"/>
                    </a:ext>
                  </a:extLst>
                </p14:cNvPr>
                <p14:cNvContentPartPr/>
                <p14:nvPr/>
              </p14:nvContentPartPr>
              <p14:xfrm>
                <a:off x="7025251" y="1101460"/>
                <a:ext cx="35280" cy="107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6D3199C-DCB9-E8ED-1982-61FBAFC1535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007611" y="1083820"/>
                  <a:ext cx="70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3FD8ABE-4AB9-8535-A471-EBA637E44205}"/>
                    </a:ext>
                  </a:extLst>
                </p14:cNvPr>
                <p14:cNvContentPartPr/>
                <p14:nvPr/>
              </p14:nvContentPartPr>
              <p14:xfrm>
                <a:off x="7171771" y="1120540"/>
                <a:ext cx="151560" cy="14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3FD8ABE-4AB9-8535-A471-EBA637E4420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154131" y="1102900"/>
                  <a:ext cx="187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3E42CBF-D7B1-29A1-7764-1397AC778062}"/>
                    </a:ext>
                  </a:extLst>
                </p14:cNvPr>
                <p14:cNvContentPartPr/>
                <p14:nvPr/>
              </p14:nvContentPartPr>
              <p14:xfrm>
                <a:off x="7287331" y="1054660"/>
                <a:ext cx="77400" cy="129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3E42CBF-D7B1-29A1-7764-1397AC77806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9331" y="1037020"/>
                  <a:ext cx="113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058B1B9-25FF-AE19-01BF-F4BC6B106793}"/>
                    </a:ext>
                  </a:extLst>
                </p14:cNvPr>
                <p14:cNvContentPartPr/>
                <p14:nvPr/>
              </p14:nvContentPartPr>
              <p14:xfrm>
                <a:off x="7589731" y="1065460"/>
                <a:ext cx="55080" cy="131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058B1B9-25FF-AE19-01BF-F4BC6B1067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571731" y="1047820"/>
                  <a:ext cx="90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765ABB7-D1BE-8EB9-7DA9-1A38A3E4B50A}"/>
                    </a:ext>
                  </a:extLst>
                </p14:cNvPr>
                <p14:cNvContentPartPr/>
                <p14:nvPr/>
              </p14:nvContentPartPr>
              <p14:xfrm>
                <a:off x="7572091" y="1012900"/>
                <a:ext cx="178560" cy="137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765ABB7-D1BE-8EB9-7DA9-1A38A3E4B50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54451" y="995260"/>
                  <a:ext cx="214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2EC3013-71AE-A53B-1F43-F16BF7238C6F}"/>
                    </a:ext>
                  </a:extLst>
                </p14:cNvPr>
                <p14:cNvContentPartPr/>
                <p14:nvPr/>
              </p14:nvContentPartPr>
              <p14:xfrm>
                <a:off x="7840291" y="1112980"/>
                <a:ext cx="135720" cy="89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2EC3013-71AE-A53B-1F43-F16BF7238C6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822651" y="1095340"/>
                  <a:ext cx="1713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F87CF1C-C4DB-7A56-9396-B4B833D86388}"/>
                    </a:ext>
                  </a:extLst>
                </p14:cNvPr>
                <p14:cNvContentPartPr/>
                <p14:nvPr/>
              </p14:nvContentPartPr>
              <p14:xfrm>
                <a:off x="8181931" y="1121980"/>
                <a:ext cx="140040" cy="38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F87CF1C-C4DB-7A56-9396-B4B833D8638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163931" y="1104340"/>
                  <a:ext cx="1756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98C7385-7E68-6B77-2986-367CB018434F}"/>
                    </a:ext>
                  </a:extLst>
                </p14:cNvPr>
                <p14:cNvContentPartPr/>
                <p14:nvPr/>
              </p14:nvContentPartPr>
              <p14:xfrm>
                <a:off x="8251411" y="1052140"/>
                <a:ext cx="52200" cy="142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98C7385-7E68-6B77-2986-367CB018434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33771" y="1034500"/>
                  <a:ext cx="878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0BB326A-8A01-F46A-DFED-9E07AE98A34A}"/>
                    </a:ext>
                  </a:extLst>
                </p14:cNvPr>
                <p14:cNvContentPartPr/>
                <p14:nvPr/>
              </p14:nvContentPartPr>
              <p14:xfrm>
                <a:off x="8468491" y="1046740"/>
                <a:ext cx="53640" cy="157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0BB326A-8A01-F46A-DFED-9E07AE98A34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50491" y="1029100"/>
                  <a:ext cx="89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683506-1732-EB5F-AC03-8B63226487D3}"/>
                    </a:ext>
                  </a:extLst>
                </p14:cNvPr>
                <p14:cNvContentPartPr/>
                <p14:nvPr/>
              </p14:nvContentPartPr>
              <p14:xfrm>
                <a:off x="8480371" y="1017580"/>
                <a:ext cx="151200" cy="113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683506-1732-EB5F-AC03-8B63226487D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62731" y="999940"/>
                  <a:ext cx="186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3AF407C-D3FF-D6D6-9183-460BC650C81A}"/>
                    </a:ext>
                  </a:extLst>
                </p14:cNvPr>
                <p14:cNvContentPartPr/>
                <p14:nvPr/>
              </p14:nvContentPartPr>
              <p14:xfrm>
                <a:off x="8722651" y="1122700"/>
                <a:ext cx="185760" cy="154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3AF407C-D3FF-D6D6-9183-460BC650C81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04651" y="1104700"/>
                  <a:ext cx="2214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57154DE-64DD-EF63-92F1-300F96C035E1}"/>
              </a:ext>
            </a:extLst>
          </p:cNvPr>
          <p:cNvGrpSpPr/>
          <p:nvPr/>
        </p:nvGrpSpPr>
        <p:grpSpPr>
          <a:xfrm>
            <a:off x="5882611" y="243580"/>
            <a:ext cx="3365640" cy="465480"/>
            <a:chOff x="5882611" y="243580"/>
            <a:chExt cx="3365640" cy="46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806A6ED-2640-A729-A8AE-5196421D1916}"/>
                    </a:ext>
                  </a:extLst>
                </p14:cNvPr>
                <p14:cNvContentPartPr/>
                <p14:nvPr/>
              </p14:nvContentPartPr>
              <p14:xfrm>
                <a:off x="5990971" y="577660"/>
                <a:ext cx="28800" cy="26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806A6ED-2640-A729-A8AE-5196421D191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72971" y="560020"/>
                  <a:ext cx="644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83F9C6D-CCD7-98B7-FD57-64DB5D07ED25}"/>
                    </a:ext>
                  </a:extLst>
                </p14:cNvPr>
                <p14:cNvContentPartPr/>
                <p14:nvPr/>
              </p14:nvContentPartPr>
              <p14:xfrm>
                <a:off x="6016891" y="551740"/>
                <a:ext cx="698760" cy="127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83F9C6D-CCD7-98B7-FD57-64DB5D07ED2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999251" y="533740"/>
                  <a:ext cx="7344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9B5CC1C-075E-BDFC-CA5E-9BDA40EE57DB}"/>
                    </a:ext>
                  </a:extLst>
                </p14:cNvPr>
                <p14:cNvContentPartPr/>
                <p14:nvPr/>
              </p14:nvContentPartPr>
              <p14:xfrm>
                <a:off x="6743731" y="651460"/>
                <a:ext cx="558000" cy="2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9B5CC1C-075E-BDFC-CA5E-9BDA40EE57D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725731" y="633820"/>
                  <a:ext cx="5936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439BDE3-5B9E-BB38-541B-2C2E8C8B8EDA}"/>
                    </a:ext>
                  </a:extLst>
                </p14:cNvPr>
                <p14:cNvContentPartPr/>
                <p14:nvPr/>
              </p14:nvContentPartPr>
              <p14:xfrm>
                <a:off x="7322611" y="541660"/>
                <a:ext cx="345600" cy="167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439BDE3-5B9E-BB38-541B-2C2E8C8B8ED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304611" y="523660"/>
                  <a:ext cx="3812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606BF64-A7AC-87EC-6521-4C5904EF2B6D}"/>
                    </a:ext>
                  </a:extLst>
                </p14:cNvPr>
                <p14:cNvContentPartPr/>
                <p14:nvPr/>
              </p14:nvContentPartPr>
              <p14:xfrm>
                <a:off x="7724371" y="645700"/>
                <a:ext cx="547200" cy="8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606BF64-A7AC-87EC-6521-4C5904EF2B6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706731" y="628060"/>
                  <a:ext cx="5828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19FE8F5-517B-373A-AA83-CF9EFFADC9B6}"/>
                    </a:ext>
                  </a:extLst>
                </p14:cNvPr>
                <p14:cNvContentPartPr/>
                <p14:nvPr/>
              </p14:nvContentPartPr>
              <p14:xfrm>
                <a:off x="8270491" y="533380"/>
                <a:ext cx="230760" cy="119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19FE8F5-517B-373A-AA83-CF9EFFADC9B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52491" y="515740"/>
                  <a:ext cx="2664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0D8271A-41FE-A2E1-3F07-2ED79793C40C}"/>
                    </a:ext>
                  </a:extLst>
                </p14:cNvPr>
                <p14:cNvContentPartPr/>
                <p14:nvPr/>
              </p14:nvContentPartPr>
              <p14:xfrm>
                <a:off x="8544811" y="617980"/>
                <a:ext cx="684360" cy="42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0D8271A-41FE-A2E1-3F07-2ED79793C40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27171" y="599980"/>
                  <a:ext cx="7200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3E77E48-B9F6-9E8E-DE35-CAD7FFEF23F7}"/>
                    </a:ext>
                  </a:extLst>
                </p14:cNvPr>
                <p14:cNvContentPartPr/>
                <p14:nvPr/>
              </p14:nvContentPartPr>
              <p14:xfrm>
                <a:off x="5913931" y="567220"/>
                <a:ext cx="69480" cy="60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3E77E48-B9F6-9E8E-DE35-CAD7FFEF23F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96291" y="549220"/>
                  <a:ext cx="1051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5ECE884-77DC-9829-BBC1-95069C1C53BD}"/>
                    </a:ext>
                  </a:extLst>
                </p14:cNvPr>
                <p14:cNvContentPartPr/>
                <p14:nvPr/>
              </p14:nvContentPartPr>
              <p14:xfrm>
                <a:off x="9222691" y="644620"/>
                <a:ext cx="24840" cy="62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5ECE884-77DC-9829-BBC1-95069C1C53B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05051" y="626980"/>
                  <a:ext cx="60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A42FEE-4290-464B-3750-979A8CDCF342}"/>
                    </a:ext>
                  </a:extLst>
                </p14:cNvPr>
                <p14:cNvContentPartPr/>
                <p14:nvPr/>
              </p14:nvContentPartPr>
              <p14:xfrm>
                <a:off x="5882611" y="562540"/>
                <a:ext cx="52560" cy="42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A42FEE-4290-464B-3750-979A8CDCF34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864611" y="544540"/>
                  <a:ext cx="882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E581AD3-4F8D-F4A0-C73D-425E65EBE5C2}"/>
                    </a:ext>
                  </a:extLst>
                </p14:cNvPr>
                <p14:cNvContentPartPr/>
                <p14:nvPr/>
              </p14:nvContentPartPr>
              <p14:xfrm>
                <a:off x="6454291" y="309820"/>
                <a:ext cx="51480" cy="151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E581AD3-4F8D-F4A0-C73D-425E65EBE5C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36651" y="292180"/>
                  <a:ext cx="87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6751EDC-5E0E-18B2-E98C-F7687D8E8195}"/>
                    </a:ext>
                  </a:extLst>
                </p14:cNvPr>
                <p14:cNvContentPartPr/>
                <p14:nvPr/>
              </p14:nvContentPartPr>
              <p14:xfrm>
                <a:off x="6423691" y="261940"/>
                <a:ext cx="155880" cy="109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6751EDC-5E0E-18B2-E98C-F7687D8E819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06051" y="243940"/>
                  <a:ext cx="1915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6E04BD-3323-DE99-2FF0-6CD4A078E6BC}"/>
                    </a:ext>
                  </a:extLst>
                </p14:cNvPr>
                <p14:cNvContentPartPr/>
                <p14:nvPr/>
              </p14:nvContentPartPr>
              <p14:xfrm>
                <a:off x="6671731" y="346900"/>
                <a:ext cx="24480" cy="74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6E04BD-3323-DE99-2FF0-6CD4A078E6B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53731" y="328900"/>
                  <a:ext cx="601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5A564A6-062E-E231-E5F8-6A33D0CB2C54}"/>
                    </a:ext>
                  </a:extLst>
                </p14:cNvPr>
                <p14:cNvContentPartPr/>
                <p14:nvPr/>
              </p14:nvContentPartPr>
              <p14:xfrm>
                <a:off x="7242331" y="313420"/>
                <a:ext cx="45720" cy="160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5A564A6-062E-E231-E5F8-6A33D0CB2C5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224331" y="295780"/>
                  <a:ext cx="81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6384B7F-C19C-8871-B4A3-1DB2B2BE764F}"/>
                    </a:ext>
                  </a:extLst>
                </p14:cNvPr>
                <p14:cNvContentPartPr/>
                <p14:nvPr/>
              </p14:nvContentPartPr>
              <p14:xfrm>
                <a:off x="7232971" y="246460"/>
                <a:ext cx="169200" cy="112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6384B7F-C19C-8871-B4A3-1DB2B2BE76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214971" y="228820"/>
                  <a:ext cx="2048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288264F-0E1E-BE9C-51AB-CFACD0B72851}"/>
                    </a:ext>
                  </a:extLst>
                </p14:cNvPr>
                <p14:cNvContentPartPr/>
                <p14:nvPr/>
              </p14:nvContentPartPr>
              <p14:xfrm>
                <a:off x="7433851" y="333580"/>
                <a:ext cx="151560" cy="75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288264F-0E1E-BE9C-51AB-CFACD0B7285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16211" y="315940"/>
                  <a:ext cx="187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1DE7E18-DBF5-96FE-1682-9AE7A3A64A13}"/>
                    </a:ext>
                  </a:extLst>
                </p14:cNvPr>
                <p14:cNvContentPartPr/>
                <p14:nvPr/>
              </p14:nvContentPartPr>
              <p14:xfrm>
                <a:off x="8244211" y="264100"/>
                <a:ext cx="37080" cy="172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1DE7E18-DBF5-96FE-1682-9AE7A3A64A1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26211" y="246460"/>
                  <a:ext cx="727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71A68E4-09F4-2211-1B58-7B29285BA6D8}"/>
                    </a:ext>
                  </a:extLst>
                </p14:cNvPr>
                <p14:cNvContentPartPr/>
                <p14:nvPr/>
              </p14:nvContentPartPr>
              <p14:xfrm>
                <a:off x="8248891" y="243580"/>
                <a:ext cx="149040" cy="112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71A68E4-09F4-2211-1B58-7B29285BA6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30891" y="225580"/>
                  <a:ext cx="1846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8AB5531-DD20-4BB5-E096-4DA004EBE264}"/>
                    </a:ext>
                  </a:extLst>
                </p14:cNvPr>
                <p14:cNvContentPartPr/>
                <p14:nvPr/>
              </p14:nvContentPartPr>
              <p14:xfrm>
                <a:off x="8516011" y="334660"/>
                <a:ext cx="138960" cy="132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8AB5531-DD20-4BB5-E096-4DA004EBE26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98011" y="316660"/>
                  <a:ext cx="174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9AEFEF0-6055-C985-D3D0-2D906D88E179}"/>
                    </a:ext>
                  </a:extLst>
                </p14:cNvPr>
                <p14:cNvContentPartPr/>
                <p14:nvPr/>
              </p14:nvContentPartPr>
              <p14:xfrm>
                <a:off x="9202171" y="661180"/>
                <a:ext cx="46080" cy="36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9AEFEF0-6055-C985-D3D0-2D906D88E17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84171" y="643180"/>
                  <a:ext cx="81720" cy="72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3F7589B0-83DB-AA4F-2D0E-8133A0FC2FB2}"/>
                  </a:ext>
                </a:extLst>
              </p14:cNvPr>
              <p14:cNvContentPartPr/>
              <p14:nvPr/>
            </p14:nvContentPartPr>
            <p14:xfrm>
              <a:off x="1575931" y="5585980"/>
              <a:ext cx="161280" cy="2149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3F7589B0-83DB-AA4F-2D0E-8133A0FC2FB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557931" y="5567980"/>
                <a:ext cx="19692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32BE4BBB-3064-1346-4A08-5F2148551005}"/>
                  </a:ext>
                </a:extLst>
              </p14:cNvPr>
              <p14:cNvContentPartPr/>
              <p14:nvPr/>
            </p14:nvContentPartPr>
            <p14:xfrm>
              <a:off x="1795891" y="5662300"/>
              <a:ext cx="55080" cy="12024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32BE4BBB-3064-1346-4A08-5F214855100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778251" y="5644300"/>
                <a:ext cx="90720" cy="15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A89EB82A-6347-C2A8-CAB7-7F2DC926D5A7}"/>
              </a:ext>
            </a:extLst>
          </p:cNvPr>
          <p:cNvGrpSpPr/>
          <p:nvPr/>
        </p:nvGrpSpPr>
        <p:grpSpPr>
          <a:xfrm>
            <a:off x="2263891" y="4369540"/>
            <a:ext cx="3319560" cy="2339280"/>
            <a:chOff x="2263891" y="4369540"/>
            <a:chExt cx="3319560" cy="23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7809308-C2B4-D736-92E6-DED71BBE26AA}"/>
                    </a:ext>
                  </a:extLst>
                </p14:cNvPr>
                <p14:cNvContentPartPr/>
                <p14:nvPr/>
              </p14:nvContentPartPr>
              <p14:xfrm>
                <a:off x="2441371" y="4911340"/>
                <a:ext cx="1096200" cy="140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7809308-C2B4-D736-92E6-DED71BBE26A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3371" y="4893700"/>
                  <a:ext cx="1131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23C22E3-A15E-D373-A016-6A1A0460003D}"/>
                    </a:ext>
                  </a:extLst>
                </p14:cNvPr>
                <p14:cNvContentPartPr/>
                <p14:nvPr/>
              </p14:nvContentPartPr>
              <p14:xfrm>
                <a:off x="3432451" y="4878580"/>
                <a:ext cx="45360" cy="416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23C22E3-A15E-D373-A016-6A1A046000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14451" y="4860580"/>
                  <a:ext cx="810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8D33C3-A75C-F2A4-221D-C4DB94B3E601}"/>
                    </a:ext>
                  </a:extLst>
                </p14:cNvPr>
                <p14:cNvContentPartPr/>
                <p14:nvPr/>
              </p14:nvContentPartPr>
              <p14:xfrm>
                <a:off x="3245971" y="5289340"/>
                <a:ext cx="489240" cy="28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8D33C3-A75C-F2A4-221D-C4DB94B3E6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227971" y="5271340"/>
                  <a:ext cx="524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611F533-7B2F-015B-E3A2-E2E07D166252}"/>
                    </a:ext>
                  </a:extLst>
                </p14:cNvPr>
                <p14:cNvContentPartPr/>
                <p14:nvPr/>
              </p14:nvContentPartPr>
              <p14:xfrm>
                <a:off x="3268651" y="5459980"/>
                <a:ext cx="337320" cy="41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611F533-7B2F-015B-E3A2-E2E07D16625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50651" y="5441980"/>
                  <a:ext cx="3729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C9FE138-47C6-C78B-66BC-851AAA55C94B}"/>
                    </a:ext>
                  </a:extLst>
                </p14:cNvPr>
                <p14:cNvContentPartPr/>
                <p14:nvPr/>
              </p14:nvContentPartPr>
              <p14:xfrm>
                <a:off x="3462691" y="5494540"/>
                <a:ext cx="61920" cy="389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C9FE138-47C6-C78B-66BC-851AAA55C94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44691" y="5476540"/>
                  <a:ext cx="975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D50AE0C-6FE0-4187-8D68-471FFA2AD735}"/>
                    </a:ext>
                  </a:extLst>
                </p14:cNvPr>
                <p14:cNvContentPartPr/>
                <p14:nvPr/>
              </p14:nvContentPartPr>
              <p14:xfrm>
                <a:off x="3442171" y="4849420"/>
                <a:ext cx="992160" cy="94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D50AE0C-6FE0-4187-8D68-471FFA2AD73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24171" y="4831780"/>
                  <a:ext cx="10278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B7DAE8A-C727-633E-EB26-E1056F0BE380}"/>
                    </a:ext>
                  </a:extLst>
                </p14:cNvPr>
                <p14:cNvContentPartPr/>
                <p14:nvPr/>
              </p14:nvContentPartPr>
              <p14:xfrm>
                <a:off x="4321651" y="4861660"/>
                <a:ext cx="43560" cy="446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B7DAE8A-C727-633E-EB26-E1056F0BE38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04011" y="4844020"/>
                  <a:ext cx="7920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6A87415-08E2-2E61-088B-7B8ACE16B79E}"/>
                    </a:ext>
                  </a:extLst>
                </p14:cNvPr>
                <p14:cNvContentPartPr/>
                <p14:nvPr/>
              </p14:nvContentPartPr>
              <p14:xfrm>
                <a:off x="4223731" y="5307340"/>
                <a:ext cx="470160" cy="36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6A87415-08E2-2E61-088B-7B8ACE16B79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205731" y="5289700"/>
                  <a:ext cx="5058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5444469-AFA2-6E42-DF85-40EC49816917}"/>
                    </a:ext>
                  </a:extLst>
                </p14:cNvPr>
                <p14:cNvContentPartPr/>
                <p14:nvPr/>
              </p14:nvContentPartPr>
              <p14:xfrm>
                <a:off x="4212211" y="5520820"/>
                <a:ext cx="446040" cy="16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5444469-AFA2-6E42-DF85-40EC4981691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194211" y="5503180"/>
                  <a:ext cx="4816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7212512-1FF2-E17B-487C-F17DDEDF9FFF}"/>
                    </a:ext>
                  </a:extLst>
                </p14:cNvPr>
                <p14:cNvContentPartPr/>
                <p14:nvPr/>
              </p14:nvContentPartPr>
              <p14:xfrm>
                <a:off x="4382131" y="5569780"/>
                <a:ext cx="75240" cy="535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7212512-1FF2-E17B-487C-F17DDEDF9FF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364491" y="5551780"/>
                  <a:ext cx="110880" cy="57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CBFE881-9E3F-42AF-1E01-9288E2AC92C3}"/>
                    </a:ext>
                  </a:extLst>
                </p14:cNvPr>
                <p14:cNvContentPartPr/>
                <p14:nvPr/>
              </p14:nvContentPartPr>
              <p14:xfrm>
                <a:off x="3510571" y="5836900"/>
                <a:ext cx="20520" cy="312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CBFE881-9E3F-42AF-1E01-9288E2AC92C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92931" y="5818900"/>
                  <a:ext cx="561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63EE849-8246-3CD6-5D0B-761F87404144}"/>
                    </a:ext>
                  </a:extLst>
                </p14:cNvPr>
                <p14:cNvContentPartPr/>
                <p14:nvPr/>
              </p14:nvContentPartPr>
              <p14:xfrm>
                <a:off x="2460091" y="5015020"/>
                <a:ext cx="26280" cy="372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63EE849-8246-3CD6-5D0B-761F8740414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42451" y="4997020"/>
                  <a:ext cx="6192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41918D-91A6-EB5D-A126-A1E932F847D0}"/>
                    </a:ext>
                  </a:extLst>
                </p14:cNvPr>
                <p14:cNvContentPartPr/>
                <p14:nvPr/>
              </p14:nvContentPartPr>
              <p14:xfrm>
                <a:off x="2263891" y="5385460"/>
                <a:ext cx="478440" cy="25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41918D-91A6-EB5D-A126-A1E932F847D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245891" y="5367460"/>
                  <a:ext cx="5140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172035E-88E2-0534-021F-529FFE65CC85}"/>
                    </a:ext>
                  </a:extLst>
                </p14:cNvPr>
                <p14:cNvContentPartPr/>
                <p14:nvPr/>
              </p14:nvContentPartPr>
              <p14:xfrm>
                <a:off x="2338771" y="5545660"/>
                <a:ext cx="345600" cy="86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172035E-88E2-0534-021F-529FFE65CC8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21131" y="5527660"/>
                  <a:ext cx="381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57B75C3-48ED-18EF-D509-1CF7D7A08D21}"/>
                    </a:ext>
                  </a:extLst>
                </p14:cNvPr>
                <p14:cNvContentPartPr/>
                <p14:nvPr/>
              </p14:nvContentPartPr>
              <p14:xfrm>
                <a:off x="2529931" y="5606140"/>
                <a:ext cx="99360" cy="6660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57B75C3-48ED-18EF-D509-1CF7D7A08D2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12291" y="5588140"/>
                  <a:ext cx="135000" cy="7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CAF25EB-C14D-77A1-649D-8006158ACDEA}"/>
                    </a:ext>
                  </a:extLst>
                </p14:cNvPr>
                <p14:cNvContentPartPr/>
                <p14:nvPr/>
              </p14:nvContentPartPr>
              <p14:xfrm>
                <a:off x="2590051" y="6136780"/>
                <a:ext cx="1942200" cy="175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CAF25EB-C14D-77A1-649D-8006158ACDE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572411" y="6119140"/>
                  <a:ext cx="1977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45798E9-D09B-3F17-5C0D-DD2E11942FE8}"/>
                    </a:ext>
                  </a:extLst>
                </p14:cNvPr>
                <p14:cNvContentPartPr/>
                <p14:nvPr/>
              </p14:nvContentPartPr>
              <p14:xfrm>
                <a:off x="3402931" y="4496980"/>
                <a:ext cx="51840" cy="393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45798E9-D09B-3F17-5C0D-DD2E11942FE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384931" y="4478980"/>
                  <a:ext cx="8748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E0C76A2-C2DC-F99F-DF73-2825F9290001}"/>
                    </a:ext>
                  </a:extLst>
                </p14:cNvPr>
                <p14:cNvContentPartPr/>
                <p14:nvPr/>
              </p14:nvContentPartPr>
              <p14:xfrm>
                <a:off x="3577171" y="6307780"/>
                <a:ext cx="59040" cy="296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E0C76A2-C2DC-F99F-DF73-2825F929000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559531" y="6289780"/>
                  <a:ext cx="946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DD2B6C5-738C-5A7A-0F30-E0568EE6FDC5}"/>
                    </a:ext>
                  </a:extLst>
                </p14:cNvPr>
                <p14:cNvContentPartPr/>
                <p14:nvPr/>
              </p14:nvContentPartPr>
              <p14:xfrm>
                <a:off x="3628291" y="6562300"/>
                <a:ext cx="33120" cy="74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DD2B6C5-738C-5A7A-0F30-E0568EE6FDC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610651" y="6544660"/>
                  <a:ext cx="687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A7E7667-A47D-6898-469C-B254F7427807}"/>
                    </a:ext>
                  </a:extLst>
                </p14:cNvPr>
                <p14:cNvContentPartPr/>
                <p14:nvPr/>
              </p14:nvContentPartPr>
              <p14:xfrm>
                <a:off x="3102331" y="5549980"/>
                <a:ext cx="99720" cy="241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A7E7667-A47D-6898-469C-B254F742780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084691" y="5531980"/>
                  <a:ext cx="13536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A94A105-E65C-A2B3-D634-0EF38A5471DA}"/>
                    </a:ext>
                  </a:extLst>
                </p14:cNvPr>
                <p14:cNvContentPartPr/>
                <p14:nvPr/>
              </p14:nvContentPartPr>
              <p14:xfrm>
                <a:off x="3271171" y="5683540"/>
                <a:ext cx="142200" cy="964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A94A105-E65C-A2B3-D634-0EF38A5471D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253531" y="5665540"/>
                  <a:ext cx="177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DBCB3D4-4D91-6C91-538C-6FA96AC4C0F2}"/>
                    </a:ext>
                  </a:extLst>
                </p14:cNvPr>
                <p14:cNvContentPartPr/>
                <p14:nvPr/>
              </p14:nvContentPartPr>
              <p14:xfrm>
                <a:off x="3945451" y="5529460"/>
                <a:ext cx="96120" cy="175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DBCB3D4-4D91-6C91-538C-6FA96AC4C0F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927811" y="5511460"/>
                  <a:ext cx="131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D7B4A3A-CB19-A8A2-B547-6FFAD1624A20}"/>
                    </a:ext>
                  </a:extLst>
                </p14:cNvPr>
                <p14:cNvContentPartPr/>
                <p14:nvPr/>
              </p14:nvContentPartPr>
              <p14:xfrm>
                <a:off x="4132651" y="5697580"/>
                <a:ext cx="81000" cy="1681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D7B4A3A-CB19-A8A2-B547-6FFAD1624A2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114651" y="5679580"/>
                  <a:ext cx="1166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89DAFE4-C261-E918-E0D4-7C555C78F248}"/>
                    </a:ext>
                  </a:extLst>
                </p14:cNvPr>
                <p14:cNvContentPartPr/>
                <p14:nvPr/>
              </p14:nvContentPartPr>
              <p14:xfrm>
                <a:off x="3625051" y="6491020"/>
                <a:ext cx="1355400" cy="217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89DAFE4-C261-E918-E0D4-7C555C78F2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607411" y="6473380"/>
                  <a:ext cx="13910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10B334A-329C-C8BF-F660-1614EC9F054E}"/>
                    </a:ext>
                  </a:extLst>
                </p14:cNvPr>
                <p14:cNvContentPartPr/>
                <p14:nvPr/>
              </p14:nvContentPartPr>
              <p14:xfrm>
                <a:off x="4920331" y="6471940"/>
                <a:ext cx="69120" cy="1332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10B334A-329C-C8BF-F660-1614EC9F054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902691" y="6453940"/>
                  <a:ext cx="104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E0EFF7F-E2C4-F7B5-3C5F-4423A90DF3EF}"/>
                    </a:ext>
                  </a:extLst>
                </p14:cNvPr>
                <p14:cNvContentPartPr/>
                <p14:nvPr/>
              </p14:nvContentPartPr>
              <p14:xfrm>
                <a:off x="3383851" y="4464940"/>
                <a:ext cx="1404720" cy="106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E0EFF7F-E2C4-F7B5-3C5F-4423A90DF3E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66211" y="4446940"/>
                  <a:ext cx="14403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6850E0E-92E8-348A-44B2-BD59B727BFCB}"/>
                    </a:ext>
                  </a:extLst>
                </p14:cNvPr>
                <p14:cNvContentPartPr/>
                <p14:nvPr/>
              </p14:nvContentPartPr>
              <p14:xfrm>
                <a:off x="4805131" y="4369540"/>
                <a:ext cx="76680" cy="113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6850E0E-92E8-348A-44B2-BD59B727BFC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87131" y="4351900"/>
                  <a:ext cx="1123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03CF831-A8C6-00A9-D20C-3D16D15E9D42}"/>
                    </a:ext>
                  </a:extLst>
                </p14:cNvPr>
                <p14:cNvContentPartPr/>
                <p14:nvPr/>
              </p14:nvContentPartPr>
              <p14:xfrm>
                <a:off x="5034451" y="4499860"/>
                <a:ext cx="89640" cy="216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03CF831-A8C6-00A9-D20C-3D16D15E9D4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016451" y="4481860"/>
                  <a:ext cx="125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A672B4C-51B0-97E0-F5BE-6DB3AB03555A}"/>
                    </a:ext>
                  </a:extLst>
                </p14:cNvPr>
                <p14:cNvContentPartPr/>
                <p14:nvPr/>
              </p14:nvContentPartPr>
              <p14:xfrm>
                <a:off x="5218771" y="4530820"/>
                <a:ext cx="68760" cy="153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A672B4C-51B0-97E0-F5BE-6DB3AB03555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201131" y="4512820"/>
                  <a:ext cx="104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6CB5D9-6CE4-C8C9-E8F4-E0E9444CF06E}"/>
                    </a:ext>
                  </a:extLst>
                </p14:cNvPr>
                <p14:cNvContentPartPr/>
                <p14:nvPr/>
              </p14:nvContentPartPr>
              <p14:xfrm>
                <a:off x="5223451" y="4535860"/>
                <a:ext cx="211320" cy="125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6CB5D9-6CE4-C8C9-E8F4-E0E9444CF06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05451" y="4518220"/>
                  <a:ext cx="2469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8834E0C-FE03-0078-ADF2-522F2D4B8614}"/>
                    </a:ext>
                  </a:extLst>
                </p14:cNvPr>
                <p14:cNvContentPartPr/>
                <p14:nvPr/>
              </p14:nvContentPartPr>
              <p14:xfrm>
                <a:off x="5490931" y="4442260"/>
                <a:ext cx="31320" cy="145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8834E0C-FE03-0078-ADF2-522F2D4B861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72931" y="4424260"/>
                  <a:ext cx="669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7A27B03-C3BB-1265-3732-B597F2D007B1}"/>
                    </a:ext>
                  </a:extLst>
                </p14:cNvPr>
                <p14:cNvContentPartPr/>
                <p14:nvPr/>
              </p14:nvContentPartPr>
              <p14:xfrm>
                <a:off x="5501371" y="4483660"/>
                <a:ext cx="82080" cy="6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7A27B03-C3BB-1265-3732-B597F2D007B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483371" y="4465660"/>
                  <a:ext cx="117720" cy="10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F3CBE52-A009-FD6F-8FE0-415E40ED851E}"/>
              </a:ext>
            </a:extLst>
          </p:cNvPr>
          <p:cNvGrpSpPr/>
          <p:nvPr/>
        </p:nvGrpSpPr>
        <p:grpSpPr>
          <a:xfrm>
            <a:off x="5329291" y="4876060"/>
            <a:ext cx="930240" cy="220680"/>
            <a:chOff x="5329291" y="4876060"/>
            <a:chExt cx="93024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B75F6A7-59F7-DC30-DE6B-1553DF2C0255}"/>
                    </a:ext>
                  </a:extLst>
                </p14:cNvPr>
                <p14:cNvContentPartPr/>
                <p14:nvPr/>
              </p14:nvContentPartPr>
              <p14:xfrm>
                <a:off x="5329291" y="4903420"/>
                <a:ext cx="68040" cy="66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B75F6A7-59F7-DC30-DE6B-1553DF2C025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311291" y="4885780"/>
                  <a:ext cx="103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56B2AFC-3BAC-E7FE-E3A6-8967BA4C591C}"/>
                    </a:ext>
                  </a:extLst>
                </p14:cNvPr>
                <p14:cNvContentPartPr/>
                <p14:nvPr/>
              </p14:nvContentPartPr>
              <p14:xfrm>
                <a:off x="5337571" y="5025100"/>
                <a:ext cx="38160" cy="270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56B2AFC-3BAC-E7FE-E3A6-8967BA4C591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19571" y="5007100"/>
                  <a:ext cx="738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6859512-218A-4AD3-DFF0-8F4B48F48434}"/>
                    </a:ext>
                  </a:extLst>
                </p14:cNvPr>
                <p14:cNvContentPartPr/>
                <p14:nvPr/>
              </p14:nvContentPartPr>
              <p14:xfrm>
                <a:off x="5516851" y="4876060"/>
                <a:ext cx="86400" cy="169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6859512-218A-4AD3-DFF0-8F4B48F4843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498851" y="4858420"/>
                  <a:ext cx="122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5CC8668-B23D-ECF3-DA81-D8864C1713F5}"/>
                    </a:ext>
                  </a:extLst>
                </p14:cNvPr>
                <p14:cNvContentPartPr/>
                <p14:nvPr/>
              </p14:nvContentPartPr>
              <p14:xfrm>
                <a:off x="5711251" y="4976500"/>
                <a:ext cx="19800" cy="120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5CC8668-B23D-ECF3-DA81-D8864C1713F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93251" y="4958500"/>
                  <a:ext cx="55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6AB67BC-4C65-0554-E3AF-A0F09F7AB101}"/>
                    </a:ext>
                  </a:extLst>
                </p14:cNvPr>
                <p14:cNvContentPartPr/>
                <p14:nvPr/>
              </p14:nvContentPartPr>
              <p14:xfrm>
                <a:off x="5818171" y="4910980"/>
                <a:ext cx="102240" cy="298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6AB67BC-4C65-0554-E3AF-A0F09F7AB10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00171" y="4892980"/>
                  <a:ext cx="1378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BCBA733-8253-B50F-8B04-AD1029CE29E7}"/>
                    </a:ext>
                  </a:extLst>
                </p14:cNvPr>
                <p14:cNvContentPartPr/>
                <p14:nvPr/>
              </p14:nvContentPartPr>
              <p14:xfrm>
                <a:off x="5869291" y="4876060"/>
                <a:ext cx="25560" cy="170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BCBA733-8253-B50F-8B04-AD1029CE29E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851291" y="4858060"/>
                  <a:ext cx="61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322B094-33BC-CABC-38A2-5C3C66CA92A2}"/>
                    </a:ext>
                  </a:extLst>
                </p14:cNvPr>
                <p14:cNvContentPartPr/>
                <p14:nvPr/>
              </p14:nvContentPartPr>
              <p14:xfrm>
                <a:off x="6006451" y="4895140"/>
                <a:ext cx="67680" cy="1702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322B094-33BC-CABC-38A2-5C3C66CA92A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988811" y="4877500"/>
                  <a:ext cx="1033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46327C5-BFD7-4C26-2D5D-1B5601CC2711}"/>
                    </a:ext>
                  </a:extLst>
                </p14:cNvPr>
                <p14:cNvContentPartPr/>
                <p14:nvPr/>
              </p14:nvContentPartPr>
              <p14:xfrm>
                <a:off x="6154411" y="4970380"/>
                <a:ext cx="105120" cy="907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46327C5-BFD7-4C26-2D5D-1B5601CC271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136411" y="4952740"/>
                  <a:ext cx="14076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AD6701D-2B12-8901-567B-9206CA5D28E7}"/>
              </a:ext>
            </a:extLst>
          </p:cNvPr>
          <p:cNvGrpSpPr/>
          <p:nvPr/>
        </p:nvGrpSpPr>
        <p:grpSpPr>
          <a:xfrm>
            <a:off x="5628091" y="5325700"/>
            <a:ext cx="619920" cy="256680"/>
            <a:chOff x="5628091" y="5325700"/>
            <a:chExt cx="619920" cy="25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3943695-1CF3-6B0E-91E1-02E93EDB6441}"/>
                    </a:ext>
                  </a:extLst>
                </p14:cNvPr>
                <p14:cNvContentPartPr/>
                <p14:nvPr/>
              </p14:nvContentPartPr>
              <p14:xfrm>
                <a:off x="5628091" y="5389780"/>
                <a:ext cx="94320" cy="40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3943695-1CF3-6B0E-91E1-02E93EDB644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610451" y="5371780"/>
                  <a:ext cx="1299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E7AEB9F-040E-EFAE-BB49-EAD598027754}"/>
                    </a:ext>
                  </a:extLst>
                </p14:cNvPr>
                <p14:cNvContentPartPr/>
                <p14:nvPr/>
              </p14:nvContentPartPr>
              <p14:xfrm>
                <a:off x="5650051" y="5406700"/>
                <a:ext cx="125280" cy="31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E7AEB9F-040E-EFAE-BB49-EAD59802775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632051" y="5389060"/>
                  <a:ext cx="1609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0C00328-FACE-7BCB-AD6D-1C97DF644EE7}"/>
                    </a:ext>
                  </a:extLst>
                </p14:cNvPr>
                <p14:cNvContentPartPr/>
                <p14:nvPr/>
              </p14:nvContentPartPr>
              <p14:xfrm>
                <a:off x="5696851" y="5325700"/>
                <a:ext cx="46800" cy="176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0C00328-FACE-7BCB-AD6D-1C97DF644EE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679211" y="5307700"/>
                  <a:ext cx="824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69E4689-6CFC-6D62-9547-56D830756FEA}"/>
                    </a:ext>
                  </a:extLst>
                </p14:cNvPr>
                <p14:cNvContentPartPr/>
                <p14:nvPr/>
              </p14:nvContentPartPr>
              <p14:xfrm>
                <a:off x="5932291" y="5356300"/>
                <a:ext cx="91080" cy="1108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69E4689-6CFC-6D62-9547-56D830756FE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914651" y="5338300"/>
                  <a:ext cx="1267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E2EBB1D-72F2-3388-55E4-80D7776ABEA2}"/>
                    </a:ext>
                  </a:extLst>
                </p14:cNvPr>
                <p14:cNvContentPartPr/>
                <p14:nvPr/>
              </p14:nvContentPartPr>
              <p14:xfrm>
                <a:off x="6100411" y="5400580"/>
                <a:ext cx="147600" cy="181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E2EBB1D-72F2-3388-55E4-80D7776ABEA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082411" y="5382940"/>
                  <a:ext cx="183240" cy="217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27852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292E88E-63FC-273C-7EAE-D7BD27C5FFFE}"/>
              </a:ext>
            </a:extLst>
          </p:cNvPr>
          <p:cNvGrpSpPr/>
          <p:nvPr/>
        </p:nvGrpSpPr>
        <p:grpSpPr>
          <a:xfrm>
            <a:off x="5995291" y="417820"/>
            <a:ext cx="2489040" cy="357480"/>
            <a:chOff x="5995291" y="417820"/>
            <a:chExt cx="248904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4E45E81-CF88-E570-48B9-2AC8C1A3CA40}"/>
                    </a:ext>
                  </a:extLst>
                </p14:cNvPr>
                <p14:cNvContentPartPr/>
                <p14:nvPr/>
              </p14:nvContentPartPr>
              <p14:xfrm>
                <a:off x="5995291" y="417820"/>
                <a:ext cx="221400" cy="277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4E45E81-CF88-E570-48B9-2AC8C1A3CA4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77291" y="399820"/>
                  <a:ext cx="2570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117A4BE-4B5C-2C15-232C-ADA475074F6E}"/>
                    </a:ext>
                  </a:extLst>
                </p14:cNvPr>
                <p14:cNvContentPartPr/>
                <p14:nvPr/>
              </p14:nvContentPartPr>
              <p14:xfrm>
                <a:off x="6303811" y="608260"/>
                <a:ext cx="93960" cy="162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117A4BE-4B5C-2C15-232C-ADA475074F6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86171" y="590620"/>
                  <a:ext cx="1296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E387CA7-3C1A-6696-3EDF-09BD701C557B}"/>
                    </a:ext>
                  </a:extLst>
                </p14:cNvPr>
                <p14:cNvContentPartPr/>
                <p14:nvPr/>
              </p14:nvContentPartPr>
              <p14:xfrm>
                <a:off x="6526291" y="654340"/>
                <a:ext cx="184320" cy="120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E387CA7-3C1A-6696-3EDF-09BD701C557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08291" y="636700"/>
                  <a:ext cx="2199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B4A413-5047-1C52-0CF4-2286BB3B78A7}"/>
                    </a:ext>
                  </a:extLst>
                </p14:cNvPr>
                <p14:cNvContentPartPr/>
                <p14:nvPr/>
              </p14:nvContentPartPr>
              <p14:xfrm>
                <a:off x="6846331" y="639580"/>
                <a:ext cx="38520" cy="24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B4A413-5047-1C52-0CF4-2286BB3B78A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28331" y="621940"/>
                  <a:ext cx="741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731F241-A224-1568-9F87-4C0FC97BD368}"/>
                    </a:ext>
                  </a:extLst>
                </p14:cNvPr>
                <p14:cNvContentPartPr/>
                <p14:nvPr/>
              </p14:nvContentPartPr>
              <p14:xfrm>
                <a:off x="6858211" y="680980"/>
                <a:ext cx="68400" cy="28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731F241-A224-1568-9F87-4C0FC97BD36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40211" y="663340"/>
                  <a:ext cx="104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9564823-FCC7-88EC-5AF5-EC928278E040}"/>
                    </a:ext>
                  </a:extLst>
                </p14:cNvPr>
                <p14:cNvContentPartPr/>
                <p14:nvPr/>
              </p14:nvContentPartPr>
              <p14:xfrm>
                <a:off x="7153771" y="491260"/>
                <a:ext cx="173880" cy="227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9564823-FCC7-88EC-5AF5-EC928278E0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36131" y="473620"/>
                  <a:ext cx="2095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BA32B3E-307C-1DD0-CC2E-ABA215DD4282}"/>
                    </a:ext>
                  </a:extLst>
                </p14:cNvPr>
                <p14:cNvContentPartPr/>
                <p14:nvPr/>
              </p14:nvContentPartPr>
              <p14:xfrm>
                <a:off x="7411891" y="582340"/>
                <a:ext cx="34200" cy="1440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BA32B3E-307C-1DD0-CC2E-ABA215DD428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394251" y="564340"/>
                  <a:ext cx="69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E767B21-BB33-0862-07B0-92894236A895}"/>
                    </a:ext>
                  </a:extLst>
                </p14:cNvPr>
                <p14:cNvContentPartPr/>
                <p14:nvPr/>
              </p14:nvContentPartPr>
              <p14:xfrm>
                <a:off x="7667131" y="568300"/>
                <a:ext cx="194040" cy="24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E767B21-BB33-0862-07B0-92894236A89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649491" y="550660"/>
                  <a:ext cx="2296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729716C-624F-792B-AE56-064E01173FF3}"/>
                    </a:ext>
                  </a:extLst>
                </p14:cNvPr>
                <p14:cNvContentPartPr/>
                <p14:nvPr/>
              </p14:nvContentPartPr>
              <p14:xfrm>
                <a:off x="7746331" y="481180"/>
                <a:ext cx="65160" cy="210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729716C-624F-792B-AE56-064E01173FF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728691" y="463540"/>
                  <a:ext cx="1008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ABE6509-C1D2-199D-AA65-FBEC01C9B5F0}"/>
                    </a:ext>
                  </a:extLst>
                </p14:cNvPr>
                <p14:cNvContentPartPr/>
                <p14:nvPr/>
              </p14:nvContentPartPr>
              <p14:xfrm>
                <a:off x="8078971" y="491260"/>
                <a:ext cx="160560" cy="208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ABE6509-C1D2-199D-AA65-FBEC01C9B5F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061331" y="473260"/>
                  <a:ext cx="196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2A6406B-FF58-5D41-623F-4AB9400B210F}"/>
                    </a:ext>
                  </a:extLst>
                </p14:cNvPr>
                <p14:cNvContentPartPr/>
                <p14:nvPr/>
              </p14:nvContentPartPr>
              <p14:xfrm>
                <a:off x="8291011" y="614740"/>
                <a:ext cx="193320" cy="96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2A6406B-FF58-5D41-623F-4AB9400B210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273011" y="597100"/>
                  <a:ext cx="22896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6E7F8D1-A1FE-DEE2-2C91-30E8350F9119}"/>
              </a:ext>
            </a:extLst>
          </p:cNvPr>
          <p:cNvGrpSpPr/>
          <p:nvPr/>
        </p:nvGrpSpPr>
        <p:grpSpPr>
          <a:xfrm>
            <a:off x="2534611" y="213700"/>
            <a:ext cx="2894760" cy="458280"/>
            <a:chOff x="2534611" y="213700"/>
            <a:chExt cx="2894760" cy="45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C189D24-90C5-0FF9-D18A-A6A49923D5B7}"/>
                    </a:ext>
                  </a:extLst>
                </p14:cNvPr>
                <p14:cNvContentPartPr/>
                <p14:nvPr/>
              </p14:nvContentPartPr>
              <p14:xfrm>
                <a:off x="2534611" y="641020"/>
                <a:ext cx="407880" cy="309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C189D24-90C5-0FF9-D18A-A6A49923D5B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516971" y="623380"/>
                  <a:ext cx="443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FB0332F-5F49-E5D4-15D7-B70C9CC2025D}"/>
                    </a:ext>
                  </a:extLst>
                </p14:cNvPr>
                <p14:cNvContentPartPr/>
                <p14:nvPr/>
              </p14:nvContentPartPr>
              <p14:xfrm>
                <a:off x="3004051" y="494140"/>
                <a:ext cx="376200" cy="138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FB0332F-5F49-E5D4-15D7-B70C9CC2025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986051" y="476500"/>
                  <a:ext cx="4118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EAE0D0F-116E-1C0F-6710-137407EFF01A}"/>
                    </a:ext>
                  </a:extLst>
                </p14:cNvPr>
                <p14:cNvContentPartPr/>
                <p14:nvPr/>
              </p14:nvContentPartPr>
              <p14:xfrm>
                <a:off x="3388891" y="583780"/>
                <a:ext cx="562320" cy="442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EAE0D0F-116E-1C0F-6710-137407EFF01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370891" y="565780"/>
                  <a:ext cx="5979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5724998-F816-EC1D-FF8E-AFBF87FDC6E9}"/>
                    </a:ext>
                  </a:extLst>
                </p14:cNvPr>
                <p14:cNvContentPartPr/>
                <p14:nvPr/>
              </p14:nvContentPartPr>
              <p14:xfrm>
                <a:off x="3953731" y="547420"/>
                <a:ext cx="40320" cy="51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5724998-F816-EC1D-FF8E-AFBF87FDC6E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935731" y="529420"/>
                  <a:ext cx="759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C5B8EC-A267-424D-091A-BC28218684AC}"/>
                    </a:ext>
                  </a:extLst>
                </p14:cNvPr>
                <p14:cNvContentPartPr/>
                <p14:nvPr/>
              </p14:nvContentPartPr>
              <p14:xfrm>
                <a:off x="3998011" y="418180"/>
                <a:ext cx="861840" cy="172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C5B8EC-A267-424D-091A-BC28218684A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80371" y="400540"/>
                  <a:ext cx="897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8FAE7F4-2863-B46E-80E0-524BA1A9BC1E}"/>
                    </a:ext>
                  </a:extLst>
                </p14:cNvPr>
                <p14:cNvContentPartPr/>
                <p14:nvPr/>
              </p14:nvContentPartPr>
              <p14:xfrm>
                <a:off x="4893331" y="506740"/>
                <a:ext cx="536040" cy="78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8FAE7F4-2863-B46E-80E0-524BA1A9BC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875691" y="489100"/>
                  <a:ext cx="571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E8C168F-23F4-F9DB-6481-2A4DEDC1F172}"/>
                    </a:ext>
                  </a:extLst>
                </p14:cNvPr>
                <p14:cNvContentPartPr/>
                <p14:nvPr/>
              </p14:nvContentPartPr>
              <p14:xfrm>
                <a:off x="3154891" y="219820"/>
                <a:ext cx="213840" cy="159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E8C168F-23F4-F9DB-6481-2A4DEDC1F17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137251" y="201820"/>
                  <a:ext cx="249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DB04C90-F0E6-190A-2054-824F678B04A7}"/>
                    </a:ext>
                  </a:extLst>
                </p14:cNvPr>
                <p14:cNvContentPartPr/>
                <p14:nvPr/>
              </p14:nvContentPartPr>
              <p14:xfrm>
                <a:off x="3403291" y="213700"/>
                <a:ext cx="24840" cy="132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DB04C90-F0E6-190A-2054-824F678B04A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385291" y="196060"/>
                  <a:ext cx="6048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0ADC8CB-3EE1-13E3-9985-976657ABF601}"/>
              </a:ext>
            </a:extLst>
          </p:cNvPr>
          <p:cNvGrpSpPr/>
          <p:nvPr/>
        </p:nvGrpSpPr>
        <p:grpSpPr>
          <a:xfrm>
            <a:off x="4558891" y="151420"/>
            <a:ext cx="463320" cy="180360"/>
            <a:chOff x="4558891" y="151420"/>
            <a:chExt cx="463320" cy="1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99FC137-E329-568C-E018-C18E9D9872F6}"/>
                    </a:ext>
                  </a:extLst>
                </p14:cNvPr>
                <p14:cNvContentPartPr/>
                <p14:nvPr/>
              </p14:nvContentPartPr>
              <p14:xfrm>
                <a:off x="4558891" y="151420"/>
                <a:ext cx="158760" cy="179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99FC137-E329-568C-E018-C18E9D9872F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41251" y="133420"/>
                  <a:ext cx="194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1FBCD20-B572-D2E5-B94B-7318FF05805F}"/>
                    </a:ext>
                  </a:extLst>
                </p14:cNvPr>
                <p14:cNvContentPartPr/>
                <p14:nvPr/>
              </p14:nvContentPartPr>
              <p14:xfrm>
                <a:off x="4840411" y="218020"/>
                <a:ext cx="181800" cy="1137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1FBCD20-B572-D2E5-B94B-7318FF05805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822771" y="200020"/>
                  <a:ext cx="21744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3036423-E350-35BB-C961-16D5422522E1}"/>
              </a:ext>
            </a:extLst>
          </p:cNvPr>
          <p:cNvGrpSpPr/>
          <p:nvPr/>
        </p:nvGrpSpPr>
        <p:grpSpPr>
          <a:xfrm>
            <a:off x="2654131" y="1035580"/>
            <a:ext cx="2767320" cy="163080"/>
            <a:chOff x="2654131" y="1035580"/>
            <a:chExt cx="2767320" cy="16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8AA0FA5-C897-243D-B7AB-F3AC434C6FB9}"/>
                    </a:ext>
                  </a:extLst>
                </p14:cNvPr>
                <p14:cNvContentPartPr/>
                <p14:nvPr/>
              </p14:nvContentPartPr>
              <p14:xfrm>
                <a:off x="2654131" y="1152220"/>
                <a:ext cx="389880" cy="39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8AA0FA5-C897-243D-B7AB-F3AC434C6FB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36131" y="1134580"/>
                  <a:ext cx="4255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99BFA54-C187-7044-F84B-94537ED79821}"/>
                    </a:ext>
                  </a:extLst>
                </p14:cNvPr>
                <p14:cNvContentPartPr/>
                <p14:nvPr/>
              </p14:nvContentPartPr>
              <p14:xfrm>
                <a:off x="3008731" y="1073020"/>
                <a:ext cx="431280" cy="125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99BFA54-C187-7044-F84B-94537ED7982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991091" y="1055020"/>
                  <a:ext cx="466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455609E-C7C6-07F1-A262-9C524ED90D3C}"/>
                    </a:ext>
                  </a:extLst>
                </p14:cNvPr>
                <p14:cNvContentPartPr/>
                <p14:nvPr/>
              </p14:nvContentPartPr>
              <p14:xfrm>
                <a:off x="3468811" y="1035580"/>
                <a:ext cx="1049760" cy="1141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455609E-C7C6-07F1-A262-9C524ED90D3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51171" y="1017940"/>
                  <a:ext cx="10854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EF04805-863E-3611-0F79-7B0D092F8FF6}"/>
                    </a:ext>
                  </a:extLst>
                </p14:cNvPr>
                <p14:cNvContentPartPr/>
                <p14:nvPr/>
              </p14:nvContentPartPr>
              <p14:xfrm>
                <a:off x="4546651" y="1094980"/>
                <a:ext cx="874800" cy="67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EF04805-863E-3611-0F79-7B0D092F8FF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529011" y="1077340"/>
                  <a:ext cx="91044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9A88EA-02E6-A2DF-8F8A-B0D069C5A6CF}"/>
              </a:ext>
            </a:extLst>
          </p:cNvPr>
          <p:cNvGrpSpPr/>
          <p:nvPr/>
        </p:nvGrpSpPr>
        <p:grpSpPr>
          <a:xfrm>
            <a:off x="6182131" y="1126660"/>
            <a:ext cx="2422800" cy="341280"/>
            <a:chOff x="6182131" y="1126660"/>
            <a:chExt cx="2422800" cy="34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FFA7E77-71AB-522D-FF6A-90CA6467FB40}"/>
                    </a:ext>
                  </a:extLst>
                </p14:cNvPr>
                <p14:cNvContentPartPr/>
                <p14:nvPr/>
              </p14:nvContentPartPr>
              <p14:xfrm>
                <a:off x="6182131" y="1139620"/>
                <a:ext cx="88920" cy="290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FFA7E77-71AB-522D-FF6A-90CA6467FB4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164491" y="1121620"/>
                  <a:ext cx="1245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3FEFB94-A681-DCD9-2546-281CA06E0DC9}"/>
                    </a:ext>
                  </a:extLst>
                </p14:cNvPr>
                <p14:cNvContentPartPr/>
                <p14:nvPr/>
              </p14:nvContentPartPr>
              <p14:xfrm>
                <a:off x="6238651" y="1129540"/>
                <a:ext cx="146160" cy="162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3FEFB94-A681-DCD9-2546-281CA06E0DC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21011" y="1111900"/>
                  <a:ext cx="1818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440A21E-A362-80AA-CE70-3211A861A2CC}"/>
                    </a:ext>
                  </a:extLst>
                </p14:cNvPr>
                <p14:cNvContentPartPr/>
                <p14:nvPr/>
              </p14:nvContentPartPr>
              <p14:xfrm>
                <a:off x="6480571" y="1248700"/>
                <a:ext cx="396360" cy="150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440A21E-A362-80AA-CE70-3211A861A2C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62931" y="1231060"/>
                  <a:ext cx="4320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7B37195-8DEE-F893-8D74-27F94883B955}"/>
                    </a:ext>
                  </a:extLst>
                </p14:cNvPr>
                <p14:cNvContentPartPr/>
                <p14:nvPr/>
              </p14:nvContentPartPr>
              <p14:xfrm>
                <a:off x="6978451" y="1242940"/>
                <a:ext cx="35280" cy="42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7B37195-8DEE-F893-8D74-27F94883B95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960811" y="1224940"/>
                  <a:ext cx="709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DD4A231-83A2-E860-1F7F-A09DD2C0E7E3}"/>
                    </a:ext>
                  </a:extLst>
                </p14:cNvPr>
                <p14:cNvContentPartPr/>
                <p14:nvPr/>
              </p14:nvContentPartPr>
              <p14:xfrm>
                <a:off x="6987451" y="1304500"/>
                <a:ext cx="74520" cy="19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DD4A231-83A2-E860-1F7F-A09DD2C0E7E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69811" y="1286500"/>
                  <a:ext cx="1101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3FF71C9-40D1-72A9-938F-94317704085D}"/>
                    </a:ext>
                  </a:extLst>
                </p14:cNvPr>
                <p14:cNvContentPartPr/>
                <p14:nvPr/>
              </p14:nvContentPartPr>
              <p14:xfrm>
                <a:off x="7228291" y="1150780"/>
                <a:ext cx="52200" cy="209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3FF71C9-40D1-72A9-938F-94317704085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210291" y="1133140"/>
                  <a:ext cx="87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B9149F7-E85F-6301-F640-A9243FA46D97}"/>
                    </a:ext>
                  </a:extLst>
                </p14:cNvPr>
                <p14:cNvContentPartPr/>
                <p14:nvPr/>
              </p14:nvContentPartPr>
              <p14:xfrm>
                <a:off x="7237291" y="1126660"/>
                <a:ext cx="212040" cy="156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B9149F7-E85F-6301-F640-A9243FA46D9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219291" y="1109020"/>
                  <a:ext cx="2476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E9080E9-B49B-5292-BB70-E294DB9720C3}"/>
                    </a:ext>
                  </a:extLst>
                </p14:cNvPr>
                <p14:cNvContentPartPr/>
                <p14:nvPr/>
              </p14:nvContentPartPr>
              <p14:xfrm>
                <a:off x="7560931" y="1231060"/>
                <a:ext cx="34560" cy="136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E9080E9-B49B-5292-BB70-E294DB9720C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543291" y="1213060"/>
                  <a:ext cx="702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E6974E-88EF-9BCE-2F46-C515ED0913DA}"/>
                    </a:ext>
                  </a:extLst>
                </p14:cNvPr>
                <p14:cNvContentPartPr/>
                <p14:nvPr/>
              </p14:nvContentPartPr>
              <p14:xfrm>
                <a:off x="7794211" y="1240780"/>
                <a:ext cx="119160" cy="14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E6974E-88EF-9BCE-2F46-C515ED0913D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776571" y="1223140"/>
                  <a:ext cx="154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455E0F5-F837-036C-E2FD-C9174C2BE5FB}"/>
                    </a:ext>
                  </a:extLst>
                </p14:cNvPr>
                <p14:cNvContentPartPr/>
                <p14:nvPr/>
              </p14:nvContentPartPr>
              <p14:xfrm>
                <a:off x="7846771" y="1163740"/>
                <a:ext cx="63000" cy="188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455E0F5-F837-036C-E2FD-C9174C2BE5F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828771" y="1145740"/>
                  <a:ext cx="986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EB502E1-5915-21DC-C11B-8129AA9D4314}"/>
                    </a:ext>
                  </a:extLst>
                </p14:cNvPr>
                <p14:cNvContentPartPr/>
                <p14:nvPr/>
              </p14:nvContentPartPr>
              <p14:xfrm>
                <a:off x="8078611" y="1181020"/>
                <a:ext cx="45360" cy="192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EB502E1-5915-21DC-C11B-8129AA9D431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060611" y="1163020"/>
                  <a:ext cx="810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A794A6-6366-3E32-3E94-A77DF74DB539}"/>
                    </a:ext>
                  </a:extLst>
                </p14:cNvPr>
                <p14:cNvContentPartPr/>
                <p14:nvPr/>
              </p14:nvContentPartPr>
              <p14:xfrm>
                <a:off x="8097331" y="1149700"/>
                <a:ext cx="132120" cy="152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EA794A6-6366-3E32-3E94-A77DF74DB53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79331" y="1131700"/>
                  <a:ext cx="167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3D0ACC3-9C2D-3B11-C211-1BBC0FA68CE1}"/>
                    </a:ext>
                  </a:extLst>
                </p14:cNvPr>
                <p14:cNvContentPartPr/>
                <p14:nvPr/>
              </p14:nvContentPartPr>
              <p14:xfrm>
                <a:off x="8331331" y="1278580"/>
                <a:ext cx="64800" cy="63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3D0ACC3-9C2D-3B11-C211-1BBC0FA68CE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313691" y="1260940"/>
                  <a:ext cx="1004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D1D0844-EF31-C475-5D1B-3CB9DEAE59D2}"/>
                    </a:ext>
                  </a:extLst>
                </p14:cNvPr>
                <p14:cNvContentPartPr/>
                <p14:nvPr/>
              </p14:nvContentPartPr>
              <p14:xfrm>
                <a:off x="8323771" y="1278940"/>
                <a:ext cx="281160" cy="189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D1D0844-EF31-C475-5D1B-3CB9DEAE59D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306131" y="1260940"/>
                  <a:ext cx="316800" cy="2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AE629E6-90D7-D342-6D2C-E5C10C1BB3DD}"/>
              </a:ext>
            </a:extLst>
          </p:cNvPr>
          <p:cNvGrpSpPr/>
          <p:nvPr/>
        </p:nvGrpSpPr>
        <p:grpSpPr>
          <a:xfrm>
            <a:off x="8832811" y="426820"/>
            <a:ext cx="3318840" cy="1431360"/>
            <a:chOff x="8832811" y="426820"/>
            <a:chExt cx="3318840" cy="143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58A7B62-E723-7855-B844-C9EF31E4D132}"/>
                    </a:ext>
                  </a:extLst>
                </p14:cNvPr>
                <p14:cNvContentPartPr/>
                <p14:nvPr/>
              </p14:nvContentPartPr>
              <p14:xfrm>
                <a:off x="8832811" y="426820"/>
                <a:ext cx="259560" cy="21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58A7B62-E723-7855-B844-C9EF31E4D13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815171" y="408820"/>
                  <a:ext cx="2952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A6BF3C0-DAD6-F861-4124-3D6A0023ED49}"/>
                    </a:ext>
                  </a:extLst>
                </p14:cNvPr>
                <p14:cNvContentPartPr/>
                <p14:nvPr/>
              </p14:nvContentPartPr>
              <p14:xfrm>
                <a:off x="8901571" y="440500"/>
                <a:ext cx="297720" cy="1177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A6BF3C0-DAD6-F861-4124-3D6A0023ED4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83571" y="422860"/>
                  <a:ext cx="333360" cy="12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4EAAEDF-4EF0-D238-8897-B7FA0F14A057}"/>
                    </a:ext>
                  </a:extLst>
                </p14:cNvPr>
                <p14:cNvContentPartPr/>
                <p14:nvPr/>
              </p14:nvContentPartPr>
              <p14:xfrm>
                <a:off x="9224491" y="707980"/>
                <a:ext cx="129600" cy="238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4EAAEDF-4EF0-D238-8897-B7FA0F14A05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06851" y="690340"/>
                  <a:ext cx="1652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5A51DA-3573-A8AF-AE66-BC13D273C5C5}"/>
                    </a:ext>
                  </a:extLst>
                </p14:cNvPr>
                <p14:cNvContentPartPr/>
                <p14:nvPr/>
              </p14:nvContentPartPr>
              <p14:xfrm>
                <a:off x="9403771" y="778900"/>
                <a:ext cx="140400" cy="131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5A51DA-3573-A8AF-AE66-BC13D273C5C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386131" y="761260"/>
                  <a:ext cx="176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EB1D383-A9EF-D190-6122-652F6B8FF19C}"/>
                    </a:ext>
                  </a:extLst>
                </p14:cNvPr>
                <p14:cNvContentPartPr/>
                <p14:nvPr/>
              </p14:nvContentPartPr>
              <p14:xfrm>
                <a:off x="9580171" y="761260"/>
                <a:ext cx="66960" cy="94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EB1D383-A9EF-D190-6122-652F6B8FF19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562531" y="743260"/>
                  <a:ext cx="1026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CA975EA-8160-D64C-4FDC-9D68DA59263E}"/>
                    </a:ext>
                  </a:extLst>
                </p14:cNvPr>
                <p14:cNvContentPartPr/>
                <p14:nvPr/>
              </p14:nvContentPartPr>
              <p14:xfrm>
                <a:off x="9747571" y="753700"/>
                <a:ext cx="21960" cy="125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CA975EA-8160-D64C-4FDC-9D68DA59263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729931" y="736060"/>
                  <a:ext cx="57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9DB965-A385-A780-7938-158E6A74460C}"/>
                    </a:ext>
                  </a:extLst>
                </p14:cNvPr>
                <p14:cNvContentPartPr/>
                <p14:nvPr/>
              </p14:nvContentPartPr>
              <p14:xfrm>
                <a:off x="9748651" y="683860"/>
                <a:ext cx="19440" cy="23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9DB965-A385-A780-7938-158E6A74460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730651" y="666220"/>
                  <a:ext cx="55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D7C71EC-FEEF-972C-C350-DBE7DD61B7DC}"/>
                    </a:ext>
                  </a:extLst>
                </p14:cNvPr>
                <p14:cNvContentPartPr/>
                <p14:nvPr/>
              </p14:nvContentPartPr>
              <p14:xfrm>
                <a:off x="9844051" y="778180"/>
                <a:ext cx="80640" cy="1141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D7C71EC-FEEF-972C-C350-DBE7DD61B7D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826411" y="760540"/>
                  <a:ext cx="1162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975D761-AE93-2D8C-F15A-324278814162}"/>
                    </a:ext>
                  </a:extLst>
                </p14:cNvPr>
                <p14:cNvContentPartPr/>
                <p14:nvPr/>
              </p14:nvContentPartPr>
              <p14:xfrm>
                <a:off x="10045291" y="729940"/>
                <a:ext cx="123120" cy="125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975D761-AE93-2D8C-F15A-32427881416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027651" y="711940"/>
                  <a:ext cx="1587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90E5078-229E-C935-3AC9-9D4BE6D1F656}"/>
                    </a:ext>
                  </a:extLst>
                </p14:cNvPr>
                <p14:cNvContentPartPr/>
                <p14:nvPr/>
              </p14:nvContentPartPr>
              <p14:xfrm>
                <a:off x="9272371" y="1174540"/>
                <a:ext cx="63360" cy="142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90E5078-229E-C935-3AC9-9D4BE6D1F65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254731" y="1156540"/>
                  <a:ext cx="99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2566804-1997-F84A-D469-624A161EAAF3}"/>
                    </a:ext>
                  </a:extLst>
                </p14:cNvPr>
                <p14:cNvContentPartPr/>
                <p14:nvPr/>
              </p14:nvContentPartPr>
              <p14:xfrm>
                <a:off x="9283171" y="1146820"/>
                <a:ext cx="135360" cy="74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2566804-1997-F84A-D469-624A161EAAF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265531" y="1129180"/>
                  <a:ext cx="1710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28C5AAD-B1F4-55BC-1C73-EB44F32A9356}"/>
                    </a:ext>
                  </a:extLst>
                </p14:cNvPr>
                <p14:cNvContentPartPr/>
                <p14:nvPr/>
              </p14:nvContentPartPr>
              <p14:xfrm>
                <a:off x="10104331" y="803380"/>
                <a:ext cx="2160" cy="1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28C5AAD-B1F4-55BC-1C73-EB44F32A935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86331" y="785740"/>
                  <a:ext cx="378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15A590-49C1-30BC-2EC1-7BEDFAEF4F3B}"/>
                    </a:ext>
                  </a:extLst>
                </p14:cNvPr>
                <p14:cNvContentPartPr/>
                <p14:nvPr/>
              </p14:nvContentPartPr>
              <p14:xfrm>
                <a:off x="10056091" y="743980"/>
                <a:ext cx="126000" cy="194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15A590-49C1-30BC-2EC1-7BEDFAEF4F3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038451" y="726340"/>
                  <a:ext cx="1616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7627C61-003B-A4ED-9C16-3EF79151A051}"/>
                    </a:ext>
                  </a:extLst>
                </p14:cNvPr>
                <p14:cNvContentPartPr/>
                <p14:nvPr/>
              </p14:nvContentPartPr>
              <p14:xfrm>
                <a:off x="9493051" y="1208740"/>
                <a:ext cx="107640" cy="120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7627C61-003B-A4ED-9C16-3EF79151A05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475051" y="1190740"/>
                  <a:ext cx="143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924328A-2CF1-695F-D3C3-21E5A476A415}"/>
                    </a:ext>
                  </a:extLst>
                </p14:cNvPr>
                <p14:cNvContentPartPr/>
                <p14:nvPr/>
              </p14:nvContentPartPr>
              <p14:xfrm>
                <a:off x="9650371" y="1208740"/>
                <a:ext cx="99360" cy="900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924328A-2CF1-695F-D3C3-21E5A476A41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632371" y="1191100"/>
                  <a:ext cx="1350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5DDF3C5-9B79-0823-7F24-5B2CC27B2384}"/>
                    </a:ext>
                  </a:extLst>
                </p14:cNvPr>
                <p14:cNvContentPartPr/>
                <p14:nvPr/>
              </p14:nvContentPartPr>
              <p14:xfrm>
                <a:off x="9828931" y="1227460"/>
                <a:ext cx="120600" cy="110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5DDF3C5-9B79-0823-7F24-5B2CC27B238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810931" y="1209820"/>
                  <a:ext cx="156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8882563-8F0B-87A4-EFE3-C7DD101AAAB2}"/>
                    </a:ext>
                  </a:extLst>
                </p14:cNvPr>
                <p14:cNvContentPartPr/>
                <p14:nvPr/>
              </p14:nvContentPartPr>
              <p14:xfrm>
                <a:off x="9989131" y="1092460"/>
                <a:ext cx="52200" cy="195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8882563-8F0B-87A4-EFE3-C7DD101AAAB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971491" y="1074460"/>
                  <a:ext cx="878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0E6EA84-101F-DAA4-D9FE-D5B78099A6D2}"/>
                    </a:ext>
                  </a:extLst>
                </p14:cNvPr>
                <p14:cNvContentPartPr/>
                <p14:nvPr/>
              </p14:nvContentPartPr>
              <p14:xfrm>
                <a:off x="10144291" y="1089220"/>
                <a:ext cx="20880" cy="177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0E6EA84-101F-DAA4-D9FE-D5B78099A6D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126291" y="1071580"/>
                  <a:ext cx="565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74DC4F9-0FCE-EFF7-AFE7-F21174FB0E68}"/>
                    </a:ext>
                  </a:extLst>
                </p14:cNvPr>
                <p14:cNvContentPartPr/>
                <p14:nvPr/>
              </p14:nvContentPartPr>
              <p14:xfrm>
                <a:off x="10218091" y="1171660"/>
                <a:ext cx="96120" cy="129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74DC4F9-0FCE-EFF7-AFE7-F21174FB0E68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200091" y="1154020"/>
                  <a:ext cx="1317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32A5CEC-CD55-5C43-B2D4-D13C360B29E7}"/>
                    </a:ext>
                  </a:extLst>
                </p14:cNvPr>
                <p14:cNvContentPartPr/>
                <p14:nvPr/>
              </p14:nvContentPartPr>
              <p14:xfrm>
                <a:off x="10390891" y="1088860"/>
                <a:ext cx="46440" cy="183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32A5CEC-CD55-5C43-B2D4-D13C360B29E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372891" y="1071220"/>
                  <a:ext cx="820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AAA8C80-BAC8-B078-4D07-CEBF6B923FF8}"/>
                    </a:ext>
                  </a:extLst>
                </p14:cNvPr>
                <p14:cNvContentPartPr/>
                <p14:nvPr/>
              </p14:nvContentPartPr>
              <p14:xfrm>
                <a:off x="10519771" y="1009300"/>
                <a:ext cx="263160" cy="36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AAA8C80-BAC8-B078-4D07-CEBF6B923FF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501771" y="991300"/>
                  <a:ext cx="2988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C2211E5-3341-5DAF-2252-3CC38829FEA2}"/>
                    </a:ext>
                  </a:extLst>
                </p14:cNvPr>
                <p14:cNvContentPartPr/>
                <p14:nvPr/>
              </p14:nvContentPartPr>
              <p14:xfrm>
                <a:off x="10678531" y="942340"/>
                <a:ext cx="105120" cy="169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C2211E5-3341-5DAF-2252-3CC38829FEA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660531" y="924340"/>
                  <a:ext cx="140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D165F17-236B-7661-3316-27BA0E2FFB84}"/>
                    </a:ext>
                  </a:extLst>
                </p14:cNvPr>
                <p14:cNvContentPartPr/>
                <p14:nvPr/>
              </p14:nvContentPartPr>
              <p14:xfrm>
                <a:off x="10937371" y="866020"/>
                <a:ext cx="64800" cy="174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D165F17-236B-7661-3316-27BA0E2FFB8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919371" y="848380"/>
                  <a:ext cx="1004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D4A8D87-C89F-0558-CED0-748005E7B99B}"/>
                    </a:ext>
                  </a:extLst>
                </p14:cNvPr>
                <p14:cNvContentPartPr/>
                <p14:nvPr/>
              </p14:nvContentPartPr>
              <p14:xfrm>
                <a:off x="11051131" y="971860"/>
                <a:ext cx="60120" cy="108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D4A8D87-C89F-0558-CED0-748005E7B99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033491" y="953860"/>
                  <a:ext cx="95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5898CC3-AA7C-7E17-8AF7-513A5AD65DA5}"/>
                    </a:ext>
                  </a:extLst>
                </p14:cNvPr>
                <p14:cNvContentPartPr/>
                <p14:nvPr/>
              </p14:nvContentPartPr>
              <p14:xfrm>
                <a:off x="11088931" y="920740"/>
                <a:ext cx="10800" cy="1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5898CC3-AA7C-7E17-8AF7-513A5AD65DA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71291" y="902740"/>
                  <a:ext cx="464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327DDEC-25BD-B215-1D1C-E78781CDD87A}"/>
                    </a:ext>
                  </a:extLst>
                </p14:cNvPr>
                <p14:cNvContentPartPr/>
                <p14:nvPr/>
              </p14:nvContentPartPr>
              <p14:xfrm>
                <a:off x="11168491" y="987700"/>
                <a:ext cx="196200" cy="640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327DDEC-25BD-B215-1D1C-E78781CDD87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150491" y="969700"/>
                  <a:ext cx="2318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CD949F8-3511-4DE2-A69B-9871EC0AC191}"/>
                    </a:ext>
                  </a:extLst>
                </p14:cNvPr>
                <p14:cNvContentPartPr/>
                <p14:nvPr/>
              </p14:nvContentPartPr>
              <p14:xfrm>
                <a:off x="11462611" y="1013260"/>
                <a:ext cx="34200" cy="57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CD949F8-3511-4DE2-A69B-9871EC0AC19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444611" y="995260"/>
                  <a:ext cx="698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118E33A-B4A7-C8F4-6186-3F68A559C637}"/>
                    </a:ext>
                  </a:extLst>
                </p14:cNvPr>
                <p14:cNvContentPartPr/>
                <p14:nvPr/>
              </p14:nvContentPartPr>
              <p14:xfrm>
                <a:off x="11439571" y="910300"/>
                <a:ext cx="11160" cy="5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118E33A-B4A7-C8F4-6186-3F68A559C63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421571" y="892660"/>
                  <a:ext cx="468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A2797F9-7E34-4288-0353-9AFB185DBDB6}"/>
                    </a:ext>
                  </a:extLst>
                </p14:cNvPr>
                <p14:cNvContentPartPr/>
                <p14:nvPr/>
              </p14:nvContentPartPr>
              <p14:xfrm>
                <a:off x="11520571" y="907420"/>
                <a:ext cx="42840" cy="104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A2797F9-7E34-4288-0353-9AFB185DBDB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502571" y="889420"/>
                  <a:ext cx="78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41B3262-5C41-7B29-C96D-F3AFEFDB44E4}"/>
                    </a:ext>
                  </a:extLst>
                </p14:cNvPr>
                <p14:cNvContentPartPr/>
                <p14:nvPr/>
              </p14:nvContentPartPr>
              <p14:xfrm>
                <a:off x="11630731" y="959620"/>
                <a:ext cx="111600" cy="93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41B3262-5C41-7B29-C96D-F3AFEFDB44E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613091" y="941980"/>
                  <a:ext cx="1472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50B2527-A548-569C-44EE-557E535BA434}"/>
                    </a:ext>
                  </a:extLst>
                </p14:cNvPr>
                <p14:cNvContentPartPr/>
                <p14:nvPr/>
              </p14:nvContentPartPr>
              <p14:xfrm>
                <a:off x="11781211" y="941260"/>
                <a:ext cx="90000" cy="97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50B2527-A548-569C-44EE-557E535BA43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763571" y="923620"/>
                  <a:ext cx="125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BE8CF1B-CDFD-0CE7-61D9-66F9151908DC}"/>
                    </a:ext>
                  </a:extLst>
                </p14:cNvPr>
                <p14:cNvContentPartPr/>
                <p14:nvPr/>
              </p14:nvContentPartPr>
              <p14:xfrm>
                <a:off x="11032051" y="1236100"/>
                <a:ext cx="61920" cy="138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BE8CF1B-CDFD-0CE7-61D9-66F9151908D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014411" y="1218100"/>
                  <a:ext cx="975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BAF32EC-0604-B7BB-DBFF-8DFA25EC4999}"/>
                    </a:ext>
                  </a:extLst>
                </p14:cNvPr>
                <p14:cNvContentPartPr/>
                <p14:nvPr/>
              </p14:nvContentPartPr>
              <p14:xfrm>
                <a:off x="11020171" y="1275340"/>
                <a:ext cx="238320" cy="849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BAF32EC-0604-B7BB-DBFF-8DFA25EC499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002531" y="1257700"/>
                  <a:ext cx="2739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DC5B706-B7D6-11B1-1F53-D39780CAE7F8}"/>
                    </a:ext>
                  </a:extLst>
                </p14:cNvPr>
                <p14:cNvContentPartPr/>
                <p14:nvPr/>
              </p14:nvContentPartPr>
              <p14:xfrm>
                <a:off x="10932331" y="1491340"/>
                <a:ext cx="92520" cy="1000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DC5B706-B7D6-11B1-1F53-D39780CAE7F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914331" y="1473340"/>
                  <a:ext cx="1281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1E1CA03-9002-FFDB-3CA4-956F73C3C343}"/>
                    </a:ext>
                  </a:extLst>
                </p14:cNvPr>
                <p14:cNvContentPartPr/>
                <p14:nvPr/>
              </p14:nvContentPartPr>
              <p14:xfrm>
                <a:off x="11081371" y="1518340"/>
                <a:ext cx="81360" cy="1076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1E1CA03-9002-FFDB-3CA4-956F73C3C34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063371" y="1500700"/>
                  <a:ext cx="1170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EFDD6C8-6E76-7B6A-4B50-CFE53C78A828}"/>
                    </a:ext>
                  </a:extLst>
                </p14:cNvPr>
                <p14:cNvContentPartPr/>
                <p14:nvPr/>
              </p14:nvContentPartPr>
              <p14:xfrm>
                <a:off x="11241211" y="1510060"/>
                <a:ext cx="142560" cy="124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EFDD6C8-6E76-7B6A-4B50-CFE53C78A82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1223211" y="1492060"/>
                  <a:ext cx="1782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56580CD-FAA8-11D5-9B72-53D5D44C4625}"/>
                    </a:ext>
                  </a:extLst>
                </p14:cNvPr>
                <p14:cNvContentPartPr/>
                <p14:nvPr/>
              </p14:nvContentPartPr>
              <p14:xfrm>
                <a:off x="11428411" y="1543900"/>
                <a:ext cx="4320" cy="87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56580CD-FAA8-11D5-9B72-53D5D44C462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1410411" y="1526260"/>
                  <a:ext cx="399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6CA5299-779A-CC08-E8EC-9EFFC15EF4C9}"/>
                    </a:ext>
                  </a:extLst>
                </p14:cNvPr>
                <p14:cNvContentPartPr/>
                <p14:nvPr/>
              </p14:nvContentPartPr>
              <p14:xfrm>
                <a:off x="11421571" y="1453900"/>
                <a:ext cx="21960" cy="208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6CA5299-779A-CC08-E8EC-9EFFC15EF4C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403931" y="1435900"/>
                  <a:ext cx="576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988D628-155F-7726-7470-8E2C092383EA}"/>
                    </a:ext>
                  </a:extLst>
                </p14:cNvPr>
                <p14:cNvContentPartPr/>
                <p14:nvPr/>
              </p14:nvContentPartPr>
              <p14:xfrm>
                <a:off x="11500771" y="1511860"/>
                <a:ext cx="74160" cy="66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988D628-155F-7726-7470-8E2C092383E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483131" y="1494220"/>
                  <a:ext cx="1098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A9C5E7-5CC2-A1B8-4AB8-57EC66B90038}"/>
                    </a:ext>
                  </a:extLst>
                </p14:cNvPr>
                <p14:cNvContentPartPr/>
                <p14:nvPr/>
              </p14:nvContentPartPr>
              <p14:xfrm>
                <a:off x="11632171" y="1431940"/>
                <a:ext cx="27000" cy="1728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A9C5E7-5CC2-A1B8-4AB8-57EC66B9003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614531" y="1413940"/>
                  <a:ext cx="626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8D84C7-668C-DA68-8774-C5D42A75D2FE}"/>
                    </a:ext>
                  </a:extLst>
                </p14:cNvPr>
                <p14:cNvContentPartPr/>
                <p14:nvPr/>
              </p14:nvContentPartPr>
              <p14:xfrm>
                <a:off x="11607691" y="1506460"/>
                <a:ext cx="171000" cy="867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8D84C7-668C-DA68-8774-C5D42A75D2F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589691" y="1488820"/>
                  <a:ext cx="2066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A27DD3E-96F6-23A3-46A2-6799101E6186}"/>
                    </a:ext>
                  </a:extLst>
                </p14:cNvPr>
                <p14:cNvContentPartPr/>
                <p14:nvPr/>
              </p14:nvContentPartPr>
              <p14:xfrm>
                <a:off x="11841331" y="1486300"/>
                <a:ext cx="79920" cy="77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A27DD3E-96F6-23A3-46A2-6799101E618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823331" y="1468660"/>
                  <a:ext cx="1155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E8C1B64-5575-CEDD-30A1-B5F2F68912A3}"/>
                    </a:ext>
                  </a:extLst>
                </p14:cNvPr>
                <p14:cNvContentPartPr/>
                <p14:nvPr/>
              </p14:nvContentPartPr>
              <p14:xfrm>
                <a:off x="11976331" y="1423300"/>
                <a:ext cx="42840" cy="97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E8C1B64-5575-CEDD-30A1-B5F2F68912A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958691" y="1405660"/>
                  <a:ext cx="784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BEC0B74-459B-D832-0545-9AF939728FB0}"/>
                    </a:ext>
                  </a:extLst>
                </p14:cNvPr>
                <p14:cNvContentPartPr/>
                <p14:nvPr/>
              </p14:nvContentPartPr>
              <p14:xfrm>
                <a:off x="11784091" y="505660"/>
                <a:ext cx="367560" cy="13525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BEC0B74-459B-D832-0545-9AF939728FB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766451" y="488020"/>
                  <a:ext cx="403200" cy="1388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73401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45F7CC64-B97D-63B6-322A-31625F41E8B3}"/>
              </a:ext>
            </a:extLst>
          </p:cNvPr>
          <p:cNvGrpSpPr/>
          <p:nvPr/>
        </p:nvGrpSpPr>
        <p:grpSpPr>
          <a:xfrm>
            <a:off x="1604238" y="4334290"/>
            <a:ext cx="1020600" cy="356400"/>
            <a:chOff x="1604238" y="4334290"/>
            <a:chExt cx="1020600" cy="35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816BAA5-0AC2-644A-812C-43ED33813CC0}"/>
                    </a:ext>
                  </a:extLst>
                </p14:cNvPr>
                <p14:cNvContentPartPr/>
                <p14:nvPr/>
              </p14:nvContentPartPr>
              <p14:xfrm>
                <a:off x="1604238" y="4334290"/>
                <a:ext cx="205920" cy="356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816BAA5-0AC2-644A-812C-43ED33813CC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86238" y="4316650"/>
                  <a:ext cx="2415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509939-7839-7994-42F2-3E0B0F353AC1}"/>
                    </a:ext>
                  </a:extLst>
                </p14:cNvPr>
                <p14:cNvContentPartPr/>
                <p14:nvPr/>
              </p14:nvContentPartPr>
              <p14:xfrm>
                <a:off x="1956318" y="4459930"/>
                <a:ext cx="163800" cy="206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509939-7839-7994-42F2-3E0B0F353A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38678" y="4442290"/>
                  <a:ext cx="1994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D94522F-1C7E-1C2B-200B-37357C182266}"/>
                    </a:ext>
                  </a:extLst>
                </p14:cNvPr>
                <p14:cNvContentPartPr/>
                <p14:nvPr/>
              </p14:nvContentPartPr>
              <p14:xfrm>
                <a:off x="2238918" y="4400890"/>
                <a:ext cx="192600" cy="228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D94522F-1C7E-1C2B-200B-37357C18226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20918" y="4383250"/>
                  <a:ext cx="2282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E00E3C-A221-8A73-FB34-0AB4024DBD27}"/>
                    </a:ext>
                  </a:extLst>
                </p14:cNvPr>
                <p14:cNvContentPartPr/>
                <p14:nvPr/>
              </p14:nvContentPartPr>
              <p14:xfrm>
                <a:off x="2503158" y="4481890"/>
                <a:ext cx="51120" cy="14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E00E3C-A221-8A73-FB34-0AB4024DBD2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5518" y="4464250"/>
                  <a:ext cx="867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029F2D6-06B5-937B-E7D7-723D39FCBA27}"/>
                    </a:ext>
                  </a:extLst>
                </p14:cNvPr>
                <p14:cNvContentPartPr/>
                <p14:nvPr/>
              </p14:nvContentPartPr>
              <p14:xfrm>
                <a:off x="2550318" y="4521850"/>
                <a:ext cx="74520" cy="34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029F2D6-06B5-937B-E7D7-723D39FCBA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32678" y="4503850"/>
                  <a:ext cx="11016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925128-3B70-ED52-EE9A-A267BAA856DA}"/>
              </a:ext>
            </a:extLst>
          </p:cNvPr>
          <p:cNvGrpSpPr/>
          <p:nvPr/>
        </p:nvGrpSpPr>
        <p:grpSpPr>
          <a:xfrm>
            <a:off x="3027678" y="4265170"/>
            <a:ext cx="671400" cy="295560"/>
            <a:chOff x="3027678" y="4265170"/>
            <a:chExt cx="67140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4CCBB13-793B-3ED1-DADB-8F4DB2D0F82A}"/>
                    </a:ext>
                  </a:extLst>
                </p14:cNvPr>
                <p14:cNvContentPartPr/>
                <p14:nvPr/>
              </p14:nvContentPartPr>
              <p14:xfrm>
                <a:off x="3027678" y="4267690"/>
                <a:ext cx="206640" cy="293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4CCBB13-793B-3ED1-DADB-8F4DB2D0F82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010038" y="4249690"/>
                  <a:ext cx="2422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BCD6872-E22F-8D58-FE22-ABFA54EE5FFB}"/>
                    </a:ext>
                  </a:extLst>
                </p14:cNvPr>
                <p14:cNvContentPartPr/>
                <p14:nvPr/>
              </p14:nvContentPartPr>
              <p14:xfrm>
                <a:off x="3382278" y="4462450"/>
                <a:ext cx="11520" cy="98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BCD6872-E22F-8D58-FE22-ABFA54EE5FF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364638" y="4444810"/>
                  <a:ext cx="47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A3D0005-0A11-7773-1515-7A7B2DB125E1}"/>
                    </a:ext>
                  </a:extLst>
                </p14:cNvPr>
                <p14:cNvContentPartPr/>
                <p14:nvPr/>
              </p14:nvContentPartPr>
              <p14:xfrm>
                <a:off x="3556518" y="4375330"/>
                <a:ext cx="142560" cy="55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A3D0005-0A11-7773-1515-7A7B2DB125E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38878" y="4357330"/>
                  <a:ext cx="178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AFA959-891B-8C44-9CF2-52C3D1057A2B}"/>
                    </a:ext>
                  </a:extLst>
                </p14:cNvPr>
                <p14:cNvContentPartPr/>
                <p14:nvPr/>
              </p14:nvContentPartPr>
              <p14:xfrm>
                <a:off x="3676038" y="4265170"/>
                <a:ext cx="12240" cy="237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AFA959-891B-8C44-9CF2-52C3D1057A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58398" y="4247170"/>
                  <a:ext cx="4788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81478D5-5612-B1E7-7154-32926057A7C4}"/>
              </a:ext>
            </a:extLst>
          </p:cNvPr>
          <p:cNvGrpSpPr/>
          <p:nvPr/>
        </p:nvGrpSpPr>
        <p:grpSpPr>
          <a:xfrm>
            <a:off x="3924078" y="4151410"/>
            <a:ext cx="668520" cy="323280"/>
            <a:chOff x="3924078" y="4151410"/>
            <a:chExt cx="66852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9A0DEF-A90D-6A4A-70DE-8576C1449D2B}"/>
                    </a:ext>
                  </a:extLst>
                </p14:cNvPr>
                <p14:cNvContentPartPr/>
                <p14:nvPr/>
              </p14:nvContentPartPr>
              <p14:xfrm>
                <a:off x="3924078" y="4253650"/>
                <a:ext cx="142200" cy="189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9A0DEF-A90D-6A4A-70DE-8576C1449D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06438" y="4236010"/>
                  <a:ext cx="1778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C0E5C85-4B94-22DF-56F2-280F92A8B616}"/>
                    </a:ext>
                  </a:extLst>
                </p14:cNvPr>
                <p14:cNvContentPartPr/>
                <p14:nvPr/>
              </p14:nvContentPartPr>
              <p14:xfrm>
                <a:off x="4178958" y="4370290"/>
                <a:ext cx="123120" cy="104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C0E5C85-4B94-22DF-56F2-280F92A8B6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61318" y="4352290"/>
                  <a:ext cx="158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523EE3-1E3F-08C9-5AB1-5B370B3474F8}"/>
                    </a:ext>
                  </a:extLst>
                </p14:cNvPr>
                <p14:cNvContentPartPr/>
                <p14:nvPr/>
              </p14:nvContentPartPr>
              <p14:xfrm>
                <a:off x="4475958" y="4262650"/>
                <a:ext cx="116640" cy="21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523EE3-1E3F-08C9-5AB1-5B370B3474F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457958" y="4244650"/>
                  <a:ext cx="1522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3B6B82-030F-609B-E4EB-BC228EF4D026}"/>
                    </a:ext>
                  </a:extLst>
                </p14:cNvPr>
                <p14:cNvContentPartPr/>
                <p14:nvPr/>
              </p14:nvContentPartPr>
              <p14:xfrm>
                <a:off x="4560198" y="4151410"/>
                <a:ext cx="18000" cy="20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3B6B82-030F-609B-E4EB-BC228EF4D0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42198" y="4133410"/>
                  <a:ext cx="5364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F526E30-15C3-DE82-4643-9702A73CC4C3}"/>
              </a:ext>
            </a:extLst>
          </p:cNvPr>
          <p:cNvGrpSpPr/>
          <p:nvPr/>
        </p:nvGrpSpPr>
        <p:grpSpPr>
          <a:xfrm>
            <a:off x="4870878" y="4106050"/>
            <a:ext cx="434520" cy="339120"/>
            <a:chOff x="4870878" y="4106050"/>
            <a:chExt cx="43452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001D73-F556-6707-A903-6FFA42A3FA61}"/>
                    </a:ext>
                  </a:extLst>
                </p14:cNvPr>
                <p14:cNvContentPartPr/>
                <p14:nvPr/>
              </p14:nvContentPartPr>
              <p14:xfrm>
                <a:off x="4870878" y="4106050"/>
                <a:ext cx="179640" cy="256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001D73-F556-6707-A903-6FFA42A3FA6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52878" y="4088050"/>
                  <a:ext cx="2152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3541BBD-A84D-4679-76AD-A1AD263C6587}"/>
                    </a:ext>
                  </a:extLst>
                </p14:cNvPr>
                <p14:cNvContentPartPr/>
                <p14:nvPr/>
              </p14:nvContentPartPr>
              <p14:xfrm>
                <a:off x="5164278" y="4232770"/>
                <a:ext cx="141120" cy="212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3541BBD-A84D-4679-76AD-A1AD263C658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6638" y="4215130"/>
                  <a:ext cx="17676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10BDA4-112D-02B3-60A5-2FDD9B37409B}"/>
              </a:ext>
            </a:extLst>
          </p:cNvPr>
          <p:cNvGrpSpPr/>
          <p:nvPr/>
        </p:nvGrpSpPr>
        <p:grpSpPr>
          <a:xfrm>
            <a:off x="6806238" y="4608610"/>
            <a:ext cx="630360" cy="543960"/>
            <a:chOff x="6806238" y="4608610"/>
            <a:chExt cx="630360" cy="54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2FE958A-5E0F-66A2-FD7D-C31511E77296}"/>
                    </a:ext>
                  </a:extLst>
                </p14:cNvPr>
                <p14:cNvContentPartPr/>
                <p14:nvPr/>
              </p14:nvContentPartPr>
              <p14:xfrm>
                <a:off x="7012518" y="4608610"/>
                <a:ext cx="79560" cy="542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2FE958A-5E0F-66A2-FD7D-C31511E7729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94518" y="4590610"/>
                  <a:ext cx="11520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3AE72DC-B138-B5EE-2576-B2D1C3371E26}"/>
                    </a:ext>
                  </a:extLst>
                </p14:cNvPr>
                <p14:cNvContentPartPr/>
                <p14:nvPr/>
              </p14:nvContentPartPr>
              <p14:xfrm>
                <a:off x="6806238" y="5089210"/>
                <a:ext cx="630360" cy="63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3AE72DC-B138-B5EE-2576-B2D1C3371E2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88238" y="5071210"/>
                  <a:ext cx="66600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3EDF5D0-6F69-4D0A-9FAB-4EE03D266171}"/>
              </a:ext>
            </a:extLst>
          </p:cNvPr>
          <p:cNvGrpSpPr/>
          <p:nvPr/>
        </p:nvGrpSpPr>
        <p:grpSpPr>
          <a:xfrm>
            <a:off x="6988758" y="5292250"/>
            <a:ext cx="702720" cy="274320"/>
            <a:chOff x="6988758" y="5292250"/>
            <a:chExt cx="70272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C79C49-E0B1-D1EA-82C8-2B5E198CC746}"/>
                    </a:ext>
                  </a:extLst>
                </p14:cNvPr>
                <p14:cNvContentPartPr/>
                <p14:nvPr/>
              </p14:nvContentPartPr>
              <p14:xfrm>
                <a:off x="6988758" y="5292250"/>
                <a:ext cx="291960" cy="274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C79C49-E0B1-D1EA-82C8-2B5E198CC74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71118" y="5274610"/>
                  <a:ext cx="3276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2760397-41DC-ED3D-C7BF-C5EF5962C8DB}"/>
                    </a:ext>
                  </a:extLst>
                </p14:cNvPr>
                <p14:cNvContentPartPr/>
                <p14:nvPr/>
              </p14:nvContentPartPr>
              <p14:xfrm>
                <a:off x="7305918" y="5419690"/>
                <a:ext cx="87480" cy="131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2760397-41DC-ED3D-C7BF-C5EF5962C8D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287918" y="5401690"/>
                  <a:ext cx="12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969F0-B691-F999-9BAB-129539D718E5}"/>
                    </a:ext>
                  </a:extLst>
                </p14:cNvPr>
                <p14:cNvContentPartPr/>
                <p14:nvPr/>
              </p14:nvContentPartPr>
              <p14:xfrm>
                <a:off x="7498518" y="5404930"/>
                <a:ext cx="192960" cy="154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969F0-B691-F999-9BAB-129539D718E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80518" y="5386930"/>
                  <a:ext cx="2286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FB3C899-2BB3-DECE-D0CC-2A7324D47433}"/>
              </a:ext>
            </a:extLst>
          </p:cNvPr>
          <p:cNvGrpSpPr/>
          <p:nvPr/>
        </p:nvGrpSpPr>
        <p:grpSpPr>
          <a:xfrm>
            <a:off x="7924398" y="4985170"/>
            <a:ext cx="163080" cy="118440"/>
            <a:chOff x="7924398" y="4985170"/>
            <a:chExt cx="163080" cy="11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0C8DE7-B8A3-1F93-B9D3-91679D8DE1A1}"/>
                    </a:ext>
                  </a:extLst>
                </p14:cNvPr>
                <p14:cNvContentPartPr/>
                <p14:nvPr/>
              </p14:nvContentPartPr>
              <p14:xfrm>
                <a:off x="7948158" y="4985170"/>
                <a:ext cx="34920" cy="27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0C8DE7-B8A3-1F93-B9D3-91679D8DE1A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30518" y="4967170"/>
                  <a:ext cx="70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B2C0630-D304-CCC4-AC64-E853C3E4ED9B}"/>
                    </a:ext>
                  </a:extLst>
                </p14:cNvPr>
                <p14:cNvContentPartPr/>
                <p14:nvPr/>
              </p14:nvContentPartPr>
              <p14:xfrm>
                <a:off x="7924398" y="5051050"/>
                <a:ext cx="163080" cy="52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B2C0630-D304-CCC4-AC64-E853C3E4ED9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06758" y="5033410"/>
                  <a:ext cx="198720" cy="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B4BBF1D8-94B3-4064-9C70-CA9DCA133E35}"/>
                  </a:ext>
                </a:extLst>
              </p14:cNvPr>
              <p14:cNvContentPartPr/>
              <p14:nvPr/>
            </p14:nvContentPartPr>
            <p14:xfrm>
              <a:off x="8535678" y="4590610"/>
              <a:ext cx="103320" cy="4554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B4BBF1D8-94B3-4064-9C70-CA9DCA133E3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517678" y="4572610"/>
                <a:ext cx="138960" cy="49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1837B5D4-EA86-F33A-CFFD-5104ABDDEDAB}"/>
                  </a:ext>
                </a:extLst>
              </p14:cNvPr>
              <p14:cNvContentPartPr/>
              <p14:nvPr/>
            </p14:nvContentPartPr>
            <p14:xfrm>
              <a:off x="8421918" y="5029810"/>
              <a:ext cx="521280" cy="190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1837B5D4-EA86-F33A-CFFD-5104ABDDEDAB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404278" y="5011810"/>
                <a:ext cx="55692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7AB36E2-2FD3-734F-48E9-C8B5C0D5E5C2}"/>
                  </a:ext>
                </a:extLst>
              </p14:cNvPr>
              <p14:cNvContentPartPr/>
              <p14:nvPr/>
            </p14:nvContentPartPr>
            <p14:xfrm>
              <a:off x="8511558" y="5190010"/>
              <a:ext cx="258120" cy="3196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7AB36E2-2FD3-734F-48E9-C8B5C0D5E5C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493918" y="5172010"/>
                <a:ext cx="293760" cy="35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0C31D01-F03D-9359-8AE0-8FC843CC9DEC}"/>
                  </a:ext>
                </a:extLst>
              </p14:cNvPr>
              <p14:cNvContentPartPr/>
              <p14:nvPr/>
            </p14:nvContentPartPr>
            <p14:xfrm>
              <a:off x="8824038" y="5336530"/>
              <a:ext cx="18360" cy="2242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0C31D01-F03D-9359-8AE0-8FC843CC9DE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806398" y="5318890"/>
                <a:ext cx="5400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9499229-EE3A-4310-C59A-4BDD64C13499}"/>
                  </a:ext>
                </a:extLst>
              </p14:cNvPr>
              <p14:cNvContentPartPr/>
              <p14:nvPr/>
            </p14:nvContentPartPr>
            <p14:xfrm>
              <a:off x="9154158" y="4877530"/>
              <a:ext cx="131040" cy="280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9499229-EE3A-4310-C59A-4BDD64C13499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136518" y="4859530"/>
                <a:ext cx="1666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B270F14-6D77-47C3-A02A-0075773296FB}"/>
                  </a:ext>
                </a:extLst>
              </p14:cNvPr>
              <p14:cNvContentPartPr/>
              <p14:nvPr/>
            </p14:nvContentPartPr>
            <p14:xfrm>
              <a:off x="9260358" y="4779610"/>
              <a:ext cx="9000" cy="1940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B270F14-6D77-47C3-A02A-0075773296F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242718" y="4761610"/>
                <a:ext cx="4464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C888079-5AC2-1267-5B1F-FA7164CDCEF9}"/>
                  </a:ext>
                </a:extLst>
              </p14:cNvPr>
              <p14:cNvContentPartPr/>
              <p14:nvPr/>
            </p14:nvContentPartPr>
            <p14:xfrm>
              <a:off x="9517758" y="4445530"/>
              <a:ext cx="78840" cy="3607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C888079-5AC2-1267-5B1F-FA7164CDCE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9499758" y="4427890"/>
                <a:ext cx="114480" cy="39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67198A-271B-4954-E6AA-E139C2C909A8}"/>
                  </a:ext>
                </a:extLst>
              </p14:cNvPr>
              <p14:cNvContentPartPr/>
              <p14:nvPr/>
            </p14:nvContentPartPr>
            <p14:xfrm>
              <a:off x="9481398" y="4845130"/>
              <a:ext cx="297000" cy="529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67198A-271B-4954-E6AA-E139C2C909A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463398" y="4827130"/>
                <a:ext cx="33264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698CD8D-97B0-E5E1-5924-5CD900C9482B}"/>
                  </a:ext>
                </a:extLst>
              </p14:cNvPr>
              <p14:cNvContentPartPr/>
              <p14:nvPr/>
            </p14:nvContentPartPr>
            <p14:xfrm>
              <a:off x="9560958" y="5056810"/>
              <a:ext cx="202680" cy="2214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698CD8D-97B0-E5E1-5924-5CD900C9482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543318" y="5038810"/>
                <a:ext cx="23832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34C0E93-D8E0-B57C-B383-471BD2A7BFEC}"/>
                  </a:ext>
                </a:extLst>
              </p14:cNvPr>
              <p14:cNvContentPartPr/>
              <p14:nvPr/>
            </p14:nvContentPartPr>
            <p14:xfrm>
              <a:off x="9871638" y="5157610"/>
              <a:ext cx="170640" cy="874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34C0E93-D8E0-B57C-B383-471BD2A7BFE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853998" y="5139610"/>
                <a:ext cx="206280" cy="12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36FB498-C7EB-5F87-E129-08972EF0979D}"/>
                  </a:ext>
                </a:extLst>
              </p14:cNvPr>
              <p14:cNvContentPartPr/>
              <p14:nvPr/>
            </p14:nvContentPartPr>
            <p14:xfrm>
              <a:off x="10121478" y="4773130"/>
              <a:ext cx="145440" cy="349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36FB498-C7EB-5F87-E129-08972EF0979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103478" y="4755490"/>
                <a:ext cx="1810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5E3DA07-7724-15A0-4DC5-8A655226B6F5}"/>
                  </a:ext>
                </a:extLst>
              </p14:cNvPr>
              <p14:cNvContentPartPr/>
              <p14:nvPr/>
            </p14:nvContentPartPr>
            <p14:xfrm>
              <a:off x="10176558" y="4712290"/>
              <a:ext cx="15480" cy="13608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5E3DA07-7724-15A0-4DC5-8A655226B6F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0158918" y="4694290"/>
                <a:ext cx="5112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C6ECF9F-4086-D1AC-1515-560A8A500D33}"/>
                  </a:ext>
                </a:extLst>
              </p14:cNvPr>
              <p14:cNvContentPartPr/>
              <p14:nvPr/>
            </p14:nvContentPartPr>
            <p14:xfrm>
              <a:off x="10491558" y="4401610"/>
              <a:ext cx="88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C6ECF9F-4086-D1AC-1515-560A8A500D3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473918" y="4383610"/>
                <a:ext cx="124560" cy="48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A73246F-F24A-651F-F5DB-B27520D38349}"/>
                  </a:ext>
                </a:extLst>
              </p14:cNvPr>
              <p14:cNvContentPartPr/>
              <p14:nvPr/>
            </p14:nvContentPartPr>
            <p14:xfrm>
              <a:off x="10389678" y="4849450"/>
              <a:ext cx="340200" cy="270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A73246F-F24A-651F-F5DB-B27520D3834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0371678" y="4831450"/>
                <a:ext cx="37584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2B0F02-AD5E-465E-ED10-C78EAE464BBA}"/>
              </a:ext>
            </a:extLst>
          </p:cNvPr>
          <p:cNvGrpSpPr/>
          <p:nvPr/>
        </p:nvGrpSpPr>
        <p:grpSpPr>
          <a:xfrm>
            <a:off x="10525038" y="5075530"/>
            <a:ext cx="520920" cy="332640"/>
            <a:chOff x="10525038" y="5075530"/>
            <a:chExt cx="520920" cy="33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E8E3D40-F594-A5F2-C7B1-859DDA7C0AA0}"/>
                    </a:ext>
                  </a:extLst>
                </p14:cNvPr>
                <p14:cNvContentPartPr/>
                <p14:nvPr/>
              </p14:nvContentPartPr>
              <p14:xfrm>
                <a:off x="10525038" y="5075530"/>
                <a:ext cx="216720" cy="332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E8E3D40-F594-A5F2-C7B1-859DDA7C0A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07038" y="5057890"/>
                  <a:ext cx="2523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A435CDE-DAEC-DDE7-F2B9-485EB97A9010}"/>
                    </a:ext>
                  </a:extLst>
                </p14:cNvPr>
                <p14:cNvContentPartPr/>
                <p14:nvPr/>
              </p14:nvContentPartPr>
              <p14:xfrm>
                <a:off x="10603518" y="5297290"/>
                <a:ext cx="161640" cy="75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A435CDE-DAEC-DDE7-F2B9-485EB97A901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585878" y="5279650"/>
                  <a:ext cx="197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9E46E0-DFC9-7F07-C5E6-F940DD1CA7A6}"/>
                    </a:ext>
                  </a:extLst>
                </p14:cNvPr>
                <p14:cNvContentPartPr/>
                <p14:nvPr/>
              </p14:nvContentPartPr>
              <p14:xfrm>
                <a:off x="10890438" y="5203330"/>
                <a:ext cx="155520" cy="178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9E46E0-DFC9-7F07-C5E6-F940DD1CA7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872438" y="5185330"/>
                  <a:ext cx="191160" cy="213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64711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CA1E0-292A-48B6-7A08-676257FA2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1CA5-59A2-289B-170C-5A164CEDE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404EE-350A-F467-C2F0-0634B37D6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52ADA4F-1BE4-36B7-3F23-77B6C0CE6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A, B,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each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sources as shown. Determine the voltages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 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2049" name="Picture 2" descr="A diagram of a circuit&#10;&#10;Description automatically generated">
            <a:extLst>
              <a:ext uri="{FF2B5EF4-FFF2-40B4-BE49-F238E27FC236}">
                <a16:creationId xmlns:a16="http://schemas.microsoft.com/office/drawing/2014/main" id="{1651FE7D-F4A7-F5F5-1E51-24B9D032DF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59" y="1761215"/>
            <a:ext cx="1683992" cy="4094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76E4E7E-2FD9-F00B-9058-CCFB7B31CE13}"/>
              </a:ext>
            </a:extLst>
          </p:cNvPr>
          <p:cNvGrpSpPr/>
          <p:nvPr/>
        </p:nvGrpSpPr>
        <p:grpSpPr>
          <a:xfrm>
            <a:off x="3434971" y="1613380"/>
            <a:ext cx="507240" cy="2827800"/>
            <a:chOff x="3434971" y="1613380"/>
            <a:chExt cx="507240" cy="282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27D2FB8-734E-66F4-C56E-AA902B3569D7}"/>
                    </a:ext>
                  </a:extLst>
                </p14:cNvPr>
                <p14:cNvContentPartPr/>
                <p14:nvPr/>
              </p14:nvContentPartPr>
              <p14:xfrm>
                <a:off x="3434971" y="1613380"/>
                <a:ext cx="469440" cy="709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27D2FB8-734E-66F4-C56E-AA902B3569D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16957" y="1595380"/>
                  <a:ext cx="505107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C78C68B-40AF-3FAB-94E7-972AE8097A24}"/>
                    </a:ext>
                  </a:extLst>
                </p14:cNvPr>
                <p14:cNvContentPartPr/>
                <p14:nvPr/>
              </p14:nvContentPartPr>
              <p14:xfrm>
                <a:off x="3448291" y="2688340"/>
                <a:ext cx="456840" cy="714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C78C68B-40AF-3FAB-94E7-972AE8097A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430291" y="2670331"/>
                  <a:ext cx="492480" cy="7506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AD2450-FA02-0CA2-2E50-617921C0EE77}"/>
                    </a:ext>
                  </a:extLst>
                </p14:cNvPr>
                <p14:cNvContentPartPr/>
                <p14:nvPr/>
              </p14:nvContentPartPr>
              <p14:xfrm>
                <a:off x="3458371" y="3738820"/>
                <a:ext cx="483840" cy="702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AD2450-FA02-0CA2-2E50-617921C0EE7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440371" y="3720820"/>
                  <a:ext cx="519480" cy="73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FA3346-8ADF-E6A5-7BBA-65CC1BC8C197}"/>
              </a:ext>
            </a:extLst>
          </p:cNvPr>
          <p:cNvGrpSpPr/>
          <p:nvPr/>
        </p:nvGrpSpPr>
        <p:grpSpPr>
          <a:xfrm>
            <a:off x="4536571" y="2257060"/>
            <a:ext cx="789120" cy="2936520"/>
            <a:chOff x="4536571" y="2257060"/>
            <a:chExt cx="789120" cy="29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D937445-0BBD-4BC3-4DFD-0498C8028CE8}"/>
                    </a:ext>
                  </a:extLst>
                </p14:cNvPr>
                <p14:cNvContentPartPr/>
                <p14:nvPr/>
              </p14:nvContentPartPr>
              <p14:xfrm>
                <a:off x="4536571" y="4381060"/>
                <a:ext cx="380880" cy="81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D937445-0BBD-4BC3-4DFD-0498C8028CE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18554" y="4363068"/>
                  <a:ext cx="416554" cy="8481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0E9834D-D4DB-AB1B-D4DA-0458A582306D}"/>
                    </a:ext>
                  </a:extLst>
                </p14:cNvPr>
                <p14:cNvContentPartPr/>
                <p14:nvPr/>
              </p14:nvContentPartPr>
              <p14:xfrm>
                <a:off x="5015731" y="4274860"/>
                <a:ext cx="309960" cy="612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0E9834D-D4DB-AB1B-D4DA-0458A582306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97710" y="4256849"/>
                  <a:ext cx="345641" cy="647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A7B9D75-79FB-6B26-DABC-A43BFEA37AA8}"/>
                    </a:ext>
                  </a:extLst>
                </p14:cNvPr>
                <p14:cNvContentPartPr/>
                <p14:nvPr/>
              </p14:nvContentPartPr>
              <p14:xfrm>
                <a:off x="4610371" y="3298900"/>
                <a:ext cx="174240" cy="792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A7B9D75-79FB-6B26-DABC-A43BFEA37AA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592334" y="3280900"/>
                  <a:ext cx="209954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587D8BF-C2D5-B5AA-9C05-41F649A76037}"/>
                    </a:ext>
                  </a:extLst>
                </p14:cNvPr>
                <p14:cNvContentPartPr/>
                <p14:nvPr/>
              </p14:nvContentPartPr>
              <p14:xfrm>
                <a:off x="4909891" y="3227260"/>
                <a:ext cx="286920" cy="975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587D8BF-C2D5-B5AA-9C05-41F649A7603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91891" y="3209253"/>
                  <a:ext cx="322560" cy="10108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F06A840-A9C1-8047-97AA-167093279621}"/>
                    </a:ext>
                  </a:extLst>
                </p14:cNvPr>
                <p14:cNvContentPartPr/>
                <p14:nvPr/>
              </p14:nvContentPartPr>
              <p14:xfrm>
                <a:off x="4565731" y="2257060"/>
                <a:ext cx="585720" cy="655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F06A840-A9C1-8047-97AA-16709327962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547731" y="2239060"/>
                  <a:ext cx="621360" cy="69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369C3FF-3591-21B4-7F49-820313213B0A}"/>
                  </a:ext>
                </a:extLst>
              </p14:cNvPr>
              <p14:cNvContentPartPr/>
              <p14:nvPr/>
            </p14:nvContentPartPr>
            <p14:xfrm>
              <a:off x="4731331" y="5593180"/>
              <a:ext cx="161280" cy="3056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369C3FF-3591-21B4-7F49-820313213B0A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713331" y="5575540"/>
                <a:ext cx="196920" cy="34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679587E-B33E-7482-67F3-17FCD492A327}"/>
              </a:ext>
            </a:extLst>
          </p:cNvPr>
          <p:cNvGrpSpPr/>
          <p:nvPr/>
        </p:nvGrpSpPr>
        <p:grpSpPr>
          <a:xfrm>
            <a:off x="5078731" y="5646100"/>
            <a:ext cx="963000" cy="305280"/>
            <a:chOff x="5078731" y="5646100"/>
            <a:chExt cx="963000" cy="3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74A3C9E-0E18-5BFA-830F-759DDA899850}"/>
                    </a:ext>
                  </a:extLst>
                </p14:cNvPr>
                <p14:cNvContentPartPr/>
                <p14:nvPr/>
              </p14:nvContentPartPr>
              <p14:xfrm>
                <a:off x="5078731" y="5763820"/>
                <a:ext cx="55800" cy="9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74A3C9E-0E18-5BFA-830F-759DDA89985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061091" y="5745820"/>
                  <a:ext cx="914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76C5476-2D62-0C90-4D00-CBCD5D3D8B1E}"/>
                    </a:ext>
                  </a:extLst>
                </p14:cNvPr>
                <p14:cNvContentPartPr/>
                <p14:nvPr/>
              </p14:nvContentPartPr>
              <p14:xfrm>
                <a:off x="5125891" y="5819260"/>
                <a:ext cx="79560" cy="25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76C5476-2D62-0C90-4D00-CBCD5D3D8B1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108251" y="5801260"/>
                  <a:ext cx="1152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032220F-02C7-E1CD-820F-86B3D81D5558}"/>
                    </a:ext>
                  </a:extLst>
                </p14:cNvPr>
                <p14:cNvContentPartPr/>
                <p14:nvPr/>
              </p14:nvContentPartPr>
              <p14:xfrm>
                <a:off x="5328211" y="5646100"/>
                <a:ext cx="208800" cy="305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032220F-02C7-E1CD-820F-86B3D81D555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310211" y="5628100"/>
                  <a:ext cx="2444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FD4CD26-B4EE-C65F-7E39-29858C07670F}"/>
                    </a:ext>
                  </a:extLst>
                </p14:cNvPr>
                <p14:cNvContentPartPr/>
                <p14:nvPr/>
              </p14:nvContentPartPr>
              <p14:xfrm>
                <a:off x="5616931" y="5737900"/>
                <a:ext cx="24120" cy="182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FD4CD26-B4EE-C65F-7E39-29858C07670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99291" y="5720260"/>
                  <a:ext cx="597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44D3A46-3861-3015-67A3-8272FE4C32B6}"/>
                    </a:ext>
                  </a:extLst>
                </p14:cNvPr>
                <p14:cNvContentPartPr/>
                <p14:nvPr/>
              </p14:nvContentPartPr>
              <p14:xfrm>
                <a:off x="5626651" y="5704420"/>
                <a:ext cx="132120" cy="107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44D3A46-3861-3015-67A3-8272FE4C32B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609011" y="5686420"/>
                  <a:ext cx="1677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F421EC3-FBBF-C485-5F51-83CFED6552B0}"/>
                    </a:ext>
                  </a:extLst>
                </p14:cNvPr>
                <p14:cNvContentPartPr/>
                <p14:nvPr/>
              </p14:nvContentPartPr>
              <p14:xfrm>
                <a:off x="5854891" y="5673820"/>
                <a:ext cx="85680" cy="225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F421EC3-FBBF-C485-5F51-83CFED6552B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837251" y="5656180"/>
                  <a:ext cx="1213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CD85897-3F33-CDF2-CE60-7C6F3AA76177}"/>
                    </a:ext>
                  </a:extLst>
                </p14:cNvPr>
                <p14:cNvContentPartPr/>
                <p14:nvPr/>
              </p14:nvContentPartPr>
              <p14:xfrm>
                <a:off x="5854531" y="5693260"/>
                <a:ext cx="187200" cy="234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CD85897-3F33-CDF2-CE60-7C6F3AA7617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836891" y="5675260"/>
                  <a:ext cx="22284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57FD4F0-DD0A-E60B-D50E-00AF3C8F7D7D}"/>
              </a:ext>
            </a:extLst>
          </p:cNvPr>
          <p:cNvGrpSpPr/>
          <p:nvPr/>
        </p:nvGrpSpPr>
        <p:grpSpPr>
          <a:xfrm>
            <a:off x="4303291" y="4144180"/>
            <a:ext cx="2422800" cy="384480"/>
            <a:chOff x="4303291" y="4144180"/>
            <a:chExt cx="242280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6BC6B68-0FCC-7DF6-17C7-B7F6577C34D1}"/>
                    </a:ext>
                  </a:extLst>
                </p14:cNvPr>
                <p14:cNvContentPartPr/>
                <p14:nvPr/>
              </p14:nvContentPartPr>
              <p14:xfrm>
                <a:off x="4315531" y="4144180"/>
                <a:ext cx="55800" cy="75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6BC6B68-0FCC-7DF6-17C7-B7F6577C34D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297891" y="4126540"/>
                  <a:ext cx="914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0568264-80CD-C17D-4954-24541B53AD7E}"/>
                    </a:ext>
                  </a:extLst>
                </p14:cNvPr>
                <p14:cNvContentPartPr/>
                <p14:nvPr/>
              </p14:nvContentPartPr>
              <p14:xfrm>
                <a:off x="4303291" y="4180900"/>
                <a:ext cx="1634760" cy="38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0568264-80CD-C17D-4954-24541B53AD7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85291" y="4163260"/>
                  <a:ext cx="16704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3ACB466-5875-7862-554B-5EE3D7FDA93D}"/>
                    </a:ext>
                  </a:extLst>
                </p14:cNvPr>
                <p14:cNvContentPartPr/>
                <p14:nvPr/>
              </p14:nvContentPartPr>
              <p14:xfrm>
                <a:off x="5934811" y="4148500"/>
                <a:ext cx="52920" cy="87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3ACB466-5875-7862-554B-5EE3D7FDA93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916811" y="4130860"/>
                  <a:ext cx="885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2517C80-C4AE-E535-F564-8540E83886FF}"/>
                    </a:ext>
                  </a:extLst>
                </p14:cNvPr>
                <p14:cNvContentPartPr/>
                <p14:nvPr/>
              </p14:nvContentPartPr>
              <p14:xfrm>
                <a:off x="6225691" y="4208980"/>
                <a:ext cx="249480" cy="319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2517C80-C4AE-E535-F564-8540E83886F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07691" y="4190980"/>
                  <a:ext cx="285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BA8190-346A-713F-16C0-2BC4808F8175}"/>
                    </a:ext>
                  </a:extLst>
                </p14:cNvPr>
                <p14:cNvContentPartPr/>
                <p14:nvPr/>
              </p14:nvContentPartPr>
              <p14:xfrm>
                <a:off x="6583531" y="4199980"/>
                <a:ext cx="142560" cy="1724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BA8190-346A-713F-16C0-2BC4808F817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65891" y="4181980"/>
                  <a:ext cx="178200" cy="20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6C223B0-6D9F-1348-F8DF-DC48779F0EC7}"/>
              </a:ext>
            </a:extLst>
          </p:cNvPr>
          <p:cNvGrpSpPr/>
          <p:nvPr/>
        </p:nvGrpSpPr>
        <p:grpSpPr>
          <a:xfrm>
            <a:off x="4360531" y="2920540"/>
            <a:ext cx="2685240" cy="295920"/>
            <a:chOff x="4360531" y="2920540"/>
            <a:chExt cx="268524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A24EE18-D3D1-922D-4F9D-AC4487E762B3}"/>
                    </a:ext>
                  </a:extLst>
                </p14:cNvPr>
                <p14:cNvContentPartPr/>
                <p14:nvPr/>
              </p14:nvContentPartPr>
              <p14:xfrm>
                <a:off x="4360531" y="3013060"/>
                <a:ext cx="1710360" cy="138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A24EE18-D3D1-922D-4F9D-AC4487E762B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342891" y="2995060"/>
                  <a:ext cx="1746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8B365BB-AE05-6EF7-B603-94AF5C3C1EC5}"/>
                    </a:ext>
                  </a:extLst>
                </p14:cNvPr>
                <p14:cNvContentPartPr/>
                <p14:nvPr/>
              </p14:nvContentPartPr>
              <p14:xfrm>
                <a:off x="6293371" y="2920540"/>
                <a:ext cx="215280" cy="295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8B365BB-AE05-6EF7-B603-94AF5C3C1EC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275731" y="2902540"/>
                  <a:ext cx="2509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32FACA-739D-8EC0-A88D-D9E1C8343CF5}"/>
                    </a:ext>
                  </a:extLst>
                </p14:cNvPr>
                <p14:cNvContentPartPr/>
                <p14:nvPr/>
              </p14:nvContentPartPr>
              <p14:xfrm>
                <a:off x="6566971" y="3000820"/>
                <a:ext cx="172080" cy="44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32FACA-739D-8EC0-A88D-D9E1C8343CF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48971" y="2983180"/>
                  <a:ext cx="207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60C394-9957-0B00-330C-D8290CA48331}"/>
                    </a:ext>
                  </a:extLst>
                </p14:cNvPr>
                <p14:cNvContentPartPr/>
                <p14:nvPr/>
              </p14:nvContentPartPr>
              <p14:xfrm>
                <a:off x="6680371" y="2934940"/>
                <a:ext cx="56520" cy="191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60C394-9957-0B00-330C-D8290CA4833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662731" y="2916940"/>
                  <a:ext cx="92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EE2EF44-E2AB-2C97-5159-1B6E9A0CCFBB}"/>
                    </a:ext>
                  </a:extLst>
                </p14:cNvPr>
                <p14:cNvContentPartPr/>
                <p14:nvPr/>
              </p14:nvContentPartPr>
              <p14:xfrm>
                <a:off x="6887011" y="2923420"/>
                <a:ext cx="158760" cy="254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EE2EF44-E2AB-2C97-5159-1B6E9A0CCFB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869371" y="2905420"/>
                  <a:ext cx="194400" cy="28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B335735-90E9-BDCC-270F-8E01485ECCBD}"/>
              </a:ext>
            </a:extLst>
          </p:cNvPr>
          <p:cNvGrpSpPr/>
          <p:nvPr/>
        </p:nvGrpSpPr>
        <p:grpSpPr>
          <a:xfrm>
            <a:off x="4327051" y="1820380"/>
            <a:ext cx="3241080" cy="316080"/>
            <a:chOff x="4327051" y="1820380"/>
            <a:chExt cx="324108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6AD8F7D-0665-EA9C-E1EB-F454091D6D73}"/>
                    </a:ext>
                  </a:extLst>
                </p14:cNvPr>
                <p14:cNvContentPartPr/>
                <p14:nvPr/>
              </p14:nvContentPartPr>
              <p14:xfrm>
                <a:off x="4327051" y="1943860"/>
                <a:ext cx="1625400" cy="84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6AD8F7D-0665-EA9C-E1EB-F454091D6D7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309411" y="1925860"/>
                  <a:ext cx="16610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4409C24-3689-430C-2D6D-9735E05A79C0}"/>
                    </a:ext>
                  </a:extLst>
                </p14:cNvPr>
                <p14:cNvContentPartPr/>
                <p14:nvPr/>
              </p14:nvContentPartPr>
              <p14:xfrm>
                <a:off x="6313171" y="1849540"/>
                <a:ext cx="186840" cy="286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4409C24-3689-430C-2D6D-9735E05A79C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95531" y="1831900"/>
                  <a:ext cx="2224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E897818-4D25-D00B-053B-EBE9E3D51F3C}"/>
                    </a:ext>
                  </a:extLst>
                </p14:cNvPr>
                <p14:cNvContentPartPr/>
                <p14:nvPr/>
              </p14:nvContentPartPr>
              <p14:xfrm>
                <a:off x="6603691" y="1906060"/>
                <a:ext cx="193320" cy="51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E897818-4D25-D00B-053B-EBE9E3D51F3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586051" y="1888060"/>
                  <a:ext cx="2289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87C790-EC67-0EE6-4DE8-1549E784284A}"/>
                    </a:ext>
                  </a:extLst>
                </p14:cNvPr>
                <p14:cNvContentPartPr/>
                <p14:nvPr/>
              </p14:nvContentPartPr>
              <p14:xfrm>
                <a:off x="6683251" y="1828660"/>
                <a:ext cx="38520" cy="206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87C790-EC67-0EE6-4DE8-1549E784284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665611" y="1810660"/>
                  <a:ext cx="741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87F709-DA48-20E4-82DC-32C01ADFB0D7}"/>
                    </a:ext>
                  </a:extLst>
                </p14:cNvPr>
                <p14:cNvContentPartPr/>
                <p14:nvPr/>
              </p14:nvContentPartPr>
              <p14:xfrm>
                <a:off x="6872251" y="1843420"/>
                <a:ext cx="168120" cy="245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87F709-DA48-20E4-82DC-32C01ADFB0D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854611" y="1825420"/>
                  <a:ext cx="2037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E1F9D3D-8609-14F9-769E-66B37D33E4FF}"/>
                    </a:ext>
                  </a:extLst>
                </p14:cNvPr>
                <p14:cNvContentPartPr/>
                <p14:nvPr/>
              </p14:nvContentPartPr>
              <p14:xfrm>
                <a:off x="7104451" y="1890220"/>
                <a:ext cx="181800" cy="44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E1F9D3D-8609-14F9-769E-66B37D33E4F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086811" y="1872220"/>
                  <a:ext cx="217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9D89E42-4087-0223-AD3B-583199C18680}"/>
                    </a:ext>
                  </a:extLst>
                </p14:cNvPr>
                <p14:cNvContentPartPr/>
                <p14:nvPr/>
              </p14:nvContentPartPr>
              <p14:xfrm>
                <a:off x="7200571" y="1854580"/>
                <a:ext cx="32760" cy="191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9D89E42-4087-0223-AD3B-583199C1868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182571" y="1836580"/>
                  <a:ext cx="684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1403F55-34E9-AF3E-E52B-78EB172E4D92}"/>
                    </a:ext>
                  </a:extLst>
                </p14:cNvPr>
                <p14:cNvContentPartPr/>
                <p14:nvPr/>
              </p14:nvContentPartPr>
              <p14:xfrm>
                <a:off x="7390291" y="1820380"/>
                <a:ext cx="177840" cy="275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1403F55-34E9-AF3E-E52B-78EB172E4D9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372651" y="1802740"/>
                  <a:ext cx="213480" cy="310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62366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BDDC7-B36B-96DF-184E-37CDA4746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1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D8EF7-3271-3992-09F0-9CD104FDEF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FDE7B12-8930-9311-191C-63F424FBC1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A, B,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each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sources as shown. Determine the voltages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 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​,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 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2049" name="Picture 2" descr="A diagram of a circuit&#10;&#10;Description automatically generated">
            <a:extLst>
              <a:ext uri="{FF2B5EF4-FFF2-40B4-BE49-F238E27FC236}">
                <a16:creationId xmlns:a16="http://schemas.microsoft.com/office/drawing/2014/main" id="{B98F3ADE-36F6-15D3-DE34-FB1DD5796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59" y="1761215"/>
            <a:ext cx="1683992" cy="4094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D03F660-4472-A396-025C-A7E7CD7273FC}"/>
              </a:ext>
            </a:extLst>
          </p:cNvPr>
          <p:cNvGrpSpPr/>
          <p:nvPr/>
        </p:nvGrpSpPr>
        <p:grpSpPr>
          <a:xfrm>
            <a:off x="3434971" y="1613380"/>
            <a:ext cx="507240" cy="2827800"/>
            <a:chOff x="3434971" y="1613380"/>
            <a:chExt cx="507240" cy="282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1227AB0-4929-F9C9-C67D-E22B00F6B8C8}"/>
                    </a:ext>
                  </a:extLst>
                </p14:cNvPr>
                <p14:cNvContentPartPr/>
                <p14:nvPr/>
              </p14:nvContentPartPr>
              <p14:xfrm>
                <a:off x="3434971" y="1613380"/>
                <a:ext cx="469440" cy="709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1227AB0-4929-F9C9-C67D-E22B00F6B8C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17331" y="1595740"/>
                  <a:ext cx="50508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70F5A86-519C-8BCA-2922-2ACA95125C7E}"/>
                    </a:ext>
                  </a:extLst>
                </p14:cNvPr>
                <p14:cNvContentPartPr/>
                <p14:nvPr/>
              </p14:nvContentPartPr>
              <p14:xfrm>
                <a:off x="3448291" y="2688340"/>
                <a:ext cx="456840" cy="714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70F5A86-519C-8BCA-2922-2ACA95125C7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430651" y="2670700"/>
                  <a:ext cx="492480" cy="75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81DDDA0-CBE6-7B37-90AA-D1EDF102B383}"/>
                    </a:ext>
                  </a:extLst>
                </p14:cNvPr>
                <p14:cNvContentPartPr/>
                <p14:nvPr/>
              </p14:nvContentPartPr>
              <p14:xfrm>
                <a:off x="3458371" y="3738820"/>
                <a:ext cx="483840" cy="702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81DDDA0-CBE6-7B37-90AA-D1EDF102B3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440371" y="3720820"/>
                  <a:ext cx="519480" cy="73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E65DE04-E225-6BCE-70D5-60B56C28972A}"/>
              </a:ext>
            </a:extLst>
          </p:cNvPr>
          <p:cNvGrpSpPr/>
          <p:nvPr/>
        </p:nvGrpSpPr>
        <p:grpSpPr>
          <a:xfrm>
            <a:off x="4536571" y="2257060"/>
            <a:ext cx="789120" cy="2936520"/>
            <a:chOff x="4536571" y="2257060"/>
            <a:chExt cx="789120" cy="293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770B806-841F-6BFB-B7D4-AB074101EE08}"/>
                    </a:ext>
                  </a:extLst>
                </p14:cNvPr>
                <p14:cNvContentPartPr/>
                <p14:nvPr/>
              </p14:nvContentPartPr>
              <p14:xfrm>
                <a:off x="4536571" y="4381060"/>
                <a:ext cx="380880" cy="81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770B806-841F-6BFB-B7D4-AB074101EE0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18931" y="4363060"/>
                  <a:ext cx="416520" cy="84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B2B822D-0565-B3C9-76D6-60C06A8B2040}"/>
                    </a:ext>
                  </a:extLst>
                </p14:cNvPr>
                <p14:cNvContentPartPr/>
                <p14:nvPr/>
              </p14:nvContentPartPr>
              <p14:xfrm>
                <a:off x="5015731" y="4274860"/>
                <a:ext cx="309960" cy="612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B2B822D-0565-B3C9-76D6-60C06A8B204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98091" y="4257220"/>
                  <a:ext cx="345600" cy="64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B6FE2A-F734-3AC5-B3DC-1F4FD3B9A518}"/>
                    </a:ext>
                  </a:extLst>
                </p14:cNvPr>
                <p14:cNvContentPartPr/>
                <p14:nvPr/>
              </p14:nvContentPartPr>
              <p14:xfrm>
                <a:off x="4610371" y="3298900"/>
                <a:ext cx="174240" cy="792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B6FE2A-F734-3AC5-B3DC-1F4FD3B9A51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592731" y="3281260"/>
                  <a:ext cx="20988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CE2E759-5707-9FD1-544E-2CAD30B42C8E}"/>
                    </a:ext>
                  </a:extLst>
                </p14:cNvPr>
                <p14:cNvContentPartPr/>
                <p14:nvPr/>
              </p14:nvContentPartPr>
              <p14:xfrm>
                <a:off x="4909891" y="3227260"/>
                <a:ext cx="286920" cy="975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CE2E759-5707-9FD1-544E-2CAD30B42C8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92251" y="3209620"/>
                  <a:ext cx="322560" cy="10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FF2FA92-0FB7-1E7A-3796-B151BCDB71E3}"/>
                    </a:ext>
                  </a:extLst>
                </p14:cNvPr>
                <p14:cNvContentPartPr/>
                <p14:nvPr/>
              </p14:nvContentPartPr>
              <p14:xfrm>
                <a:off x="4565731" y="2257060"/>
                <a:ext cx="585720" cy="655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FF2FA92-0FB7-1E7A-3796-B151BCDB71E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548091" y="2239060"/>
                  <a:ext cx="621360" cy="69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47C177E-0442-573A-AE7A-6049235F2572}"/>
              </a:ext>
            </a:extLst>
          </p:cNvPr>
          <p:cNvGrpSpPr/>
          <p:nvPr/>
        </p:nvGrpSpPr>
        <p:grpSpPr>
          <a:xfrm>
            <a:off x="6099691" y="2076700"/>
            <a:ext cx="474480" cy="461520"/>
            <a:chOff x="6099691" y="2076700"/>
            <a:chExt cx="474480" cy="46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A921129-FDAB-E885-1893-55F3697CEF43}"/>
                    </a:ext>
                  </a:extLst>
                </p14:cNvPr>
                <p14:cNvContentPartPr/>
                <p14:nvPr/>
              </p14:nvContentPartPr>
              <p14:xfrm>
                <a:off x="6099691" y="2076700"/>
                <a:ext cx="223920" cy="31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A921129-FDAB-E885-1893-55F3697CEF4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082051" y="2059060"/>
                  <a:ext cx="2595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D83248-C0D9-4229-1DE8-B110AE343C52}"/>
                    </a:ext>
                  </a:extLst>
                </p14:cNvPr>
                <p14:cNvContentPartPr/>
                <p14:nvPr/>
              </p14:nvContentPartPr>
              <p14:xfrm>
                <a:off x="6446011" y="2328340"/>
                <a:ext cx="12960" cy="209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D83248-C0D9-4229-1DE8-B110AE343C5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428371" y="2310700"/>
                  <a:ext cx="4860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C11E76B-D42E-BB0C-2E0E-92596CC033BD}"/>
                    </a:ext>
                  </a:extLst>
                </p14:cNvPr>
                <p14:cNvContentPartPr/>
                <p14:nvPr/>
              </p14:nvContentPartPr>
              <p14:xfrm>
                <a:off x="6450331" y="2287300"/>
                <a:ext cx="106560" cy="116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C11E76B-D42E-BB0C-2E0E-92596CC033B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432691" y="2269300"/>
                  <a:ext cx="1422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760E15F-666E-F709-9BAA-E33EC65C616D}"/>
                    </a:ext>
                  </a:extLst>
                </p14:cNvPr>
                <p14:cNvContentPartPr/>
                <p14:nvPr/>
              </p14:nvContentPartPr>
              <p14:xfrm>
                <a:off x="6418651" y="2367220"/>
                <a:ext cx="155520" cy="46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760E15F-666E-F709-9BAA-E33EC65C616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00651" y="2349580"/>
                  <a:ext cx="19116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4922935-6CBC-CF48-F07A-E937102D83ED}"/>
              </a:ext>
            </a:extLst>
          </p:cNvPr>
          <p:cNvGrpSpPr/>
          <p:nvPr/>
        </p:nvGrpSpPr>
        <p:grpSpPr>
          <a:xfrm>
            <a:off x="6142531" y="2950420"/>
            <a:ext cx="491400" cy="423000"/>
            <a:chOff x="6142531" y="2950420"/>
            <a:chExt cx="49140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A47D94D-F677-09CE-7B1F-A971435B728A}"/>
                    </a:ext>
                  </a:extLst>
                </p14:cNvPr>
                <p14:cNvContentPartPr/>
                <p14:nvPr/>
              </p14:nvContentPartPr>
              <p14:xfrm>
                <a:off x="6142531" y="2950420"/>
                <a:ext cx="178560" cy="253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A47D94D-F677-09CE-7B1F-A971435B728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124531" y="2932780"/>
                  <a:ext cx="2142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299924C-D228-D3CB-D585-9F02CA8C8983}"/>
                    </a:ext>
                  </a:extLst>
                </p14:cNvPr>
                <p14:cNvContentPartPr/>
                <p14:nvPr/>
              </p14:nvContentPartPr>
              <p14:xfrm>
                <a:off x="6473731" y="3212500"/>
                <a:ext cx="37080" cy="160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299924C-D228-D3CB-D585-9F02CA8C898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455731" y="3194500"/>
                  <a:ext cx="727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59E84F7-B0AD-2281-2C9A-3B6620033EFE}"/>
                    </a:ext>
                  </a:extLst>
                </p14:cNvPr>
                <p14:cNvContentPartPr/>
                <p14:nvPr/>
              </p14:nvContentPartPr>
              <p14:xfrm>
                <a:off x="6440251" y="3158500"/>
                <a:ext cx="193680" cy="210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59E84F7-B0AD-2281-2C9A-3B6620033EF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422611" y="3140860"/>
                  <a:ext cx="22932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B7B8FE-B791-9DB0-2AC2-78ADDC92AD1D}"/>
              </a:ext>
            </a:extLst>
          </p:cNvPr>
          <p:cNvGrpSpPr/>
          <p:nvPr/>
        </p:nvGrpSpPr>
        <p:grpSpPr>
          <a:xfrm>
            <a:off x="6301651" y="4036180"/>
            <a:ext cx="411120" cy="328320"/>
            <a:chOff x="6301651" y="4036180"/>
            <a:chExt cx="41112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8D7E5DA-9C45-7C31-145E-3DD262B1D771}"/>
                    </a:ext>
                  </a:extLst>
                </p14:cNvPr>
                <p14:cNvContentPartPr/>
                <p14:nvPr/>
              </p14:nvContentPartPr>
              <p14:xfrm>
                <a:off x="6301651" y="4036180"/>
                <a:ext cx="189720" cy="26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8D7E5DA-9C45-7C31-145E-3DD262B1D77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284011" y="4018180"/>
                  <a:ext cx="2253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FD99524-B682-8118-2F02-10213EFB30FF}"/>
                    </a:ext>
                  </a:extLst>
                </p14:cNvPr>
                <p14:cNvContentPartPr/>
                <p14:nvPr/>
              </p14:nvContentPartPr>
              <p14:xfrm>
                <a:off x="6604771" y="4255420"/>
                <a:ext cx="108000" cy="109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FD99524-B682-8118-2F02-10213EFB30F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587131" y="4237780"/>
                  <a:ext cx="14364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8E9748B-7DC1-9877-BB92-7C43527E6A7B}"/>
              </a:ext>
            </a:extLst>
          </p:cNvPr>
          <p:cNvGrpSpPr/>
          <p:nvPr/>
        </p:nvGrpSpPr>
        <p:grpSpPr>
          <a:xfrm>
            <a:off x="6952531" y="4089820"/>
            <a:ext cx="542520" cy="327600"/>
            <a:chOff x="6952531" y="4089820"/>
            <a:chExt cx="542520" cy="32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E3E1365-4452-B857-BF19-832AE1127C22}"/>
                    </a:ext>
                  </a:extLst>
                </p14:cNvPr>
                <p14:cNvContentPartPr/>
                <p14:nvPr/>
              </p14:nvContentPartPr>
              <p14:xfrm>
                <a:off x="6952531" y="4156420"/>
                <a:ext cx="102600" cy="42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E3E1365-4452-B857-BF19-832AE1127C2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934891" y="4138420"/>
                  <a:ext cx="1382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752A4CB-3AAB-3845-237F-04AE3FFB33A4}"/>
                    </a:ext>
                  </a:extLst>
                </p14:cNvPr>
                <p14:cNvContentPartPr/>
                <p14:nvPr/>
              </p14:nvContentPartPr>
              <p14:xfrm>
                <a:off x="7006531" y="4267660"/>
                <a:ext cx="56520" cy="21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752A4CB-3AAB-3845-237F-04AE3FFB33A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988891" y="4250020"/>
                  <a:ext cx="921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90C2409-15BA-DCB1-C9D9-06A24F2FFE8E}"/>
                    </a:ext>
                  </a:extLst>
                </p14:cNvPr>
                <p14:cNvContentPartPr/>
                <p14:nvPr/>
              </p14:nvContentPartPr>
              <p14:xfrm>
                <a:off x="7268251" y="4089820"/>
                <a:ext cx="226800" cy="327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90C2409-15BA-DCB1-C9D9-06A24F2FFE8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250611" y="4071820"/>
                  <a:ext cx="262440" cy="36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47A3E34-175E-9766-478C-E802728E6227}"/>
              </a:ext>
            </a:extLst>
          </p:cNvPr>
          <p:cNvGrpSpPr/>
          <p:nvPr/>
        </p:nvGrpSpPr>
        <p:grpSpPr>
          <a:xfrm>
            <a:off x="6930571" y="3035020"/>
            <a:ext cx="1081800" cy="259560"/>
            <a:chOff x="6930571" y="3035020"/>
            <a:chExt cx="108180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9D49979-1F88-2290-B7E7-0A2123DF6E9D}"/>
                    </a:ext>
                  </a:extLst>
                </p14:cNvPr>
                <p14:cNvContentPartPr/>
                <p14:nvPr/>
              </p14:nvContentPartPr>
              <p14:xfrm>
                <a:off x="6930571" y="3148420"/>
                <a:ext cx="61920" cy="36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9D49979-1F88-2290-B7E7-0A2123DF6E9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912571" y="3130780"/>
                  <a:ext cx="975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662FEDC-21F3-0EAD-EA55-6D3317859B65}"/>
                    </a:ext>
                  </a:extLst>
                </p14:cNvPr>
                <p14:cNvContentPartPr/>
                <p14:nvPr/>
              </p14:nvContentPartPr>
              <p14:xfrm>
                <a:off x="6945331" y="3267940"/>
                <a:ext cx="56880" cy="14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662FEDC-21F3-0EAD-EA55-6D3317859B6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927331" y="3249940"/>
                  <a:ext cx="92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959C0B0-9095-1465-B50D-2D3D7F966F7D}"/>
                    </a:ext>
                  </a:extLst>
                </p14:cNvPr>
                <p14:cNvContentPartPr/>
                <p14:nvPr/>
              </p14:nvContentPartPr>
              <p14:xfrm>
                <a:off x="7223251" y="3035020"/>
                <a:ext cx="183600" cy="25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959C0B0-9095-1465-B50D-2D3D7F966F7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205611" y="3017380"/>
                  <a:ext cx="2192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D623D06-D4BC-7E68-382D-8C78FD3DE1AE}"/>
                    </a:ext>
                  </a:extLst>
                </p14:cNvPr>
                <p14:cNvContentPartPr/>
                <p14:nvPr/>
              </p14:nvContentPartPr>
              <p14:xfrm>
                <a:off x="7485691" y="3150940"/>
                <a:ext cx="166320" cy="20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D623D06-D4BC-7E68-382D-8C78FD3DE1A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468051" y="3132940"/>
                  <a:ext cx="201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EE28BA2-16D8-B2C1-4E31-A6990AF707E4}"/>
                    </a:ext>
                  </a:extLst>
                </p14:cNvPr>
                <p14:cNvContentPartPr/>
                <p14:nvPr/>
              </p14:nvContentPartPr>
              <p14:xfrm>
                <a:off x="7628971" y="3056260"/>
                <a:ext cx="45000" cy="238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EE28BA2-16D8-B2C1-4E31-A6990AF707E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610971" y="3038620"/>
                  <a:ext cx="80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00F6655-8ACF-F575-DA18-10037E6F65AD}"/>
                    </a:ext>
                  </a:extLst>
                </p14:cNvPr>
                <p14:cNvContentPartPr/>
                <p14:nvPr/>
              </p14:nvContentPartPr>
              <p14:xfrm>
                <a:off x="7889971" y="3067060"/>
                <a:ext cx="122400" cy="221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00F6655-8ACF-F575-DA18-10037E6F65A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871971" y="3049420"/>
                  <a:ext cx="158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3CCA7A0-28B8-E34E-B60A-8DA713547F8E}"/>
              </a:ext>
            </a:extLst>
          </p:cNvPr>
          <p:cNvGrpSpPr/>
          <p:nvPr/>
        </p:nvGrpSpPr>
        <p:grpSpPr>
          <a:xfrm>
            <a:off x="6884851" y="2227540"/>
            <a:ext cx="1539720" cy="329040"/>
            <a:chOff x="6884851" y="2227540"/>
            <a:chExt cx="153972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37D290E-00C1-8AB6-67F3-BA0B86408DED}"/>
                    </a:ext>
                  </a:extLst>
                </p14:cNvPr>
                <p14:cNvContentPartPr/>
                <p14:nvPr/>
              </p14:nvContentPartPr>
              <p14:xfrm>
                <a:off x="6901771" y="2303860"/>
                <a:ext cx="58320" cy="47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37D290E-00C1-8AB6-67F3-BA0B86408DE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884131" y="2285860"/>
                  <a:ext cx="939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8E02874-B597-420A-9C79-F02EA0D7C39B}"/>
                    </a:ext>
                  </a:extLst>
                </p14:cNvPr>
                <p14:cNvContentPartPr/>
                <p14:nvPr/>
              </p14:nvContentPartPr>
              <p14:xfrm>
                <a:off x="6884851" y="2385940"/>
                <a:ext cx="73080" cy="31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8E02874-B597-420A-9C79-F02EA0D7C39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866851" y="2367940"/>
                  <a:ext cx="108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5325D93-8026-3140-E1BD-3DB92ED7AD75}"/>
                    </a:ext>
                  </a:extLst>
                </p14:cNvPr>
                <p14:cNvContentPartPr/>
                <p14:nvPr/>
              </p14:nvContentPartPr>
              <p14:xfrm>
                <a:off x="7175011" y="2227540"/>
                <a:ext cx="149760" cy="219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5325D93-8026-3140-E1BD-3DB92ED7AD7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57011" y="2209540"/>
                  <a:ext cx="1854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1EACB3-B6E9-387B-FEAE-94D1DA4CBCCD}"/>
                    </a:ext>
                  </a:extLst>
                </p14:cNvPr>
                <p14:cNvContentPartPr/>
                <p14:nvPr/>
              </p14:nvContentPartPr>
              <p14:xfrm>
                <a:off x="7387771" y="2309980"/>
                <a:ext cx="169200" cy="23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1EACB3-B6E9-387B-FEAE-94D1DA4CBCC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370131" y="2292340"/>
                  <a:ext cx="2048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A575A5C-4208-20F6-01E8-544C8BD854DA}"/>
                    </a:ext>
                  </a:extLst>
                </p14:cNvPr>
                <p14:cNvContentPartPr/>
                <p14:nvPr/>
              </p14:nvContentPartPr>
              <p14:xfrm>
                <a:off x="7504411" y="2232940"/>
                <a:ext cx="44280" cy="209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A575A5C-4208-20F6-01E8-544C8BD854D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486411" y="2214940"/>
                  <a:ext cx="79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296E7E4-8536-0044-7C33-5B043EA72687}"/>
                    </a:ext>
                  </a:extLst>
                </p14:cNvPr>
                <p14:cNvContentPartPr/>
                <p14:nvPr/>
              </p14:nvContentPartPr>
              <p14:xfrm>
                <a:off x="7683691" y="2269300"/>
                <a:ext cx="140400" cy="217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296E7E4-8536-0044-7C33-5B043EA7268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66051" y="2251660"/>
                  <a:ext cx="1760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49CCF19-5B6B-23AB-B04F-962E75770B76}"/>
                    </a:ext>
                  </a:extLst>
                </p14:cNvPr>
                <p14:cNvContentPartPr/>
                <p14:nvPr/>
              </p14:nvContentPartPr>
              <p14:xfrm>
                <a:off x="7924531" y="2363260"/>
                <a:ext cx="166680" cy="28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49CCF19-5B6B-23AB-B04F-962E75770B7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06891" y="2345620"/>
                  <a:ext cx="2023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50A540D-9FE3-EDBE-1685-F04BDF07389A}"/>
                    </a:ext>
                  </a:extLst>
                </p14:cNvPr>
                <p14:cNvContentPartPr/>
                <p14:nvPr/>
              </p14:nvContentPartPr>
              <p14:xfrm>
                <a:off x="8028931" y="2308180"/>
                <a:ext cx="43920" cy="200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50A540D-9FE3-EDBE-1685-F04BDF07389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010931" y="2290540"/>
                  <a:ext cx="795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623F44-B9E4-0C89-0644-35AD235CC202}"/>
                    </a:ext>
                  </a:extLst>
                </p14:cNvPr>
                <p14:cNvContentPartPr/>
                <p14:nvPr/>
              </p14:nvContentPartPr>
              <p14:xfrm>
                <a:off x="8256451" y="2312500"/>
                <a:ext cx="168120" cy="244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623F44-B9E4-0C89-0644-35AD235CC20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238811" y="2294860"/>
                  <a:ext cx="20376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5" name="Group 2054">
            <a:extLst>
              <a:ext uri="{FF2B5EF4-FFF2-40B4-BE49-F238E27FC236}">
                <a16:creationId xmlns:a16="http://schemas.microsoft.com/office/drawing/2014/main" id="{4BBD3AE5-DD24-4ECA-D7D1-C5C469C6D9FD}"/>
              </a:ext>
            </a:extLst>
          </p:cNvPr>
          <p:cNvGrpSpPr/>
          <p:nvPr/>
        </p:nvGrpSpPr>
        <p:grpSpPr>
          <a:xfrm>
            <a:off x="8949811" y="1713100"/>
            <a:ext cx="2844360" cy="2017080"/>
            <a:chOff x="8949811" y="1713100"/>
            <a:chExt cx="2844360" cy="201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3F833B8-09D2-A704-D0D6-A7ECD7C7A110}"/>
                    </a:ext>
                  </a:extLst>
                </p14:cNvPr>
                <p14:cNvContentPartPr/>
                <p14:nvPr/>
              </p14:nvContentPartPr>
              <p14:xfrm>
                <a:off x="9088411" y="2028460"/>
                <a:ext cx="223560" cy="378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3F833B8-09D2-A704-D0D6-A7ECD7C7A11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070771" y="2010820"/>
                  <a:ext cx="25920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F03EB3F-7D7D-7D41-BEF7-7FCDC8E1B7A6}"/>
                    </a:ext>
                  </a:extLst>
                </p14:cNvPr>
                <p14:cNvContentPartPr/>
                <p14:nvPr/>
              </p14:nvContentPartPr>
              <p14:xfrm>
                <a:off x="9434371" y="2337700"/>
                <a:ext cx="1584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F03EB3F-7D7D-7D41-BEF7-7FCDC8E1B7A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416731" y="2320060"/>
                  <a:ext cx="514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CAB2D84-ED0B-1C0B-5A6C-CEEEFBC300C1}"/>
                    </a:ext>
                  </a:extLst>
                </p14:cNvPr>
                <p14:cNvContentPartPr/>
                <p14:nvPr/>
              </p14:nvContentPartPr>
              <p14:xfrm>
                <a:off x="9431491" y="2337340"/>
                <a:ext cx="158400" cy="135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CAB2D84-ED0B-1C0B-5A6C-CEEEFBC300C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413491" y="2319700"/>
                  <a:ext cx="1940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CED3E9-C0EF-E83F-40CA-2FF5730AFD36}"/>
                    </a:ext>
                  </a:extLst>
                </p14:cNvPr>
                <p14:cNvContentPartPr/>
                <p14:nvPr/>
              </p14:nvContentPartPr>
              <p14:xfrm>
                <a:off x="9486571" y="2423380"/>
                <a:ext cx="97200" cy="48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CED3E9-C0EF-E83F-40CA-2FF5730AFD3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468571" y="2405380"/>
                  <a:ext cx="1328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F8FF7C4-F24E-6591-6B84-57DE15F530BD}"/>
                    </a:ext>
                  </a:extLst>
                </p14:cNvPr>
                <p14:cNvContentPartPr/>
                <p14:nvPr/>
              </p14:nvContentPartPr>
              <p14:xfrm>
                <a:off x="9745411" y="2374780"/>
                <a:ext cx="131400" cy="136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F8FF7C4-F24E-6591-6B84-57DE15F530B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727771" y="2357140"/>
                  <a:ext cx="167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713CC8E-2177-CA65-09D5-9E590F89A4D4}"/>
                    </a:ext>
                  </a:extLst>
                </p14:cNvPr>
                <p14:cNvContentPartPr/>
                <p14:nvPr/>
              </p14:nvContentPartPr>
              <p14:xfrm>
                <a:off x="9995971" y="2218540"/>
                <a:ext cx="75600" cy="24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713CC8E-2177-CA65-09D5-9E590F89A4D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978331" y="2200900"/>
                  <a:ext cx="1112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0B0EAD1-2110-846A-3FAF-76A5D71B46B6}"/>
                    </a:ext>
                  </a:extLst>
                </p14:cNvPr>
                <p14:cNvContentPartPr/>
                <p14:nvPr/>
              </p14:nvContentPartPr>
              <p14:xfrm>
                <a:off x="10014331" y="2289100"/>
                <a:ext cx="127800" cy="41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0B0EAD1-2110-846A-3FAF-76A5D71B46B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996331" y="2271100"/>
                  <a:ext cx="163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D9032DE-F6FF-96C4-AA87-9DDF59E64B16}"/>
                    </a:ext>
                  </a:extLst>
                </p14:cNvPr>
                <p14:cNvContentPartPr/>
                <p14:nvPr/>
              </p14:nvContentPartPr>
              <p14:xfrm>
                <a:off x="10484851" y="1985620"/>
                <a:ext cx="214200" cy="336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D9032DE-F6FF-96C4-AA87-9DDF59E64B1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67211" y="1967980"/>
                  <a:ext cx="24984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DCF6683-CEFD-F6C8-EADE-7D5E2867AC6B}"/>
                    </a:ext>
                  </a:extLst>
                </p14:cNvPr>
                <p14:cNvContentPartPr/>
                <p14:nvPr/>
              </p14:nvContentPartPr>
              <p14:xfrm>
                <a:off x="10826851" y="2145460"/>
                <a:ext cx="79920" cy="270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DCF6683-CEFD-F6C8-EADE-7D5E2867AC6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09211" y="2127460"/>
                  <a:ext cx="1155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B696C4C-4436-91DC-C58F-D319DD999F79}"/>
                    </a:ext>
                  </a:extLst>
                </p14:cNvPr>
                <p14:cNvContentPartPr/>
                <p14:nvPr/>
              </p14:nvContentPartPr>
              <p14:xfrm>
                <a:off x="11159851" y="2052940"/>
                <a:ext cx="160200" cy="261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B696C4C-4436-91DC-C58F-D319DD999F7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41851" y="2035300"/>
                  <a:ext cx="19584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7B95D53-796E-263F-3D68-41B99D64F5A1}"/>
                    </a:ext>
                  </a:extLst>
                </p14:cNvPr>
                <p14:cNvContentPartPr/>
                <p14:nvPr/>
              </p14:nvContentPartPr>
              <p14:xfrm>
                <a:off x="10347691" y="2882020"/>
                <a:ext cx="59760" cy="26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7B95D53-796E-263F-3D68-41B99D64F5A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30051" y="2864020"/>
                  <a:ext cx="95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CDDE568-A715-1D8B-657B-F53693AB86B8}"/>
                    </a:ext>
                  </a:extLst>
                </p14:cNvPr>
                <p14:cNvContentPartPr/>
                <p14:nvPr/>
              </p14:nvContentPartPr>
              <p14:xfrm>
                <a:off x="10370011" y="2957620"/>
                <a:ext cx="108000" cy="54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CDDE568-A715-1D8B-657B-F53693AB86B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352011" y="2939620"/>
                  <a:ext cx="1436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2048" name="Ink 2047">
                  <a:extLst>
                    <a:ext uri="{FF2B5EF4-FFF2-40B4-BE49-F238E27FC236}">
                      <a16:creationId xmlns:a16="http://schemas.microsoft.com/office/drawing/2014/main" id="{1E51AC49-E681-8CB7-1DD9-AD07467FADC0}"/>
                    </a:ext>
                  </a:extLst>
                </p14:cNvPr>
                <p14:cNvContentPartPr/>
                <p14:nvPr/>
              </p14:nvContentPartPr>
              <p14:xfrm>
                <a:off x="10581691" y="2789140"/>
                <a:ext cx="167760" cy="270720"/>
              </p14:xfrm>
            </p:contentPart>
          </mc:Choice>
          <mc:Fallback xmlns="">
            <p:pic>
              <p:nvPicPr>
                <p:cNvPr id="2048" name="Ink 2047">
                  <a:extLst>
                    <a:ext uri="{FF2B5EF4-FFF2-40B4-BE49-F238E27FC236}">
                      <a16:creationId xmlns:a16="http://schemas.microsoft.com/office/drawing/2014/main" id="{1E51AC49-E681-8CB7-1DD9-AD07467FADC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563691" y="2771500"/>
                  <a:ext cx="2034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2050" name="Ink 2049">
                  <a:extLst>
                    <a:ext uri="{FF2B5EF4-FFF2-40B4-BE49-F238E27FC236}">
                      <a16:creationId xmlns:a16="http://schemas.microsoft.com/office/drawing/2014/main" id="{3FB4D790-DD5E-9AC4-D295-3D3CDC51B882}"/>
                    </a:ext>
                  </a:extLst>
                </p14:cNvPr>
                <p14:cNvContentPartPr/>
                <p14:nvPr/>
              </p14:nvContentPartPr>
              <p14:xfrm>
                <a:off x="10775731" y="2757820"/>
                <a:ext cx="163800" cy="182880"/>
              </p14:xfrm>
            </p:contentPart>
          </mc:Choice>
          <mc:Fallback xmlns="">
            <p:pic>
              <p:nvPicPr>
                <p:cNvPr id="2050" name="Ink 2049">
                  <a:extLst>
                    <a:ext uri="{FF2B5EF4-FFF2-40B4-BE49-F238E27FC236}">
                      <a16:creationId xmlns:a16="http://schemas.microsoft.com/office/drawing/2014/main" id="{3FB4D790-DD5E-9AC4-D295-3D3CDC51B88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758091" y="2739820"/>
                  <a:ext cx="1994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2052" name="Ink 2051">
                  <a:extLst>
                    <a:ext uri="{FF2B5EF4-FFF2-40B4-BE49-F238E27FC236}">
                      <a16:creationId xmlns:a16="http://schemas.microsoft.com/office/drawing/2014/main" id="{B5194111-9ADC-B188-0D49-10089DCEC8E7}"/>
                    </a:ext>
                  </a:extLst>
                </p14:cNvPr>
                <p14:cNvContentPartPr/>
                <p14:nvPr/>
              </p14:nvContentPartPr>
              <p14:xfrm>
                <a:off x="8949811" y="1820380"/>
                <a:ext cx="71280" cy="1690200"/>
              </p14:xfrm>
            </p:contentPart>
          </mc:Choice>
          <mc:Fallback xmlns="">
            <p:pic>
              <p:nvPicPr>
                <p:cNvPr id="2052" name="Ink 2051">
                  <a:extLst>
                    <a:ext uri="{FF2B5EF4-FFF2-40B4-BE49-F238E27FC236}">
                      <a16:creationId xmlns:a16="http://schemas.microsoft.com/office/drawing/2014/main" id="{B5194111-9ADC-B188-0D49-10089DCEC8E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31811" y="1802380"/>
                  <a:ext cx="106920" cy="172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2053" name="Ink 2052">
                  <a:extLst>
                    <a:ext uri="{FF2B5EF4-FFF2-40B4-BE49-F238E27FC236}">
                      <a16:creationId xmlns:a16="http://schemas.microsoft.com/office/drawing/2014/main" id="{05A56576-21B7-1CBF-F4DA-D172D0C3A086}"/>
                    </a:ext>
                  </a:extLst>
                </p14:cNvPr>
                <p14:cNvContentPartPr/>
                <p14:nvPr/>
              </p14:nvContentPartPr>
              <p14:xfrm>
                <a:off x="9039811" y="1715980"/>
                <a:ext cx="2331720" cy="142920"/>
              </p14:xfrm>
            </p:contentPart>
          </mc:Choice>
          <mc:Fallback xmlns="">
            <p:pic>
              <p:nvPicPr>
                <p:cNvPr id="2053" name="Ink 2052">
                  <a:extLst>
                    <a:ext uri="{FF2B5EF4-FFF2-40B4-BE49-F238E27FC236}">
                      <a16:creationId xmlns:a16="http://schemas.microsoft.com/office/drawing/2014/main" id="{05A56576-21B7-1CBF-F4DA-D172D0C3A08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021811" y="1697980"/>
                  <a:ext cx="2367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2054" name="Ink 2053">
                  <a:extLst>
                    <a:ext uri="{FF2B5EF4-FFF2-40B4-BE49-F238E27FC236}">
                      <a16:creationId xmlns:a16="http://schemas.microsoft.com/office/drawing/2014/main" id="{B64B7162-CE3E-C0E7-0525-EF785A1F1BC7}"/>
                    </a:ext>
                  </a:extLst>
                </p14:cNvPr>
                <p14:cNvContentPartPr/>
                <p14:nvPr/>
              </p14:nvContentPartPr>
              <p14:xfrm>
                <a:off x="9378211" y="1713100"/>
                <a:ext cx="2415960" cy="2017080"/>
              </p14:xfrm>
            </p:contentPart>
          </mc:Choice>
          <mc:Fallback xmlns="">
            <p:pic>
              <p:nvPicPr>
                <p:cNvPr id="2054" name="Ink 2053">
                  <a:extLst>
                    <a:ext uri="{FF2B5EF4-FFF2-40B4-BE49-F238E27FC236}">
                      <a16:creationId xmlns:a16="http://schemas.microsoft.com/office/drawing/2014/main" id="{B64B7162-CE3E-C0E7-0525-EF785A1F1BC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360571" y="1695100"/>
                  <a:ext cx="2451600" cy="205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04170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1B70A-AA58-75CA-C302-A13951F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KCL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7AEFB-676E-5BB0-934D-C8F56FDEC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D7B3A-B79F-0C05-5EA8-481A7565A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6317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DF7F5-E39D-CE97-89D5-94390F1B1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KVL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D4A2D-B750-4BAE-F395-52043CB63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67D29B-AB7F-6927-814B-1BCA5493D4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4527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7D5F5-4CA0-BDAE-FC84-0BBCC60CE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157BB-242B-6E86-DE4B-CCDC780E1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28BF2-D123-6AD2-FCEB-B76062970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9926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9AC93-77DA-9E24-8E1E-AD0CDCFA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F743C-7495-6168-0B09-997247991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117C4-0C99-D73B-0A0F-D1D305965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747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4C402-77FF-75F4-AC50-219B2838A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23410-5C25-E35A-ED17-398913F97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24D26-AF9F-04E6-7775-8C554A8D0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F60D183-303E-B9A1-D357-66A4B2218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364FEC37-F93B-F2BD-608F-980F2770B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61" y="2462544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54FF38C7-7646-1DC9-AD85-F5C5BF8F0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72" name="Ink 1071">
                <a:extLst>
                  <a:ext uri="{FF2B5EF4-FFF2-40B4-BE49-F238E27FC236}">
                    <a16:creationId xmlns:a16="http://schemas.microsoft.com/office/drawing/2014/main" id="{C495A627-3A47-2328-FCCE-BD2148C5535E}"/>
                  </a:ext>
                </a:extLst>
              </p14:cNvPr>
              <p14:cNvContentPartPr/>
              <p14:nvPr/>
            </p14:nvContentPartPr>
            <p14:xfrm>
              <a:off x="3979291" y="1985904"/>
              <a:ext cx="235080" cy="28440"/>
            </p14:xfrm>
          </p:contentPart>
        </mc:Choice>
        <mc:Fallback xmlns="">
          <p:pic>
            <p:nvPicPr>
              <p:cNvPr id="1072" name="Ink 1071">
                <a:extLst>
                  <a:ext uri="{FF2B5EF4-FFF2-40B4-BE49-F238E27FC236}">
                    <a16:creationId xmlns:a16="http://schemas.microsoft.com/office/drawing/2014/main" id="{C495A627-3A47-2328-FCCE-BD2148C5535E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961263" y="1968129"/>
                <a:ext cx="270775" cy="63635"/>
              </a:xfrm>
              <a:prstGeom prst="rect">
                <a:avLst/>
              </a:prstGeom>
            </p:spPr>
          </p:pic>
        </mc:Fallback>
      </mc:AlternateContent>
      <p:grpSp>
        <p:nvGrpSpPr>
          <p:cNvPr id="1078" name="Group 1077">
            <a:extLst>
              <a:ext uri="{FF2B5EF4-FFF2-40B4-BE49-F238E27FC236}">
                <a16:creationId xmlns:a16="http://schemas.microsoft.com/office/drawing/2014/main" id="{8D25328D-B0B9-3B62-1E02-BFF071A7C28C}"/>
              </a:ext>
            </a:extLst>
          </p:cNvPr>
          <p:cNvGrpSpPr/>
          <p:nvPr/>
        </p:nvGrpSpPr>
        <p:grpSpPr>
          <a:xfrm>
            <a:off x="4518931" y="2019024"/>
            <a:ext cx="679680" cy="56160"/>
            <a:chOff x="4518931" y="2019024"/>
            <a:chExt cx="679680" cy="5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6C425749-0746-A488-DEDA-345CDB14FAC2}"/>
                    </a:ext>
                  </a:extLst>
                </p14:cNvPr>
                <p14:cNvContentPartPr/>
                <p14:nvPr/>
              </p14:nvContentPartPr>
              <p14:xfrm>
                <a:off x="4518931" y="2033424"/>
                <a:ext cx="113400" cy="4176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6C425749-0746-A488-DEDA-345CDB14FAC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00931" y="2015424"/>
                  <a:ext cx="149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4F2CC821-7786-60C7-43A0-59E85B1C1921}"/>
                    </a:ext>
                  </a:extLst>
                </p14:cNvPr>
                <p14:cNvContentPartPr/>
                <p14:nvPr/>
              </p14:nvContentPartPr>
              <p14:xfrm>
                <a:off x="4747171" y="2019024"/>
                <a:ext cx="186840" cy="3600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4F2CC821-7786-60C7-43A0-59E85B1C192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729171" y="2000842"/>
                  <a:ext cx="222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AFBAA444-28D2-B13A-88BB-11057F98FE85}"/>
                    </a:ext>
                  </a:extLst>
                </p14:cNvPr>
                <p14:cNvContentPartPr/>
                <p14:nvPr/>
              </p14:nvContentPartPr>
              <p14:xfrm>
                <a:off x="5093131" y="2056104"/>
                <a:ext cx="105480" cy="1152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AFBAA444-28D2-B13A-88BB-11057F98FE8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75192" y="2038649"/>
                  <a:ext cx="140999" cy="4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076" name="Ink 1075">
                <a:extLst>
                  <a:ext uri="{FF2B5EF4-FFF2-40B4-BE49-F238E27FC236}">
                    <a16:creationId xmlns:a16="http://schemas.microsoft.com/office/drawing/2014/main" id="{90F11B05-7BFD-E94A-F3ED-9D629748467F}"/>
                  </a:ext>
                </a:extLst>
              </p14:cNvPr>
              <p14:cNvContentPartPr/>
              <p14:nvPr/>
            </p14:nvContentPartPr>
            <p14:xfrm>
              <a:off x="5542771" y="2043864"/>
              <a:ext cx="105480" cy="6120"/>
            </p14:xfrm>
          </p:contentPart>
        </mc:Choice>
        <mc:Fallback xmlns="">
          <p:pic>
            <p:nvPicPr>
              <p:cNvPr id="1076" name="Ink 1075">
                <a:extLst>
                  <a:ext uri="{FF2B5EF4-FFF2-40B4-BE49-F238E27FC236}">
                    <a16:creationId xmlns:a16="http://schemas.microsoft.com/office/drawing/2014/main" id="{90F11B05-7BFD-E94A-F3ED-9D629748467F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524832" y="2026864"/>
                <a:ext cx="140999" cy="39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077" name="Ink 1076">
                <a:extLst>
                  <a:ext uri="{FF2B5EF4-FFF2-40B4-BE49-F238E27FC236}">
                    <a16:creationId xmlns:a16="http://schemas.microsoft.com/office/drawing/2014/main" id="{DBBAC420-E2B8-B1D2-5457-8A863A7A8EBC}"/>
                  </a:ext>
                </a:extLst>
              </p14:cNvPr>
              <p14:cNvContentPartPr/>
              <p14:nvPr/>
            </p14:nvContentPartPr>
            <p14:xfrm>
              <a:off x="6274291" y="2022624"/>
              <a:ext cx="58320" cy="8640"/>
            </p14:xfrm>
          </p:contentPart>
        </mc:Choice>
        <mc:Fallback xmlns="">
          <p:pic>
            <p:nvPicPr>
              <p:cNvPr id="1077" name="Ink 1076">
                <a:extLst>
                  <a:ext uri="{FF2B5EF4-FFF2-40B4-BE49-F238E27FC236}">
                    <a16:creationId xmlns:a16="http://schemas.microsoft.com/office/drawing/2014/main" id="{DBBAC420-E2B8-B1D2-5457-8A863A7A8EBC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6256291" y="2005344"/>
                <a:ext cx="93960" cy="428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13F19D7-BEEB-C49B-EFF5-D46EE722C479}"/>
                  </a:ext>
                </a:extLst>
              </p14:cNvPr>
              <p14:cNvContentPartPr/>
              <p14:nvPr/>
            </p14:nvContentPartPr>
            <p14:xfrm>
              <a:off x="7070971" y="1152965"/>
              <a:ext cx="464760" cy="34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13F19D7-BEEB-C49B-EFF5-D46EE722C479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052971" y="1134965"/>
                <a:ext cx="50040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8A91CFEA-893E-217B-A0B4-3957D87B8DC5}"/>
              </a:ext>
            </a:extLst>
          </p:cNvPr>
          <p:cNvGrpSpPr/>
          <p:nvPr/>
        </p:nvGrpSpPr>
        <p:grpSpPr>
          <a:xfrm>
            <a:off x="4851571" y="2330525"/>
            <a:ext cx="1711800" cy="477360"/>
            <a:chOff x="4851571" y="2330525"/>
            <a:chExt cx="1711800" cy="47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8D50088-3FB5-E466-30FF-1F34A95DF2FB}"/>
                    </a:ext>
                  </a:extLst>
                </p14:cNvPr>
                <p14:cNvContentPartPr/>
                <p14:nvPr/>
              </p14:nvContentPartPr>
              <p14:xfrm>
                <a:off x="4851571" y="2330525"/>
                <a:ext cx="255240" cy="222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8D50088-3FB5-E466-30FF-1F34A95DF2F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833571" y="2312885"/>
                  <a:ext cx="2908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FE20D07-50E0-684C-6D8E-79DFB0EB3F6F}"/>
                    </a:ext>
                  </a:extLst>
                </p14:cNvPr>
                <p14:cNvContentPartPr/>
                <p14:nvPr/>
              </p14:nvContentPartPr>
              <p14:xfrm>
                <a:off x="5168731" y="2522765"/>
                <a:ext cx="60840" cy="19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FE20D07-50E0-684C-6D8E-79DFB0EB3F6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151091" y="2504765"/>
                  <a:ext cx="964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643319F-16A8-DDFE-D077-AFFE5DE29610}"/>
                    </a:ext>
                  </a:extLst>
                </p14:cNvPr>
                <p14:cNvContentPartPr/>
                <p14:nvPr/>
              </p14:nvContentPartPr>
              <p14:xfrm>
                <a:off x="5184931" y="2530685"/>
                <a:ext cx="142560" cy="146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643319F-16A8-DDFE-D077-AFFE5DE2961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67291" y="2512685"/>
                  <a:ext cx="1782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7D6341F-E024-1A2E-F9BD-C612747D14A9}"/>
                    </a:ext>
                  </a:extLst>
                </p14:cNvPr>
                <p14:cNvContentPartPr/>
                <p14:nvPr/>
              </p14:nvContentPartPr>
              <p14:xfrm>
                <a:off x="5202211" y="2616005"/>
                <a:ext cx="131760" cy="24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7D6341F-E024-1A2E-F9BD-C612747D14A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184211" y="2598005"/>
                  <a:ext cx="167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2A22FF-CBB8-15FF-825A-823A1591C8E5}"/>
                    </a:ext>
                  </a:extLst>
                </p14:cNvPr>
                <p14:cNvContentPartPr/>
                <p14:nvPr/>
              </p14:nvContentPartPr>
              <p14:xfrm>
                <a:off x="5479771" y="2611325"/>
                <a:ext cx="22320" cy="123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2A22FF-CBB8-15FF-825A-823A1591C8E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461771" y="2593685"/>
                  <a:ext cx="579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7BF4B52-A174-9D9C-4266-8DD579C6906F}"/>
                    </a:ext>
                  </a:extLst>
                </p14:cNvPr>
                <p14:cNvContentPartPr/>
                <p14:nvPr/>
              </p14:nvContentPartPr>
              <p14:xfrm>
                <a:off x="5652571" y="2389925"/>
                <a:ext cx="164880" cy="231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7BF4B52-A174-9D9C-4266-8DD579C6906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634931" y="2372285"/>
                  <a:ext cx="2005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5E4435-9D5A-27E0-849A-9E6F8C678E6B}"/>
                    </a:ext>
                  </a:extLst>
                </p14:cNvPr>
                <p14:cNvContentPartPr/>
                <p14:nvPr/>
              </p14:nvContentPartPr>
              <p14:xfrm>
                <a:off x="5973331" y="2562365"/>
                <a:ext cx="27360" cy="156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5E4435-9D5A-27E0-849A-9E6F8C678E6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955331" y="2544365"/>
                  <a:ext cx="630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CC7501A-D2C7-5F9E-6F8F-3658BCB9ED37}"/>
                    </a:ext>
                  </a:extLst>
                </p14:cNvPr>
                <p14:cNvContentPartPr/>
                <p14:nvPr/>
              </p14:nvContentPartPr>
              <p14:xfrm>
                <a:off x="5972611" y="2582885"/>
                <a:ext cx="160200" cy="176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CC7501A-D2C7-5F9E-6F8F-3658BCB9ED3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954971" y="2564885"/>
                  <a:ext cx="195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3B9C4AE-49A6-9AD9-FBBA-954173E89AC4}"/>
                    </a:ext>
                  </a:extLst>
                </p14:cNvPr>
                <p14:cNvContentPartPr/>
                <p14:nvPr/>
              </p14:nvContentPartPr>
              <p14:xfrm>
                <a:off x="6230011" y="2697365"/>
                <a:ext cx="36360" cy="110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3B9C4AE-49A6-9AD9-FBBA-954173E89AC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212011" y="2679725"/>
                  <a:ext cx="72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F64FCD0-4C14-6C79-E102-F94815E39A89}"/>
                    </a:ext>
                  </a:extLst>
                </p14:cNvPr>
                <p14:cNvContentPartPr/>
                <p14:nvPr/>
              </p14:nvContentPartPr>
              <p14:xfrm>
                <a:off x="6384811" y="2456885"/>
                <a:ext cx="178560" cy="196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F64FCD0-4C14-6C79-E102-F94815E39A8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367171" y="2439245"/>
                  <a:ext cx="21420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06EA3F7-C7C2-37FA-E261-EE077166BFA0}"/>
              </a:ext>
            </a:extLst>
          </p:cNvPr>
          <p:cNvGrpSpPr/>
          <p:nvPr/>
        </p:nvGrpSpPr>
        <p:grpSpPr>
          <a:xfrm>
            <a:off x="6735451" y="2395685"/>
            <a:ext cx="558360" cy="359640"/>
            <a:chOff x="6735451" y="2395685"/>
            <a:chExt cx="558360" cy="35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1798836-0ECC-7F8E-C376-C30A64001E77}"/>
                    </a:ext>
                  </a:extLst>
                </p14:cNvPr>
                <p14:cNvContentPartPr/>
                <p14:nvPr/>
              </p14:nvContentPartPr>
              <p14:xfrm>
                <a:off x="6735451" y="2585405"/>
                <a:ext cx="96120" cy="110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1798836-0ECC-7F8E-C376-C30A64001E7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717451" y="2567405"/>
                  <a:ext cx="131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1A89D8A-D342-E08B-AC13-96020DE2584B}"/>
                    </a:ext>
                  </a:extLst>
                </p14:cNvPr>
                <p14:cNvContentPartPr/>
                <p14:nvPr/>
              </p14:nvContentPartPr>
              <p14:xfrm>
                <a:off x="6968371" y="2609525"/>
                <a:ext cx="69120" cy="145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1A89D8A-D342-E08B-AC13-96020DE2584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950371" y="2591525"/>
                  <a:ext cx="1047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494B4E3-0CCF-E642-4048-9983FA36BD36}"/>
                    </a:ext>
                  </a:extLst>
                </p14:cNvPr>
                <p14:cNvContentPartPr/>
                <p14:nvPr/>
              </p14:nvContentPartPr>
              <p14:xfrm>
                <a:off x="7113811" y="2395685"/>
                <a:ext cx="180000" cy="195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494B4E3-0CCF-E642-4048-9983FA36BD3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96171" y="2378045"/>
                  <a:ext cx="215640" cy="23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FF4F2EC-91F8-5F1B-0A15-86483890DD60}"/>
              </a:ext>
            </a:extLst>
          </p:cNvPr>
          <p:cNvGrpSpPr/>
          <p:nvPr/>
        </p:nvGrpSpPr>
        <p:grpSpPr>
          <a:xfrm>
            <a:off x="7484251" y="2566325"/>
            <a:ext cx="113040" cy="157320"/>
            <a:chOff x="7484251" y="2566325"/>
            <a:chExt cx="113040" cy="15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5F6329D-47F7-EA24-DCFA-242169ABC426}"/>
                    </a:ext>
                  </a:extLst>
                </p14:cNvPr>
                <p14:cNvContentPartPr/>
                <p14:nvPr/>
              </p14:nvContentPartPr>
              <p14:xfrm>
                <a:off x="7495051" y="2600525"/>
                <a:ext cx="11520" cy="119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5F6329D-47F7-EA24-DCFA-242169ABC42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77411" y="2582885"/>
                  <a:ext cx="471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034FA73-D10F-4A76-8A13-52834988E174}"/>
                    </a:ext>
                  </a:extLst>
                </p14:cNvPr>
                <p14:cNvContentPartPr/>
                <p14:nvPr/>
              </p14:nvContentPartPr>
              <p14:xfrm>
                <a:off x="7484251" y="2566325"/>
                <a:ext cx="113040" cy="157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034FA73-D10F-4A76-8A13-52834988E17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466611" y="2548325"/>
                  <a:ext cx="14868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92C7E12-A07B-9CED-B22A-F40E7F02F09F}"/>
              </a:ext>
            </a:extLst>
          </p:cNvPr>
          <p:cNvGrpSpPr/>
          <p:nvPr/>
        </p:nvGrpSpPr>
        <p:grpSpPr>
          <a:xfrm>
            <a:off x="7766851" y="2345285"/>
            <a:ext cx="738000" cy="416520"/>
            <a:chOff x="7766851" y="2345285"/>
            <a:chExt cx="738000" cy="41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58B8732-C949-8B79-D636-18944AEF1EC6}"/>
                    </a:ext>
                  </a:extLst>
                </p14:cNvPr>
                <p14:cNvContentPartPr/>
                <p14:nvPr/>
              </p14:nvContentPartPr>
              <p14:xfrm>
                <a:off x="7766851" y="2631845"/>
                <a:ext cx="34560" cy="106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58B8732-C949-8B79-D636-18944AEF1EC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748851" y="2614205"/>
                  <a:ext cx="702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37AEE0A-F06A-A256-8CC4-406D14574CD0}"/>
                    </a:ext>
                  </a:extLst>
                </p14:cNvPr>
                <p14:cNvContentPartPr/>
                <p14:nvPr/>
              </p14:nvContentPartPr>
              <p14:xfrm>
                <a:off x="7906891" y="2345285"/>
                <a:ext cx="184320" cy="209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37AEE0A-F06A-A256-8CC4-406D14574CD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888891" y="2327285"/>
                  <a:ext cx="219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32D9AD1-85AF-3374-E0F5-1128996522EB}"/>
                    </a:ext>
                  </a:extLst>
                </p14:cNvPr>
                <p14:cNvContentPartPr/>
                <p14:nvPr/>
              </p14:nvContentPartPr>
              <p14:xfrm>
                <a:off x="8238451" y="2538245"/>
                <a:ext cx="51120" cy="154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32D9AD1-85AF-3374-E0F5-1128996522E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220451" y="2520245"/>
                  <a:ext cx="86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89A8AE3-8F76-02BD-C125-E5163DEB9734}"/>
                    </a:ext>
                  </a:extLst>
                </p14:cNvPr>
                <p14:cNvContentPartPr/>
                <p14:nvPr/>
              </p14:nvContentPartPr>
              <p14:xfrm>
                <a:off x="8292451" y="2508005"/>
                <a:ext cx="67680" cy="17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89A8AE3-8F76-02BD-C125-E5163DEB973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274811" y="2490365"/>
                  <a:ext cx="1033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9A01A83-BCA0-D4C6-CC9D-74F602C8E831}"/>
                    </a:ext>
                  </a:extLst>
                </p14:cNvPr>
                <p14:cNvContentPartPr/>
                <p14:nvPr/>
              </p14:nvContentPartPr>
              <p14:xfrm>
                <a:off x="8309731" y="2603045"/>
                <a:ext cx="76680" cy="14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9A01A83-BCA0-D4C6-CC9D-74F602C8E831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292091" y="2585405"/>
                  <a:ext cx="1123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4DB0DD9-3873-4357-5CFE-59E5EF0C3776}"/>
                    </a:ext>
                  </a:extLst>
                </p14:cNvPr>
                <p14:cNvContentPartPr/>
                <p14:nvPr/>
              </p14:nvContentPartPr>
              <p14:xfrm>
                <a:off x="8290291" y="2675045"/>
                <a:ext cx="98280" cy="24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4DB0DD9-3873-4357-5CFE-59E5EF0C377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272651" y="2657045"/>
                  <a:ext cx="133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011FE37-E5B6-E347-4882-D6DFA9ABEA7A}"/>
                    </a:ext>
                  </a:extLst>
                </p14:cNvPr>
                <p14:cNvContentPartPr/>
                <p14:nvPr/>
              </p14:nvContentPartPr>
              <p14:xfrm>
                <a:off x="8473891" y="2627165"/>
                <a:ext cx="30960" cy="134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011FE37-E5B6-E347-4882-D6DFA9ABEA7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56251" y="2609525"/>
                  <a:ext cx="6660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5B8153E-CA01-4F12-6760-2D40DE25D709}"/>
              </a:ext>
            </a:extLst>
          </p:cNvPr>
          <p:cNvGrpSpPr/>
          <p:nvPr/>
        </p:nvGrpSpPr>
        <p:grpSpPr>
          <a:xfrm>
            <a:off x="8680531" y="2373725"/>
            <a:ext cx="619200" cy="304560"/>
            <a:chOff x="8680531" y="2373725"/>
            <a:chExt cx="61920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8C033AF-8D1D-D2D7-8FC1-4779C446B425}"/>
                    </a:ext>
                  </a:extLst>
                </p14:cNvPr>
                <p14:cNvContentPartPr/>
                <p14:nvPr/>
              </p14:nvContentPartPr>
              <p14:xfrm>
                <a:off x="8680531" y="2373725"/>
                <a:ext cx="172440" cy="170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8C033AF-8D1D-D2D7-8FC1-4779C446B42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62891" y="2356085"/>
                  <a:ext cx="208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4648442-DD4C-C9BD-9AA9-A54FF65F1C01}"/>
                    </a:ext>
                  </a:extLst>
                </p14:cNvPr>
                <p14:cNvContentPartPr/>
                <p14:nvPr/>
              </p14:nvContentPartPr>
              <p14:xfrm>
                <a:off x="8995531" y="2488925"/>
                <a:ext cx="11880" cy="189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4648442-DD4C-C9BD-9AA9-A54FF65F1C0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77891" y="2471285"/>
                  <a:ext cx="475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7F5BF48-DC88-A490-4244-F6E6045393E9}"/>
                    </a:ext>
                  </a:extLst>
                </p14:cNvPr>
                <p14:cNvContentPartPr/>
                <p14:nvPr/>
              </p14:nvContentPartPr>
              <p14:xfrm>
                <a:off x="8989051" y="2446085"/>
                <a:ext cx="88560" cy="15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7F5BF48-DC88-A490-4244-F6E6045393E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971411" y="2428445"/>
                  <a:ext cx="1242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8ED32C1-8374-7E36-7414-D1523B675706}"/>
                    </a:ext>
                  </a:extLst>
                </p14:cNvPr>
                <p14:cNvContentPartPr/>
                <p14:nvPr/>
              </p14:nvContentPartPr>
              <p14:xfrm>
                <a:off x="9022891" y="2575685"/>
                <a:ext cx="65160" cy="9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8ED32C1-8374-7E36-7414-D1523B67570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05251" y="2557685"/>
                  <a:ext cx="100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EF209E0-BA91-B5D6-A673-B32A5CBE310C}"/>
                    </a:ext>
                  </a:extLst>
                </p14:cNvPr>
                <p14:cNvContentPartPr/>
                <p14:nvPr/>
              </p14:nvContentPartPr>
              <p14:xfrm>
                <a:off x="9227731" y="2427365"/>
                <a:ext cx="72000" cy="174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EF209E0-BA91-B5D6-A673-B32A5CBE310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209731" y="2409365"/>
                  <a:ext cx="107640" cy="20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4735886C-7F08-58EA-0A6D-5D7A03CDA221}"/>
                  </a:ext>
                </a:extLst>
              </p14:cNvPr>
              <p14:cNvContentPartPr/>
              <p14:nvPr/>
            </p14:nvContentPartPr>
            <p14:xfrm>
              <a:off x="9303331" y="2746325"/>
              <a:ext cx="13680" cy="43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4735886C-7F08-58EA-0A6D-5D7A03CDA221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9285691" y="2728325"/>
                <a:ext cx="493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7552A3AD-5D76-B3D7-E7C5-A1DEFF9A3478}"/>
              </a:ext>
            </a:extLst>
          </p:cNvPr>
          <p:cNvGrpSpPr/>
          <p:nvPr/>
        </p:nvGrpSpPr>
        <p:grpSpPr>
          <a:xfrm>
            <a:off x="5159011" y="3017765"/>
            <a:ext cx="394200" cy="367200"/>
            <a:chOff x="5159011" y="3017765"/>
            <a:chExt cx="39420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3F0EA89-6DFD-56AD-D3BB-340589DCDA44}"/>
                    </a:ext>
                  </a:extLst>
                </p14:cNvPr>
                <p14:cNvContentPartPr/>
                <p14:nvPr/>
              </p14:nvContentPartPr>
              <p14:xfrm>
                <a:off x="5196451" y="3035045"/>
                <a:ext cx="59760" cy="233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3F0EA89-6DFD-56AD-D3BB-340589DCDA4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178451" y="3017405"/>
                  <a:ext cx="954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999756F-FE48-24F4-C68E-650A8D231309}"/>
                    </a:ext>
                  </a:extLst>
                </p14:cNvPr>
                <p14:cNvContentPartPr/>
                <p14:nvPr/>
              </p14:nvContentPartPr>
              <p14:xfrm>
                <a:off x="5159011" y="3017765"/>
                <a:ext cx="103680" cy="14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999756F-FE48-24F4-C68E-650A8D23130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41011" y="3000125"/>
                  <a:ext cx="1393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2E782A0-0FE7-F6F5-F31A-58CBBF271C8A}"/>
                    </a:ext>
                  </a:extLst>
                </p14:cNvPr>
                <p14:cNvContentPartPr/>
                <p14:nvPr/>
              </p14:nvContentPartPr>
              <p14:xfrm>
                <a:off x="5167651" y="3271205"/>
                <a:ext cx="144000" cy="40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2E782A0-0FE7-F6F5-F31A-58CBBF271C8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150011" y="3253205"/>
                  <a:ext cx="1796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040CBAE-9A38-F3B5-E71F-66D1B6EE3EC6}"/>
                    </a:ext>
                  </a:extLst>
                </p14:cNvPr>
                <p14:cNvContentPartPr/>
                <p14:nvPr/>
              </p14:nvContentPartPr>
              <p14:xfrm>
                <a:off x="5416411" y="3215045"/>
                <a:ext cx="16920" cy="169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040CBAE-9A38-F3B5-E71F-66D1B6EE3EC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398411" y="3197405"/>
                  <a:ext cx="525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4BD3E4D-4318-FAFC-2C17-118820D58D38}"/>
                    </a:ext>
                  </a:extLst>
                </p14:cNvPr>
                <p14:cNvContentPartPr/>
                <p14:nvPr/>
              </p14:nvContentPartPr>
              <p14:xfrm>
                <a:off x="5409931" y="3204605"/>
                <a:ext cx="143280" cy="97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4BD3E4D-4318-FAFC-2C17-118820D58D38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391931" y="3186965"/>
                  <a:ext cx="1789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4E28D8D-541A-7DED-2DFF-E15000348ACA}"/>
                    </a:ext>
                  </a:extLst>
                </p14:cNvPr>
                <p14:cNvContentPartPr/>
                <p14:nvPr/>
              </p14:nvContentPartPr>
              <p14:xfrm>
                <a:off x="5438011" y="3306125"/>
                <a:ext cx="75960" cy="38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4E28D8D-541A-7DED-2DFF-E15000348AC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420371" y="3288125"/>
                  <a:ext cx="11160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AB8AD97F-E6A3-B912-1E5F-E1BE3E11F573}"/>
              </a:ext>
            </a:extLst>
          </p:cNvPr>
          <p:cNvGrpSpPr/>
          <p:nvPr/>
        </p:nvGrpSpPr>
        <p:grpSpPr>
          <a:xfrm>
            <a:off x="5740771" y="3001205"/>
            <a:ext cx="938880" cy="417960"/>
            <a:chOff x="5740771" y="3001205"/>
            <a:chExt cx="938880" cy="41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B2E7BBB-3533-3CE5-4A8D-51FBDE8BDA47}"/>
                    </a:ext>
                  </a:extLst>
                </p14:cNvPr>
                <p14:cNvContentPartPr/>
                <p14:nvPr/>
              </p14:nvContentPartPr>
              <p14:xfrm>
                <a:off x="5740771" y="3240245"/>
                <a:ext cx="142560" cy="1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B2E7BBB-3533-3CE5-4A8D-51FBDE8BDA4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723131" y="3222245"/>
                  <a:ext cx="178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31974B5-C66D-0218-88C4-03A27A1007E4}"/>
                    </a:ext>
                  </a:extLst>
                </p14:cNvPr>
                <p14:cNvContentPartPr/>
                <p14:nvPr/>
              </p14:nvContentPartPr>
              <p14:xfrm>
                <a:off x="6015091" y="3184445"/>
                <a:ext cx="72720" cy="28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31974B5-C66D-0218-88C4-03A27A1007E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997091" y="3166805"/>
                  <a:ext cx="1083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B4D8BB-58E7-81B5-54D5-8A7CF9A36F02}"/>
                    </a:ext>
                  </a:extLst>
                </p14:cNvPr>
                <p14:cNvContentPartPr/>
                <p14:nvPr/>
              </p14:nvContentPartPr>
              <p14:xfrm>
                <a:off x="6145411" y="3184085"/>
                <a:ext cx="115920" cy="12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B4D8BB-58E7-81B5-54D5-8A7CF9A36F0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127411" y="3166085"/>
                  <a:ext cx="151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5294997-A6A9-7CE9-8214-984ED7835E2A}"/>
                    </a:ext>
                  </a:extLst>
                </p14:cNvPr>
                <p14:cNvContentPartPr/>
                <p14:nvPr/>
              </p14:nvContentPartPr>
              <p14:xfrm>
                <a:off x="6362131" y="3169685"/>
                <a:ext cx="17640" cy="1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5294997-A6A9-7CE9-8214-984ED7835E2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344491" y="3152045"/>
                  <a:ext cx="532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FA11B99-B607-3E0F-752B-FF684C00EC18}"/>
                    </a:ext>
                  </a:extLst>
                </p14:cNvPr>
                <p14:cNvContentPartPr/>
                <p14:nvPr/>
              </p14:nvContentPartPr>
              <p14:xfrm>
                <a:off x="6567331" y="3001205"/>
                <a:ext cx="20520" cy="318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FA11B99-B607-3E0F-752B-FF684C00EC1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549691" y="2983205"/>
                  <a:ext cx="561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09E8624-5007-0CE6-54E5-52BBA0FCC916}"/>
                    </a:ext>
                  </a:extLst>
                </p14:cNvPr>
                <p14:cNvContentPartPr/>
                <p14:nvPr/>
              </p14:nvContentPartPr>
              <p14:xfrm>
                <a:off x="6502531" y="3017045"/>
                <a:ext cx="161640" cy="61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09E8624-5007-0CE6-54E5-52BBA0FCC91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484531" y="2999045"/>
                  <a:ext cx="197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694852B-71E8-3317-2437-E557D217CB54}"/>
                    </a:ext>
                  </a:extLst>
                </p14:cNvPr>
                <p14:cNvContentPartPr/>
                <p14:nvPr/>
              </p14:nvContentPartPr>
              <p14:xfrm>
                <a:off x="6565531" y="3391085"/>
                <a:ext cx="114120" cy="28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694852B-71E8-3317-2437-E557D217CB5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47531" y="3373445"/>
                  <a:ext cx="14976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9D5289FB-2D9A-F6D3-4203-82CD7D980281}"/>
              </a:ext>
            </a:extLst>
          </p:cNvPr>
          <p:cNvGrpSpPr/>
          <p:nvPr/>
        </p:nvGrpSpPr>
        <p:grpSpPr>
          <a:xfrm>
            <a:off x="6869011" y="3228005"/>
            <a:ext cx="141120" cy="261360"/>
            <a:chOff x="6869011" y="3228005"/>
            <a:chExt cx="14112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A067329-EB17-1671-60E3-59497F0886D8}"/>
                    </a:ext>
                  </a:extLst>
                </p14:cNvPr>
                <p14:cNvContentPartPr/>
                <p14:nvPr/>
              </p14:nvContentPartPr>
              <p14:xfrm>
                <a:off x="6869011" y="3315485"/>
                <a:ext cx="42480" cy="173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A067329-EB17-1671-60E3-59497F0886D8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851011" y="3297485"/>
                  <a:ext cx="78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225988C-D451-3A48-E899-D8F862F43464}"/>
                    </a:ext>
                  </a:extLst>
                </p14:cNvPr>
                <p14:cNvContentPartPr/>
                <p14:nvPr/>
              </p14:nvContentPartPr>
              <p14:xfrm>
                <a:off x="6923371" y="3228005"/>
                <a:ext cx="74520" cy="71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225988C-D451-3A48-E899-D8F862F4346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05731" y="3210005"/>
                  <a:ext cx="1101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043170F6-7041-0349-D591-59B3DF228C02}"/>
                    </a:ext>
                  </a:extLst>
                </p14:cNvPr>
                <p14:cNvContentPartPr/>
                <p14:nvPr/>
              </p14:nvContentPartPr>
              <p14:xfrm>
                <a:off x="6928771" y="3361205"/>
                <a:ext cx="81360" cy="33120"/>
              </p14:xfrm>
            </p:contentPart>
          </mc:Choice>
          <mc:Fallback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043170F6-7041-0349-D591-59B3DF228C0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911131" y="3343205"/>
                  <a:ext cx="11700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8" name="Group 1027">
            <a:extLst>
              <a:ext uri="{FF2B5EF4-FFF2-40B4-BE49-F238E27FC236}">
                <a16:creationId xmlns:a16="http://schemas.microsoft.com/office/drawing/2014/main" id="{70359593-A4C7-786A-77AD-63B7C5C5BC6E}"/>
              </a:ext>
            </a:extLst>
          </p:cNvPr>
          <p:cNvGrpSpPr/>
          <p:nvPr/>
        </p:nvGrpSpPr>
        <p:grpSpPr>
          <a:xfrm>
            <a:off x="7175731" y="3230165"/>
            <a:ext cx="120240" cy="93240"/>
            <a:chOff x="7175731" y="3230165"/>
            <a:chExt cx="120240" cy="9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26" name="Ink 1025">
                  <a:extLst>
                    <a:ext uri="{FF2B5EF4-FFF2-40B4-BE49-F238E27FC236}">
                      <a16:creationId xmlns:a16="http://schemas.microsoft.com/office/drawing/2014/main" id="{FBD6A637-100C-3A5E-B980-3C025CDB6E8C}"/>
                    </a:ext>
                  </a:extLst>
                </p14:cNvPr>
                <p14:cNvContentPartPr/>
                <p14:nvPr/>
              </p14:nvContentPartPr>
              <p14:xfrm>
                <a:off x="7175731" y="3230165"/>
                <a:ext cx="61200" cy="12240"/>
              </p14:xfrm>
            </p:contentPart>
          </mc:Choice>
          <mc:Fallback>
            <p:pic>
              <p:nvPicPr>
                <p:cNvPr id="1026" name="Ink 1025">
                  <a:extLst>
                    <a:ext uri="{FF2B5EF4-FFF2-40B4-BE49-F238E27FC236}">
                      <a16:creationId xmlns:a16="http://schemas.microsoft.com/office/drawing/2014/main" id="{FBD6A637-100C-3A5E-B980-3C025CDB6E8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158091" y="3212525"/>
                  <a:ext cx="96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C8A8C326-4045-141F-ADC2-7F317A657C5A}"/>
                    </a:ext>
                  </a:extLst>
                </p14:cNvPr>
                <p14:cNvContentPartPr/>
                <p14:nvPr/>
              </p14:nvContentPartPr>
              <p14:xfrm>
                <a:off x="7232971" y="3303245"/>
                <a:ext cx="63000" cy="20160"/>
              </p14:xfrm>
            </p:contentPart>
          </mc:Choice>
          <mc:Fallback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C8A8C326-4045-141F-ADC2-7F317A657C5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14971" y="3285245"/>
                  <a:ext cx="9864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1032" name="Ink 1031">
                <a:extLst>
                  <a:ext uri="{FF2B5EF4-FFF2-40B4-BE49-F238E27FC236}">
                    <a16:creationId xmlns:a16="http://schemas.microsoft.com/office/drawing/2014/main" id="{59344987-7EA8-6320-7B01-D17531939DA3}"/>
                  </a:ext>
                </a:extLst>
              </p14:cNvPr>
              <p14:cNvContentPartPr/>
              <p14:nvPr/>
            </p14:nvContentPartPr>
            <p14:xfrm>
              <a:off x="7454731" y="3120725"/>
              <a:ext cx="64080" cy="164520"/>
            </p14:xfrm>
          </p:contentPart>
        </mc:Choice>
        <mc:Fallback>
          <p:pic>
            <p:nvPicPr>
              <p:cNvPr id="1032" name="Ink 1031">
                <a:extLst>
                  <a:ext uri="{FF2B5EF4-FFF2-40B4-BE49-F238E27FC236}">
                    <a16:creationId xmlns:a16="http://schemas.microsoft.com/office/drawing/2014/main" id="{59344987-7EA8-6320-7B01-D17531939DA3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437091" y="3102725"/>
                <a:ext cx="9972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1033" name="Ink 1032">
                <a:extLst>
                  <a:ext uri="{FF2B5EF4-FFF2-40B4-BE49-F238E27FC236}">
                    <a16:creationId xmlns:a16="http://schemas.microsoft.com/office/drawing/2014/main" id="{8C6BE89A-12B5-3F49-7117-0E56C2DF297D}"/>
                  </a:ext>
                </a:extLst>
              </p14:cNvPr>
              <p14:cNvContentPartPr/>
              <p14:nvPr/>
            </p14:nvContentPartPr>
            <p14:xfrm>
              <a:off x="7543291" y="3422765"/>
              <a:ext cx="1440" cy="39240"/>
            </p14:xfrm>
          </p:contentPart>
        </mc:Choice>
        <mc:Fallback>
          <p:pic>
            <p:nvPicPr>
              <p:cNvPr id="1033" name="Ink 1032">
                <a:extLst>
                  <a:ext uri="{FF2B5EF4-FFF2-40B4-BE49-F238E27FC236}">
                    <a16:creationId xmlns:a16="http://schemas.microsoft.com/office/drawing/2014/main" id="{8C6BE89A-12B5-3F49-7117-0E56C2DF297D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525651" y="3404765"/>
                <a:ext cx="37080" cy="7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767860B0-301F-EB46-EA6E-16B1F49E02B5}"/>
              </a:ext>
            </a:extLst>
          </p:cNvPr>
          <p:cNvGrpSpPr/>
          <p:nvPr/>
        </p:nvGrpSpPr>
        <p:grpSpPr>
          <a:xfrm>
            <a:off x="1595011" y="2131805"/>
            <a:ext cx="367560" cy="372960"/>
            <a:chOff x="1595011" y="2131805"/>
            <a:chExt cx="367560" cy="37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59F2479E-258F-40CF-3A9E-AC38C998C176}"/>
                    </a:ext>
                  </a:extLst>
                </p14:cNvPr>
                <p14:cNvContentPartPr/>
                <p14:nvPr/>
              </p14:nvContentPartPr>
              <p14:xfrm>
                <a:off x="1595011" y="2216045"/>
                <a:ext cx="184320" cy="288720"/>
              </p14:xfrm>
            </p:contentPart>
          </mc:Choice>
          <mc:Fallback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59F2479E-258F-40CF-3A9E-AC38C998C17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577011" y="2198045"/>
                  <a:ext cx="2199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F80096BE-4F21-DC36-B30E-E9EAC0C51392}"/>
                    </a:ext>
                  </a:extLst>
                </p14:cNvPr>
                <p14:cNvContentPartPr/>
                <p14:nvPr/>
              </p14:nvContentPartPr>
              <p14:xfrm>
                <a:off x="1820371" y="2131805"/>
                <a:ext cx="142200" cy="237240"/>
              </p14:xfrm>
            </p:contentPart>
          </mc:Choice>
          <mc:Fallback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F80096BE-4F21-DC36-B30E-E9EAC0C5139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802371" y="2113805"/>
                  <a:ext cx="17784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2BC3A354-6A16-1F78-F03C-98755625C206}"/>
              </a:ext>
            </a:extLst>
          </p:cNvPr>
          <p:cNvGrpSpPr/>
          <p:nvPr/>
        </p:nvGrpSpPr>
        <p:grpSpPr>
          <a:xfrm>
            <a:off x="317731" y="4824965"/>
            <a:ext cx="201240" cy="1478520"/>
            <a:chOff x="317731" y="4824965"/>
            <a:chExt cx="201240" cy="147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9944B698-D6F8-7D58-159F-A5761A539F55}"/>
                    </a:ext>
                  </a:extLst>
                </p14:cNvPr>
                <p14:cNvContentPartPr/>
                <p14:nvPr/>
              </p14:nvContentPartPr>
              <p14:xfrm>
                <a:off x="441931" y="4824965"/>
                <a:ext cx="37800" cy="1459440"/>
              </p14:xfrm>
            </p:contentPart>
          </mc:Choice>
          <mc:Fallback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9944B698-D6F8-7D58-159F-A5761A539F5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23931" y="4807325"/>
                  <a:ext cx="73440" cy="14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AD7EA097-2361-84EE-89BB-B492D2C302F3}"/>
                    </a:ext>
                  </a:extLst>
                </p14:cNvPr>
                <p14:cNvContentPartPr/>
                <p14:nvPr/>
              </p14:nvContentPartPr>
              <p14:xfrm>
                <a:off x="317731" y="6135725"/>
                <a:ext cx="201240" cy="167760"/>
              </p14:xfrm>
            </p:contentPart>
          </mc:Choice>
          <mc:Fallback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AD7EA097-2361-84EE-89BB-B492D2C302F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00091" y="6117725"/>
                  <a:ext cx="2368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DCDF9FA7-D839-033E-3277-FDC70D9F1E83}"/>
              </a:ext>
            </a:extLst>
          </p:cNvPr>
          <p:cNvGrpSpPr/>
          <p:nvPr/>
        </p:nvGrpSpPr>
        <p:grpSpPr>
          <a:xfrm>
            <a:off x="389371" y="2539685"/>
            <a:ext cx="344160" cy="1640160"/>
            <a:chOff x="389371" y="2539685"/>
            <a:chExt cx="344160" cy="164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EEC55539-90B1-794B-D0CF-E22A2ACEF632}"/>
                    </a:ext>
                  </a:extLst>
                </p14:cNvPr>
                <p14:cNvContentPartPr/>
                <p14:nvPr/>
              </p14:nvContentPartPr>
              <p14:xfrm>
                <a:off x="459211" y="2608445"/>
                <a:ext cx="92520" cy="1571400"/>
              </p14:xfrm>
            </p:contentPart>
          </mc:Choice>
          <mc:Fallback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EEC55539-90B1-794B-D0CF-E22A2ACEF63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41211" y="2590445"/>
                  <a:ext cx="128160" cy="16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86E608E7-D79B-EFE5-A38B-28A0D7D7F23E}"/>
                    </a:ext>
                  </a:extLst>
                </p14:cNvPr>
                <p14:cNvContentPartPr/>
                <p14:nvPr/>
              </p14:nvContentPartPr>
              <p14:xfrm>
                <a:off x="389371" y="2547965"/>
                <a:ext cx="221760" cy="209520"/>
              </p14:xfrm>
            </p:contentPart>
          </mc:Choice>
          <mc:Fallback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86E608E7-D79B-EFE5-A38B-28A0D7D7F23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71731" y="2529965"/>
                  <a:ext cx="2574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EC67FA65-62D4-552D-EFDD-E6F119C1F82F}"/>
                    </a:ext>
                  </a:extLst>
                </p14:cNvPr>
                <p14:cNvContentPartPr/>
                <p14:nvPr/>
              </p14:nvContentPartPr>
              <p14:xfrm>
                <a:off x="681691" y="2539685"/>
                <a:ext cx="51840" cy="70560"/>
              </p14:xfrm>
            </p:contentPart>
          </mc:Choice>
          <mc:Fallback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EC67FA65-62D4-552D-EFDD-E6F119C1F82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63691" y="2522045"/>
                  <a:ext cx="8748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D7A0D12-BDBC-50AF-7E32-5CA0C54C2AE4}"/>
              </a:ext>
            </a:extLst>
          </p:cNvPr>
          <p:cNvGrpSpPr/>
          <p:nvPr/>
        </p:nvGrpSpPr>
        <p:grpSpPr>
          <a:xfrm>
            <a:off x="3846451" y="2199125"/>
            <a:ext cx="357480" cy="392400"/>
            <a:chOff x="3846451" y="2199125"/>
            <a:chExt cx="357480" cy="39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DDC3F2AC-D99A-3C9D-18B0-26A8416883E8}"/>
                    </a:ext>
                  </a:extLst>
                </p14:cNvPr>
                <p14:cNvContentPartPr/>
                <p14:nvPr/>
              </p14:nvContentPartPr>
              <p14:xfrm>
                <a:off x="3846451" y="2515205"/>
                <a:ext cx="76320" cy="76320"/>
              </p14:xfrm>
            </p:contentPart>
          </mc:Choice>
          <mc:Fallback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DDC3F2AC-D99A-3C9D-18B0-26A8416883E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828451" y="2497565"/>
                  <a:ext cx="111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49A19DED-4CD8-008F-3F96-E3BF6A3A7005}"/>
                    </a:ext>
                  </a:extLst>
                </p14:cNvPr>
                <p14:cNvContentPartPr/>
                <p14:nvPr/>
              </p14:nvContentPartPr>
              <p14:xfrm>
                <a:off x="3856171" y="2232605"/>
                <a:ext cx="213120" cy="251280"/>
              </p14:xfrm>
            </p:contentPart>
          </mc:Choice>
          <mc:Fallback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49A19DED-4CD8-008F-3F96-E3BF6A3A700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38171" y="2214965"/>
                  <a:ext cx="24876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F1677738-D950-2C6D-D2FD-74C6213D4010}"/>
                    </a:ext>
                  </a:extLst>
                </p14:cNvPr>
                <p14:cNvContentPartPr/>
                <p14:nvPr/>
              </p14:nvContentPartPr>
              <p14:xfrm>
                <a:off x="4109611" y="2199125"/>
                <a:ext cx="94320" cy="124200"/>
              </p14:xfrm>
            </p:contentPart>
          </mc:Choice>
          <mc:Fallback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F1677738-D950-2C6D-D2FD-74C6213D401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091971" y="2181485"/>
                  <a:ext cx="129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D289B2EC-0AE6-142D-C6E2-553E2BCAB857}"/>
              </a:ext>
            </a:extLst>
          </p:cNvPr>
          <p:cNvGrpSpPr/>
          <p:nvPr/>
        </p:nvGrpSpPr>
        <p:grpSpPr>
          <a:xfrm>
            <a:off x="2679331" y="2194445"/>
            <a:ext cx="347400" cy="460440"/>
            <a:chOff x="2679331" y="2194445"/>
            <a:chExt cx="34740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BE406B71-C33E-48F7-C839-82415E292A8C}"/>
                    </a:ext>
                  </a:extLst>
                </p14:cNvPr>
                <p14:cNvContentPartPr/>
                <p14:nvPr/>
              </p14:nvContentPartPr>
              <p14:xfrm>
                <a:off x="2679331" y="2255285"/>
                <a:ext cx="181800" cy="273600"/>
              </p14:xfrm>
            </p:contentPart>
          </mc:Choice>
          <mc:Fallback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BE406B71-C33E-48F7-C839-82415E292A8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661331" y="2237285"/>
                  <a:ext cx="2174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5021D955-E6C7-4C2D-5C65-B1FE509DBBD2}"/>
                    </a:ext>
                  </a:extLst>
                </p14:cNvPr>
                <p14:cNvContentPartPr/>
                <p14:nvPr/>
              </p14:nvContentPartPr>
              <p14:xfrm>
                <a:off x="2873371" y="2194445"/>
                <a:ext cx="153360" cy="162000"/>
              </p14:xfrm>
            </p:contentPart>
          </mc:Choice>
          <mc:Fallback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5021D955-E6C7-4C2D-5C65-B1FE509DBBD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855731" y="2176445"/>
                  <a:ext cx="189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908527FA-CB07-DBE8-13E5-2280C6FC4491}"/>
                    </a:ext>
                  </a:extLst>
                </p14:cNvPr>
                <p14:cNvContentPartPr/>
                <p14:nvPr/>
              </p14:nvContentPartPr>
              <p14:xfrm>
                <a:off x="2834131" y="2578205"/>
                <a:ext cx="63360" cy="76680"/>
              </p14:xfrm>
            </p:contentPart>
          </mc:Choice>
          <mc:Fallback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908527FA-CB07-DBE8-13E5-2280C6FC449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816491" y="2560205"/>
                  <a:ext cx="99000" cy="112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051" name="Ink 1050">
                <a:extLst>
                  <a:ext uri="{FF2B5EF4-FFF2-40B4-BE49-F238E27FC236}">
                    <a16:creationId xmlns:a16="http://schemas.microsoft.com/office/drawing/2014/main" id="{C73F9948-B9DC-154A-81C7-DC4F80B0EC80}"/>
                  </a:ext>
                </a:extLst>
              </p14:cNvPr>
              <p14:cNvContentPartPr/>
              <p14:nvPr/>
            </p14:nvContentPartPr>
            <p14:xfrm>
              <a:off x="1697611" y="2567405"/>
              <a:ext cx="103320" cy="81720"/>
            </p14:xfrm>
          </p:contentPart>
        </mc:Choice>
        <mc:Fallback>
          <p:pic>
            <p:nvPicPr>
              <p:cNvPr id="1051" name="Ink 1050">
                <a:extLst>
                  <a:ext uri="{FF2B5EF4-FFF2-40B4-BE49-F238E27FC236}">
                    <a16:creationId xmlns:a16="http://schemas.microsoft.com/office/drawing/2014/main" id="{C73F9948-B9DC-154A-81C7-DC4F80B0EC80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1679971" y="2549405"/>
                <a:ext cx="138960" cy="11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052" name="Ink 1051">
                <a:extLst>
                  <a:ext uri="{FF2B5EF4-FFF2-40B4-BE49-F238E27FC236}">
                    <a16:creationId xmlns:a16="http://schemas.microsoft.com/office/drawing/2014/main" id="{9BDEB637-D0DE-5AE2-0391-C822C4133296}"/>
                  </a:ext>
                </a:extLst>
              </p14:cNvPr>
              <p14:cNvContentPartPr/>
              <p14:nvPr/>
            </p14:nvContentPartPr>
            <p14:xfrm>
              <a:off x="1752691" y="6275045"/>
              <a:ext cx="37440" cy="50760"/>
            </p14:xfrm>
          </p:contentPart>
        </mc:Choice>
        <mc:Fallback>
          <p:pic>
            <p:nvPicPr>
              <p:cNvPr id="1052" name="Ink 1051">
                <a:extLst>
                  <a:ext uri="{FF2B5EF4-FFF2-40B4-BE49-F238E27FC236}">
                    <a16:creationId xmlns:a16="http://schemas.microsoft.com/office/drawing/2014/main" id="{9BDEB637-D0DE-5AE2-0391-C822C4133296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1735051" y="6257045"/>
                <a:ext cx="7308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053" name="Ink 1052">
                <a:extLst>
                  <a:ext uri="{FF2B5EF4-FFF2-40B4-BE49-F238E27FC236}">
                    <a16:creationId xmlns:a16="http://schemas.microsoft.com/office/drawing/2014/main" id="{229A9B67-94A0-2064-6E45-A0E64A67E819}"/>
                  </a:ext>
                </a:extLst>
              </p14:cNvPr>
              <p14:cNvContentPartPr/>
              <p14:nvPr/>
            </p14:nvContentPartPr>
            <p14:xfrm>
              <a:off x="2815771" y="6299885"/>
              <a:ext cx="45000" cy="32040"/>
            </p14:xfrm>
          </p:contentPart>
        </mc:Choice>
        <mc:Fallback>
          <p:pic>
            <p:nvPicPr>
              <p:cNvPr id="1053" name="Ink 1052">
                <a:extLst>
                  <a:ext uri="{FF2B5EF4-FFF2-40B4-BE49-F238E27FC236}">
                    <a16:creationId xmlns:a16="http://schemas.microsoft.com/office/drawing/2014/main" id="{229A9B67-94A0-2064-6E45-A0E64A67E819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2797771" y="6282245"/>
                <a:ext cx="8064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054" name="Ink 1053">
                <a:extLst>
                  <a:ext uri="{FF2B5EF4-FFF2-40B4-BE49-F238E27FC236}">
                    <a16:creationId xmlns:a16="http://schemas.microsoft.com/office/drawing/2014/main" id="{71596D89-7986-7AC7-E2C9-D264FD1B984C}"/>
                  </a:ext>
                </a:extLst>
              </p14:cNvPr>
              <p14:cNvContentPartPr/>
              <p14:nvPr/>
            </p14:nvContentPartPr>
            <p14:xfrm>
              <a:off x="3884251" y="6304205"/>
              <a:ext cx="37800" cy="24840"/>
            </p14:xfrm>
          </p:contentPart>
        </mc:Choice>
        <mc:Fallback>
          <p:pic>
            <p:nvPicPr>
              <p:cNvPr id="1054" name="Ink 1053">
                <a:extLst>
                  <a:ext uri="{FF2B5EF4-FFF2-40B4-BE49-F238E27FC236}">
                    <a16:creationId xmlns:a16="http://schemas.microsoft.com/office/drawing/2014/main" id="{71596D89-7986-7AC7-E2C9-D264FD1B984C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3866611" y="6286565"/>
                <a:ext cx="7344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055" name="Ink 1054">
                <a:extLst>
                  <a:ext uri="{FF2B5EF4-FFF2-40B4-BE49-F238E27FC236}">
                    <a16:creationId xmlns:a16="http://schemas.microsoft.com/office/drawing/2014/main" id="{325F6EB8-E65A-175E-57C5-8699AD02620A}"/>
                  </a:ext>
                </a:extLst>
              </p14:cNvPr>
              <p14:cNvContentPartPr/>
              <p14:nvPr/>
            </p14:nvContentPartPr>
            <p14:xfrm>
              <a:off x="1816771" y="6477365"/>
              <a:ext cx="134640" cy="133200"/>
            </p14:xfrm>
          </p:contentPart>
        </mc:Choice>
        <mc:Fallback>
          <p:pic>
            <p:nvPicPr>
              <p:cNvPr id="1055" name="Ink 1054">
                <a:extLst>
                  <a:ext uri="{FF2B5EF4-FFF2-40B4-BE49-F238E27FC236}">
                    <a16:creationId xmlns:a16="http://schemas.microsoft.com/office/drawing/2014/main" id="{325F6EB8-E65A-175E-57C5-8699AD02620A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1799131" y="6459725"/>
                <a:ext cx="17028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1056" name="Ink 1055">
                <a:extLst>
                  <a:ext uri="{FF2B5EF4-FFF2-40B4-BE49-F238E27FC236}">
                    <a16:creationId xmlns:a16="http://schemas.microsoft.com/office/drawing/2014/main" id="{B970740B-3898-2CA2-FF78-2D048C8649CA}"/>
                  </a:ext>
                </a:extLst>
              </p14:cNvPr>
              <p14:cNvContentPartPr/>
              <p14:nvPr/>
            </p14:nvContentPartPr>
            <p14:xfrm>
              <a:off x="2847451" y="6513725"/>
              <a:ext cx="121320" cy="138600"/>
            </p14:xfrm>
          </p:contentPart>
        </mc:Choice>
        <mc:Fallback>
          <p:pic>
            <p:nvPicPr>
              <p:cNvPr id="1056" name="Ink 1055">
                <a:extLst>
                  <a:ext uri="{FF2B5EF4-FFF2-40B4-BE49-F238E27FC236}">
                    <a16:creationId xmlns:a16="http://schemas.microsoft.com/office/drawing/2014/main" id="{B970740B-3898-2CA2-FF78-2D048C8649CA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2829451" y="6496085"/>
                <a:ext cx="156960" cy="17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1057" name="Ink 1056">
                <a:extLst>
                  <a:ext uri="{FF2B5EF4-FFF2-40B4-BE49-F238E27FC236}">
                    <a16:creationId xmlns:a16="http://schemas.microsoft.com/office/drawing/2014/main" id="{FEB1649C-CF40-7EA8-BD1F-5B8382E1A3E0}"/>
                  </a:ext>
                </a:extLst>
              </p14:cNvPr>
              <p14:cNvContentPartPr/>
              <p14:nvPr/>
            </p14:nvContentPartPr>
            <p14:xfrm>
              <a:off x="3677611" y="6593645"/>
              <a:ext cx="120600" cy="102600"/>
            </p14:xfrm>
          </p:contentPart>
        </mc:Choice>
        <mc:Fallback>
          <p:pic>
            <p:nvPicPr>
              <p:cNvPr id="1057" name="Ink 1056">
                <a:extLst>
                  <a:ext uri="{FF2B5EF4-FFF2-40B4-BE49-F238E27FC236}">
                    <a16:creationId xmlns:a16="http://schemas.microsoft.com/office/drawing/2014/main" id="{FEB1649C-CF40-7EA8-BD1F-5B8382E1A3E0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3659971" y="6575645"/>
                <a:ext cx="156240" cy="13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CEEE7768-BC28-AFC7-E622-3EBD2AA26764}"/>
              </a:ext>
            </a:extLst>
          </p:cNvPr>
          <p:cNvGrpSpPr/>
          <p:nvPr/>
        </p:nvGrpSpPr>
        <p:grpSpPr>
          <a:xfrm>
            <a:off x="5400931" y="3813725"/>
            <a:ext cx="1246680" cy="346320"/>
            <a:chOff x="5400931" y="3813725"/>
            <a:chExt cx="1246680" cy="3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5FBC69A5-B0BD-2034-A354-0ECFB4C82506}"/>
                    </a:ext>
                  </a:extLst>
                </p14:cNvPr>
                <p14:cNvContentPartPr/>
                <p14:nvPr/>
              </p14:nvContentPartPr>
              <p14:xfrm>
                <a:off x="5400931" y="3867365"/>
                <a:ext cx="283320" cy="255960"/>
              </p14:xfrm>
            </p:contentPart>
          </mc:Choice>
          <mc:Fallback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5FBC69A5-B0BD-2034-A354-0ECFB4C8250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382931" y="3849365"/>
                  <a:ext cx="3189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166515CC-D871-FCFE-1C7B-7BD30CC6DF92}"/>
                    </a:ext>
                  </a:extLst>
                </p14:cNvPr>
                <p14:cNvContentPartPr/>
                <p14:nvPr/>
              </p14:nvContentPartPr>
              <p14:xfrm>
                <a:off x="5780371" y="3987965"/>
                <a:ext cx="110880" cy="45000"/>
              </p14:xfrm>
            </p:contentPart>
          </mc:Choice>
          <mc:Fallback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166515CC-D871-FCFE-1C7B-7BD30CC6DF9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762371" y="3969965"/>
                  <a:ext cx="1465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5975A23D-389D-ED09-575F-AB06BCCC9F88}"/>
                    </a:ext>
                  </a:extLst>
                </p14:cNvPr>
                <p14:cNvContentPartPr/>
                <p14:nvPr/>
              </p14:nvContentPartPr>
              <p14:xfrm>
                <a:off x="5860291" y="4067525"/>
                <a:ext cx="91800" cy="44640"/>
              </p14:xfrm>
            </p:contentPart>
          </mc:Choice>
          <mc:Fallback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5975A23D-389D-ED09-575F-AB06BCCC9F8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842651" y="4049885"/>
                  <a:ext cx="127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5D09A027-4F4D-DCF5-7032-B927069B4C31}"/>
                    </a:ext>
                  </a:extLst>
                </p14:cNvPr>
                <p14:cNvContentPartPr/>
                <p14:nvPr/>
              </p14:nvContentPartPr>
              <p14:xfrm>
                <a:off x="6115891" y="3863765"/>
                <a:ext cx="23760" cy="245880"/>
              </p14:xfrm>
            </p:contentPart>
          </mc:Choice>
          <mc:Fallback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5D09A027-4F4D-DCF5-7032-B927069B4C3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097891" y="3846125"/>
                  <a:ext cx="594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128A06DE-286D-87D9-0F56-5EE3D5B3ABF3}"/>
                    </a:ext>
                  </a:extLst>
                </p14:cNvPr>
                <p14:cNvContentPartPr/>
                <p14:nvPr/>
              </p14:nvContentPartPr>
              <p14:xfrm>
                <a:off x="6066211" y="3856565"/>
                <a:ext cx="161640" cy="53640"/>
              </p14:xfrm>
            </p:contentPart>
          </mc:Choice>
          <mc:Fallback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128A06DE-286D-87D9-0F56-5EE3D5B3ABF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048211" y="3838565"/>
                  <a:ext cx="1972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EFA48F8F-D35C-F74D-4ED0-0C264E0F9605}"/>
                    </a:ext>
                  </a:extLst>
                </p14:cNvPr>
                <p14:cNvContentPartPr/>
                <p14:nvPr/>
              </p14:nvContentPartPr>
              <p14:xfrm>
                <a:off x="6109411" y="4098125"/>
                <a:ext cx="177120" cy="61920"/>
              </p14:xfrm>
            </p:contentPart>
          </mc:Choice>
          <mc:Fallback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EFA48F8F-D35C-F74D-4ED0-0C264E0F9605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091411" y="4080125"/>
                  <a:ext cx="2127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3286CD99-1EC0-6C8A-0A40-BDE098475908}"/>
                    </a:ext>
                  </a:extLst>
                </p14:cNvPr>
                <p14:cNvContentPartPr/>
                <p14:nvPr/>
              </p14:nvContentPartPr>
              <p14:xfrm>
                <a:off x="6425131" y="3886085"/>
                <a:ext cx="43920" cy="231840"/>
              </p14:xfrm>
            </p:contentPart>
          </mc:Choice>
          <mc:Fallback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3286CD99-1EC0-6C8A-0A40-BDE09847590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407131" y="3868445"/>
                  <a:ext cx="795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E14685FD-F78F-60A9-C7B6-25B845C9C286}"/>
                    </a:ext>
                  </a:extLst>
                </p14:cNvPr>
                <p14:cNvContentPartPr/>
                <p14:nvPr/>
              </p14:nvContentPartPr>
              <p14:xfrm>
                <a:off x="6412531" y="3813725"/>
                <a:ext cx="235080" cy="194400"/>
              </p14:xfrm>
            </p:contentPart>
          </mc:Choice>
          <mc:Fallback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E14685FD-F78F-60A9-C7B6-25B845C9C286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394891" y="3796085"/>
                  <a:ext cx="270720" cy="23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069" name="Ink 1068">
                <a:extLst>
                  <a:ext uri="{FF2B5EF4-FFF2-40B4-BE49-F238E27FC236}">
                    <a16:creationId xmlns:a16="http://schemas.microsoft.com/office/drawing/2014/main" id="{704A45ED-4BE2-8EE1-DD22-E8FA2802CB4D}"/>
                  </a:ext>
                </a:extLst>
              </p14:cNvPr>
              <p14:cNvContentPartPr/>
              <p14:nvPr/>
            </p14:nvContentPartPr>
            <p14:xfrm>
              <a:off x="5498491" y="4499885"/>
              <a:ext cx="168840" cy="259920"/>
            </p14:xfrm>
          </p:contentPart>
        </mc:Choice>
        <mc:Fallback>
          <p:pic>
            <p:nvPicPr>
              <p:cNvPr id="1069" name="Ink 1068">
                <a:extLst>
                  <a:ext uri="{FF2B5EF4-FFF2-40B4-BE49-F238E27FC236}">
                    <a16:creationId xmlns:a16="http://schemas.microsoft.com/office/drawing/2014/main" id="{704A45ED-4BE2-8EE1-DD22-E8FA2802CB4D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5480851" y="4481885"/>
                <a:ext cx="204480" cy="29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7" name="Group 1086">
            <a:extLst>
              <a:ext uri="{FF2B5EF4-FFF2-40B4-BE49-F238E27FC236}">
                <a16:creationId xmlns:a16="http://schemas.microsoft.com/office/drawing/2014/main" id="{AB99C4CC-00E3-CE49-3CF3-6BC718A0E757}"/>
              </a:ext>
            </a:extLst>
          </p:cNvPr>
          <p:cNvGrpSpPr/>
          <p:nvPr/>
        </p:nvGrpSpPr>
        <p:grpSpPr>
          <a:xfrm>
            <a:off x="5889811" y="4471445"/>
            <a:ext cx="824040" cy="408960"/>
            <a:chOff x="5889811" y="4471445"/>
            <a:chExt cx="824040" cy="40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176C11C1-1DAC-0BE3-84C5-E8B76D815CBB}"/>
                    </a:ext>
                  </a:extLst>
                </p14:cNvPr>
                <p14:cNvContentPartPr/>
                <p14:nvPr/>
              </p14:nvContentPartPr>
              <p14:xfrm>
                <a:off x="5889811" y="4572605"/>
                <a:ext cx="48960" cy="13680"/>
              </p14:xfrm>
            </p:contentPart>
          </mc:Choice>
          <mc:Fallback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176C11C1-1DAC-0BE3-84C5-E8B76D815CB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872171" y="4554965"/>
                  <a:ext cx="846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FD57BD00-F3EF-7575-145C-68761CAC9C4A}"/>
                    </a:ext>
                  </a:extLst>
                </p14:cNvPr>
                <p14:cNvContentPartPr/>
                <p14:nvPr/>
              </p14:nvContentPartPr>
              <p14:xfrm>
                <a:off x="5922571" y="4648925"/>
                <a:ext cx="89280" cy="38160"/>
              </p14:xfrm>
            </p:contentPart>
          </mc:Choice>
          <mc:Fallback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FD57BD00-F3EF-7575-145C-68761CAC9C4A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904571" y="4631285"/>
                  <a:ext cx="124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822047CC-96DF-F8FF-589E-6901C7D1FB85}"/>
                    </a:ext>
                  </a:extLst>
                </p14:cNvPr>
                <p14:cNvContentPartPr/>
                <p14:nvPr/>
              </p14:nvContentPartPr>
              <p14:xfrm>
                <a:off x="6145411" y="4471445"/>
                <a:ext cx="42840" cy="305640"/>
              </p14:xfrm>
            </p:contentPart>
          </mc:Choice>
          <mc:Fallback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822047CC-96DF-F8FF-589E-6901C7D1FB85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127411" y="4453445"/>
                  <a:ext cx="784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080" name="Ink 1079">
                  <a:extLst>
                    <a:ext uri="{FF2B5EF4-FFF2-40B4-BE49-F238E27FC236}">
                      <a16:creationId xmlns:a16="http://schemas.microsoft.com/office/drawing/2014/main" id="{59E026A6-3005-4ABF-F690-67DB6732BFFD}"/>
                    </a:ext>
                  </a:extLst>
                </p14:cNvPr>
                <p14:cNvContentPartPr/>
                <p14:nvPr/>
              </p14:nvContentPartPr>
              <p14:xfrm>
                <a:off x="6099331" y="4491245"/>
                <a:ext cx="101160" cy="38520"/>
              </p14:xfrm>
            </p:contentPart>
          </mc:Choice>
          <mc:Fallback>
            <p:pic>
              <p:nvPicPr>
                <p:cNvPr id="1080" name="Ink 1079">
                  <a:extLst>
                    <a:ext uri="{FF2B5EF4-FFF2-40B4-BE49-F238E27FC236}">
                      <a16:creationId xmlns:a16="http://schemas.microsoft.com/office/drawing/2014/main" id="{59E026A6-3005-4ABF-F690-67DB6732BFF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081691" y="4473605"/>
                  <a:ext cx="136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081" name="Ink 1080">
                  <a:extLst>
                    <a:ext uri="{FF2B5EF4-FFF2-40B4-BE49-F238E27FC236}">
                      <a16:creationId xmlns:a16="http://schemas.microsoft.com/office/drawing/2014/main" id="{1AC6BE3F-FF42-BB34-825A-978994D8F02C}"/>
                    </a:ext>
                  </a:extLst>
                </p14:cNvPr>
                <p14:cNvContentPartPr/>
                <p14:nvPr/>
              </p14:nvContentPartPr>
              <p14:xfrm>
                <a:off x="6123811" y="4770965"/>
                <a:ext cx="129960" cy="33840"/>
              </p14:xfrm>
            </p:contentPart>
          </mc:Choice>
          <mc:Fallback>
            <p:pic>
              <p:nvPicPr>
                <p:cNvPr id="1081" name="Ink 1080">
                  <a:extLst>
                    <a:ext uri="{FF2B5EF4-FFF2-40B4-BE49-F238E27FC236}">
                      <a16:creationId xmlns:a16="http://schemas.microsoft.com/office/drawing/2014/main" id="{1AC6BE3F-FF42-BB34-825A-978994D8F02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105811" y="4752965"/>
                  <a:ext cx="1656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6E904C97-EC02-AABC-F51D-73F9E22BFBC2}"/>
                    </a:ext>
                  </a:extLst>
                </p14:cNvPr>
                <p14:cNvContentPartPr/>
                <p14:nvPr/>
              </p14:nvContentPartPr>
              <p14:xfrm>
                <a:off x="6377251" y="4680965"/>
                <a:ext cx="12600" cy="199440"/>
              </p14:xfrm>
            </p:contentPart>
          </mc:Choice>
          <mc:Fallback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6E904C97-EC02-AABC-F51D-73F9E22BFBC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359611" y="4662965"/>
                  <a:ext cx="482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74D0C424-00D8-81C9-F6E7-4B005D689A9F}"/>
                    </a:ext>
                  </a:extLst>
                </p14:cNvPr>
                <p14:cNvContentPartPr/>
                <p14:nvPr/>
              </p14:nvContentPartPr>
              <p14:xfrm>
                <a:off x="6389131" y="4644245"/>
                <a:ext cx="166680" cy="129960"/>
              </p14:xfrm>
            </p:contentPart>
          </mc:Choice>
          <mc:Fallback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74D0C424-00D8-81C9-F6E7-4B005D689A9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371491" y="4626245"/>
                  <a:ext cx="202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9A10AB27-07C9-0A98-D8E8-C9BC20C94279}"/>
                    </a:ext>
                  </a:extLst>
                </p14:cNvPr>
                <p14:cNvContentPartPr/>
                <p14:nvPr/>
              </p14:nvContentPartPr>
              <p14:xfrm>
                <a:off x="6410011" y="4713005"/>
                <a:ext cx="121320" cy="57960"/>
              </p14:xfrm>
            </p:contentPart>
          </mc:Choice>
          <mc:Fallback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9A10AB27-07C9-0A98-D8E8-C9BC20C94279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392011" y="4695365"/>
                  <a:ext cx="1569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48A040B8-C81C-BEF6-85FA-2BF32F97AFC5}"/>
                    </a:ext>
                  </a:extLst>
                </p14:cNvPr>
                <p14:cNvContentPartPr/>
                <p14:nvPr/>
              </p14:nvContentPartPr>
              <p14:xfrm>
                <a:off x="6703051" y="4571165"/>
                <a:ext cx="10800" cy="17640"/>
              </p14:xfrm>
            </p:contentPart>
          </mc:Choice>
          <mc:Fallback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48A040B8-C81C-BEF6-85FA-2BF32F97AFC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685411" y="4553525"/>
                  <a:ext cx="464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13C4A6F4-58CD-F1FB-FDF3-874F5571E9A3}"/>
              </a:ext>
            </a:extLst>
          </p:cNvPr>
          <p:cNvGrpSpPr/>
          <p:nvPr/>
        </p:nvGrpSpPr>
        <p:grpSpPr>
          <a:xfrm>
            <a:off x="6932011" y="4477925"/>
            <a:ext cx="362160" cy="306720"/>
            <a:chOff x="6932011" y="4477925"/>
            <a:chExt cx="36216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0BEAEDD2-418B-83F8-FA0A-117436EFAF6A}"/>
                    </a:ext>
                  </a:extLst>
                </p14:cNvPr>
                <p14:cNvContentPartPr/>
                <p14:nvPr/>
              </p14:nvContentPartPr>
              <p14:xfrm>
                <a:off x="6932011" y="4477925"/>
                <a:ext cx="69480" cy="306720"/>
              </p14:xfrm>
            </p:contentPart>
          </mc:Choice>
          <mc:Fallback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0BEAEDD2-418B-83F8-FA0A-117436EFAF6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914011" y="4459925"/>
                  <a:ext cx="1051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3BCA64CF-F478-DBB6-6BC0-739AAD36F0A3}"/>
                    </a:ext>
                  </a:extLst>
                </p14:cNvPr>
                <p14:cNvContentPartPr/>
                <p14:nvPr/>
              </p14:nvContentPartPr>
              <p14:xfrm>
                <a:off x="7085011" y="4520765"/>
                <a:ext cx="79560" cy="222840"/>
              </p14:xfrm>
            </p:contentPart>
          </mc:Choice>
          <mc:Fallback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3BCA64CF-F478-DBB6-6BC0-739AAD36F0A3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67011" y="4502765"/>
                  <a:ext cx="1152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B9EB3106-CEA5-397D-D507-50431CD8AA64}"/>
                    </a:ext>
                  </a:extLst>
                </p14:cNvPr>
                <p14:cNvContentPartPr/>
                <p14:nvPr/>
              </p14:nvContentPartPr>
              <p14:xfrm>
                <a:off x="7134331" y="4525085"/>
                <a:ext cx="159840" cy="133920"/>
              </p14:xfrm>
            </p:contentPart>
          </mc:Choice>
          <mc:Fallback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B9EB3106-CEA5-397D-D507-50431CD8AA6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116331" y="4507085"/>
                  <a:ext cx="195480" cy="16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3">
            <p14:nvContentPartPr>
              <p14:cNvPr id="1092" name="Ink 1091">
                <a:extLst>
                  <a:ext uri="{FF2B5EF4-FFF2-40B4-BE49-F238E27FC236}">
                    <a16:creationId xmlns:a16="http://schemas.microsoft.com/office/drawing/2014/main" id="{8B1EC3BA-8DF2-A5C0-4172-8C5A5268E91E}"/>
                  </a:ext>
                </a:extLst>
              </p14:cNvPr>
              <p14:cNvContentPartPr/>
              <p14:nvPr/>
            </p14:nvContentPartPr>
            <p14:xfrm>
              <a:off x="5439811" y="4428605"/>
              <a:ext cx="1921680" cy="347760"/>
            </p14:xfrm>
          </p:contentPart>
        </mc:Choice>
        <mc:Fallback>
          <p:pic>
            <p:nvPicPr>
              <p:cNvPr id="1092" name="Ink 1091">
                <a:extLst>
                  <a:ext uri="{FF2B5EF4-FFF2-40B4-BE49-F238E27FC236}">
                    <a16:creationId xmlns:a16="http://schemas.microsoft.com/office/drawing/2014/main" id="{8B1EC3BA-8DF2-A5C0-4172-8C5A5268E91E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5385811" y="4320605"/>
                <a:ext cx="2029320" cy="56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5">
            <p14:nvContentPartPr>
              <p14:cNvPr id="1093" name="Ink 1092">
                <a:extLst>
                  <a:ext uri="{FF2B5EF4-FFF2-40B4-BE49-F238E27FC236}">
                    <a16:creationId xmlns:a16="http://schemas.microsoft.com/office/drawing/2014/main" id="{FA0EC9B9-1FBE-CA1C-1A1A-4940215FE72C}"/>
                  </a:ext>
                </a:extLst>
              </p14:cNvPr>
              <p14:cNvContentPartPr/>
              <p14:nvPr/>
            </p14:nvContentPartPr>
            <p14:xfrm>
              <a:off x="1554691" y="2360765"/>
              <a:ext cx="393480" cy="4083840"/>
            </p14:xfrm>
          </p:contentPart>
        </mc:Choice>
        <mc:Fallback>
          <p:pic>
            <p:nvPicPr>
              <p:cNvPr id="1093" name="Ink 1092">
                <a:extLst>
                  <a:ext uri="{FF2B5EF4-FFF2-40B4-BE49-F238E27FC236}">
                    <a16:creationId xmlns:a16="http://schemas.microsoft.com/office/drawing/2014/main" id="{FA0EC9B9-1FBE-CA1C-1A1A-4940215FE72C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1500691" y="2253125"/>
                <a:ext cx="501120" cy="429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7">
            <p14:nvContentPartPr>
              <p14:cNvPr id="1094" name="Ink 1093">
                <a:extLst>
                  <a:ext uri="{FF2B5EF4-FFF2-40B4-BE49-F238E27FC236}">
                    <a16:creationId xmlns:a16="http://schemas.microsoft.com/office/drawing/2014/main" id="{B2438306-4F9F-6279-019C-7AAA18227151}"/>
                  </a:ext>
                </a:extLst>
              </p14:cNvPr>
              <p14:cNvContentPartPr/>
              <p14:nvPr/>
            </p14:nvContentPartPr>
            <p14:xfrm>
              <a:off x="1788691" y="6341645"/>
              <a:ext cx="20520" cy="15480"/>
            </p14:xfrm>
          </p:contentPart>
        </mc:Choice>
        <mc:Fallback>
          <p:pic>
            <p:nvPicPr>
              <p:cNvPr id="1094" name="Ink 1093">
                <a:extLst>
                  <a:ext uri="{FF2B5EF4-FFF2-40B4-BE49-F238E27FC236}">
                    <a16:creationId xmlns:a16="http://schemas.microsoft.com/office/drawing/2014/main" id="{B2438306-4F9F-6279-019C-7AAA18227151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1735051" y="6234005"/>
                <a:ext cx="12816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9">
            <p14:nvContentPartPr>
              <p14:cNvPr id="1095" name="Ink 1094">
                <a:extLst>
                  <a:ext uri="{FF2B5EF4-FFF2-40B4-BE49-F238E27FC236}">
                    <a16:creationId xmlns:a16="http://schemas.microsoft.com/office/drawing/2014/main" id="{367B690A-C3F8-EA67-06BE-FFF60E670816}"/>
                  </a:ext>
                </a:extLst>
              </p14:cNvPr>
              <p14:cNvContentPartPr/>
              <p14:nvPr/>
            </p14:nvContentPartPr>
            <p14:xfrm>
              <a:off x="2803171" y="2386685"/>
              <a:ext cx="286200" cy="4094640"/>
            </p14:xfrm>
          </p:contentPart>
        </mc:Choice>
        <mc:Fallback>
          <p:pic>
            <p:nvPicPr>
              <p:cNvPr id="1095" name="Ink 1094">
                <a:extLst>
                  <a:ext uri="{FF2B5EF4-FFF2-40B4-BE49-F238E27FC236}">
                    <a16:creationId xmlns:a16="http://schemas.microsoft.com/office/drawing/2014/main" id="{367B690A-C3F8-EA67-06BE-FFF60E670816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2749531" y="2278685"/>
                <a:ext cx="393840" cy="431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1">
            <p14:nvContentPartPr>
              <p14:cNvPr id="1096" name="Ink 1095">
                <a:extLst>
                  <a:ext uri="{FF2B5EF4-FFF2-40B4-BE49-F238E27FC236}">
                    <a16:creationId xmlns:a16="http://schemas.microsoft.com/office/drawing/2014/main" id="{B4E2AD3E-F438-7C69-D99D-551AB22BE717}"/>
                  </a:ext>
                </a:extLst>
              </p14:cNvPr>
              <p14:cNvContentPartPr/>
              <p14:nvPr/>
            </p14:nvContentPartPr>
            <p14:xfrm>
              <a:off x="2923051" y="6345965"/>
              <a:ext cx="1800" cy="720"/>
            </p14:xfrm>
          </p:contentPart>
        </mc:Choice>
        <mc:Fallback>
          <p:pic>
            <p:nvPicPr>
              <p:cNvPr id="1096" name="Ink 1095">
                <a:extLst>
                  <a:ext uri="{FF2B5EF4-FFF2-40B4-BE49-F238E27FC236}">
                    <a16:creationId xmlns:a16="http://schemas.microsoft.com/office/drawing/2014/main" id="{B4E2AD3E-F438-7C69-D99D-551AB22BE717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2869411" y="6238325"/>
                <a:ext cx="109440" cy="21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7" name="Group 1106">
            <a:extLst>
              <a:ext uri="{FF2B5EF4-FFF2-40B4-BE49-F238E27FC236}">
                <a16:creationId xmlns:a16="http://schemas.microsoft.com/office/drawing/2014/main" id="{95E172BC-2261-8597-7547-C3D7FB9C201B}"/>
              </a:ext>
            </a:extLst>
          </p:cNvPr>
          <p:cNvGrpSpPr/>
          <p:nvPr/>
        </p:nvGrpSpPr>
        <p:grpSpPr>
          <a:xfrm>
            <a:off x="5612971" y="5308085"/>
            <a:ext cx="494280" cy="260280"/>
            <a:chOff x="5612971" y="5308085"/>
            <a:chExt cx="494280" cy="26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1AD307FA-9A80-CA9B-3363-7AABF2E39F34}"/>
                    </a:ext>
                  </a:extLst>
                </p14:cNvPr>
                <p14:cNvContentPartPr/>
                <p14:nvPr/>
              </p14:nvContentPartPr>
              <p14:xfrm>
                <a:off x="5612971" y="5308085"/>
                <a:ext cx="251640" cy="260280"/>
              </p14:xfrm>
            </p:contentPart>
          </mc:Choice>
          <mc:Fallback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1AD307FA-9A80-CA9B-3363-7AABF2E39F34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595331" y="5290085"/>
                  <a:ext cx="287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49E0E1C5-0C61-BE13-A5BB-3382846A4724}"/>
                    </a:ext>
                  </a:extLst>
                </p14:cNvPr>
                <p14:cNvContentPartPr/>
                <p14:nvPr/>
              </p14:nvContentPartPr>
              <p14:xfrm>
                <a:off x="5999251" y="5409605"/>
                <a:ext cx="94320" cy="19800"/>
              </p14:xfrm>
            </p:contentPart>
          </mc:Choice>
          <mc:Fallback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49E0E1C5-0C61-BE13-A5BB-3382846A4724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981251" y="5391605"/>
                  <a:ext cx="1299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94A4B837-D260-C1B5-24D1-9C3E5B92EC23}"/>
                    </a:ext>
                  </a:extLst>
                </p14:cNvPr>
                <p14:cNvContentPartPr/>
                <p14:nvPr/>
              </p14:nvContentPartPr>
              <p14:xfrm>
                <a:off x="6071971" y="5444885"/>
                <a:ext cx="35280" cy="23400"/>
              </p14:xfrm>
            </p:contentPart>
          </mc:Choice>
          <mc:Fallback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94A4B837-D260-C1B5-24D1-9C3E5B92EC2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054331" y="5427245"/>
                  <a:ext cx="70920" cy="5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6" name="Group 1105">
            <a:extLst>
              <a:ext uri="{FF2B5EF4-FFF2-40B4-BE49-F238E27FC236}">
                <a16:creationId xmlns:a16="http://schemas.microsoft.com/office/drawing/2014/main" id="{CD4CB9DE-B379-D0B5-3B83-32716EF2751E}"/>
              </a:ext>
            </a:extLst>
          </p:cNvPr>
          <p:cNvGrpSpPr/>
          <p:nvPr/>
        </p:nvGrpSpPr>
        <p:grpSpPr>
          <a:xfrm>
            <a:off x="6287611" y="5235725"/>
            <a:ext cx="721080" cy="446760"/>
            <a:chOff x="6287611" y="5235725"/>
            <a:chExt cx="72108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5E301EE1-201E-E68A-7640-74665BF0D48D}"/>
                    </a:ext>
                  </a:extLst>
                </p14:cNvPr>
                <p14:cNvContentPartPr/>
                <p14:nvPr/>
              </p14:nvContentPartPr>
              <p14:xfrm>
                <a:off x="6398131" y="5235725"/>
                <a:ext cx="48600" cy="338040"/>
              </p14:xfrm>
            </p:contentPart>
          </mc:Choice>
          <mc:Fallback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5E301EE1-201E-E68A-7640-74665BF0D48D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380131" y="5218085"/>
                  <a:ext cx="8424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541A4C19-23E4-A239-3ED9-9B2E14A730C0}"/>
                    </a:ext>
                  </a:extLst>
                </p14:cNvPr>
                <p14:cNvContentPartPr/>
                <p14:nvPr/>
              </p14:nvContentPartPr>
              <p14:xfrm>
                <a:off x="6287611" y="5258045"/>
                <a:ext cx="151560" cy="34560"/>
              </p14:xfrm>
            </p:contentPart>
          </mc:Choice>
          <mc:Fallback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541A4C19-23E4-A239-3ED9-9B2E14A730C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269971" y="5240045"/>
                  <a:ext cx="1872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0BD9DAA7-F732-48FB-1215-94D7954801D6}"/>
                    </a:ext>
                  </a:extLst>
                </p14:cNvPr>
                <p14:cNvContentPartPr/>
                <p14:nvPr/>
              </p14:nvContentPartPr>
              <p14:xfrm>
                <a:off x="6374371" y="5547125"/>
                <a:ext cx="125640" cy="65160"/>
              </p14:xfrm>
            </p:contentPart>
          </mc:Choice>
          <mc:Fallback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0BD9DAA7-F732-48FB-1215-94D7954801D6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356731" y="5529485"/>
                  <a:ext cx="1612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45537A49-8ED1-7538-B9CF-626C7A201EF8}"/>
                    </a:ext>
                  </a:extLst>
                </p14:cNvPr>
                <p14:cNvContentPartPr/>
                <p14:nvPr/>
              </p14:nvContentPartPr>
              <p14:xfrm>
                <a:off x="6620611" y="5490605"/>
                <a:ext cx="50400" cy="153360"/>
              </p14:xfrm>
            </p:contentPart>
          </mc:Choice>
          <mc:Fallback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45537A49-8ED1-7538-B9CF-626C7A201EF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602611" y="5472965"/>
                  <a:ext cx="860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865034E7-55E0-BC5D-6ABD-C99514784C59}"/>
                    </a:ext>
                  </a:extLst>
                </p14:cNvPr>
                <p14:cNvContentPartPr/>
                <p14:nvPr/>
              </p14:nvContentPartPr>
              <p14:xfrm>
                <a:off x="6656251" y="5427245"/>
                <a:ext cx="194040" cy="255240"/>
              </p14:xfrm>
            </p:contentPart>
          </mc:Choice>
          <mc:Fallback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865034E7-55E0-BC5D-6ABD-C99514784C5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638611" y="5409245"/>
                  <a:ext cx="229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E321D48C-CB0C-2685-8389-7B5CEEB48C38}"/>
                    </a:ext>
                  </a:extLst>
                </p14:cNvPr>
                <p14:cNvContentPartPr/>
                <p14:nvPr/>
              </p14:nvContentPartPr>
              <p14:xfrm>
                <a:off x="7000771" y="5541005"/>
                <a:ext cx="7920" cy="10800"/>
              </p14:xfrm>
            </p:contentPart>
          </mc:Choice>
          <mc:Fallback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E321D48C-CB0C-2685-8389-7B5CEEB48C3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983131" y="5523005"/>
                  <a:ext cx="4356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1" name="Group 1110">
            <a:extLst>
              <a:ext uri="{FF2B5EF4-FFF2-40B4-BE49-F238E27FC236}">
                <a16:creationId xmlns:a16="http://schemas.microsoft.com/office/drawing/2014/main" id="{3E2517A6-2E8E-03A5-439E-A1E1EA40DABE}"/>
              </a:ext>
            </a:extLst>
          </p:cNvPr>
          <p:cNvGrpSpPr/>
          <p:nvPr/>
        </p:nvGrpSpPr>
        <p:grpSpPr>
          <a:xfrm>
            <a:off x="7142971" y="5289005"/>
            <a:ext cx="480960" cy="238320"/>
            <a:chOff x="7142971" y="5289005"/>
            <a:chExt cx="48096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78FBA131-E57F-FBBB-ABD6-3920D7179424}"/>
                    </a:ext>
                  </a:extLst>
                </p14:cNvPr>
                <p14:cNvContentPartPr/>
                <p14:nvPr/>
              </p14:nvContentPartPr>
              <p14:xfrm>
                <a:off x="7142971" y="5314925"/>
                <a:ext cx="198360" cy="178560"/>
              </p14:xfrm>
            </p:contentPart>
          </mc:Choice>
          <mc:Fallback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78FBA131-E57F-FBBB-ABD6-3920D717942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125331" y="5296925"/>
                  <a:ext cx="234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35A22C0D-CFFA-0A97-EF69-AD19F54C39C0}"/>
                    </a:ext>
                  </a:extLst>
                </p14:cNvPr>
                <p14:cNvContentPartPr/>
                <p14:nvPr/>
              </p14:nvContentPartPr>
              <p14:xfrm>
                <a:off x="7400371" y="5299445"/>
                <a:ext cx="72000" cy="227880"/>
              </p14:xfrm>
            </p:contentPart>
          </mc:Choice>
          <mc:Fallback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35A22C0D-CFFA-0A97-EF69-AD19F54C39C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382371" y="5281805"/>
                  <a:ext cx="1076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81FD107F-8D59-355B-FA08-CC8841AF8D29}"/>
                    </a:ext>
                  </a:extLst>
                </p14:cNvPr>
                <p14:cNvContentPartPr/>
                <p14:nvPr/>
              </p14:nvContentPartPr>
              <p14:xfrm>
                <a:off x="7466611" y="5289005"/>
                <a:ext cx="157320" cy="136080"/>
              </p14:xfrm>
            </p:contentPart>
          </mc:Choice>
          <mc:Fallback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81FD107F-8D59-355B-FA08-CC8841AF8D29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448971" y="5271005"/>
                  <a:ext cx="19296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9147864A-B921-98D3-9216-FEB95BE4F1AD}"/>
              </a:ext>
            </a:extLst>
          </p:cNvPr>
          <p:cNvGrpSpPr/>
          <p:nvPr/>
        </p:nvGrpSpPr>
        <p:grpSpPr>
          <a:xfrm>
            <a:off x="7832371" y="5246525"/>
            <a:ext cx="1200960" cy="447480"/>
            <a:chOff x="7832371" y="5246525"/>
            <a:chExt cx="1200960" cy="44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A7AA2719-4B4B-CD32-810C-7A863C9B82C3}"/>
                    </a:ext>
                  </a:extLst>
                </p14:cNvPr>
                <p14:cNvContentPartPr/>
                <p14:nvPr/>
              </p14:nvContentPartPr>
              <p14:xfrm>
                <a:off x="7832371" y="5356685"/>
                <a:ext cx="149760" cy="39600"/>
              </p14:xfrm>
            </p:contentPart>
          </mc:Choice>
          <mc:Fallback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A7AA2719-4B4B-CD32-810C-7A863C9B82C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7814371" y="5338685"/>
                  <a:ext cx="1854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113" name="Ink 1112">
                  <a:extLst>
                    <a:ext uri="{FF2B5EF4-FFF2-40B4-BE49-F238E27FC236}">
                      <a16:creationId xmlns:a16="http://schemas.microsoft.com/office/drawing/2014/main" id="{C6D5B879-8A14-B85A-EF03-5AE62F509E43}"/>
                    </a:ext>
                  </a:extLst>
                </p14:cNvPr>
                <p14:cNvContentPartPr/>
                <p14:nvPr/>
              </p14:nvContentPartPr>
              <p14:xfrm>
                <a:off x="7901491" y="5460725"/>
                <a:ext cx="97200" cy="12240"/>
              </p14:xfrm>
            </p:contentPart>
          </mc:Choice>
          <mc:Fallback>
            <p:pic>
              <p:nvPicPr>
                <p:cNvPr id="1113" name="Ink 1112">
                  <a:extLst>
                    <a:ext uri="{FF2B5EF4-FFF2-40B4-BE49-F238E27FC236}">
                      <a16:creationId xmlns:a16="http://schemas.microsoft.com/office/drawing/2014/main" id="{C6D5B879-8A14-B85A-EF03-5AE62F509E4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883851" y="5442725"/>
                  <a:ext cx="132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114" name="Ink 1113">
                  <a:extLst>
                    <a:ext uri="{FF2B5EF4-FFF2-40B4-BE49-F238E27FC236}">
                      <a16:creationId xmlns:a16="http://schemas.microsoft.com/office/drawing/2014/main" id="{41DA7DA5-448C-C75D-30D6-4B96F79EA103}"/>
                    </a:ext>
                  </a:extLst>
                </p14:cNvPr>
                <p14:cNvContentPartPr/>
                <p14:nvPr/>
              </p14:nvContentPartPr>
              <p14:xfrm>
                <a:off x="7967371" y="5267765"/>
                <a:ext cx="258120" cy="366840"/>
              </p14:xfrm>
            </p:contentPart>
          </mc:Choice>
          <mc:Fallback>
            <p:pic>
              <p:nvPicPr>
                <p:cNvPr id="1114" name="Ink 1113">
                  <a:extLst>
                    <a:ext uri="{FF2B5EF4-FFF2-40B4-BE49-F238E27FC236}">
                      <a16:creationId xmlns:a16="http://schemas.microsoft.com/office/drawing/2014/main" id="{41DA7DA5-448C-C75D-30D6-4B96F79EA103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7949731" y="5249765"/>
                  <a:ext cx="29376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498DD89C-61F6-0D82-EBF0-303E7D0D8269}"/>
                    </a:ext>
                  </a:extLst>
                </p14:cNvPr>
                <p14:cNvContentPartPr/>
                <p14:nvPr/>
              </p14:nvContentPartPr>
              <p14:xfrm>
                <a:off x="8391811" y="5246525"/>
                <a:ext cx="43920" cy="336600"/>
              </p14:xfrm>
            </p:contentPart>
          </mc:Choice>
          <mc:Fallback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498DD89C-61F6-0D82-EBF0-303E7D0D826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374171" y="5228885"/>
                  <a:ext cx="79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60A3987A-EF8C-1B89-316A-E823560C842A}"/>
                    </a:ext>
                  </a:extLst>
                </p14:cNvPr>
                <p14:cNvContentPartPr/>
                <p14:nvPr/>
              </p14:nvContentPartPr>
              <p14:xfrm>
                <a:off x="8315131" y="5319605"/>
                <a:ext cx="137520" cy="60120"/>
              </p14:xfrm>
            </p:contentPart>
          </mc:Choice>
          <mc:Fallback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60A3987A-EF8C-1B89-316A-E823560C842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297491" y="5301965"/>
                  <a:ext cx="1731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28F90220-9E33-77BC-C882-3FCC9321E082}"/>
                    </a:ext>
                  </a:extLst>
                </p14:cNvPr>
                <p14:cNvContentPartPr/>
                <p14:nvPr/>
              </p14:nvContentPartPr>
              <p14:xfrm>
                <a:off x="8348251" y="5589605"/>
                <a:ext cx="137160" cy="39600"/>
              </p14:xfrm>
            </p:contentPart>
          </mc:Choice>
          <mc:Fallback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28F90220-9E33-77BC-C882-3FCC9321E08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330251" y="5571605"/>
                  <a:ext cx="1728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086557BC-176E-DE7A-DA39-C3B632027429}"/>
                    </a:ext>
                  </a:extLst>
                </p14:cNvPr>
                <p14:cNvContentPartPr/>
                <p14:nvPr/>
              </p14:nvContentPartPr>
              <p14:xfrm>
                <a:off x="8626531" y="5493485"/>
                <a:ext cx="29160" cy="159120"/>
              </p14:xfrm>
            </p:contentPart>
          </mc:Choice>
          <mc:Fallback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086557BC-176E-DE7A-DA39-C3B632027429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608891" y="5475845"/>
                  <a:ext cx="648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FF4469E1-3053-335B-99F7-62F1784D0257}"/>
                    </a:ext>
                  </a:extLst>
                </p14:cNvPr>
                <p14:cNvContentPartPr/>
                <p14:nvPr/>
              </p14:nvContentPartPr>
              <p14:xfrm>
                <a:off x="8625451" y="5451725"/>
                <a:ext cx="192240" cy="242280"/>
              </p14:xfrm>
            </p:contentPart>
          </mc:Choice>
          <mc:Fallback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FF4469E1-3053-335B-99F7-62F1784D025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607811" y="5433725"/>
                  <a:ext cx="2278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63BED00F-6D15-4624-FA67-4D30C4F4EB49}"/>
                    </a:ext>
                  </a:extLst>
                </p14:cNvPr>
                <p14:cNvContentPartPr/>
                <p14:nvPr/>
              </p14:nvContentPartPr>
              <p14:xfrm>
                <a:off x="8975371" y="5475845"/>
                <a:ext cx="50040" cy="15480"/>
              </p14:xfrm>
            </p:contentPart>
          </mc:Choice>
          <mc:Fallback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63BED00F-6D15-4624-FA67-4D30C4F4EB4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957371" y="5458205"/>
                  <a:ext cx="856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1B497C37-AA54-803A-7388-9FE39A4BB139}"/>
                    </a:ext>
                  </a:extLst>
                </p14:cNvPr>
                <p14:cNvContentPartPr/>
                <p14:nvPr/>
              </p14:nvContentPartPr>
              <p14:xfrm>
                <a:off x="8968891" y="5520125"/>
                <a:ext cx="64440" cy="30600"/>
              </p14:xfrm>
            </p:contentPart>
          </mc:Choice>
          <mc:Fallback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1B497C37-AA54-803A-7388-9FE39A4BB13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950891" y="5502485"/>
                  <a:ext cx="10008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8" name="Group 1127">
            <a:extLst>
              <a:ext uri="{FF2B5EF4-FFF2-40B4-BE49-F238E27FC236}">
                <a16:creationId xmlns:a16="http://schemas.microsoft.com/office/drawing/2014/main" id="{2EC30A02-3665-9B98-E320-B8A777215FE3}"/>
              </a:ext>
            </a:extLst>
          </p:cNvPr>
          <p:cNvGrpSpPr/>
          <p:nvPr/>
        </p:nvGrpSpPr>
        <p:grpSpPr>
          <a:xfrm>
            <a:off x="9252931" y="5156165"/>
            <a:ext cx="585360" cy="374400"/>
            <a:chOff x="9252931" y="5156165"/>
            <a:chExt cx="58536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122" name="Ink 1121">
                  <a:extLst>
                    <a:ext uri="{FF2B5EF4-FFF2-40B4-BE49-F238E27FC236}">
                      <a16:creationId xmlns:a16="http://schemas.microsoft.com/office/drawing/2014/main" id="{063DA24A-BD15-5B74-2CA5-8729CF8FC81E}"/>
                    </a:ext>
                  </a:extLst>
                </p14:cNvPr>
                <p14:cNvContentPartPr/>
                <p14:nvPr/>
              </p14:nvContentPartPr>
              <p14:xfrm>
                <a:off x="9311971" y="5156165"/>
                <a:ext cx="170640" cy="260280"/>
              </p14:xfrm>
            </p:contentPart>
          </mc:Choice>
          <mc:Fallback>
            <p:pic>
              <p:nvPicPr>
                <p:cNvPr id="1122" name="Ink 1121">
                  <a:extLst>
                    <a:ext uri="{FF2B5EF4-FFF2-40B4-BE49-F238E27FC236}">
                      <a16:creationId xmlns:a16="http://schemas.microsoft.com/office/drawing/2014/main" id="{063DA24A-BD15-5B74-2CA5-8729CF8FC81E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9293971" y="5138165"/>
                  <a:ext cx="206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82EE81B4-B417-4CAC-9D3A-E5E5395E141B}"/>
                    </a:ext>
                  </a:extLst>
                </p14:cNvPr>
                <p14:cNvContentPartPr/>
                <p14:nvPr/>
              </p14:nvContentPartPr>
              <p14:xfrm>
                <a:off x="9252931" y="5444885"/>
                <a:ext cx="585360" cy="85680"/>
              </p14:xfrm>
            </p:contentPart>
          </mc:Choice>
          <mc:Fallback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82EE81B4-B417-4CAC-9D3A-E5E5395E141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9234931" y="5426885"/>
                  <a:ext cx="62100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7" name="Group 1126">
            <a:extLst>
              <a:ext uri="{FF2B5EF4-FFF2-40B4-BE49-F238E27FC236}">
                <a16:creationId xmlns:a16="http://schemas.microsoft.com/office/drawing/2014/main" id="{75488778-7BA6-EC8C-CBCE-36910E505B0D}"/>
              </a:ext>
            </a:extLst>
          </p:cNvPr>
          <p:cNvGrpSpPr/>
          <p:nvPr/>
        </p:nvGrpSpPr>
        <p:grpSpPr>
          <a:xfrm>
            <a:off x="9422851" y="5626325"/>
            <a:ext cx="461880" cy="216360"/>
            <a:chOff x="9422851" y="5626325"/>
            <a:chExt cx="461880" cy="21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E5025B53-DD7D-F5CC-708A-FBD49157CE6E}"/>
                    </a:ext>
                  </a:extLst>
                </p14:cNvPr>
                <p14:cNvContentPartPr/>
                <p14:nvPr/>
              </p14:nvContentPartPr>
              <p14:xfrm>
                <a:off x="9422851" y="5626325"/>
                <a:ext cx="172080" cy="146160"/>
              </p14:xfrm>
            </p:contentPart>
          </mc:Choice>
          <mc:Fallback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E5025B53-DD7D-F5CC-708A-FBD49157CE6E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9404851" y="5608685"/>
                  <a:ext cx="2077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042B8CA5-45BC-DB8D-E751-F8FD8CE56516}"/>
                    </a:ext>
                  </a:extLst>
                </p14:cNvPr>
                <p14:cNvContentPartPr/>
                <p14:nvPr/>
              </p14:nvContentPartPr>
              <p14:xfrm>
                <a:off x="9711571" y="5660885"/>
                <a:ext cx="68760" cy="181800"/>
              </p14:xfrm>
            </p:contentPart>
          </mc:Choice>
          <mc:Fallback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042B8CA5-45BC-DB8D-E751-F8FD8CE56516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693931" y="5642885"/>
                  <a:ext cx="1044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6A7BFB2E-856E-B3AB-F187-1D154BBE06EB}"/>
                    </a:ext>
                  </a:extLst>
                </p14:cNvPr>
                <p14:cNvContentPartPr/>
                <p14:nvPr/>
              </p14:nvContentPartPr>
              <p14:xfrm>
                <a:off x="9762331" y="5676005"/>
                <a:ext cx="122400" cy="121320"/>
              </p14:xfrm>
            </p:contentPart>
          </mc:Choice>
          <mc:Fallback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6A7BFB2E-856E-B3AB-F187-1D154BBE06EB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744331" y="5658365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7">
            <p14:nvContentPartPr>
              <p14:cNvPr id="1130" name="Ink 1129">
                <a:extLst>
                  <a:ext uri="{FF2B5EF4-FFF2-40B4-BE49-F238E27FC236}">
                    <a16:creationId xmlns:a16="http://schemas.microsoft.com/office/drawing/2014/main" id="{4030DC5D-42A5-C36D-0897-B880EDD1B100}"/>
                  </a:ext>
                </a:extLst>
              </p14:cNvPr>
              <p14:cNvContentPartPr/>
              <p14:nvPr/>
            </p14:nvContentPartPr>
            <p14:xfrm>
              <a:off x="5570491" y="5223485"/>
              <a:ext cx="4277160" cy="558000"/>
            </p14:xfrm>
          </p:contentPart>
        </mc:Choice>
        <mc:Fallback>
          <p:pic>
            <p:nvPicPr>
              <p:cNvPr id="1130" name="Ink 1129">
                <a:extLst>
                  <a:ext uri="{FF2B5EF4-FFF2-40B4-BE49-F238E27FC236}">
                    <a16:creationId xmlns:a16="http://schemas.microsoft.com/office/drawing/2014/main" id="{4030DC5D-42A5-C36D-0897-B880EDD1B10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5516851" y="5115845"/>
                <a:ext cx="4384800" cy="77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9">
            <p14:nvContentPartPr>
              <p14:cNvPr id="1131" name="Ink 1130">
                <a:extLst>
                  <a:ext uri="{FF2B5EF4-FFF2-40B4-BE49-F238E27FC236}">
                    <a16:creationId xmlns:a16="http://schemas.microsoft.com/office/drawing/2014/main" id="{8CC40F53-D51B-2EAF-0BCB-2CA7CFDB80C2}"/>
                  </a:ext>
                </a:extLst>
              </p14:cNvPr>
              <p14:cNvContentPartPr/>
              <p14:nvPr/>
            </p14:nvContentPartPr>
            <p14:xfrm>
              <a:off x="7850011" y="5314565"/>
              <a:ext cx="217080" cy="36360"/>
            </p14:xfrm>
          </p:contentPart>
        </mc:Choice>
        <mc:Fallback>
          <p:pic>
            <p:nvPicPr>
              <p:cNvPr id="1131" name="Ink 1130">
                <a:extLst>
                  <a:ext uri="{FF2B5EF4-FFF2-40B4-BE49-F238E27FC236}">
                    <a16:creationId xmlns:a16="http://schemas.microsoft.com/office/drawing/2014/main" id="{8CC40F53-D51B-2EAF-0BCB-2CA7CFDB80C2}"/>
                  </a:ext>
                </a:extLst>
              </p:cNvPr>
              <p:cNvPicPr/>
              <p:nvPr/>
            </p:nvPicPr>
            <p:blipFill>
              <a:blip r:embed="rId280"/>
              <a:stretch>
                <a:fillRect/>
              </a:stretch>
            </p:blipFill>
            <p:spPr>
              <a:xfrm>
                <a:off x="7796371" y="5206565"/>
                <a:ext cx="3247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1">
            <p14:nvContentPartPr>
              <p14:cNvPr id="1132" name="Ink 1131">
                <a:extLst>
                  <a:ext uri="{FF2B5EF4-FFF2-40B4-BE49-F238E27FC236}">
                    <a16:creationId xmlns:a16="http://schemas.microsoft.com/office/drawing/2014/main" id="{EBFD29D9-953F-8F58-86EE-1F938181FAAE}"/>
                  </a:ext>
                </a:extLst>
              </p14:cNvPr>
              <p14:cNvContentPartPr/>
              <p14:nvPr/>
            </p14:nvContentPartPr>
            <p14:xfrm>
              <a:off x="3769771" y="2555525"/>
              <a:ext cx="341280" cy="3958920"/>
            </p14:xfrm>
          </p:contentPart>
        </mc:Choice>
        <mc:Fallback>
          <p:pic>
            <p:nvPicPr>
              <p:cNvPr id="1132" name="Ink 1131">
                <a:extLst>
                  <a:ext uri="{FF2B5EF4-FFF2-40B4-BE49-F238E27FC236}">
                    <a16:creationId xmlns:a16="http://schemas.microsoft.com/office/drawing/2014/main" id="{EBFD29D9-953F-8F58-86EE-1F938181FAAE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3715771" y="2447525"/>
                <a:ext cx="448920" cy="417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3" name="Group 1142">
            <a:extLst>
              <a:ext uri="{FF2B5EF4-FFF2-40B4-BE49-F238E27FC236}">
                <a16:creationId xmlns:a16="http://schemas.microsoft.com/office/drawing/2014/main" id="{DE048613-8FF7-2F2E-BD07-143E1F4ECD50}"/>
              </a:ext>
            </a:extLst>
          </p:cNvPr>
          <p:cNvGrpSpPr/>
          <p:nvPr/>
        </p:nvGrpSpPr>
        <p:grpSpPr>
          <a:xfrm>
            <a:off x="5793691" y="6218525"/>
            <a:ext cx="656280" cy="297000"/>
            <a:chOff x="5793691" y="6218525"/>
            <a:chExt cx="656280" cy="29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6E015E45-090D-D85A-92E3-7A35E5DE143C}"/>
                    </a:ext>
                  </a:extLst>
                </p14:cNvPr>
                <p14:cNvContentPartPr/>
                <p14:nvPr/>
              </p14:nvContentPartPr>
              <p14:xfrm>
                <a:off x="5793691" y="6218525"/>
                <a:ext cx="239760" cy="297000"/>
              </p14:xfrm>
            </p:contentPart>
          </mc:Choice>
          <mc:Fallback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6E015E45-090D-D85A-92E3-7A35E5DE143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775691" y="6200525"/>
                  <a:ext cx="27540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A8D05572-9F6A-D205-8C34-0234A6A913FD}"/>
                    </a:ext>
                  </a:extLst>
                </p14:cNvPr>
                <p14:cNvContentPartPr/>
                <p14:nvPr/>
              </p14:nvContentPartPr>
              <p14:xfrm>
                <a:off x="6167731" y="6331205"/>
                <a:ext cx="108000" cy="26640"/>
              </p14:xfrm>
            </p:contentPart>
          </mc:Choice>
          <mc:Fallback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A8D05572-9F6A-D205-8C34-0234A6A913F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6150091" y="6313205"/>
                  <a:ext cx="143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5FC24167-0DF5-1195-EB3A-7E2CC104AA1D}"/>
                    </a:ext>
                  </a:extLst>
                </p14:cNvPr>
                <p14:cNvContentPartPr/>
                <p14:nvPr/>
              </p14:nvContentPartPr>
              <p14:xfrm>
                <a:off x="6250891" y="6357485"/>
                <a:ext cx="199080" cy="61200"/>
              </p14:xfrm>
            </p:contentPart>
          </mc:Choice>
          <mc:Fallback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5FC24167-0DF5-1195-EB3A-7E2CC104AA1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6233251" y="6339485"/>
                  <a:ext cx="234720" cy="9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2" name="Group 1141">
            <a:extLst>
              <a:ext uri="{FF2B5EF4-FFF2-40B4-BE49-F238E27FC236}">
                <a16:creationId xmlns:a16="http://schemas.microsoft.com/office/drawing/2014/main" id="{7E54173B-5C59-5A7A-1782-FCDC4EDCE564}"/>
              </a:ext>
            </a:extLst>
          </p:cNvPr>
          <p:cNvGrpSpPr/>
          <p:nvPr/>
        </p:nvGrpSpPr>
        <p:grpSpPr>
          <a:xfrm>
            <a:off x="6655171" y="6080285"/>
            <a:ext cx="620280" cy="479160"/>
            <a:chOff x="6655171" y="6080285"/>
            <a:chExt cx="620280" cy="47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B6120C0E-0426-C1C6-9A68-165D97A95093}"/>
                    </a:ext>
                  </a:extLst>
                </p14:cNvPr>
                <p14:cNvContentPartPr/>
                <p14:nvPr/>
              </p14:nvContentPartPr>
              <p14:xfrm>
                <a:off x="6713851" y="6110525"/>
                <a:ext cx="48600" cy="283320"/>
              </p14:xfrm>
            </p:contentPart>
          </mc:Choice>
          <mc:Fallback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B6120C0E-0426-C1C6-9A68-165D97A9509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6695851" y="6092885"/>
                  <a:ext cx="842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5C46BEA4-AA56-8FB1-328C-542E93909661}"/>
                    </a:ext>
                  </a:extLst>
                </p14:cNvPr>
                <p14:cNvContentPartPr/>
                <p14:nvPr/>
              </p14:nvContentPartPr>
              <p14:xfrm>
                <a:off x="6655171" y="6080285"/>
                <a:ext cx="126360" cy="92520"/>
              </p14:xfrm>
            </p:contentPart>
          </mc:Choice>
          <mc:Fallback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5C46BEA4-AA56-8FB1-328C-542E9390966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6637531" y="6062645"/>
                  <a:ext cx="1620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B38EE33E-54CC-E88E-1933-63556A6E8C26}"/>
                    </a:ext>
                  </a:extLst>
                </p14:cNvPr>
                <p14:cNvContentPartPr/>
                <p14:nvPr/>
              </p14:nvContentPartPr>
              <p14:xfrm>
                <a:off x="6730771" y="6384125"/>
                <a:ext cx="58320" cy="30240"/>
              </p14:xfrm>
            </p:contentPart>
          </mc:Choice>
          <mc:Fallback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B38EE33E-54CC-E88E-1933-63556A6E8C2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6712771" y="6366125"/>
                  <a:ext cx="939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0923C4DC-1536-88CA-6181-6163694B6691}"/>
                    </a:ext>
                  </a:extLst>
                </p14:cNvPr>
                <p14:cNvContentPartPr/>
                <p14:nvPr/>
              </p14:nvContentPartPr>
              <p14:xfrm>
                <a:off x="6912931" y="6365045"/>
                <a:ext cx="152640" cy="194400"/>
              </p14:xfrm>
            </p:contentPart>
          </mc:Choice>
          <mc:Fallback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0923C4DC-1536-88CA-6181-6163694B669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6895291" y="6347405"/>
                  <a:ext cx="188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0FBFD2B0-B695-1813-EAE9-9D9968868C7D}"/>
                    </a:ext>
                  </a:extLst>
                </p14:cNvPr>
                <p14:cNvContentPartPr/>
                <p14:nvPr/>
              </p14:nvContentPartPr>
              <p14:xfrm>
                <a:off x="7214251" y="6327965"/>
                <a:ext cx="61200" cy="16920"/>
              </p14:xfrm>
            </p:contentPart>
          </mc:Choice>
          <mc:Fallback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0FBFD2B0-B695-1813-EAE9-9D9968868C7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7196251" y="6309965"/>
                  <a:ext cx="96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2146B03D-367F-4B52-880C-23D4F4824335}"/>
                    </a:ext>
                  </a:extLst>
                </p14:cNvPr>
                <p14:cNvContentPartPr/>
                <p14:nvPr/>
              </p14:nvContentPartPr>
              <p14:xfrm>
                <a:off x="7242691" y="6332285"/>
                <a:ext cx="19440" cy="35280"/>
              </p14:xfrm>
            </p:contentPart>
          </mc:Choice>
          <mc:Fallback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2146B03D-367F-4B52-880C-23D4F4824335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7225051" y="6314645"/>
                  <a:ext cx="5508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3" name="Group 1162">
            <a:extLst>
              <a:ext uri="{FF2B5EF4-FFF2-40B4-BE49-F238E27FC236}">
                <a16:creationId xmlns:a16="http://schemas.microsoft.com/office/drawing/2014/main" id="{25213BC2-87BD-CBE2-439B-0D86A1A986D7}"/>
              </a:ext>
            </a:extLst>
          </p:cNvPr>
          <p:cNvGrpSpPr/>
          <p:nvPr/>
        </p:nvGrpSpPr>
        <p:grpSpPr>
          <a:xfrm>
            <a:off x="7456171" y="6208805"/>
            <a:ext cx="1762200" cy="489960"/>
            <a:chOff x="7456171" y="6208805"/>
            <a:chExt cx="1762200" cy="48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F2A8EB0D-8B9F-4CFD-3013-62F74D1DAD36}"/>
                    </a:ext>
                  </a:extLst>
                </p14:cNvPr>
                <p14:cNvContentPartPr/>
                <p14:nvPr/>
              </p14:nvContentPartPr>
              <p14:xfrm>
                <a:off x="7456171" y="6208805"/>
                <a:ext cx="222120" cy="302040"/>
              </p14:xfrm>
            </p:contentPart>
          </mc:Choice>
          <mc:Fallback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F2A8EB0D-8B9F-4CFD-3013-62F74D1DAD3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438531" y="6190805"/>
                  <a:ext cx="2577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781E6838-7B2B-79CE-71F0-AC5291542426}"/>
                    </a:ext>
                  </a:extLst>
                </p14:cNvPr>
                <p14:cNvContentPartPr/>
                <p14:nvPr/>
              </p14:nvContentPartPr>
              <p14:xfrm>
                <a:off x="7791691" y="6267845"/>
                <a:ext cx="55440" cy="220680"/>
              </p14:xfrm>
            </p:contentPart>
          </mc:Choice>
          <mc:Fallback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781E6838-7B2B-79CE-71F0-AC529154242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774051" y="6250205"/>
                  <a:ext cx="91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70F9EFAC-BD9D-088B-E2A9-FCEE669EED63}"/>
                    </a:ext>
                  </a:extLst>
                </p14:cNvPr>
                <p14:cNvContentPartPr/>
                <p14:nvPr/>
              </p14:nvContentPartPr>
              <p14:xfrm>
                <a:off x="7874131" y="6287645"/>
                <a:ext cx="84600" cy="113040"/>
              </p14:xfrm>
            </p:contentPart>
          </mc:Choice>
          <mc:Fallback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70F9EFAC-BD9D-088B-E2A9-FCEE669EED63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856491" y="6269645"/>
                  <a:ext cx="120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0FA5E1FF-3A7F-BB63-A00D-5B5C5CF8567C}"/>
                    </a:ext>
                  </a:extLst>
                </p14:cNvPr>
                <p14:cNvContentPartPr/>
                <p14:nvPr/>
              </p14:nvContentPartPr>
              <p14:xfrm>
                <a:off x="8105251" y="6361805"/>
                <a:ext cx="88560" cy="6840"/>
              </p14:xfrm>
            </p:contentPart>
          </mc:Choice>
          <mc:Fallback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0FA5E1FF-3A7F-BB63-A00D-5B5C5CF8567C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8087251" y="6344165"/>
                  <a:ext cx="1242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1D06EE67-78B8-3D6F-E03C-62C0C3D0DF30}"/>
                    </a:ext>
                  </a:extLst>
                </p14:cNvPr>
                <p14:cNvContentPartPr/>
                <p14:nvPr/>
              </p14:nvContentPartPr>
              <p14:xfrm>
                <a:off x="8130811" y="6448925"/>
                <a:ext cx="111960" cy="17640"/>
              </p14:xfrm>
            </p:contentPart>
          </mc:Choice>
          <mc:Fallback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1D06EE67-78B8-3D6F-E03C-62C0C3D0DF30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112811" y="6431285"/>
                  <a:ext cx="1476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90C8A672-6D47-0705-E8E4-F4C88BC165AD}"/>
                    </a:ext>
                  </a:extLst>
                </p14:cNvPr>
                <p14:cNvContentPartPr/>
                <p14:nvPr/>
              </p14:nvContentPartPr>
              <p14:xfrm>
                <a:off x="8215051" y="6238325"/>
                <a:ext cx="217080" cy="387720"/>
              </p14:xfrm>
            </p:contentPart>
          </mc:Choice>
          <mc:Fallback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90C8A672-6D47-0705-E8E4-F4C88BC165AD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197051" y="6220325"/>
                  <a:ext cx="25272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A7338876-43E4-EB60-0E72-B84ECC00D8CA}"/>
                    </a:ext>
                  </a:extLst>
                </p14:cNvPr>
                <p14:cNvContentPartPr/>
                <p14:nvPr/>
              </p14:nvContentPartPr>
              <p14:xfrm>
                <a:off x="8687371" y="6209885"/>
                <a:ext cx="55080" cy="339480"/>
              </p14:xfrm>
            </p:contentPart>
          </mc:Choice>
          <mc:Fallback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A7338876-43E4-EB60-0E72-B84ECC00D8C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8669731" y="6192245"/>
                  <a:ext cx="907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EDDC3ED8-0096-51F5-69FA-BF914A17BF44}"/>
                    </a:ext>
                  </a:extLst>
                </p14:cNvPr>
                <p14:cNvContentPartPr/>
                <p14:nvPr/>
              </p14:nvContentPartPr>
              <p14:xfrm>
                <a:off x="8598811" y="6231125"/>
                <a:ext cx="163080" cy="72360"/>
              </p14:xfrm>
            </p:contentPart>
          </mc:Choice>
          <mc:Fallback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EDDC3ED8-0096-51F5-69FA-BF914A17BF44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8580811" y="6213125"/>
                  <a:ext cx="1987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C8F2B9D9-F27C-7076-3D04-612E41CE1B3E}"/>
                    </a:ext>
                  </a:extLst>
                </p14:cNvPr>
                <p14:cNvContentPartPr/>
                <p14:nvPr/>
              </p14:nvContentPartPr>
              <p14:xfrm>
                <a:off x="8650291" y="6550445"/>
                <a:ext cx="126360" cy="47520"/>
              </p14:xfrm>
            </p:contentPart>
          </mc:Choice>
          <mc:Fallback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C8F2B9D9-F27C-7076-3D04-612E41CE1B3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632291" y="6532445"/>
                  <a:ext cx="162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16350401-ED26-7F12-5425-AA882E0BD531}"/>
                    </a:ext>
                  </a:extLst>
                </p14:cNvPr>
                <p14:cNvContentPartPr/>
                <p14:nvPr/>
              </p14:nvContentPartPr>
              <p14:xfrm>
                <a:off x="8900131" y="6517685"/>
                <a:ext cx="99000" cy="181080"/>
              </p14:xfrm>
            </p:contentPart>
          </mc:Choice>
          <mc:Fallback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16350401-ED26-7F12-5425-AA882E0BD53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882131" y="6500045"/>
                  <a:ext cx="1346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3AF3ADE0-1E6B-CC03-79CA-16585B05D0F3}"/>
                    </a:ext>
                  </a:extLst>
                </p14:cNvPr>
                <p14:cNvContentPartPr/>
                <p14:nvPr/>
              </p14:nvContentPartPr>
              <p14:xfrm>
                <a:off x="9121891" y="6492485"/>
                <a:ext cx="66240" cy="11880"/>
              </p14:xfrm>
            </p:contentPart>
          </mc:Choice>
          <mc:Fallback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3AF3ADE0-1E6B-CC03-79CA-16585B05D0F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104251" y="6474485"/>
                  <a:ext cx="1018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9D536733-9E63-13F8-4DF7-0A035A42CBAE}"/>
                    </a:ext>
                  </a:extLst>
                </p14:cNvPr>
                <p14:cNvContentPartPr/>
                <p14:nvPr/>
              </p14:nvContentPartPr>
              <p14:xfrm>
                <a:off x="9147451" y="6581405"/>
                <a:ext cx="70920" cy="14040"/>
              </p14:xfrm>
            </p:contentPart>
          </mc:Choice>
          <mc:Fallback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9D536733-9E63-13F8-4DF7-0A035A42CBAE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129451" y="6563405"/>
                  <a:ext cx="10656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2" name="Group 1161">
            <a:extLst>
              <a:ext uri="{FF2B5EF4-FFF2-40B4-BE49-F238E27FC236}">
                <a16:creationId xmlns:a16="http://schemas.microsoft.com/office/drawing/2014/main" id="{1FB03DBC-1546-3FCF-030F-A3D2D2F08CFF}"/>
              </a:ext>
            </a:extLst>
          </p:cNvPr>
          <p:cNvGrpSpPr/>
          <p:nvPr/>
        </p:nvGrpSpPr>
        <p:grpSpPr>
          <a:xfrm>
            <a:off x="9496291" y="6136805"/>
            <a:ext cx="680040" cy="318600"/>
            <a:chOff x="9496291" y="6136805"/>
            <a:chExt cx="68004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156" name="Ink 1155">
                  <a:extLst>
                    <a:ext uri="{FF2B5EF4-FFF2-40B4-BE49-F238E27FC236}">
                      <a16:creationId xmlns:a16="http://schemas.microsoft.com/office/drawing/2014/main" id="{FBB0EA66-B886-0C3B-8CD4-F8612F1D5BE8}"/>
                    </a:ext>
                  </a:extLst>
                </p14:cNvPr>
                <p14:cNvContentPartPr/>
                <p14:nvPr/>
              </p14:nvContentPartPr>
              <p14:xfrm>
                <a:off x="9592051" y="6136805"/>
                <a:ext cx="184680" cy="276120"/>
              </p14:xfrm>
            </p:contentPart>
          </mc:Choice>
          <mc:Fallback>
            <p:pic>
              <p:nvPicPr>
                <p:cNvPr id="1156" name="Ink 1155">
                  <a:extLst>
                    <a:ext uri="{FF2B5EF4-FFF2-40B4-BE49-F238E27FC236}">
                      <a16:creationId xmlns:a16="http://schemas.microsoft.com/office/drawing/2014/main" id="{FBB0EA66-B886-0C3B-8CD4-F8612F1D5BE8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574411" y="6119165"/>
                  <a:ext cx="2203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27BA45B4-5DC8-77F9-85DA-E208F19C093D}"/>
                    </a:ext>
                  </a:extLst>
                </p14:cNvPr>
                <p14:cNvContentPartPr/>
                <p14:nvPr/>
              </p14:nvContentPartPr>
              <p14:xfrm>
                <a:off x="9496291" y="6435605"/>
                <a:ext cx="680040" cy="19800"/>
              </p14:xfrm>
            </p:contentPart>
          </mc:Choice>
          <mc:Fallback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27BA45B4-5DC8-77F9-85DA-E208F19C093D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478291" y="6417965"/>
                  <a:ext cx="715680" cy="5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1158" name="Ink 1157">
                <a:extLst>
                  <a:ext uri="{FF2B5EF4-FFF2-40B4-BE49-F238E27FC236}">
                    <a16:creationId xmlns:a16="http://schemas.microsoft.com/office/drawing/2014/main" id="{A8F0AB95-9BDD-6B50-304B-06D77C1048A8}"/>
                  </a:ext>
                </a:extLst>
              </p14:cNvPr>
              <p14:cNvContentPartPr/>
              <p14:nvPr/>
            </p14:nvContentPartPr>
            <p14:xfrm>
              <a:off x="9621571" y="6606605"/>
              <a:ext cx="171000" cy="239040"/>
            </p14:xfrm>
          </p:contentPart>
        </mc:Choice>
        <mc:Fallback>
          <p:pic>
            <p:nvPicPr>
              <p:cNvPr id="1158" name="Ink 1157">
                <a:extLst>
                  <a:ext uri="{FF2B5EF4-FFF2-40B4-BE49-F238E27FC236}">
                    <a16:creationId xmlns:a16="http://schemas.microsoft.com/office/drawing/2014/main" id="{A8F0AB95-9BDD-6B50-304B-06D77C1048A8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603931" y="6588605"/>
                <a:ext cx="206640" cy="27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1" name="Group 1160">
            <a:extLst>
              <a:ext uri="{FF2B5EF4-FFF2-40B4-BE49-F238E27FC236}">
                <a16:creationId xmlns:a16="http://schemas.microsoft.com/office/drawing/2014/main" id="{6DBA76A4-068A-DAD4-7862-92EE2CB6456D}"/>
              </a:ext>
            </a:extLst>
          </p:cNvPr>
          <p:cNvGrpSpPr/>
          <p:nvPr/>
        </p:nvGrpSpPr>
        <p:grpSpPr>
          <a:xfrm>
            <a:off x="9992371" y="6615605"/>
            <a:ext cx="154800" cy="180360"/>
            <a:chOff x="9992371" y="6615605"/>
            <a:chExt cx="154800" cy="1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8175D457-C87E-CA0B-8EF3-8DA8BFC231F7}"/>
                    </a:ext>
                  </a:extLst>
                </p14:cNvPr>
                <p14:cNvContentPartPr/>
                <p14:nvPr/>
              </p14:nvContentPartPr>
              <p14:xfrm>
                <a:off x="9992371" y="6615605"/>
                <a:ext cx="31320" cy="180360"/>
              </p14:xfrm>
            </p:contentPart>
          </mc:Choice>
          <mc:Fallback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8175D457-C87E-CA0B-8EF3-8DA8BFC231F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974371" y="6597605"/>
                  <a:ext cx="669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A8376ED6-DFD7-B7DC-1E57-690FF2B5E2D8}"/>
                    </a:ext>
                  </a:extLst>
                </p14:cNvPr>
                <p14:cNvContentPartPr/>
                <p14:nvPr/>
              </p14:nvContentPartPr>
              <p14:xfrm>
                <a:off x="10027651" y="6651965"/>
                <a:ext cx="119520" cy="100080"/>
              </p14:xfrm>
            </p:contentPart>
          </mc:Choice>
          <mc:Fallback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A8376ED6-DFD7-B7DC-1E57-690FF2B5E2D8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010011" y="6634325"/>
                  <a:ext cx="155160" cy="13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5">
            <p14:nvContentPartPr>
              <p14:cNvPr id="1164" name="Ink 1163">
                <a:extLst>
                  <a:ext uri="{FF2B5EF4-FFF2-40B4-BE49-F238E27FC236}">
                    <a16:creationId xmlns:a16="http://schemas.microsoft.com/office/drawing/2014/main" id="{137D693A-ADFE-E9BB-2C9F-732AE77A28CC}"/>
                  </a:ext>
                </a:extLst>
              </p14:cNvPr>
              <p14:cNvContentPartPr/>
              <p14:nvPr/>
            </p14:nvContentPartPr>
            <p14:xfrm>
              <a:off x="4527211" y="6275765"/>
              <a:ext cx="686520" cy="118440"/>
            </p14:xfrm>
          </p:contentPart>
        </mc:Choice>
        <mc:Fallback>
          <p:pic>
            <p:nvPicPr>
              <p:cNvPr id="1164" name="Ink 1163">
                <a:extLst>
                  <a:ext uri="{FF2B5EF4-FFF2-40B4-BE49-F238E27FC236}">
                    <a16:creationId xmlns:a16="http://schemas.microsoft.com/office/drawing/2014/main" id="{137D693A-ADFE-E9BB-2C9F-732AE77A28CC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4473571" y="6168125"/>
                <a:ext cx="794160" cy="33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7">
            <p14:nvContentPartPr>
              <p14:cNvPr id="1165" name="Ink 1164">
                <a:extLst>
                  <a:ext uri="{FF2B5EF4-FFF2-40B4-BE49-F238E27FC236}">
                    <a16:creationId xmlns:a16="http://schemas.microsoft.com/office/drawing/2014/main" id="{C81C98B8-5057-36FF-16BB-6EBF5144A1FC}"/>
                  </a:ext>
                </a:extLst>
              </p14:cNvPr>
              <p14:cNvContentPartPr/>
              <p14:nvPr/>
            </p14:nvContentPartPr>
            <p14:xfrm>
              <a:off x="4958851" y="6153365"/>
              <a:ext cx="403920" cy="459720"/>
            </p14:xfrm>
          </p:contentPart>
        </mc:Choice>
        <mc:Fallback>
          <p:pic>
            <p:nvPicPr>
              <p:cNvPr id="1165" name="Ink 1164">
                <a:extLst>
                  <a:ext uri="{FF2B5EF4-FFF2-40B4-BE49-F238E27FC236}">
                    <a16:creationId xmlns:a16="http://schemas.microsoft.com/office/drawing/2014/main" id="{C81C98B8-5057-36FF-16BB-6EBF5144A1FC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4905211" y="6045365"/>
                <a:ext cx="511560" cy="675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14833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E909F-F85E-B9FA-8D1C-AC07B697D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8205B-2C8C-BFE9-9299-8EEA9503A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C2452-E021-B513-2C76-B02A01606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73AB9B0-4A15-1CF5-E23D-1366FDE79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E85E006A-F5F0-C40B-048E-588029725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61" y="2462544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086EF875-0422-A18A-B5AC-7A34183EAB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72" name="Ink 1071">
                <a:extLst>
                  <a:ext uri="{FF2B5EF4-FFF2-40B4-BE49-F238E27FC236}">
                    <a16:creationId xmlns:a16="http://schemas.microsoft.com/office/drawing/2014/main" id="{72C7BEE2-B75F-A6E1-68BC-3D875A0DEBBB}"/>
                  </a:ext>
                </a:extLst>
              </p14:cNvPr>
              <p14:cNvContentPartPr/>
              <p14:nvPr/>
            </p14:nvContentPartPr>
            <p14:xfrm>
              <a:off x="3979291" y="1985904"/>
              <a:ext cx="235080" cy="28440"/>
            </p14:xfrm>
          </p:contentPart>
        </mc:Choice>
        <mc:Fallback>
          <p:pic>
            <p:nvPicPr>
              <p:cNvPr id="1072" name="Ink 1071">
                <a:extLst>
                  <a:ext uri="{FF2B5EF4-FFF2-40B4-BE49-F238E27FC236}">
                    <a16:creationId xmlns:a16="http://schemas.microsoft.com/office/drawing/2014/main" id="{72C7BEE2-B75F-A6E1-68BC-3D875A0DEB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61263" y="1968129"/>
                <a:ext cx="270775" cy="63635"/>
              </a:xfrm>
              <a:prstGeom prst="rect">
                <a:avLst/>
              </a:prstGeom>
            </p:spPr>
          </p:pic>
        </mc:Fallback>
      </mc:AlternateContent>
      <p:grpSp>
        <p:nvGrpSpPr>
          <p:cNvPr id="1078" name="Group 1077">
            <a:extLst>
              <a:ext uri="{FF2B5EF4-FFF2-40B4-BE49-F238E27FC236}">
                <a16:creationId xmlns:a16="http://schemas.microsoft.com/office/drawing/2014/main" id="{DD5B41EF-A2A2-0F34-7F85-AEA658AC8779}"/>
              </a:ext>
            </a:extLst>
          </p:cNvPr>
          <p:cNvGrpSpPr/>
          <p:nvPr/>
        </p:nvGrpSpPr>
        <p:grpSpPr>
          <a:xfrm>
            <a:off x="4518931" y="2019024"/>
            <a:ext cx="679680" cy="56160"/>
            <a:chOff x="4518931" y="2019024"/>
            <a:chExt cx="679680" cy="5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CB9B4464-4F1C-54E9-008A-A0F07242370E}"/>
                    </a:ext>
                  </a:extLst>
                </p14:cNvPr>
                <p14:cNvContentPartPr/>
                <p14:nvPr/>
              </p14:nvContentPartPr>
              <p14:xfrm>
                <a:off x="4518931" y="2033424"/>
                <a:ext cx="113400" cy="41760"/>
              </p14:xfrm>
            </p:contentPart>
          </mc:Choice>
          <mc:Fallback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CB9B4464-4F1C-54E9-008A-A0F07242370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00931" y="2015424"/>
                  <a:ext cx="149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23AD59D4-CAE3-C07A-373E-A47B70C574B9}"/>
                    </a:ext>
                  </a:extLst>
                </p14:cNvPr>
                <p14:cNvContentPartPr/>
                <p14:nvPr/>
              </p14:nvContentPartPr>
              <p14:xfrm>
                <a:off x="4747171" y="2019024"/>
                <a:ext cx="186840" cy="36000"/>
              </p14:xfrm>
            </p:contentPart>
          </mc:Choice>
          <mc:Fallback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23AD59D4-CAE3-C07A-373E-A47B70C574B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729171" y="2000842"/>
                  <a:ext cx="222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3B6EAECD-6490-8C57-E241-D7DD44CCA9CF}"/>
                    </a:ext>
                  </a:extLst>
                </p14:cNvPr>
                <p14:cNvContentPartPr/>
                <p14:nvPr/>
              </p14:nvContentPartPr>
              <p14:xfrm>
                <a:off x="5093131" y="2056104"/>
                <a:ext cx="105480" cy="11520"/>
              </p14:xfrm>
            </p:contentPart>
          </mc:Choice>
          <mc:Fallback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3B6EAECD-6490-8C57-E241-D7DD44CCA9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75192" y="2038649"/>
                  <a:ext cx="140999" cy="4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076" name="Ink 1075">
                <a:extLst>
                  <a:ext uri="{FF2B5EF4-FFF2-40B4-BE49-F238E27FC236}">
                    <a16:creationId xmlns:a16="http://schemas.microsoft.com/office/drawing/2014/main" id="{6AD23A54-046F-ACD9-336B-7BC189DEE683}"/>
                  </a:ext>
                </a:extLst>
              </p14:cNvPr>
              <p14:cNvContentPartPr/>
              <p14:nvPr/>
            </p14:nvContentPartPr>
            <p14:xfrm>
              <a:off x="5542771" y="2043864"/>
              <a:ext cx="105480" cy="6120"/>
            </p14:xfrm>
          </p:contentPart>
        </mc:Choice>
        <mc:Fallback>
          <p:pic>
            <p:nvPicPr>
              <p:cNvPr id="1076" name="Ink 1075">
                <a:extLst>
                  <a:ext uri="{FF2B5EF4-FFF2-40B4-BE49-F238E27FC236}">
                    <a16:creationId xmlns:a16="http://schemas.microsoft.com/office/drawing/2014/main" id="{6AD23A54-046F-ACD9-336B-7BC189DEE68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24832" y="2026864"/>
                <a:ext cx="140999" cy="397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077" name="Ink 1076">
                <a:extLst>
                  <a:ext uri="{FF2B5EF4-FFF2-40B4-BE49-F238E27FC236}">
                    <a16:creationId xmlns:a16="http://schemas.microsoft.com/office/drawing/2014/main" id="{6BDBCE32-E001-A5F7-ECBD-8B86685E2334}"/>
                  </a:ext>
                </a:extLst>
              </p14:cNvPr>
              <p14:cNvContentPartPr/>
              <p14:nvPr/>
            </p14:nvContentPartPr>
            <p14:xfrm>
              <a:off x="6274291" y="2022624"/>
              <a:ext cx="58320" cy="8640"/>
            </p14:xfrm>
          </p:contentPart>
        </mc:Choice>
        <mc:Fallback>
          <p:pic>
            <p:nvPicPr>
              <p:cNvPr id="1077" name="Ink 1076">
                <a:extLst>
                  <a:ext uri="{FF2B5EF4-FFF2-40B4-BE49-F238E27FC236}">
                    <a16:creationId xmlns:a16="http://schemas.microsoft.com/office/drawing/2014/main" id="{6BDBCE32-E001-A5F7-ECBD-8B86685E233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256291" y="2005344"/>
                <a:ext cx="93960" cy="428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7A5E016-796A-AF52-3080-ADFEF4E5FC0C}"/>
                  </a:ext>
                </a:extLst>
              </p14:cNvPr>
              <p14:cNvContentPartPr/>
              <p14:nvPr/>
            </p14:nvContentPartPr>
            <p14:xfrm>
              <a:off x="7070971" y="1152965"/>
              <a:ext cx="464760" cy="34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7A5E016-796A-AF52-3080-ADFEF4E5FC0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052985" y="1135152"/>
                <a:ext cx="500372" cy="69469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942D8399-D6F5-8F36-15D8-940275599464}"/>
              </a:ext>
            </a:extLst>
          </p:cNvPr>
          <p:cNvGrpSpPr/>
          <p:nvPr/>
        </p:nvGrpSpPr>
        <p:grpSpPr>
          <a:xfrm>
            <a:off x="4851571" y="2330525"/>
            <a:ext cx="1711800" cy="477360"/>
            <a:chOff x="4851571" y="2330525"/>
            <a:chExt cx="1711800" cy="47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CBAB7EA-A8B3-4394-D2F4-D8F5CBFF6136}"/>
                    </a:ext>
                  </a:extLst>
                </p14:cNvPr>
                <p14:cNvContentPartPr/>
                <p14:nvPr/>
              </p14:nvContentPartPr>
              <p14:xfrm>
                <a:off x="4851571" y="2330525"/>
                <a:ext cx="255240" cy="222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CBAB7EA-A8B3-4394-D2F4-D8F5CBFF613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833571" y="2312525"/>
                  <a:ext cx="2908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EBC7F42-55E5-DCA7-285E-CB01A52A8CF5}"/>
                    </a:ext>
                  </a:extLst>
                </p14:cNvPr>
                <p14:cNvContentPartPr/>
                <p14:nvPr/>
              </p14:nvContentPartPr>
              <p14:xfrm>
                <a:off x="5168731" y="2522765"/>
                <a:ext cx="60840" cy="19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EBC7F42-55E5-DCA7-285E-CB01A52A8CF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150731" y="2504798"/>
                  <a:ext cx="96480" cy="230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A3671A5-D2D3-F4E9-9E64-64E517710015}"/>
                    </a:ext>
                  </a:extLst>
                </p14:cNvPr>
                <p14:cNvContentPartPr/>
                <p14:nvPr/>
              </p14:nvContentPartPr>
              <p14:xfrm>
                <a:off x="5184931" y="2530685"/>
                <a:ext cx="142560" cy="146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A3671A5-D2D3-F4E9-9E64-64E5177100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166885" y="2512685"/>
                  <a:ext cx="17829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5D03A5-9219-5265-1B96-3C2AC64C35DA}"/>
                    </a:ext>
                  </a:extLst>
                </p14:cNvPr>
                <p14:cNvContentPartPr/>
                <p14:nvPr/>
              </p14:nvContentPartPr>
              <p14:xfrm>
                <a:off x="5202211" y="2616005"/>
                <a:ext cx="131760" cy="24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5D03A5-9219-5265-1B96-3C2AC64C35D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184211" y="2598005"/>
                  <a:ext cx="167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7FA7162-1E43-9F70-AA90-6F9DE8F14D5F}"/>
                    </a:ext>
                  </a:extLst>
                </p14:cNvPr>
                <p14:cNvContentPartPr/>
                <p14:nvPr/>
              </p14:nvContentPartPr>
              <p14:xfrm>
                <a:off x="5479771" y="2611325"/>
                <a:ext cx="22320" cy="123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7FA7162-1E43-9F70-AA90-6F9DE8F14D5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461771" y="2593272"/>
                  <a:ext cx="57960" cy="1592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219757E-2D13-BC8F-B318-DEAF89A463DC}"/>
                    </a:ext>
                  </a:extLst>
                </p14:cNvPr>
                <p14:cNvContentPartPr/>
                <p14:nvPr/>
              </p14:nvContentPartPr>
              <p14:xfrm>
                <a:off x="5652571" y="2389925"/>
                <a:ext cx="164880" cy="231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219757E-2D13-BC8F-B318-DEAF89A463D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34571" y="2371925"/>
                  <a:ext cx="2005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17B24A4-0554-E652-058E-AB0E3FB8A46D}"/>
                    </a:ext>
                  </a:extLst>
                </p14:cNvPr>
                <p14:cNvContentPartPr/>
                <p14:nvPr/>
              </p14:nvContentPartPr>
              <p14:xfrm>
                <a:off x="5973331" y="2562365"/>
                <a:ext cx="27360" cy="156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17B24A4-0554-E652-058E-AB0E3FB8A46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55331" y="2544365"/>
                  <a:ext cx="630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A9838F6-E15C-AD4E-B0D9-0447A37D6C38}"/>
                    </a:ext>
                  </a:extLst>
                </p14:cNvPr>
                <p14:cNvContentPartPr/>
                <p14:nvPr/>
              </p14:nvContentPartPr>
              <p14:xfrm>
                <a:off x="5972611" y="2582885"/>
                <a:ext cx="160200" cy="176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A9838F6-E15C-AD4E-B0D9-0447A37D6C3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954611" y="2564885"/>
                  <a:ext cx="195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8C5867-6F42-2CD2-B695-62445D162044}"/>
                    </a:ext>
                  </a:extLst>
                </p14:cNvPr>
                <p14:cNvContentPartPr/>
                <p14:nvPr/>
              </p14:nvContentPartPr>
              <p14:xfrm>
                <a:off x="6230011" y="2697365"/>
                <a:ext cx="36360" cy="110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8C5867-6F42-2CD2-B695-62445D16204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212011" y="2679365"/>
                  <a:ext cx="72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A511092-0398-F20B-B707-DFACA0061FD4}"/>
                    </a:ext>
                  </a:extLst>
                </p14:cNvPr>
                <p14:cNvContentPartPr/>
                <p14:nvPr/>
              </p14:nvContentPartPr>
              <p14:xfrm>
                <a:off x="6384811" y="2456885"/>
                <a:ext cx="178560" cy="196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A511092-0398-F20B-B707-DFACA0061FD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66775" y="2438885"/>
                  <a:ext cx="214272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19914D7-24AF-0C50-F0C6-FB3971407F5E}"/>
              </a:ext>
            </a:extLst>
          </p:cNvPr>
          <p:cNvGrpSpPr/>
          <p:nvPr/>
        </p:nvGrpSpPr>
        <p:grpSpPr>
          <a:xfrm>
            <a:off x="6735451" y="2395685"/>
            <a:ext cx="558360" cy="359640"/>
            <a:chOff x="6735451" y="2395685"/>
            <a:chExt cx="558360" cy="35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2E6B42C-8386-4917-8DB4-B525F3A145D8}"/>
                    </a:ext>
                  </a:extLst>
                </p14:cNvPr>
                <p14:cNvContentPartPr/>
                <p14:nvPr/>
              </p14:nvContentPartPr>
              <p14:xfrm>
                <a:off x="6735451" y="2585405"/>
                <a:ext cx="96120" cy="110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E6B42C-8386-4917-8DB4-B525F3A145D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7451" y="2567405"/>
                  <a:ext cx="131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E8C72FA-DF74-F255-DF44-9E1C4E4C3151}"/>
                    </a:ext>
                  </a:extLst>
                </p14:cNvPr>
                <p14:cNvContentPartPr/>
                <p14:nvPr/>
              </p14:nvContentPartPr>
              <p14:xfrm>
                <a:off x="6968371" y="2609525"/>
                <a:ext cx="69120" cy="145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E8C72FA-DF74-F255-DF44-9E1C4E4C315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950464" y="2591569"/>
                  <a:ext cx="104575" cy="181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72A0937-2490-F0D0-0598-88DD24C805A0}"/>
                    </a:ext>
                  </a:extLst>
                </p14:cNvPr>
                <p14:cNvContentPartPr/>
                <p14:nvPr/>
              </p14:nvContentPartPr>
              <p14:xfrm>
                <a:off x="7113811" y="2395685"/>
                <a:ext cx="180000" cy="195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72A0937-2490-F0D0-0598-88DD24C805A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95775" y="2377685"/>
                  <a:ext cx="215711" cy="23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B2F844A-2563-1F14-A463-2A7F4BF4D81E}"/>
              </a:ext>
            </a:extLst>
          </p:cNvPr>
          <p:cNvGrpSpPr/>
          <p:nvPr/>
        </p:nvGrpSpPr>
        <p:grpSpPr>
          <a:xfrm>
            <a:off x="7484251" y="2566325"/>
            <a:ext cx="113040" cy="157320"/>
            <a:chOff x="7484251" y="2566325"/>
            <a:chExt cx="113040" cy="15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8D888F-5BAE-D045-65C6-D8F5A09E9D5B}"/>
                    </a:ext>
                  </a:extLst>
                </p14:cNvPr>
                <p14:cNvContentPartPr/>
                <p14:nvPr/>
              </p14:nvContentPartPr>
              <p14:xfrm>
                <a:off x="7495051" y="2600525"/>
                <a:ext cx="11520" cy="119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8D888F-5BAE-D045-65C6-D8F5A09E9D5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477051" y="2582471"/>
                  <a:ext cx="47160" cy="1552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002D2B-CA20-8E4E-D742-D3FE73E518CA}"/>
                    </a:ext>
                  </a:extLst>
                </p14:cNvPr>
                <p14:cNvContentPartPr/>
                <p14:nvPr/>
              </p14:nvContentPartPr>
              <p14:xfrm>
                <a:off x="7484251" y="2566325"/>
                <a:ext cx="113040" cy="157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002D2B-CA20-8E4E-D742-D3FE73E518C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466251" y="2548325"/>
                  <a:ext cx="14868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4362AA3-9509-8923-E497-EC65910CCA94}"/>
              </a:ext>
            </a:extLst>
          </p:cNvPr>
          <p:cNvGrpSpPr/>
          <p:nvPr/>
        </p:nvGrpSpPr>
        <p:grpSpPr>
          <a:xfrm>
            <a:off x="7766851" y="2345285"/>
            <a:ext cx="738000" cy="416520"/>
            <a:chOff x="7766851" y="2345285"/>
            <a:chExt cx="738000" cy="41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465C02E-D851-DA94-B75B-63CB497F10CE}"/>
                    </a:ext>
                  </a:extLst>
                </p14:cNvPr>
                <p14:cNvContentPartPr/>
                <p14:nvPr/>
              </p14:nvContentPartPr>
              <p14:xfrm>
                <a:off x="7766851" y="2631845"/>
                <a:ext cx="34560" cy="106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465C02E-D851-DA94-B75B-63CB497F10C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748851" y="2613845"/>
                  <a:ext cx="702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839D508-FB98-0208-3BCE-12A66C513977}"/>
                    </a:ext>
                  </a:extLst>
                </p14:cNvPr>
                <p14:cNvContentPartPr/>
                <p14:nvPr/>
              </p14:nvContentPartPr>
              <p14:xfrm>
                <a:off x="7906891" y="2345285"/>
                <a:ext cx="184320" cy="209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839D508-FB98-0208-3BCE-12A66C51397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888891" y="2327285"/>
                  <a:ext cx="219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D95E34-E7F9-DC67-CD1D-A93317F89A4B}"/>
                    </a:ext>
                  </a:extLst>
                </p14:cNvPr>
                <p14:cNvContentPartPr/>
                <p14:nvPr/>
              </p14:nvContentPartPr>
              <p14:xfrm>
                <a:off x="8238451" y="2538245"/>
                <a:ext cx="51120" cy="154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D95E34-E7F9-DC67-CD1D-A93317F89A4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20451" y="2520245"/>
                  <a:ext cx="86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FCEAD19-EC83-FC4D-E7D3-85EAACCBD5D2}"/>
                    </a:ext>
                  </a:extLst>
                </p14:cNvPr>
                <p14:cNvContentPartPr/>
                <p14:nvPr/>
              </p14:nvContentPartPr>
              <p14:xfrm>
                <a:off x="8292451" y="2508005"/>
                <a:ext cx="67680" cy="17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FCEAD19-EC83-FC4D-E7D3-85EAACCBD5D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274451" y="2490005"/>
                  <a:ext cx="1033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D43C3A8-C1A7-7CDD-8091-2778BDFBEA97}"/>
                    </a:ext>
                  </a:extLst>
                </p14:cNvPr>
                <p14:cNvContentPartPr/>
                <p14:nvPr/>
              </p14:nvContentPartPr>
              <p14:xfrm>
                <a:off x="8309731" y="2603045"/>
                <a:ext cx="76680" cy="14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D43C3A8-C1A7-7CDD-8091-2778BDFBEA9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291646" y="2584595"/>
                  <a:ext cx="112488" cy="512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A9A2F02-CEBE-C4C4-8DB6-74EC08466F02}"/>
                    </a:ext>
                  </a:extLst>
                </p14:cNvPr>
                <p14:cNvContentPartPr/>
                <p14:nvPr/>
              </p14:nvContentPartPr>
              <p14:xfrm>
                <a:off x="8290291" y="2675045"/>
                <a:ext cx="98280" cy="24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A9A2F02-CEBE-C4C4-8DB6-74EC08466F0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272291" y="2657045"/>
                  <a:ext cx="133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998930E-3169-F96D-D0B7-6FF1095B8370}"/>
                    </a:ext>
                  </a:extLst>
                </p14:cNvPr>
                <p14:cNvContentPartPr/>
                <p14:nvPr/>
              </p14:nvContentPartPr>
              <p14:xfrm>
                <a:off x="8473891" y="2627165"/>
                <a:ext cx="30960" cy="134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998930E-3169-F96D-D0B7-6FF1095B837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55891" y="2609117"/>
                  <a:ext cx="66600" cy="17037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2719507D-ABE8-729D-AB08-75162517B941}"/>
              </a:ext>
            </a:extLst>
          </p:cNvPr>
          <p:cNvGrpSpPr/>
          <p:nvPr/>
        </p:nvGrpSpPr>
        <p:grpSpPr>
          <a:xfrm>
            <a:off x="8680531" y="2373725"/>
            <a:ext cx="619200" cy="304560"/>
            <a:chOff x="8680531" y="2373725"/>
            <a:chExt cx="61920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D96DC5D-F218-1831-BEF8-5CE539140E2C}"/>
                    </a:ext>
                  </a:extLst>
                </p14:cNvPr>
                <p14:cNvContentPartPr/>
                <p14:nvPr/>
              </p14:nvContentPartPr>
              <p14:xfrm>
                <a:off x="8680531" y="2373725"/>
                <a:ext cx="172440" cy="170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D96DC5D-F218-1831-BEF8-5CE539140E2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662531" y="2355725"/>
                  <a:ext cx="208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1B43CC-2E38-63C5-F07B-40CA0DAC3A08}"/>
                    </a:ext>
                  </a:extLst>
                </p14:cNvPr>
                <p14:cNvContentPartPr/>
                <p14:nvPr/>
              </p14:nvContentPartPr>
              <p14:xfrm>
                <a:off x="8995531" y="2488925"/>
                <a:ext cx="11880" cy="189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1B43CC-2E38-63C5-F07B-40CA0DAC3A0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977531" y="2470925"/>
                  <a:ext cx="475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B705A9A-8DEA-7910-0D8E-BCC99C12167E}"/>
                    </a:ext>
                  </a:extLst>
                </p14:cNvPr>
                <p14:cNvContentPartPr/>
                <p14:nvPr/>
              </p14:nvContentPartPr>
              <p14:xfrm>
                <a:off x="8989051" y="2446085"/>
                <a:ext cx="88560" cy="15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B705A9A-8DEA-7910-0D8E-BCC99C12167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71051" y="2428085"/>
                  <a:ext cx="1242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7BCFC4B-7988-1ADD-C831-D5E4C6CE7B9C}"/>
                    </a:ext>
                  </a:extLst>
                </p14:cNvPr>
                <p14:cNvContentPartPr/>
                <p14:nvPr/>
              </p14:nvContentPartPr>
              <p14:xfrm>
                <a:off x="9022891" y="2575685"/>
                <a:ext cx="65160" cy="9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7BCFC4B-7988-1ADD-C831-D5E4C6CE7B9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04891" y="2557685"/>
                  <a:ext cx="100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24BBD41-B5AB-F694-2F25-CBA4407564F1}"/>
                    </a:ext>
                  </a:extLst>
                </p14:cNvPr>
                <p14:cNvContentPartPr/>
                <p14:nvPr/>
              </p14:nvContentPartPr>
              <p14:xfrm>
                <a:off x="9227731" y="2427365"/>
                <a:ext cx="72000" cy="174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24BBD41-B5AB-F694-2F25-CBA4407564F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209821" y="2409365"/>
                  <a:ext cx="107463" cy="20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1D223D8F-F6C2-1469-6EE5-83AF4473346A}"/>
                  </a:ext>
                </a:extLst>
              </p14:cNvPr>
              <p14:cNvContentPartPr/>
              <p14:nvPr/>
            </p14:nvContentPartPr>
            <p14:xfrm>
              <a:off x="9303331" y="2746325"/>
              <a:ext cx="13680" cy="43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1D223D8F-F6C2-1469-6EE5-83AF4473346A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285331" y="2728325"/>
                <a:ext cx="493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B9E9D85F-628A-F4DA-A8F4-8FA4D85E113B}"/>
              </a:ext>
            </a:extLst>
          </p:cNvPr>
          <p:cNvGrpSpPr/>
          <p:nvPr/>
        </p:nvGrpSpPr>
        <p:grpSpPr>
          <a:xfrm>
            <a:off x="5159011" y="3017765"/>
            <a:ext cx="394200" cy="367200"/>
            <a:chOff x="5159011" y="3017765"/>
            <a:chExt cx="39420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57390A6-BB00-142B-7EDA-D24399350146}"/>
                    </a:ext>
                  </a:extLst>
                </p14:cNvPr>
                <p14:cNvContentPartPr/>
                <p14:nvPr/>
              </p14:nvContentPartPr>
              <p14:xfrm>
                <a:off x="5196451" y="3035045"/>
                <a:ext cx="59760" cy="233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57390A6-BB00-142B-7EDA-D2439935014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178451" y="3017045"/>
                  <a:ext cx="954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D5E522-99D6-076A-3C9E-F93C54BA07BC}"/>
                    </a:ext>
                  </a:extLst>
                </p14:cNvPr>
                <p14:cNvContentPartPr/>
                <p14:nvPr/>
              </p14:nvContentPartPr>
              <p14:xfrm>
                <a:off x="5159011" y="3017765"/>
                <a:ext cx="103680" cy="14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D5E522-99D6-076A-3C9E-F93C54BA07B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141011" y="2999765"/>
                  <a:ext cx="1393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90FC114-91E4-FC3E-FC0C-975C3FB75868}"/>
                    </a:ext>
                  </a:extLst>
                </p14:cNvPr>
                <p14:cNvContentPartPr/>
                <p14:nvPr/>
              </p14:nvContentPartPr>
              <p14:xfrm>
                <a:off x="5167651" y="3271205"/>
                <a:ext cx="144000" cy="40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90FC114-91E4-FC3E-FC0C-975C3FB7586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49651" y="3253205"/>
                  <a:ext cx="1796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678737C-0AC7-24B1-93E6-0A6C0FA94636}"/>
                    </a:ext>
                  </a:extLst>
                </p14:cNvPr>
                <p14:cNvContentPartPr/>
                <p14:nvPr/>
              </p14:nvContentPartPr>
              <p14:xfrm>
                <a:off x="5416411" y="3215045"/>
                <a:ext cx="16920" cy="169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678737C-0AC7-24B1-93E6-0A6C0FA9463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398411" y="3197045"/>
                  <a:ext cx="525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6DB9AF9-9E41-9519-ED3B-C295239CE00B}"/>
                    </a:ext>
                  </a:extLst>
                </p14:cNvPr>
                <p14:cNvContentPartPr/>
                <p14:nvPr/>
              </p14:nvContentPartPr>
              <p14:xfrm>
                <a:off x="5409931" y="3204605"/>
                <a:ext cx="143280" cy="97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6DB9AF9-9E41-9519-ED3B-C295239CE00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391976" y="3186605"/>
                  <a:ext cx="178831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49A6D9D-D091-165B-F98C-F44AD71424AB}"/>
                    </a:ext>
                  </a:extLst>
                </p14:cNvPr>
                <p14:cNvContentPartPr/>
                <p14:nvPr/>
              </p14:nvContentPartPr>
              <p14:xfrm>
                <a:off x="5438011" y="3306125"/>
                <a:ext cx="75960" cy="38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49A6D9D-D091-165B-F98C-F44AD71424A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420011" y="3288125"/>
                  <a:ext cx="11160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B19C51E8-8397-7635-03D6-BDB35CB3296E}"/>
              </a:ext>
            </a:extLst>
          </p:cNvPr>
          <p:cNvGrpSpPr/>
          <p:nvPr/>
        </p:nvGrpSpPr>
        <p:grpSpPr>
          <a:xfrm>
            <a:off x="5740771" y="3001205"/>
            <a:ext cx="938880" cy="417960"/>
            <a:chOff x="5740771" y="3001205"/>
            <a:chExt cx="938880" cy="41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0906DA6-B3E2-E20B-61D1-EC726A395985}"/>
                    </a:ext>
                  </a:extLst>
                </p14:cNvPr>
                <p14:cNvContentPartPr/>
                <p14:nvPr/>
              </p14:nvContentPartPr>
              <p14:xfrm>
                <a:off x="5740771" y="3240245"/>
                <a:ext cx="142560" cy="1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0906DA6-B3E2-E20B-61D1-EC726A39598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722725" y="3222645"/>
                  <a:ext cx="178290" cy="506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1C160D5-2A7D-2DED-B535-17CA8BBCDAE6}"/>
                    </a:ext>
                  </a:extLst>
                </p14:cNvPr>
                <p14:cNvContentPartPr/>
                <p14:nvPr/>
              </p14:nvContentPartPr>
              <p14:xfrm>
                <a:off x="6015091" y="3184445"/>
                <a:ext cx="72720" cy="28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1C160D5-2A7D-2DED-B535-17CA8BBCDAE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997091" y="3166211"/>
                  <a:ext cx="108360" cy="641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D568F84-2B44-7753-9036-F4813E9E27BF}"/>
                    </a:ext>
                  </a:extLst>
                </p14:cNvPr>
                <p14:cNvContentPartPr/>
                <p14:nvPr/>
              </p14:nvContentPartPr>
              <p14:xfrm>
                <a:off x="6145411" y="3184085"/>
                <a:ext cx="115920" cy="12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D568F84-2B44-7753-9036-F4813E9E27B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127411" y="3166085"/>
                  <a:ext cx="151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8202AC7-4A4E-B7FD-7025-62A3A8466729}"/>
                    </a:ext>
                  </a:extLst>
                </p14:cNvPr>
                <p14:cNvContentPartPr/>
                <p14:nvPr/>
              </p14:nvContentPartPr>
              <p14:xfrm>
                <a:off x="6362131" y="3169685"/>
                <a:ext cx="17640" cy="1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8202AC7-4A4E-B7FD-7025-62A3A846672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344131" y="3145685"/>
                  <a:ext cx="532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18C21A6-EA0A-FAA4-F59B-DF3FBB19CFE7}"/>
                    </a:ext>
                  </a:extLst>
                </p14:cNvPr>
                <p14:cNvContentPartPr/>
                <p14:nvPr/>
              </p14:nvContentPartPr>
              <p14:xfrm>
                <a:off x="6567331" y="3001205"/>
                <a:ext cx="20520" cy="318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18C21A6-EA0A-FAA4-F59B-DF3FBB19CFE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549331" y="2983205"/>
                  <a:ext cx="561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CF459D5-93D0-6233-468B-3A354B076656}"/>
                    </a:ext>
                  </a:extLst>
                </p14:cNvPr>
                <p14:cNvContentPartPr/>
                <p14:nvPr/>
              </p14:nvContentPartPr>
              <p14:xfrm>
                <a:off x="6502531" y="3017045"/>
                <a:ext cx="161640" cy="61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CF459D5-93D0-6233-468B-3A354B07665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84531" y="2999150"/>
                  <a:ext cx="197280" cy="969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FDD2242-DE81-EB4B-9D9C-B39C22EC96CC}"/>
                    </a:ext>
                  </a:extLst>
                </p14:cNvPr>
                <p14:cNvContentPartPr/>
                <p14:nvPr/>
              </p14:nvContentPartPr>
              <p14:xfrm>
                <a:off x="6565531" y="3391085"/>
                <a:ext cx="114120" cy="28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FDD2242-DE81-EB4B-9D9C-B39C22EC96C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547531" y="3372851"/>
                  <a:ext cx="149760" cy="6418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4A4C5457-B920-3535-771E-8937EA2252EF}"/>
              </a:ext>
            </a:extLst>
          </p:cNvPr>
          <p:cNvGrpSpPr/>
          <p:nvPr/>
        </p:nvGrpSpPr>
        <p:grpSpPr>
          <a:xfrm>
            <a:off x="6869011" y="3228005"/>
            <a:ext cx="141120" cy="261360"/>
            <a:chOff x="6869011" y="3228005"/>
            <a:chExt cx="14112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0FC8B43-5C6E-3A3C-8899-59A6E168FD9D}"/>
                    </a:ext>
                  </a:extLst>
                </p14:cNvPr>
                <p14:cNvContentPartPr/>
                <p14:nvPr/>
              </p14:nvContentPartPr>
              <p14:xfrm>
                <a:off x="6869011" y="3315485"/>
                <a:ext cx="42480" cy="173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0FC8B43-5C6E-3A3C-8899-59A6E168FD9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851011" y="3297485"/>
                  <a:ext cx="78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B9D8FDF-269F-12B6-50EE-FB887D5F0043}"/>
                    </a:ext>
                  </a:extLst>
                </p14:cNvPr>
                <p14:cNvContentPartPr/>
                <p14:nvPr/>
              </p14:nvContentPartPr>
              <p14:xfrm>
                <a:off x="6923371" y="3228005"/>
                <a:ext cx="74520" cy="71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B9D8FDF-269F-12B6-50EE-FB887D5F004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05371" y="3210005"/>
                  <a:ext cx="1101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0809EAD9-30CF-37B8-8B3C-839C11872EF4}"/>
                    </a:ext>
                  </a:extLst>
                </p14:cNvPr>
                <p14:cNvContentPartPr/>
                <p14:nvPr/>
              </p14:nvContentPartPr>
              <p14:xfrm>
                <a:off x="6928771" y="3361205"/>
                <a:ext cx="81360" cy="33120"/>
              </p14:xfrm>
            </p:contentPart>
          </mc:Choice>
          <mc:Fallback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0809EAD9-30CF-37B8-8B3C-839C11872EF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910771" y="3343205"/>
                  <a:ext cx="11700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8" name="Group 1027">
            <a:extLst>
              <a:ext uri="{FF2B5EF4-FFF2-40B4-BE49-F238E27FC236}">
                <a16:creationId xmlns:a16="http://schemas.microsoft.com/office/drawing/2014/main" id="{4FDBBC38-963F-3238-32E1-397A7F91D046}"/>
              </a:ext>
            </a:extLst>
          </p:cNvPr>
          <p:cNvGrpSpPr/>
          <p:nvPr/>
        </p:nvGrpSpPr>
        <p:grpSpPr>
          <a:xfrm>
            <a:off x="7175731" y="3230165"/>
            <a:ext cx="120240" cy="93240"/>
            <a:chOff x="7175731" y="3230165"/>
            <a:chExt cx="120240" cy="9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026" name="Ink 1025">
                  <a:extLst>
                    <a:ext uri="{FF2B5EF4-FFF2-40B4-BE49-F238E27FC236}">
                      <a16:creationId xmlns:a16="http://schemas.microsoft.com/office/drawing/2014/main" id="{532DCBA9-CEEA-B5EF-EC0E-96997631F486}"/>
                    </a:ext>
                  </a:extLst>
                </p14:cNvPr>
                <p14:cNvContentPartPr/>
                <p14:nvPr/>
              </p14:nvContentPartPr>
              <p14:xfrm>
                <a:off x="7175731" y="3230165"/>
                <a:ext cx="61200" cy="12240"/>
              </p14:xfrm>
            </p:contentPart>
          </mc:Choice>
          <mc:Fallback>
            <p:pic>
              <p:nvPicPr>
                <p:cNvPr id="1026" name="Ink 1025">
                  <a:extLst>
                    <a:ext uri="{FF2B5EF4-FFF2-40B4-BE49-F238E27FC236}">
                      <a16:creationId xmlns:a16="http://schemas.microsoft.com/office/drawing/2014/main" id="{532DCBA9-CEEA-B5EF-EC0E-96997631F48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57731" y="3212165"/>
                  <a:ext cx="96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F1EF790C-B184-1497-201B-9ED226F3AAD3}"/>
                    </a:ext>
                  </a:extLst>
                </p14:cNvPr>
                <p14:cNvContentPartPr/>
                <p14:nvPr/>
              </p14:nvContentPartPr>
              <p14:xfrm>
                <a:off x="7232971" y="3303245"/>
                <a:ext cx="63000" cy="20160"/>
              </p14:xfrm>
            </p:contentPart>
          </mc:Choice>
          <mc:Fallback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F1EF790C-B184-1497-201B-9ED226F3AAD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214971" y="3285245"/>
                  <a:ext cx="98640" cy="5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1032" name="Ink 1031">
                <a:extLst>
                  <a:ext uri="{FF2B5EF4-FFF2-40B4-BE49-F238E27FC236}">
                    <a16:creationId xmlns:a16="http://schemas.microsoft.com/office/drawing/2014/main" id="{DFB8DAE9-F232-BD52-C521-53F32C5DA472}"/>
                  </a:ext>
                </a:extLst>
              </p14:cNvPr>
              <p14:cNvContentPartPr/>
              <p14:nvPr/>
            </p14:nvContentPartPr>
            <p14:xfrm>
              <a:off x="7454731" y="3120725"/>
              <a:ext cx="64080" cy="164520"/>
            </p14:xfrm>
          </p:contentPart>
        </mc:Choice>
        <mc:Fallback>
          <p:pic>
            <p:nvPicPr>
              <p:cNvPr id="1032" name="Ink 1031">
                <a:extLst>
                  <a:ext uri="{FF2B5EF4-FFF2-40B4-BE49-F238E27FC236}">
                    <a16:creationId xmlns:a16="http://schemas.microsoft.com/office/drawing/2014/main" id="{DFB8DAE9-F232-BD52-C521-53F32C5DA472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7436629" y="3102725"/>
                <a:ext cx="99921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1033" name="Ink 1032">
                <a:extLst>
                  <a:ext uri="{FF2B5EF4-FFF2-40B4-BE49-F238E27FC236}">
                    <a16:creationId xmlns:a16="http://schemas.microsoft.com/office/drawing/2014/main" id="{2457B6C4-A756-7FD1-24DA-5D28EA28C168}"/>
                  </a:ext>
                </a:extLst>
              </p14:cNvPr>
              <p14:cNvContentPartPr/>
              <p14:nvPr/>
            </p14:nvContentPartPr>
            <p14:xfrm>
              <a:off x="7543291" y="3422765"/>
              <a:ext cx="1440" cy="39240"/>
            </p14:xfrm>
          </p:contentPart>
        </mc:Choice>
        <mc:Fallback>
          <p:pic>
            <p:nvPicPr>
              <p:cNvPr id="1033" name="Ink 1032">
                <a:extLst>
                  <a:ext uri="{FF2B5EF4-FFF2-40B4-BE49-F238E27FC236}">
                    <a16:creationId xmlns:a16="http://schemas.microsoft.com/office/drawing/2014/main" id="{2457B6C4-A756-7FD1-24DA-5D28EA28C168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7519291" y="3404765"/>
                <a:ext cx="48960" cy="7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597D5046-3888-AFE2-F54D-BC7BE742BF3A}"/>
              </a:ext>
            </a:extLst>
          </p:cNvPr>
          <p:cNvGrpSpPr/>
          <p:nvPr/>
        </p:nvGrpSpPr>
        <p:grpSpPr>
          <a:xfrm>
            <a:off x="1595011" y="2131805"/>
            <a:ext cx="367560" cy="372960"/>
            <a:chOff x="1595011" y="2131805"/>
            <a:chExt cx="367560" cy="37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9F2DF868-BD4E-9C34-9626-6FC765E66247}"/>
                    </a:ext>
                  </a:extLst>
                </p14:cNvPr>
                <p14:cNvContentPartPr/>
                <p14:nvPr/>
              </p14:nvContentPartPr>
              <p14:xfrm>
                <a:off x="1595011" y="2216045"/>
                <a:ext cx="184320" cy="288720"/>
              </p14:xfrm>
            </p:contentPart>
          </mc:Choice>
          <mc:Fallback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9F2DF868-BD4E-9C34-9626-6FC765E6624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577011" y="2198045"/>
                  <a:ext cx="2199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2F739BC9-5A4F-9480-5DD1-1725F1B41651}"/>
                    </a:ext>
                  </a:extLst>
                </p14:cNvPr>
                <p14:cNvContentPartPr/>
                <p14:nvPr/>
              </p14:nvContentPartPr>
              <p14:xfrm>
                <a:off x="1820371" y="2131805"/>
                <a:ext cx="142200" cy="237240"/>
              </p14:xfrm>
            </p:contentPart>
          </mc:Choice>
          <mc:Fallback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2F739BC9-5A4F-9480-5DD1-1725F1B4165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802371" y="2113805"/>
                  <a:ext cx="17784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DFEDE4B8-ECE8-D4C6-DBAB-C4DE41B7C23B}"/>
              </a:ext>
            </a:extLst>
          </p:cNvPr>
          <p:cNvGrpSpPr/>
          <p:nvPr/>
        </p:nvGrpSpPr>
        <p:grpSpPr>
          <a:xfrm>
            <a:off x="317731" y="4824965"/>
            <a:ext cx="201240" cy="1478520"/>
            <a:chOff x="317731" y="4824965"/>
            <a:chExt cx="201240" cy="147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BAB9AB2F-4548-D222-29B6-3CBCBCA8F1A8}"/>
                    </a:ext>
                  </a:extLst>
                </p14:cNvPr>
                <p14:cNvContentPartPr/>
                <p14:nvPr/>
              </p14:nvContentPartPr>
              <p14:xfrm>
                <a:off x="441931" y="4824965"/>
                <a:ext cx="37800" cy="1459440"/>
              </p14:xfrm>
            </p:contentPart>
          </mc:Choice>
          <mc:Fallback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BAB9AB2F-4548-D222-29B6-3CBCBCA8F1A8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23931" y="4806965"/>
                  <a:ext cx="73440" cy="14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52556823-31ED-FB7F-A2BE-CB392E35D756}"/>
                    </a:ext>
                  </a:extLst>
                </p14:cNvPr>
                <p14:cNvContentPartPr/>
                <p14:nvPr/>
              </p14:nvContentPartPr>
              <p14:xfrm>
                <a:off x="317731" y="6135725"/>
                <a:ext cx="201240" cy="167760"/>
              </p14:xfrm>
            </p:contentPart>
          </mc:Choice>
          <mc:Fallback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52556823-31ED-FB7F-A2BE-CB392E35D75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99731" y="6117725"/>
                  <a:ext cx="2368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6CCB72F9-E002-E468-851B-FF4D51CFC1EE}"/>
              </a:ext>
            </a:extLst>
          </p:cNvPr>
          <p:cNvGrpSpPr/>
          <p:nvPr/>
        </p:nvGrpSpPr>
        <p:grpSpPr>
          <a:xfrm>
            <a:off x="389371" y="2539685"/>
            <a:ext cx="344160" cy="1640160"/>
            <a:chOff x="389371" y="2539685"/>
            <a:chExt cx="344160" cy="164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65FE315B-5CA9-9587-3623-B4356BC1820F}"/>
                    </a:ext>
                  </a:extLst>
                </p14:cNvPr>
                <p14:cNvContentPartPr/>
                <p14:nvPr/>
              </p14:nvContentPartPr>
              <p14:xfrm>
                <a:off x="459211" y="2608445"/>
                <a:ext cx="92520" cy="1571400"/>
              </p14:xfrm>
            </p:contentPart>
          </mc:Choice>
          <mc:Fallback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65FE315B-5CA9-9587-3623-B4356BC1820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41211" y="2590449"/>
                  <a:ext cx="128160" cy="16070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C6E6FB86-6C86-448E-0543-73CA2895C9C2}"/>
                    </a:ext>
                  </a:extLst>
                </p14:cNvPr>
                <p14:cNvContentPartPr/>
                <p14:nvPr/>
              </p14:nvContentPartPr>
              <p14:xfrm>
                <a:off x="389371" y="2547965"/>
                <a:ext cx="221760" cy="209520"/>
              </p14:xfrm>
            </p:contentPart>
          </mc:Choice>
          <mc:Fallback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C6E6FB86-6C86-448E-0543-73CA2895C9C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71342" y="2529965"/>
                  <a:ext cx="257458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9F04118A-3D1C-2C28-B210-231B0D51D434}"/>
                    </a:ext>
                  </a:extLst>
                </p14:cNvPr>
                <p14:cNvContentPartPr/>
                <p14:nvPr/>
              </p14:nvContentPartPr>
              <p14:xfrm>
                <a:off x="681691" y="2539685"/>
                <a:ext cx="51840" cy="70560"/>
              </p14:xfrm>
            </p:contentPart>
          </mc:Choice>
          <mc:Fallback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9F04118A-3D1C-2C28-B210-231B0D51D43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3691" y="2521593"/>
                  <a:ext cx="87480" cy="10638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CE1DAF17-8B32-D7F0-A4EA-6BCF8801B72A}"/>
              </a:ext>
            </a:extLst>
          </p:cNvPr>
          <p:cNvGrpSpPr/>
          <p:nvPr/>
        </p:nvGrpSpPr>
        <p:grpSpPr>
          <a:xfrm>
            <a:off x="3846451" y="2199125"/>
            <a:ext cx="357480" cy="392400"/>
            <a:chOff x="3846451" y="2199125"/>
            <a:chExt cx="357480" cy="39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5827B6BB-64E8-7C16-97E5-3AD55C95CD1B}"/>
                    </a:ext>
                  </a:extLst>
                </p14:cNvPr>
                <p14:cNvContentPartPr/>
                <p14:nvPr/>
              </p14:nvContentPartPr>
              <p14:xfrm>
                <a:off x="3846451" y="2515205"/>
                <a:ext cx="76320" cy="76320"/>
              </p14:xfrm>
            </p:contentPart>
          </mc:Choice>
          <mc:Fallback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5827B6BB-64E8-7C16-97E5-3AD55C95CD1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828451" y="2497205"/>
                  <a:ext cx="111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C2DA2FD4-97EB-9002-AAEC-7DE60DEE255D}"/>
                    </a:ext>
                  </a:extLst>
                </p14:cNvPr>
                <p14:cNvContentPartPr/>
                <p14:nvPr/>
              </p14:nvContentPartPr>
              <p14:xfrm>
                <a:off x="3856171" y="2232605"/>
                <a:ext cx="213120" cy="251280"/>
              </p14:xfrm>
            </p:contentPart>
          </mc:Choice>
          <mc:Fallback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C2DA2FD4-97EB-9002-AAEC-7DE60DEE255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838171" y="2214605"/>
                  <a:ext cx="24876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888EDAB0-5378-0768-6A88-EAD9B65CAE1A}"/>
                    </a:ext>
                  </a:extLst>
                </p14:cNvPr>
                <p14:cNvContentPartPr/>
                <p14:nvPr/>
              </p14:nvContentPartPr>
              <p14:xfrm>
                <a:off x="4109611" y="2199125"/>
                <a:ext cx="94320" cy="124200"/>
              </p14:xfrm>
            </p:contentPart>
          </mc:Choice>
          <mc:Fallback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888EDAB0-5378-0768-6A88-EAD9B65CAE1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091611" y="2181125"/>
                  <a:ext cx="129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14735928-5FF7-027F-EB6A-9A8E9FD13CF3}"/>
              </a:ext>
            </a:extLst>
          </p:cNvPr>
          <p:cNvGrpSpPr/>
          <p:nvPr/>
        </p:nvGrpSpPr>
        <p:grpSpPr>
          <a:xfrm>
            <a:off x="2679331" y="2194445"/>
            <a:ext cx="347400" cy="460440"/>
            <a:chOff x="2679331" y="2194445"/>
            <a:chExt cx="34740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049ABEEE-C4DB-F42B-A382-3E4A99D00476}"/>
                    </a:ext>
                  </a:extLst>
                </p14:cNvPr>
                <p14:cNvContentPartPr/>
                <p14:nvPr/>
              </p14:nvContentPartPr>
              <p14:xfrm>
                <a:off x="2679331" y="2255285"/>
                <a:ext cx="181800" cy="273600"/>
              </p14:xfrm>
            </p:contentPart>
          </mc:Choice>
          <mc:Fallback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049ABEEE-C4DB-F42B-A382-3E4A99D0047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661331" y="2237309"/>
                  <a:ext cx="217440" cy="309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B624AA4A-E4AD-EB75-7F3F-3C780493FAAA}"/>
                    </a:ext>
                  </a:extLst>
                </p14:cNvPr>
                <p14:cNvContentPartPr/>
                <p14:nvPr/>
              </p14:nvContentPartPr>
              <p14:xfrm>
                <a:off x="2873371" y="2194445"/>
                <a:ext cx="153360" cy="162000"/>
              </p14:xfrm>
            </p:contentPart>
          </mc:Choice>
          <mc:Fallback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B624AA4A-E4AD-EB75-7F3F-3C780493FAA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855371" y="2176485"/>
                  <a:ext cx="189000" cy="1975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0B58B189-4796-C8BF-109E-A7FB3A7C9A19}"/>
                    </a:ext>
                  </a:extLst>
                </p14:cNvPr>
                <p14:cNvContentPartPr/>
                <p14:nvPr/>
              </p14:nvContentPartPr>
              <p14:xfrm>
                <a:off x="2834131" y="2578205"/>
                <a:ext cx="63360" cy="76680"/>
              </p14:xfrm>
            </p:contentPart>
          </mc:Choice>
          <mc:Fallback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0B58B189-4796-C8BF-109E-A7FB3A7C9A1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816131" y="2560205"/>
                  <a:ext cx="99000" cy="112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1051" name="Ink 1050">
                <a:extLst>
                  <a:ext uri="{FF2B5EF4-FFF2-40B4-BE49-F238E27FC236}">
                    <a16:creationId xmlns:a16="http://schemas.microsoft.com/office/drawing/2014/main" id="{C6E05B8E-4198-6A2A-FD44-E103EEF24460}"/>
                  </a:ext>
                </a:extLst>
              </p14:cNvPr>
              <p14:cNvContentPartPr/>
              <p14:nvPr/>
            </p14:nvContentPartPr>
            <p14:xfrm>
              <a:off x="1697611" y="2567405"/>
              <a:ext cx="103320" cy="81720"/>
            </p14:xfrm>
          </p:contentPart>
        </mc:Choice>
        <mc:Fallback>
          <p:pic>
            <p:nvPicPr>
              <p:cNvPr id="1051" name="Ink 1050">
                <a:extLst>
                  <a:ext uri="{FF2B5EF4-FFF2-40B4-BE49-F238E27FC236}">
                    <a16:creationId xmlns:a16="http://schemas.microsoft.com/office/drawing/2014/main" id="{C6E05B8E-4198-6A2A-FD44-E103EEF24460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1679611" y="2549484"/>
                <a:ext cx="138960" cy="1172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1052" name="Ink 1051">
                <a:extLst>
                  <a:ext uri="{FF2B5EF4-FFF2-40B4-BE49-F238E27FC236}">
                    <a16:creationId xmlns:a16="http://schemas.microsoft.com/office/drawing/2014/main" id="{68CF35E1-D6AF-6C4A-DF8A-436AF2BBC45B}"/>
                  </a:ext>
                </a:extLst>
              </p14:cNvPr>
              <p14:cNvContentPartPr/>
              <p14:nvPr/>
            </p14:nvContentPartPr>
            <p14:xfrm>
              <a:off x="1752691" y="6275045"/>
              <a:ext cx="37440" cy="50760"/>
            </p14:xfrm>
          </p:contentPart>
        </mc:Choice>
        <mc:Fallback>
          <p:pic>
            <p:nvPicPr>
              <p:cNvPr id="1052" name="Ink 1051">
                <a:extLst>
                  <a:ext uri="{FF2B5EF4-FFF2-40B4-BE49-F238E27FC236}">
                    <a16:creationId xmlns:a16="http://schemas.microsoft.com/office/drawing/2014/main" id="{68CF35E1-D6AF-6C4A-DF8A-436AF2BBC45B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1734691" y="6257045"/>
                <a:ext cx="7308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1053" name="Ink 1052">
                <a:extLst>
                  <a:ext uri="{FF2B5EF4-FFF2-40B4-BE49-F238E27FC236}">
                    <a16:creationId xmlns:a16="http://schemas.microsoft.com/office/drawing/2014/main" id="{7F5C6DF5-42E3-63A9-B10A-731FA1F842C5}"/>
                  </a:ext>
                </a:extLst>
              </p14:cNvPr>
              <p14:cNvContentPartPr/>
              <p14:nvPr/>
            </p14:nvContentPartPr>
            <p14:xfrm>
              <a:off x="2815771" y="6299885"/>
              <a:ext cx="45000" cy="32040"/>
            </p14:xfrm>
          </p:contentPart>
        </mc:Choice>
        <mc:Fallback>
          <p:pic>
            <p:nvPicPr>
              <p:cNvPr id="1053" name="Ink 1052">
                <a:extLst>
                  <a:ext uri="{FF2B5EF4-FFF2-40B4-BE49-F238E27FC236}">
                    <a16:creationId xmlns:a16="http://schemas.microsoft.com/office/drawing/2014/main" id="{7F5C6DF5-42E3-63A9-B10A-731FA1F842C5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2797914" y="6281680"/>
                <a:ext cx="80357" cy="6808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1054" name="Ink 1053">
                <a:extLst>
                  <a:ext uri="{FF2B5EF4-FFF2-40B4-BE49-F238E27FC236}">
                    <a16:creationId xmlns:a16="http://schemas.microsoft.com/office/drawing/2014/main" id="{0F52A257-40F6-6C74-DC3E-12C762C7D67F}"/>
                  </a:ext>
                </a:extLst>
              </p14:cNvPr>
              <p14:cNvContentPartPr/>
              <p14:nvPr/>
            </p14:nvContentPartPr>
            <p14:xfrm>
              <a:off x="3884251" y="6304205"/>
              <a:ext cx="37800" cy="24840"/>
            </p14:xfrm>
          </p:contentPart>
        </mc:Choice>
        <mc:Fallback>
          <p:pic>
            <p:nvPicPr>
              <p:cNvPr id="1054" name="Ink 1053">
                <a:extLst>
                  <a:ext uri="{FF2B5EF4-FFF2-40B4-BE49-F238E27FC236}">
                    <a16:creationId xmlns:a16="http://schemas.microsoft.com/office/drawing/2014/main" id="{0F52A257-40F6-6C74-DC3E-12C762C7D67F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3866251" y="6286205"/>
                <a:ext cx="7344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1055" name="Ink 1054">
                <a:extLst>
                  <a:ext uri="{FF2B5EF4-FFF2-40B4-BE49-F238E27FC236}">
                    <a16:creationId xmlns:a16="http://schemas.microsoft.com/office/drawing/2014/main" id="{6640A89D-EDB9-4A57-32C4-A028871BFA97}"/>
                  </a:ext>
                </a:extLst>
              </p14:cNvPr>
              <p14:cNvContentPartPr/>
              <p14:nvPr/>
            </p14:nvContentPartPr>
            <p14:xfrm>
              <a:off x="1816771" y="6477365"/>
              <a:ext cx="134640" cy="133200"/>
            </p14:xfrm>
          </p:contentPart>
        </mc:Choice>
        <mc:Fallback>
          <p:pic>
            <p:nvPicPr>
              <p:cNvPr id="1055" name="Ink 1054">
                <a:extLst>
                  <a:ext uri="{FF2B5EF4-FFF2-40B4-BE49-F238E27FC236}">
                    <a16:creationId xmlns:a16="http://schemas.microsoft.com/office/drawing/2014/main" id="{6640A89D-EDB9-4A57-32C4-A028871BFA97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1798723" y="6459365"/>
                <a:ext cx="170376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056" name="Ink 1055">
                <a:extLst>
                  <a:ext uri="{FF2B5EF4-FFF2-40B4-BE49-F238E27FC236}">
                    <a16:creationId xmlns:a16="http://schemas.microsoft.com/office/drawing/2014/main" id="{EFA727BA-EBE2-DC10-781E-6E8212B81489}"/>
                  </a:ext>
                </a:extLst>
              </p14:cNvPr>
              <p14:cNvContentPartPr/>
              <p14:nvPr/>
            </p14:nvContentPartPr>
            <p14:xfrm>
              <a:off x="2847451" y="6513725"/>
              <a:ext cx="121320" cy="138600"/>
            </p14:xfrm>
          </p:contentPart>
        </mc:Choice>
        <mc:Fallback>
          <p:pic>
            <p:nvPicPr>
              <p:cNvPr id="1056" name="Ink 1055">
                <a:extLst>
                  <a:ext uri="{FF2B5EF4-FFF2-40B4-BE49-F238E27FC236}">
                    <a16:creationId xmlns:a16="http://schemas.microsoft.com/office/drawing/2014/main" id="{EFA727BA-EBE2-DC10-781E-6E8212B81489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2829451" y="6495725"/>
                <a:ext cx="156960" cy="17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057" name="Ink 1056">
                <a:extLst>
                  <a:ext uri="{FF2B5EF4-FFF2-40B4-BE49-F238E27FC236}">
                    <a16:creationId xmlns:a16="http://schemas.microsoft.com/office/drawing/2014/main" id="{6C4730E7-13B4-09F9-B395-CB2208954DF4}"/>
                  </a:ext>
                </a:extLst>
              </p14:cNvPr>
              <p14:cNvContentPartPr/>
              <p14:nvPr/>
            </p14:nvContentPartPr>
            <p14:xfrm>
              <a:off x="3677611" y="6593645"/>
              <a:ext cx="120600" cy="102600"/>
            </p14:xfrm>
          </p:contentPart>
        </mc:Choice>
        <mc:Fallback>
          <p:pic>
            <p:nvPicPr>
              <p:cNvPr id="1057" name="Ink 1056">
                <a:extLst>
                  <a:ext uri="{FF2B5EF4-FFF2-40B4-BE49-F238E27FC236}">
                    <a16:creationId xmlns:a16="http://schemas.microsoft.com/office/drawing/2014/main" id="{6C4730E7-13B4-09F9-B395-CB2208954DF4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3659611" y="6575708"/>
                <a:ext cx="156240" cy="138115"/>
              </a:xfrm>
              <a:prstGeom prst="rect">
                <a:avLst/>
              </a:prstGeom>
            </p:spPr>
          </p:pic>
        </mc:Fallback>
      </mc:AlternateContent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4F8C444C-8564-373A-BB99-760960672F44}"/>
              </a:ext>
            </a:extLst>
          </p:cNvPr>
          <p:cNvGrpSpPr/>
          <p:nvPr/>
        </p:nvGrpSpPr>
        <p:grpSpPr>
          <a:xfrm>
            <a:off x="5400931" y="3813725"/>
            <a:ext cx="1246680" cy="346320"/>
            <a:chOff x="5400931" y="3813725"/>
            <a:chExt cx="1246680" cy="34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50983FD6-C0CA-684E-9EBF-B46FE64661C9}"/>
                    </a:ext>
                  </a:extLst>
                </p14:cNvPr>
                <p14:cNvContentPartPr/>
                <p14:nvPr/>
              </p14:nvContentPartPr>
              <p14:xfrm>
                <a:off x="5400931" y="3867365"/>
                <a:ext cx="283320" cy="255960"/>
              </p14:xfrm>
            </p:contentPart>
          </mc:Choice>
          <mc:Fallback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50983FD6-C0CA-684E-9EBF-B46FE64661C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382931" y="3849365"/>
                  <a:ext cx="3189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0F6C1EAA-4AE1-F1A9-9D08-0BA8A5E84CF3}"/>
                    </a:ext>
                  </a:extLst>
                </p14:cNvPr>
                <p14:cNvContentPartPr/>
                <p14:nvPr/>
              </p14:nvContentPartPr>
              <p14:xfrm>
                <a:off x="5780371" y="3987965"/>
                <a:ext cx="110880" cy="45000"/>
              </p14:xfrm>
            </p:contentPart>
          </mc:Choice>
          <mc:Fallback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0F6C1EAA-4AE1-F1A9-9D08-0BA8A5E84CF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762429" y="3970108"/>
                  <a:ext cx="146405" cy="803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0912931F-A751-506E-CD98-627C9A3B8DEB}"/>
                    </a:ext>
                  </a:extLst>
                </p14:cNvPr>
                <p14:cNvContentPartPr/>
                <p14:nvPr/>
              </p14:nvContentPartPr>
              <p14:xfrm>
                <a:off x="5860291" y="4067525"/>
                <a:ext cx="91800" cy="44640"/>
              </p14:xfrm>
            </p:contentPart>
          </mc:Choice>
          <mc:Fallback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0912931F-A751-506E-CD98-627C9A3B8DEB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842291" y="4049525"/>
                  <a:ext cx="127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8F036AD8-3808-11C0-186D-04B46A47D84F}"/>
                    </a:ext>
                  </a:extLst>
                </p14:cNvPr>
                <p14:cNvContentPartPr/>
                <p14:nvPr/>
              </p14:nvContentPartPr>
              <p14:xfrm>
                <a:off x="6115891" y="3863765"/>
                <a:ext cx="23760" cy="245880"/>
              </p14:xfrm>
            </p:contentPart>
          </mc:Choice>
          <mc:Fallback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8F036AD8-3808-11C0-186D-04B46A47D84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098160" y="3845765"/>
                  <a:ext cx="58868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04B776A8-0FCB-5F3E-D8D0-8A529E714A2B}"/>
                    </a:ext>
                  </a:extLst>
                </p14:cNvPr>
                <p14:cNvContentPartPr/>
                <p14:nvPr/>
              </p14:nvContentPartPr>
              <p14:xfrm>
                <a:off x="6066211" y="3856565"/>
                <a:ext cx="161640" cy="53640"/>
              </p14:xfrm>
            </p:contentPart>
          </mc:Choice>
          <mc:Fallback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04B776A8-0FCB-5F3E-D8D0-8A529E714A2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48211" y="3838565"/>
                  <a:ext cx="1972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F74BD746-B7E4-1A36-48BA-08BCEDD31A1B}"/>
                    </a:ext>
                  </a:extLst>
                </p14:cNvPr>
                <p14:cNvContentPartPr/>
                <p14:nvPr/>
              </p14:nvContentPartPr>
              <p14:xfrm>
                <a:off x="6109411" y="4098125"/>
                <a:ext cx="177120" cy="61920"/>
              </p14:xfrm>
            </p:contentPart>
          </mc:Choice>
          <mc:Fallback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F74BD746-B7E4-1A36-48BA-08BCEDD31A1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091411" y="4080125"/>
                  <a:ext cx="2127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95B9BD06-7F41-61AC-E18C-AE76CCEE929E}"/>
                    </a:ext>
                  </a:extLst>
                </p14:cNvPr>
                <p14:cNvContentPartPr/>
                <p14:nvPr/>
              </p14:nvContentPartPr>
              <p14:xfrm>
                <a:off x="6425131" y="3886085"/>
                <a:ext cx="43920" cy="231840"/>
              </p14:xfrm>
            </p:contentPart>
          </mc:Choice>
          <mc:Fallback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95B9BD06-7F41-61AC-E18C-AE76CCEE929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407131" y="3868085"/>
                  <a:ext cx="795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7F24D939-1052-B256-6724-6897A2000197}"/>
                    </a:ext>
                  </a:extLst>
                </p14:cNvPr>
                <p14:cNvContentPartPr/>
                <p14:nvPr/>
              </p14:nvContentPartPr>
              <p14:xfrm>
                <a:off x="6412531" y="3813725"/>
                <a:ext cx="235080" cy="194400"/>
              </p14:xfrm>
            </p:contentPart>
          </mc:Choice>
          <mc:Fallback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7F24D939-1052-B256-6724-6897A200019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394531" y="3795725"/>
                  <a:ext cx="270720" cy="23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1069" name="Ink 1068">
                <a:extLst>
                  <a:ext uri="{FF2B5EF4-FFF2-40B4-BE49-F238E27FC236}">
                    <a16:creationId xmlns:a16="http://schemas.microsoft.com/office/drawing/2014/main" id="{B368332E-D19D-15D1-7F19-B940D2C77A9F}"/>
                  </a:ext>
                </a:extLst>
              </p14:cNvPr>
              <p14:cNvContentPartPr/>
              <p14:nvPr/>
            </p14:nvContentPartPr>
            <p14:xfrm>
              <a:off x="5498491" y="4499885"/>
              <a:ext cx="168840" cy="259920"/>
            </p14:xfrm>
          </p:contentPart>
        </mc:Choice>
        <mc:Fallback>
          <p:pic>
            <p:nvPicPr>
              <p:cNvPr id="1069" name="Ink 1068">
                <a:extLst>
                  <a:ext uri="{FF2B5EF4-FFF2-40B4-BE49-F238E27FC236}">
                    <a16:creationId xmlns:a16="http://schemas.microsoft.com/office/drawing/2014/main" id="{B368332E-D19D-15D1-7F19-B940D2C77A9F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5480453" y="4481885"/>
                <a:ext cx="204556" cy="29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7" name="Group 1086">
            <a:extLst>
              <a:ext uri="{FF2B5EF4-FFF2-40B4-BE49-F238E27FC236}">
                <a16:creationId xmlns:a16="http://schemas.microsoft.com/office/drawing/2014/main" id="{9465F0B0-01CF-51E1-E120-0A67CD602951}"/>
              </a:ext>
            </a:extLst>
          </p:cNvPr>
          <p:cNvGrpSpPr/>
          <p:nvPr/>
        </p:nvGrpSpPr>
        <p:grpSpPr>
          <a:xfrm>
            <a:off x="5889811" y="4471445"/>
            <a:ext cx="824040" cy="408960"/>
            <a:chOff x="5889811" y="4471445"/>
            <a:chExt cx="824040" cy="40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6BA140A0-A8A7-1625-E8C7-8DB928554D8B}"/>
                    </a:ext>
                  </a:extLst>
                </p14:cNvPr>
                <p14:cNvContentPartPr/>
                <p14:nvPr/>
              </p14:nvContentPartPr>
              <p14:xfrm>
                <a:off x="5889811" y="4572605"/>
                <a:ext cx="48960" cy="13680"/>
              </p14:xfrm>
            </p:contentPart>
          </mc:Choice>
          <mc:Fallback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6BA140A0-A8A7-1625-E8C7-8DB928554D8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871811" y="4554605"/>
                  <a:ext cx="846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95DE779D-ECCF-AE28-6D11-105A895E03DD}"/>
                    </a:ext>
                  </a:extLst>
                </p14:cNvPr>
                <p14:cNvContentPartPr/>
                <p14:nvPr/>
              </p14:nvContentPartPr>
              <p14:xfrm>
                <a:off x="5922571" y="4648925"/>
                <a:ext cx="89280" cy="38160"/>
              </p14:xfrm>
            </p:contentPart>
          </mc:Choice>
          <mc:Fallback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95DE779D-ECCF-AE28-6D11-105A895E03D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904571" y="4630925"/>
                  <a:ext cx="124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1681EF82-CDE0-38C0-4C27-6A049DAAD152}"/>
                    </a:ext>
                  </a:extLst>
                </p14:cNvPr>
                <p14:cNvContentPartPr/>
                <p14:nvPr/>
              </p14:nvContentPartPr>
              <p14:xfrm>
                <a:off x="6145411" y="4471445"/>
                <a:ext cx="42840" cy="305640"/>
              </p14:xfrm>
            </p:contentPart>
          </mc:Choice>
          <mc:Fallback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1681EF82-CDE0-38C0-4C27-6A049DAAD15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127411" y="4453445"/>
                  <a:ext cx="7848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80" name="Ink 1079">
                  <a:extLst>
                    <a:ext uri="{FF2B5EF4-FFF2-40B4-BE49-F238E27FC236}">
                      <a16:creationId xmlns:a16="http://schemas.microsoft.com/office/drawing/2014/main" id="{38764918-1947-B6F6-FD39-53B0FFE31B71}"/>
                    </a:ext>
                  </a:extLst>
                </p14:cNvPr>
                <p14:cNvContentPartPr/>
                <p14:nvPr/>
              </p14:nvContentPartPr>
              <p14:xfrm>
                <a:off x="6099331" y="4491245"/>
                <a:ext cx="101160" cy="38520"/>
              </p14:xfrm>
            </p:contentPart>
          </mc:Choice>
          <mc:Fallback>
            <p:pic>
              <p:nvPicPr>
                <p:cNvPr id="1080" name="Ink 1079">
                  <a:extLst>
                    <a:ext uri="{FF2B5EF4-FFF2-40B4-BE49-F238E27FC236}">
                      <a16:creationId xmlns:a16="http://schemas.microsoft.com/office/drawing/2014/main" id="{38764918-1947-B6F6-FD39-53B0FFE31B7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081331" y="4473245"/>
                  <a:ext cx="136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81" name="Ink 1080">
                  <a:extLst>
                    <a:ext uri="{FF2B5EF4-FFF2-40B4-BE49-F238E27FC236}">
                      <a16:creationId xmlns:a16="http://schemas.microsoft.com/office/drawing/2014/main" id="{B3309FE8-6822-B6B1-A656-DB20397C49C7}"/>
                    </a:ext>
                  </a:extLst>
                </p14:cNvPr>
                <p14:cNvContentPartPr/>
                <p14:nvPr/>
              </p14:nvContentPartPr>
              <p14:xfrm>
                <a:off x="6123811" y="4770965"/>
                <a:ext cx="129960" cy="33840"/>
              </p14:xfrm>
            </p:contentPart>
          </mc:Choice>
          <mc:Fallback>
            <p:pic>
              <p:nvPicPr>
                <p:cNvPr id="1081" name="Ink 1080">
                  <a:extLst>
                    <a:ext uri="{FF2B5EF4-FFF2-40B4-BE49-F238E27FC236}">
                      <a16:creationId xmlns:a16="http://schemas.microsoft.com/office/drawing/2014/main" id="{B3309FE8-6822-B6B1-A656-DB20397C49C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105811" y="4752965"/>
                  <a:ext cx="1656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67CB8A57-3203-D287-5000-E74D2B33FA81}"/>
                    </a:ext>
                  </a:extLst>
                </p14:cNvPr>
                <p14:cNvContentPartPr/>
                <p14:nvPr/>
              </p14:nvContentPartPr>
              <p14:xfrm>
                <a:off x="6377251" y="4680965"/>
                <a:ext cx="12600" cy="199440"/>
              </p14:xfrm>
            </p:contentPart>
          </mc:Choice>
          <mc:Fallback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67CB8A57-3203-D287-5000-E74D2B33FA81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359251" y="4662997"/>
                  <a:ext cx="48240" cy="2350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0CC14A1F-C228-E8EC-0281-EB51D9AFF412}"/>
                    </a:ext>
                  </a:extLst>
                </p14:cNvPr>
                <p14:cNvContentPartPr/>
                <p14:nvPr/>
              </p14:nvContentPartPr>
              <p14:xfrm>
                <a:off x="6389131" y="4644245"/>
                <a:ext cx="166680" cy="129960"/>
              </p14:xfrm>
            </p:contentPart>
          </mc:Choice>
          <mc:Fallback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0CC14A1F-C228-E8EC-0281-EB51D9AFF41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371131" y="4626295"/>
                  <a:ext cx="202320" cy="165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ABB1A326-0C0D-7FA7-F464-3B6C26B14BF7}"/>
                    </a:ext>
                  </a:extLst>
                </p14:cNvPr>
                <p14:cNvContentPartPr/>
                <p14:nvPr/>
              </p14:nvContentPartPr>
              <p14:xfrm>
                <a:off x="6410011" y="4713005"/>
                <a:ext cx="121320" cy="57960"/>
              </p14:xfrm>
            </p:contentPart>
          </mc:Choice>
          <mc:Fallback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ABB1A326-0C0D-7FA7-F464-3B6C26B14BF7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392011" y="4694892"/>
                  <a:ext cx="156960" cy="938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19A80AFD-8512-F350-7BED-0ABA98CD81E7}"/>
                    </a:ext>
                  </a:extLst>
                </p14:cNvPr>
                <p14:cNvContentPartPr/>
                <p14:nvPr/>
              </p14:nvContentPartPr>
              <p14:xfrm>
                <a:off x="6703051" y="4571165"/>
                <a:ext cx="10800" cy="17640"/>
              </p14:xfrm>
            </p:contentPart>
          </mc:Choice>
          <mc:Fallback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19A80AFD-8512-F350-7BED-0ABA98CD81E7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685051" y="4553165"/>
                  <a:ext cx="464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4B4D2441-66EC-CD87-11DA-E743FE194854}"/>
              </a:ext>
            </a:extLst>
          </p:cNvPr>
          <p:cNvGrpSpPr/>
          <p:nvPr/>
        </p:nvGrpSpPr>
        <p:grpSpPr>
          <a:xfrm>
            <a:off x="6932011" y="4477925"/>
            <a:ext cx="362160" cy="306720"/>
            <a:chOff x="6932011" y="4477925"/>
            <a:chExt cx="36216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3BAE8996-CDEA-D69D-BF2F-0985BF8083BA}"/>
                    </a:ext>
                  </a:extLst>
                </p14:cNvPr>
                <p14:cNvContentPartPr/>
                <p14:nvPr/>
              </p14:nvContentPartPr>
              <p14:xfrm>
                <a:off x="6932011" y="4477925"/>
                <a:ext cx="69480" cy="306720"/>
              </p14:xfrm>
            </p:contentPart>
          </mc:Choice>
          <mc:Fallback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3BAE8996-CDEA-D69D-BF2F-0985BF8083B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914011" y="4459925"/>
                  <a:ext cx="1051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3687C236-BA87-DD2E-D945-7B68B04A2383}"/>
                    </a:ext>
                  </a:extLst>
                </p14:cNvPr>
                <p14:cNvContentPartPr/>
                <p14:nvPr/>
              </p14:nvContentPartPr>
              <p14:xfrm>
                <a:off x="7085011" y="4520765"/>
                <a:ext cx="79560" cy="222840"/>
              </p14:xfrm>
            </p:contentPart>
          </mc:Choice>
          <mc:Fallback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3687C236-BA87-DD2E-D945-7B68B04A238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067011" y="4502794"/>
                  <a:ext cx="115200" cy="2584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DF1F811C-2379-4950-0A5E-5A27FE45E57A}"/>
                    </a:ext>
                  </a:extLst>
                </p14:cNvPr>
                <p14:cNvContentPartPr/>
                <p14:nvPr/>
              </p14:nvContentPartPr>
              <p14:xfrm>
                <a:off x="7134331" y="4525085"/>
                <a:ext cx="159840" cy="133920"/>
              </p14:xfrm>
            </p:contentPart>
          </mc:Choice>
          <mc:Fallback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DF1F811C-2379-4950-0A5E-5A27FE45E57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116331" y="4507085"/>
                  <a:ext cx="195480" cy="16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1092" name="Ink 1091">
                <a:extLst>
                  <a:ext uri="{FF2B5EF4-FFF2-40B4-BE49-F238E27FC236}">
                    <a16:creationId xmlns:a16="http://schemas.microsoft.com/office/drawing/2014/main" id="{A3F953C4-222C-591D-123B-EF4C5126C353}"/>
                  </a:ext>
                </a:extLst>
              </p14:cNvPr>
              <p14:cNvContentPartPr/>
              <p14:nvPr/>
            </p14:nvContentPartPr>
            <p14:xfrm>
              <a:off x="5439811" y="4428605"/>
              <a:ext cx="1921680" cy="347760"/>
            </p14:xfrm>
          </p:contentPart>
        </mc:Choice>
        <mc:Fallback>
          <p:pic>
            <p:nvPicPr>
              <p:cNvPr id="1092" name="Ink 1091">
                <a:extLst>
                  <a:ext uri="{FF2B5EF4-FFF2-40B4-BE49-F238E27FC236}">
                    <a16:creationId xmlns:a16="http://schemas.microsoft.com/office/drawing/2014/main" id="{A3F953C4-222C-591D-123B-EF4C5126C353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5385811" y="4320605"/>
                <a:ext cx="2029320" cy="56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7">
            <p14:nvContentPartPr>
              <p14:cNvPr id="1093" name="Ink 1092">
                <a:extLst>
                  <a:ext uri="{FF2B5EF4-FFF2-40B4-BE49-F238E27FC236}">
                    <a16:creationId xmlns:a16="http://schemas.microsoft.com/office/drawing/2014/main" id="{73EBC3DC-CFAC-581B-257F-B47E9D815BE3}"/>
                  </a:ext>
                </a:extLst>
              </p14:cNvPr>
              <p14:cNvContentPartPr/>
              <p14:nvPr/>
            </p14:nvContentPartPr>
            <p14:xfrm>
              <a:off x="1554691" y="2360765"/>
              <a:ext cx="393480" cy="4083840"/>
            </p14:xfrm>
          </p:contentPart>
        </mc:Choice>
        <mc:Fallback>
          <p:pic>
            <p:nvPicPr>
              <p:cNvPr id="1093" name="Ink 1092">
                <a:extLst>
                  <a:ext uri="{FF2B5EF4-FFF2-40B4-BE49-F238E27FC236}">
                    <a16:creationId xmlns:a16="http://schemas.microsoft.com/office/drawing/2014/main" id="{73EBC3DC-CFAC-581B-257F-B47E9D815BE3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1500740" y="2252765"/>
                <a:ext cx="501022" cy="429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9">
            <p14:nvContentPartPr>
              <p14:cNvPr id="1094" name="Ink 1093">
                <a:extLst>
                  <a:ext uri="{FF2B5EF4-FFF2-40B4-BE49-F238E27FC236}">
                    <a16:creationId xmlns:a16="http://schemas.microsoft.com/office/drawing/2014/main" id="{99026CFA-43C0-5C2E-7AB1-E46E81D81B32}"/>
                  </a:ext>
                </a:extLst>
              </p14:cNvPr>
              <p14:cNvContentPartPr/>
              <p14:nvPr/>
            </p14:nvContentPartPr>
            <p14:xfrm>
              <a:off x="1788691" y="6341645"/>
              <a:ext cx="20520" cy="15480"/>
            </p14:xfrm>
          </p:contentPart>
        </mc:Choice>
        <mc:Fallback>
          <p:pic>
            <p:nvPicPr>
              <p:cNvPr id="1094" name="Ink 1093">
                <a:extLst>
                  <a:ext uri="{FF2B5EF4-FFF2-40B4-BE49-F238E27FC236}">
                    <a16:creationId xmlns:a16="http://schemas.microsoft.com/office/drawing/2014/main" id="{99026CFA-43C0-5C2E-7AB1-E46E81D81B32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1734691" y="6233645"/>
                <a:ext cx="12816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1095" name="Ink 1094">
                <a:extLst>
                  <a:ext uri="{FF2B5EF4-FFF2-40B4-BE49-F238E27FC236}">
                    <a16:creationId xmlns:a16="http://schemas.microsoft.com/office/drawing/2014/main" id="{57BFEFB6-2DDD-911F-E032-97981A3DB381}"/>
                  </a:ext>
                </a:extLst>
              </p14:cNvPr>
              <p14:cNvContentPartPr/>
              <p14:nvPr/>
            </p14:nvContentPartPr>
            <p14:xfrm>
              <a:off x="2803171" y="2386685"/>
              <a:ext cx="286200" cy="4094640"/>
            </p14:xfrm>
          </p:contentPart>
        </mc:Choice>
        <mc:Fallback>
          <p:pic>
            <p:nvPicPr>
              <p:cNvPr id="1095" name="Ink 1094">
                <a:extLst>
                  <a:ext uri="{FF2B5EF4-FFF2-40B4-BE49-F238E27FC236}">
                    <a16:creationId xmlns:a16="http://schemas.microsoft.com/office/drawing/2014/main" id="{57BFEFB6-2DDD-911F-E032-97981A3DB381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2749103" y="2278685"/>
                <a:ext cx="393976" cy="431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3">
            <p14:nvContentPartPr>
              <p14:cNvPr id="1096" name="Ink 1095">
                <a:extLst>
                  <a:ext uri="{FF2B5EF4-FFF2-40B4-BE49-F238E27FC236}">
                    <a16:creationId xmlns:a16="http://schemas.microsoft.com/office/drawing/2014/main" id="{C1E0FCAF-572A-7C0C-6244-F08DB628930F}"/>
                  </a:ext>
                </a:extLst>
              </p14:cNvPr>
              <p14:cNvContentPartPr/>
              <p14:nvPr/>
            </p14:nvContentPartPr>
            <p14:xfrm>
              <a:off x="2923051" y="6345965"/>
              <a:ext cx="1800" cy="720"/>
            </p14:xfrm>
          </p:contentPart>
        </mc:Choice>
        <mc:Fallback>
          <p:pic>
            <p:nvPicPr>
              <p:cNvPr id="1096" name="Ink 1095">
                <a:extLst>
                  <a:ext uri="{FF2B5EF4-FFF2-40B4-BE49-F238E27FC236}">
                    <a16:creationId xmlns:a16="http://schemas.microsoft.com/office/drawing/2014/main" id="{C1E0FCAF-572A-7C0C-6244-F08DB628930F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2869051" y="6237965"/>
                <a:ext cx="109440" cy="21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7" name="Group 1106">
            <a:extLst>
              <a:ext uri="{FF2B5EF4-FFF2-40B4-BE49-F238E27FC236}">
                <a16:creationId xmlns:a16="http://schemas.microsoft.com/office/drawing/2014/main" id="{39B636FC-C580-F742-0882-05D158713136}"/>
              </a:ext>
            </a:extLst>
          </p:cNvPr>
          <p:cNvGrpSpPr/>
          <p:nvPr/>
        </p:nvGrpSpPr>
        <p:grpSpPr>
          <a:xfrm>
            <a:off x="5612971" y="5308085"/>
            <a:ext cx="494280" cy="260280"/>
            <a:chOff x="5612971" y="5308085"/>
            <a:chExt cx="494280" cy="26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9210D5AF-490B-A91F-3685-3410282F909A}"/>
                    </a:ext>
                  </a:extLst>
                </p14:cNvPr>
                <p14:cNvContentPartPr/>
                <p14:nvPr/>
              </p14:nvContentPartPr>
              <p14:xfrm>
                <a:off x="5612971" y="5308085"/>
                <a:ext cx="251640" cy="260280"/>
              </p14:xfrm>
            </p:contentPart>
          </mc:Choice>
          <mc:Fallback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9210D5AF-490B-A91F-3685-3410282F909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5594971" y="5290110"/>
                  <a:ext cx="287280" cy="2958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1648F223-4AC7-8501-F814-9CA506EF2910}"/>
                    </a:ext>
                  </a:extLst>
                </p14:cNvPr>
                <p14:cNvContentPartPr/>
                <p14:nvPr/>
              </p14:nvContentPartPr>
              <p14:xfrm>
                <a:off x="5999251" y="5409605"/>
                <a:ext cx="94320" cy="19800"/>
              </p14:xfrm>
            </p:contentPart>
          </mc:Choice>
          <mc:Fallback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1648F223-4AC7-8501-F814-9CA506EF291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5981251" y="5391926"/>
                  <a:ext cx="129960" cy="548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CDD8A554-3386-32F3-8F2E-E809ABFF2D81}"/>
                    </a:ext>
                  </a:extLst>
                </p14:cNvPr>
                <p14:cNvContentPartPr/>
                <p14:nvPr/>
              </p14:nvContentPartPr>
              <p14:xfrm>
                <a:off x="6071971" y="5444885"/>
                <a:ext cx="35280" cy="23400"/>
              </p14:xfrm>
            </p:contentPart>
          </mc:Choice>
          <mc:Fallback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CDD8A554-3386-32F3-8F2E-E809ABFF2D81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6053971" y="5426604"/>
                  <a:ext cx="70920" cy="5959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6" name="Group 1105">
            <a:extLst>
              <a:ext uri="{FF2B5EF4-FFF2-40B4-BE49-F238E27FC236}">
                <a16:creationId xmlns:a16="http://schemas.microsoft.com/office/drawing/2014/main" id="{82981981-B2B3-A454-5DE6-A5698C8E3E9F}"/>
              </a:ext>
            </a:extLst>
          </p:cNvPr>
          <p:cNvGrpSpPr/>
          <p:nvPr/>
        </p:nvGrpSpPr>
        <p:grpSpPr>
          <a:xfrm>
            <a:off x="6287611" y="5235725"/>
            <a:ext cx="721080" cy="446760"/>
            <a:chOff x="6287611" y="5235725"/>
            <a:chExt cx="72108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389D47EA-FA6B-5A6F-6980-EA23037C57BA}"/>
                    </a:ext>
                  </a:extLst>
                </p14:cNvPr>
                <p14:cNvContentPartPr/>
                <p14:nvPr/>
              </p14:nvContentPartPr>
              <p14:xfrm>
                <a:off x="6398131" y="5235725"/>
                <a:ext cx="48600" cy="338040"/>
              </p14:xfrm>
            </p:contentPart>
          </mc:Choice>
          <mc:Fallback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389D47EA-FA6B-5A6F-6980-EA23037C57B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380131" y="5217725"/>
                  <a:ext cx="8424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9A962381-0531-C720-5E09-FF5AA2BE2BCC}"/>
                    </a:ext>
                  </a:extLst>
                </p14:cNvPr>
                <p14:cNvContentPartPr/>
                <p14:nvPr/>
              </p14:nvContentPartPr>
              <p14:xfrm>
                <a:off x="6287611" y="5258045"/>
                <a:ext cx="151560" cy="34560"/>
              </p14:xfrm>
            </p:contentPart>
          </mc:Choice>
          <mc:Fallback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9A962381-0531-C720-5E09-FF5AA2BE2BC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269611" y="5240045"/>
                  <a:ext cx="1872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FD19917A-44D5-C668-FAAE-8F951636D18E}"/>
                    </a:ext>
                  </a:extLst>
                </p14:cNvPr>
                <p14:cNvContentPartPr/>
                <p14:nvPr/>
              </p14:nvContentPartPr>
              <p14:xfrm>
                <a:off x="6374371" y="5547125"/>
                <a:ext cx="125640" cy="65160"/>
              </p14:xfrm>
            </p:contentPart>
          </mc:Choice>
          <mc:Fallback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FD19917A-44D5-C668-FAAE-8F951636D18E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6356371" y="5529125"/>
                  <a:ext cx="1612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130F8438-B23A-DD15-75CF-72EA007FCCD4}"/>
                    </a:ext>
                  </a:extLst>
                </p14:cNvPr>
                <p14:cNvContentPartPr/>
                <p14:nvPr/>
              </p14:nvContentPartPr>
              <p14:xfrm>
                <a:off x="6620611" y="5490605"/>
                <a:ext cx="50400" cy="153360"/>
              </p14:xfrm>
            </p:contentPart>
          </mc:Choice>
          <mc:Fallback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130F8438-B23A-DD15-75CF-72EA007FCCD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602739" y="5472563"/>
                  <a:ext cx="85787" cy="1890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E937F152-60CB-3AE7-F4D0-2B115C9159A2}"/>
                    </a:ext>
                  </a:extLst>
                </p14:cNvPr>
                <p14:cNvContentPartPr/>
                <p14:nvPr/>
              </p14:nvContentPartPr>
              <p14:xfrm>
                <a:off x="6656251" y="5427245"/>
                <a:ext cx="194040" cy="255240"/>
              </p14:xfrm>
            </p:contentPart>
          </mc:Choice>
          <mc:Fallback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E937F152-60CB-3AE7-F4D0-2B115C9159A2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638251" y="5409270"/>
                  <a:ext cx="229680" cy="2908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76D73346-13F9-C71F-4191-80FD2E79102A}"/>
                    </a:ext>
                  </a:extLst>
                </p14:cNvPr>
                <p14:cNvContentPartPr/>
                <p14:nvPr/>
              </p14:nvContentPartPr>
              <p14:xfrm>
                <a:off x="7000771" y="5541005"/>
                <a:ext cx="7920" cy="10800"/>
              </p14:xfrm>
            </p:contentPart>
          </mc:Choice>
          <mc:Fallback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76D73346-13F9-C71F-4191-80FD2E79102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982771" y="5523005"/>
                  <a:ext cx="4356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1" name="Group 1110">
            <a:extLst>
              <a:ext uri="{FF2B5EF4-FFF2-40B4-BE49-F238E27FC236}">
                <a16:creationId xmlns:a16="http://schemas.microsoft.com/office/drawing/2014/main" id="{DF8B2997-74A1-22F2-DBE3-A95C84CA9912}"/>
              </a:ext>
            </a:extLst>
          </p:cNvPr>
          <p:cNvGrpSpPr/>
          <p:nvPr/>
        </p:nvGrpSpPr>
        <p:grpSpPr>
          <a:xfrm>
            <a:off x="7142971" y="5289005"/>
            <a:ext cx="480960" cy="238320"/>
            <a:chOff x="7142971" y="5289005"/>
            <a:chExt cx="48096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13330516-98D7-9EF7-A723-2E6BF38ED2C9}"/>
                    </a:ext>
                  </a:extLst>
                </p14:cNvPr>
                <p14:cNvContentPartPr/>
                <p14:nvPr/>
              </p14:nvContentPartPr>
              <p14:xfrm>
                <a:off x="7142971" y="5314925"/>
                <a:ext cx="198360" cy="178560"/>
              </p14:xfrm>
            </p:contentPart>
          </mc:Choice>
          <mc:Fallback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13330516-98D7-9EF7-A723-2E6BF38ED2C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124971" y="5296961"/>
                  <a:ext cx="234000" cy="2141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4E92C6B1-10E3-64ED-65EA-A4C9E7C51763}"/>
                    </a:ext>
                  </a:extLst>
                </p14:cNvPr>
                <p14:cNvContentPartPr/>
                <p14:nvPr/>
              </p14:nvContentPartPr>
              <p14:xfrm>
                <a:off x="7400371" y="5299445"/>
                <a:ext cx="72000" cy="227880"/>
              </p14:xfrm>
            </p:contentPart>
          </mc:Choice>
          <mc:Fallback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4E92C6B1-10E3-64ED-65EA-A4C9E7C5176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382371" y="5281445"/>
                  <a:ext cx="1076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95549C06-71C4-8ECC-F49E-D3C5F2A313A6}"/>
                    </a:ext>
                  </a:extLst>
                </p14:cNvPr>
                <p14:cNvContentPartPr/>
                <p14:nvPr/>
              </p14:nvContentPartPr>
              <p14:xfrm>
                <a:off x="7466611" y="5289005"/>
                <a:ext cx="157320" cy="136080"/>
              </p14:xfrm>
            </p:contentPart>
          </mc:Choice>
          <mc:Fallback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95549C06-71C4-8ECC-F49E-D3C5F2A313A6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448570" y="5271052"/>
                  <a:ext cx="193042" cy="17162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9" name="Group 1128">
            <a:extLst>
              <a:ext uri="{FF2B5EF4-FFF2-40B4-BE49-F238E27FC236}">
                <a16:creationId xmlns:a16="http://schemas.microsoft.com/office/drawing/2014/main" id="{05DED9FB-C8DC-44C0-2E65-6BE46A3093C1}"/>
              </a:ext>
            </a:extLst>
          </p:cNvPr>
          <p:cNvGrpSpPr/>
          <p:nvPr/>
        </p:nvGrpSpPr>
        <p:grpSpPr>
          <a:xfrm>
            <a:off x="7832371" y="5246525"/>
            <a:ext cx="1200960" cy="447480"/>
            <a:chOff x="7832371" y="5246525"/>
            <a:chExt cx="1200960" cy="44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F3339E16-D190-1B36-348A-E664E57FB226}"/>
                    </a:ext>
                  </a:extLst>
                </p14:cNvPr>
                <p14:cNvContentPartPr/>
                <p14:nvPr/>
              </p14:nvContentPartPr>
              <p14:xfrm>
                <a:off x="7832371" y="5356685"/>
                <a:ext cx="149760" cy="39600"/>
              </p14:xfrm>
            </p:contentPart>
          </mc:Choice>
          <mc:Fallback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F3339E16-D190-1B36-348A-E664E57FB22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814371" y="5338685"/>
                  <a:ext cx="1854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113" name="Ink 1112">
                  <a:extLst>
                    <a:ext uri="{FF2B5EF4-FFF2-40B4-BE49-F238E27FC236}">
                      <a16:creationId xmlns:a16="http://schemas.microsoft.com/office/drawing/2014/main" id="{52F99966-880E-71C8-EBBA-F5BAFFFE3E19}"/>
                    </a:ext>
                  </a:extLst>
                </p14:cNvPr>
                <p14:cNvContentPartPr/>
                <p14:nvPr/>
              </p14:nvContentPartPr>
              <p14:xfrm>
                <a:off x="7901491" y="5460725"/>
                <a:ext cx="97200" cy="12240"/>
              </p14:xfrm>
            </p:contentPart>
          </mc:Choice>
          <mc:Fallback>
            <p:pic>
              <p:nvPicPr>
                <p:cNvPr id="1113" name="Ink 1112">
                  <a:extLst>
                    <a:ext uri="{FF2B5EF4-FFF2-40B4-BE49-F238E27FC236}">
                      <a16:creationId xmlns:a16="http://schemas.microsoft.com/office/drawing/2014/main" id="{52F99966-880E-71C8-EBBA-F5BAFFFE3E1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883491" y="5442725"/>
                  <a:ext cx="132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114" name="Ink 1113">
                  <a:extLst>
                    <a:ext uri="{FF2B5EF4-FFF2-40B4-BE49-F238E27FC236}">
                      <a16:creationId xmlns:a16="http://schemas.microsoft.com/office/drawing/2014/main" id="{2B07F651-C21A-6887-15EA-E026B3947F45}"/>
                    </a:ext>
                  </a:extLst>
                </p14:cNvPr>
                <p14:cNvContentPartPr/>
                <p14:nvPr/>
              </p14:nvContentPartPr>
              <p14:xfrm>
                <a:off x="7967371" y="5267765"/>
                <a:ext cx="258120" cy="366840"/>
              </p14:xfrm>
            </p:contentPart>
          </mc:Choice>
          <mc:Fallback>
            <p:pic>
              <p:nvPicPr>
                <p:cNvPr id="1114" name="Ink 1113">
                  <a:extLst>
                    <a:ext uri="{FF2B5EF4-FFF2-40B4-BE49-F238E27FC236}">
                      <a16:creationId xmlns:a16="http://schemas.microsoft.com/office/drawing/2014/main" id="{2B07F651-C21A-6887-15EA-E026B3947F4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949371" y="5249783"/>
                  <a:ext cx="293760" cy="4024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B65A9EFC-9417-E288-0F07-CB8D68626ABC}"/>
                    </a:ext>
                  </a:extLst>
                </p14:cNvPr>
                <p14:cNvContentPartPr/>
                <p14:nvPr/>
              </p14:nvContentPartPr>
              <p14:xfrm>
                <a:off x="8391811" y="5246525"/>
                <a:ext cx="43920" cy="336600"/>
              </p14:xfrm>
            </p:contentPart>
          </mc:Choice>
          <mc:Fallback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B65A9EFC-9417-E288-0F07-CB8D68626ABC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373811" y="5228525"/>
                  <a:ext cx="79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C709C778-CBC2-78BC-F5DB-8DAF9A7202A6}"/>
                    </a:ext>
                  </a:extLst>
                </p14:cNvPr>
                <p14:cNvContentPartPr/>
                <p14:nvPr/>
              </p14:nvContentPartPr>
              <p14:xfrm>
                <a:off x="8315131" y="5319605"/>
                <a:ext cx="137520" cy="60120"/>
              </p14:xfrm>
            </p:contentPart>
          </mc:Choice>
          <mc:Fallback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C709C778-CBC2-78BC-F5DB-8DAF9A7202A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297131" y="5301605"/>
                  <a:ext cx="1731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720C2F07-D0D3-D8CE-02F1-2D6D53D2E1DB}"/>
                    </a:ext>
                  </a:extLst>
                </p14:cNvPr>
                <p14:cNvContentPartPr/>
                <p14:nvPr/>
              </p14:nvContentPartPr>
              <p14:xfrm>
                <a:off x="8348251" y="5589605"/>
                <a:ext cx="137160" cy="39600"/>
              </p14:xfrm>
            </p:contentPart>
          </mc:Choice>
          <mc:Fallback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720C2F07-D0D3-D8CE-02F1-2D6D53D2E1D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330251" y="5571767"/>
                  <a:ext cx="172800" cy="749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575E0498-2982-EC12-55F1-373714816CA4}"/>
                    </a:ext>
                  </a:extLst>
                </p14:cNvPr>
                <p14:cNvContentPartPr/>
                <p14:nvPr/>
              </p14:nvContentPartPr>
              <p14:xfrm>
                <a:off x="8626531" y="5493485"/>
                <a:ext cx="29160" cy="159120"/>
              </p14:xfrm>
            </p:contentPart>
          </mc:Choice>
          <mc:Fallback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575E0498-2982-EC12-55F1-373714816CA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608531" y="5475485"/>
                  <a:ext cx="648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B1EA8FB7-B5EF-F7F1-B939-7DE0C4D4B624}"/>
                    </a:ext>
                  </a:extLst>
                </p14:cNvPr>
                <p14:cNvContentPartPr/>
                <p14:nvPr/>
              </p14:nvContentPartPr>
              <p14:xfrm>
                <a:off x="8625451" y="5451725"/>
                <a:ext cx="192240" cy="242280"/>
              </p14:xfrm>
            </p:contentPart>
          </mc:Choice>
          <mc:Fallback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B1EA8FB7-B5EF-F7F1-B939-7DE0C4D4B624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607451" y="5433752"/>
                  <a:ext cx="227880" cy="2778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486C2732-2021-287B-48F0-6191691F8A5A}"/>
                    </a:ext>
                  </a:extLst>
                </p14:cNvPr>
                <p14:cNvContentPartPr/>
                <p14:nvPr/>
              </p14:nvContentPartPr>
              <p14:xfrm>
                <a:off x="8975371" y="5475845"/>
                <a:ext cx="50040" cy="15480"/>
              </p14:xfrm>
            </p:contentPart>
          </mc:Choice>
          <mc:Fallback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486C2732-2021-287B-48F0-6191691F8A5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957371" y="5457845"/>
                  <a:ext cx="856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B9FA829C-645A-16C6-FA2C-334AE70A258F}"/>
                    </a:ext>
                  </a:extLst>
                </p14:cNvPr>
                <p14:cNvContentPartPr/>
                <p14:nvPr/>
              </p14:nvContentPartPr>
              <p14:xfrm>
                <a:off x="8968891" y="5520125"/>
                <a:ext cx="64440" cy="30600"/>
              </p14:xfrm>
            </p:contentPart>
          </mc:Choice>
          <mc:Fallback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B9FA829C-645A-16C6-FA2C-334AE70A258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950891" y="5501911"/>
                  <a:ext cx="100080" cy="6666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8" name="Group 1127">
            <a:extLst>
              <a:ext uri="{FF2B5EF4-FFF2-40B4-BE49-F238E27FC236}">
                <a16:creationId xmlns:a16="http://schemas.microsoft.com/office/drawing/2014/main" id="{17BE607A-2A44-9147-64C2-4564E33A4697}"/>
              </a:ext>
            </a:extLst>
          </p:cNvPr>
          <p:cNvGrpSpPr/>
          <p:nvPr/>
        </p:nvGrpSpPr>
        <p:grpSpPr>
          <a:xfrm>
            <a:off x="9252931" y="5156165"/>
            <a:ext cx="585360" cy="374400"/>
            <a:chOff x="9252931" y="5156165"/>
            <a:chExt cx="58536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122" name="Ink 1121">
                  <a:extLst>
                    <a:ext uri="{FF2B5EF4-FFF2-40B4-BE49-F238E27FC236}">
                      <a16:creationId xmlns:a16="http://schemas.microsoft.com/office/drawing/2014/main" id="{B8EAC2FD-74D6-CB9E-5543-AD1EFDA44756}"/>
                    </a:ext>
                  </a:extLst>
                </p14:cNvPr>
                <p14:cNvContentPartPr/>
                <p14:nvPr/>
              </p14:nvContentPartPr>
              <p14:xfrm>
                <a:off x="9311971" y="5156165"/>
                <a:ext cx="170640" cy="260280"/>
              </p14:xfrm>
            </p:contentPart>
          </mc:Choice>
          <mc:Fallback>
            <p:pic>
              <p:nvPicPr>
                <p:cNvPr id="1122" name="Ink 1121">
                  <a:extLst>
                    <a:ext uri="{FF2B5EF4-FFF2-40B4-BE49-F238E27FC236}">
                      <a16:creationId xmlns:a16="http://schemas.microsoft.com/office/drawing/2014/main" id="{B8EAC2FD-74D6-CB9E-5543-AD1EFDA4475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294009" y="5138165"/>
                  <a:ext cx="206205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E792817D-9284-859A-5BBF-F5A476C346EB}"/>
                    </a:ext>
                  </a:extLst>
                </p14:cNvPr>
                <p14:cNvContentPartPr/>
                <p14:nvPr/>
              </p14:nvContentPartPr>
              <p14:xfrm>
                <a:off x="9252931" y="5444885"/>
                <a:ext cx="585360" cy="85680"/>
              </p14:xfrm>
            </p:contentPart>
          </mc:Choice>
          <mc:Fallback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E792817D-9284-859A-5BBF-F5A476C346E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234931" y="5426885"/>
                  <a:ext cx="62100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7" name="Group 1126">
            <a:extLst>
              <a:ext uri="{FF2B5EF4-FFF2-40B4-BE49-F238E27FC236}">
                <a16:creationId xmlns:a16="http://schemas.microsoft.com/office/drawing/2014/main" id="{B7C0118A-F5E2-7760-7D3A-4ADF862326FC}"/>
              </a:ext>
            </a:extLst>
          </p:cNvPr>
          <p:cNvGrpSpPr/>
          <p:nvPr/>
        </p:nvGrpSpPr>
        <p:grpSpPr>
          <a:xfrm>
            <a:off x="9422851" y="5626325"/>
            <a:ext cx="461880" cy="216360"/>
            <a:chOff x="9422851" y="5626325"/>
            <a:chExt cx="461880" cy="21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B3BED661-FABF-8D22-6C1B-AF154DC1A500}"/>
                    </a:ext>
                  </a:extLst>
                </p14:cNvPr>
                <p14:cNvContentPartPr/>
                <p14:nvPr/>
              </p14:nvContentPartPr>
              <p14:xfrm>
                <a:off x="9422851" y="5626325"/>
                <a:ext cx="172080" cy="146160"/>
              </p14:xfrm>
            </p:contentPart>
          </mc:Choice>
          <mc:Fallback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B3BED661-FABF-8D22-6C1B-AF154DC1A500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404889" y="5608325"/>
                  <a:ext cx="207646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72BC5E95-8397-C8EF-7C9F-1FC39584DE28}"/>
                    </a:ext>
                  </a:extLst>
                </p14:cNvPr>
                <p14:cNvContentPartPr/>
                <p14:nvPr/>
              </p14:nvContentPartPr>
              <p14:xfrm>
                <a:off x="9711571" y="5660885"/>
                <a:ext cx="68760" cy="181800"/>
              </p14:xfrm>
            </p:contentPart>
          </mc:Choice>
          <mc:Fallback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72BC5E95-8397-C8EF-7C9F-1FC39584DE28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693571" y="5642921"/>
                  <a:ext cx="104400" cy="2173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18A6290D-99DD-6C84-B81E-8035F46713AD}"/>
                    </a:ext>
                  </a:extLst>
                </p14:cNvPr>
                <p14:cNvContentPartPr/>
                <p14:nvPr/>
              </p14:nvContentPartPr>
              <p14:xfrm>
                <a:off x="9762331" y="5676005"/>
                <a:ext cx="122400" cy="121320"/>
              </p14:xfrm>
            </p:contentPart>
          </mc:Choice>
          <mc:Fallback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18A6290D-99DD-6C84-B81E-8035F46713AD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744384" y="5657951"/>
                  <a:ext cx="157935" cy="15706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1130" name="Ink 1129">
                <a:extLst>
                  <a:ext uri="{FF2B5EF4-FFF2-40B4-BE49-F238E27FC236}">
                    <a16:creationId xmlns:a16="http://schemas.microsoft.com/office/drawing/2014/main" id="{559E7C1F-1488-5589-E67D-E993C3C0CD47}"/>
                  </a:ext>
                </a:extLst>
              </p14:cNvPr>
              <p14:cNvContentPartPr/>
              <p14:nvPr/>
            </p14:nvContentPartPr>
            <p14:xfrm>
              <a:off x="5570491" y="5223485"/>
              <a:ext cx="4277160" cy="558000"/>
            </p14:xfrm>
          </p:contentPart>
        </mc:Choice>
        <mc:Fallback>
          <p:pic>
            <p:nvPicPr>
              <p:cNvPr id="1130" name="Ink 1129">
                <a:extLst>
                  <a:ext uri="{FF2B5EF4-FFF2-40B4-BE49-F238E27FC236}">
                    <a16:creationId xmlns:a16="http://schemas.microsoft.com/office/drawing/2014/main" id="{559E7C1F-1488-5589-E67D-E993C3C0CD47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5516491" y="5115415"/>
                <a:ext cx="4384800" cy="7737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1">
            <p14:nvContentPartPr>
              <p14:cNvPr id="1131" name="Ink 1130">
                <a:extLst>
                  <a:ext uri="{FF2B5EF4-FFF2-40B4-BE49-F238E27FC236}">
                    <a16:creationId xmlns:a16="http://schemas.microsoft.com/office/drawing/2014/main" id="{10997D43-8FDE-A8D9-A05A-6CAE3F1668D3}"/>
                  </a:ext>
                </a:extLst>
              </p14:cNvPr>
              <p14:cNvContentPartPr/>
              <p14:nvPr/>
            </p14:nvContentPartPr>
            <p14:xfrm>
              <a:off x="7850011" y="5314565"/>
              <a:ext cx="217080" cy="36360"/>
            </p14:xfrm>
          </p:contentPart>
        </mc:Choice>
        <mc:Fallback>
          <p:pic>
            <p:nvPicPr>
              <p:cNvPr id="1131" name="Ink 1130">
                <a:extLst>
                  <a:ext uri="{FF2B5EF4-FFF2-40B4-BE49-F238E27FC236}">
                    <a16:creationId xmlns:a16="http://schemas.microsoft.com/office/drawing/2014/main" id="{10997D43-8FDE-A8D9-A05A-6CAE3F1668D3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7796011" y="5207624"/>
                <a:ext cx="324720" cy="2498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3">
            <p14:nvContentPartPr>
              <p14:cNvPr id="1132" name="Ink 1131">
                <a:extLst>
                  <a:ext uri="{FF2B5EF4-FFF2-40B4-BE49-F238E27FC236}">
                    <a16:creationId xmlns:a16="http://schemas.microsoft.com/office/drawing/2014/main" id="{3494FF76-2D00-8E55-D956-AF6E416C452D}"/>
                  </a:ext>
                </a:extLst>
              </p14:cNvPr>
              <p14:cNvContentPartPr/>
              <p14:nvPr/>
            </p14:nvContentPartPr>
            <p14:xfrm>
              <a:off x="3769771" y="2555525"/>
              <a:ext cx="341280" cy="3958920"/>
            </p14:xfrm>
          </p:contentPart>
        </mc:Choice>
        <mc:Fallback>
          <p:pic>
            <p:nvPicPr>
              <p:cNvPr id="1132" name="Ink 1131">
                <a:extLst>
                  <a:ext uri="{FF2B5EF4-FFF2-40B4-BE49-F238E27FC236}">
                    <a16:creationId xmlns:a16="http://schemas.microsoft.com/office/drawing/2014/main" id="{3494FF76-2D00-8E55-D956-AF6E416C452D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3715771" y="2447525"/>
                <a:ext cx="448920" cy="417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3" name="Group 1142">
            <a:extLst>
              <a:ext uri="{FF2B5EF4-FFF2-40B4-BE49-F238E27FC236}">
                <a16:creationId xmlns:a16="http://schemas.microsoft.com/office/drawing/2014/main" id="{341E4069-0708-35AE-CC3D-FAFEB3217EA7}"/>
              </a:ext>
            </a:extLst>
          </p:cNvPr>
          <p:cNvGrpSpPr/>
          <p:nvPr/>
        </p:nvGrpSpPr>
        <p:grpSpPr>
          <a:xfrm>
            <a:off x="5793691" y="6218525"/>
            <a:ext cx="656280" cy="297000"/>
            <a:chOff x="5793691" y="6218525"/>
            <a:chExt cx="656280" cy="29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A29A9428-4BDD-8C52-EE4A-2198634644A4}"/>
                    </a:ext>
                  </a:extLst>
                </p14:cNvPr>
                <p14:cNvContentPartPr/>
                <p14:nvPr/>
              </p14:nvContentPartPr>
              <p14:xfrm>
                <a:off x="5793691" y="6218525"/>
                <a:ext cx="239760" cy="297000"/>
              </p14:xfrm>
            </p:contentPart>
          </mc:Choice>
          <mc:Fallback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A29A9428-4BDD-8C52-EE4A-2198634644A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775691" y="6200525"/>
                  <a:ext cx="27540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6E45A393-9827-CE99-753E-BB7CE11A3911}"/>
                    </a:ext>
                  </a:extLst>
                </p14:cNvPr>
                <p14:cNvContentPartPr/>
                <p14:nvPr/>
              </p14:nvContentPartPr>
              <p14:xfrm>
                <a:off x="6167731" y="6331205"/>
                <a:ext cx="108000" cy="26640"/>
              </p14:xfrm>
            </p:contentPart>
          </mc:Choice>
          <mc:Fallback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6E45A393-9827-CE99-753E-BB7CE11A3911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149731" y="6313205"/>
                  <a:ext cx="1436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49C2827A-F65E-ECCC-F221-43A9EA40A16A}"/>
                    </a:ext>
                  </a:extLst>
                </p14:cNvPr>
                <p14:cNvContentPartPr/>
                <p14:nvPr/>
              </p14:nvContentPartPr>
              <p14:xfrm>
                <a:off x="6250891" y="6357485"/>
                <a:ext cx="199080" cy="61200"/>
              </p14:xfrm>
            </p:contentPart>
          </mc:Choice>
          <mc:Fallback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49C2827A-F65E-ECCC-F221-43A9EA40A16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6232891" y="6339590"/>
                  <a:ext cx="234720" cy="9663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2" name="Group 1141">
            <a:extLst>
              <a:ext uri="{FF2B5EF4-FFF2-40B4-BE49-F238E27FC236}">
                <a16:creationId xmlns:a16="http://schemas.microsoft.com/office/drawing/2014/main" id="{4433D336-24EE-1A26-22AD-BD2CA4D58266}"/>
              </a:ext>
            </a:extLst>
          </p:cNvPr>
          <p:cNvGrpSpPr/>
          <p:nvPr/>
        </p:nvGrpSpPr>
        <p:grpSpPr>
          <a:xfrm>
            <a:off x="6655171" y="6080285"/>
            <a:ext cx="620280" cy="479160"/>
            <a:chOff x="6655171" y="6080285"/>
            <a:chExt cx="620280" cy="47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45A92D26-47DB-F27E-9195-92839CF77820}"/>
                    </a:ext>
                  </a:extLst>
                </p14:cNvPr>
                <p14:cNvContentPartPr/>
                <p14:nvPr/>
              </p14:nvContentPartPr>
              <p14:xfrm>
                <a:off x="6713851" y="6110525"/>
                <a:ext cx="48600" cy="283320"/>
              </p14:xfrm>
            </p:contentPart>
          </mc:Choice>
          <mc:Fallback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45A92D26-47DB-F27E-9195-92839CF77820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695851" y="6092525"/>
                  <a:ext cx="8424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3CEBAFF4-5DC7-1BA9-9062-F68DA12856B5}"/>
                    </a:ext>
                  </a:extLst>
                </p14:cNvPr>
                <p14:cNvContentPartPr/>
                <p14:nvPr/>
              </p14:nvContentPartPr>
              <p14:xfrm>
                <a:off x="6655171" y="6080285"/>
                <a:ext cx="126360" cy="92520"/>
              </p14:xfrm>
            </p:contentPart>
          </mc:Choice>
          <mc:Fallback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3CEBAFF4-5DC7-1BA9-9062-F68DA12856B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637171" y="6062285"/>
                  <a:ext cx="1620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A4E2EB54-FD32-B07F-793D-CA08A64900C8}"/>
                    </a:ext>
                  </a:extLst>
                </p14:cNvPr>
                <p14:cNvContentPartPr/>
                <p14:nvPr/>
              </p14:nvContentPartPr>
              <p14:xfrm>
                <a:off x="6730771" y="6384125"/>
                <a:ext cx="58320" cy="30240"/>
              </p14:xfrm>
            </p:contentPart>
          </mc:Choice>
          <mc:Fallback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A4E2EB54-FD32-B07F-793D-CA08A64900C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712771" y="6366337"/>
                  <a:ext cx="93960" cy="654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957C604A-DCF9-D4D0-B356-A29A02AB385E}"/>
                    </a:ext>
                  </a:extLst>
                </p14:cNvPr>
                <p14:cNvContentPartPr/>
                <p14:nvPr/>
              </p14:nvContentPartPr>
              <p14:xfrm>
                <a:off x="6912931" y="6365045"/>
                <a:ext cx="152640" cy="194400"/>
              </p14:xfrm>
            </p:contentPart>
          </mc:Choice>
          <mc:Fallback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957C604A-DCF9-D4D0-B356-A29A02AB385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894888" y="6347045"/>
                  <a:ext cx="188364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54239095-E27D-2013-E439-BE4EA192C98A}"/>
                    </a:ext>
                  </a:extLst>
                </p14:cNvPr>
                <p14:cNvContentPartPr/>
                <p14:nvPr/>
              </p14:nvContentPartPr>
              <p14:xfrm>
                <a:off x="7214251" y="6327965"/>
                <a:ext cx="61200" cy="16920"/>
              </p14:xfrm>
            </p:contentPart>
          </mc:Choice>
          <mc:Fallback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54239095-E27D-2013-E439-BE4EA192C98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196251" y="6309965"/>
                  <a:ext cx="96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F0F32986-0EFD-9469-2712-8CBBC3FB0636}"/>
                    </a:ext>
                  </a:extLst>
                </p14:cNvPr>
                <p14:cNvContentPartPr/>
                <p14:nvPr/>
              </p14:nvContentPartPr>
              <p14:xfrm>
                <a:off x="7242691" y="6332285"/>
                <a:ext cx="19440" cy="35280"/>
              </p14:xfrm>
            </p:contentPart>
          </mc:Choice>
          <mc:Fallback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F0F32986-0EFD-9469-2712-8CBBC3FB063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224691" y="6314285"/>
                  <a:ext cx="5508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3" name="Group 1162">
            <a:extLst>
              <a:ext uri="{FF2B5EF4-FFF2-40B4-BE49-F238E27FC236}">
                <a16:creationId xmlns:a16="http://schemas.microsoft.com/office/drawing/2014/main" id="{62FFBE46-44B8-82F1-3379-3C054FA892CE}"/>
              </a:ext>
            </a:extLst>
          </p:cNvPr>
          <p:cNvGrpSpPr/>
          <p:nvPr/>
        </p:nvGrpSpPr>
        <p:grpSpPr>
          <a:xfrm>
            <a:off x="7456171" y="6208805"/>
            <a:ext cx="1762200" cy="489960"/>
            <a:chOff x="7456171" y="6208805"/>
            <a:chExt cx="1762200" cy="48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3E6F1458-8D0A-32CE-CC94-9F4E01F35C05}"/>
                    </a:ext>
                  </a:extLst>
                </p14:cNvPr>
                <p14:cNvContentPartPr/>
                <p14:nvPr/>
              </p14:nvContentPartPr>
              <p14:xfrm>
                <a:off x="7456171" y="6208805"/>
                <a:ext cx="222120" cy="302040"/>
              </p14:xfrm>
            </p:contentPart>
          </mc:Choice>
          <mc:Fallback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3E6F1458-8D0A-32CE-CC94-9F4E01F35C0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438171" y="6190805"/>
                  <a:ext cx="2577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1E3217C3-4B5E-5456-5314-356B0724B481}"/>
                    </a:ext>
                  </a:extLst>
                </p14:cNvPr>
                <p14:cNvContentPartPr/>
                <p14:nvPr/>
              </p14:nvContentPartPr>
              <p14:xfrm>
                <a:off x="7791691" y="6267845"/>
                <a:ext cx="55440" cy="220680"/>
              </p14:xfrm>
            </p:contentPart>
          </mc:Choice>
          <mc:Fallback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1E3217C3-4B5E-5456-5314-356B0724B48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773691" y="6249845"/>
                  <a:ext cx="91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03A73838-5903-DC7D-5F73-26B90082276C}"/>
                    </a:ext>
                  </a:extLst>
                </p14:cNvPr>
                <p14:cNvContentPartPr/>
                <p14:nvPr/>
              </p14:nvContentPartPr>
              <p14:xfrm>
                <a:off x="7874131" y="6287645"/>
                <a:ext cx="84600" cy="113040"/>
              </p14:xfrm>
            </p:contentPart>
          </mc:Choice>
          <mc:Fallback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03A73838-5903-DC7D-5F73-26B90082276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856131" y="6269645"/>
                  <a:ext cx="1202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CC293CE9-6D72-CA85-7479-91891F9A1AD5}"/>
                    </a:ext>
                  </a:extLst>
                </p14:cNvPr>
                <p14:cNvContentPartPr/>
                <p14:nvPr/>
              </p14:nvContentPartPr>
              <p14:xfrm>
                <a:off x="8105251" y="6361805"/>
                <a:ext cx="88560" cy="6840"/>
              </p14:xfrm>
            </p:contentPart>
          </mc:Choice>
          <mc:Fallback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CC293CE9-6D72-CA85-7479-91891F9A1AD5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8087251" y="6342805"/>
                  <a:ext cx="124200" cy="444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81F2BFAA-2E68-B209-622F-055528658B85}"/>
                    </a:ext>
                  </a:extLst>
                </p14:cNvPr>
                <p14:cNvContentPartPr/>
                <p14:nvPr/>
              </p14:nvContentPartPr>
              <p14:xfrm>
                <a:off x="8130811" y="6448925"/>
                <a:ext cx="111960" cy="17640"/>
              </p14:xfrm>
            </p:contentPart>
          </mc:Choice>
          <mc:Fallback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81F2BFAA-2E68-B209-622F-055528658B8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112811" y="6430550"/>
                  <a:ext cx="147600" cy="54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1DD3C744-AFC2-5A56-91C7-76DFB2B5DBAF}"/>
                    </a:ext>
                  </a:extLst>
                </p14:cNvPr>
                <p14:cNvContentPartPr/>
                <p14:nvPr/>
              </p14:nvContentPartPr>
              <p14:xfrm>
                <a:off x="8215051" y="6238325"/>
                <a:ext cx="217080" cy="387720"/>
              </p14:xfrm>
            </p:contentPart>
          </mc:Choice>
          <mc:Fallback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1DD3C744-AFC2-5A56-91C7-76DFB2B5DBAF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197081" y="6220325"/>
                  <a:ext cx="252661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A0C08571-3BE2-C147-773B-8CB59E496F60}"/>
                    </a:ext>
                  </a:extLst>
                </p14:cNvPr>
                <p14:cNvContentPartPr/>
                <p14:nvPr/>
              </p14:nvContentPartPr>
              <p14:xfrm>
                <a:off x="8687371" y="6209885"/>
                <a:ext cx="55080" cy="339480"/>
              </p14:xfrm>
            </p:contentPart>
          </mc:Choice>
          <mc:Fallback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A0C08571-3BE2-C147-773B-8CB59E496F6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669371" y="6191885"/>
                  <a:ext cx="907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1D71B1ED-27FE-05E3-799A-A3E189689666}"/>
                    </a:ext>
                  </a:extLst>
                </p14:cNvPr>
                <p14:cNvContentPartPr/>
                <p14:nvPr/>
              </p14:nvContentPartPr>
              <p14:xfrm>
                <a:off x="8598811" y="6231125"/>
                <a:ext cx="163080" cy="72360"/>
              </p14:xfrm>
            </p:contentPart>
          </mc:Choice>
          <mc:Fallback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1D71B1ED-27FE-05E3-799A-A3E189689666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580811" y="6213125"/>
                  <a:ext cx="1987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24EF7C49-0EEE-7FFE-0D34-99F1A0D27FF8}"/>
                    </a:ext>
                  </a:extLst>
                </p14:cNvPr>
                <p14:cNvContentPartPr/>
                <p14:nvPr/>
              </p14:nvContentPartPr>
              <p14:xfrm>
                <a:off x="8650291" y="6550445"/>
                <a:ext cx="126360" cy="47520"/>
              </p14:xfrm>
            </p:contentPart>
          </mc:Choice>
          <mc:Fallback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24EF7C49-0EEE-7FFE-0D34-99F1A0D27FF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632291" y="6532445"/>
                  <a:ext cx="162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2AEE216D-1604-DFA6-CD50-AA6D4E15CC90}"/>
                    </a:ext>
                  </a:extLst>
                </p14:cNvPr>
                <p14:cNvContentPartPr/>
                <p14:nvPr/>
              </p14:nvContentPartPr>
              <p14:xfrm>
                <a:off x="8900131" y="6517685"/>
                <a:ext cx="99000" cy="181080"/>
              </p14:xfrm>
            </p:contentPart>
          </mc:Choice>
          <mc:Fallback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2AEE216D-1604-DFA6-CD50-AA6D4E15CC9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8882131" y="6499685"/>
                  <a:ext cx="1346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F0A1FA19-6673-F16F-5AA6-7EA1BEF17BB7}"/>
                    </a:ext>
                  </a:extLst>
                </p14:cNvPr>
                <p14:cNvContentPartPr/>
                <p14:nvPr/>
              </p14:nvContentPartPr>
              <p14:xfrm>
                <a:off x="9121891" y="6492485"/>
                <a:ext cx="66240" cy="11880"/>
              </p14:xfrm>
            </p:contentPart>
          </mc:Choice>
          <mc:Fallback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F0A1FA19-6673-F16F-5AA6-7EA1BEF17BB7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9103793" y="6475014"/>
                  <a:ext cx="102075" cy="464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B93AC50B-8920-CD63-7C0E-A7E4AF52637D}"/>
                    </a:ext>
                  </a:extLst>
                </p14:cNvPr>
                <p14:cNvContentPartPr/>
                <p14:nvPr/>
              </p14:nvContentPartPr>
              <p14:xfrm>
                <a:off x="9147451" y="6581405"/>
                <a:ext cx="70920" cy="14040"/>
              </p14:xfrm>
            </p:contentPart>
          </mc:Choice>
          <mc:Fallback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B93AC50B-8920-CD63-7C0E-A7E4AF52637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129451" y="6563405"/>
                  <a:ext cx="10656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2" name="Group 1161">
            <a:extLst>
              <a:ext uri="{FF2B5EF4-FFF2-40B4-BE49-F238E27FC236}">
                <a16:creationId xmlns:a16="http://schemas.microsoft.com/office/drawing/2014/main" id="{05D88912-676A-066E-824A-5557E7219A95}"/>
              </a:ext>
            </a:extLst>
          </p:cNvPr>
          <p:cNvGrpSpPr/>
          <p:nvPr/>
        </p:nvGrpSpPr>
        <p:grpSpPr>
          <a:xfrm>
            <a:off x="9496291" y="6136805"/>
            <a:ext cx="680040" cy="318600"/>
            <a:chOff x="9496291" y="6136805"/>
            <a:chExt cx="68004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156" name="Ink 1155">
                  <a:extLst>
                    <a:ext uri="{FF2B5EF4-FFF2-40B4-BE49-F238E27FC236}">
                      <a16:creationId xmlns:a16="http://schemas.microsoft.com/office/drawing/2014/main" id="{DFC7CF0F-EFF0-1741-86AE-61DD808B7141}"/>
                    </a:ext>
                  </a:extLst>
                </p14:cNvPr>
                <p14:cNvContentPartPr/>
                <p14:nvPr/>
              </p14:nvContentPartPr>
              <p14:xfrm>
                <a:off x="9592051" y="6136805"/>
                <a:ext cx="184680" cy="276120"/>
              </p14:xfrm>
            </p:contentPart>
          </mc:Choice>
          <mc:Fallback>
            <p:pic>
              <p:nvPicPr>
                <p:cNvPr id="1156" name="Ink 1155">
                  <a:extLst>
                    <a:ext uri="{FF2B5EF4-FFF2-40B4-BE49-F238E27FC236}">
                      <a16:creationId xmlns:a16="http://schemas.microsoft.com/office/drawing/2014/main" id="{DFC7CF0F-EFF0-1741-86AE-61DD808B714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574051" y="6118782"/>
                  <a:ext cx="220320" cy="3118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5F750E2C-68A9-A666-0338-5A7BAE979545}"/>
                    </a:ext>
                  </a:extLst>
                </p14:cNvPr>
                <p14:cNvContentPartPr/>
                <p14:nvPr/>
              </p14:nvContentPartPr>
              <p14:xfrm>
                <a:off x="9496291" y="6435605"/>
                <a:ext cx="680040" cy="19800"/>
              </p14:xfrm>
            </p:contentPart>
          </mc:Choice>
          <mc:Fallback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5F750E2C-68A9-A666-0338-5A7BAE97954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478291" y="6417605"/>
                  <a:ext cx="715680" cy="5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1">
            <p14:nvContentPartPr>
              <p14:cNvPr id="1158" name="Ink 1157">
                <a:extLst>
                  <a:ext uri="{FF2B5EF4-FFF2-40B4-BE49-F238E27FC236}">
                    <a16:creationId xmlns:a16="http://schemas.microsoft.com/office/drawing/2014/main" id="{6C9A6C5A-6C43-63A4-648F-E0931019ADFF}"/>
                  </a:ext>
                </a:extLst>
              </p14:cNvPr>
              <p14:cNvContentPartPr/>
              <p14:nvPr/>
            </p14:nvContentPartPr>
            <p14:xfrm>
              <a:off x="9621571" y="6606605"/>
              <a:ext cx="171000" cy="239040"/>
            </p14:xfrm>
          </p:contentPart>
        </mc:Choice>
        <mc:Fallback>
          <p:pic>
            <p:nvPicPr>
              <p:cNvPr id="1158" name="Ink 1157">
                <a:extLst>
                  <a:ext uri="{FF2B5EF4-FFF2-40B4-BE49-F238E27FC236}">
                    <a16:creationId xmlns:a16="http://schemas.microsoft.com/office/drawing/2014/main" id="{6C9A6C5A-6C43-63A4-648F-E0931019ADFF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9603571" y="6588605"/>
                <a:ext cx="206640" cy="27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1" name="Group 1160">
            <a:extLst>
              <a:ext uri="{FF2B5EF4-FFF2-40B4-BE49-F238E27FC236}">
                <a16:creationId xmlns:a16="http://schemas.microsoft.com/office/drawing/2014/main" id="{E930BEE6-3AAC-24CF-24FE-93F06B8ABD74}"/>
              </a:ext>
            </a:extLst>
          </p:cNvPr>
          <p:cNvGrpSpPr/>
          <p:nvPr/>
        </p:nvGrpSpPr>
        <p:grpSpPr>
          <a:xfrm>
            <a:off x="9992371" y="6615605"/>
            <a:ext cx="154800" cy="180360"/>
            <a:chOff x="9992371" y="6615605"/>
            <a:chExt cx="154800" cy="1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D169B334-096C-F06F-5324-F6506AEE974F}"/>
                    </a:ext>
                  </a:extLst>
                </p14:cNvPr>
                <p14:cNvContentPartPr/>
                <p14:nvPr/>
              </p14:nvContentPartPr>
              <p14:xfrm>
                <a:off x="9992371" y="6615605"/>
                <a:ext cx="31320" cy="180360"/>
              </p14:xfrm>
            </p:contentPart>
          </mc:Choice>
          <mc:Fallback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D169B334-096C-F06F-5324-F6506AEE974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9974371" y="6597641"/>
                  <a:ext cx="66960" cy="215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9D7645D2-AF6D-F68B-FCB0-37E579B353BC}"/>
                    </a:ext>
                  </a:extLst>
                </p14:cNvPr>
                <p14:cNvContentPartPr/>
                <p14:nvPr/>
              </p14:nvContentPartPr>
              <p14:xfrm>
                <a:off x="10027651" y="6651965"/>
                <a:ext cx="119520" cy="100080"/>
              </p14:xfrm>
            </p:contentPart>
          </mc:Choice>
          <mc:Fallback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9D7645D2-AF6D-F68B-FCB0-37E579B353B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009651" y="6633965"/>
                  <a:ext cx="155160" cy="13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7">
            <p14:nvContentPartPr>
              <p14:cNvPr id="1164" name="Ink 1163">
                <a:extLst>
                  <a:ext uri="{FF2B5EF4-FFF2-40B4-BE49-F238E27FC236}">
                    <a16:creationId xmlns:a16="http://schemas.microsoft.com/office/drawing/2014/main" id="{4CBB82BF-A241-DA13-2544-505B27F25691}"/>
                  </a:ext>
                </a:extLst>
              </p14:cNvPr>
              <p14:cNvContentPartPr/>
              <p14:nvPr/>
            </p14:nvContentPartPr>
            <p14:xfrm>
              <a:off x="4527211" y="6275765"/>
              <a:ext cx="686520" cy="118440"/>
            </p14:xfrm>
          </p:contentPart>
        </mc:Choice>
        <mc:Fallback>
          <p:pic>
            <p:nvPicPr>
              <p:cNvPr id="1164" name="Ink 1163">
                <a:extLst>
                  <a:ext uri="{FF2B5EF4-FFF2-40B4-BE49-F238E27FC236}">
                    <a16:creationId xmlns:a16="http://schemas.microsoft.com/office/drawing/2014/main" id="{4CBB82BF-A241-DA13-2544-505B27F25691}"/>
                  </a:ext>
                </a:extLst>
              </p:cNvPr>
              <p:cNvPicPr/>
              <p:nvPr/>
            </p:nvPicPr>
            <p:blipFill>
              <a:blip r:embed="rId318"/>
              <a:stretch>
                <a:fillRect/>
              </a:stretch>
            </p:blipFill>
            <p:spPr>
              <a:xfrm>
                <a:off x="4473211" y="6167436"/>
                <a:ext cx="794160" cy="33473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1165" name="Ink 1164">
                <a:extLst>
                  <a:ext uri="{FF2B5EF4-FFF2-40B4-BE49-F238E27FC236}">
                    <a16:creationId xmlns:a16="http://schemas.microsoft.com/office/drawing/2014/main" id="{6110C469-A30C-3DDA-8E32-61ACDD1614CF}"/>
                  </a:ext>
                </a:extLst>
              </p14:cNvPr>
              <p14:cNvContentPartPr/>
              <p14:nvPr/>
            </p14:nvContentPartPr>
            <p14:xfrm>
              <a:off x="4958851" y="6153365"/>
              <a:ext cx="403920" cy="459720"/>
            </p14:xfrm>
          </p:contentPart>
        </mc:Choice>
        <mc:Fallback>
          <p:pic>
            <p:nvPicPr>
              <p:cNvPr id="1165" name="Ink 1164">
                <a:extLst>
                  <a:ext uri="{FF2B5EF4-FFF2-40B4-BE49-F238E27FC236}">
                    <a16:creationId xmlns:a16="http://schemas.microsoft.com/office/drawing/2014/main" id="{6110C469-A30C-3DDA-8E32-61ACDD1614CF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4904851" y="6045450"/>
                <a:ext cx="511560" cy="67519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120AB08-4C27-1A7F-B350-F07E243D6060}"/>
                  </a:ext>
                </a:extLst>
              </p14:cNvPr>
              <p14:cNvContentPartPr/>
              <p14:nvPr/>
            </p14:nvContentPartPr>
            <p14:xfrm>
              <a:off x="4729891" y="2122805"/>
              <a:ext cx="823680" cy="896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120AB08-4C27-1A7F-B350-F07E243D606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4712251" y="2104805"/>
                <a:ext cx="859320" cy="93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6" name="Group 1165">
            <a:extLst>
              <a:ext uri="{FF2B5EF4-FFF2-40B4-BE49-F238E27FC236}">
                <a16:creationId xmlns:a16="http://schemas.microsoft.com/office/drawing/2014/main" id="{49D6A27E-4072-E174-A985-050BB052197D}"/>
              </a:ext>
            </a:extLst>
          </p:cNvPr>
          <p:cNvGrpSpPr/>
          <p:nvPr/>
        </p:nvGrpSpPr>
        <p:grpSpPr>
          <a:xfrm>
            <a:off x="1155091" y="4233485"/>
            <a:ext cx="258120" cy="2037240"/>
            <a:chOff x="1155091" y="4233485"/>
            <a:chExt cx="258120" cy="20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B4F2AC9E-B12A-8328-C069-C06DC14CD2DD}"/>
                    </a:ext>
                  </a:extLst>
                </p14:cNvPr>
                <p14:cNvContentPartPr/>
                <p14:nvPr/>
              </p14:nvContentPartPr>
              <p14:xfrm>
                <a:off x="1279291" y="4233485"/>
                <a:ext cx="87480" cy="1917000"/>
              </p14:xfrm>
            </p:contentPart>
          </mc:Choice>
          <mc:Fallback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B4F2AC9E-B12A-8328-C069-C06DC14CD2DD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261291" y="4215845"/>
                  <a:ext cx="123120" cy="19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153CE96A-D479-072E-CF23-87D7D836DB38}"/>
                    </a:ext>
                  </a:extLst>
                </p14:cNvPr>
                <p14:cNvContentPartPr/>
                <p14:nvPr/>
              </p14:nvContentPartPr>
              <p14:xfrm>
                <a:off x="1155091" y="6071645"/>
                <a:ext cx="258120" cy="199080"/>
              </p14:xfrm>
            </p:contentPart>
          </mc:Choice>
          <mc:Fallback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153CE96A-D479-072E-CF23-87D7D836DB38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37451" y="6053645"/>
                  <a:ext cx="293760" cy="23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1" name="Group 1170">
            <a:extLst>
              <a:ext uri="{FF2B5EF4-FFF2-40B4-BE49-F238E27FC236}">
                <a16:creationId xmlns:a16="http://schemas.microsoft.com/office/drawing/2014/main" id="{4682CB6B-3637-C628-F0E8-05A6A73096D3}"/>
              </a:ext>
            </a:extLst>
          </p:cNvPr>
          <p:cNvGrpSpPr/>
          <p:nvPr/>
        </p:nvGrpSpPr>
        <p:grpSpPr>
          <a:xfrm>
            <a:off x="971491" y="2581805"/>
            <a:ext cx="704520" cy="1432440"/>
            <a:chOff x="971491" y="2581805"/>
            <a:chExt cx="704520" cy="143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174A985-D80D-E144-B1F4-6D3A141737ED}"/>
                    </a:ext>
                  </a:extLst>
                </p14:cNvPr>
                <p14:cNvContentPartPr/>
                <p14:nvPr/>
              </p14:nvContentPartPr>
              <p14:xfrm>
                <a:off x="971491" y="3787445"/>
                <a:ext cx="226440" cy="226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174A985-D80D-E144-B1F4-6D3A141737ED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53851" y="3769445"/>
                  <a:ext cx="2620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8B5E27D-A9DB-9D1C-746A-1AAB1798D8B2}"/>
                    </a:ext>
                  </a:extLst>
                </p14:cNvPr>
                <p14:cNvContentPartPr/>
                <p14:nvPr/>
              </p14:nvContentPartPr>
              <p14:xfrm>
                <a:off x="1265251" y="3771605"/>
                <a:ext cx="109080" cy="204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8B5E27D-A9DB-9D1C-746A-1AAB1798D8B2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247611" y="3753605"/>
                  <a:ext cx="1447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0E080C9-C699-9AAE-EBC9-6EF8842834A0}"/>
                    </a:ext>
                  </a:extLst>
                </p14:cNvPr>
                <p14:cNvContentPartPr/>
                <p14:nvPr/>
              </p14:nvContentPartPr>
              <p14:xfrm>
                <a:off x="1286131" y="3791045"/>
                <a:ext cx="149760" cy="35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0E080C9-C699-9AAE-EBC9-6EF8842834A0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268491" y="3773405"/>
                  <a:ext cx="1854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B71E633-B5DE-863C-05E8-FF6962825821}"/>
                    </a:ext>
                  </a:extLst>
                </p14:cNvPr>
                <p14:cNvContentPartPr/>
                <p14:nvPr/>
              </p14:nvContentPartPr>
              <p14:xfrm>
                <a:off x="1348051" y="3789245"/>
                <a:ext cx="47520" cy="90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B71E633-B5DE-863C-05E8-FF6962825821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330051" y="3771245"/>
                  <a:ext cx="831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A3433F-D0AE-92A7-8C2F-E1AC4F47168A}"/>
                    </a:ext>
                  </a:extLst>
                </p14:cNvPr>
                <p14:cNvContentPartPr/>
                <p14:nvPr/>
              </p14:nvContentPartPr>
              <p14:xfrm>
                <a:off x="1232851" y="2581805"/>
                <a:ext cx="59760" cy="679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A3433F-D0AE-92A7-8C2F-E1AC4F47168A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215211" y="2564165"/>
                  <a:ext cx="95400" cy="71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1C153E5-C25E-2060-C773-DE42A9255786}"/>
                    </a:ext>
                  </a:extLst>
                </p14:cNvPr>
                <p14:cNvContentPartPr/>
                <p14:nvPr/>
              </p14:nvContentPartPr>
              <p14:xfrm>
                <a:off x="1124851" y="2622485"/>
                <a:ext cx="196920" cy="234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1C153E5-C25E-2060-C773-DE42A925578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06851" y="2604485"/>
                  <a:ext cx="2325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1167" name="Ink 1166">
                  <a:extLst>
                    <a:ext uri="{FF2B5EF4-FFF2-40B4-BE49-F238E27FC236}">
                      <a16:creationId xmlns:a16="http://schemas.microsoft.com/office/drawing/2014/main" id="{841EE7ED-3F83-0EFF-849A-0EE4F541FCFB}"/>
                    </a:ext>
                  </a:extLst>
                </p14:cNvPr>
                <p14:cNvContentPartPr/>
                <p14:nvPr/>
              </p14:nvContentPartPr>
              <p14:xfrm>
                <a:off x="1320331" y="3578285"/>
                <a:ext cx="37800" cy="43920"/>
              </p14:xfrm>
            </p:contentPart>
          </mc:Choice>
          <mc:Fallback>
            <p:pic>
              <p:nvPicPr>
                <p:cNvPr id="1167" name="Ink 1166">
                  <a:extLst>
                    <a:ext uri="{FF2B5EF4-FFF2-40B4-BE49-F238E27FC236}">
                      <a16:creationId xmlns:a16="http://schemas.microsoft.com/office/drawing/2014/main" id="{841EE7ED-3F83-0EFF-849A-0EE4F541FCFB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302691" y="3560285"/>
                  <a:ext cx="734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82F695C3-8AC7-A402-7155-D202F63933C7}"/>
                    </a:ext>
                  </a:extLst>
                </p14:cNvPr>
                <p14:cNvContentPartPr/>
                <p14:nvPr/>
              </p14:nvContentPartPr>
              <p14:xfrm>
                <a:off x="1365331" y="3608525"/>
                <a:ext cx="54720" cy="66240"/>
              </p14:xfrm>
            </p:contentPart>
          </mc:Choice>
          <mc:Fallback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82F695C3-8AC7-A402-7155-D202F63933C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347331" y="3590885"/>
                  <a:ext cx="903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1169" name="Ink 1168">
                  <a:extLst>
                    <a:ext uri="{FF2B5EF4-FFF2-40B4-BE49-F238E27FC236}">
                      <a16:creationId xmlns:a16="http://schemas.microsoft.com/office/drawing/2014/main" id="{61B0B310-0D79-3B52-9D6B-E7D242471AD2}"/>
                    </a:ext>
                  </a:extLst>
                </p14:cNvPr>
                <p14:cNvContentPartPr/>
                <p14:nvPr/>
              </p14:nvContentPartPr>
              <p14:xfrm>
                <a:off x="1418971" y="3401525"/>
                <a:ext cx="172800" cy="179280"/>
              </p14:xfrm>
            </p:contentPart>
          </mc:Choice>
          <mc:Fallback>
            <p:pic>
              <p:nvPicPr>
                <p:cNvPr id="1169" name="Ink 1168">
                  <a:extLst>
                    <a:ext uri="{FF2B5EF4-FFF2-40B4-BE49-F238E27FC236}">
                      <a16:creationId xmlns:a16="http://schemas.microsoft.com/office/drawing/2014/main" id="{61B0B310-0D79-3B52-9D6B-E7D242471AD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400971" y="3383885"/>
                  <a:ext cx="208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1170" name="Ink 1169">
                  <a:extLst>
                    <a:ext uri="{FF2B5EF4-FFF2-40B4-BE49-F238E27FC236}">
                      <a16:creationId xmlns:a16="http://schemas.microsoft.com/office/drawing/2014/main" id="{61C2131F-2282-B466-9191-72CC62CBDEBD}"/>
                    </a:ext>
                  </a:extLst>
                </p14:cNvPr>
                <p14:cNvContentPartPr/>
                <p14:nvPr/>
              </p14:nvContentPartPr>
              <p14:xfrm>
                <a:off x="1546051" y="3232325"/>
                <a:ext cx="129960" cy="173520"/>
              </p14:xfrm>
            </p:contentPart>
          </mc:Choice>
          <mc:Fallback>
            <p:pic>
              <p:nvPicPr>
                <p:cNvPr id="1170" name="Ink 1169">
                  <a:extLst>
                    <a:ext uri="{FF2B5EF4-FFF2-40B4-BE49-F238E27FC236}">
                      <a16:creationId xmlns:a16="http://schemas.microsoft.com/office/drawing/2014/main" id="{61C2131F-2282-B466-9191-72CC62CBDEBD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528411" y="3214325"/>
                  <a:ext cx="16560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7" name="Group 1176">
            <a:extLst>
              <a:ext uri="{FF2B5EF4-FFF2-40B4-BE49-F238E27FC236}">
                <a16:creationId xmlns:a16="http://schemas.microsoft.com/office/drawing/2014/main" id="{367A02CE-FE44-CCC3-7E60-FB87D07719D0}"/>
              </a:ext>
            </a:extLst>
          </p:cNvPr>
          <p:cNvGrpSpPr/>
          <p:nvPr/>
        </p:nvGrpSpPr>
        <p:grpSpPr>
          <a:xfrm>
            <a:off x="5565811" y="2060525"/>
            <a:ext cx="1415880" cy="946080"/>
            <a:chOff x="5565811" y="2060525"/>
            <a:chExt cx="1415880" cy="94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09CD7D24-B1DE-8C3D-B1F9-15DAF6DC8AE4}"/>
                    </a:ext>
                  </a:extLst>
                </p14:cNvPr>
                <p14:cNvContentPartPr/>
                <p14:nvPr/>
              </p14:nvContentPartPr>
              <p14:xfrm>
                <a:off x="5565811" y="2063765"/>
                <a:ext cx="694440" cy="912960"/>
              </p14:xfrm>
            </p:contentPart>
          </mc:Choice>
          <mc:Fallback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09CD7D24-B1DE-8C3D-B1F9-15DAF6DC8AE4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5547811" y="2046125"/>
                  <a:ext cx="730080" cy="9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4FF1BE13-C5A7-47DC-1922-40036D818A85}"/>
                    </a:ext>
                  </a:extLst>
                </p14:cNvPr>
                <p14:cNvContentPartPr/>
                <p14:nvPr/>
              </p14:nvContentPartPr>
              <p14:xfrm>
                <a:off x="6323971" y="2060525"/>
                <a:ext cx="657720" cy="946080"/>
              </p14:xfrm>
            </p:contentPart>
          </mc:Choice>
          <mc:Fallback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4FF1BE13-C5A7-47DC-1922-40036D818A85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6305971" y="2042885"/>
                  <a:ext cx="693360" cy="98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4" name="Group 1183">
            <a:extLst>
              <a:ext uri="{FF2B5EF4-FFF2-40B4-BE49-F238E27FC236}">
                <a16:creationId xmlns:a16="http://schemas.microsoft.com/office/drawing/2014/main" id="{F0D2CF56-0964-642F-F5A1-343837CFE5EA}"/>
              </a:ext>
            </a:extLst>
          </p:cNvPr>
          <p:cNvGrpSpPr/>
          <p:nvPr/>
        </p:nvGrpSpPr>
        <p:grpSpPr>
          <a:xfrm>
            <a:off x="2294131" y="2608085"/>
            <a:ext cx="1056960" cy="3082680"/>
            <a:chOff x="2294131" y="2608085"/>
            <a:chExt cx="1056960" cy="308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92A9EA24-FE4F-EEA2-A830-4354EA99275A}"/>
                    </a:ext>
                  </a:extLst>
                </p14:cNvPr>
                <p14:cNvContentPartPr/>
                <p14:nvPr/>
              </p14:nvContentPartPr>
              <p14:xfrm>
                <a:off x="2385931" y="3287765"/>
                <a:ext cx="929160" cy="1201320"/>
              </p14:xfrm>
            </p:contentPart>
          </mc:Choice>
          <mc:Fallback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92A9EA24-FE4F-EEA2-A830-4354EA99275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368291" y="3270125"/>
                  <a:ext cx="964800" cy="12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B8E87FA7-0B62-E97A-ABF8-BE080FB5B55B}"/>
                    </a:ext>
                  </a:extLst>
                </p14:cNvPr>
                <p14:cNvContentPartPr/>
                <p14:nvPr/>
              </p14:nvContentPartPr>
              <p14:xfrm>
                <a:off x="2348491" y="4663325"/>
                <a:ext cx="1002600" cy="1027440"/>
              </p14:xfrm>
            </p:contentPart>
          </mc:Choice>
          <mc:Fallback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B8E87FA7-0B62-E97A-ABF8-BE080FB5B55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330851" y="4645325"/>
                  <a:ext cx="1038240" cy="10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1178" name="Ink 1177">
                  <a:extLst>
                    <a:ext uri="{FF2B5EF4-FFF2-40B4-BE49-F238E27FC236}">
                      <a16:creationId xmlns:a16="http://schemas.microsoft.com/office/drawing/2014/main" id="{66C2683B-255D-14F2-93F3-4F1E299E6730}"/>
                    </a:ext>
                  </a:extLst>
                </p14:cNvPr>
                <p14:cNvContentPartPr/>
                <p14:nvPr/>
              </p14:nvContentPartPr>
              <p14:xfrm>
                <a:off x="2294131" y="2829485"/>
                <a:ext cx="14040" cy="50040"/>
              </p14:xfrm>
            </p:contentPart>
          </mc:Choice>
          <mc:Fallback>
            <p:pic>
              <p:nvPicPr>
                <p:cNvPr id="1178" name="Ink 1177">
                  <a:extLst>
                    <a:ext uri="{FF2B5EF4-FFF2-40B4-BE49-F238E27FC236}">
                      <a16:creationId xmlns:a16="http://schemas.microsoft.com/office/drawing/2014/main" id="{66C2683B-255D-14F2-93F3-4F1E299E673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276491" y="2811485"/>
                  <a:ext cx="49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A4BB8BBE-E2DE-57A3-9674-DFA2C06224AF}"/>
                    </a:ext>
                  </a:extLst>
                </p14:cNvPr>
                <p14:cNvContentPartPr/>
                <p14:nvPr/>
              </p14:nvContentPartPr>
              <p14:xfrm>
                <a:off x="2418331" y="2608085"/>
                <a:ext cx="43560" cy="575280"/>
              </p14:xfrm>
            </p:contentPart>
          </mc:Choice>
          <mc:Fallback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A4BB8BBE-E2DE-57A3-9674-DFA2C06224AF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400331" y="2590085"/>
                  <a:ext cx="7920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5F0CFE1E-F729-4217-E9CC-9FB44BA8074B}"/>
                    </a:ext>
                  </a:extLst>
                </p14:cNvPr>
                <p14:cNvContentPartPr/>
                <p14:nvPr/>
              </p14:nvContentPartPr>
              <p14:xfrm>
                <a:off x="2339851" y="2625725"/>
                <a:ext cx="149760" cy="164880"/>
              </p14:xfrm>
            </p:contentPart>
          </mc:Choice>
          <mc:Fallback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5F0CFE1E-F729-4217-E9CC-9FB44BA8074B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2321851" y="2608085"/>
                  <a:ext cx="1854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1182" name="Ink 1181">
                  <a:extLst>
                    <a:ext uri="{FF2B5EF4-FFF2-40B4-BE49-F238E27FC236}">
                      <a16:creationId xmlns:a16="http://schemas.microsoft.com/office/drawing/2014/main" id="{9B1AC02E-BF61-C107-4C4D-9969C50FCAC6}"/>
                    </a:ext>
                  </a:extLst>
                </p14:cNvPr>
                <p14:cNvContentPartPr/>
                <p14:nvPr/>
              </p14:nvContentPartPr>
              <p14:xfrm>
                <a:off x="2404291" y="4111085"/>
                <a:ext cx="21600" cy="383040"/>
              </p14:xfrm>
            </p:contentPart>
          </mc:Choice>
          <mc:Fallback>
            <p:pic>
              <p:nvPicPr>
                <p:cNvPr id="1182" name="Ink 1181">
                  <a:extLst>
                    <a:ext uri="{FF2B5EF4-FFF2-40B4-BE49-F238E27FC236}">
                      <a16:creationId xmlns:a16="http://schemas.microsoft.com/office/drawing/2014/main" id="{9B1AC02E-BF61-C107-4C4D-9969C50FCAC6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2386291" y="4093445"/>
                  <a:ext cx="572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F6DE3223-5960-6045-5CB8-BE753B6809A8}"/>
                    </a:ext>
                  </a:extLst>
                </p14:cNvPr>
                <p14:cNvContentPartPr/>
                <p14:nvPr/>
              </p14:nvContentPartPr>
              <p14:xfrm>
                <a:off x="2365411" y="4304765"/>
                <a:ext cx="141120" cy="136080"/>
              </p14:xfrm>
            </p:contentPart>
          </mc:Choice>
          <mc:Fallback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F6DE3223-5960-6045-5CB8-BE753B6809A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2347411" y="4287125"/>
                  <a:ext cx="17676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8" name="Group 1197">
            <a:extLst>
              <a:ext uri="{FF2B5EF4-FFF2-40B4-BE49-F238E27FC236}">
                <a16:creationId xmlns:a16="http://schemas.microsoft.com/office/drawing/2014/main" id="{F05A86D8-7C23-15DD-1C4B-A0DA265080F5}"/>
              </a:ext>
            </a:extLst>
          </p:cNvPr>
          <p:cNvGrpSpPr/>
          <p:nvPr/>
        </p:nvGrpSpPr>
        <p:grpSpPr>
          <a:xfrm>
            <a:off x="2095411" y="3133685"/>
            <a:ext cx="427680" cy="325800"/>
            <a:chOff x="2095411" y="3133685"/>
            <a:chExt cx="427680" cy="32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1191" name="Ink 1190">
                  <a:extLst>
                    <a:ext uri="{FF2B5EF4-FFF2-40B4-BE49-F238E27FC236}">
                      <a16:creationId xmlns:a16="http://schemas.microsoft.com/office/drawing/2014/main" id="{FCC4BC52-15BD-A365-22C8-B388DED6A24D}"/>
                    </a:ext>
                  </a:extLst>
                </p14:cNvPr>
                <p14:cNvContentPartPr/>
                <p14:nvPr/>
              </p14:nvContentPartPr>
              <p14:xfrm>
                <a:off x="2095411" y="3262925"/>
                <a:ext cx="145080" cy="196560"/>
              </p14:xfrm>
            </p:contentPart>
          </mc:Choice>
          <mc:Fallback>
            <p:pic>
              <p:nvPicPr>
                <p:cNvPr id="1191" name="Ink 1190">
                  <a:extLst>
                    <a:ext uri="{FF2B5EF4-FFF2-40B4-BE49-F238E27FC236}">
                      <a16:creationId xmlns:a16="http://schemas.microsoft.com/office/drawing/2014/main" id="{FCC4BC52-15BD-A365-22C8-B388DED6A24D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2077771" y="3245285"/>
                  <a:ext cx="180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1192" name="Ink 1191">
                  <a:extLst>
                    <a:ext uri="{FF2B5EF4-FFF2-40B4-BE49-F238E27FC236}">
                      <a16:creationId xmlns:a16="http://schemas.microsoft.com/office/drawing/2014/main" id="{164CD82E-55B6-879A-3EC2-59922C6E0BDF}"/>
                    </a:ext>
                  </a:extLst>
                </p14:cNvPr>
                <p14:cNvContentPartPr/>
                <p14:nvPr/>
              </p14:nvContentPartPr>
              <p14:xfrm>
                <a:off x="2237251" y="3149525"/>
                <a:ext cx="132480" cy="237960"/>
              </p14:xfrm>
            </p:contentPart>
          </mc:Choice>
          <mc:Fallback>
            <p:pic>
              <p:nvPicPr>
                <p:cNvPr id="1192" name="Ink 1191">
                  <a:extLst>
                    <a:ext uri="{FF2B5EF4-FFF2-40B4-BE49-F238E27FC236}">
                      <a16:creationId xmlns:a16="http://schemas.microsoft.com/office/drawing/2014/main" id="{164CD82E-55B6-879A-3EC2-59922C6E0BDF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2219251" y="3131885"/>
                  <a:ext cx="1681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1193" name="Ink 1192">
                  <a:extLst>
                    <a:ext uri="{FF2B5EF4-FFF2-40B4-BE49-F238E27FC236}">
                      <a16:creationId xmlns:a16="http://schemas.microsoft.com/office/drawing/2014/main" id="{D97FF8C7-A3BD-0DC8-2CF0-B278ED6ED69D}"/>
                    </a:ext>
                  </a:extLst>
                </p14:cNvPr>
                <p14:cNvContentPartPr/>
                <p14:nvPr/>
              </p14:nvContentPartPr>
              <p14:xfrm>
                <a:off x="2373691" y="3133685"/>
                <a:ext cx="149400" cy="136080"/>
              </p14:xfrm>
            </p:contentPart>
          </mc:Choice>
          <mc:Fallback>
            <p:pic>
              <p:nvPicPr>
                <p:cNvPr id="1193" name="Ink 1192">
                  <a:extLst>
                    <a:ext uri="{FF2B5EF4-FFF2-40B4-BE49-F238E27FC236}">
                      <a16:creationId xmlns:a16="http://schemas.microsoft.com/office/drawing/2014/main" id="{D97FF8C7-A3BD-0DC8-2CF0-B278ED6ED69D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355691" y="3116045"/>
                  <a:ext cx="18504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7" name="Group 1196">
            <a:extLst>
              <a:ext uri="{FF2B5EF4-FFF2-40B4-BE49-F238E27FC236}">
                <a16:creationId xmlns:a16="http://schemas.microsoft.com/office/drawing/2014/main" id="{A6FCBD58-C593-318A-B535-99C170466CEA}"/>
              </a:ext>
            </a:extLst>
          </p:cNvPr>
          <p:cNvGrpSpPr/>
          <p:nvPr/>
        </p:nvGrpSpPr>
        <p:grpSpPr>
          <a:xfrm>
            <a:off x="2056891" y="4738565"/>
            <a:ext cx="462600" cy="1604520"/>
            <a:chOff x="2056891" y="4738565"/>
            <a:chExt cx="462600" cy="160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1185" name="Ink 1184">
                  <a:extLst>
                    <a:ext uri="{FF2B5EF4-FFF2-40B4-BE49-F238E27FC236}">
                      <a16:creationId xmlns:a16="http://schemas.microsoft.com/office/drawing/2014/main" id="{298C3852-939C-DFB6-9464-9A711FDCF9D6}"/>
                    </a:ext>
                  </a:extLst>
                </p14:cNvPr>
                <p14:cNvContentPartPr/>
                <p14:nvPr/>
              </p14:nvContentPartPr>
              <p14:xfrm>
                <a:off x="2434891" y="4745045"/>
                <a:ext cx="19440" cy="361800"/>
              </p14:xfrm>
            </p:contentPart>
          </mc:Choice>
          <mc:Fallback>
            <p:pic>
              <p:nvPicPr>
                <p:cNvPr id="1185" name="Ink 1184">
                  <a:extLst>
                    <a:ext uri="{FF2B5EF4-FFF2-40B4-BE49-F238E27FC236}">
                      <a16:creationId xmlns:a16="http://schemas.microsoft.com/office/drawing/2014/main" id="{298C3852-939C-DFB6-9464-9A711FDCF9D6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2417251" y="4727405"/>
                  <a:ext cx="5508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1186" name="Ink 1185">
                  <a:extLst>
                    <a:ext uri="{FF2B5EF4-FFF2-40B4-BE49-F238E27FC236}">
                      <a16:creationId xmlns:a16="http://schemas.microsoft.com/office/drawing/2014/main" id="{16A1417C-3109-FAAD-C06D-8BCDA82788F8}"/>
                    </a:ext>
                  </a:extLst>
                </p14:cNvPr>
                <p14:cNvContentPartPr/>
                <p14:nvPr/>
              </p14:nvContentPartPr>
              <p14:xfrm>
                <a:off x="2352091" y="4738565"/>
                <a:ext cx="120960" cy="142560"/>
              </p14:xfrm>
            </p:contentPart>
          </mc:Choice>
          <mc:Fallback>
            <p:pic>
              <p:nvPicPr>
                <p:cNvPr id="1186" name="Ink 1185">
                  <a:extLst>
                    <a:ext uri="{FF2B5EF4-FFF2-40B4-BE49-F238E27FC236}">
                      <a16:creationId xmlns:a16="http://schemas.microsoft.com/office/drawing/2014/main" id="{16A1417C-3109-FAAD-C06D-8BCDA82788F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2334091" y="4720925"/>
                  <a:ext cx="156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1187" name="Ink 1186">
                  <a:extLst>
                    <a:ext uri="{FF2B5EF4-FFF2-40B4-BE49-F238E27FC236}">
                      <a16:creationId xmlns:a16="http://schemas.microsoft.com/office/drawing/2014/main" id="{324CAB26-D833-A470-08D6-F2D70C9B35CA}"/>
                    </a:ext>
                  </a:extLst>
                </p14:cNvPr>
                <p14:cNvContentPartPr/>
                <p14:nvPr/>
              </p14:nvContentPartPr>
              <p14:xfrm>
                <a:off x="2425531" y="5681045"/>
                <a:ext cx="36000" cy="662040"/>
              </p14:xfrm>
            </p:contentPart>
          </mc:Choice>
          <mc:Fallback>
            <p:pic>
              <p:nvPicPr>
                <p:cNvPr id="1187" name="Ink 1186">
                  <a:extLst>
                    <a:ext uri="{FF2B5EF4-FFF2-40B4-BE49-F238E27FC236}">
                      <a16:creationId xmlns:a16="http://schemas.microsoft.com/office/drawing/2014/main" id="{324CAB26-D833-A470-08D6-F2D70C9B35CA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2407891" y="5663405"/>
                  <a:ext cx="7164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1188" name="Ink 1187">
                  <a:extLst>
                    <a:ext uri="{FF2B5EF4-FFF2-40B4-BE49-F238E27FC236}">
                      <a16:creationId xmlns:a16="http://schemas.microsoft.com/office/drawing/2014/main" id="{9869E755-E7C0-227D-2177-89F18CCF3B10}"/>
                    </a:ext>
                  </a:extLst>
                </p14:cNvPr>
                <p14:cNvContentPartPr/>
                <p14:nvPr/>
              </p14:nvContentPartPr>
              <p14:xfrm>
                <a:off x="2356771" y="6145445"/>
                <a:ext cx="141480" cy="89280"/>
              </p14:xfrm>
            </p:contentPart>
          </mc:Choice>
          <mc:Fallback>
            <p:pic>
              <p:nvPicPr>
                <p:cNvPr id="1188" name="Ink 1187">
                  <a:extLst>
                    <a:ext uri="{FF2B5EF4-FFF2-40B4-BE49-F238E27FC236}">
                      <a16:creationId xmlns:a16="http://schemas.microsoft.com/office/drawing/2014/main" id="{9869E755-E7C0-227D-2177-89F18CCF3B10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2338771" y="6127805"/>
                  <a:ext cx="1771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1194" name="Ink 1193">
                  <a:extLst>
                    <a:ext uri="{FF2B5EF4-FFF2-40B4-BE49-F238E27FC236}">
                      <a16:creationId xmlns:a16="http://schemas.microsoft.com/office/drawing/2014/main" id="{95AE1DD2-4662-96EC-74E7-321906824D21}"/>
                    </a:ext>
                  </a:extLst>
                </p14:cNvPr>
                <p14:cNvContentPartPr/>
                <p14:nvPr/>
              </p14:nvContentPartPr>
              <p14:xfrm>
                <a:off x="2056891" y="5315645"/>
                <a:ext cx="179280" cy="234000"/>
              </p14:xfrm>
            </p:contentPart>
          </mc:Choice>
          <mc:Fallback>
            <p:pic>
              <p:nvPicPr>
                <p:cNvPr id="1194" name="Ink 1193">
                  <a:extLst>
                    <a:ext uri="{FF2B5EF4-FFF2-40B4-BE49-F238E27FC236}">
                      <a16:creationId xmlns:a16="http://schemas.microsoft.com/office/drawing/2014/main" id="{95AE1DD2-4662-96EC-74E7-321906824D21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2038891" y="5297645"/>
                  <a:ext cx="2149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1195" name="Ink 1194">
                  <a:extLst>
                    <a:ext uri="{FF2B5EF4-FFF2-40B4-BE49-F238E27FC236}">
                      <a16:creationId xmlns:a16="http://schemas.microsoft.com/office/drawing/2014/main" id="{03137ED3-287F-B141-E6E3-1AC38439FD84}"/>
                    </a:ext>
                  </a:extLst>
                </p14:cNvPr>
                <p14:cNvContentPartPr/>
                <p14:nvPr/>
              </p14:nvContentPartPr>
              <p14:xfrm>
                <a:off x="2225011" y="5178485"/>
                <a:ext cx="135000" cy="281880"/>
              </p14:xfrm>
            </p:contentPart>
          </mc:Choice>
          <mc:Fallback>
            <p:pic>
              <p:nvPicPr>
                <p:cNvPr id="1195" name="Ink 1194">
                  <a:extLst>
                    <a:ext uri="{FF2B5EF4-FFF2-40B4-BE49-F238E27FC236}">
                      <a16:creationId xmlns:a16="http://schemas.microsoft.com/office/drawing/2014/main" id="{03137ED3-287F-B141-E6E3-1AC38439FD84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2207371" y="5160485"/>
                  <a:ext cx="1706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1196" name="Ink 1195">
                  <a:extLst>
                    <a:ext uri="{FF2B5EF4-FFF2-40B4-BE49-F238E27FC236}">
                      <a16:creationId xmlns:a16="http://schemas.microsoft.com/office/drawing/2014/main" id="{A340FDD3-64C7-41C5-A0A7-D251A3F7CA70}"/>
                    </a:ext>
                  </a:extLst>
                </p14:cNvPr>
                <p14:cNvContentPartPr/>
                <p14:nvPr/>
              </p14:nvContentPartPr>
              <p14:xfrm>
                <a:off x="2394931" y="5201165"/>
                <a:ext cx="124560" cy="119520"/>
              </p14:xfrm>
            </p:contentPart>
          </mc:Choice>
          <mc:Fallback>
            <p:pic>
              <p:nvPicPr>
                <p:cNvPr id="1196" name="Ink 1195">
                  <a:extLst>
                    <a:ext uri="{FF2B5EF4-FFF2-40B4-BE49-F238E27FC236}">
                      <a16:creationId xmlns:a16="http://schemas.microsoft.com/office/drawing/2014/main" id="{A340FDD3-64C7-41C5-A0A7-D251A3F7CA70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377291" y="5183165"/>
                  <a:ext cx="16020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2" name="Group 1201">
            <a:extLst>
              <a:ext uri="{FF2B5EF4-FFF2-40B4-BE49-F238E27FC236}">
                <a16:creationId xmlns:a16="http://schemas.microsoft.com/office/drawing/2014/main" id="{A63E2296-CD45-5DAE-97FE-AE5B087C573B}"/>
              </a:ext>
            </a:extLst>
          </p:cNvPr>
          <p:cNvGrpSpPr/>
          <p:nvPr/>
        </p:nvGrpSpPr>
        <p:grpSpPr>
          <a:xfrm>
            <a:off x="7000051" y="1945685"/>
            <a:ext cx="2565720" cy="1236240"/>
            <a:chOff x="7000051" y="1945685"/>
            <a:chExt cx="2565720" cy="12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00690E8A-D54E-73E6-976E-F5CDBAE153D7}"/>
                    </a:ext>
                  </a:extLst>
                </p14:cNvPr>
                <p14:cNvContentPartPr/>
                <p14:nvPr/>
              </p14:nvContentPartPr>
              <p14:xfrm>
                <a:off x="7000051" y="2001125"/>
                <a:ext cx="762120" cy="1180800"/>
              </p14:xfrm>
            </p:contentPart>
          </mc:Choice>
          <mc:Fallback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00690E8A-D54E-73E6-976E-F5CDBAE153D7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6982411" y="1983485"/>
                  <a:ext cx="797760" cy="12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1200" name="Ink 1199">
                  <a:extLst>
                    <a:ext uri="{FF2B5EF4-FFF2-40B4-BE49-F238E27FC236}">
                      <a16:creationId xmlns:a16="http://schemas.microsoft.com/office/drawing/2014/main" id="{34C5156B-C67B-400A-D54A-0DFF3F96561E}"/>
                    </a:ext>
                  </a:extLst>
                </p14:cNvPr>
                <p14:cNvContentPartPr/>
                <p14:nvPr/>
              </p14:nvContentPartPr>
              <p14:xfrm>
                <a:off x="7700611" y="1979525"/>
                <a:ext cx="840600" cy="1116360"/>
              </p14:xfrm>
            </p:contentPart>
          </mc:Choice>
          <mc:Fallback>
            <p:pic>
              <p:nvPicPr>
                <p:cNvPr id="1200" name="Ink 1199">
                  <a:extLst>
                    <a:ext uri="{FF2B5EF4-FFF2-40B4-BE49-F238E27FC236}">
                      <a16:creationId xmlns:a16="http://schemas.microsoft.com/office/drawing/2014/main" id="{34C5156B-C67B-400A-D54A-0DFF3F96561E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7682971" y="1961525"/>
                  <a:ext cx="876240" cy="11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1201" name="Ink 1200">
                  <a:extLst>
                    <a:ext uri="{FF2B5EF4-FFF2-40B4-BE49-F238E27FC236}">
                      <a16:creationId xmlns:a16="http://schemas.microsoft.com/office/drawing/2014/main" id="{330C8F37-0DF1-FE51-0925-FF9F21119A51}"/>
                    </a:ext>
                  </a:extLst>
                </p14:cNvPr>
                <p14:cNvContentPartPr/>
                <p14:nvPr/>
              </p14:nvContentPartPr>
              <p14:xfrm>
                <a:off x="8498011" y="1945685"/>
                <a:ext cx="1067760" cy="1089000"/>
              </p14:xfrm>
            </p:contentPart>
          </mc:Choice>
          <mc:Fallback>
            <p:pic>
              <p:nvPicPr>
                <p:cNvPr id="1201" name="Ink 1200">
                  <a:extLst>
                    <a:ext uri="{FF2B5EF4-FFF2-40B4-BE49-F238E27FC236}">
                      <a16:creationId xmlns:a16="http://schemas.microsoft.com/office/drawing/2014/main" id="{330C8F37-0DF1-FE51-0925-FF9F21119A51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480011" y="1928045"/>
                  <a:ext cx="1103400" cy="11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8" name="Group 1217">
            <a:extLst>
              <a:ext uri="{FF2B5EF4-FFF2-40B4-BE49-F238E27FC236}">
                <a16:creationId xmlns:a16="http://schemas.microsoft.com/office/drawing/2014/main" id="{DAB325A4-6FBF-E39C-16E3-5DF0D9D96B2B}"/>
              </a:ext>
            </a:extLst>
          </p:cNvPr>
          <p:cNvGrpSpPr/>
          <p:nvPr/>
        </p:nvGrpSpPr>
        <p:grpSpPr>
          <a:xfrm>
            <a:off x="3460891" y="2674685"/>
            <a:ext cx="149400" cy="287640"/>
            <a:chOff x="3460891" y="2674685"/>
            <a:chExt cx="149400" cy="28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1203" name="Ink 1202">
                  <a:extLst>
                    <a:ext uri="{FF2B5EF4-FFF2-40B4-BE49-F238E27FC236}">
                      <a16:creationId xmlns:a16="http://schemas.microsoft.com/office/drawing/2014/main" id="{5D82A33E-9ACB-87FB-B3E7-7D513133C2A3}"/>
                    </a:ext>
                  </a:extLst>
                </p14:cNvPr>
                <p14:cNvContentPartPr/>
                <p14:nvPr/>
              </p14:nvContentPartPr>
              <p14:xfrm>
                <a:off x="3564931" y="2710685"/>
                <a:ext cx="13680" cy="251640"/>
              </p14:xfrm>
            </p:contentPart>
          </mc:Choice>
          <mc:Fallback>
            <p:pic>
              <p:nvPicPr>
                <p:cNvPr id="1203" name="Ink 1202">
                  <a:extLst>
                    <a:ext uri="{FF2B5EF4-FFF2-40B4-BE49-F238E27FC236}">
                      <a16:creationId xmlns:a16="http://schemas.microsoft.com/office/drawing/2014/main" id="{5D82A33E-9ACB-87FB-B3E7-7D513133C2A3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3547291" y="2692685"/>
                  <a:ext cx="493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1204" name="Ink 1203">
                  <a:extLst>
                    <a:ext uri="{FF2B5EF4-FFF2-40B4-BE49-F238E27FC236}">
                      <a16:creationId xmlns:a16="http://schemas.microsoft.com/office/drawing/2014/main" id="{073DB8B1-B35A-3BE8-F517-205E0B2D7727}"/>
                    </a:ext>
                  </a:extLst>
                </p14:cNvPr>
                <p14:cNvContentPartPr/>
                <p14:nvPr/>
              </p14:nvContentPartPr>
              <p14:xfrm>
                <a:off x="3460891" y="2674685"/>
                <a:ext cx="149400" cy="142200"/>
              </p14:xfrm>
            </p:contentPart>
          </mc:Choice>
          <mc:Fallback>
            <p:pic>
              <p:nvPicPr>
                <p:cNvPr id="1204" name="Ink 1203">
                  <a:extLst>
                    <a:ext uri="{FF2B5EF4-FFF2-40B4-BE49-F238E27FC236}">
                      <a16:creationId xmlns:a16="http://schemas.microsoft.com/office/drawing/2014/main" id="{073DB8B1-B35A-3BE8-F517-205E0B2D7727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3442891" y="2657045"/>
                  <a:ext cx="1850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7" name="Group 1216">
            <a:extLst>
              <a:ext uri="{FF2B5EF4-FFF2-40B4-BE49-F238E27FC236}">
                <a16:creationId xmlns:a16="http://schemas.microsoft.com/office/drawing/2014/main" id="{A6C60052-6332-5F9B-72B9-EE6BDF45F855}"/>
              </a:ext>
            </a:extLst>
          </p:cNvPr>
          <p:cNvGrpSpPr/>
          <p:nvPr/>
        </p:nvGrpSpPr>
        <p:grpSpPr>
          <a:xfrm>
            <a:off x="3566731" y="3600605"/>
            <a:ext cx="163440" cy="667440"/>
            <a:chOff x="3566731" y="3600605"/>
            <a:chExt cx="163440" cy="66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1205" name="Ink 1204">
                  <a:extLst>
                    <a:ext uri="{FF2B5EF4-FFF2-40B4-BE49-F238E27FC236}">
                      <a16:creationId xmlns:a16="http://schemas.microsoft.com/office/drawing/2014/main" id="{AAD0C629-CAF7-9ADF-6469-8A420B41962B}"/>
                    </a:ext>
                  </a:extLst>
                </p14:cNvPr>
                <p14:cNvContentPartPr/>
                <p14:nvPr/>
              </p14:nvContentPartPr>
              <p14:xfrm>
                <a:off x="3622531" y="3600605"/>
                <a:ext cx="25200" cy="277920"/>
              </p14:xfrm>
            </p:contentPart>
          </mc:Choice>
          <mc:Fallback>
            <p:pic>
              <p:nvPicPr>
                <p:cNvPr id="1205" name="Ink 1204">
                  <a:extLst>
                    <a:ext uri="{FF2B5EF4-FFF2-40B4-BE49-F238E27FC236}">
                      <a16:creationId xmlns:a16="http://schemas.microsoft.com/office/drawing/2014/main" id="{AAD0C629-CAF7-9ADF-6469-8A420B41962B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3604891" y="3582965"/>
                  <a:ext cx="608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1206" name="Ink 1205">
                  <a:extLst>
                    <a:ext uri="{FF2B5EF4-FFF2-40B4-BE49-F238E27FC236}">
                      <a16:creationId xmlns:a16="http://schemas.microsoft.com/office/drawing/2014/main" id="{26A64740-A605-567E-DCA8-2C3B00F67CB7}"/>
                    </a:ext>
                  </a:extLst>
                </p14:cNvPr>
                <p14:cNvContentPartPr/>
                <p14:nvPr/>
              </p14:nvContentPartPr>
              <p14:xfrm>
                <a:off x="3578251" y="3757565"/>
                <a:ext cx="151920" cy="102600"/>
              </p14:xfrm>
            </p:contentPart>
          </mc:Choice>
          <mc:Fallback>
            <p:pic>
              <p:nvPicPr>
                <p:cNvPr id="1206" name="Ink 1205">
                  <a:extLst>
                    <a:ext uri="{FF2B5EF4-FFF2-40B4-BE49-F238E27FC236}">
                      <a16:creationId xmlns:a16="http://schemas.microsoft.com/office/drawing/2014/main" id="{26A64740-A605-567E-DCA8-2C3B00F67CB7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3560611" y="3739925"/>
                  <a:ext cx="187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1207" name="Ink 1206">
                  <a:extLst>
                    <a:ext uri="{FF2B5EF4-FFF2-40B4-BE49-F238E27FC236}">
                      <a16:creationId xmlns:a16="http://schemas.microsoft.com/office/drawing/2014/main" id="{908530AE-6397-30C8-3216-74CCE6DEDF90}"/>
                    </a:ext>
                  </a:extLst>
                </p14:cNvPr>
                <p14:cNvContentPartPr/>
                <p14:nvPr/>
              </p14:nvContentPartPr>
              <p14:xfrm>
                <a:off x="3599491" y="4010645"/>
                <a:ext cx="60480" cy="257400"/>
              </p14:xfrm>
            </p:contentPart>
          </mc:Choice>
          <mc:Fallback>
            <p:pic>
              <p:nvPicPr>
                <p:cNvPr id="1207" name="Ink 1206">
                  <a:extLst>
                    <a:ext uri="{FF2B5EF4-FFF2-40B4-BE49-F238E27FC236}">
                      <a16:creationId xmlns:a16="http://schemas.microsoft.com/office/drawing/2014/main" id="{908530AE-6397-30C8-3216-74CCE6DEDF90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3581491" y="3992645"/>
                  <a:ext cx="961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1208" name="Ink 1207">
                  <a:extLst>
                    <a:ext uri="{FF2B5EF4-FFF2-40B4-BE49-F238E27FC236}">
                      <a16:creationId xmlns:a16="http://schemas.microsoft.com/office/drawing/2014/main" id="{18D888F4-D858-0F6F-CC27-EE7692C49786}"/>
                    </a:ext>
                  </a:extLst>
                </p14:cNvPr>
                <p14:cNvContentPartPr/>
                <p14:nvPr/>
              </p14:nvContentPartPr>
              <p14:xfrm>
                <a:off x="3566731" y="4024325"/>
                <a:ext cx="111240" cy="153360"/>
              </p14:xfrm>
            </p:contentPart>
          </mc:Choice>
          <mc:Fallback>
            <p:pic>
              <p:nvPicPr>
                <p:cNvPr id="1208" name="Ink 1207">
                  <a:extLst>
                    <a:ext uri="{FF2B5EF4-FFF2-40B4-BE49-F238E27FC236}">
                      <a16:creationId xmlns:a16="http://schemas.microsoft.com/office/drawing/2014/main" id="{18D888F4-D858-0F6F-CC27-EE7692C4978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3548731" y="4006325"/>
                  <a:ext cx="14688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6" name="Group 1215">
            <a:extLst>
              <a:ext uri="{FF2B5EF4-FFF2-40B4-BE49-F238E27FC236}">
                <a16:creationId xmlns:a16="http://schemas.microsoft.com/office/drawing/2014/main" id="{50C27446-3C20-E307-3485-C468F250E501}"/>
              </a:ext>
            </a:extLst>
          </p:cNvPr>
          <p:cNvGrpSpPr/>
          <p:nvPr/>
        </p:nvGrpSpPr>
        <p:grpSpPr>
          <a:xfrm>
            <a:off x="3552691" y="4812005"/>
            <a:ext cx="173160" cy="677880"/>
            <a:chOff x="3552691" y="4812005"/>
            <a:chExt cx="173160" cy="67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1209" name="Ink 1208">
                  <a:extLst>
                    <a:ext uri="{FF2B5EF4-FFF2-40B4-BE49-F238E27FC236}">
                      <a16:creationId xmlns:a16="http://schemas.microsoft.com/office/drawing/2014/main" id="{8377E767-FA3A-8C34-C376-1A765F727F72}"/>
                    </a:ext>
                  </a:extLst>
                </p14:cNvPr>
                <p14:cNvContentPartPr/>
                <p14:nvPr/>
              </p14:nvContentPartPr>
              <p14:xfrm>
                <a:off x="3598411" y="4812005"/>
                <a:ext cx="24480" cy="304560"/>
              </p14:xfrm>
            </p:contentPart>
          </mc:Choice>
          <mc:Fallback>
            <p:pic>
              <p:nvPicPr>
                <p:cNvPr id="1209" name="Ink 1208">
                  <a:extLst>
                    <a:ext uri="{FF2B5EF4-FFF2-40B4-BE49-F238E27FC236}">
                      <a16:creationId xmlns:a16="http://schemas.microsoft.com/office/drawing/2014/main" id="{8377E767-FA3A-8C34-C376-1A765F727F72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3580771" y="4794365"/>
                  <a:ext cx="6012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1210" name="Ink 1209">
                  <a:extLst>
                    <a:ext uri="{FF2B5EF4-FFF2-40B4-BE49-F238E27FC236}">
                      <a16:creationId xmlns:a16="http://schemas.microsoft.com/office/drawing/2014/main" id="{2E53D14E-EDF1-A58A-2E39-CEB788325C95}"/>
                    </a:ext>
                  </a:extLst>
                </p14:cNvPr>
                <p14:cNvContentPartPr/>
                <p14:nvPr/>
              </p14:nvContentPartPr>
              <p14:xfrm>
                <a:off x="3552691" y="4987685"/>
                <a:ext cx="151200" cy="136080"/>
              </p14:xfrm>
            </p:contentPart>
          </mc:Choice>
          <mc:Fallback>
            <p:pic>
              <p:nvPicPr>
                <p:cNvPr id="1210" name="Ink 1209">
                  <a:extLst>
                    <a:ext uri="{FF2B5EF4-FFF2-40B4-BE49-F238E27FC236}">
                      <a16:creationId xmlns:a16="http://schemas.microsoft.com/office/drawing/2014/main" id="{2E53D14E-EDF1-A58A-2E39-CEB788325C95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3534691" y="4970045"/>
                  <a:ext cx="1868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1211" name="Ink 1210">
                  <a:extLst>
                    <a:ext uri="{FF2B5EF4-FFF2-40B4-BE49-F238E27FC236}">
                      <a16:creationId xmlns:a16="http://schemas.microsoft.com/office/drawing/2014/main" id="{4F37608B-8981-A6A6-00B4-61D0F6B8001B}"/>
                    </a:ext>
                  </a:extLst>
                </p14:cNvPr>
                <p14:cNvContentPartPr/>
                <p14:nvPr/>
              </p14:nvContentPartPr>
              <p14:xfrm>
                <a:off x="3652771" y="5282525"/>
                <a:ext cx="21600" cy="207360"/>
              </p14:xfrm>
            </p:contentPart>
          </mc:Choice>
          <mc:Fallback>
            <p:pic>
              <p:nvPicPr>
                <p:cNvPr id="1211" name="Ink 1210">
                  <a:extLst>
                    <a:ext uri="{FF2B5EF4-FFF2-40B4-BE49-F238E27FC236}">
                      <a16:creationId xmlns:a16="http://schemas.microsoft.com/office/drawing/2014/main" id="{4F37608B-8981-A6A6-00B4-61D0F6B8001B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634771" y="5264885"/>
                  <a:ext cx="572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1212" name="Ink 1211">
                  <a:extLst>
                    <a:ext uri="{FF2B5EF4-FFF2-40B4-BE49-F238E27FC236}">
                      <a16:creationId xmlns:a16="http://schemas.microsoft.com/office/drawing/2014/main" id="{628754A4-85DE-36F7-B5ED-878567D97519}"/>
                    </a:ext>
                  </a:extLst>
                </p14:cNvPr>
                <p14:cNvContentPartPr/>
                <p14:nvPr/>
              </p14:nvContentPartPr>
              <p14:xfrm>
                <a:off x="3608491" y="5326085"/>
                <a:ext cx="117360" cy="95760"/>
              </p14:xfrm>
            </p:contentPart>
          </mc:Choice>
          <mc:Fallback>
            <p:pic>
              <p:nvPicPr>
                <p:cNvPr id="1212" name="Ink 1211">
                  <a:extLst>
                    <a:ext uri="{FF2B5EF4-FFF2-40B4-BE49-F238E27FC236}">
                      <a16:creationId xmlns:a16="http://schemas.microsoft.com/office/drawing/2014/main" id="{628754A4-85DE-36F7-B5ED-878567D97519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3590491" y="5308445"/>
                  <a:ext cx="15300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5" name="Group 1214">
            <a:extLst>
              <a:ext uri="{FF2B5EF4-FFF2-40B4-BE49-F238E27FC236}">
                <a16:creationId xmlns:a16="http://schemas.microsoft.com/office/drawing/2014/main" id="{42F94240-2CF5-D4B8-63D9-DF98AC1570D1}"/>
              </a:ext>
            </a:extLst>
          </p:cNvPr>
          <p:cNvGrpSpPr/>
          <p:nvPr/>
        </p:nvGrpSpPr>
        <p:grpSpPr>
          <a:xfrm>
            <a:off x="3535771" y="5904245"/>
            <a:ext cx="127080" cy="486360"/>
            <a:chOff x="3535771" y="5904245"/>
            <a:chExt cx="127080" cy="48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1213" name="Ink 1212">
                  <a:extLst>
                    <a:ext uri="{FF2B5EF4-FFF2-40B4-BE49-F238E27FC236}">
                      <a16:creationId xmlns:a16="http://schemas.microsoft.com/office/drawing/2014/main" id="{D34E0EB7-FD39-7311-8AE6-48DF25F7E574}"/>
                    </a:ext>
                  </a:extLst>
                </p14:cNvPr>
                <p14:cNvContentPartPr/>
                <p14:nvPr/>
              </p14:nvContentPartPr>
              <p14:xfrm>
                <a:off x="3603091" y="5904245"/>
                <a:ext cx="11520" cy="357840"/>
              </p14:xfrm>
            </p:contentPart>
          </mc:Choice>
          <mc:Fallback>
            <p:pic>
              <p:nvPicPr>
                <p:cNvPr id="1213" name="Ink 1212">
                  <a:extLst>
                    <a:ext uri="{FF2B5EF4-FFF2-40B4-BE49-F238E27FC236}">
                      <a16:creationId xmlns:a16="http://schemas.microsoft.com/office/drawing/2014/main" id="{D34E0EB7-FD39-7311-8AE6-48DF25F7E574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3585451" y="5886245"/>
                  <a:ext cx="471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1214" name="Ink 1213">
                  <a:extLst>
                    <a:ext uri="{FF2B5EF4-FFF2-40B4-BE49-F238E27FC236}">
                      <a16:creationId xmlns:a16="http://schemas.microsoft.com/office/drawing/2014/main" id="{1D87A3B6-4C8E-92EF-F0A6-01A2587A9FC4}"/>
                    </a:ext>
                  </a:extLst>
                </p14:cNvPr>
                <p14:cNvContentPartPr/>
                <p14:nvPr/>
              </p14:nvContentPartPr>
              <p14:xfrm>
                <a:off x="3535771" y="6236165"/>
                <a:ext cx="127080" cy="154440"/>
              </p14:xfrm>
            </p:contentPart>
          </mc:Choice>
          <mc:Fallback>
            <p:pic>
              <p:nvPicPr>
                <p:cNvPr id="1214" name="Ink 1213">
                  <a:extLst>
                    <a:ext uri="{FF2B5EF4-FFF2-40B4-BE49-F238E27FC236}">
                      <a16:creationId xmlns:a16="http://schemas.microsoft.com/office/drawing/2014/main" id="{1D87A3B6-4C8E-92EF-F0A6-01A2587A9FC4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3517771" y="6218165"/>
                  <a:ext cx="16272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3" name="Group 1222">
            <a:extLst>
              <a:ext uri="{FF2B5EF4-FFF2-40B4-BE49-F238E27FC236}">
                <a16:creationId xmlns:a16="http://schemas.microsoft.com/office/drawing/2014/main" id="{4DBF4AD0-5D92-E2F4-9783-3AD7E1521113}"/>
              </a:ext>
            </a:extLst>
          </p:cNvPr>
          <p:cNvGrpSpPr/>
          <p:nvPr/>
        </p:nvGrpSpPr>
        <p:grpSpPr>
          <a:xfrm>
            <a:off x="4282771" y="3559205"/>
            <a:ext cx="652320" cy="843120"/>
            <a:chOff x="4282771" y="3559205"/>
            <a:chExt cx="652320" cy="84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1219" name="Ink 1218">
                  <a:extLst>
                    <a:ext uri="{FF2B5EF4-FFF2-40B4-BE49-F238E27FC236}">
                      <a16:creationId xmlns:a16="http://schemas.microsoft.com/office/drawing/2014/main" id="{1E08A99E-BF97-1E84-1C27-5848C3D7D0E1}"/>
                    </a:ext>
                  </a:extLst>
                </p14:cNvPr>
                <p14:cNvContentPartPr/>
                <p14:nvPr/>
              </p14:nvContentPartPr>
              <p14:xfrm>
                <a:off x="4282771" y="3727685"/>
                <a:ext cx="214200" cy="277560"/>
              </p14:xfrm>
            </p:contentPart>
          </mc:Choice>
          <mc:Fallback>
            <p:pic>
              <p:nvPicPr>
                <p:cNvPr id="1219" name="Ink 1218">
                  <a:extLst>
                    <a:ext uri="{FF2B5EF4-FFF2-40B4-BE49-F238E27FC236}">
                      <a16:creationId xmlns:a16="http://schemas.microsoft.com/office/drawing/2014/main" id="{1E08A99E-BF97-1E84-1C27-5848C3D7D0E1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4264771" y="3709685"/>
                  <a:ext cx="2498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1220" name="Ink 1219">
                  <a:extLst>
                    <a:ext uri="{FF2B5EF4-FFF2-40B4-BE49-F238E27FC236}">
                      <a16:creationId xmlns:a16="http://schemas.microsoft.com/office/drawing/2014/main" id="{CE7E5B44-243D-88A6-A8B1-EA69FF43C2E1}"/>
                    </a:ext>
                  </a:extLst>
                </p14:cNvPr>
                <p14:cNvContentPartPr/>
                <p14:nvPr/>
              </p14:nvContentPartPr>
              <p14:xfrm>
                <a:off x="4502731" y="3559205"/>
                <a:ext cx="192960" cy="265680"/>
              </p14:xfrm>
            </p:contentPart>
          </mc:Choice>
          <mc:Fallback>
            <p:pic>
              <p:nvPicPr>
                <p:cNvPr id="1220" name="Ink 1219">
                  <a:extLst>
                    <a:ext uri="{FF2B5EF4-FFF2-40B4-BE49-F238E27FC236}">
                      <a16:creationId xmlns:a16="http://schemas.microsoft.com/office/drawing/2014/main" id="{CE7E5B44-243D-88A6-A8B1-EA69FF43C2E1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4484731" y="3541205"/>
                  <a:ext cx="2286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1221" name="Ink 1220">
                  <a:extLst>
                    <a:ext uri="{FF2B5EF4-FFF2-40B4-BE49-F238E27FC236}">
                      <a16:creationId xmlns:a16="http://schemas.microsoft.com/office/drawing/2014/main" id="{2ECF2790-9A52-E63B-60A3-D0EDA262A2BB}"/>
                    </a:ext>
                  </a:extLst>
                </p14:cNvPr>
                <p14:cNvContentPartPr/>
                <p14:nvPr/>
              </p14:nvContentPartPr>
              <p14:xfrm>
                <a:off x="4353691" y="3870605"/>
                <a:ext cx="581400" cy="347760"/>
              </p14:xfrm>
            </p:contentPart>
          </mc:Choice>
          <mc:Fallback>
            <p:pic>
              <p:nvPicPr>
                <p:cNvPr id="1221" name="Ink 1220">
                  <a:extLst>
                    <a:ext uri="{FF2B5EF4-FFF2-40B4-BE49-F238E27FC236}">
                      <a16:creationId xmlns:a16="http://schemas.microsoft.com/office/drawing/2014/main" id="{2ECF2790-9A52-E63B-60A3-D0EDA262A2BB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4336051" y="3852605"/>
                  <a:ext cx="61704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1222" name="Ink 1221">
                  <a:extLst>
                    <a:ext uri="{FF2B5EF4-FFF2-40B4-BE49-F238E27FC236}">
                      <a16:creationId xmlns:a16="http://schemas.microsoft.com/office/drawing/2014/main" id="{F8BE0D4F-D432-8177-EAAB-1B55E93A6FB2}"/>
                    </a:ext>
                  </a:extLst>
                </p14:cNvPr>
                <p14:cNvContentPartPr/>
                <p14:nvPr/>
              </p14:nvContentPartPr>
              <p14:xfrm>
                <a:off x="4723771" y="4153205"/>
                <a:ext cx="180000" cy="249120"/>
              </p14:xfrm>
            </p:contentPart>
          </mc:Choice>
          <mc:Fallback>
            <p:pic>
              <p:nvPicPr>
                <p:cNvPr id="1222" name="Ink 1221">
                  <a:extLst>
                    <a:ext uri="{FF2B5EF4-FFF2-40B4-BE49-F238E27FC236}">
                      <a16:creationId xmlns:a16="http://schemas.microsoft.com/office/drawing/2014/main" id="{F8BE0D4F-D432-8177-EAAB-1B55E93A6FB2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4706131" y="4135565"/>
                  <a:ext cx="215640" cy="28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48608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94ED-FBB6-2E28-4F4B-A33B46B3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54B10-14E8-6085-6B44-318332EE75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9DD6D28-411B-7921-C401-50B81EDB30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F52220B1-C1B5-6B2D-19D9-F087E6DA9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0723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3A222F58-69F6-1345-1047-7E3081BF74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DEE6DAD-7440-7001-B053-CB37609D56D0}"/>
                  </a:ext>
                </a:extLst>
              </p14:cNvPr>
              <p14:cNvContentPartPr/>
              <p14:nvPr/>
            </p14:nvContentPartPr>
            <p14:xfrm>
              <a:off x="5504251" y="6190704"/>
              <a:ext cx="87120" cy="144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DEE6DAD-7440-7001-B053-CB37609D56D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6611" y="6173064"/>
                <a:ext cx="12276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E570AC0-99B9-E69F-E2D7-EAFEF13A5744}"/>
                  </a:ext>
                </a:extLst>
              </p14:cNvPr>
              <p14:cNvContentPartPr/>
              <p14:nvPr/>
            </p14:nvContentPartPr>
            <p14:xfrm>
              <a:off x="6514411" y="6180264"/>
              <a:ext cx="131040" cy="1778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E570AC0-99B9-E69F-E2D7-EAFEF13A574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96411" y="6162264"/>
                <a:ext cx="166680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556719F-A9DA-08CD-A3A0-7E83F16CC479}"/>
                  </a:ext>
                </a:extLst>
              </p14:cNvPr>
              <p14:cNvContentPartPr/>
              <p14:nvPr/>
            </p14:nvContentPartPr>
            <p14:xfrm>
              <a:off x="7602691" y="6136704"/>
              <a:ext cx="102600" cy="1684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556719F-A9DA-08CD-A3A0-7E83F16CC47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584691" y="6119064"/>
                <a:ext cx="138240" cy="20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19B0B247-E349-F5C2-BCD5-91E39817DFE7}"/>
              </a:ext>
            </a:extLst>
          </p:cNvPr>
          <p:cNvGrpSpPr/>
          <p:nvPr/>
        </p:nvGrpSpPr>
        <p:grpSpPr>
          <a:xfrm>
            <a:off x="8324491" y="6155784"/>
            <a:ext cx="415080" cy="307080"/>
            <a:chOff x="8324491" y="6155784"/>
            <a:chExt cx="41508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CC42EDA-0B3E-2809-446F-8D889A5AD565}"/>
                    </a:ext>
                  </a:extLst>
                </p14:cNvPr>
                <p14:cNvContentPartPr/>
                <p14:nvPr/>
              </p14:nvContentPartPr>
              <p14:xfrm>
                <a:off x="8324491" y="6261264"/>
                <a:ext cx="141120" cy="201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CC42EDA-0B3E-2809-446F-8D889A5AD5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06491" y="6243624"/>
                  <a:ext cx="1767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134F8F9-260E-C120-C807-710ED4CFF7DC}"/>
                    </a:ext>
                  </a:extLst>
                </p14:cNvPr>
                <p14:cNvContentPartPr/>
                <p14:nvPr/>
              </p14:nvContentPartPr>
              <p14:xfrm>
                <a:off x="8557051" y="6155784"/>
                <a:ext cx="182520" cy="186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134F8F9-260E-C120-C807-710ED4CFF7D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39411" y="6137784"/>
                  <a:ext cx="218160" cy="22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160093A-824D-A2EA-AFB4-FDFFE510C6BC}"/>
                  </a:ext>
                </a:extLst>
              </p14:cNvPr>
              <p14:cNvContentPartPr/>
              <p14:nvPr/>
            </p14:nvContentPartPr>
            <p14:xfrm>
              <a:off x="5455291" y="2381544"/>
              <a:ext cx="129600" cy="1638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160093A-824D-A2EA-AFB4-FDFFE510C6B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437651" y="2363544"/>
                <a:ext cx="16524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881F362-544A-0C0C-2E74-EA6AD82CAFC0}"/>
                  </a:ext>
                </a:extLst>
              </p14:cNvPr>
              <p14:cNvContentPartPr/>
              <p14:nvPr/>
            </p14:nvContentPartPr>
            <p14:xfrm>
              <a:off x="6481651" y="2391984"/>
              <a:ext cx="164160" cy="1605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881F362-544A-0C0C-2E74-EA6AD82CAFC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464011" y="2374344"/>
                <a:ext cx="199800" cy="19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56DB7CA-A652-458F-60B1-718A8D0268BB}"/>
                  </a:ext>
                </a:extLst>
              </p14:cNvPr>
              <p14:cNvContentPartPr/>
              <p14:nvPr/>
            </p14:nvContentPartPr>
            <p14:xfrm>
              <a:off x="7446451" y="2402064"/>
              <a:ext cx="204120" cy="1209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56DB7CA-A652-458F-60B1-718A8D0268B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428451" y="2384424"/>
                <a:ext cx="239760" cy="15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30E754DA-159B-9B76-0E84-F53B5D9606B1}"/>
              </a:ext>
            </a:extLst>
          </p:cNvPr>
          <p:cNvGrpSpPr/>
          <p:nvPr/>
        </p:nvGrpSpPr>
        <p:grpSpPr>
          <a:xfrm>
            <a:off x="7960891" y="2238624"/>
            <a:ext cx="430920" cy="295560"/>
            <a:chOff x="7960891" y="2238624"/>
            <a:chExt cx="43092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6B1ADA3-02C2-A827-5651-754A8BEF848E}"/>
                    </a:ext>
                  </a:extLst>
                </p14:cNvPr>
                <p14:cNvContentPartPr/>
                <p14:nvPr/>
              </p14:nvContentPartPr>
              <p14:xfrm>
                <a:off x="7960891" y="2278944"/>
                <a:ext cx="204480" cy="255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6B1ADA3-02C2-A827-5651-754A8BEF848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43251" y="2261304"/>
                  <a:ext cx="2401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12CC91C-5CEC-5DC7-0F0E-046A64ED8DA7}"/>
                    </a:ext>
                  </a:extLst>
                </p14:cNvPr>
                <p14:cNvContentPartPr/>
                <p14:nvPr/>
              </p14:nvContentPartPr>
              <p14:xfrm>
                <a:off x="8242411" y="2238624"/>
                <a:ext cx="149400" cy="142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12CC91C-5CEC-5DC7-0F0E-046A64ED8DA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224411" y="2220624"/>
                  <a:ext cx="185040" cy="17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08E3585-5A43-7E15-08B0-1FDE1866F7AB}"/>
              </a:ext>
            </a:extLst>
          </p:cNvPr>
          <p:cNvGrpSpPr/>
          <p:nvPr/>
        </p:nvGrpSpPr>
        <p:grpSpPr>
          <a:xfrm>
            <a:off x="6649411" y="2060784"/>
            <a:ext cx="500760" cy="301680"/>
            <a:chOff x="6649411" y="2060784"/>
            <a:chExt cx="50076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E792895-E690-E121-111F-8C5EE4C80381}"/>
                    </a:ext>
                  </a:extLst>
                </p14:cNvPr>
                <p14:cNvContentPartPr/>
                <p14:nvPr/>
              </p14:nvContentPartPr>
              <p14:xfrm>
                <a:off x="6649411" y="2120544"/>
                <a:ext cx="303120" cy="135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E792895-E690-E121-111F-8C5EE4C803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631411" y="2102904"/>
                  <a:ext cx="338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A55BBF5-4C57-CF8B-4909-1E489DE8AC29}"/>
                    </a:ext>
                  </a:extLst>
                </p14:cNvPr>
                <p14:cNvContentPartPr/>
                <p14:nvPr/>
              </p14:nvContentPartPr>
              <p14:xfrm>
                <a:off x="6948571" y="2221704"/>
                <a:ext cx="76680" cy="140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A55BBF5-4C57-CF8B-4909-1E489DE8AC2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930931" y="2203704"/>
                  <a:ext cx="1123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87A875F-003D-28D9-5BA9-1717BF750B5A}"/>
                    </a:ext>
                  </a:extLst>
                </p14:cNvPr>
                <p14:cNvContentPartPr/>
                <p14:nvPr/>
              </p14:nvContentPartPr>
              <p14:xfrm>
                <a:off x="7027051" y="2060784"/>
                <a:ext cx="123120" cy="136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87A875F-003D-28D9-5BA9-1717BF750B5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009411" y="2043144"/>
                  <a:ext cx="15876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DA9B782-218D-2104-CF59-742811E07679}"/>
              </a:ext>
            </a:extLst>
          </p:cNvPr>
          <p:cNvGrpSpPr/>
          <p:nvPr/>
        </p:nvGrpSpPr>
        <p:grpSpPr>
          <a:xfrm>
            <a:off x="5725291" y="2163744"/>
            <a:ext cx="368280" cy="223200"/>
            <a:chOff x="5725291" y="2163744"/>
            <a:chExt cx="368280" cy="22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49562D5-42AB-6F81-2B26-51C0663BCECF}"/>
                    </a:ext>
                  </a:extLst>
                </p14:cNvPr>
                <p14:cNvContentPartPr/>
                <p14:nvPr/>
              </p14:nvContentPartPr>
              <p14:xfrm>
                <a:off x="5725291" y="2208024"/>
                <a:ext cx="221760" cy="178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49562D5-42AB-6F81-2B26-51C0663BCEC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707291" y="2190024"/>
                  <a:ext cx="2574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8570999-E02C-7722-E57D-722CE144A7B1}"/>
                    </a:ext>
                  </a:extLst>
                </p14:cNvPr>
                <p14:cNvContentPartPr/>
                <p14:nvPr/>
              </p14:nvContentPartPr>
              <p14:xfrm>
                <a:off x="5951011" y="2163744"/>
                <a:ext cx="142560" cy="109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8570999-E02C-7722-E57D-722CE144A7B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933371" y="2146104"/>
                  <a:ext cx="17820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EA7EFF2-C841-1A86-573A-4406695FB483}"/>
              </a:ext>
            </a:extLst>
          </p:cNvPr>
          <p:cNvGrpSpPr/>
          <p:nvPr/>
        </p:nvGrpSpPr>
        <p:grpSpPr>
          <a:xfrm>
            <a:off x="4956691" y="3057984"/>
            <a:ext cx="995040" cy="795600"/>
            <a:chOff x="4956691" y="3057984"/>
            <a:chExt cx="995040" cy="79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DC56614-3672-9C32-BF8F-0F5DBFDFD2FB}"/>
                    </a:ext>
                  </a:extLst>
                </p14:cNvPr>
                <p14:cNvContentPartPr/>
                <p14:nvPr/>
              </p14:nvContentPartPr>
              <p14:xfrm>
                <a:off x="4956691" y="3306744"/>
                <a:ext cx="167040" cy="273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DC56614-3672-9C32-BF8F-0F5DBFDFD2F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939051" y="3288744"/>
                  <a:ext cx="2026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BB25402-CCAD-491C-DF3F-90155DF3AF23}"/>
                    </a:ext>
                  </a:extLst>
                </p14:cNvPr>
                <p14:cNvContentPartPr/>
                <p14:nvPr/>
              </p14:nvContentPartPr>
              <p14:xfrm>
                <a:off x="5191051" y="3339504"/>
                <a:ext cx="48960" cy="97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BB25402-CCAD-491C-DF3F-90155DF3AF2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173411" y="3321504"/>
                  <a:ext cx="846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0255295-ABF0-9C60-C430-57A7655F5E98}"/>
                    </a:ext>
                  </a:extLst>
                </p14:cNvPr>
                <p14:cNvContentPartPr/>
                <p14:nvPr/>
              </p14:nvContentPartPr>
              <p14:xfrm>
                <a:off x="5272771" y="3376224"/>
                <a:ext cx="37080" cy="49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0255295-ABF0-9C60-C430-57A7655F5E9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254771" y="3358584"/>
                  <a:ext cx="727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E47FE5B-F19E-F503-71CE-B4DB8C5F03C7}"/>
                    </a:ext>
                  </a:extLst>
                </p14:cNvPr>
                <p14:cNvContentPartPr/>
                <p14:nvPr/>
              </p14:nvContentPartPr>
              <p14:xfrm>
                <a:off x="5310571" y="3155904"/>
                <a:ext cx="120600" cy="198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E47FE5B-F19E-F503-71CE-B4DB8C5F03C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292931" y="3138264"/>
                  <a:ext cx="1562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95C70C9-E935-6BEE-F905-4B5FF41BBD40}"/>
                    </a:ext>
                  </a:extLst>
                </p14:cNvPr>
                <p14:cNvContentPartPr/>
                <p14:nvPr/>
              </p14:nvContentPartPr>
              <p14:xfrm>
                <a:off x="5294731" y="3193344"/>
                <a:ext cx="40320" cy="61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95C70C9-E935-6BEE-F905-4B5FF41BBD4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277091" y="3175704"/>
                  <a:ext cx="75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0827174-0294-3AC1-7E1B-4D0407AE6141}"/>
                    </a:ext>
                  </a:extLst>
                </p14:cNvPr>
                <p14:cNvContentPartPr/>
                <p14:nvPr/>
              </p14:nvContentPartPr>
              <p14:xfrm>
                <a:off x="5421091" y="3330504"/>
                <a:ext cx="46080" cy="50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0827174-0294-3AC1-7E1B-4D0407AE614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403451" y="3312864"/>
                  <a:ext cx="817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FE53DDB-F481-32CA-5B73-705286B0DD4E}"/>
                    </a:ext>
                  </a:extLst>
                </p14:cNvPr>
                <p14:cNvContentPartPr/>
                <p14:nvPr/>
              </p14:nvContentPartPr>
              <p14:xfrm>
                <a:off x="5473651" y="3116304"/>
                <a:ext cx="84240" cy="161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FE53DDB-F481-32CA-5B73-705286B0DD4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455651" y="3098664"/>
                  <a:ext cx="119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71D2FEB-E3E1-E6ED-E693-F54188281596}"/>
                    </a:ext>
                  </a:extLst>
                </p14:cNvPr>
                <p14:cNvContentPartPr/>
                <p14:nvPr/>
              </p14:nvContentPartPr>
              <p14:xfrm>
                <a:off x="5484811" y="3057984"/>
                <a:ext cx="147960" cy="95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71D2FEB-E3E1-E6ED-E693-F5418828159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466811" y="3040344"/>
                  <a:ext cx="1836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65B6E46-BEAF-60D1-1B8A-D77EC86EC235}"/>
                    </a:ext>
                  </a:extLst>
                </p14:cNvPr>
                <p14:cNvContentPartPr/>
                <p14:nvPr/>
              </p14:nvContentPartPr>
              <p14:xfrm>
                <a:off x="5167651" y="3710664"/>
                <a:ext cx="169920" cy="142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65B6E46-BEAF-60D1-1B8A-D77EC86EC2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150011" y="3692664"/>
                  <a:ext cx="2055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2670BD2-EFE1-30CA-8A64-CE1202BA47E9}"/>
                    </a:ext>
                  </a:extLst>
                </p14:cNvPr>
                <p14:cNvContentPartPr/>
                <p14:nvPr/>
              </p14:nvContentPartPr>
              <p14:xfrm>
                <a:off x="5407771" y="3643344"/>
                <a:ext cx="27360" cy="41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2670BD2-EFE1-30CA-8A64-CE1202BA47E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390131" y="3625704"/>
                  <a:ext cx="630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76C7014-597D-E8C9-E9A5-B76E9593B227}"/>
                    </a:ext>
                  </a:extLst>
                </p14:cNvPr>
                <p14:cNvContentPartPr/>
                <p14:nvPr/>
              </p14:nvContentPartPr>
              <p14:xfrm>
                <a:off x="5469691" y="3665664"/>
                <a:ext cx="47160" cy="52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76C7014-597D-E8C9-E9A5-B76E9593B22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452051" y="3647664"/>
                  <a:ext cx="82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988CC1-D30C-82FB-728E-0704DB04CF34}"/>
                    </a:ext>
                  </a:extLst>
                </p14:cNvPr>
                <p14:cNvContentPartPr/>
                <p14:nvPr/>
              </p14:nvContentPartPr>
              <p14:xfrm>
                <a:off x="5522971" y="3492504"/>
                <a:ext cx="124920" cy="220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988CC1-D30C-82FB-728E-0704DB04CF3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504971" y="3474504"/>
                  <a:ext cx="1605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A4CAF73-FAC3-40AB-04F8-BD18F7D1E016}"/>
                    </a:ext>
                  </a:extLst>
                </p14:cNvPr>
                <p14:cNvContentPartPr/>
                <p14:nvPr/>
              </p14:nvContentPartPr>
              <p14:xfrm>
                <a:off x="5535931" y="3483144"/>
                <a:ext cx="63360" cy="69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A4CAF73-FAC3-40AB-04F8-BD18F7D1E01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517931" y="3465504"/>
                  <a:ext cx="990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5B0150-C266-3C63-4544-7A7FB45B1138}"/>
                    </a:ext>
                  </a:extLst>
                </p14:cNvPr>
                <p14:cNvContentPartPr/>
                <p14:nvPr/>
              </p14:nvContentPartPr>
              <p14:xfrm>
                <a:off x="5669131" y="3605544"/>
                <a:ext cx="28080" cy="52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5B0150-C266-3C63-4544-7A7FB45B113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651131" y="3587904"/>
                  <a:ext cx="637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3C493C8-33B0-D7AB-BD07-3F51BFE17326}"/>
                    </a:ext>
                  </a:extLst>
                </p14:cNvPr>
                <p14:cNvContentPartPr/>
                <p14:nvPr/>
              </p14:nvContentPartPr>
              <p14:xfrm>
                <a:off x="5679211" y="3388464"/>
                <a:ext cx="129240" cy="173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3C493C8-33B0-D7AB-BD07-3F51BFE1732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661211" y="3370824"/>
                  <a:ext cx="1648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4750BE1-B8A8-C0F8-BF71-F11A5A313C9F}"/>
                    </a:ext>
                  </a:extLst>
                </p14:cNvPr>
                <p14:cNvContentPartPr/>
                <p14:nvPr/>
              </p14:nvContentPartPr>
              <p14:xfrm>
                <a:off x="5777491" y="3327264"/>
                <a:ext cx="107280" cy="103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4750BE1-B8A8-C0F8-BF71-F11A5A313C9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759491" y="3309264"/>
                  <a:ext cx="142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6BF63EE-E566-F184-A352-3068F72D948E}"/>
                    </a:ext>
                  </a:extLst>
                </p14:cNvPr>
                <p14:cNvContentPartPr/>
                <p14:nvPr/>
              </p14:nvContentPartPr>
              <p14:xfrm>
                <a:off x="5948851" y="3344544"/>
                <a:ext cx="2880" cy="3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6BF63EE-E566-F184-A352-3068F72D948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931211" y="3326544"/>
                  <a:ext cx="3852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79A4D21-F6BC-B1F3-E55F-BC29B7D76EE9}"/>
              </a:ext>
            </a:extLst>
          </p:cNvPr>
          <p:cNvGrpSpPr/>
          <p:nvPr/>
        </p:nvGrpSpPr>
        <p:grpSpPr>
          <a:xfrm>
            <a:off x="6227491" y="2722824"/>
            <a:ext cx="656280" cy="697680"/>
            <a:chOff x="6227491" y="2722824"/>
            <a:chExt cx="656280" cy="69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4014A13-EBD7-78B8-2607-7477F61CA257}"/>
                    </a:ext>
                  </a:extLst>
                </p14:cNvPr>
                <p14:cNvContentPartPr/>
                <p14:nvPr/>
              </p14:nvContentPartPr>
              <p14:xfrm>
                <a:off x="6227491" y="2856024"/>
                <a:ext cx="142920" cy="162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4014A13-EBD7-78B8-2607-7477F61CA25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209491" y="2838384"/>
                  <a:ext cx="1785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1A758E8-D1FA-CA99-4659-0C87D4C28CBC}"/>
                    </a:ext>
                  </a:extLst>
                </p14:cNvPr>
                <p14:cNvContentPartPr/>
                <p14:nvPr/>
              </p14:nvContentPartPr>
              <p14:xfrm>
                <a:off x="6373651" y="2722824"/>
                <a:ext cx="124920" cy="165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1A758E8-D1FA-CA99-4659-0C87D4C28CB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355651" y="2704824"/>
                  <a:ext cx="160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8B5EC6-030D-2A64-FB1D-F98D090FC077}"/>
                    </a:ext>
                  </a:extLst>
                </p14:cNvPr>
                <p14:cNvContentPartPr/>
                <p14:nvPr/>
              </p14:nvContentPartPr>
              <p14:xfrm>
                <a:off x="6286531" y="2808144"/>
                <a:ext cx="551520" cy="378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8B5EC6-030D-2A64-FB1D-F98D090FC07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68891" y="2790144"/>
                  <a:ext cx="58716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3C57D10-CBDB-7BCF-E7FF-099D2D57CDB5}"/>
                    </a:ext>
                  </a:extLst>
                </p14:cNvPr>
                <p14:cNvContentPartPr/>
                <p14:nvPr/>
              </p14:nvContentPartPr>
              <p14:xfrm>
                <a:off x="6501091" y="3132504"/>
                <a:ext cx="217080" cy="150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3C57D10-CBDB-7BCF-E7FF-099D2D57CDB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483091" y="3114864"/>
                  <a:ext cx="2527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8BF489A-54D3-E2C2-1579-07CCBC4D3BDB}"/>
                    </a:ext>
                  </a:extLst>
                </p14:cNvPr>
                <p14:cNvContentPartPr/>
                <p14:nvPr/>
              </p14:nvContentPartPr>
              <p14:xfrm>
                <a:off x="6681451" y="3032784"/>
                <a:ext cx="106920" cy="13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8BF489A-54D3-E2C2-1579-07CCBC4D3BD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663811" y="3015144"/>
                  <a:ext cx="1425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4210203-BF2D-E1EF-C9EE-172D8D9E8824}"/>
                    </a:ext>
                  </a:extLst>
                </p14:cNvPr>
                <p14:cNvContentPartPr/>
                <p14:nvPr/>
              </p14:nvContentPartPr>
              <p14:xfrm>
                <a:off x="6763891" y="3015144"/>
                <a:ext cx="119880" cy="99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4210203-BF2D-E1EF-C9EE-172D8D9E882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745891" y="2997504"/>
                  <a:ext cx="1555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DE799B4-5BE8-070D-31C3-7BF4C4856D1C}"/>
                    </a:ext>
                  </a:extLst>
                </p14:cNvPr>
                <p14:cNvContentPartPr/>
                <p14:nvPr/>
              </p14:nvContentPartPr>
              <p14:xfrm>
                <a:off x="6487411" y="3297024"/>
                <a:ext cx="187200" cy="123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DE799B4-5BE8-070D-31C3-7BF4C4856D1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469411" y="3279384"/>
                  <a:ext cx="222840" cy="15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A8059F6D-0B5D-CE5F-81AB-3AA5F8DCE408}"/>
                  </a:ext>
                </a:extLst>
              </p14:cNvPr>
              <p14:cNvContentPartPr/>
              <p14:nvPr/>
            </p14:nvContentPartPr>
            <p14:xfrm>
              <a:off x="6474811" y="4254984"/>
              <a:ext cx="210960" cy="1504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A8059F6D-0B5D-CE5F-81AB-3AA5F8DCE408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6456811" y="4236984"/>
                <a:ext cx="24660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AC686B6-902E-FA8B-1847-4A5B6C32C230}"/>
                  </a:ext>
                </a:extLst>
              </p14:cNvPr>
              <p14:cNvContentPartPr/>
              <p14:nvPr/>
            </p14:nvContentPartPr>
            <p14:xfrm>
              <a:off x="7531411" y="2579544"/>
              <a:ext cx="184320" cy="1540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AC686B6-902E-FA8B-1847-4A5B6C32C230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7513771" y="2561904"/>
                <a:ext cx="21996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64BB3D3-ADDF-8B86-B0BC-55B399757E04}"/>
                  </a:ext>
                </a:extLst>
              </p14:cNvPr>
              <p14:cNvContentPartPr/>
              <p14:nvPr/>
            </p14:nvContentPartPr>
            <p14:xfrm>
              <a:off x="7509451" y="3602664"/>
              <a:ext cx="215640" cy="14796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64BB3D3-ADDF-8B86-B0BC-55B399757E04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7491811" y="3584664"/>
                <a:ext cx="25128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3CCB5719-C949-DFEE-37EB-C8908E261516}"/>
                  </a:ext>
                </a:extLst>
              </p14:cNvPr>
              <p14:cNvContentPartPr/>
              <p14:nvPr/>
            </p14:nvContentPartPr>
            <p14:xfrm>
              <a:off x="7562011" y="4764744"/>
              <a:ext cx="205920" cy="2217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3CCB5719-C949-DFEE-37EB-C8908E261516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7544371" y="4746744"/>
                <a:ext cx="241560" cy="25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86E2F44F-C700-3933-40B7-34937B47AAE3}"/>
              </a:ext>
            </a:extLst>
          </p:cNvPr>
          <p:cNvGrpSpPr/>
          <p:nvPr/>
        </p:nvGrpSpPr>
        <p:grpSpPr>
          <a:xfrm>
            <a:off x="8276971" y="3268224"/>
            <a:ext cx="710280" cy="770760"/>
            <a:chOff x="8276971" y="3268224"/>
            <a:chExt cx="710280" cy="77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34ED952-1DBE-AF4E-A5AA-0AA767AF6547}"/>
                    </a:ext>
                  </a:extLst>
                </p14:cNvPr>
                <p14:cNvContentPartPr/>
                <p14:nvPr/>
              </p14:nvContentPartPr>
              <p14:xfrm>
                <a:off x="8276971" y="3369024"/>
                <a:ext cx="149400" cy="221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34ED952-1DBE-AF4E-A5AA-0AA767AF654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258971" y="3351024"/>
                  <a:ext cx="1850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7F962AC-CBFC-91BB-5A3B-71D431DDAE0F}"/>
                    </a:ext>
                  </a:extLst>
                </p14:cNvPr>
                <p14:cNvContentPartPr/>
                <p14:nvPr/>
              </p14:nvContentPartPr>
              <p14:xfrm>
                <a:off x="8505571" y="3268224"/>
                <a:ext cx="92880" cy="203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7F962AC-CBFC-91BB-5A3B-71D431DDAE0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487571" y="3250224"/>
                  <a:ext cx="128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049091E-6464-2E58-469A-AC763BD4975B}"/>
                    </a:ext>
                  </a:extLst>
                </p14:cNvPr>
                <p14:cNvContentPartPr/>
                <p14:nvPr/>
              </p14:nvContentPartPr>
              <p14:xfrm>
                <a:off x="8314411" y="3550104"/>
                <a:ext cx="431640" cy="240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049091E-6464-2E58-469A-AC763BD4975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296411" y="3532464"/>
                  <a:ext cx="4672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D958509-725B-86F8-0B26-BFB93204DA1B}"/>
                    </a:ext>
                  </a:extLst>
                </p14:cNvPr>
                <p14:cNvContentPartPr/>
                <p14:nvPr/>
              </p14:nvContentPartPr>
              <p14:xfrm>
                <a:off x="8533291" y="3806784"/>
                <a:ext cx="181440" cy="232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D958509-725B-86F8-0B26-BFB93204DA1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515291" y="3789144"/>
                  <a:ext cx="2170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120C3B3-17C7-AF83-B80F-0B46CAF37BA8}"/>
                    </a:ext>
                  </a:extLst>
                </p14:cNvPr>
                <p14:cNvContentPartPr/>
                <p14:nvPr/>
              </p14:nvContentPartPr>
              <p14:xfrm>
                <a:off x="8785651" y="3751704"/>
                <a:ext cx="201600" cy="200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120C3B3-17C7-AF83-B80F-0B46CAF37BA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768011" y="3733704"/>
                  <a:ext cx="23724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4" name="Group 1053">
            <a:extLst>
              <a:ext uri="{FF2B5EF4-FFF2-40B4-BE49-F238E27FC236}">
                <a16:creationId xmlns:a16="http://schemas.microsoft.com/office/drawing/2014/main" id="{6DE64DC5-5D4E-DDCF-3E57-F6785702FCEA}"/>
              </a:ext>
            </a:extLst>
          </p:cNvPr>
          <p:cNvGrpSpPr/>
          <p:nvPr/>
        </p:nvGrpSpPr>
        <p:grpSpPr>
          <a:xfrm>
            <a:off x="9073291" y="2928744"/>
            <a:ext cx="2874960" cy="1715040"/>
            <a:chOff x="9073291" y="2928744"/>
            <a:chExt cx="2874960" cy="171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CB1C7782-BE10-0493-0516-C2230FC5EB83}"/>
                    </a:ext>
                  </a:extLst>
                </p14:cNvPr>
                <p14:cNvContentPartPr/>
                <p14:nvPr/>
              </p14:nvContentPartPr>
              <p14:xfrm>
                <a:off x="9686371" y="3014424"/>
                <a:ext cx="105120" cy="473040"/>
              </p14:xfrm>
            </p:contentPart>
          </mc:Choice>
          <mc:Fallback xmlns=""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CB1C7782-BE10-0493-0516-C2230FC5EB8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68371" y="2996424"/>
                  <a:ext cx="14076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026" name="Ink 1025">
                  <a:extLst>
                    <a:ext uri="{FF2B5EF4-FFF2-40B4-BE49-F238E27FC236}">
                      <a16:creationId xmlns:a16="http://schemas.microsoft.com/office/drawing/2014/main" id="{4AAF925A-B8AA-CB71-F84F-DD1427467B38}"/>
                    </a:ext>
                  </a:extLst>
                </p14:cNvPr>
                <p14:cNvContentPartPr/>
                <p14:nvPr/>
              </p14:nvContentPartPr>
              <p14:xfrm>
                <a:off x="9736771" y="3444264"/>
                <a:ext cx="7200" cy="15120"/>
              </p14:xfrm>
            </p:contentPart>
          </mc:Choice>
          <mc:Fallback xmlns="">
            <p:pic>
              <p:nvPicPr>
                <p:cNvPr id="1026" name="Ink 1025">
                  <a:extLst>
                    <a:ext uri="{FF2B5EF4-FFF2-40B4-BE49-F238E27FC236}">
                      <a16:creationId xmlns:a16="http://schemas.microsoft.com/office/drawing/2014/main" id="{4AAF925A-B8AA-CB71-F84F-DD1427467B3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719131" y="3426264"/>
                  <a:ext cx="42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028" name="Ink 1027">
                  <a:extLst>
                    <a:ext uri="{FF2B5EF4-FFF2-40B4-BE49-F238E27FC236}">
                      <a16:creationId xmlns:a16="http://schemas.microsoft.com/office/drawing/2014/main" id="{68E66973-B917-73C4-B7E5-FE28D3FB7198}"/>
                    </a:ext>
                  </a:extLst>
                </p14:cNvPr>
                <p14:cNvContentPartPr/>
                <p14:nvPr/>
              </p14:nvContentPartPr>
              <p14:xfrm>
                <a:off x="9757651" y="3540744"/>
                <a:ext cx="100440" cy="255600"/>
              </p14:xfrm>
            </p:contentPart>
          </mc:Choice>
          <mc:Fallback xmlns="">
            <p:pic>
              <p:nvPicPr>
                <p:cNvPr id="1028" name="Ink 1027">
                  <a:extLst>
                    <a:ext uri="{FF2B5EF4-FFF2-40B4-BE49-F238E27FC236}">
                      <a16:creationId xmlns:a16="http://schemas.microsoft.com/office/drawing/2014/main" id="{68E66973-B917-73C4-B7E5-FE28D3FB719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740011" y="3522744"/>
                  <a:ext cx="13608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A893121A-D40B-89BB-1D0A-464C718BEF92}"/>
                    </a:ext>
                  </a:extLst>
                </p14:cNvPr>
                <p14:cNvContentPartPr/>
                <p14:nvPr/>
              </p14:nvContentPartPr>
              <p14:xfrm>
                <a:off x="9820291" y="3845304"/>
                <a:ext cx="88560" cy="436680"/>
              </p14:xfrm>
            </p:contentPart>
          </mc:Choice>
          <mc:Fallback xmlns=""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A893121A-D40B-89BB-1D0A-464C718BEF9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802651" y="3827304"/>
                  <a:ext cx="12420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DDCBCFFF-67F6-AD92-C185-3807FA537A56}"/>
                    </a:ext>
                  </a:extLst>
                </p14:cNvPr>
                <p14:cNvContentPartPr/>
                <p14:nvPr/>
              </p14:nvContentPartPr>
              <p14:xfrm>
                <a:off x="9596731" y="3002544"/>
                <a:ext cx="877320" cy="34200"/>
              </p14:xfrm>
            </p:contentPart>
          </mc:Choice>
          <mc:Fallback xmlns=""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DDCBCFFF-67F6-AD92-C185-3807FA537A5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78731" y="2984904"/>
                  <a:ext cx="9129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031" name="Ink 1030">
                  <a:extLst>
                    <a:ext uri="{FF2B5EF4-FFF2-40B4-BE49-F238E27FC236}">
                      <a16:creationId xmlns:a16="http://schemas.microsoft.com/office/drawing/2014/main" id="{A1A4F364-8BA1-6849-C24B-E374BF20A2B6}"/>
                    </a:ext>
                  </a:extLst>
                </p14:cNvPr>
                <p14:cNvContentPartPr/>
                <p14:nvPr/>
              </p14:nvContentPartPr>
              <p14:xfrm>
                <a:off x="10465051" y="3101544"/>
                <a:ext cx="103320" cy="352440"/>
              </p14:xfrm>
            </p:contentPart>
          </mc:Choice>
          <mc:Fallback xmlns="">
            <p:pic>
              <p:nvPicPr>
                <p:cNvPr id="1031" name="Ink 1030">
                  <a:extLst>
                    <a:ext uri="{FF2B5EF4-FFF2-40B4-BE49-F238E27FC236}">
                      <a16:creationId xmlns:a16="http://schemas.microsoft.com/office/drawing/2014/main" id="{A1A4F364-8BA1-6849-C24B-E374BF20A2B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447051" y="3083544"/>
                  <a:ext cx="13896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3110AAF5-C334-A2B0-CCB4-218EBB9E7FE2}"/>
                    </a:ext>
                  </a:extLst>
                </p14:cNvPr>
                <p14:cNvContentPartPr/>
                <p14:nvPr/>
              </p14:nvContentPartPr>
              <p14:xfrm>
                <a:off x="10538131" y="3476304"/>
                <a:ext cx="72360" cy="274320"/>
              </p14:xfrm>
            </p:contentPart>
          </mc:Choice>
          <mc:Fallback xmlns=""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3110AAF5-C334-A2B0-CCB4-218EBB9E7FE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20131" y="3458304"/>
                  <a:ext cx="1080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30AB2CF4-651B-765E-AA48-EFF37F919987}"/>
                    </a:ext>
                  </a:extLst>
                </p14:cNvPr>
                <p14:cNvContentPartPr/>
                <p14:nvPr/>
              </p14:nvContentPartPr>
              <p14:xfrm>
                <a:off x="10640371" y="3768984"/>
                <a:ext cx="48960" cy="585720"/>
              </p14:xfrm>
            </p:contentPart>
          </mc:Choice>
          <mc:Fallback xmlns=""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30AB2CF4-651B-765E-AA48-EFF37F91998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622731" y="3750984"/>
                  <a:ext cx="8460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1BD5CFF0-CE19-8CE6-F670-F40325452F80}"/>
                    </a:ext>
                  </a:extLst>
                </p14:cNvPr>
                <p14:cNvContentPartPr/>
                <p14:nvPr/>
              </p14:nvContentPartPr>
              <p14:xfrm>
                <a:off x="10510771" y="2928744"/>
                <a:ext cx="717480" cy="7380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1BD5CFF0-CE19-8CE6-F670-F40325452F8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493131" y="2910744"/>
                  <a:ext cx="7531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6B44824D-F8E3-2DDB-8581-62AEA6A10FCD}"/>
                    </a:ext>
                  </a:extLst>
                </p14:cNvPr>
                <p14:cNvContentPartPr/>
                <p14:nvPr/>
              </p14:nvContentPartPr>
              <p14:xfrm>
                <a:off x="11248411" y="3022344"/>
                <a:ext cx="119160" cy="451800"/>
              </p14:xfrm>
            </p:contentPart>
          </mc:Choice>
          <mc:Fallback xmlns=""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6B44824D-F8E3-2DDB-8581-62AEA6A10FC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230411" y="3004344"/>
                  <a:ext cx="15480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0CF2E7F2-DF24-04BE-80AF-D631ACC39ABE}"/>
                    </a:ext>
                  </a:extLst>
                </p14:cNvPr>
                <p14:cNvContentPartPr/>
                <p14:nvPr/>
              </p14:nvContentPartPr>
              <p14:xfrm>
                <a:off x="11306011" y="3520584"/>
                <a:ext cx="102600" cy="24228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0CF2E7F2-DF24-04BE-80AF-D631ACC39ABE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288371" y="3502584"/>
                  <a:ext cx="1382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33CE6B25-FA76-62B2-1F5B-A46634B2473E}"/>
                    </a:ext>
                  </a:extLst>
                </p14:cNvPr>
                <p14:cNvContentPartPr/>
                <p14:nvPr/>
              </p14:nvContentPartPr>
              <p14:xfrm>
                <a:off x="9546331" y="3810744"/>
                <a:ext cx="1927800" cy="59976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33CE6B25-FA76-62B2-1F5B-A46634B2473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28691" y="3793104"/>
                  <a:ext cx="1963440" cy="63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F1298BFA-BD18-FD8F-47EC-A6935B23975E}"/>
                    </a:ext>
                  </a:extLst>
                </p14:cNvPr>
                <p14:cNvContentPartPr/>
                <p14:nvPr/>
              </p14:nvContentPartPr>
              <p14:xfrm>
                <a:off x="10045651" y="3732984"/>
                <a:ext cx="28440" cy="21096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F1298BFA-BD18-FD8F-47EC-A6935B23975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028011" y="3715344"/>
                  <a:ext cx="640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68107D93-AA4F-EECB-8B36-3E97003D2674}"/>
                    </a:ext>
                  </a:extLst>
                </p14:cNvPr>
                <p14:cNvContentPartPr/>
                <p14:nvPr/>
              </p14:nvContentPartPr>
              <p14:xfrm>
                <a:off x="10209091" y="3769344"/>
                <a:ext cx="56880" cy="1674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68107D93-AA4F-EECB-8B36-3E97003D267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191091" y="3751344"/>
                  <a:ext cx="92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DC4C1BE6-3125-0BAD-092C-11C216FAA224}"/>
                    </a:ext>
                  </a:extLst>
                </p14:cNvPr>
                <p14:cNvContentPartPr/>
                <p14:nvPr/>
              </p14:nvContentPartPr>
              <p14:xfrm>
                <a:off x="10253011" y="3804264"/>
                <a:ext cx="115920" cy="14076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DC4C1BE6-3125-0BAD-092C-11C216FAA22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235011" y="3786624"/>
                  <a:ext cx="1515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24FA2D62-2A66-9D08-F396-02A1CBE2B883}"/>
                    </a:ext>
                  </a:extLst>
                </p14:cNvPr>
                <p14:cNvContentPartPr/>
                <p14:nvPr/>
              </p14:nvContentPartPr>
              <p14:xfrm>
                <a:off x="10706971" y="3802104"/>
                <a:ext cx="110160" cy="10152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24FA2D62-2A66-9D08-F396-02A1CBE2B88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688971" y="3784464"/>
                  <a:ext cx="145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326D5DCE-FA4D-F255-198B-0CF7A6A5CC49}"/>
                    </a:ext>
                  </a:extLst>
                </p14:cNvPr>
                <p14:cNvContentPartPr/>
                <p14:nvPr/>
              </p14:nvContentPartPr>
              <p14:xfrm>
                <a:off x="10908211" y="3773664"/>
                <a:ext cx="78120" cy="15048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326D5DCE-FA4D-F255-198B-0CF7A6A5CC49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890211" y="3755664"/>
                  <a:ext cx="1137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51E4E239-252C-909D-9ADB-8962F39D0933}"/>
                    </a:ext>
                  </a:extLst>
                </p14:cNvPr>
                <p14:cNvContentPartPr/>
                <p14:nvPr/>
              </p14:nvContentPartPr>
              <p14:xfrm>
                <a:off x="10983091" y="3778704"/>
                <a:ext cx="78480" cy="7848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51E4E239-252C-909D-9ADB-8962F39D093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965091" y="3760704"/>
                  <a:ext cx="1141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911C65E7-44E4-B647-256C-96E1D6EB8A41}"/>
                    </a:ext>
                  </a:extLst>
                </p14:cNvPr>
                <p14:cNvContentPartPr/>
                <p14:nvPr/>
              </p14:nvContentPartPr>
              <p14:xfrm>
                <a:off x="11610931" y="3668544"/>
                <a:ext cx="100440" cy="20160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911C65E7-44E4-B647-256C-96E1D6EB8A4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593291" y="3650544"/>
                  <a:ext cx="1360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F3F0C259-54B1-C000-A6FB-E8604EFA5EAB}"/>
                    </a:ext>
                  </a:extLst>
                </p14:cNvPr>
                <p14:cNvContentPartPr/>
                <p14:nvPr/>
              </p14:nvContentPartPr>
              <p14:xfrm>
                <a:off x="11829451" y="3723264"/>
                <a:ext cx="31320" cy="11268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F3F0C259-54B1-C000-A6FB-E8604EFA5EA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811811" y="3705264"/>
                  <a:ext cx="66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2D328A88-04F0-9EA7-EE44-32CA5D78BEC1}"/>
                    </a:ext>
                  </a:extLst>
                </p14:cNvPr>
                <p14:cNvContentPartPr/>
                <p14:nvPr/>
              </p14:nvContentPartPr>
              <p14:xfrm>
                <a:off x="11858611" y="3727944"/>
                <a:ext cx="89640" cy="8856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2D328A88-04F0-9EA7-EE44-32CA5D78BEC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840611" y="3710304"/>
                  <a:ext cx="125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ECFB4D49-D17A-D478-B1EE-CD9704AC816A}"/>
                    </a:ext>
                  </a:extLst>
                </p14:cNvPr>
                <p14:cNvContentPartPr/>
                <p14:nvPr/>
              </p14:nvContentPartPr>
              <p14:xfrm>
                <a:off x="9226291" y="3022344"/>
                <a:ext cx="371160" cy="3528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ECFB4D49-D17A-D478-B1EE-CD9704AC816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208291" y="3004344"/>
                  <a:ext cx="406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A8B440DC-6281-5F16-3E09-8CD9D118ED42}"/>
                    </a:ext>
                  </a:extLst>
                </p14:cNvPr>
                <p14:cNvContentPartPr/>
                <p14:nvPr/>
              </p14:nvContentPartPr>
              <p14:xfrm>
                <a:off x="9170851" y="3056184"/>
                <a:ext cx="117720" cy="49788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A8B440DC-6281-5F16-3E09-8CD9D118ED4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52851" y="3038184"/>
                  <a:ext cx="15336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5FE25415-98D4-B10E-F660-ADC620F3E008}"/>
                    </a:ext>
                  </a:extLst>
                </p14:cNvPr>
                <p14:cNvContentPartPr/>
                <p14:nvPr/>
              </p14:nvContentPartPr>
              <p14:xfrm>
                <a:off x="9073291" y="3590784"/>
                <a:ext cx="396360" cy="2304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5FE25415-98D4-B10E-F660-ADC620F3E00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055291" y="3573144"/>
                  <a:ext cx="4320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FFFB1C69-F400-075B-57AC-3E7C4FCE1509}"/>
                    </a:ext>
                  </a:extLst>
                </p14:cNvPr>
                <p14:cNvContentPartPr/>
                <p14:nvPr/>
              </p14:nvContentPartPr>
              <p14:xfrm>
                <a:off x="9293971" y="3707424"/>
                <a:ext cx="92520" cy="1656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FFFB1C69-F400-075B-57AC-3E7C4FCE150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275971" y="3689784"/>
                  <a:ext cx="1281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62BEC20F-1BEA-D96A-97DB-226A164CEF57}"/>
                    </a:ext>
                  </a:extLst>
                </p14:cNvPr>
                <p14:cNvContentPartPr/>
                <p14:nvPr/>
              </p14:nvContentPartPr>
              <p14:xfrm>
                <a:off x="9349771" y="3735504"/>
                <a:ext cx="198720" cy="90828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62BEC20F-1BEA-D96A-97DB-226A164CEF5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331771" y="3717504"/>
                  <a:ext cx="23436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A190D5AD-9789-DFED-202F-E5D351161A39}"/>
                    </a:ext>
                  </a:extLst>
                </p14:cNvPr>
                <p14:cNvContentPartPr/>
                <p14:nvPr/>
              </p14:nvContentPartPr>
              <p14:xfrm>
                <a:off x="9506731" y="4483224"/>
                <a:ext cx="33840" cy="147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A190D5AD-9789-DFED-202F-E5D351161A3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488731" y="4465224"/>
                  <a:ext cx="69480" cy="5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9" name="Group 1068">
            <a:extLst>
              <a:ext uri="{FF2B5EF4-FFF2-40B4-BE49-F238E27FC236}">
                <a16:creationId xmlns:a16="http://schemas.microsoft.com/office/drawing/2014/main" id="{0973808B-727A-1AD8-72B5-22E30ECCF1AD}"/>
              </a:ext>
            </a:extLst>
          </p:cNvPr>
          <p:cNvGrpSpPr/>
          <p:nvPr/>
        </p:nvGrpSpPr>
        <p:grpSpPr>
          <a:xfrm>
            <a:off x="9469291" y="4976064"/>
            <a:ext cx="2277720" cy="1223640"/>
            <a:chOff x="9469291" y="4976064"/>
            <a:chExt cx="2277720" cy="12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52A4679A-7503-B71D-5F95-A74260998EEB}"/>
                    </a:ext>
                  </a:extLst>
                </p14:cNvPr>
                <p14:cNvContentPartPr/>
                <p14:nvPr/>
              </p14:nvContentPartPr>
              <p14:xfrm>
                <a:off x="9743251" y="5032224"/>
                <a:ext cx="112320" cy="460800"/>
              </p14:xfrm>
            </p:contentPart>
          </mc:Choice>
          <mc:Fallback xmlns=""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52A4679A-7503-B71D-5F95-A74260998EE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725611" y="5014584"/>
                  <a:ext cx="1479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7D29DAF0-4429-8FDF-81BE-0FBFE893A717}"/>
                    </a:ext>
                  </a:extLst>
                </p14:cNvPr>
                <p14:cNvContentPartPr/>
                <p14:nvPr/>
              </p14:nvContentPartPr>
              <p14:xfrm>
                <a:off x="9469291" y="5488344"/>
                <a:ext cx="626040" cy="4140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7D29DAF0-4429-8FDF-81BE-0FBFE893A717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451651" y="5470344"/>
                  <a:ext cx="6616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D61A7E58-8CF7-366D-7509-69571E44713E}"/>
                    </a:ext>
                  </a:extLst>
                </p14:cNvPr>
                <p14:cNvContentPartPr/>
                <p14:nvPr/>
              </p14:nvContentPartPr>
              <p14:xfrm>
                <a:off x="9756931" y="5641344"/>
                <a:ext cx="200520" cy="684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D61A7E58-8CF7-366D-7509-69571E44713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739291" y="5623344"/>
                  <a:ext cx="236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374B5F9D-311E-4172-ABB9-5064A39E3AE7}"/>
                    </a:ext>
                  </a:extLst>
                </p14:cNvPr>
                <p14:cNvContentPartPr/>
                <p14:nvPr/>
              </p14:nvContentPartPr>
              <p14:xfrm>
                <a:off x="9907771" y="5656824"/>
                <a:ext cx="52920" cy="37908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374B5F9D-311E-4172-ABB9-5064A39E3AE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889771" y="5639184"/>
                  <a:ext cx="8856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FBD123CA-FE8C-F9FB-2974-941418EAC8E9}"/>
                    </a:ext>
                  </a:extLst>
                </p14:cNvPr>
                <p14:cNvContentPartPr/>
                <p14:nvPr/>
              </p14:nvContentPartPr>
              <p14:xfrm>
                <a:off x="9733891" y="4976064"/>
                <a:ext cx="1089360" cy="8136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FBD123CA-FE8C-F9FB-2974-941418EAC8E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716251" y="4958424"/>
                  <a:ext cx="11250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B8EF85DB-2093-4BCD-83D6-8598168779FD}"/>
                    </a:ext>
                  </a:extLst>
                </p14:cNvPr>
                <p14:cNvContentPartPr/>
                <p14:nvPr/>
              </p14:nvContentPartPr>
              <p14:xfrm>
                <a:off x="10746571" y="4977504"/>
                <a:ext cx="53640" cy="40140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B8EF85DB-2093-4BCD-83D6-8598168779F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728931" y="4959504"/>
                  <a:ext cx="8928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BD2D2392-00F6-8FDD-61B6-2DB8F8015B54}"/>
                    </a:ext>
                  </a:extLst>
                </p14:cNvPr>
                <p14:cNvContentPartPr/>
                <p14:nvPr/>
              </p14:nvContentPartPr>
              <p14:xfrm>
                <a:off x="10753411" y="5381784"/>
                <a:ext cx="106200" cy="27576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BD2D2392-00F6-8FDD-61B6-2DB8F8015B5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735411" y="5364144"/>
                  <a:ext cx="14184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562556B3-7AA0-0A61-98AE-AD618A2F4A0B}"/>
                    </a:ext>
                  </a:extLst>
                </p14:cNvPr>
                <p14:cNvContentPartPr/>
                <p14:nvPr/>
              </p14:nvContentPartPr>
              <p14:xfrm>
                <a:off x="9881131" y="5660424"/>
                <a:ext cx="1030320" cy="539280"/>
              </p14:xfrm>
            </p:contentPart>
          </mc:Choice>
          <mc:Fallback xmlns=""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562556B3-7AA0-0A61-98AE-AD618A2F4A0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863131" y="5642424"/>
                  <a:ext cx="106596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8BAF0BF7-CF01-480D-21D0-7E99B3A47B14}"/>
                    </a:ext>
                  </a:extLst>
                </p14:cNvPr>
                <p14:cNvContentPartPr/>
                <p14:nvPr/>
              </p14:nvContentPartPr>
              <p14:xfrm>
                <a:off x="11086771" y="5418504"/>
                <a:ext cx="30240" cy="243360"/>
              </p14:xfrm>
            </p:contentPart>
          </mc:Choice>
          <mc:Fallback xmlns=""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8BAF0BF7-CF01-480D-21D0-7E99B3A47B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068771" y="5400504"/>
                  <a:ext cx="658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756AD359-AC8B-77A3-0ECC-773F75A45748}"/>
                    </a:ext>
                  </a:extLst>
                </p14:cNvPr>
                <p14:cNvContentPartPr/>
                <p14:nvPr/>
              </p14:nvContentPartPr>
              <p14:xfrm>
                <a:off x="11104411" y="5382504"/>
                <a:ext cx="128160" cy="137520"/>
              </p14:xfrm>
            </p:contentPart>
          </mc:Choice>
          <mc:Fallback xmlns=""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756AD359-AC8B-77A3-0ECC-773F75A4574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086771" y="5364864"/>
                  <a:ext cx="1638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90BF96A1-AAF9-57DD-CEB8-64F396129FFB}"/>
                    </a:ext>
                  </a:extLst>
                </p14:cNvPr>
                <p14:cNvContentPartPr/>
                <p14:nvPr/>
              </p14:nvContentPartPr>
              <p14:xfrm>
                <a:off x="11341291" y="5480424"/>
                <a:ext cx="36360" cy="207360"/>
              </p14:xfrm>
            </p:contentPart>
          </mc:Choice>
          <mc:Fallback xmlns=""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90BF96A1-AAF9-57DD-CEB8-64F396129FF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323651" y="5462424"/>
                  <a:ext cx="720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B8340E40-BC92-0B4E-7D47-CE5CF1061C37}"/>
                    </a:ext>
                  </a:extLst>
                </p14:cNvPr>
                <p14:cNvContentPartPr/>
                <p14:nvPr/>
              </p14:nvContentPartPr>
              <p14:xfrm>
                <a:off x="11274331" y="5567904"/>
                <a:ext cx="247680" cy="97560"/>
              </p14:xfrm>
            </p:contentPart>
          </mc:Choice>
          <mc:Fallback xmlns=""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B8340E40-BC92-0B4E-7D47-CE5CF1061C3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256331" y="5550264"/>
                  <a:ext cx="2833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941ECAC4-0785-CF81-5943-70E5E73EDC6D}"/>
                    </a:ext>
                  </a:extLst>
                </p14:cNvPr>
                <p14:cNvContentPartPr/>
                <p14:nvPr/>
              </p14:nvContentPartPr>
              <p14:xfrm>
                <a:off x="11603731" y="5458464"/>
                <a:ext cx="55800" cy="231840"/>
              </p14:xfrm>
            </p:contentPart>
          </mc:Choice>
          <mc:Fallback xmlns=""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941ECAC4-0785-CF81-5943-70E5E73EDC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585731" y="5440464"/>
                  <a:ext cx="9144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F8AD55CC-8F2C-A81B-23E7-1C644561462D}"/>
                    </a:ext>
                  </a:extLst>
                </p14:cNvPr>
                <p14:cNvContentPartPr/>
                <p14:nvPr/>
              </p14:nvContentPartPr>
              <p14:xfrm>
                <a:off x="11620651" y="5554224"/>
                <a:ext cx="126360" cy="67320"/>
              </p14:xfrm>
            </p:contentPart>
          </mc:Choice>
          <mc:Fallback xmlns=""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F8AD55CC-8F2C-A81B-23E7-1C644561462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602651" y="5536224"/>
                  <a:ext cx="162000" cy="10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1070" name="Ink 1069">
                <a:extLst>
                  <a:ext uri="{FF2B5EF4-FFF2-40B4-BE49-F238E27FC236}">
                    <a16:creationId xmlns:a16="http://schemas.microsoft.com/office/drawing/2014/main" id="{0694A5DB-6BF5-390B-7765-DB6A66C78682}"/>
                  </a:ext>
                </a:extLst>
              </p14:cNvPr>
              <p14:cNvContentPartPr/>
              <p14:nvPr/>
            </p14:nvContentPartPr>
            <p14:xfrm>
              <a:off x="9152491" y="5139504"/>
              <a:ext cx="215640" cy="218160"/>
            </p14:xfrm>
          </p:contentPart>
        </mc:Choice>
        <mc:Fallback xmlns="">
          <p:pic>
            <p:nvPicPr>
              <p:cNvPr id="1070" name="Ink 1069">
                <a:extLst>
                  <a:ext uri="{FF2B5EF4-FFF2-40B4-BE49-F238E27FC236}">
                    <a16:creationId xmlns:a16="http://schemas.microsoft.com/office/drawing/2014/main" id="{0694A5DB-6BF5-390B-7765-DB6A66C78682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9134491" y="5121864"/>
                <a:ext cx="25128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1071" name="Ink 1070">
                <a:extLst>
                  <a:ext uri="{FF2B5EF4-FFF2-40B4-BE49-F238E27FC236}">
                    <a16:creationId xmlns:a16="http://schemas.microsoft.com/office/drawing/2014/main" id="{A3C8EDE5-061C-E746-750B-0D327DBBE599}"/>
                  </a:ext>
                </a:extLst>
              </p14:cNvPr>
              <p14:cNvContentPartPr/>
              <p14:nvPr/>
            </p14:nvContentPartPr>
            <p14:xfrm>
              <a:off x="10246891" y="4954104"/>
              <a:ext cx="175680" cy="202680"/>
            </p14:xfrm>
          </p:contentPart>
        </mc:Choice>
        <mc:Fallback xmlns="">
          <p:pic>
            <p:nvPicPr>
              <p:cNvPr id="1071" name="Ink 1070">
                <a:extLst>
                  <a:ext uri="{FF2B5EF4-FFF2-40B4-BE49-F238E27FC236}">
                    <a16:creationId xmlns:a16="http://schemas.microsoft.com/office/drawing/2014/main" id="{A3C8EDE5-061C-E746-750B-0D327DBBE599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10229251" y="4936104"/>
                <a:ext cx="211320" cy="23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1072" name="Ink 1071">
                <a:extLst>
                  <a:ext uri="{FF2B5EF4-FFF2-40B4-BE49-F238E27FC236}">
                    <a16:creationId xmlns:a16="http://schemas.microsoft.com/office/drawing/2014/main" id="{384DA465-2680-5D65-B28D-F31242227977}"/>
                  </a:ext>
                </a:extLst>
              </p14:cNvPr>
              <p14:cNvContentPartPr/>
              <p14:nvPr/>
            </p14:nvContentPartPr>
            <p14:xfrm>
              <a:off x="3979291" y="1985904"/>
              <a:ext cx="235080" cy="28440"/>
            </p14:xfrm>
          </p:contentPart>
        </mc:Choice>
        <mc:Fallback xmlns="">
          <p:pic>
            <p:nvPicPr>
              <p:cNvPr id="1072" name="Ink 1071">
                <a:extLst>
                  <a:ext uri="{FF2B5EF4-FFF2-40B4-BE49-F238E27FC236}">
                    <a16:creationId xmlns:a16="http://schemas.microsoft.com/office/drawing/2014/main" id="{384DA465-2680-5D65-B28D-F31242227977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3961651" y="1967904"/>
                <a:ext cx="270720" cy="6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8" name="Group 1077">
            <a:extLst>
              <a:ext uri="{FF2B5EF4-FFF2-40B4-BE49-F238E27FC236}">
                <a16:creationId xmlns:a16="http://schemas.microsoft.com/office/drawing/2014/main" id="{651A9CAB-87A6-BDB9-1357-99BB847C03F5}"/>
              </a:ext>
            </a:extLst>
          </p:cNvPr>
          <p:cNvGrpSpPr/>
          <p:nvPr/>
        </p:nvGrpSpPr>
        <p:grpSpPr>
          <a:xfrm>
            <a:off x="4518931" y="2019024"/>
            <a:ext cx="679680" cy="56160"/>
            <a:chOff x="4518931" y="2019024"/>
            <a:chExt cx="679680" cy="5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02194A31-DAC9-F33E-FC32-288110732C05}"/>
                    </a:ext>
                  </a:extLst>
                </p14:cNvPr>
                <p14:cNvContentPartPr/>
                <p14:nvPr/>
              </p14:nvContentPartPr>
              <p14:xfrm>
                <a:off x="4518931" y="2033424"/>
                <a:ext cx="113400" cy="4176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02194A31-DAC9-F33E-FC32-288110732C0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4501291" y="2015424"/>
                  <a:ext cx="149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73CB85D1-7DED-DFC8-9AB8-42F30111142B}"/>
                    </a:ext>
                  </a:extLst>
                </p14:cNvPr>
                <p14:cNvContentPartPr/>
                <p14:nvPr/>
              </p14:nvContentPartPr>
              <p14:xfrm>
                <a:off x="4747171" y="2019024"/>
                <a:ext cx="186840" cy="3600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73CB85D1-7DED-DFC8-9AB8-42F30111142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729531" y="2001384"/>
                  <a:ext cx="222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F5911451-A358-16B5-BCDA-DE57E7CBAF85}"/>
                    </a:ext>
                  </a:extLst>
                </p14:cNvPr>
                <p14:cNvContentPartPr/>
                <p14:nvPr/>
              </p14:nvContentPartPr>
              <p14:xfrm>
                <a:off x="5093131" y="2056104"/>
                <a:ext cx="105480" cy="1152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F5911451-A358-16B5-BCDA-DE57E7CBAF85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075131" y="2038104"/>
                  <a:ext cx="14112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1076" name="Ink 1075">
                <a:extLst>
                  <a:ext uri="{FF2B5EF4-FFF2-40B4-BE49-F238E27FC236}">
                    <a16:creationId xmlns:a16="http://schemas.microsoft.com/office/drawing/2014/main" id="{46B9D23E-40FB-7005-8313-33C7BCE721DA}"/>
                  </a:ext>
                </a:extLst>
              </p14:cNvPr>
              <p14:cNvContentPartPr/>
              <p14:nvPr/>
            </p14:nvContentPartPr>
            <p14:xfrm>
              <a:off x="5542771" y="2043864"/>
              <a:ext cx="105480" cy="6120"/>
            </p14:xfrm>
          </p:contentPart>
        </mc:Choice>
        <mc:Fallback xmlns="">
          <p:pic>
            <p:nvPicPr>
              <p:cNvPr id="1076" name="Ink 1075">
                <a:extLst>
                  <a:ext uri="{FF2B5EF4-FFF2-40B4-BE49-F238E27FC236}">
                    <a16:creationId xmlns:a16="http://schemas.microsoft.com/office/drawing/2014/main" id="{46B9D23E-40FB-7005-8313-33C7BCE721DA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5524771" y="2025864"/>
                <a:ext cx="141120" cy="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1077" name="Ink 1076">
                <a:extLst>
                  <a:ext uri="{FF2B5EF4-FFF2-40B4-BE49-F238E27FC236}">
                    <a16:creationId xmlns:a16="http://schemas.microsoft.com/office/drawing/2014/main" id="{56FAB53B-0128-F6C1-44D9-449064E57211}"/>
                  </a:ext>
                </a:extLst>
              </p14:cNvPr>
              <p14:cNvContentPartPr/>
              <p14:nvPr/>
            </p14:nvContentPartPr>
            <p14:xfrm>
              <a:off x="6274291" y="2022624"/>
              <a:ext cx="58320" cy="8640"/>
            </p14:xfrm>
          </p:contentPart>
        </mc:Choice>
        <mc:Fallback xmlns="">
          <p:pic>
            <p:nvPicPr>
              <p:cNvPr id="1077" name="Ink 1076">
                <a:extLst>
                  <a:ext uri="{FF2B5EF4-FFF2-40B4-BE49-F238E27FC236}">
                    <a16:creationId xmlns:a16="http://schemas.microsoft.com/office/drawing/2014/main" id="{56FAB53B-0128-F6C1-44D9-449064E57211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6256291" y="2004624"/>
                <a:ext cx="93960" cy="4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6319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7044F-93F9-2409-BE29-FFD7FEC03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ABB34-A07A-8C88-4B4B-58464FC7F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FE4A5-A7BF-07B1-11EA-4F28597E76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BB01D5A-2D41-E6CA-DD50-189E0FEA6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795381"/>
            <a:ext cx="9891423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with six resistors connected to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voltage source as shown. Find voltages across the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and current through resistors (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</a:t>
            </a:r>
            <a:r>
              <a:rPr kumimoji="0" lang="en-US" altLang="en-US" sz="2400" b="1" i="0" u="none" strike="noStrike" cap="none" normalizeH="0" baseline="-3000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pic>
        <p:nvPicPr>
          <p:cNvPr id="102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236666C-C2D0-40F5-5939-D6233D08E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42" y="2365041"/>
            <a:ext cx="4858247" cy="399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869273EE-6721-D394-C73B-76649C2B86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78" y="4199586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1F0DFD3-1D91-EBDB-EFBB-B9D4CE5B7731}"/>
              </a:ext>
            </a:extLst>
          </p:cNvPr>
          <p:cNvGrpSpPr/>
          <p:nvPr/>
        </p:nvGrpSpPr>
        <p:grpSpPr>
          <a:xfrm>
            <a:off x="7274011" y="1978704"/>
            <a:ext cx="363600" cy="416520"/>
            <a:chOff x="7274011" y="1978704"/>
            <a:chExt cx="363600" cy="4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712D0F3-76E5-BBAE-A0C1-F654BC764397}"/>
                    </a:ext>
                  </a:extLst>
                </p14:cNvPr>
                <p14:cNvContentPartPr/>
                <p14:nvPr/>
              </p14:nvContentPartPr>
              <p14:xfrm>
                <a:off x="7274011" y="1978704"/>
                <a:ext cx="165600" cy="257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712D0F3-76E5-BBAE-A0C1-F654BC76439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56011" y="1961064"/>
                  <a:ext cx="2012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BB30E6D-B561-72B7-A6A2-B6FA46F70EEF}"/>
                    </a:ext>
                  </a:extLst>
                </p14:cNvPr>
                <p14:cNvContentPartPr/>
                <p14:nvPr/>
              </p14:nvContentPartPr>
              <p14:xfrm>
                <a:off x="7531051" y="2184984"/>
                <a:ext cx="15120" cy="210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BB30E6D-B561-72B7-A6A2-B6FA46F70EE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513051" y="2166984"/>
                  <a:ext cx="507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F35D4F-C00F-F9B2-51E0-D65D233F93FB}"/>
                    </a:ext>
                  </a:extLst>
                </p14:cNvPr>
                <p14:cNvContentPartPr/>
                <p14:nvPr/>
              </p14:nvContentPartPr>
              <p14:xfrm>
                <a:off x="7527091" y="2188944"/>
                <a:ext cx="110520" cy="140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F35D4F-C00F-F9B2-51E0-D65D233F93F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509451" y="2170944"/>
                  <a:ext cx="1461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8911AB3-167B-CB1A-0F02-CCCC37EBCA18}"/>
                    </a:ext>
                  </a:extLst>
                </p14:cNvPr>
                <p14:cNvContentPartPr/>
                <p14:nvPr/>
              </p14:nvContentPartPr>
              <p14:xfrm>
                <a:off x="7501891" y="2296944"/>
                <a:ext cx="48600" cy="1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8911AB3-167B-CB1A-0F02-CCCC37EBCA1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484251" y="2279304"/>
                  <a:ext cx="8424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8EA4365-E446-8F40-3EE8-FFEBDDB264AA}"/>
              </a:ext>
            </a:extLst>
          </p:cNvPr>
          <p:cNvGrpSpPr/>
          <p:nvPr/>
        </p:nvGrpSpPr>
        <p:grpSpPr>
          <a:xfrm>
            <a:off x="7857211" y="2015784"/>
            <a:ext cx="525240" cy="198720"/>
            <a:chOff x="7857211" y="2015784"/>
            <a:chExt cx="525240" cy="19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31023FD-8FBB-671C-F514-BCFC649C44D7}"/>
                    </a:ext>
                  </a:extLst>
                </p14:cNvPr>
                <p14:cNvContentPartPr/>
                <p14:nvPr/>
              </p14:nvContentPartPr>
              <p14:xfrm>
                <a:off x="7857211" y="2193984"/>
                <a:ext cx="238320" cy="20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31023FD-8FBB-671C-F514-BCFC649C44D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39211" y="2175984"/>
                  <a:ext cx="273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CF5BC5A-B56D-9542-1D13-52170AA5D58D}"/>
                    </a:ext>
                  </a:extLst>
                </p14:cNvPr>
                <p14:cNvContentPartPr/>
                <p14:nvPr/>
              </p14:nvContentPartPr>
              <p14:xfrm>
                <a:off x="8213251" y="2015784"/>
                <a:ext cx="169200" cy="197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CF5BC5A-B56D-9542-1D13-52170AA5D58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95251" y="1997784"/>
                  <a:ext cx="20484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9038834-E08E-7347-685A-E2A481D95C6C}"/>
              </a:ext>
            </a:extLst>
          </p:cNvPr>
          <p:cNvGrpSpPr/>
          <p:nvPr/>
        </p:nvGrpSpPr>
        <p:grpSpPr>
          <a:xfrm>
            <a:off x="8550931" y="2140344"/>
            <a:ext cx="97920" cy="250920"/>
            <a:chOff x="8550931" y="2140344"/>
            <a:chExt cx="97920" cy="25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F77ADBF-BF3B-7AFC-E28F-925FB37298B8}"/>
                    </a:ext>
                  </a:extLst>
                </p14:cNvPr>
                <p14:cNvContentPartPr/>
                <p14:nvPr/>
              </p14:nvContentPartPr>
              <p14:xfrm>
                <a:off x="8550931" y="2157264"/>
                <a:ext cx="34200" cy="23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F77ADBF-BF3B-7AFC-E28F-925FB37298B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532931" y="2139624"/>
                  <a:ext cx="698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921B7F5-09DB-1B0F-D3C5-049695C3ED16}"/>
                    </a:ext>
                  </a:extLst>
                </p14:cNvPr>
                <p14:cNvContentPartPr/>
                <p14:nvPr/>
              </p14:nvContentPartPr>
              <p14:xfrm>
                <a:off x="8559571" y="2140344"/>
                <a:ext cx="87120" cy="34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921B7F5-09DB-1B0F-D3C5-049695C3ED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41931" y="2122704"/>
                  <a:ext cx="1227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2192A40-B83E-D6F1-30DF-A6FE9B7FDF6F}"/>
                    </a:ext>
                  </a:extLst>
                </p14:cNvPr>
                <p14:cNvContentPartPr/>
                <p14:nvPr/>
              </p14:nvContentPartPr>
              <p14:xfrm>
                <a:off x="8572891" y="2209464"/>
                <a:ext cx="75960" cy="36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2192A40-B83E-D6F1-30DF-A6FE9B7FDF6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555251" y="2191824"/>
                  <a:ext cx="11160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52EB1E9-3C2C-B2FE-F12B-B5A99D8FD20F}"/>
                  </a:ext>
                </a:extLst>
              </p14:cNvPr>
              <p14:cNvContentPartPr/>
              <p14:nvPr/>
            </p14:nvContentPartPr>
            <p14:xfrm>
              <a:off x="8956651" y="2296944"/>
              <a:ext cx="69120" cy="129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52EB1E9-3C2C-B2FE-F12B-B5A99D8FD20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8938651" y="2279304"/>
                <a:ext cx="104760" cy="16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F97B0B24-22FF-E45E-104A-55D64B0A9EDB}"/>
              </a:ext>
            </a:extLst>
          </p:cNvPr>
          <p:cNvGrpSpPr/>
          <p:nvPr/>
        </p:nvGrpSpPr>
        <p:grpSpPr>
          <a:xfrm>
            <a:off x="9368491" y="1972944"/>
            <a:ext cx="165240" cy="343800"/>
            <a:chOff x="9368491" y="1972944"/>
            <a:chExt cx="16524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AF51A39-DD98-4AF5-6683-9E2278B48BE4}"/>
                    </a:ext>
                  </a:extLst>
                </p14:cNvPr>
                <p14:cNvContentPartPr/>
                <p14:nvPr/>
              </p14:nvContentPartPr>
              <p14:xfrm>
                <a:off x="9472171" y="1972944"/>
                <a:ext cx="49680" cy="302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AF51A39-DD98-4AF5-6683-9E2278B48BE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454531" y="1954944"/>
                  <a:ext cx="853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04BFC90-59ED-1363-ADD5-627639C1AE41}"/>
                    </a:ext>
                  </a:extLst>
                </p14:cNvPr>
                <p14:cNvContentPartPr/>
                <p14:nvPr/>
              </p14:nvContentPartPr>
              <p14:xfrm>
                <a:off x="9368491" y="2003544"/>
                <a:ext cx="114840" cy="27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04BFC90-59ED-1363-ADD5-627639C1AE4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350491" y="1985544"/>
                  <a:ext cx="1504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70C47E7-CCEB-B8CD-7228-E4BC82CD48F1}"/>
                    </a:ext>
                  </a:extLst>
                </p14:cNvPr>
                <p14:cNvContentPartPr/>
                <p14:nvPr/>
              </p14:nvContentPartPr>
              <p14:xfrm>
                <a:off x="9424291" y="2304504"/>
                <a:ext cx="109440" cy="12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70C47E7-CCEB-B8CD-7228-E4BC82CD48F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406651" y="2286504"/>
                  <a:ext cx="145080" cy="4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48D725A-8088-E43F-A82C-C9BF409E5CF4}"/>
              </a:ext>
            </a:extLst>
          </p:cNvPr>
          <p:cNvGrpSpPr/>
          <p:nvPr/>
        </p:nvGrpSpPr>
        <p:grpSpPr>
          <a:xfrm>
            <a:off x="9708331" y="2175624"/>
            <a:ext cx="399960" cy="200880"/>
            <a:chOff x="9708331" y="2175624"/>
            <a:chExt cx="39996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7719C0D-E471-ED7D-446C-3127D7CAAA14}"/>
                    </a:ext>
                  </a:extLst>
                </p14:cNvPr>
                <p14:cNvContentPartPr/>
                <p14:nvPr/>
              </p14:nvContentPartPr>
              <p14:xfrm>
                <a:off x="9708331" y="2199024"/>
                <a:ext cx="65880" cy="177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7719C0D-E471-ED7D-446C-3127D7CAAA1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690331" y="2181384"/>
                  <a:ext cx="1015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503AC1B-AF16-72D8-BB57-2ECCDE1F1FF3}"/>
                    </a:ext>
                  </a:extLst>
                </p14:cNvPr>
                <p14:cNvContentPartPr/>
                <p14:nvPr/>
              </p14:nvContentPartPr>
              <p14:xfrm>
                <a:off x="9716611" y="2220984"/>
                <a:ext cx="127080" cy="123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503AC1B-AF16-72D8-BB57-2ECCDE1F1FF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98611" y="2203344"/>
                  <a:ext cx="1627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0C65F98-6CC1-D25A-3E73-D833C73450C6}"/>
                    </a:ext>
                  </a:extLst>
                </p14:cNvPr>
                <p14:cNvContentPartPr/>
                <p14:nvPr/>
              </p14:nvContentPartPr>
              <p14:xfrm>
                <a:off x="9733171" y="2295504"/>
                <a:ext cx="105840" cy="46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0C65F98-6CC1-D25A-3E73-D833C73450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15531" y="2277864"/>
                  <a:ext cx="1414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25D5A6A-00F5-7406-B5EE-ABD4731A1EFD}"/>
                    </a:ext>
                  </a:extLst>
                </p14:cNvPr>
                <p14:cNvContentPartPr/>
                <p14:nvPr/>
              </p14:nvContentPartPr>
              <p14:xfrm>
                <a:off x="9989491" y="2175624"/>
                <a:ext cx="118800" cy="22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25D5A6A-00F5-7406-B5EE-ABD4731A1EF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71491" y="2157624"/>
                  <a:ext cx="15444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408823B-9375-2373-524F-F9AA3B9CBD35}"/>
              </a:ext>
            </a:extLst>
          </p:cNvPr>
          <p:cNvGrpSpPr/>
          <p:nvPr/>
        </p:nvGrpSpPr>
        <p:grpSpPr>
          <a:xfrm>
            <a:off x="10265971" y="1967544"/>
            <a:ext cx="203400" cy="347040"/>
            <a:chOff x="10265971" y="1967544"/>
            <a:chExt cx="203400" cy="34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C2A072C-C812-2246-D413-D6BFCAE02253}"/>
                    </a:ext>
                  </a:extLst>
                </p14:cNvPr>
                <p14:cNvContentPartPr/>
                <p14:nvPr/>
              </p14:nvContentPartPr>
              <p14:xfrm>
                <a:off x="10321051" y="1985184"/>
                <a:ext cx="105480" cy="290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C2A072C-C812-2246-D413-D6BFCAE0225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303051" y="1967544"/>
                  <a:ext cx="1411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6FA917-86A3-E649-B552-65D142242066}"/>
                    </a:ext>
                  </a:extLst>
                </p14:cNvPr>
                <p14:cNvContentPartPr/>
                <p14:nvPr/>
              </p14:nvContentPartPr>
              <p14:xfrm>
                <a:off x="10265971" y="1967544"/>
                <a:ext cx="143640" cy="65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6FA917-86A3-E649-B552-65D14224206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47971" y="1949544"/>
                  <a:ext cx="1792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94AAEF1-46F6-069B-8D9A-026D026FB8D1}"/>
                    </a:ext>
                  </a:extLst>
                </p14:cNvPr>
                <p14:cNvContentPartPr/>
                <p14:nvPr/>
              </p14:nvContentPartPr>
              <p14:xfrm>
                <a:off x="10363171" y="2281824"/>
                <a:ext cx="106200" cy="32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94AAEF1-46F6-069B-8D9A-026D026FB8D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345171" y="2264184"/>
                  <a:ext cx="141840" cy="6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3D86B0-E294-6A3C-6220-0C6B48C2B747}"/>
              </a:ext>
            </a:extLst>
          </p:cNvPr>
          <p:cNvGrpSpPr/>
          <p:nvPr/>
        </p:nvGrpSpPr>
        <p:grpSpPr>
          <a:xfrm>
            <a:off x="10629211" y="2161944"/>
            <a:ext cx="145800" cy="203400"/>
            <a:chOff x="10629211" y="2161944"/>
            <a:chExt cx="145800" cy="20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A64672-D3C0-3A86-0017-32F5EED8B7A8}"/>
                    </a:ext>
                  </a:extLst>
                </p14:cNvPr>
                <p14:cNvContentPartPr/>
                <p14:nvPr/>
              </p14:nvContentPartPr>
              <p14:xfrm>
                <a:off x="10629211" y="2227824"/>
                <a:ext cx="36360" cy="137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A64672-D3C0-3A86-0017-32F5EED8B7A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611211" y="2209824"/>
                  <a:ext cx="720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869C3C2-CE06-063D-0C37-C1592C8B32EC}"/>
                    </a:ext>
                  </a:extLst>
                </p14:cNvPr>
                <p14:cNvContentPartPr/>
                <p14:nvPr/>
              </p14:nvContentPartPr>
              <p14:xfrm>
                <a:off x="10631371" y="2161944"/>
                <a:ext cx="113400" cy="76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869C3C2-CE06-063D-0C37-C1592C8B32E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13731" y="2143944"/>
                  <a:ext cx="1490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72C6367-285B-3B37-F9A8-F07F1A2B0818}"/>
                    </a:ext>
                  </a:extLst>
                </p14:cNvPr>
                <p14:cNvContentPartPr/>
                <p14:nvPr/>
              </p14:nvContentPartPr>
              <p14:xfrm>
                <a:off x="10702291" y="2262024"/>
                <a:ext cx="72720" cy="20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72C6367-285B-3B37-F9A8-F07F1A2B081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84651" y="2244384"/>
                  <a:ext cx="108360" cy="5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2F0BFD9-6FA7-3603-FB64-D62CABA7DD9E}"/>
                  </a:ext>
                </a:extLst>
              </p14:cNvPr>
              <p14:cNvContentPartPr/>
              <p14:nvPr/>
            </p14:nvContentPartPr>
            <p14:xfrm>
              <a:off x="3299611" y="6207984"/>
              <a:ext cx="82080" cy="838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2F0BFD9-6FA7-3603-FB64-D62CABA7DD9E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3281611" y="6190344"/>
                <a:ext cx="117720" cy="11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D46AB2B-CDF1-0FD4-05BF-9C781E972B78}"/>
                  </a:ext>
                </a:extLst>
              </p14:cNvPr>
              <p14:cNvContentPartPr/>
              <p14:nvPr/>
            </p14:nvContentPartPr>
            <p14:xfrm>
              <a:off x="4375291" y="6188544"/>
              <a:ext cx="73800" cy="1220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D46AB2B-CDF1-0FD4-05BF-9C781E972B78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357291" y="6170544"/>
                <a:ext cx="109440" cy="15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CE822114-6E71-893B-85E8-44CAEA323F47}"/>
              </a:ext>
            </a:extLst>
          </p:cNvPr>
          <p:cNvGrpSpPr/>
          <p:nvPr/>
        </p:nvGrpSpPr>
        <p:grpSpPr>
          <a:xfrm>
            <a:off x="2748091" y="6468624"/>
            <a:ext cx="711360" cy="250920"/>
            <a:chOff x="2748091" y="6468624"/>
            <a:chExt cx="711360" cy="25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D4508AD-30AA-B54D-B5D7-490D49B6EA6B}"/>
                    </a:ext>
                  </a:extLst>
                </p14:cNvPr>
                <p14:cNvContentPartPr/>
                <p14:nvPr/>
              </p14:nvContentPartPr>
              <p14:xfrm>
                <a:off x="2748091" y="6547104"/>
                <a:ext cx="249120" cy="172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D4508AD-30AA-B54D-B5D7-490D49B6EA6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730091" y="6529104"/>
                  <a:ext cx="2847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1728981-0A34-181D-84F6-0EA3E27ADBB7}"/>
                    </a:ext>
                  </a:extLst>
                </p14:cNvPr>
                <p14:cNvContentPartPr/>
                <p14:nvPr/>
              </p14:nvContentPartPr>
              <p14:xfrm>
                <a:off x="3086491" y="6546384"/>
                <a:ext cx="38160" cy="137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1728981-0A34-181D-84F6-0EA3E27ADB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068851" y="6528384"/>
                  <a:ext cx="73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555EFDB-9117-CF9B-5926-05F1767575C5}"/>
                    </a:ext>
                  </a:extLst>
                </p14:cNvPr>
                <p14:cNvContentPartPr/>
                <p14:nvPr/>
              </p14:nvContentPartPr>
              <p14:xfrm>
                <a:off x="3089371" y="6508584"/>
                <a:ext cx="108000" cy="100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555EFDB-9117-CF9B-5926-05F1767575C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071371" y="6490584"/>
                  <a:ext cx="1436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AFE31D3-9512-BF14-AF49-21F01050EF7B}"/>
                    </a:ext>
                  </a:extLst>
                </p14:cNvPr>
                <p14:cNvContentPartPr/>
                <p14:nvPr/>
              </p14:nvContentPartPr>
              <p14:xfrm>
                <a:off x="3337051" y="6468624"/>
                <a:ext cx="46440" cy="159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AFE31D3-9512-BF14-AF49-21F01050EF7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319051" y="6450624"/>
                  <a:ext cx="82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8E4EF2-3A09-C0C3-8CEC-50800C76BFAC}"/>
                    </a:ext>
                  </a:extLst>
                </p14:cNvPr>
                <p14:cNvContentPartPr/>
                <p14:nvPr/>
              </p14:nvContentPartPr>
              <p14:xfrm>
                <a:off x="3325531" y="6472224"/>
                <a:ext cx="133920" cy="216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8E4EF2-3A09-C0C3-8CEC-50800C76BFA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307531" y="6454584"/>
                  <a:ext cx="16956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B3ACD94-740C-F7E7-B03B-9DF1CCDC8D38}"/>
              </a:ext>
            </a:extLst>
          </p:cNvPr>
          <p:cNvGrpSpPr/>
          <p:nvPr/>
        </p:nvGrpSpPr>
        <p:grpSpPr>
          <a:xfrm>
            <a:off x="3690931" y="6479064"/>
            <a:ext cx="532800" cy="207000"/>
            <a:chOff x="3690931" y="6479064"/>
            <a:chExt cx="532800" cy="2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5BD5FF8-EB09-D9DC-6AB9-31E2424346E2}"/>
                    </a:ext>
                  </a:extLst>
                </p14:cNvPr>
                <p14:cNvContentPartPr/>
                <p14:nvPr/>
              </p14:nvContentPartPr>
              <p14:xfrm>
                <a:off x="3690931" y="6554664"/>
                <a:ext cx="36360" cy="20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5BD5FF8-EB09-D9DC-6AB9-31E2424346E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672931" y="6536664"/>
                  <a:ext cx="720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CBAE968-163A-AED9-D6EA-3E9557779A06}"/>
                    </a:ext>
                  </a:extLst>
                </p14:cNvPr>
                <p14:cNvContentPartPr/>
                <p14:nvPr/>
              </p14:nvContentPartPr>
              <p14:xfrm>
                <a:off x="3756451" y="6617304"/>
                <a:ext cx="50400" cy="4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CBAE968-163A-AED9-D6EA-3E9557779A0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738811" y="6599304"/>
                  <a:ext cx="860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CD4941C-8A68-4B99-DE63-1F0F5C62786E}"/>
                    </a:ext>
                  </a:extLst>
                </p14:cNvPr>
                <p14:cNvContentPartPr/>
                <p14:nvPr/>
              </p14:nvContentPartPr>
              <p14:xfrm>
                <a:off x="3882451" y="6481224"/>
                <a:ext cx="156240" cy="204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CD4941C-8A68-4B99-DE63-1F0F5C62786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864811" y="6463584"/>
                  <a:ext cx="1918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4315371-9411-B36F-BFC5-D8730F2704CF}"/>
                    </a:ext>
                  </a:extLst>
                </p14:cNvPr>
                <p14:cNvContentPartPr/>
                <p14:nvPr/>
              </p14:nvContentPartPr>
              <p14:xfrm>
                <a:off x="4147771" y="6479064"/>
                <a:ext cx="75960" cy="109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4315371-9411-B36F-BFC5-D8730F2704C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129771" y="6461064"/>
                  <a:ext cx="111600" cy="14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DC86243D-F7D8-A10C-51E9-E02F592C6A2F}"/>
                  </a:ext>
                </a:extLst>
              </p14:cNvPr>
              <p14:cNvContentPartPr/>
              <p14:nvPr/>
            </p14:nvContentPartPr>
            <p14:xfrm>
              <a:off x="2218171" y="2392344"/>
              <a:ext cx="94680" cy="1094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DC86243D-F7D8-A10C-51E9-E02F592C6A2F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200171" y="2374344"/>
                <a:ext cx="13032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CEC88EE9-41CB-8588-7FD8-EF06F4AD2B42}"/>
                  </a:ext>
                </a:extLst>
              </p14:cNvPr>
              <p14:cNvContentPartPr/>
              <p14:nvPr/>
            </p14:nvContentPartPr>
            <p14:xfrm>
              <a:off x="3323371" y="2417184"/>
              <a:ext cx="63720" cy="10080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CEC88EE9-41CB-8588-7FD8-EF06F4AD2B42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3305371" y="2399184"/>
                <a:ext cx="9936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AD1F20C9-AD35-260D-F521-A7B568B40D5E}"/>
                  </a:ext>
                </a:extLst>
              </p14:cNvPr>
              <p14:cNvContentPartPr/>
              <p14:nvPr/>
            </p14:nvContentPartPr>
            <p14:xfrm>
              <a:off x="4380691" y="2383704"/>
              <a:ext cx="68400" cy="13248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AD1F20C9-AD35-260D-F521-A7B568B40D5E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4363051" y="2366064"/>
                <a:ext cx="10404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D574458D-2997-93DA-25AD-D3FDC7B24289}"/>
                  </a:ext>
                </a:extLst>
              </p14:cNvPr>
              <p14:cNvContentPartPr/>
              <p14:nvPr/>
            </p14:nvContentPartPr>
            <p14:xfrm>
              <a:off x="2164171" y="2054664"/>
              <a:ext cx="216360" cy="22608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D574458D-2997-93DA-25AD-D3FDC7B2428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146171" y="2036664"/>
                <a:ext cx="25200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3073D01-92FB-9C50-B1AC-22F6F12C6ECB}"/>
                  </a:ext>
                </a:extLst>
              </p14:cNvPr>
              <p14:cNvContentPartPr/>
              <p14:nvPr/>
            </p14:nvContentPartPr>
            <p14:xfrm>
              <a:off x="3334891" y="2056104"/>
              <a:ext cx="169920" cy="2062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3073D01-92FB-9C50-B1AC-22F6F12C6ECB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3317251" y="2038464"/>
                <a:ext cx="20556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FB88046F-E9BD-53CD-CE73-08E7735B7F33}"/>
                  </a:ext>
                </a:extLst>
              </p14:cNvPr>
              <p14:cNvContentPartPr/>
              <p14:nvPr/>
            </p14:nvContentPartPr>
            <p14:xfrm>
              <a:off x="4405891" y="2090304"/>
              <a:ext cx="174240" cy="24300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FB88046F-E9BD-53CD-CE73-08E7735B7F33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4388251" y="2072664"/>
                <a:ext cx="209880" cy="27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EDF41FA8-545C-FB1B-5CA3-1C0825D6FE0D}"/>
              </a:ext>
            </a:extLst>
          </p:cNvPr>
          <p:cNvGrpSpPr/>
          <p:nvPr/>
        </p:nvGrpSpPr>
        <p:grpSpPr>
          <a:xfrm>
            <a:off x="5665171" y="2644704"/>
            <a:ext cx="1041120" cy="425880"/>
            <a:chOff x="5665171" y="2644704"/>
            <a:chExt cx="1041120" cy="4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0CD6492-8DA6-2390-D6AB-ED02B6B1EE7B}"/>
                    </a:ext>
                  </a:extLst>
                </p14:cNvPr>
                <p14:cNvContentPartPr/>
                <p14:nvPr/>
              </p14:nvContentPartPr>
              <p14:xfrm>
                <a:off x="5665171" y="2644704"/>
                <a:ext cx="225360" cy="2674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0CD6492-8DA6-2390-D6AB-ED02B6B1EE7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47171" y="2626704"/>
                  <a:ext cx="2610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1CF8F52-1409-C3D1-519A-11446127F6E4}"/>
                    </a:ext>
                  </a:extLst>
                </p14:cNvPr>
                <p14:cNvContentPartPr/>
                <p14:nvPr/>
              </p14:nvContentPartPr>
              <p14:xfrm>
                <a:off x="6023371" y="2816064"/>
                <a:ext cx="21600" cy="254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1CF8F52-1409-C3D1-519A-11446127F6E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005371" y="2798424"/>
                  <a:ext cx="57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5F7C1EE-EFB4-0BA3-78A5-E575D1076901}"/>
                    </a:ext>
                  </a:extLst>
                </p14:cNvPr>
                <p14:cNvContentPartPr/>
                <p14:nvPr/>
              </p14:nvContentPartPr>
              <p14:xfrm>
                <a:off x="6012571" y="2854944"/>
                <a:ext cx="110880" cy="1162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5F7C1EE-EFB4-0BA3-78A5-E575D107690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994571" y="2837304"/>
                  <a:ext cx="146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D9590EF-19FF-5C0D-0253-B828D8020DC3}"/>
                    </a:ext>
                  </a:extLst>
                </p14:cNvPr>
                <p14:cNvContentPartPr/>
                <p14:nvPr/>
              </p14:nvContentPartPr>
              <p14:xfrm>
                <a:off x="6017971" y="2919024"/>
                <a:ext cx="111600" cy="43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D9590EF-19FF-5C0D-0253-B828D8020DC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999971" y="2901384"/>
                  <a:ext cx="1472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2169C1F-7A27-58E8-EF26-49FB3DAB53DE}"/>
                    </a:ext>
                  </a:extLst>
                </p14:cNvPr>
                <p14:cNvContentPartPr/>
                <p14:nvPr/>
              </p14:nvContentPartPr>
              <p14:xfrm>
                <a:off x="6244771" y="2864304"/>
                <a:ext cx="55080" cy="20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2169C1F-7A27-58E8-EF26-49FB3DAB53D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226771" y="2846304"/>
                  <a:ext cx="90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ED6E8D2-3A0C-D7D3-88DC-E56883D388D7}"/>
                    </a:ext>
                  </a:extLst>
                </p14:cNvPr>
                <p14:cNvContentPartPr/>
                <p14:nvPr/>
              </p14:nvContentPartPr>
              <p14:xfrm>
                <a:off x="6290131" y="2912184"/>
                <a:ext cx="51840" cy="20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ED6E8D2-3A0C-D7D3-88DC-E56883D388D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272131" y="2894544"/>
                  <a:ext cx="874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F1F1585-F5D1-9E67-6370-EDF58F7F3014}"/>
                    </a:ext>
                  </a:extLst>
                </p14:cNvPr>
                <p14:cNvContentPartPr/>
                <p14:nvPr/>
              </p14:nvContentPartPr>
              <p14:xfrm>
                <a:off x="6481291" y="2748744"/>
                <a:ext cx="225000" cy="306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F1F1585-F5D1-9E67-6370-EDF58F7F301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63291" y="2730744"/>
                  <a:ext cx="260640" cy="34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6" name="Group 1035">
            <a:extLst>
              <a:ext uri="{FF2B5EF4-FFF2-40B4-BE49-F238E27FC236}">
                <a16:creationId xmlns:a16="http://schemas.microsoft.com/office/drawing/2014/main" id="{1F0107A8-5E18-E563-4AEC-D55E540FB1D4}"/>
              </a:ext>
            </a:extLst>
          </p:cNvPr>
          <p:cNvGrpSpPr/>
          <p:nvPr/>
        </p:nvGrpSpPr>
        <p:grpSpPr>
          <a:xfrm>
            <a:off x="5780731" y="3354264"/>
            <a:ext cx="516960" cy="436320"/>
            <a:chOff x="5780731" y="3354264"/>
            <a:chExt cx="51696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032" name="Ink 1031">
                  <a:extLst>
                    <a:ext uri="{FF2B5EF4-FFF2-40B4-BE49-F238E27FC236}">
                      <a16:creationId xmlns:a16="http://schemas.microsoft.com/office/drawing/2014/main" id="{6509A388-D78F-C8C2-FF35-80C67114F0C1}"/>
                    </a:ext>
                  </a:extLst>
                </p14:cNvPr>
                <p14:cNvContentPartPr/>
                <p14:nvPr/>
              </p14:nvContentPartPr>
              <p14:xfrm>
                <a:off x="5780731" y="3354264"/>
                <a:ext cx="198720" cy="236160"/>
              </p14:xfrm>
            </p:contentPart>
          </mc:Choice>
          <mc:Fallback xmlns="">
            <p:pic>
              <p:nvPicPr>
                <p:cNvPr id="1032" name="Ink 1031">
                  <a:extLst>
                    <a:ext uri="{FF2B5EF4-FFF2-40B4-BE49-F238E27FC236}">
                      <a16:creationId xmlns:a16="http://schemas.microsoft.com/office/drawing/2014/main" id="{6509A388-D78F-C8C2-FF35-80C67114F0C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763091" y="3336624"/>
                  <a:ext cx="2343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1005075B-DD90-F27E-720F-14C64E2A2E09}"/>
                    </a:ext>
                  </a:extLst>
                </p14:cNvPr>
                <p14:cNvContentPartPr/>
                <p14:nvPr/>
              </p14:nvContentPartPr>
              <p14:xfrm>
                <a:off x="6103651" y="3580704"/>
                <a:ext cx="45000" cy="209880"/>
              </p14:xfrm>
            </p:contentPart>
          </mc:Choice>
          <mc:Fallback xmlns=""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1005075B-DD90-F27E-720F-14C64E2A2E09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85651" y="3562704"/>
                  <a:ext cx="80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775C34DE-47AE-5949-0EE6-BD670CD11BEB}"/>
                    </a:ext>
                  </a:extLst>
                </p14:cNvPr>
                <p14:cNvContentPartPr/>
                <p14:nvPr/>
              </p14:nvContentPartPr>
              <p14:xfrm>
                <a:off x="6126331" y="3568824"/>
                <a:ext cx="171360" cy="207000"/>
              </p14:xfrm>
            </p:contentPart>
          </mc:Choice>
          <mc:Fallback xmlns=""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775C34DE-47AE-5949-0EE6-BD670CD11BE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08331" y="3551184"/>
                  <a:ext cx="207000" cy="24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1035" name="Ink 1034">
                <a:extLst>
                  <a:ext uri="{FF2B5EF4-FFF2-40B4-BE49-F238E27FC236}">
                    <a16:creationId xmlns:a16="http://schemas.microsoft.com/office/drawing/2014/main" id="{6E8A9AB1-57F1-73B0-404B-3B8A69937D20}"/>
                  </a:ext>
                </a:extLst>
              </p14:cNvPr>
              <p14:cNvContentPartPr/>
              <p14:nvPr/>
            </p14:nvContentPartPr>
            <p14:xfrm>
              <a:off x="6496411" y="3655944"/>
              <a:ext cx="27360" cy="148680"/>
            </p14:xfrm>
          </p:contentPart>
        </mc:Choice>
        <mc:Fallback xmlns="">
          <p:pic>
            <p:nvPicPr>
              <p:cNvPr id="1035" name="Ink 1034">
                <a:extLst>
                  <a:ext uri="{FF2B5EF4-FFF2-40B4-BE49-F238E27FC236}">
                    <a16:creationId xmlns:a16="http://schemas.microsoft.com/office/drawing/2014/main" id="{6E8A9AB1-57F1-73B0-404B-3B8A69937D20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6478771" y="3638304"/>
                <a:ext cx="63000" cy="18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91D6CFC8-3185-14F2-CB25-D050B827C348}"/>
              </a:ext>
            </a:extLst>
          </p:cNvPr>
          <p:cNvGrpSpPr/>
          <p:nvPr/>
        </p:nvGrpSpPr>
        <p:grpSpPr>
          <a:xfrm>
            <a:off x="6738691" y="3380544"/>
            <a:ext cx="491400" cy="304920"/>
            <a:chOff x="6738691" y="3380544"/>
            <a:chExt cx="49140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4EC25618-2AFD-7790-E836-DC59961F7151}"/>
                    </a:ext>
                  </a:extLst>
                </p14:cNvPr>
                <p14:cNvContentPartPr/>
                <p14:nvPr/>
              </p14:nvContentPartPr>
              <p14:xfrm>
                <a:off x="6738691" y="3380544"/>
                <a:ext cx="267120" cy="23292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4EC25618-2AFD-7790-E836-DC59961F715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720691" y="3362544"/>
                  <a:ext cx="3027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55C0F9EB-6D8B-A4B8-BC89-A500D02F16EC}"/>
                    </a:ext>
                  </a:extLst>
                </p14:cNvPr>
                <p14:cNvContentPartPr/>
                <p14:nvPr/>
              </p14:nvContentPartPr>
              <p14:xfrm>
                <a:off x="7120651" y="3543264"/>
                <a:ext cx="109440" cy="14220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55C0F9EB-6D8B-A4B8-BC89-A500D02F16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102651" y="3525264"/>
                  <a:ext cx="14508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BE2CC9DF-DC6B-88F1-845C-049E992B2B3C}"/>
              </a:ext>
            </a:extLst>
          </p:cNvPr>
          <p:cNvGrpSpPr/>
          <p:nvPr/>
        </p:nvGrpSpPr>
        <p:grpSpPr>
          <a:xfrm>
            <a:off x="7394611" y="3391344"/>
            <a:ext cx="303120" cy="253800"/>
            <a:chOff x="7394611" y="3391344"/>
            <a:chExt cx="30312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8CA3F16D-F849-6065-89CD-2C10B1C7F23A}"/>
                    </a:ext>
                  </a:extLst>
                </p14:cNvPr>
                <p14:cNvContentPartPr/>
                <p14:nvPr/>
              </p14:nvContentPartPr>
              <p14:xfrm>
                <a:off x="7394611" y="3480264"/>
                <a:ext cx="36000" cy="1692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8CA3F16D-F849-6065-89CD-2C10B1C7F23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376611" y="3462264"/>
                  <a:ext cx="716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3A2B314D-8686-728B-7F54-D85561F04C4F}"/>
                    </a:ext>
                  </a:extLst>
                </p14:cNvPr>
                <p14:cNvContentPartPr/>
                <p14:nvPr/>
              </p14:nvContentPartPr>
              <p14:xfrm>
                <a:off x="7408651" y="3543264"/>
                <a:ext cx="84600" cy="396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3A2B314D-8686-728B-7F54-D85561F04C4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390651" y="3525264"/>
                  <a:ext cx="1202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58080938-2A9C-E4E6-A7F5-0D32C6BF1D55}"/>
                    </a:ext>
                  </a:extLst>
                </p14:cNvPr>
                <p14:cNvContentPartPr/>
                <p14:nvPr/>
              </p14:nvContentPartPr>
              <p14:xfrm>
                <a:off x="7616731" y="3391344"/>
                <a:ext cx="81000" cy="25380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58080938-2A9C-E4E6-A7F5-0D32C6BF1D5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598731" y="3373344"/>
                  <a:ext cx="116640" cy="28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1042" name="Ink 1041">
                <a:extLst>
                  <a:ext uri="{FF2B5EF4-FFF2-40B4-BE49-F238E27FC236}">
                    <a16:creationId xmlns:a16="http://schemas.microsoft.com/office/drawing/2014/main" id="{D109EC7C-BB0A-DE9A-459B-816DD3D0C162}"/>
                  </a:ext>
                </a:extLst>
              </p14:cNvPr>
              <p14:cNvContentPartPr/>
              <p14:nvPr/>
            </p14:nvContentPartPr>
            <p14:xfrm>
              <a:off x="7686931" y="3831984"/>
              <a:ext cx="11160" cy="13320"/>
            </p14:xfrm>
          </p:contentPart>
        </mc:Choice>
        <mc:Fallback xmlns="">
          <p:pic>
            <p:nvPicPr>
              <p:cNvPr id="1042" name="Ink 1041">
                <a:extLst>
                  <a:ext uri="{FF2B5EF4-FFF2-40B4-BE49-F238E27FC236}">
                    <a16:creationId xmlns:a16="http://schemas.microsoft.com/office/drawing/2014/main" id="{D109EC7C-BB0A-DE9A-459B-816DD3D0C162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669291" y="3813984"/>
                <a:ext cx="46800" cy="4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3A4D88B2-8E00-3661-381A-5C32DCAE7A57}"/>
              </a:ext>
            </a:extLst>
          </p:cNvPr>
          <p:cNvGrpSpPr/>
          <p:nvPr/>
        </p:nvGrpSpPr>
        <p:grpSpPr>
          <a:xfrm>
            <a:off x="8310451" y="3332304"/>
            <a:ext cx="532800" cy="426960"/>
            <a:chOff x="8310451" y="3332304"/>
            <a:chExt cx="53280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81A6BA48-65D6-5DDC-FBC0-9749F76797F7}"/>
                    </a:ext>
                  </a:extLst>
                </p14:cNvPr>
                <p14:cNvContentPartPr/>
                <p14:nvPr/>
              </p14:nvContentPartPr>
              <p14:xfrm>
                <a:off x="8310451" y="3332304"/>
                <a:ext cx="163080" cy="27828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81A6BA48-65D6-5DDC-FBC0-9749F76797F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292811" y="3314304"/>
                  <a:ext cx="1987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E069055F-A42E-94F6-966E-62AD6A249619}"/>
                    </a:ext>
                  </a:extLst>
                </p14:cNvPr>
                <p14:cNvContentPartPr/>
                <p14:nvPr/>
              </p14:nvContentPartPr>
              <p14:xfrm>
                <a:off x="8471371" y="3353184"/>
                <a:ext cx="149400" cy="40608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E069055F-A42E-94F6-966E-62AD6A24961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453731" y="3335544"/>
                  <a:ext cx="18504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8E171068-F05B-4801-EC71-4CC25C34767A}"/>
                    </a:ext>
                  </a:extLst>
                </p14:cNvPr>
                <p14:cNvContentPartPr/>
                <p14:nvPr/>
              </p14:nvContentPartPr>
              <p14:xfrm>
                <a:off x="8626891" y="3513024"/>
                <a:ext cx="216360" cy="12384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8E171068-F05B-4801-EC71-4CC25C34767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609251" y="3495384"/>
                  <a:ext cx="2520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7" name="Group 1056">
            <a:extLst>
              <a:ext uri="{FF2B5EF4-FFF2-40B4-BE49-F238E27FC236}">
                <a16:creationId xmlns:a16="http://schemas.microsoft.com/office/drawing/2014/main" id="{C04B3D31-D902-C7BA-AEE4-DF4E8D7684A7}"/>
              </a:ext>
            </a:extLst>
          </p:cNvPr>
          <p:cNvGrpSpPr/>
          <p:nvPr/>
        </p:nvGrpSpPr>
        <p:grpSpPr>
          <a:xfrm>
            <a:off x="9052051" y="3412224"/>
            <a:ext cx="108720" cy="57960"/>
            <a:chOff x="9052051" y="3412224"/>
            <a:chExt cx="108720" cy="5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3B1B529A-2276-5E04-3B42-1142BA4DC1CB}"/>
                    </a:ext>
                  </a:extLst>
                </p14:cNvPr>
                <p14:cNvContentPartPr/>
                <p14:nvPr/>
              </p14:nvContentPartPr>
              <p14:xfrm>
                <a:off x="9053131" y="3412224"/>
                <a:ext cx="4680" cy="612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3B1B529A-2276-5E04-3B42-1142BA4DC1C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35131" y="3394584"/>
                  <a:ext cx="40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33DC04ED-6104-5323-02FD-CC23EFE43149}"/>
                    </a:ext>
                  </a:extLst>
                </p14:cNvPr>
                <p14:cNvContentPartPr/>
                <p14:nvPr/>
              </p14:nvContentPartPr>
              <p14:xfrm>
                <a:off x="9052051" y="3429504"/>
                <a:ext cx="108720" cy="4068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33DC04ED-6104-5323-02FD-CC23EFE4314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034411" y="3411504"/>
                  <a:ext cx="14436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6B4C3582-36EA-F7E7-BD8A-FE399CF784C2}"/>
              </a:ext>
            </a:extLst>
          </p:cNvPr>
          <p:cNvGrpSpPr/>
          <p:nvPr/>
        </p:nvGrpSpPr>
        <p:grpSpPr>
          <a:xfrm>
            <a:off x="9519691" y="3318264"/>
            <a:ext cx="162000" cy="371160"/>
            <a:chOff x="9519691" y="3318264"/>
            <a:chExt cx="16200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E735AEFD-8130-C4B3-7FDD-832049029643}"/>
                    </a:ext>
                  </a:extLst>
                </p14:cNvPr>
                <p14:cNvContentPartPr/>
                <p14:nvPr/>
              </p14:nvContentPartPr>
              <p14:xfrm>
                <a:off x="9519691" y="3318264"/>
                <a:ext cx="41760" cy="37116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E735AEFD-8130-C4B3-7FDD-83204902964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502051" y="3300624"/>
                  <a:ext cx="7740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3732D2D0-DB9E-22AC-3760-5A010AAF2E76}"/>
                    </a:ext>
                  </a:extLst>
                </p14:cNvPr>
                <p14:cNvContentPartPr/>
                <p14:nvPr/>
              </p14:nvContentPartPr>
              <p14:xfrm>
                <a:off x="9668371" y="3445704"/>
                <a:ext cx="13320" cy="2232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3732D2D0-DB9E-22AC-3760-5A010AAF2E7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650731" y="3428064"/>
                  <a:ext cx="4896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209D7917-E454-CAD5-6F90-DF0BAC5ED8F2}"/>
              </a:ext>
            </a:extLst>
          </p:cNvPr>
          <p:cNvGrpSpPr/>
          <p:nvPr/>
        </p:nvGrpSpPr>
        <p:grpSpPr>
          <a:xfrm>
            <a:off x="9843691" y="3378024"/>
            <a:ext cx="110880" cy="164880"/>
            <a:chOff x="9843691" y="3378024"/>
            <a:chExt cx="110880" cy="16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59AAF2DF-5090-F2B5-2DF0-AC60BEFA4FFF}"/>
                    </a:ext>
                  </a:extLst>
                </p14:cNvPr>
                <p14:cNvContentPartPr/>
                <p14:nvPr/>
              </p14:nvContentPartPr>
              <p14:xfrm>
                <a:off x="9848011" y="3384864"/>
                <a:ext cx="106560" cy="2556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59AAF2DF-5090-F2B5-2DF0-AC60BEFA4FF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830011" y="3366864"/>
                  <a:ext cx="1422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4EB753CB-7462-BE93-41F3-EB41CE7FCB97}"/>
                    </a:ext>
                  </a:extLst>
                </p14:cNvPr>
                <p14:cNvContentPartPr/>
                <p14:nvPr/>
              </p14:nvContentPartPr>
              <p14:xfrm>
                <a:off x="9843691" y="3378024"/>
                <a:ext cx="85320" cy="16488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4EB753CB-7462-BE93-41F3-EB41CE7FCB9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826051" y="3360024"/>
                  <a:ext cx="12096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1054" name="Ink 1053">
                <a:extLst>
                  <a:ext uri="{FF2B5EF4-FFF2-40B4-BE49-F238E27FC236}">
                    <a16:creationId xmlns:a16="http://schemas.microsoft.com/office/drawing/2014/main" id="{CA28B13A-8AB7-E14E-7FD5-6F6CA9F93B0A}"/>
                  </a:ext>
                </a:extLst>
              </p14:cNvPr>
              <p14:cNvContentPartPr/>
              <p14:nvPr/>
            </p14:nvContentPartPr>
            <p14:xfrm>
              <a:off x="10183171" y="3294144"/>
              <a:ext cx="170640" cy="229680"/>
            </p14:xfrm>
          </p:contentPart>
        </mc:Choice>
        <mc:Fallback xmlns="">
          <p:pic>
            <p:nvPicPr>
              <p:cNvPr id="1054" name="Ink 1053">
                <a:extLst>
                  <a:ext uri="{FF2B5EF4-FFF2-40B4-BE49-F238E27FC236}">
                    <a16:creationId xmlns:a16="http://schemas.microsoft.com/office/drawing/2014/main" id="{CA28B13A-8AB7-E14E-7FD5-6F6CA9F93B0A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10165171" y="3276504"/>
                <a:ext cx="206280" cy="265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E54CC5CA-8756-D3C0-8DAA-094522B17297}"/>
              </a:ext>
            </a:extLst>
          </p:cNvPr>
          <p:cNvGrpSpPr/>
          <p:nvPr/>
        </p:nvGrpSpPr>
        <p:grpSpPr>
          <a:xfrm>
            <a:off x="5916811" y="4181904"/>
            <a:ext cx="1244520" cy="534960"/>
            <a:chOff x="5916811" y="4181904"/>
            <a:chExt cx="1244520" cy="53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6B04B51E-4991-9D7D-AFDC-BA3681772C9C}"/>
                    </a:ext>
                  </a:extLst>
                </p14:cNvPr>
                <p14:cNvContentPartPr/>
                <p14:nvPr/>
              </p14:nvContentPartPr>
              <p14:xfrm>
                <a:off x="5916811" y="4181904"/>
                <a:ext cx="169920" cy="28944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6B04B51E-4991-9D7D-AFDC-BA3681772C9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899171" y="4163904"/>
                  <a:ext cx="20556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4213D4C5-BCEC-BEA6-CB00-3B95A8151A36}"/>
                    </a:ext>
                  </a:extLst>
                </p14:cNvPr>
                <p14:cNvContentPartPr/>
                <p14:nvPr/>
              </p14:nvContentPartPr>
              <p14:xfrm>
                <a:off x="6229291" y="4393584"/>
                <a:ext cx="29880" cy="26136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4213D4C5-BCEC-BEA6-CB00-3B95A8151A3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211291" y="4375944"/>
                  <a:ext cx="655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0D4C3297-9BF8-D9C8-4AD1-8AF64872BFFC}"/>
                    </a:ext>
                  </a:extLst>
                </p14:cNvPr>
                <p14:cNvContentPartPr/>
                <p14:nvPr/>
              </p14:nvContentPartPr>
              <p14:xfrm>
                <a:off x="6232891" y="4430664"/>
                <a:ext cx="99720" cy="18540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0D4C3297-9BF8-D9C8-4AD1-8AF64872BFF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214891" y="4412664"/>
                  <a:ext cx="1353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42C1AA52-653A-62F1-2E0F-803CDBC3BEB3}"/>
                    </a:ext>
                  </a:extLst>
                </p14:cNvPr>
                <p14:cNvContentPartPr/>
                <p14:nvPr/>
              </p14:nvContentPartPr>
              <p14:xfrm>
                <a:off x="6488491" y="4531824"/>
                <a:ext cx="37080" cy="97200"/>
              </p14:xfrm>
            </p:contentPart>
          </mc:Choice>
          <mc:Fallback xmlns=""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42C1AA52-653A-62F1-2E0F-803CDBC3BEB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470851" y="4514184"/>
                  <a:ext cx="72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D2B8D8EB-DB65-3E17-C6FC-EA70ABB2B332}"/>
                    </a:ext>
                  </a:extLst>
                </p14:cNvPr>
                <p14:cNvContentPartPr/>
                <p14:nvPr/>
              </p14:nvContentPartPr>
              <p14:xfrm>
                <a:off x="6633211" y="4415184"/>
                <a:ext cx="45000" cy="218880"/>
              </p14:xfrm>
            </p:contentPart>
          </mc:Choice>
          <mc:Fallback xmlns=""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D2B8D8EB-DB65-3E17-C6FC-EA70ABB2B33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615211" y="4397544"/>
                  <a:ext cx="80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5A2247F5-69D8-40BF-261A-C4AA7C58AF25}"/>
                    </a:ext>
                  </a:extLst>
                </p14:cNvPr>
                <p14:cNvContentPartPr/>
                <p14:nvPr/>
              </p14:nvContentPartPr>
              <p14:xfrm>
                <a:off x="6620611" y="4387824"/>
                <a:ext cx="88560" cy="66240"/>
              </p14:xfrm>
            </p:contentPart>
          </mc:Choice>
          <mc:Fallback xmlns=""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5A2247F5-69D8-40BF-261A-C4AA7C58AF2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602611" y="4370184"/>
                  <a:ext cx="1242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99C1AB5B-2A69-914A-F112-FD2B05BC8A47}"/>
                    </a:ext>
                  </a:extLst>
                </p14:cNvPr>
                <p14:cNvContentPartPr/>
                <p14:nvPr/>
              </p14:nvContentPartPr>
              <p14:xfrm>
                <a:off x="6677131" y="4449384"/>
                <a:ext cx="88920" cy="62640"/>
              </p14:xfrm>
            </p:contentPart>
          </mc:Choice>
          <mc:Fallback xmlns=""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99C1AB5B-2A69-914A-F112-FD2B05BC8A4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659131" y="4431744"/>
                  <a:ext cx="124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2D9E66B5-AFE7-47EA-F186-9709B5EF9845}"/>
                    </a:ext>
                  </a:extLst>
                </p14:cNvPr>
                <p14:cNvContentPartPr/>
                <p14:nvPr/>
              </p14:nvContentPartPr>
              <p14:xfrm>
                <a:off x="6724651" y="4559544"/>
                <a:ext cx="45000" cy="29520"/>
              </p14:xfrm>
            </p:contentPart>
          </mc:Choice>
          <mc:Fallback xmlns=""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2D9E66B5-AFE7-47EA-F186-9709B5EF984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706651" y="4541544"/>
                  <a:ext cx="80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A42A4D10-C317-05C7-0F14-949CC1C0D870}"/>
                    </a:ext>
                  </a:extLst>
                </p14:cNvPr>
                <p14:cNvContentPartPr/>
                <p14:nvPr/>
              </p14:nvContentPartPr>
              <p14:xfrm>
                <a:off x="6865051" y="4594824"/>
                <a:ext cx="33840" cy="114840"/>
              </p14:xfrm>
            </p:contentPart>
          </mc:Choice>
          <mc:Fallback xmlns=""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A42A4D10-C317-05C7-0F14-949CC1C0D87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847051" y="4577184"/>
                  <a:ext cx="6948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69" name="Ink 1068">
                  <a:extLst>
                    <a:ext uri="{FF2B5EF4-FFF2-40B4-BE49-F238E27FC236}">
                      <a16:creationId xmlns:a16="http://schemas.microsoft.com/office/drawing/2014/main" id="{F2111C37-B5B6-43DD-7AC7-85223F22E33C}"/>
                    </a:ext>
                  </a:extLst>
                </p14:cNvPr>
                <p14:cNvContentPartPr/>
                <p14:nvPr/>
              </p14:nvContentPartPr>
              <p14:xfrm>
                <a:off x="7032091" y="4473504"/>
                <a:ext cx="13680" cy="243360"/>
              </p14:xfrm>
            </p:contentPart>
          </mc:Choice>
          <mc:Fallback xmlns="">
            <p:pic>
              <p:nvPicPr>
                <p:cNvPr id="1069" name="Ink 1068">
                  <a:extLst>
                    <a:ext uri="{FF2B5EF4-FFF2-40B4-BE49-F238E27FC236}">
                      <a16:creationId xmlns:a16="http://schemas.microsoft.com/office/drawing/2014/main" id="{F2111C37-B5B6-43DD-7AC7-85223F22E33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014091" y="4455504"/>
                  <a:ext cx="493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4FB6FF67-D6F2-1B15-877E-FD0F897F1ACF}"/>
                    </a:ext>
                  </a:extLst>
                </p14:cNvPr>
                <p14:cNvContentPartPr/>
                <p14:nvPr/>
              </p14:nvContentPartPr>
              <p14:xfrm>
                <a:off x="7011931" y="4447224"/>
                <a:ext cx="74160" cy="12960"/>
              </p14:xfrm>
            </p:contentPart>
          </mc:Choice>
          <mc:Fallback xmlns=""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4FB6FF67-D6F2-1B15-877E-FD0F897F1AC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994291" y="4429584"/>
                  <a:ext cx="1098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5B0DF8B1-26D2-505F-8F14-4BD52F89035C}"/>
                    </a:ext>
                  </a:extLst>
                </p14:cNvPr>
                <p14:cNvContentPartPr/>
                <p14:nvPr/>
              </p14:nvContentPartPr>
              <p14:xfrm>
                <a:off x="7059811" y="4544064"/>
                <a:ext cx="101520" cy="5796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5B0DF8B1-26D2-505F-8F14-4BD52F89035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041811" y="4526424"/>
                  <a:ext cx="137160" cy="9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AFCC0106-CF87-44A5-042C-B1C9E945348F}"/>
              </a:ext>
            </a:extLst>
          </p:cNvPr>
          <p:cNvGrpSpPr/>
          <p:nvPr/>
        </p:nvGrpSpPr>
        <p:grpSpPr>
          <a:xfrm>
            <a:off x="7381651" y="4447584"/>
            <a:ext cx="119880" cy="111960"/>
            <a:chOff x="7381651" y="4447584"/>
            <a:chExt cx="119880" cy="11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0BA8E4F4-366D-0122-10D2-DCA726BA6A09}"/>
                    </a:ext>
                  </a:extLst>
                </p14:cNvPr>
                <p14:cNvContentPartPr/>
                <p14:nvPr/>
              </p14:nvContentPartPr>
              <p14:xfrm>
                <a:off x="7381651" y="4447584"/>
                <a:ext cx="79920" cy="2772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0BA8E4F4-366D-0122-10D2-DCA726BA6A0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363651" y="4429944"/>
                  <a:ext cx="1155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87EFFB79-B8C7-3000-B122-FCBA7C6EAD71}"/>
                    </a:ext>
                  </a:extLst>
                </p14:cNvPr>
                <p14:cNvContentPartPr/>
                <p14:nvPr/>
              </p14:nvContentPartPr>
              <p14:xfrm>
                <a:off x="7437091" y="4534704"/>
                <a:ext cx="64440" cy="2484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87EFFB79-B8C7-3000-B122-FCBA7C6EAD71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419091" y="4517064"/>
                  <a:ext cx="10008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4" name="Group 1083">
            <a:extLst>
              <a:ext uri="{FF2B5EF4-FFF2-40B4-BE49-F238E27FC236}">
                <a16:creationId xmlns:a16="http://schemas.microsoft.com/office/drawing/2014/main" id="{21097E7A-3716-5B92-002E-345A65E84762}"/>
              </a:ext>
            </a:extLst>
          </p:cNvPr>
          <p:cNvGrpSpPr/>
          <p:nvPr/>
        </p:nvGrpSpPr>
        <p:grpSpPr>
          <a:xfrm>
            <a:off x="7972411" y="4232304"/>
            <a:ext cx="629280" cy="451800"/>
            <a:chOff x="7972411" y="4232304"/>
            <a:chExt cx="629280" cy="45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2992A325-0B7E-7308-558C-D4AF455B615C}"/>
                    </a:ext>
                  </a:extLst>
                </p14:cNvPr>
                <p14:cNvContentPartPr/>
                <p14:nvPr/>
              </p14:nvContentPartPr>
              <p14:xfrm>
                <a:off x="7972411" y="4232304"/>
                <a:ext cx="187560" cy="246960"/>
              </p14:xfrm>
            </p:contentPart>
          </mc:Choice>
          <mc:Fallback xmlns=""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2992A325-0B7E-7308-558C-D4AF455B615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954411" y="4214664"/>
                  <a:ext cx="2232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0DB8D0A5-0758-6619-404A-F631E980A077}"/>
                    </a:ext>
                  </a:extLst>
                </p14:cNvPr>
                <p14:cNvContentPartPr/>
                <p14:nvPr/>
              </p14:nvContentPartPr>
              <p14:xfrm>
                <a:off x="8203171" y="4274784"/>
                <a:ext cx="187560" cy="397800"/>
              </p14:xfrm>
            </p:contentPart>
          </mc:Choice>
          <mc:Fallback xmlns=""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0DB8D0A5-0758-6619-404A-F631E980A07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85531" y="4256784"/>
                  <a:ext cx="22320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7660918C-C107-0B57-8D6F-730A47A13876}"/>
                    </a:ext>
                  </a:extLst>
                </p14:cNvPr>
                <p14:cNvContentPartPr/>
                <p14:nvPr/>
              </p14:nvContentPartPr>
              <p14:xfrm>
                <a:off x="8424931" y="4456224"/>
                <a:ext cx="176760" cy="227880"/>
              </p14:xfrm>
            </p:contentPart>
          </mc:Choice>
          <mc:Fallback xmlns=""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7660918C-C107-0B57-8D6F-730A47A1387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406931" y="4438584"/>
                  <a:ext cx="21240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3" name="Group 1082">
            <a:extLst>
              <a:ext uri="{FF2B5EF4-FFF2-40B4-BE49-F238E27FC236}">
                <a16:creationId xmlns:a16="http://schemas.microsoft.com/office/drawing/2014/main" id="{6A13E54C-F1B0-FE0F-2D90-435BDBBD2F9E}"/>
              </a:ext>
            </a:extLst>
          </p:cNvPr>
          <p:cNvGrpSpPr/>
          <p:nvPr/>
        </p:nvGrpSpPr>
        <p:grpSpPr>
          <a:xfrm>
            <a:off x="8773051" y="4475304"/>
            <a:ext cx="104760" cy="87120"/>
            <a:chOff x="8773051" y="4475304"/>
            <a:chExt cx="104760" cy="8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CB96CAE5-8830-8EF9-AEA8-30E239F87239}"/>
                    </a:ext>
                  </a:extLst>
                </p14:cNvPr>
                <p14:cNvContentPartPr/>
                <p14:nvPr/>
              </p14:nvContentPartPr>
              <p14:xfrm>
                <a:off x="8773051" y="4475304"/>
                <a:ext cx="91800" cy="14760"/>
              </p14:xfrm>
            </p:contentPart>
          </mc:Choice>
          <mc:Fallback xmlns=""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CB96CAE5-8830-8EF9-AEA8-30E239F8723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55411" y="4457664"/>
                  <a:ext cx="127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80" name="Ink 1079">
                  <a:extLst>
                    <a:ext uri="{FF2B5EF4-FFF2-40B4-BE49-F238E27FC236}">
                      <a16:creationId xmlns:a16="http://schemas.microsoft.com/office/drawing/2014/main" id="{0DE0C70E-666E-7D5D-56D7-91BC86C65682}"/>
                    </a:ext>
                  </a:extLst>
                </p14:cNvPr>
                <p14:cNvContentPartPr/>
                <p14:nvPr/>
              </p14:nvContentPartPr>
              <p14:xfrm>
                <a:off x="8826691" y="4536504"/>
                <a:ext cx="51120" cy="25920"/>
              </p14:xfrm>
            </p:contentPart>
          </mc:Choice>
          <mc:Fallback xmlns="">
            <p:pic>
              <p:nvPicPr>
                <p:cNvPr id="1080" name="Ink 1079">
                  <a:extLst>
                    <a:ext uri="{FF2B5EF4-FFF2-40B4-BE49-F238E27FC236}">
                      <a16:creationId xmlns:a16="http://schemas.microsoft.com/office/drawing/2014/main" id="{0DE0C70E-666E-7D5D-56D7-91BC86C6568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809051" y="4518504"/>
                  <a:ext cx="86760" cy="6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081" name="Ink 1080">
                <a:extLst>
                  <a:ext uri="{FF2B5EF4-FFF2-40B4-BE49-F238E27FC236}">
                    <a16:creationId xmlns:a16="http://schemas.microsoft.com/office/drawing/2014/main" id="{30422AD3-CBC6-5504-FEAD-3028694ACFDB}"/>
                  </a:ext>
                </a:extLst>
              </p14:cNvPr>
              <p14:cNvContentPartPr/>
              <p14:nvPr/>
            </p14:nvContentPartPr>
            <p14:xfrm>
              <a:off x="9176611" y="4297104"/>
              <a:ext cx="56160" cy="299880"/>
            </p14:xfrm>
          </p:contentPart>
        </mc:Choice>
        <mc:Fallback xmlns="">
          <p:pic>
            <p:nvPicPr>
              <p:cNvPr id="1081" name="Ink 1080">
                <a:extLst>
                  <a:ext uri="{FF2B5EF4-FFF2-40B4-BE49-F238E27FC236}">
                    <a16:creationId xmlns:a16="http://schemas.microsoft.com/office/drawing/2014/main" id="{30422AD3-CBC6-5504-FEAD-3028694ACFDB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9158611" y="4279464"/>
                <a:ext cx="91800" cy="33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1082" name="Ink 1081">
                <a:extLst>
                  <a:ext uri="{FF2B5EF4-FFF2-40B4-BE49-F238E27FC236}">
                    <a16:creationId xmlns:a16="http://schemas.microsoft.com/office/drawing/2014/main" id="{4558AB1A-307A-5B2C-E864-259A8DCBA7D2}"/>
                  </a:ext>
                </a:extLst>
              </p14:cNvPr>
              <p14:cNvContentPartPr/>
              <p14:nvPr/>
            </p14:nvContentPartPr>
            <p14:xfrm>
              <a:off x="9441211" y="4343904"/>
              <a:ext cx="155520" cy="192960"/>
            </p14:xfrm>
          </p:contentPart>
        </mc:Choice>
        <mc:Fallback xmlns="">
          <p:pic>
            <p:nvPicPr>
              <p:cNvPr id="1082" name="Ink 1081">
                <a:extLst>
                  <a:ext uri="{FF2B5EF4-FFF2-40B4-BE49-F238E27FC236}">
                    <a16:creationId xmlns:a16="http://schemas.microsoft.com/office/drawing/2014/main" id="{4558AB1A-307A-5B2C-E864-259A8DCBA7D2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9423571" y="4326264"/>
                <a:ext cx="191160" cy="22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5" name="Group 1094">
            <a:extLst>
              <a:ext uri="{FF2B5EF4-FFF2-40B4-BE49-F238E27FC236}">
                <a16:creationId xmlns:a16="http://schemas.microsoft.com/office/drawing/2014/main" id="{527E7254-815E-06F8-A17E-849D548C01C8}"/>
              </a:ext>
            </a:extLst>
          </p:cNvPr>
          <p:cNvGrpSpPr/>
          <p:nvPr/>
        </p:nvGrpSpPr>
        <p:grpSpPr>
          <a:xfrm>
            <a:off x="6023371" y="5167944"/>
            <a:ext cx="259560" cy="357840"/>
            <a:chOff x="6023371" y="5167944"/>
            <a:chExt cx="25956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8B5D315D-6612-FAA3-029C-5DA7F822AAF8}"/>
                    </a:ext>
                  </a:extLst>
                </p14:cNvPr>
                <p14:cNvContentPartPr/>
                <p14:nvPr/>
              </p14:nvContentPartPr>
              <p14:xfrm>
                <a:off x="6167731" y="5167944"/>
                <a:ext cx="68400" cy="308520"/>
              </p14:xfrm>
            </p:contentPart>
          </mc:Choice>
          <mc:Fallback xmlns=""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8B5D315D-6612-FAA3-029C-5DA7F822AAF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149731" y="5150304"/>
                  <a:ext cx="1040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E06349C3-E538-CF4C-7852-55F16C8C1095}"/>
                    </a:ext>
                  </a:extLst>
                </p14:cNvPr>
                <p14:cNvContentPartPr/>
                <p14:nvPr/>
              </p14:nvContentPartPr>
              <p14:xfrm>
                <a:off x="6023371" y="5214024"/>
                <a:ext cx="189360" cy="2592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E06349C3-E538-CF4C-7852-55F16C8C1095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005371" y="5196024"/>
                  <a:ext cx="225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DE16EFEF-E2C1-CF95-726B-8F7D3437FEAE}"/>
                    </a:ext>
                  </a:extLst>
                </p14:cNvPr>
                <p14:cNvContentPartPr/>
                <p14:nvPr/>
              </p14:nvContentPartPr>
              <p14:xfrm>
                <a:off x="6194011" y="5480424"/>
                <a:ext cx="88920" cy="4536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DE16EFEF-E2C1-CF95-726B-8F7D3437FEA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176371" y="5462424"/>
                  <a:ext cx="12456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4" name="Group 1093">
            <a:extLst>
              <a:ext uri="{FF2B5EF4-FFF2-40B4-BE49-F238E27FC236}">
                <a16:creationId xmlns:a16="http://schemas.microsoft.com/office/drawing/2014/main" id="{34EF4ED1-7FDE-411D-CC83-B9849BE6A899}"/>
              </a:ext>
            </a:extLst>
          </p:cNvPr>
          <p:cNvGrpSpPr/>
          <p:nvPr/>
        </p:nvGrpSpPr>
        <p:grpSpPr>
          <a:xfrm>
            <a:off x="6457171" y="5343984"/>
            <a:ext cx="162000" cy="254880"/>
            <a:chOff x="6457171" y="5343984"/>
            <a:chExt cx="16200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82F686C2-16CF-F36D-B6A6-495514122BD2}"/>
                    </a:ext>
                  </a:extLst>
                </p14:cNvPr>
                <p14:cNvContentPartPr/>
                <p14:nvPr/>
              </p14:nvContentPartPr>
              <p14:xfrm>
                <a:off x="6473371" y="5343984"/>
                <a:ext cx="14400" cy="254880"/>
              </p14:xfrm>
            </p:contentPart>
          </mc:Choice>
          <mc:Fallback xmlns=""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82F686C2-16CF-F36D-B6A6-495514122BD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455731" y="5326344"/>
                  <a:ext cx="500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8EDD6E8D-CA4E-B39F-B642-5056BF6E26DB}"/>
                    </a:ext>
                  </a:extLst>
                </p14:cNvPr>
                <p14:cNvContentPartPr/>
                <p14:nvPr/>
              </p14:nvContentPartPr>
              <p14:xfrm>
                <a:off x="6457171" y="5359824"/>
                <a:ext cx="162000" cy="70200"/>
              </p14:xfrm>
            </p:contentPart>
          </mc:Choice>
          <mc:Fallback xmlns=""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8EDD6E8D-CA4E-B39F-B642-5056BF6E26D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439171" y="5341824"/>
                  <a:ext cx="1976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BE7009B1-D277-CFC7-6F4F-50689854DB3C}"/>
                    </a:ext>
                  </a:extLst>
                </p14:cNvPr>
                <p14:cNvContentPartPr/>
                <p14:nvPr/>
              </p14:nvContentPartPr>
              <p14:xfrm>
                <a:off x="6505411" y="5428584"/>
                <a:ext cx="77760" cy="59760"/>
              </p14:xfrm>
            </p:contentPart>
          </mc:Choice>
          <mc:Fallback xmlns=""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BE7009B1-D277-CFC7-6F4F-50689854DB3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487411" y="5410944"/>
                  <a:ext cx="11340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C45109FF-4260-7C88-EF6F-4A7D3E34B046}"/>
              </a:ext>
            </a:extLst>
          </p:cNvPr>
          <p:cNvGrpSpPr/>
          <p:nvPr/>
        </p:nvGrpSpPr>
        <p:grpSpPr>
          <a:xfrm>
            <a:off x="6821851" y="5371344"/>
            <a:ext cx="68400" cy="88920"/>
            <a:chOff x="6821851" y="5371344"/>
            <a:chExt cx="68400" cy="8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91" name="Ink 1090">
                  <a:extLst>
                    <a:ext uri="{FF2B5EF4-FFF2-40B4-BE49-F238E27FC236}">
                      <a16:creationId xmlns:a16="http://schemas.microsoft.com/office/drawing/2014/main" id="{87A94D9E-24D3-5558-E446-C2BC44EE20E6}"/>
                    </a:ext>
                  </a:extLst>
                </p14:cNvPr>
                <p14:cNvContentPartPr/>
                <p14:nvPr/>
              </p14:nvContentPartPr>
              <p14:xfrm>
                <a:off x="6821851" y="5371344"/>
                <a:ext cx="33840" cy="7200"/>
              </p14:xfrm>
            </p:contentPart>
          </mc:Choice>
          <mc:Fallback xmlns="">
            <p:pic>
              <p:nvPicPr>
                <p:cNvPr id="1091" name="Ink 1090">
                  <a:extLst>
                    <a:ext uri="{FF2B5EF4-FFF2-40B4-BE49-F238E27FC236}">
                      <a16:creationId xmlns:a16="http://schemas.microsoft.com/office/drawing/2014/main" id="{87A94D9E-24D3-5558-E446-C2BC44EE20E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803851" y="5353344"/>
                  <a:ext cx="694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92" name="Ink 1091">
                  <a:extLst>
                    <a:ext uri="{FF2B5EF4-FFF2-40B4-BE49-F238E27FC236}">
                      <a16:creationId xmlns:a16="http://schemas.microsoft.com/office/drawing/2014/main" id="{37EF4EDA-AB8E-E2CD-2CD2-D165EFF53863}"/>
                    </a:ext>
                  </a:extLst>
                </p14:cNvPr>
                <p14:cNvContentPartPr/>
                <p14:nvPr/>
              </p14:nvContentPartPr>
              <p14:xfrm>
                <a:off x="6831211" y="5447304"/>
                <a:ext cx="59040" cy="12960"/>
              </p14:xfrm>
            </p:contentPart>
          </mc:Choice>
          <mc:Fallback xmlns="">
            <p:pic>
              <p:nvPicPr>
                <p:cNvPr id="1092" name="Ink 1091">
                  <a:extLst>
                    <a:ext uri="{FF2B5EF4-FFF2-40B4-BE49-F238E27FC236}">
                      <a16:creationId xmlns:a16="http://schemas.microsoft.com/office/drawing/2014/main" id="{37EF4EDA-AB8E-E2CD-2CD2-D165EFF5386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13571" y="5429664"/>
                  <a:ext cx="9468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CCB19A82-BE0D-D29B-0F6F-C8A4A8C160E2}"/>
              </a:ext>
            </a:extLst>
          </p:cNvPr>
          <p:cNvGrpSpPr/>
          <p:nvPr/>
        </p:nvGrpSpPr>
        <p:grpSpPr>
          <a:xfrm>
            <a:off x="7095091" y="5036184"/>
            <a:ext cx="361080" cy="699120"/>
            <a:chOff x="7095091" y="5036184"/>
            <a:chExt cx="361080" cy="69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C9872EAB-ADBF-DD10-A4A7-2653AE1AF1D6}"/>
                    </a:ext>
                  </a:extLst>
                </p14:cNvPr>
                <p14:cNvContentPartPr/>
                <p14:nvPr/>
              </p14:nvContentPartPr>
              <p14:xfrm>
                <a:off x="7095091" y="5036184"/>
                <a:ext cx="196200" cy="256320"/>
              </p14:xfrm>
            </p:contentPart>
          </mc:Choice>
          <mc:Fallback xmlns=""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C9872EAB-ADBF-DD10-A4A7-2653AE1AF1D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077451" y="5018184"/>
                  <a:ext cx="2318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FEC31ADF-4E5C-CCF9-DF91-AD1A478634E8}"/>
                    </a:ext>
                  </a:extLst>
                </p14:cNvPr>
                <p14:cNvContentPartPr/>
                <p14:nvPr/>
              </p14:nvContentPartPr>
              <p14:xfrm>
                <a:off x="7115971" y="5361984"/>
                <a:ext cx="338040" cy="53280"/>
              </p14:xfrm>
            </p:contentPart>
          </mc:Choice>
          <mc:Fallback xmlns=""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FEC31ADF-4E5C-CCF9-DF91-AD1A478634E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098331" y="5344344"/>
                  <a:ext cx="373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C10034C3-167B-44FC-26BB-AA35F569EF87}"/>
                    </a:ext>
                  </a:extLst>
                </p14:cNvPr>
                <p14:cNvContentPartPr/>
                <p14:nvPr/>
              </p14:nvContentPartPr>
              <p14:xfrm>
                <a:off x="7277611" y="5543424"/>
                <a:ext cx="58680" cy="191880"/>
              </p14:xfrm>
            </p:contentPart>
          </mc:Choice>
          <mc:Fallback xmlns=""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C10034C3-167B-44FC-26BB-AA35F569EF8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259971" y="5525424"/>
                  <a:ext cx="94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E62D0738-02EE-0C00-FD7A-32E187CC0DCB}"/>
                    </a:ext>
                  </a:extLst>
                </p14:cNvPr>
                <p14:cNvContentPartPr/>
                <p14:nvPr/>
              </p14:nvContentPartPr>
              <p14:xfrm>
                <a:off x="7295971" y="5491944"/>
                <a:ext cx="160200" cy="128160"/>
              </p14:xfrm>
            </p:contentPart>
          </mc:Choice>
          <mc:Fallback xmlns=""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E62D0738-02EE-0C00-FD7A-32E187CC0DC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277971" y="5474304"/>
                  <a:ext cx="19584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2" name="Group 1101">
            <a:extLst>
              <a:ext uri="{FF2B5EF4-FFF2-40B4-BE49-F238E27FC236}">
                <a16:creationId xmlns:a16="http://schemas.microsoft.com/office/drawing/2014/main" id="{28C0B557-FB0E-3B52-126D-9A31A3F17F82}"/>
              </a:ext>
            </a:extLst>
          </p:cNvPr>
          <p:cNvGrpSpPr/>
          <p:nvPr/>
        </p:nvGrpSpPr>
        <p:grpSpPr>
          <a:xfrm>
            <a:off x="7652371" y="5349384"/>
            <a:ext cx="131400" cy="86040"/>
            <a:chOff x="7652371" y="5349384"/>
            <a:chExt cx="131400" cy="8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051D71D4-E9EE-0958-0853-EC0176AC2145}"/>
                    </a:ext>
                  </a:extLst>
                </p14:cNvPr>
                <p14:cNvContentPartPr/>
                <p14:nvPr/>
              </p14:nvContentPartPr>
              <p14:xfrm>
                <a:off x="7652371" y="5349384"/>
                <a:ext cx="39240" cy="5760"/>
              </p14:xfrm>
            </p:contentPart>
          </mc:Choice>
          <mc:Fallback xmlns=""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051D71D4-E9EE-0958-0853-EC0176AC214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634731" y="5331744"/>
                  <a:ext cx="74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BA01814C-0F2C-DA04-F952-A094EEEA45A1}"/>
                    </a:ext>
                  </a:extLst>
                </p14:cNvPr>
                <p14:cNvContentPartPr/>
                <p14:nvPr/>
              </p14:nvContentPartPr>
              <p14:xfrm>
                <a:off x="7693051" y="5400504"/>
                <a:ext cx="90720" cy="34920"/>
              </p14:xfrm>
            </p:contentPart>
          </mc:Choice>
          <mc:Fallback xmlns=""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BA01814C-0F2C-DA04-F952-A094EEEA45A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675051" y="5382864"/>
                  <a:ext cx="12636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0" name="Group 1109">
            <a:extLst>
              <a:ext uri="{FF2B5EF4-FFF2-40B4-BE49-F238E27FC236}">
                <a16:creationId xmlns:a16="http://schemas.microsoft.com/office/drawing/2014/main" id="{82C3ED58-A52F-1EF8-7F5A-F63AD38B9B94}"/>
              </a:ext>
            </a:extLst>
          </p:cNvPr>
          <p:cNvGrpSpPr/>
          <p:nvPr/>
        </p:nvGrpSpPr>
        <p:grpSpPr>
          <a:xfrm>
            <a:off x="8006611" y="5062464"/>
            <a:ext cx="555120" cy="628200"/>
            <a:chOff x="8006611" y="5062464"/>
            <a:chExt cx="55512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E63D52EA-084F-D4BA-EEC1-3BF4F56E667D}"/>
                    </a:ext>
                  </a:extLst>
                </p14:cNvPr>
                <p14:cNvContentPartPr/>
                <p14:nvPr/>
              </p14:nvContentPartPr>
              <p14:xfrm>
                <a:off x="8055211" y="5062464"/>
                <a:ext cx="178560" cy="21564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E63D52EA-084F-D4BA-EEC1-3BF4F56E667D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037211" y="5044824"/>
                  <a:ext cx="2142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05" name="Ink 1104">
                  <a:extLst>
                    <a:ext uri="{FF2B5EF4-FFF2-40B4-BE49-F238E27FC236}">
                      <a16:creationId xmlns:a16="http://schemas.microsoft.com/office/drawing/2014/main" id="{707E155E-F82E-3F5A-9EDC-5D7EF549AE20}"/>
                    </a:ext>
                  </a:extLst>
                </p14:cNvPr>
                <p14:cNvContentPartPr/>
                <p14:nvPr/>
              </p14:nvContentPartPr>
              <p14:xfrm>
                <a:off x="8006611" y="5368104"/>
                <a:ext cx="458280" cy="97920"/>
              </p14:xfrm>
            </p:contentPart>
          </mc:Choice>
          <mc:Fallback xmlns="">
            <p:pic>
              <p:nvPicPr>
                <p:cNvPr id="1105" name="Ink 1104">
                  <a:extLst>
                    <a:ext uri="{FF2B5EF4-FFF2-40B4-BE49-F238E27FC236}">
                      <a16:creationId xmlns:a16="http://schemas.microsoft.com/office/drawing/2014/main" id="{707E155E-F82E-3F5A-9EDC-5D7EF549AE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988611" y="5350464"/>
                  <a:ext cx="4939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07" name="Ink 1106">
                  <a:extLst>
                    <a:ext uri="{FF2B5EF4-FFF2-40B4-BE49-F238E27FC236}">
                      <a16:creationId xmlns:a16="http://schemas.microsoft.com/office/drawing/2014/main" id="{944A6311-D0F4-8A06-EC42-A22D0E61C0A3}"/>
                    </a:ext>
                  </a:extLst>
                </p14:cNvPr>
                <p14:cNvContentPartPr/>
                <p14:nvPr/>
              </p14:nvContentPartPr>
              <p14:xfrm>
                <a:off x="8153851" y="5523264"/>
                <a:ext cx="63000" cy="167400"/>
              </p14:xfrm>
            </p:contentPart>
          </mc:Choice>
          <mc:Fallback xmlns="">
            <p:pic>
              <p:nvPicPr>
                <p:cNvPr id="1107" name="Ink 1106">
                  <a:extLst>
                    <a:ext uri="{FF2B5EF4-FFF2-40B4-BE49-F238E27FC236}">
                      <a16:creationId xmlns:a16="http://schemas.microsoft.com/office/drawing/2014/main" id="{944A6311-D0F4-8A06-EC42-A22D0E61C0A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135851" y="5505624"/>
                  <a:ext cx="986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F6BBA961-4E66-4546-C0A7-67B7B291073B}"/>
                    </a:ext>
                  </a:extLst>
                </p14:cNvPr>
                <p14:cNvContentPartPr/>
                <p14:nvPr/>
              </p14:nvContentPartPr>
              <p14:xfrm>
                <a:off x="8330971" y="5476464"/>
                <a:ext cx="82080" cy="196920"/>
              </p14:xfrm>
            </p:contentPart>
          </mc:Choice>
          <mc:Fallback xmlns=""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F6BBA961-4E66-4546-C0A7-67B7B291073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312971" y="5458464"/>
                  <a:ext cx="1177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88693A8F-63C3-B814-F6EC-070D149C9D15}"/>
                    </a:ext>
                  </a:extLst>
                </p14:cNvPr>
                <p14:cNvContentPartPr/>
                <p14:nvPr/>
              </p14:nvContentPartPr>
              <p14:xfrm>
                <a:off x="8435371" y="5475384"/>
                <a:ext cx="126360" cy="92880"/>
              </p14:xfrm>
            </p:contentPart>
          </mc:Choice>
          <mc:Fallback xmlns=""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88693A8F-63C3-B814-F6EC-070D149C9D15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417371" y="5457744"/>
                  <a:ext cx="16200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2" name="Group 1121">
            <a:extLst>
              <a:ext uri="{FF2B5EF4-FFF2-40B4-BE49-F238E27FC236}">
                <a16:creationId xmlns:a16="http://schemas.microsoft.com/office/drawing/2014/main" id="{327838EA-201E-33F9-EA68-A14D1D09EC5E}"/>
              </a:ext>
            </a:extLst>
          </p:cNvPr>
          <p:cNvGrpSpPr/>
          <p:nvPr/>
        </p:nvGrpSpPr>
        <p:grpSpPr>
          <a:xfrm>
            <a:off x="6272131" y="6056424"/>
            <a:ext cx="156240" cy="291960"/>
            <a:chOff x="6272131" y="6056424"/>
            <a:chExt cx="15624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E6EE543C-10BE-100C-D5E1-CF7DCA0CDC9D}"/>
                    </a:ext>
                  </a:extLst>
                </p14:cNvPr>
                <p14:cNvContentPartPr/>
                <p14:nvPr/>
              </p14:nvContentPartPr>
              <p14:xfrm>
                <a:off x="6358531" y="6056424"/>
                <a:ext cx="37800" cy="28152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E6EE543C-10BE-100C-D5E1-CF7DCA0CDC9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340531" y="6038424"/>
                  <a:ext cx="734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123DEF3A-DA89-2433-0A05-31B3FC63DEF6}"/>
                    </a:ext>
                  </a:extLst>
                </p14:cNvPr>
                <p14:cNvContentPartPr/>
                <p14:nvPr/>
              </p14:nvContentPartPr>
              <p14:xfrm>
                <a:off x="6272131" y="6081984"/>
                <a:ext cx="106560" cy="20520"/>
              </p14:xfrm>
            </p:contentPart>
          </mc:Choice>
          <mc:Fallback xmlns=""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123DEF3A-DA89-2433-0A05-31B3FC63DEF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254491" y="6063984"/>
                  <a:ext cx="14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113" name="Ink 1112">
                  <a:extLst>
                    <a:ext uri="{FF2B5EF4-FFF2-40B4-BE49-F238E27FC236}">
                      <a16:creationId xmlns:a16="http://schemas.microsoft.com/office/drawing/2014/main" id="{C56D95CC-2AAD-145D-1722-0B51FDF3E6FB}"/>
                    </a:ext>
                  </a:extLst>
                </p14:cNvPr>
                <p14:cNvContentPartPr/>
                <p14:nvPr/>
              </p14:nvContentPartPr>
              <p14:xfrm>
                <a:off x="6307771" y="6317424"/>
                <a:ext cx="120600" cy="30960"/>
              </p14:xfrm>
            </p:contentPart>
          </mc:Choice>
          <mc:Fallback xmlns="">
            <p:pic>
              <p:nvPicPr>
                <p:cNvPr id="1113" name="Ink 1112">
                  <a:extLst>
                    <a:ext uri="{FF2B5EF4-FFF2-40B4-BE49-F238E27FC236}">
                      <a16:creationId xmlns:a16="http://schemas.microsoft.com/office/drawing/2014/main" id="{C56D95CC-2AAD-145D-1722-0B51FDF3E6F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290131" y="6299784"/>
                  <a:ext cx="15624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1" name="Group 1120">
            <a:extLst>
              <a:ext uri="{FF2B5EF4-FFF2-40B4-BE49-F238E27FC236}">
                <a16:creationId xmlns:a16="http://schemas.microsoft.com/office/drawing/2014/main" id="{BA133C00-9307-7805-D460-F5A08D77FAD0}"/>
              </a:ext>
            </a:extLst>
          </p:cNvPr>
          <p:cNvGrpSpPr/>
          <p:nvPr/>
        </p:nvGrpSpPr>
        <p:grpSpPr>
          <a:xfrm>
            <a:off x="6662011" y="6187464"/>
            <a:ext cx="491400" cy="232920"/>
            <a:chOff x="6662011" y="6187464"/>
            <a:chExt cx="49140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114" name="Ink 1113">
                  <a:extLst>
                    <a:ext uri="{FF2B5EF4-FFF2-40B4-BE49-F238E27FC236}">
                      <a16:creationId xmlns:a16="http://schemas.microsoft.com/office/drawing/2014/main" id="{6351C6E8-579D-6F06-0D0E-E581E2B175F9}"/>
                    </a:ext>
                  </a:extLst>
                </p14:cNvPr>
                <p14:cNvContentPartPr/>
                <p14:nvPr/>
              </p14:nvContentPartPr>
              <p14:xfrm>
                <a:off x="6663811" y="6232824"/>
                <a:ext cx="45000" cy="150120"/>
              </p14:xfrm>
            </p:contentPart>
          </mc:Choice>
          <mc:Fallback xmlns="">
            <p:pic>
              <p:nvPicPr>
                <p:cNvPr id="1114" name="Ink 1113">
                  <a:extLst>
                    <a:ext uri="{FF2B5EF4-FFF2-40B4-BE49-F238E27FC236}">
                      <a16:creationId xmlns:a16="http://schemas.microsoft.com/office/drawing/2014/main" id="{6351C6E8-579D-6F06-0D0E-E581E2B175F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645811" y="6214824"/>
                  <a:ext cx="806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0953FACE-6373-52C3-5863-F1C5D92601FD}"/>
                    </a:ext>
                  </a:extLst>
                </p14:cNvPr>
                <p14:cNvContentPartPr/>
                <p14:nvPr/>
              </p14:nvContentPartPr>
              <p14:xfrm>
                <a:off x="6662011" y="6187464"/>
                <a:ext cx="163080" cy="21060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0953FACE-6373-52C3-5863-F1C5D92601F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644011" y="6169824"/>
                  <a:ext cx="198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7233F0BE-780A-5BE9-A2FB-9D4211AF447E}"/>
                    </a:ext>
                  </a:extLst>
                </p14:cNvPr>
                <p14:cNvContentPartPr/>
                <p14:nvPr/>
              </p14:nvContentPartPr>
              <p14:xfrm>
                <a:off x="6892051" y="6316704"/>
                <a:ext cx="34560" cy="10368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7233F0BE-780A-5BE9-A2FB-9D4211AF447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874411" y="6298704"/>
                  <a:ext cx="70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906C2033-ADBC-745A-A6D7-049C79827329}"/>
                    </a:ext>
                  </a:extLst>
                </p14:cNvPr>
                <p14:cNvContentPartPr/>
                <p14:nvPr/>
              </p14:nvContentPartPr>
              <p14:xfrm>
                <a:off x="7052251" y="6204024"/>
                <a:ext cx="101160" cy="15588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906C2033-ADBC-745A-A6D7-049C7982732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034611" y="6186024"/>
                  <a:ext cx="13680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0" name="Group 1119">
            <a:extLst>
              <a:ext uri="{FF2B5EF4-FFF2-40B4-BE49-F238E27FC236}">
                <a16:creationId xmlns:a16="http://schemas.microsoft.com/office/drawing/2014/main" id="{552B0441-2859-5ECF-3AC4-0705F7AE9A02}"/>
              </a:ext>
            </a:extLst>
          </p:cNvPr>
          <p:cNvGrpSpPr/>
          <p:nvPr/>
        </p:nvGrpSpPr>
        <p:grpSpPr>
          <a:xfrm>
            <a:off x="7371211" y="6220584"/>
            <a:ext cx="109440" cy="95760"/>
            <a:chOff x="7371211" y="6220584"/>
            <a:chExt cx="109440" cy="9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F9790BF5-7F9A-E169-BF76-C7B83D1DD132}"/>
                    </a:ext>
                  </a:extLst>
                </p14:cNvPr>
                <p14:cNvContentPartPr/>
                <p14:nvPr/>
              </p14:nvContentPartPr>
              <p14:xfrm>
                <a:off x="7371211" y="6220584"/>
                <a:ext cx="33840" cy="10440"/>
              </p14:xfrm>
            </p:contentPart>
          </mc:Choice>
          <mc:Fallback xmlns=""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F9790BF5-7F9A-E169-BF76-C7B83D1DD13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353571" y="6202584"/>
                  <a:ext cx="694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0EA2AD90-4B0D-49D5-D108-B5EF31154DB3}"/>
                    </a:ext>
                  </a:extLst>
                </p14:cNvPr>
                <p14:cNvContentPartPr/>
                <p14:nvPr/>
              </p14:nvContentPartPr>
              <p14:xfrm>
                <a:off x="7384531" y="6282144"/>
                <a:ext cx="96120" cy="34200"/>
              </p14:xfrm>
            </p:contentPart>
          </mc:Choice>
          <mc:Fallback xmlns=""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0EA2AD90-4B0D-49D5-D108-B5EF31154DB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366531" y="6264504"/>
                  <a:ext cx="13176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8" name="Group 1127">
            <a:extLst>
              <a:ext uri="{FF2B5EF4-FFF2-40B4-BE49-F238E27FC236}">
                <a16:creationId xmlns:a16="http://schemas.microsoft.com/office/drawing/2014/main" id="{CBD2F45D-B229-8BD6-3D62-FBBA4BC82F31}"/>
              </a:ext>
            </a:extLst>
          </p:cNvPr>
          <p:cNvGrpSpPr/>
          <p:nvPr/>
        </p:nvGrpSpPr>
        <p:grpSpPr>
          <a:xfrm>
            <a:off x="7731571" y="5878944"/>
            <a:ext cx="667080" cy="660960"/>
            <a:chOff x="7731571" y="5878944"/>
            <a:chExt cx="667080" cy="66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5854AF65-A05F-2716-D76B-31A467B2060D}"/>
                    </a:ext>
                  </a:extLst>
                </p14:cNvPr>
                <p14:cNvContentPartPr/>
                <p14:nvPr/>
              </p14:nvContentPartPr>
              <p14:xfrm>
                <a:off x="7884931" y="5878944"/>
                <a:ext cx="169560" cy="214920"/>
              </p14:xfrm>
            </p:contentPart>
          </mc:Choice>
          <mc:Fallback xmlns=""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5854AF65-A05F-2716-D76B-31A467B2060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867291" y="5861304"/>
                  <a:ext cx="2052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A256B368-B6DD-CE75-8679-4692CA275970}"/>
                    </a:ext>
                  </a:extLst>
                </p14:cNvPr>
                <p14:cNvContentPartPr/>
                <p14:nvPr/>
              </p14:nvContentPartPr>
              <p14:xfrm>
                <a:off x="7731571" y="6156864"/>
                <a:ext cx="667080" cy="95040"/>
              </p14:xfrm>
            </p:contentPart>
          </mc:Choice>
          <mc:Fallback xmlns=""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A256B368-B6DD-CE75-8679-4692CA27597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713931" y="6139224"/>
                  <a:ext cx="7027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8B372610-8868-6B65-78D5-84F5FC64EFE3}"/>
                    </a:ext>
                  </a:extLst>
                </p14:cNvPr>
                <p14:cNvContentPartPr/>
                <p14:nvPr/>
              </p14:nvContentPartPr>
              <p14:xfrm>
                <a:off x="7932811" y="6404184"/>
                <a:ext cx="160560" cy="13572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8B372610-8868-6B65-78D5-84F5FC64EFE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914811" y="6386184"/>
                  <a:ext cx="1962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0998713C-1F01-85FA-9ADC-580E92F33712}"/>
                    </a:ext>
                  </a:extLst>
                </p14:cNvPr>
                <p14:cNvContentPartPr/>
                <p14:nvPr/>
              </p14:nvContentPartPr>
              <p14:xfrm>
                <a:off x="8218651" y="6346584"/>
                <a:ext cx="35280" cy="17316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0998713C-1F01-85FA-9ADC-580E92F33712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201011" y="6328584"/>
                  <a:ext cx="709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42964DF8-46B6-F329-8E22-E86723B63F13}"/>
                    </a:ext>
                  </a:extLst>
                </p14:cNvPr>
                <p14:cNvContentPartPr/>
                <p14:nvPr/>
              </p14:nvContentPartPr>
              <p14:xfrm>
                <a:off x="8250691" y="6352344"/>
                <a:ext cx="98280" cy="9720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42964DF8-46B6-F329-8E22-E86723B63F1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233051" y="6334704"/>
                  <a:ext cx="133920" cy="13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5">
            <p14:nvContentPartPr>
              <p14:cNvPr id="1129" name="Ink 1128">
                <a:extLst>
                  <a:ext uri="{FF2B5EF4-FFF2-40B4-BE49-F238E27FC236}">
                    <a16:creationId xmlns:a16="http://schemas.microsoft.com/office/drawing/2014/main" id="{7528AA09-8C3F-D468-8460-6A2B9607E6A7}"/>
                  </a:ext>
                </a:extLst>
              </p14:cNvPr>
              <p14:cNvContentPartPr/>
              <p14:nvPr/>
            </p14:nvContentPartPr>
            <p14:xfrm>
              <a:off x="8967091" y="4991544"/>
              <a:ext cx="104040" cy="1682640"/>
            </p14:xfrm>
          </p:contentPart>
        </mc:Choice>
        <mc:Fallback xmlns="">
          <p:pic>
            <p:nvPicPr>
              <p:cNvPr id="1129" name="Ink 1128">
                <a:extLst>
                  <a:ext uri="{FF2B5EF4-FFF2-40B4-BE49-F238E27FC236}">
                    <a16:creationId xmlns:a16="http://schemas.microsoft.com/office/drawing/2014/main" id="{7528AA09-8C3F-D468-8460-6A2B9607E6A7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8949451" y="4973544"/>
                <a:ext cx="139680" cy="171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8" name="Group 1147">
            <a:extLst>
              <a:ext uri="{FF2B5EF4-FFF2-40B4-BE49-F238E27FC236}">
                <a16:creationId xmlns:a16="http://schemas.microsoft.com/office/drawing/2014/main" id="{003CA86E-6924-2C9F-46DA-0BC8FE8021C8}"/>
              </a:ext>
            </a:extLst>
          </p:cNvPr>
          <p:cNvGrpSpPr/>
          <p:nvPr/>
        </p:nvGrpSpPr>
        <p:grpSpPr>
          <a:xfrm>
            <a:off x="9596371" y="5145264"/>
            <a:ext cx="959400" cy="636480"/>
            <a:chOff x="9596371" y="5145264"/>
            <a:chExt cx="95940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ECC7F2B2-40AA-2BC7-9084-D925A3A70D6B}"/>
                    </a:ext>
                  </a:extLst>
                </p14:cNvPr>
                <p14:cNvContentPartPr/>
                <p14:nvPr/>
              </p14:nvContentPartPr>
              <p14:xfrm>
                <a:off x="9614731" y="5145264"/>
                <a:ext cx="86040" cy="468360"/>
              </p14:xfrm>
            </p:contentPart>
          </mc:Choice>
          <mc:Fallback xmlns=""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ECC7F2B2-40AA-2BC7-9084-D925A3A70D6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597091" y="5127624"/>
                  <a:ext cx="12168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DCAC524F-F31A-B918-5784-68C8ACC8BB84}"/>
                    </a:ext>
                  </a:extLst>
                </p14:cNvPr>
                <p14:cNvContentPartPr/>
                <p14:nvPr/>
              </p14:nvContentPartPr>
              <p14:xfrm>
                <a:off x="9596371" y="5218704"/>
                <a:ext cx="76680" cy="37080"/>
              </p14:xfrm>
            </p:contentPart>
          </mc:Choice>
          <mc:Fallback xmlns=""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DCAC524F-F31A-B918-5784-68C8ACC8BB8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578731" y="5201064"/>
                  <a:ext cx="1123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1BF40C2A-011B-BCA5-BC06-8A7BE167A746}"/>
                    </a:ext>
                  </a:extLst>
                </p14:cNvPr>
                <p14:cNvContentPartPr/>
                <p14:nvPr/>
              </p14:nvContentPartPr>
              <p14:xfrm>
                <a:off x="9637771" y="5473944"/>
                <a:ext cx="119880" cy="42840"/>
              </p14:xfrm>
            </p:contentPart>
          </mc:Choice>
          <mc:Fallback xmlns=""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1BF40C2A-011B-BCA5-BC06-8A7BE167A74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620131" y="5456304"/>
                  <a:ext cx="1555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1BE115DB-E778-3362-8DBD-253D3473013A}"/>
                    </a:ext>
                  </a:extLst>
                </p14:cNvPr>
                <p14:cNvContentPartPr/>
                <p14:nvPr/>
              </p14:nvContentPartPr>
              <p14:xfrm>
                <a:off x="9940891" y="5408424"/>
                <a:ext cx="20880" cy="227160"/>
              </p14:xfrm>
            </p:contentPart>
          </mc:Choice>
          <mc:Fallback xmlns=""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1BE115DB-E778-3362-8DBD-253D3473013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923251" y="5390784"/>
                  <a:ext cx="565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06FD63ED-E76D-7C08-FA07-69E02589E1E3}"/>
                    </a:ext>
                  </a:extLst>
                </p14:cNvPr>
                <p14:cNvContentPartPr/>
                <p14:nvPr/>
              </p14:nvContentPartPr>
              <p14:xfrm>
                <a:off x="9925771" y="5430744"/>
                <a:ext cx="153720" cy="18864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06FD63ED-E76D-7C08-FA07-69E02589E1E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907771" y="5412744"/>
                  <a:ext cx="1893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CDDA87C0-A973-DCD6-2A66-F91E2F1BAE95}"/>
                    </a:ext>
                  </a:extLst>
                </p14:cNvPr>
                <p14:cNvContentPartPr/>
                <p14:nvPr/>
              </p14:nvContentPartPr>
              <p14:xfrm>
                <a:off x="10184971" y="5585544"/>
                <a:ext cx="35640" cy="105120"/>
              </p14:xfrm>
            </p:contentPart>
          </mc:Choice>
          <mc:Fallback xmlns=""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CDDA87C0-A973-DCD6-2A66-F91E2F1BAE9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167331" y="5567904"/>
                  <a:ext cx="712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47B0E648-B825-497B-55C1-A6DCABE76A1D}"/>
                    </a:ext>
                  </a:extLst>
                </p14:cNvPr>
                <p14:cNvContentPartPr/>
                <p14:nvPr/>
              </p14:nvContentPartPr>
              <p14:xfrm>
                <a:off x="10272811" y="5496264"/>
                <a:ext cx="28800" cy="145800"/>
              </p14:xfrm>
            </p:contentPart>
          </mc:Choice>
          <mc:Fallback xmlns=""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47B0E648-B825-497B-55C1-A6DCABE76A1D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255171" y="5478264"/>
                  <a:ext cx="644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791C7110-069D-6D49-D4D5-1F64D3F5A76F}"/>
                    </a:ext>
                  </a:extLst>
                </p14:cNvPr>
                <p14:cNvContentPartPr/>
                <p14:nvPr/>
              </p14:nvContentPartPr>
              <p14:xfrm>
                <a:off x="10266691" y="5431464"/>
                <a:ext cx="77040" cy="40320"/>
              </p14:xfrm>
            </p:contentPart>
          </mc:Choice>
          <mc:Fallback xmlns=""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791C7110-069D-6D49-D4D5-1F64D3F5A76F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248691" y="5413824"/>
                  <a:ext cx="112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241D6D07-E2E8-A28C-DFAA-4FFF052B8CB2}"/>
                    </a:ext>
                  </a:extLst>
                </p14:cNvPr>
                <p14:cNvContentPartPr/>
                <p14:nvPr/>
              </p14:nvContentPartPr>
              <p14:xfrm>
                <a:off x="10292251" y="5512104"/>
                <a:ext cx="86040" cy="36000"/>
              </p14:xfrm>
            </p:contentPart>
          </mc:Choice>
          <mc:Fallback xmlns=""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241D6D07-E2E8-A28C-DFAA-4FFF052B8CB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274251" y="5494104"/>
                  <a:ext cx="1216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200ADCE7-9A82-8E95-F9C2-9ED0A1C5AF31}"/>
                    </a:ext>
                  </a:extLst>
                </p14:cNvPr>
                <p14:cNvContentPartPr/>
                <p14:nvPr/>
              </p14:nvContentPartPr>
              <p14:xfrm>
                <a:off x="10355971" y="5607144"/>
                <a:ext cx="46080" cy="30960"/>
              </p14:xfrm>
            </p:contentPart>
          </mc:Choice>
          <mc:Fallback xmlns=""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200ADCE7-9A82-8E95-F9C2-9ED0A1C5AF3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338331" y="5589504"/>
                  <a:ext cx="81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B2349F9B-08FE-C695-1F96-8C2E1A4EC379}"/>
                    </a:ext>
                  </a:extLst>
                </p14:cNvPr>
                <p14:cNvContentPartPr/>
                <p14:nvPr/>
              </p14:nvContentPartPr>
              <p14:xfrm>
                <a:off x="10463971" y="5465664"/>
                <a:ext cx="18720" cy="206640"/>
              </p14:xfrm>
            </p:contentPart>
          </mc:Choice>
          <mc:Fallback xmlns=""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B2349F9B-08FE-C695-1F96-8C2E1A4EC379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445971" y="5447664"/>
                  <a:ext cx="543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142" name="Ink 1141">
                  <a:extLst>
                    <a:ext uri="{FF2B5EF4-FFF2-40B4-BE49-F238E27FC236}">
                      <a16:creationId xmlns:a16="http://schemas.microsoft.com/office/drawing/2014/main" id="{785CCAD9-FDCE-55E1-5454-9BE49CDCBC13}"/>
                    </a:ext>
                  </a:extLst>
                </p14:cNvPr>
                <p14:cNvContentPartPr/>
                <p14:nvPr/>
              </p14:nvContentPartPr>
              <p14:xfrm>
                <a:off x="10467211" y="5444424"/>
                <a:ext cx="88560" cy="43560"/>
              </p14:xfrm>
            </p:contentPart>
          </mc:Choice>
          <mc:Fallback xmlns="">
            <p:pic>
              <p:nvPicPr>
                <p:cNvPr id="1142" name="Ink 1141">
                  <a:extLst>
                    <a:ext uri="{FF2B5EF4-FFF2-40B4-BE49-F238E27FC236}">
                      <a16:creationId xmlns:a16="http://schemas.microsoft.com/office/drawing/2014/main" id="{785CCAD9-FDCE-55E1-5454-9BE49CDCBC1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449571" y="5426784"/>
                  <a:ext cx="124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143" name="Ink 1142">
                  <a:extLst>
                    <a:ext uri="{FF2B5EF4-FFF2-40B4-BE49-F238E27FC236}">
                      <a16:creationId xmlns:a16="http://schemas.microsoft.com/office/drawing/2014/main" id="{4E1ED1A7-4FD5-8B41-E549-B1AF41429A33}"/>
                    </a:ext>
                  </a:extLst>
                </p14:cNvPr>
                <p14:cNvContentPartPr/>
                <p14:nvPr/>
              </p14:nvContentPartPr>
              <p14:xfrm>
                <a:off x="10503211" y="5507784"/>
                <a:ext cx="43200" cy="24840"/>
              </p14:xfrm>
            </p:contentPart>
          </mc:Choice>
          <mc:Fallback xmlns="">
            <p:pic>
              <p:nvPicPr>
                <p:cNvPr id="1143" name="Ink 1142">
                  <a:extLst>
                    <a:ext uri="{FF2B5EF4-FFF2-40B4-BE49-F238E27FC236}">
                      <a16:creationId xmlns:a16="http://schemas.microsoft.com/office/drawing/2014/main" id="{4E1ED1A7-4FD5-8B41-E549-B1AF41429A33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485571" y="5490144"/>
                  <a:ext cx="7884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9A99DDC3-AA0A-184F-3E58-372C3D931D24}"/>
                    </a:ext>
                  </a:extLst>
                </p14:cNvPr>
                <p14:cNvContentPartPr/>
                <p14:nvPr/>
              </p14:nvContentPartPr>
              <p14:xfrm>
                <a:off x="10390171" y="5692464"/>
                <a:ext cx="27360" cy="89280"/>
              </p14:xfrm>
            </p:contentPart>
          </mc:Choice>
          <mc:Fallback xmlns=""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9A99DDC3-AA0A-184F-3E58-372C3D931D2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372171" y="5674464"/>
                  <a:ext cx="6300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B96F2DF1-87EB-3F87-FD31-3AE8803CD9DA}"/>
              </a:ext>
            </a:extLst>
          </p:cNvPr>
          <p:cNvGrpSpPr/>
          <p:nvPr/>
        </p:nvGrpSpPr>
        <p:grpSpPr>
          <a:xfrm>
            <a:off x="10757011" y="5344704"/>
            <a:ext cx="78120" cy="102240"/>
            <a:chOff x="10757011" y="5344704"/>
            <a:chExt cx="78120" cy="10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CD4AAD10-9C45-EA95-D276-F34ACAF5D62A}"/>
                    </a:ext>
                  </a:extLst>
                </p14:cNvPr>
                <p14:cNvContentPartPr/>
                <p14:nvPr/>
              </p14:nvContentPartPr>
              <p14:xfrm>
                <a:off x="10757011" y="5344704"/>
                <a:ext cx="55440" cy="15120"/>
              </p14:xfrm>
            </p:contentPart>
          </mc:Choice>
          <mc:Fallback xmlns=""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CD4AAD10-9C45-EA95-D276-F34ACAF5D62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739371" y="5326704"/>
                  <a:ext cx="910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4A36329C-9D31-722A-2BEB-0AA5BE3C8034}"/>
                    </a:ext>
                  </a:extLst>
                </p14:cNvPr>
                <p14:cNvContentPartPr/>
                <p14:nvPr/>
              </p14:nvContentPartPr>
              <p14:xfrm>
                <a:off x="10780051" y="5422824"/>
                <a:ext cx="55080" cy="24120"/>
              </p14:xfrm>
            </p:contentPart>
          </mc:Choice>
          <mc:Fallback xmlns=""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4A36329C-9D31-722A-2BEB-0AA5BE3C803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762411" y="5404824"/>
                  <a:ext cx="90720" cy="5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5" name="Group 1154">
            <a:extLst>
              <a:ext uri="{FF2B5EF4-FFF2-40B4-BE49-F238E27FC236}">
                <a16:creationId xmlns:a16="http://schemas.microsoft.com/office/drawing/2014/main" id="{CE311102-342E-0E52-9AD1-5E33272379FC}"/>
              </a:ext>
            </a:extLst>
          </p:cNvPr>
          <p:cNvGrpSpPr/>
          <p:nvPr/>
        </p:nvGrpSpPr>
        <p:grpSpPr>
          <a:xfrm>
            <a:off x="11001091" y="4911264"/>
            <a:ext cx="648360" cy="393120"/>
            <a:chOff x="11001091" y="4911264"/>
            <a:chExt cx="648360" cy="39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909BA6FF-A358-A0EA-C7F5-7C6F1776510A}"/>
                    </a:ext>
                  </a:extLst>
                </p14:cNvPr>
                <p14:cNvContentPartPr/>
                <p14:nvPr/>
              </p14:nvContentPartPr>
              <p14:xfrm>
                <a:off x="11120971" y="4911264"/>
                <a:ext cx="177840" cy="265680"/>
              </p14:xfrm>
            </p:contentPart>
          </mc:Choice>
          <mc:Fallback xmlns=""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909BA6FF-A358-A0EA-C7F5-7C6F1776510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103331" y="4893264"/>
                  <a:ext cx="213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523B880E-B020-2102-AF9E-432B5A7C9D61}"/>
                    </a:ext>
                  </a:extLst>
                </p14:cNvPr>
                <p14:cNvContentPartPr/>
                <p14:nvPr/>
              </p14:nvContentPartPr>
              <p14:xfrm>
                <a:off x="11001091" y="5282784"/>
                <a:ext cx="648360" cy="21600"/>
              </p14:xfrm>
            </p:contentPart>
          </mc:Choice>
          <mc:Fallback xmlns=""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523B880E-B020-2102-AF9E-432B5A7C9D61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983091" y="5265144"/>
                  <a:ext cx="684000" cy="5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4" name="Group 1153">
            <a:extLst>
              <a:ext uri="{FF2B5EF4-FFF2-40B4-BE49-F238E27FC236}">
                <a16:creationId xmlns:a16="http://schemas.microsoft.com/office/drawing/2014/main" id="{8C90E37E-8F21-E566-1D65-6688B3E9AD60}"/>
              </a:ext>
            </a:extLst>
          </p:cNvPr>
          <p:cNvGrpSpPr/>
          <p:nvPr/>
        </p:nvGrpSpPr>
        <p:grpSpPr>
          <a:xfrm>
            <a:off x="11153731" y="5460264"/>
            <a:ext cx="367200" cy="247680"/>
            <a:chOff x="11153731" y="5460264"/>
            <a:chExt cx="36720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BDB2CA85-DDE7-E900-D922-02276C0964DD}"/>
                    </a:ext>
                  </a:extLst>
                </p14:cNvPr>
                <p14:cNvContentPartPr/>
                <p14:nvPr/>
              </p14:nvContentPartPr>
              <p14:xfrm>
                <a:off x="11153731" y="5460264"/>
                <a:ext cx="130320" cy="173520"/>
              </p14:xfrm>
            </p:contentPart>
          </mc:Choice>
          <mc:Fallback xmlns=""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BDB2CA85-DDE7-E900-D922-02276C0964DD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135731" y="5442264"/>
                  <a:ext cx="1659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15572EA8-0FE9-A534-601E-78A16DCAC99A}"/>
                    </a:ext>
                  </a:extLst>
                </p14:cNvPr>
                <p14:cNvContentPartPr/>
                <p14:nvPr/>
              </p14:nvContentPartPr>
              <p14:xfrm>
                <a:off x="11393491" y="5493744"/>
                <a:ext cx="25920" cy="214200"/>
              </p14:xfrm>
            </p:contentPart>
          </mc:Choice>
          <mc:Fallback xmlns=""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15572EA8-0FE9-A534-601E-78A16DCAC99A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375851" y="5475744"/>
                  <a:ext cx="615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217C7346-8A97-F824-510E-20CBAC2C3FBE}"/>
                    </a:ext>
                  </a:extLst>
                </p14:cNvPr>
                <p14:cNvContentPartPr/>
                <p14:nvPr/>
              </p14:nvContentPartPr>
              <p14:xfrm>
                <a:off x="11434171" y="5499504"/>
                <a:ext cx="86760" cy="124920"/>
              </p14:xfrm>
            </p:contentPart>
          </mc:Choice>
          <mc:Fallback xmlns=""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217C7346-8A97-F824-510E-20CBAC2C3FB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416171" y="5481864"/>
                  <a:ext cx="12240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6" name="Group 1185">
            <a:extLst>
              <a:ext uri="{FF2B5EF4-FFF2-40B4-BE49-F238E27FC236}">
                <a16:creationId xmlns:a16="http://schemas.microsoft.com/office/drawing/2014/main" id="{860A9513-E931-C7A5-8B29-911FFE0BCC04}"/>
              </a:ext>
            </a:extLst>
          </p:cNvPr>
          <p:cNvGrpSpPr/>
          <p:nvPr/>
        </p:nvGrpSpPr>
        <p:grpSpPr>
          <a:xfrm>
            <a:off x="158251" y="1378224"/>
            <a:ext cx="2647080" cy="5263560"/>
            <a:chOff x="158251" y="1378224"/>
            <a:chExt cx="2647080" cy="526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BB97FC5-74FA-0060-55EF-530E84E54418}"/>
                    </a:ext>
                  </a:extLst>
                </p14:cNvPr>
                <p14:cNvContentPartPr/>
                <p14:nvPr/>
              </p14:nvContentPartPr>
              <p14:xfrm>
                <a:off x="2219971" y="6206544"/>
                <a:ext cx="100800" cy="111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BB97FC5-74FA-0060-55EF-530E84E54418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201971" y="6188904"/>
                  <a:ext cx="1364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D673506-FF7B-59E1-B553-17C684FA6F64}"/>
                    </a:ext>
                  </a:extLst>
                </p14:cNvPr>
                <p14:cNvContentPartPr/>
                <p14:nvPr/>
              </p14:nvContentPartPr>
              <p14:xfrm>
                <a:off x="1165171" y="6174144"/>
                <a:ext cx="105120" cy="123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D673506-FF7B-59E1-B553-17C684FA6F64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147531" y="6156504"/>
                  <a:ext cx="1407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026" name="Ink 1025">
                  <a:extLst>
                    <a:ext uri="{FF2B5EF4-FFF2-40B4-BE49-F238E27FC236}">
                      <a16:creationId xmlns:a16="http://schemas.microsoft.com/office/drawing/2014/main" id="{7FC32F6C-4E95-F556-F11C-9E78B1C67D3D}"/>
                    </a:ext>
                  </a:extLst>
                </p14:cNvPr>
                <p14:cNvContentPartPr/>
                <p14:nvPr/>
              </p14:nvContentPartPr>
              <p14:xfrm>
                <a:off x="1813531" y="2013264"/>
                <a:ext cx="191520" cy="4496400"/>
              </p14:xfrm>
            </p:contentPart>
          </mc:Choice>
          <mc:Fallback xmlns="">
            <p:pic>
              <p:nvPicPr>
                <p:cNvPr id="1026" name="Ink 1025">
                  <a:extLst>
                    <a:ext uri="{FF2B5EF4-FFF2-40B4-BE49-F238E27FC236}">
                      <a16:creationId xmlns:a16="http://schemas.microsoft.com/office/drawing/2014/main" id="{7FC32F6C-4E95-F556-F11C-9E78B1C67D3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795891" y="1995624"/>
                  <a:ext cx="227160" cy="45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56C17938-B1E8-CF1B-3B01-D7C94AAEA60A}"/>
                    </a:ext>
                  </a:extLst>
                </p14:cNvPr>
                <p14:cNvContentPartPr/>
                <p14:nvPr/>
              </p14:nvContentPartPr>
              <p14:xfrm>
                <a:off x="1870051" y="6480504"/>
                <a:ext cx="749160" cy="73440"/>
              </p14:xfrm>
            </p:contentPart>
          </mc:Choice>
          <mc:Fallback xmlns=""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56C17938-B1E8-CF1B-3B01-D7C94AAEA60A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852051" y="6462504"/>
                  <a:ext cx="7848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6CD5AA68-ECFD-FC05-C37D-E34B2F85BBF6}"/>
                    </a:ext>
                  </a:extLst>
                </p14:cNvPr>
                <p14:cNvContentPartPr/>
                <p14:nvPr/>
              </p14:nvContentPartPr>
              <p14:xfrm>
                <a:off x="2551171" y="1989504"/>
                <a:ext cx="254160" cy="4652280"/>
              </p14:xfrm>
            </p:contentPart>
          </mc:Choice>
          <mc:Fallback xmlns=""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6CD5AA68-ECFD-FC05-C37D-E34B2F85BBF6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533531" y="1971504"/>
                  <a:ext cx="289800" cy="46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0852FFCD-52C3-56B6-23D8-754C2E5D30B8}"/>
                    </a:ext>
                  </a:extLst>
                </p14:cNvPr>
                <p14:cNvContentPartPr/>
                <p14:nvPr/>
              </p14:nvContentPartPr>
              <p14:xfrm>
                <a:off x="1938451" y="1877184"/>
                <a:ext cx="837720" cy="141840"/>
              </p14:xfrm>
            </p:contentPart>
          </mc:Choice>
          <mc:Fallback xmlns=""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0852FFCD-52C3-56B6-23D8-754C2E5D30B8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20451" y="1859184"/>
                  <a:ext cx="873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156" name="Ink 1155">
                  <a:extLst>
                    <a:ext uri="{FF2B5EF4-FFF2-40B4-BE49-F238E27FC236}">
                      <a16:creationId xmlns:a16="http://schemas.microsoft.com/office/drawing/2014/main" id="{6EC13FA9-AE58-96D6-1D2B-2143CDBBD692}"/>
                    </a:ext>
                  </a:extLst>
                </p14:cNvPr>
                <p14:cNvContentPartPr/>
                <p14:nvPr/>
              </p14:nvContentPartPr>
              <p14:xfrm>
                <a:off x="1097491" y="2975904"/>
                <a:ext cx="267120" cy="226440"/>
              </p14:xfrm>
            </p:contentPart>
          </mc:Choice>
          <mc:Fallback xmlns="">
            <p:pic>
              <p:nvPicPr>
                <p:cNvPr id="1156" name="Ink 1155">
                  <a:extLst>
                    <a:ext uri="{FF2B5EF4-FFF2-40B4-BE49-F238E27FC236}">
                      <a16:creationId xmlns:a16="http://schemas.microsoft.com/office/drawing/2014/main" id="{6EC13FA9-AE58-96D6-1D2B-2143CDBBD69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79491" y="2958264"/>
                  <a:ext cx="3027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A873C27F-CBE7-1565-F4A2-7A56CE072A12}"/>
                    </a:ext>
                  </a:extLst>
                </p14:cNvPr>
                <p14:cNvContentPartPr/>
                <p14:nvPr/>
              </p14:nvContentPartPr>
              <p14:xfrm>
                <a:off x="158251" y="3173184"/>
                <a:ext cx="230760" cy="282240"/>
              </p14:xfrm>
            </p:contentPart>
          </mc:Choice>
          <mc:Fallback xmlns=""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A873C27F-CBE7-1565-F4A2-7A56CE072A1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40611" y="3155544"/>
                  <a:ext cx="2664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BFDBC4C4-E9FB-FA15-BD46-2B6C679A03E4}"/>
                    </a:ext>
                  </a:extLst>
                </p14:cNvPr>
                <p14:cNvContentPartPr/>
                <p14:nvPr/>
              </p14:nvContentPartPr>
              <p14:xfrm>
                <a:off x="306211" y="3411864"/>
                <a:ext cx="88920" cy="90720"/>
              </p14:xfrm>
            </p:contentPart>
          </mc:Choice>
          <mc:Fallback xmlns=""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BFDBC4C4-E9FB-FA15-BD46-2B6C679A03E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88211" y="3393864"/>
                  <a:ext cx="124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B22BAA21-AC1C-A7D5-B04A-44E1359A7D07}"/>
                    </a:ext>
                  </a:extLst>
                </p14:cNvPr>
                <p14:cNvContentPartPr/>
                <p14:nvPr/>
              </p14:nvContentPartPr>
              <p14:xfrm>
                <a:off x="476851" y="3200904"/>
                <a:ext cx="91800" cy="108000"/>
              </p14:xfrm>
            </p:contentPart>
          </mc:Choice>
          <mc:Fallback xmlns=""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B22BAA21-AC1C-A7D5-B04A-44E1359A7D07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458851" y="3182904"/>
                  <a:ext cx="127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935881D5-706F-7FF5-6FC3-0A6BC5581F0B}"/>
                    </a:ext>
                  </a:extLst>
                </p14:cNvPr>
                <p14:cNvContentPartPr/>
                <p14:nvPr/>
              </p14:nvContentPartPr>
              <p14:xfrm>
                <a:off x="503851" y="3167424"/>
                <a:ext cx="155880" cy="133920"/>
              </p14:xfrm>
            </p:contentPart>
          </mc:Choice>
          <mc:Fallback xmlns=""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935881D5-706F-7FF5-6FC3-0A6BC5581F0B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86211" y="3149784"/>
                  <a:ext cx="1915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161" name="Ink 1160">
                  <a:extLst>
                    <a:ext uri="{FF2B5EF4-FFF2-40B4-BE49-F238E27FC236}">
                      <a16:creationId xmlns:a16="http://schemas.microsoft.com/office/drawing/2014/main" id="{56030B8F-9E57-F61E-156E-709D290A6EF6}"/>
                    </a:ext>
                  </a:extLst>
                </p14:cNvPr>
                <p14:cNvContentPartPr/>
                <p14:nvPr/>
              </p14:nvContentPartPr>
              <p14:xfrm>
                <a:off x="647851" y="3079584"/>
                <a:ext cx="127800" cy="89280"/>
              </p14:xfrm>
            </p:contentPart>
          </mc:Choice>
          <mc:Fallback xmlns="">
            <p:pic>
              <p:nvPicPr>
                <p:cNvPr id="1161" name="Ink 1160">
                  <a:extLst>
                    <a:ext uri="{FF2B5EF4-FFF2-40B4-BE49-F238E27FC236}">
                      <a16:creationId xmlns:a16="http://schemas.microsoft.com/office/drawing/2014/main" id="{56030B8F-9E57-F61E-156E-709D290A6EF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30211" y="3061584"/>
                  <a:ext cx="1634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162" name="Ink 1161">
                  <a:extLst>
                    <a:ext uri="{FF2B5EF4-FFF2-40B4-BE49-F238E27FC236}">
                      <a16:creationId xmlns:a16="http://schemas.microsoft.com/office/drawing/2014/main" id="{1FA46918-B800-946B-83EB-147D8DE0E0EF}"/>
                    </a:ext>
                  </a:extLst>
                </p14:cNvPr>
                <p14:cNvContentPartPr/>
                <p14:nvPr/>
              </p14:nvContentPartPr>
              <p14:xfrm>
                <a:off x="704371" y="3057624"/>
                <a:ext cx="35280" cy="34560"/>
              </p14:xfrm>
            </p:contentPart>
          </mc:Choice>
          <mc:Fallback xmlns="">
            <p:pic>
              <p:nvPicPr>
                <p:cNvPr id="1162" name="Ink 1161">
                  <a:extLst>
                    <a:ext uri="{FF2B5EF4-FFF2-40B4-BE49-F238E27FC236}">
                      <a16:creationId xmlns:a16="http://schemas.microsoft.com/office/drawing/2014/main" id="{1FA46918-B800-946B-83EB-147D8DE0E0E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86731" y="3039624"/>
                  <a:ext cx="70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163" name="Ink 1162">
                  <a:extLst>
                    <a:ext uri="{FF2B5EF4-FFF2-40B4-BE49-F238E27FC236}">
                      <a16:creationId xmlns:a16="http://schemas.microsoft.com/office/drawing/2014/main" id="{C5BB6FFC-7E30-ED4A-46AE-E0C405670189}"/>
                    </a:ext>
                  </a:extLst>
                </p14:cNvPr>
                <p14:cNvContentPartPr/>
                <p14:nvPr/>
              </p14:nvContentPartPr>
              <p14:xfrm>
                <a:off x="842971" y="2901024"/>
                <a:ext cx="16920" cy="21960"/>
              </p14:xfrm>
            </p:contentPart>
          </mc:Choice>
          <mc:Fallback xmlns="">
            <p:pic>
              <p:nvPicPr>
                <p:cNvPr id="1163" name="Ink 1162">
                  <a:extLst>
                    <a:ext uri="{FF2B5EF4-FFF2-40B4-BE49-F238E27FC236}">
                      <a16:creationId xmlns:a16="http://schemas.microsoft.com/office/drawing/2014/main" id="{C5BB6FFC-7E30-ED4A-46AE-E0C40567018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824971" y="2883384"/>
                  <a:ext cx="52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164" name="Ink 1163">
                  <a:extLst>
                    <a:ext uri="{FF2B5EF4-FFF2-40B4-BE49-F238E27FC236}">
                      <a16:creationId xmlns:a16="http://schemas.microsoft.com/office/drawing/2014/main" id="{5675BD9F-838B-3228-B569-15CED990D5DA}"/>
                    </a:ext>
                  </a:extLst>
                </p14:cNvPr>
                <p14:cNvContentPartPr/>
                <p14:nvPr/>
              </p14:nvContentPartPr>
              <p14:xfrm>
                <a:off x="859891" y="2900304"/>
                <a:ext cx="51840" cy="57960"/>
              </p14:xfrm>
            </p:contentPart>
          </mc:Choice>
          <mc:Fallback xmlns="">
            <p:pic>
              <p:nvPicPr>
                <p:cNvPr id="1164" name="Ink 1163">
                  <a:extLst>
                    <a:ext uri="{FF2B5EF4-FFF2-40B4-BE49-F238E27FC236}">
                      <a16:creationId xmlns:a16="http://schemas.microsoft.com/office/drawing/2014/main" id="{5675BD9F-838B-3228-B569-15CED990D5DA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42251" y="2882304"/>
                  <a:ext cx="874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166" name="Ink 1165">
                  <a:extLst>
                    <a:ext uri="{FF2B5EF4-FFF2-40B4-BE49-F238E27FC236}">
                      <a16:creationId xmlns:a16="http://schemas.microsoft.com/office/drawing/2014/main" id="{E1688E46-8E3E-8438-3302-3F22BCFCBB66}"/>
                    </a:ext>
                  </a:extLst>
                </p14:cNvPr>
                <p14:cNvContentPartPr/>
                <p14:nvPr/>
              </p14:nvContentPartPr>
              <p14:xfrm>
                <a:off x="475771" y="2293704"/>
                <a:ext cx="165960" cy="216360"/>
              </p14:xfrm>
            </p:contentPart>
          </mc:Choice>
          <mc:Fallback xmlns="">
            <p:pic>
              <p:nvPicPr>
                <p:cNvPr id="1166" name="Ink 1165">
                  <a:extLst>
                    <a:ext uri="{FF2B5EF4-FFF2-40B4-BE49-F238E27FC236}">
                      <a16:creationId xmlns:a16="http://schemas.microsoft.com/office/drawing/2014/main" id="{E1688E46-8E3E-8438-3302-3F22BCFCBB66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458131" y="2276064"/>
                  <a:ext cx="2016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167" name="Ink 1166">
                  <a:extLst>
                    <a:ext uri="{FF2B5EF4-FFF2-40B4-BE49-F238E27FC236}">
                      <a16:creationId xmlns:a16="http://schemas.microsoft.com/office/drawing/2014/main" id="{29690907-4BCC-C12A-6CF4-46E2ABE0A766}"/>
                    </a:ext>
                  </a:extLst>
                </p14:cNvPr>
                <p14:cNvContentPartPr/>
                <p14:nvPr/>
              </p14:nvContentPartPr>
              <p14:xfrm>
                <a:off x="723811" y="2206584"/>
                <a:ext cx="48600" cy="349560"/>
              </p14:xfrm>
            </p:contentPart>
          </mc:Choice>
          <mc:Fallback xmlns="">
            <p:pic>
              <p:nvPicPr>
                <p:cNvPr id="1167" name="Ink 1166">
                  <a:extLst>
                    <a:ext uri="{FF2B5EF4-FFF2-40B4-BE49-F238E27FC236}">
                      <a16:creationId xmlns:a16="http://schemas.microsoft.com/office/drawing/2014/main" id="{29690907-4BCC-C12A-6CF4-46E2ABE0A76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705811" y="2188584"/>
                  <a:ext cx="8424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ACACC306-9559-1FA9-4349-27F494E4B083}"/>
                    </a:ext>
                  </a:extLst>
                </p14:cNvPr>
                <p14:cNvContentPartPr/>
                <p14:nvPr/>
              </p14:nvContentPartPr>
              <p14:xfrm>
                <a:off x="835771" y="2414304"/>
                <a:ext cx="108360" cy="134640"/>
              </p14:xfrm>
            </p:contentPart>
          </mc:Choice>
          <mc:Fallback xmlns=""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ACACC306-9559-1FA9-4349-27F494E4B08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17771" y="2396664"/>
                  <a:ext cx="1440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169" name="Ink 1168">
                  <a:extLst>
                    <a:ext uri="{FF2B5EF4-FFF2-40B4-BE49-F238E27FC236}">
                      <a16:creationId xmlns:a16="http://schemas.microsoft.com/office/drawing/2014/main" id="{DC5EDE7D-0855-DF1D-66CF-B33407B90580}"/>
                    </a:ext>
                  </a:extLst>
                </p14:cNvPr>
                <p14:cNvContentPartPr/>
                <p14:nvPr/>
              </p14:nvContentPartPr>
              <p14:xfrm>
                <a:off x="930091" y="2346624"/>
                <a:ext cx="120240" cy="71640"/>
              </p14:xfrm>
            </p:contentPart>
          </mc:Choice>
          <mc:Fallback xmlns="">
            <p:pic>
              <p:nvPicPr>
                <p:cNvPr id="1169" name="Ink 1168">
                  <a:extLst>
                    <a:ext uri="{FF2B5EF4-FFF2-40B4-BE49-F238E27FC236}">
                      <a16:creationId xmlns:a16="http://schemas.microsoft.com/office/drawing/2014/main" id="{DC5EDE7D-0855-DF1D-66CF-B33407B90580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12091" y="2328984"/>
                  <a:ext cx="155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170" name="Ink 1169">
                  <a:extLst>
                    <a:ext uri="{FF2B5EF4-FFF2-40B4-BE49-F238E27FC236}">
                      <a16:creationId xmlns:a16="http://schemas.microsoft.com/office/drawing/2014/main" id="{CC155BB7-9DDB-71FC-4B60-A0C9C2CE9D36}"/>
                    </a:ext>
                  </a:extLst>
                </p14:cNvPr>
                <p14:cNvContentPartPr/>
                <p14:nvPr/>
              </p14:nvContentPartPr>
              <p14:xfrm>
                <a:off x="1025851" y="2325744"/>
                <a:ext cx="80640" cy="84960"/>
              </p14:xfrm>
            </p:contentPart>
          </mc:Choice>
          <mc:Fallback xmlns="">
            <p:pic>
              <p:nvPicPr>
                <p:cNvPr id="1170" name="Ink 1169">
                  <a:extLst>
                    <a:ext uri="{FF2B5EF4-FFF2-40B4-BE49-F238E27FC236}">
                      <a16:creationId xmlns:a16="http://schemas.microsoft.com/office/drawing/2014/main" id="{CC155BB7-9DDB-71FC-4B60-A0C9C2CE9D36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08211" y="2307744"/>
                  <a:ext cx="1162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171" name="Ink 1170">
                  <a:extLst>
                    <a:ext uri="{FF2B5EF4-FFF2-40B4-BE49-F238E27FC236}">
                      <a16:creationId xmlns:a16="http://schemas.microsoft.com/office/drawing/2014/main" id="{8FE12116-F601-2EA8-E763-32A5649AF94B}"/>
                    </a:ext>
                  </a:extLst>
                </p14:cNvPr>
                <p14:cNvContentPartPr/>
                <p14:nvPr/>
              </p14:nvContentPartPr>
              <p14:xfrm>
                <a:off x="1074091" y="2158704"/>
                <a:ext cx="63360" cy="75960"/>
              </p14:xfrm>
            </p:contentPart>
          </mc:Choice>
          <mc:Fallback xmlns="">
            <p:pic>
              <p:nvPicPr>
                <p:cNvPr id="1171" name="Ink 1170">
                  <a:extLst>
                    <a:ext uri="{FF2B5EF4-FFF2-40B4-BE49-F238E27FC236}">
                      <a16:creationId xmlns:a16="http://schemas.microsoft.com/office/drawing/2014/main" id="{8FE12116-F601-2EA8-E763-32A5649AF94B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56091" y="2140704"/>
                  <a:ext cx="99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883F1787-F33A-CB7B-B5BD-58B54E846996}"/>
                    </a:ext>
                  </a:extLst>
                </p14:cNvPr>
                <p14:cNvContentPartPr/>
                <p14:nvPr/>
              </p14:nvContentPartPr>
              <p14:xfrm>
                <a:off x="1095691" y="2102184"/>
                <a:ext cx="102240" cy="91800"/>
              </p14:xfrm>
            </p:contentPart>
          </mc:Choice>
          <mc:Fallback xmlns=""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883F1787-F33A-CB7B-B5BD-58B54E84699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77691" y="2084544"/>
                  <a:ext cx="1378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C6892400-C28D-D1B8-F1D5-44FE6CF7A5A5}"/>
                    </a:ext>
                  </a:extLst>
                </p14:cNvPr>
                <p14:cNvContentPartPr/>
                <p14:nvPr/>
              </p14:nvContentPartPr>
              <p14:xfrm>
                <a:off x="1231771" y="1921464"/>
                <a:ext cx="106560" cy="183240"/>
              </p14:xfrm>
            </p:contentPart>
          </mc:Choice>
          <mc:Fallback xmlns=""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C6892400-C28D-D1B8-F1D5-44FE6CF7A5A5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214131" y="1903464"/>
                  <a:ext cx="1422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09C70C96-C35D-5C28-0C1D-F9E19F8D167C}"/>
                    </a:ext>
                  </a:extLst>
                </p14:cNvPr>
                <p14:cNvContentPartPr/>
                <p14:nvPr/>
              </p14:nvContentPartPr>
              <p14:xfrm>
                <a:off x="1425811" y="1935864"/>
                <a:ext cx="13320" cy="243720"/>
              </p14:xfrm>
            </p:contentPart>
          </mc:Choice>
          <mc:Fallback xmlns=""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09C70C96-C35D-5C28-0C1D-F9E19F8D167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407811" y="1917864"/>
                  <a:ext cx="489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658EC2FC-07B0-9D68-66AB-7EB366476F1D}"/>
                    </a:ext>
                  </a:extLst>
                </p14:cNvPr>
                <p14:cNvContentPartPr/>
                <p14:nvPr/>
              </p14:nvContentPartPr>
              <p14:xfrm>
                <a:off x="1470091" y="2102544"/>
                <a:ext cx="154800" cy="105120"/>
              </p14:xfrm>
            </p:contentPart>
          </mc:Choice>
          <mc:Fallback xmlns=""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658EC2FC-07B0-9D68-66AB-7EB366476F1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452091" y="2084904"/>
                  <a:ext cx="190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7FF4990A-4A65-C989-5C51-8D96B8837922}"/>
                    </a:ext>
                  </a:extLst>
                </p14:cNvPr>
                <p14:cNvContentPartPr/>
                <p14:nvPr/>
              </p14:nvContentPartPr>
              <p14:xfrm>
                <a:off x="1623811" y="2015424"/>
                <a:ext cx="52200" cy="37080"/>
              </p14:xfrm>
            </p:contentPart>
          </mc:Choice>
          <mc:Fallback xmlns=""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7FF4990A-4A65-C989-5C51-8D96B8837922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605811" y="1997784"/>
                  <a:ext cx="878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B1E98D85-1D2A-D073-CF92-D336BCA5D59C}"/>
                    </a:ext>
                  </a:extLst>
                </p14:cNvPr>
                <p14:cNvContentPartPr/>
                <p14:nvPr/>
              </p14:nvContentPartPr>
              <p14:xfrm>
                <a:off x="1656571" y="1949904"/>
                <a:ext cx="53640" cy="127440"/>
              </p14:xfrm>
            </p:contentPart>
          </mc:Choice>
          <mc:Fallback xmlns=""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B1E98D85-1D2A-D073-CF92-D336BCA5D59C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638931" y="1931904"/>
                  <a:ext cx="89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178" name="Ink 1177">
                  <a:extLst>
                    <a:ext uri="{FF2B5EF4-FFF2-40B4-BE49-F238E27FC236}">
                      <a16:creationId xmlns:a16="http://schemas.microsoft.com/office/drawing/2014/main" id="{0FFF3CEC-9B99-CF27-14AB-7E1DA2CAC17D}"/>
                    </a:ext>
                  </a:extLst>
                </p14:cNvPr>
                <p14:cNvContentPartPr/>
                <p14:nvPr/>
              </p14:nvContentPartPr>
              <p14:xfrm>
                <a:off x="1671331" y="1782504"/>
                <a:ext cx="58320" cy="79200"/>
              </p14:xfrm>
            </p:contentPart>
          </mc:Choice>
          <mc:Fallback xmlns="">
            <p:pic>
              <p:nvPicPr>
                <p:cNvPr id="1178" name="Ink 1177">
                  <a:extLst>
                    <a:ext uri="{FF2B5EF4-FFF2-40B4-BE49-F238E27FC236}">
                      <a16:creationId xmlns:a16="http://schemas.microsoft.com/office/drawing/2014/main" id="{0FFF3CEC-9B99-CF27-14AB-7E1DA2CAC17D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653331" y="1764864"/>
                  <a:ext cx="93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0BEA9138-0843-9C43-CB65-099DA041E5D0}"/>
                    </a:ext>
                  </a:extLst>
                </p14:cNvPr>
                <p14:cNvContentPartPr/>
                <p14:nvPr/>
              </p14:nvContentPartPr>
              <p14:xfrm>
                <a:off x="1671331" y="1727424"/>
                <a:ext cx="130680" cy="104760"/>
              </p14:xfrm>
            </p:contentPart>
          </mc:Choice>
          <mc:Fallback xmlns=""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0BEA9138-0843-9C43-CB65-099DA041E5D0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653331" y="1709784"/>
                  <a:ext cx="166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4EE0F1FB-7E33-AAB4-60BA-B4AE7D19A2FB}"/>
                    </a:ext>
                  </a:extLst>
                </p14:cNvPr>
                <p14:cNvContentPartPr/>
                <p14:nvPr/>
              </p14:nvContentPartPr>
              <p14:xfrm>
                <a:off x="1812091" y="1457784"/>
                <a:ext cx="144000" cy="168840"/>
              </p14:xfrm>
            </p:contentPart>
          </mc:Choice>
          <mc:Fallback xmlns=""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4EE0F1FB-7E33-AAB4-60BA-B4AE7D19A2FB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794091" y="1439784"/>
                  <a:ext cx="1796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181" name="Ink 1180">
                  <a:extLst>
                    <a:ext uri="{FF2B5EF4-FFF2-40B4-BE49-F238E27FC236}">
                      <a16:creationId xmlns:a16="http://schemas.microsoft.com/office/drawing/2014/main" id="{750AA862-0CA6-B782-6BC6-DDBC37D402E3}"/>
                    </a:ext>
                  </a:extLst>
                </p14:cNvPr>
                <p14:cNvContentPartPr/>
                <p14:nvPr/>
              </p14:nvContentPartPr>
              <p14:xfrm>
                <a:off x="2026291" y="1378224"/>
                <a:ext cx="7560" cy="280800"/>
              </p14:xfrm>
            </p:contentPart>
          </mc:Choice>
          <mc:Fallback xmlns="">
            <p:pic>
              <p:nvPicPr>
                <p:cNvPr id="1181" name="Ink 1180">
                  <a:extLst>
                    <a:ext uri="{FF2B5EF4-FFF2-40B4-BE49-F238E27FC236}">
                      <a16:creationId xmlns:a16="http://schemas.microsoft.com/office/drawing/2014/main" id="{750AA862-0CA6-B782-6BC6-DDBC37D402E3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008291" y="1360224"/>
                  <a:ext cx="432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182" name="Ink 1181">
                  <a:extLst>
                    <a:ext uri="{FF2B5EF4-FFF2-40B4-BE49-F238E27FC236}">
                      <a16:creationId xmlns:a16="http://schemas.microsoft.com/office/drawing/2014/main" id="{CA5E9B46-0177-CCE7-DE72-50BA650FA09E}"/>
                    </a:ext>
                  </a:extLst>
                </p14:cNvPr>
                <p14:cNvContentPartPr/>
                <p14:nvPr/>
              </p14:nvContentPartPr>
              <p14:xfrm>
                <a:off x="2094691" y="1538064"/>
                <a:ext cx="180360" cy="177840"/>
              </p14:xfrm>
            </p:contentPart>
          </mc:Choice>
          <mc:Fallback xmlns="">
            <p:pic>
              <p:nvPicPr>
                <p:cNvPr id="1182" name="Ink 1181">
                  <a:extLst>
                    <a:ext uri="{FF2B5EF4-FFF2-40B4-BE49-F238E27FC236}">
                      <a16:creationId xmlns:a16="http://schemas.microsoft.com/office/drawing/2014/main" id="{CA5E9B46-0177-CCE7-DE72-50BA650FA09E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077051" y="1520424"/>
                  <a:ext cx="2160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05FA467F-05BA-67F0-89D5-03F8EE61D02C}"/>
                    </a:ext>
                  </a:extLst>
                </p14:cNvPr>
                <p14:cNvContentPartPr/>
                <p14:nvPr/>
              </p14:nvContentPartPr>
              <p14:xfrm>
                <a:off x="2302771" y="1511784"/>
                <a:ext cx="96480" cy="62280"/>
              </p14:xfrm>
            </p:contentPart>
          </mc:Choice>
          <mc:Fallback xmlns=""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05FA467F-05BA-67F0-89D5-03F8EE61D02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284771" y="1494144"/>
                  <a:ext cx="132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84" name="Ink 1183">
                  <a:extLst>
                    <a:ext uri="{FF2B5EF4-FFF2-40B4-BE49-F238E27FC236}">
                      <a16:creationId xmlns:a16="http://schemas.microsoft.com/office/drawing/2014/main" id="{27FDB0CB-0B7B-579E-5070-8684DFCE6FD0}"/>
                    </a:ext>
                  </a:extLst>
                </p14:cNvPr>
                <p14:cNvContentPartPr/>
                <p14:nvPr/>
              </p14:nvContentPartPr>
              <p14:xfrm>
                <a:off x="2341291" y="1427904"/>
                <a:ext cx="113760" cy="87480"/>
              </p14:xfrm>
            </p:contentPart>
          </mc:Choice>
          <mc:Fallback xmlns="">
            <p:pic>
              <p:nvPicPr>
                <p:cNvPr id="1184" name="Ink 1183">
                  <a:extLst>
                    <a:ext uri="{FF2B5EF4-FFF2-40B4-BE49-F238E27FC236}">
                      <a16:creationId xmlns:a16="http://schemas.microsoft.com/office/drawing/2014/main" id="{27FDB0CB-0B7B-579E-5070-8684DFCE6FD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323651" y="1410264"/>
                  <a:ext cx="1494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185" name="Ink 1184">
                  <a:extLst>
                    <a:ext uri="{FF2B5EF4-FFF2-40B4-BE49-F238E27FC236}">
                      <a16:creationId xmlns:a16="http://schemas.microsoft.com/office/drawing/2014/main" id="{C2A5D50F-F442-F1AC-1E43-8F628D8FC660}"/>
                    </a:ext>
                  </a:extLst>
                </p14:cNvPr>
                <p14:cNvContentPartPr/>
                <p14:nvPr/>
              </p14:nvContentPartPr>
              <p14:xfrm>
                <a:off x="2595451" y="1420344"/>
                <a:ext cx="8280" cy="13680"/>
              </p14:xfrm>
            </p:contentPart>
          </mc:Choice>
          <mc:Fallback xmlns="">
            <p:pic>
              <p:nvPicPr>
                <p:cNvPr id="1185" name="Ink 1184">
                  <a:extLst>
                    <a:ext uri="{FF2B5EF4-FFF2-40B4-BE49-F238E27FC236}">
                      <a16:creationId xmlns:a16="http://schemas.microsoft.com/office/drawing/2014/main" id="{C2A5D50F-F442-F1AC-1E43-8F628D8FC660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577811" y="1402704"/>
                  <a:ext cx="43920" cy="4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63152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54E0F-5781-1D02-5ACA-BAE6A2C01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9BB5F-4489-2FAA-3305-282E13DF8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81CB9-C37E-6748-88B8-754B9A4006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C6A3209C-5405-D099-CE2D-3A30CE2FFD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75" y="2379317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A1B7D1EF-50B8-AEAD-E797-810242C6E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2EDAC6F-38F8-8BE5-9469-B96279ACE861}"/>
                  </a:ext>
                </a:extLst>
              </p14:cNvPr>
              <p14:cNvContentPartPr/>
              <p14:nvPr/>
            </p14:nvContentPartPr>
            <p14:xfrm>
              <a:off x="4926451" y="862420"/>
              <a:ext cx="1226880" cy="239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2EDAC6F-38F8-8BE5-9469-B96279ACE86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72811" y="754780"/>
                <a:ext cx="1334520" cy="45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E6B49A2-6F9C-8EE0-296B-1E916DA20DAA}"/>
                  </a:ext>
                </a:extLst>
              </p14:cNvPr>
              <p14:cNvContentPartPr/>
              <p14:nvPr/>
            </p14:nvContentPartPr>
            <p14:xfrm>
              <a:off x="5719891" y="858820"/>
              <a:ext cx="165240" cy="27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E6B49A2-6F9C-8EE0-296B-1E916DA20DA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665891" y="750820"/>
                <a:ext cx="272880" cy="24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013291E-95DB-31EA-2F74-0EB7B944B57C}"/>
                  </a:ext>
                </a:extLst>
              </p14:cNvPr>
              <p14:cNvContentPartPr/>
              <p14:nvPr/>
            </p14:nvContentPartPr>
            <p14:xfrm>
              <a:off x="776011" y="3107380"/>
              <a:ext cx="268560" cy="1900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013291E-95DB-31EA-2F74-0EB7B944B57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2011" y="2999380"/>
                <a:ext cx="376200" cy="40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096A47E-8B60-5C63-4F9B-0D469AF7C2B5}"/>
                  </a:ext>
                </a:extLst>
              </p14:cNvPr>
              <p14:cNvContentPartPr/>
              <p14:nvPr/>
            </p14:nvContentPartPr>
            <p14:xfrm>
              <a:off x="2019451" y="3135460"/>
              <a:ext cx="252720" cy="1414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096A47E-8B60-5C63-4F9B-0D469AF7C2B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965451" y="3027820"/>
                <a:ext cx="360360" cy="35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DDA7F537-936E-6901-FF2B-6E6C2324EE19}"/>
                  </a:ext>
                </a:extLst>
              </p14:cNvPr>
              <p14:cNvContentPartPr/>
              <p14:nvPr/>
            </p14:nvContentPartPr>
            <p14:xfrm>
              <a:off x="746851" y="4069300"/>
              <a:ext cx="227520" cy="1947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DDA7F537-936E-6901-FF2B-6E6C2324EE1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93211" y="3961660"/>
                <a:ext cx="33516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CC2B68B-AADA-A8D7-D4F6-B4AFDC0785DD}"/>
                  </a:ext>
                </a:extLst>
              </p14:cNvPr>
              <p14:cNvContentPartPr/>
              <p14:nvPr/>
            </p14:nvContentPartPr>
            <p14:xfrm>
              <a:off x="2134291" y="4071820"/>
              <a:ext cx="153360" cy="101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CC2B68B-AADA-A8D7-D4F6-B4AFDC0785D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080651" y="3964180"/>
                <a:ext cx="261000" cy="31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6905043-9680-27DE-BA95-EA93704E43C1}"/>
                  </a:ext>
                </a:extLst>
              </p14:cNvPr>
              <p14:cNvContentPartPr/>
              <p14:nvPr/>
            </p14:nvContentPartPr>
            <p14:xfrm>
              <a:off x="796531" y="5003500"/>
              <a:ext cx="266760" cy="1756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6905043-9680-27DE-BA95-EA93704E43C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42531" y="4895500"/>
                <a:ext cx="374400" cy="39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9F6C307-2CA5-6024-992F-0F82A510882A}"/>
                  </a:ext>
                </a:extLst>
              </p14:cNvPr>
              <p14:cNvContentPartPr/>
              <p14:nvPr/>
            </p14:nvContentPartPr>
            <p14:xfrm>
              <a:off x="2093611" y="4990180"/>
              <a:ext cx="195840" cy="1267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9F6C307-2CA5-6024-992F-0F82A510882A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2039971" y="4882540"/>
                <a:ext cx="3034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8DF996D-160B-705D-750F-1C5111AA2AD3}"/>
                  </a:ext>
                </a:extLst>
              </p14:cNvPr>
              <p14:cNvContentPartPr/>
              <p14:nvPr/>
            </p14:nvContentPartPr>
            <p14:xfrm>
              <a:off x="3306451" y="3082900"/>
              <a:ext cx="239400" cy="1119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8DF996D-160B-705D-750F-1C5111AA2AD3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252451" y="2975260"/>
                <a:ext cx="347040" cy="3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3272016-25E9-F6FF-81C2-190DF789810A}"/>
                  </a:ext>
                </a:extLst>
              </p14:cNvPr>
              <p14:cNvContentPartPr/>
              <p14:nvPr/>
            </p14:nvContentPartPr>
            <p14:xfrm>
              <a:off x="3287371" y="4026100"/>
              <a:ext cx="212760" cy="16128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3272016-25E9-F6FF-81C2-190DF789810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233371" y="3918460"/>
                <a:ext cx="32040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B0A536F-47D2-BFC5-CDC4-224AC9BF9664}"/>
                  </a:ext>
                </a:extLst>
              </p14:cNvPr>
              <p14:cNvContentPartPr/>
              <p14:nvPr/>
            </p14:nvContentPartPr>
            <p14:xfrm>
              <a:off x="3268291" y="5001340"/>
              <a:ext cx="279360" cy="1180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B0A536F-47D2-BFC5-CDC4-224AC9BF966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214291" y="4893340"/>
                <a:ext cx="387000" cy="33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91662B3-B4EB-3A89-856D-86B089FBD098}"/>
                  </a:ext>
                </a:extLst>
              </p14:cNvPr>
              <p14:cNvContentPartPr/>
              <p14:nvPr/>
            </p14:nvContentPartPr>
            <p14:xfrm>
              <a:off x="8525371" y="716620"/>
              <a:ext cx="686880" cy="3722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91662B3-B4EB-3A89-856D-86B089FBD098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8471731" y="608620"/>
                <a:ext cx="794520" cy="58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747DB44-87D1-92DB-0ECF-9AE8551BB286}"/>
                  </a:ext>
                </a:extLst>
              </p14:cNvPr>
              <p14:cNvContentPartPr/>
              <p14:nvPr/>
            </p14:nvContentPartPr>
            <p14:xfrm>
              <a:off x="803371" y="2470540"/>
              <a:ext cx="974160" cy="4082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747DB44-87D1-92DB-0ECF-9AE8551BB28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49371" y="2362900"/>
                <a:ext cx="1081800" cy="62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B2B8173-B903-2D79-F112-A6116AB61F4A}"/>
                  </a:ext>
                </a:extLst>
              </p14:cNvPr>
              <p14:cNvContentPartPr/>
              <p14:nvPr/>
            </p14:nvContentPartPr>
            <p14:xfrm>
              <a:off x="3252091" y="5285380"/>
              <a:ext cx="537840" cy="370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B2B8173-B903-2D79-F112-A6116AB61F4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3198451" y="5177740"/>
                <a:ext cx="645480" cy="58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7A6F5481-652E-5494-48F2-7F4E550ABB6C}"/>
                  </a:ext>
                </a:extLst>
              </p14:cNvPr>
              <p14:cNvContentPartPr/>
              <p14:nvPr/>
            </p14:nvContentPartPr>
            <p14:xfrm>
              <a:off x="9861331" y="790780"/>
              <a:ext cx="633600" cy="261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7A6F5481-652E-5494-48F2-7F4E550ABB6C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807331" y="682780"/>
                <a:ext cx="741240" cy="477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253FFE12-00E1-B813-7D04-A3C006BE2F17}"/>
              </a:ext>
            </a:extLst>
          </p:cNvPr>
          <p:cNvGrpSpPr/>
          <p:nvPr/>
        </p:nvGrpSpPr>
        <p:grpSpPr>
          <a:xfrm>
            <a:off x="441571" y="2061580"/>
            <a:ext cx="2208240" cy="1870920"/>
            <a:chOff x="441571" y="2061580"/>
            <a:chExt cx="2208240" cy="187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78C21A-B7F6-F4CD-BC09-D14EB8AB3377}"/>
                    </a:ext>
                  </a:extLst>
                </p14:cNvPr>
                <p14:cNvContentPartPr/>
                <p14:nvPr/>
              </p14:nvContentPartPr>
              <p14:xfrm>
                <a:off x="883291" y="3419140"/>
                <a:ext cx="98640" cy="85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78C21A-B7F6-F4CD-BC09-D14EB8AB337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5291" y="3401140"/>
                  <a:ext cx="134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CE885E5-642F-D4D2-BA01-B8B6ACF67DA9}"/>
                    </a:ext>
                  </a:extLst>
                </p14:cNvPr>
                <p14:cNvContentPartPr/>
                <p14:nvPr/>
              </p14:nvContentPartPr>
              <p14:xfrm>
                <a:off x="441571" y="2476300"/>
                <a:ext cx="1611000" cy="1456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CE885E5-642F-D4D2-BA01-B8B6ACF67DA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23931" y="2458660"/>
                  <a:ext cx="1646640" cy="149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20D6F73-A561-9C63-686D-D7D9E6C691EC}"/>
                    </a:ext>
                  </a:extLst>
                </p14:cNvPr>
                <p14:cNvContentPartPr/>
                <p14:nvPr/>
              </p14:nvContentPartPr>
              <p14:xfrm>
                <a:off x="2147611" y="2225020"/>
                <a:ext cx="218160" cy="209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20D6F73-A561-9C63-686D-D7D9E6C691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129611" y="2207380"/>
                  <a:ext cx="2538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7C06259-B0A8-1306-67A3-C9A8972B7B24}"/>
                    </a:ext>
                  </a:extLst>
                </p14:cNvPr>
                <p14:cNvContentPartPr/>
                <p14:nvPr/>
              </p14:nvContentPartPr>
              <p14:xfrm>
                <a:off x="2413651" y="2212060"/>
                <a:ext cx="7560" cy="18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7C06259-B0A8-1306-67A3-C9A8972B7B2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396011" y="2194060"/>
                  <a:ext cx="432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8A9EAEF-4D60-E6B4-5687-F8173EAAEAD6}"/>
                    </a:ext>
                  </a:extLst>
                </p14:cNvPr>
                <p14:cNvContentPartPr/>
                <p14:nvPr/>
              </p14:nvContentPartPr>
              <p14:xfrm>
                <a:off x="2475931" y="2061580"/>
                <a:ext cx="173880" cy="206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8A9EAEF-4D60-E6B4-5687-F8173EAAEAD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457931" y="2043940"/>
                  <a:ext cx="209520" cy="24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D9642492-0EA1-4FA5-4D0D-CA4E637B840B}"/>
                  </a:ext>
                </a:extLst>
              </p14:cNvPr>
              <p14:cNvContentPartPr/>
              <p14:nvPr/>
            </p14:nvContentPartPr>
            <p14:xfrm>
              <a:off x="431491" y="2583220"/>
              <a:ext cx="2612520" cy="2268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D9642492-0EA1-4FA5-4D0D-CA4E637B840B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413851" y="2565580"/>
                <a:ext cx="2648160" cy="230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365307D-9363-231A-FD81-AB310C872E2C}"/>
                  </a:ext>
                </a:extLst>
              </p14:cNvPr>
              <p14:cNvContentPartPr/>
              <p14:nvPr/>
            </p14:nvContentPartPr>
            <p14:xfrm>
              <a:off x="591331" y="2669260"/>
              <a:ext cx="3680280" cy="29725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365307D-9363-231A-FD81-AB310C872E2C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573331" y="2651260"/>
                <a:ext cx="3715920" cy="30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A3364FB7-3826-65A7-CEF4-68C5270BB678}"/>
                  </a:ext>
                </a:extLst>
              </p14:cNvPr>
              <p14:cNvContentPartPr/>
              <p14:nvPr/>
            </p14:nvContentPartPr>
            <p14:xfrm>
              <a:off x="1692571" y="3338140"/>
              <a:ext cx="3006720" cy="24001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A3364FB7-3826-65A7-CEF4-68C5270BB678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674571" y="3320500"/>
                <a:ext cx="3042360" cy="243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B51D798-B98F-DE09-3BE4-A8F42F74A665}"/>
                  </a:ext>
                </a:extLst>
              </p14:cNvPr>
              <p14:cNvContentPartPr/>
              <p14:nvPr/>
            </p14:nvContentPartPr>
            <p14:xfrm>
              <a:off x="7324411" y="5339380"/>
              <a:ext cx="60480" cy="2635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B51D798-B98F-DE09-3BE4-A8F42F74A665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7306771" y="5321380"/>
                <a:ext cx="9612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80B5BA78-63D6-D8F9-A447-0628FCBA6AEA}"/>
                  </a:ext>
                </a:extLst>
              </p14:cNvPr>
              <p14:cNvContentPartPr/>
              <p14:nvPr/>
            </p14:nvContentPartPr>
            <p14:xfrm>
              <a:off x="7135771" y="5652580"/>
              <a:ext cx="426240" cy="6984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80B5BA78-63D6-D8F9-A447-0628FCBA6AEA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7118131" y="5634580"/>
                <a:ext cx="46188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05C1D218-5318-D5CA-40E9-C32E06AA8BAE}"/>
                  </a:ext>
                </a:extLst>
              </p14:cNvPr>
              <p14:cNvContentPartPr/>
              <p14:nvPr/>
            </p14:nvContentPartPr>
            <p14:xfrm>
              <a:off x="7217131" y="5724580"/>
              <a:ext cx="167760" cy="2066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05C1D218-5318-D5CA-40E9-C32E06AA8BAE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7199491" y="5706940"/>
                <a:ext cx="20340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D887547-E3F3-C666-F62F-77EB2B5F9BFA}"/>
                  </a:ext>
                </a:extLst>
              </p14:cNvPr>
              <p14:cNvContentPartPr/>
              <p14:nvPr/>
            </p14:nvContentPartPr>
            <p14:xfrm>
              <a:off x="7394971" y="5709460"/>
              <a:ext cx="113040" cy="21060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D887547-E3F3-C666-F62F-77EB2B5F9BFA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7376971" y="5691820"/>
                <a:ext cx="14868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18AABF74-99BE-CA4A-B8B1-6A58104C14F1}"/>
                  </a:ext>
                </a:extLst>
              </p14:cNvPr>
              <p14:cNvContentPartPr/>
              <p14:nvPr/>
            </p14:nvContentPartPr>
            <p14:xfrm>
              <a:off x="7293811" y="1783660"/>
              <a:ext cx="222840" cy="26676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18AABF74-99BE-CA4A-B8B1-6A58104C14F1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7275811" y="1766020"/>
                <a:ext cx="258480" cy="30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8F492381-118F-0689-2BB5-89884494F1EC}"/>
                  </a:ext>
                </a:extLst>
              </p14:cNvPr>
              <p14:cNvContentPartPr/>
              <p14:nvPr/>
            </p14:nvContentPartPr>
            <p14:xfrm>
              <a:off x="7643371" y="1894540"/>
              <a:ext cx="21960" cy="540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8F492381-118F-0689-2BB5-89884494F1EC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7625371" y="1876900"/>
                <a:ext cx="5760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FB5A2E4A-4324-E609-A73E-4D77639CE3DA}"/>
                  </a:ext>
                </a:extLst>
              </p14:cNvPr>
              <p14:cNvContentPartPr/>
              <p14:nvPr/>
            </p14:nvContentPartPr>
            <p14:xfrm>
              <a:off x="7779811" y="1778260"/>
              <a:ext cx="164520" cy="2682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FB5A2E4A-4324-E609-A73E-4D77639CE3DA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7762171" y="1760620"/>
                <a:ext cx="200160" cy="30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5FFFEEE-3091-D193-83F7-394416E6C07C}"/>
                  </a:ext>
                </a:extLst>
              </p14:cNvPr>
              <p14:cNvContentPartPr/>
              <p14:nvPr/>
            </p14:nvContentPartPr>
            <p14:xfrm>
              <a:off x="8030011" y="1831180"/>
              <a:ext cx="227160" cy="16848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5FFFEEE-3091-D193-83F7-394416E6C07C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8012011" y="1813540"/>
                <a:ext cx="262800" cy="20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00BEDCF-BA3D-DF67-B32D-319D38348CF4}"/>
                  </a:ext>
                </a:extLst>
              </p14:cNvPr>
              <p14:cNvContentPartPr/>
              <p14:nvPr/>
            </p14:nvContentPartPr>
            <p14:xfrm>
              <a:off x="8547331" y="1703020"/>
              <a:ext cx="190440" cy="41436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00BEDCF-BA3D-DF67-B32D-319D38348CF4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8529691" y="1685020"/>
                <a:ext cx="226080" cy="45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6D9029D0-A3E7-C7FD-C799-1038A4C37097}"/>
                  </a:ext>
                </a:extLst>
              </p14:cNvPr>
              <p14:cNvContentPartPr/>
              <p14:nvPr/>
            </p14:nvContentPartPr>
            <p14:xfrm>
              <a:off x="8747851" y="1748020"/>
              <a:ext cx="108720" cy="2293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6D9029D0-A3E7-C7FD-C799-1038A4C37097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730211" y="1730380"/>
                <a:ext cx="144360" cy="26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CFE9B191-46BD-AD05-9166-67625216CE95}"/>
                  </a:ext>
                </a:extLst>
              </p14:cNvPr>
              <p14:cNvContentPartPr/>
              <p14:nvPr/>
            </p14:nvContentPartPr>
            <p14:xfrm>
              <a:off x="8992291" y="1809220"/>
              <a:ext cx="36720" cy="15552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CFE9B191-46BD-AD05-9166-67625216CE95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8974651" y="1791220"/>
                <a:ext cx="7236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A9F3674D-C3BE-67C8-A64B-035FA4BA25C5}"/>
                  </a:ext>
                </a:extLst>
              </p14:cNvPr>
              <p14:cNvContentPartPr/>
              <p14:nvPr/>
            </p14:nvContentPartPr>
            <p14:xfrm>
              <a:off x="9112171" y="1739740"/>
              <a:ext cx="83520" cy="22608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A9F3674D-C3BE-67C8-A64B-035FA4BA25C5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094171" y="1721740"/>
                <a:ext cx="11916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F9D5FA6-CFBA-FF64-A67B-A3D2AE00D712}"/>
                  </a:ext>
                </a:extLst>
              </p14:cNvPr>
              <p14:cNvContentPartPr/>
              <p14:nvPr/>
            </p14:nvContentPartPr>
            <p14:xfrm>
              <a:off x="6849931" y="1879420"/>
              <a:ext cx="45720" cy="5814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F9D5FA6-CFBA-FF64-A67B-A3D2AE00D712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831931" y="1861420"/>
                <a:ext cx="81360" cy="61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9B88CF3-577C-8224-BB5F-1EE76157A215}"/>
                  </a:ext>
                </a:extLst>
              </p14:cNvPr>
              <p14:cNvContentPartPr/>
              <p14:nvPr/>
            </p14:nvContentPartPr>
            <p14:xfrm>
              <a:off x="6813931" y="2534980"/>
              <a:ext cx="218520" cy="24120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9B88CF3-577C-8224-BB5F-1EE76157A215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796291" y="2517340"/>
                <a:ext cx="254160" cy="27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E1F265D-C3B0-A417-DFF9-CE7DA33254CF}"/>
                  </a:ext>
                </a:extLst>
              </p14:cNvPr>
              <p14:cNvContentPartPr/>
              <p14:nvPr/>
            </p14:nvContentPartPr>
            <p14:xfrm>
              <a:off x="6948211" y="2786980"/>
              <a:ext cx="43200" cy="3182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E1F265D-C3B0-A417-DFF9-CE7DA33254CF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6930211" y="2769340"/>
                <a:ext cx="78840" cy="35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9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729939E7-A0AF-32F8-9C9B-CD05E844707E}"/>
                  </a:ext>
                </a:extLst>
              </p14:cNvPr>
              <p14:cNvContentPartPr/>
              <p14:nvPr/>
            </p14:nvContentPartPr>
            <p14:xfrm>
              <a:off x="6920131" y="3119980"/>
              <a:ext cx="47880" cy="576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729939E7-A0AF-32F8-9C9B-CD05E844707E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6902131" y="3102340"/>
                <a:ext cx="8352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24EBB746-B400-B888-1129-89FF35FCCB9D}"/>
                  </a:ext>
                </a:extLst>
              </p14:cNvPr>
              <p14:cNvContentPartPr/>
              <p14:nvPr/>
            </p14:nvContentPartPr>
            <p14:xfrm>
              <a:off x="6955051" y="3158500"/>
              <a:ext cx="39960" cy="3052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24EBB746-B400-B888-1129-89FF35FCCB9D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6937411" y="3140500"/>
                <a:ext cx="7560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B09BE64-BD14-30F5-2C45-B967D10ECA49}"/>
                  </a:ext>
                </a:extLst>
              </p14:cNvPr>
              <p14:cNvContentPartPr/>
              <p14:nvPr/>
            </p14:nvContentPartPr>
            <p14:xfrm>
              <a:off x="6957931" y="3476740"/>
              <a:ext cx="190440" cy="2559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B09BE64-BD14-30F5-2C45-B967D10ECA49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940291" y="3459100"/>
                <a:ext cx="226080" cy="29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52CB71D2-B4DC-4D0C-F72F-56C2822F3ECC}"/>
                  </a:ext>
                </a:extLst>
              </p14:cNvPr>
              <p14:cNvContentPartPr/>
              <p14:nvPr/>
            </p14:nvContentPartPr>
            <p14:xfrm>
              <a:off x="6831211" y="1834060"/>
              <a:ext cx="74520" cy="864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52CB71D2-B4DC-4D0C-F72F-56C2822F3ECC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6813571" y="1816420"/>
                <a:ext cx="11016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7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DE532A5-61D7-5B55-06AE-0AF07653208F}"/>
                  </a:ext>
                </a:extLst>
              </p14:cNvPr>
              <p14:cNvContentPartPr/>
              <p14:nvPr/>
            </p14:nvContentPartPr>
            <p14:xfrm>
              <a:off x="6521251" y="1840180"/>
              <a:ext cx="613800" cy="3744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DE532A5-61D7-5B55-06AE-0AF07653208F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6503611" y="1822180"/>
                <a:ext cx="64944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9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1607B098-FA2D-C0A7-E328-C36C6BE67D36}"/>
                  </a:ext>
                </a:extLst>
              </p14:cNvPr>
              <p14:cNvContentPartPr/>
              <p14:nvPr/>
            </p14:nvContentPartPr>
            <p14:xfrm>
              <a:off x="6968011" y="3104140"/>
              <a:ext cx="64080" cy="273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1607B098-FA2D-C0A7-E328-C36C6BE67D36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6950371" y="3086500"/>
                <a:ext cx="997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371F9811-048D-66FD-8985-27480F49407C}"/>
                  </a:ext>
                </a:extLst>
              </p14:cNvPr>
              <p14:cNvContentPartPr/>
              <p14:nvPr/>
            </p14:nvContentPartPr>
            <p14:xfrm>
              <a:off x="6937771" y="3091180"/>
              <a:ext cx="109800" cy="5796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371F9811-048D-66FD-8985-27480F49407C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6919771" y="3073540"/>
                <a:ext cx="14544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13E1301E-2EFB-7596-5C3A-956AE958F531}"/>
                  </a:ext>
                </a:extLst>
              </p14:cNvPr>
              <p14:cNvContentPartPr/>
              <p14:nvPr/>
            </p14:nvContentPartPr>
            <p14:xfrm>
              <a:off x="7482091" y="2902180"/>
              <a:ext cx="124560" cy="2988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13E1301E-2EFB-7596-5C3A-956AE958F531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7464091" y="2884180"/>
                <a:ext cx="160200" cy="33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73AA5613-74DA-A157-1730-F2ED69ED2808}"/>
                  </a:ext>
                </a:extLst>
              </p14:cNvPr>
              <p14:cNvContentPartPr/>
              <p14:nvPr/>
            </p14:nvContentPartPr>
            <p14:xfrm>
              <a:off x="7722211" y="2955460"/>
              <a:ext cx="110160" cy="20520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73AA5613-74DA-A157-1730-F2ED69ED2808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7704571" y="2937820"/>
                <a:ext cx="14580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741ABC73-883B-8206-47DF-15DA441E3287}"/>
                  </a:ext>
                </a:extLst>
              </p14:cNvPr>
              <p14:cNvContentPartPr/>
              <p14:nvPr/>
            </p14:nvContentPartPr>
            <p14:xfrm>
              <a:off x="7973131" y="3071020"/>
              <a:ext cx="131040" cy="13320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741ABC73-883B-8206-47DF-15DA441E3287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7955491" y="3053380"/>
                <a:ext cx="16668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35811BB1-4DDA-07ED-754A-56CF917A3B72}"/>
                  </a:ext>
                </a:extLst>
              </p14:cNvPr>
              <p14:cNvContentPartPr/>
              <p14:nvPr/>
            </p14:nvContentPartPr>
            <p14:xfrm>
              <a:off x="8226571" y="3121420"/>
              <a:ext cx="18000" cy="1011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35811BB1-4DDA-07ED-754A-56CF917A3B72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8208931" y="3103780"/>
                <a:ext cx="5364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E0F5A97B-D459-9668-E532-3F973410BB49}"/>
                  </a:ext>
                </a:extLst>
              </p14:cNvPr>
              <p14:cNvContentPartPr/>
              <p14:nvPr/>
            </p14:nvContentPartPr>
            <p14:xfrm>
              <a:off x="8353651" y="2931700"/>
              <a:ext cx="108000" cy="1980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E0F5A97B-D459-9668-E532-3F973410BB49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8335651" y="2913700"/>
                <a:ext cx="14364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A150BFEF-26BD-CEE3-92A4-2A5ACFD64090}"/>
                  </a:ext>
                </a:extLst>
              </p14:cNvPr>
              <p14:cNvContentPartPr/>
              <p14:nvPr/>
            </p14:nvContentPartPr>
            <p14:xfrm>
              <a:off x="8567491" y="3087940"/>
              <a:ext cx="149040" cy="712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A150BFEF-26BD-CEE3-92A4-2A5ACFD64090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8549851" y="3070300"/>
                <a:ext cx="184680" cy="1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8E1A0B-0FA7-7162-7C07-A2E44235FBE6}"/>
                  </a:ext>
                </a:extLst>
              </p14:cNvPr>
              <p14:cNvContentPartPr/>
              <p14:nvPr/>
            </p14:nvContentPartPr>
            <p14:xfrm>
              <a:off x="8684491" y="3081460"/>
              <a:ext cx="26640" cy="13860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8E1A0B-0FA7-7162-7C07-A2E44235FBE6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8666491" y="3063460"/>
                <a:ext cx="62280" cy="17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7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859B2034-7388-5CC7-9875-ED77069603A0}"/>
                  </a:ext>
                </a:extLst>
              </p14:cNvPr>
              <p14:cNvContentPartPr/>
              <p14:nvPr/>
            </p14:nvContentPartPr>
            <p14:xfrm>
              <a:off x="8771971" y="2888140"/>
              <a:ext cx="100800" cy="30996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859B2034-7388-5CC7-9875-ED77069603A0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8753971" y="2870140"/>
                <a:ext cx="13644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9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788142D3-4EBA-2885-B66B-C42C8E1185B7}"/>
                  </a:ext>
                </a:extLst>
              </p14:cNvPr>
              <p14:cNvContentPartPr/>
              <p14:nvPr/>
            </p14:nvContentPartPr>
            <p14:xfrm>
              <a:off x="6972331" y="3083260"/>
              <a:ext cx="374400" cy="3420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788142D3-4EBA-2885-B66B-C42C8E1185B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954331" y="3065620"/>
                <a:ext cx="41004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1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82CEAB23-A5FD-E84E-0AC1-DC53E7D9CF8E}"/>
                  </a:ext>
                </a:extLst>
              </p14:cNvPr>
              <p14:cNvContentPartPr/>
              <p14:nvPr/>
            </p14:nvContentPartPr>
            <p14:xfrm>
              <a:off x="7269331" y="3032500"/>
              <a:ext cx="95760" cy="1447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82CEAB23-A5FD-E84E-0AC1-DC53E7D9CF8E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7251691" y="3014860"/>
                <a:ext cx="13140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3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5D8A45BD-A561-1FFC-BC74-B9BA5A7B7FAB}"/>
                  </a:ext>
                </a:extLst>
              </p14:cNvPr>
              <p14:cNvContentPartPr/>
              <p14:nvPr/>
            </p14:nvContentPartPr>
            <p14:xfrm>
              <a:off x="7270771" y="4450180"/>
              <a:ext cx="680760" cy="910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5D8A45BD-A561-1FFC-BC74-B9BA5A7B7FAB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7252771" y="4432180"/>
                <a:ext cx="71640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5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47CF181-210E-748C-D32D-9AA067993BD4}"/>
                  </a:ext>
                </a:extLst>
              </p14:cNvPr>
              <p14:cNvContentPartPr/>
              <p14:nvPr/>
            </p14:nvContentPartPr>
            <p14:xfrm>
              <a:off x="7047571" y="3721900"/>
              <a:ext cx="48960" cy="2563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47CF181-210E-748C-D32D-9AA067993BD4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029931" y="3703900"/>
                <a:ext cx="846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7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6FCE0B26-C53D-6545-F148-9278BB5883BA}"/>
                  </a:ext>
                </a:extLst>
              </p14:cNvPr>
              <p14:cNvContentPartPr/>
              <p14:nvPr/>
            </p14:nvContentPartPr>
            <p14:xfrm>
              <a:off x="7061971" y="4001980"/>
              <a:ext cx="156600" cy="23436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6FCE0B26-C53D-6545-F148-9278BB5883B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7044331" y="3984340"/>
                <a:ext cx="192240" cy="27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9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EE44A750-8C43-15E3-B29D-FD533EC65CD9}"/>
                  </a:ext>
                </a:extLst>
              </p14:cNvPr>
              <p14:cNvContentPartPr/>
              <p14:nvPr/>
            </p14:nvContentPartPr>
            <p14:xfrm>
              <a:off x="7193731" y="4289260"/>
              <a:ext cx="81360" cy="4219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EE44A750-8C43-15E3-B29D-FD533EC65CD9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7175731" y="4271620"/>
                <a:ext cx="117000" cy="45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1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E82AE1D1-45AB-27E1-A9F2-E6A84823881A}"/>
                  </a:ext>
                </a:extLst>
              </p14:cNvPr>
              <p14:cNvContentPartPr/>
              <p14:nvPr/>
            </p14:nvContentPartPr>
            <p14:xfrm>
              <a:off x="7230811" y="4657900"/>
              <a:ext cx="136440" cy="29196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E82AE1D1-45AB-27E1-A9F2-E6A84823881A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7212811" y="4639900"/>
                <a:ext cx="172080" cy="3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3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C543786B-85F8-21B5-DDF9-0B628EE1D502}"/>
                  </a:ext>
                </a:extLst>
              </p14:cNvPr>
              <p14:cNvContentPartPr/>
              <p14:nvPr/>
            </p14:nvContentPartPr>
            <p14:xfrm>
              <a:off x="7346011" y="4970020"/>
              <a:ext cx="30240" cy="36684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C543786B-85F8-21B5-DDF9-0B628EE1D502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7328371" y="4952380"/>
                <a:ext cx="65880" cy="40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C90D080E-19B1-5D51-A3FF-DD9C02584C48}"/>
                  </a:ext>
                </a:extLst>
              </p14:cNvPr>
              <p14:cNvContentPartPr/>
              <p14:nvPr/>
            </p14:nvContentPartPr>
            <p14:xfrm>
              <a:off x="7369051" y="5310940"/>
              <a:ext cx="5760" cy="756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C90D080E-19B1-5D51-A3FF-DD9C02584C48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7351411" y="5293300"/>
                <a:ext cx="4140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F1FC4615-9F39-AE0D-9F58-D266D9A4C847}"/>
                  </a:ext>
                </a:extLst>
              </p14:cNvPr>
              <p14:cNvContentPartPr/>
              <p14:nvPr/>
            </p14:nvContentPartPr>
            <p14:xfrm>
              <a:off x="7392451" y="5295460"/>
              <a:ext cx="10800" cy="133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F1FC4615-9F39-AE0D-9F58-D266D9A4C847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374451" y="5277460"/>
                <a:ext cx="4644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2BB4551E-09BD-31AD-684C-1E014BD97592}"/>
                  </a:ext>
                </a:extLst>
              </p14:cNvPr>
              <p14:cNvContentPartPr/>
              <p14:nvPr/>
            </p14:nvContentPartPr>
            <p14:xfrm>
              <a:off x="7057291" y="3871300"/>
              <a:ext cx="58320" cy="4500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2BB4551E-09BD-31AD-684C-1E014BD97592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039651" y="3853300"/>
                <a:ext cx="939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1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3D3476CC-AC6B-C5DC-DC27-12ABC8222FF7}"/>
                  </a:ext>
                </a:extLst>
              </p14:cNvPr>
              <p14:cNvContentPartPr/>
              <p14:nvPr/>
            </p14:nvContentPartPr>
            <p14:xfrm>
              <a:off x="7061611" y="3830620"/>
              <a:ext cx="609480" cy="5328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3D3476CC-AC6B-C5DC-DC27-12ABC8222FF7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7043971" y="3812620"/>
                <a:ext cx="64512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3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17B22E34-7C9C-9D8F-24C9-D347DFAB50F6}"/>
                  </a:ext>
                </a:extLst>
              </p14:cNvPr>
              <p14:cNvContentPartPr/>
              <p14:nvPr/>
            </p14:nvContentPartPr>
            <p14:xfrm>
              <a:off x="7621051" y="3806500"/>
              <a:ext cx="72360" cy="2484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17B22E34-7C9C-9D8F-24C9-D347DFAB50F6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603051" y="3788860"/>
                <a:ext cx="10800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5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72A684EB-8349-F796-1296-49A141165F7F}"/>
                  </a:ext>
                </a:extLst>
              </p14:cNvPr>
              <p14:cNvContentPartPr/>
              <p14:nvPr/>
            </p14:nvContentPartPr>
            <p14:xfrm>
              <a:off x="7564891" y="3760060"/>
              <a:ext cx="147240" cy="19008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72A684EB-8349-F796-1296-49A141165F7F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7547251" y="3742060"/>
                <a:ext cx="182880" cy="22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7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8AD1BFF8-73F1-B11E-A740-5B48C60F6D04}"/>
                  </a:ext>
                </a:extLst>
              </p14:cNvPr>
              <p14:cNvContentPartPr/>
              <p14:nvPr/>
            </p14:nvContentPartPr>
            <p14:xfrm>
              <a:off x="7878451" y="3606700"/>
              <a:ext cx="171360" cy="38952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8AD1BFF8-73F1-B11E-A740-5B48C60F6D04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7860811" y="3588700"/>
                <a:ext cx="207000" cy="42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9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0EBE0C12-9F89-C58D-834C-A0CA3F8C5245}"/>
                  </a:ext>
                </a:extLst>
              </p14:cNvPr>
              <p14:cNvContentPartPr/>
              <p14:nvPr/>
            </p14:nvContentPartPr>
            <p14:xfrm>
              <a:off x="8101291" y="3662860"/>
              <a:ext cx="131760" cy="24984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0EBE0C12-9F89-C58D-834C-A0CA3F8C5245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083291" y="3644860"/>
                <a:ext cx="167400" cy="28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1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6CE999D5-2313-6CDD-303B-F4F0734200E9}"/>
                  </a:ext>
                </a:extLst>
              </p14:cNvPr>
              <p14:cNvContentPartPr/>
              <p14:nvPr/>
            </p14:nvContentPartPr>
            <p14:xfrm>
              <a:off x="8348251" y="3801820"/>
              <a:ext cx="96120" cy="16524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6CE999D5-2313-6CDD-303B-F4F0734200E9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8330251" y="3784180"/>
                <a:ext cx="13176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3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A5587EE5-1AA2-BD8E-88EB-55B772F64A4F}"/>
                  </a:ext>
                </a:extLst>
              </p14:cNvPr>
              <p14:cNvContentPartPr/>
              <p14:nvPr/>
            </p14:nvContentPartPr>
            <p14:xfrm>
              <a:off x="8540491" y="3848620"/>
              <a:ext cx="29880" cy="12276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A5587EE5-1AA2-BD8E-88EB-55B772F64A4F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8522851" y="3830620"/>
                <a:ext cx="6552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5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D930EC3D-8399-BD0F-935E-A5829DDA75E6}"/>
                  </a:ext>
                </a:extLst>
              </p14:cNvPr>
              <p14:cNvContentPartPr/>
              <p14:nvPr/>
            </p14:nvContentPartPr>
            <p14:xfrm>
              <a:off x="8751811" y="3725140"/>
              <a:ext cx="106560" cy="2199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D930EC3D-8399-BD0F-935E-A5829DDA75E6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8734171" y="3707140"/>
                <a:ext cx="14220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7BAD4BF7-BB3C-D025-75CF-22C1363BEC35}"/>
                  </a:ext>
                </a:extLst>
              </p14:cNvPr>
              <p14:cNvContentPartPr/>
              <p14:nvPr/>
            </p14:nvContentPartPr>
            <p14:xfrm>
              <a:off x="8987971" y="3868420"/>
              <a:ext cx="82080" cy="237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7BAD4BF7-BB3C-D025-75CF-22C1363BEC35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8970331" y="3850420"/>
                <a:ext cx="1177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E854BA35-08DD-E779-1A40-E69F53D779D4}"/>
                  </a:ext>
                </a:extLst>
              </p14:cNvPr>
              <p14:cNvContentPartPr/>
              <p14:nvPr/>
            </p14:nvContentPartPr>
            <p14:xfrm>
              <a:off x="8992291" y="3888580"/>
              <a:ext cx="55800" cy="16956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E854BA35-08DD-E779-1A40-E69F53D779D4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8974291" y="3870580"/>
                <a:ext cx="9144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1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DB95F57-80AB-BF45-3ED6-22588696006E}"/>
                  </a:ext>
                </a:extLst>
              </p14:cNvPr>
              <p14:cNvContentPartPr/>
              <p14:nvPr/>
            </p14:nvContentPartPr>
            <p14:xfrm>
              <a:off x="9228091" y="3861940"/>
              <a:ext cx="18360" cy="11376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DB95F57-80AB-BF45-3ED6-22588696006E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9210451" y="3843940"/>
                <a:ext cx="540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670BEB93-5038-32FA-A469-0817309C9349}"/>
                  </a:ext>
                </a:extLst>
              </p14:cNvPr>
              <p14:cNvContentPartPr/>
              <p14:nvPr/>
            </p14:nvContentPartPr>
            <p14:xfrm>
              <a:off x="9355891" y="3674380"/>
              <a:ext cx="106920" cy="2397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670BEB93-5038-32FA-A469-0817309C9349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9338251" y="3656740"/>
                <a:ext cx="142560" cy="27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59917A78-31D9-BFE6-4074-6DEE32D112B9}"/>
                  </a:ext>
                </a:extLst>
              </p14:cNvPr>
              <p14:cNvContentPartPr/>
              <p14:nvPr/>
            </p14:nvContentPartPr>
            <p14:xfrm>
              <a:off x="9554611" y="3822700"/>
              <a:ext cx="91440" cy="13032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59917A78-31D9-BFE6-4074-6DEE32D112B9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9536971" y="3804700"/>
                <a:ext cx="12708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888CB7B0-DC50-4BB7-86BF-4628DC5EF5B3}"/>
                  </a:ext>
                </a:extLst>
              </p14:cNvPr>
              <p14:cNvContentPartPr/>
              <p14:nvPr/>
            </p14:nvContentPartPr>
            <p14:xfrm>
              <a:off x="9563251" y="3891820"/>
              <a:ext cx="139320" cy="6048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888CB7B0-DC50-4BB7-86BF-4628DC5EF5B3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9545611" y="3874180"/>
                <a:ext cx="17496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F784F646-8C8E-3CE1-C47A-40626FAA3640}"/>
                  </a:ext>
                </a:extLst>
              </p14:cNvPr>
              <p14:cNvContentPartPr/>
              <p14:nvPr/>
            </p14:nvContentPartPr>
            <p14:xfrm>
              <a:off x="9754411" y="3644500"/>
              <a:ext cx="99720" cy="39168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F784F646-8C8E-3CE1-C47A-40626FAA3640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9736771" y="3626500"/>
                <a:ext cx="135360" cy="42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701F34E6-E9F8-80A7-2CBB-2B17817A5082}"/>
                  </a:ext>
                </a:extLst>
              </p14:cNvPr>
              <p14:cNvContentPartPr/>
              <p14:nvPr/>
            </p14:nvContentPartPr>
            <p14:xfrm>
              <a:off x="7250611" y="4503820"/>
              <a:ext cx="47880" cy="4536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701F34E6-E9F8-80A7-2CBB-2B17817A5082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32971" y="4486180"/>
                <a:ext cx="8352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544CEF96-6AFA-90ED-2E50-049729710529}"/>
                  </a:ext>
                </a:extLst>
              </p14:cNvPr>
              <p14:cNvContentPartPr/>
              <p14:nvPr/>
            </p14:nvContentPartPr>
            <p14:xfrm>
              <a:off x="7873411" y="4406980"/>
              <a:ext cx="70200" cy="4284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544CEF96-6AFA-90ED-2E50-049729710529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7855771" y="4388980"/>
                <a:ext cx="105840" cy="7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1F9F967-FB54-D937-861C-AEA3699858F0}"/>
              </a:ext>
            </a:extLst>
          </p:cNvPr>
          <p:cNvGrpSpPr/>
          <p:nvPr/>
        </p:nvGrpSpPr>
        <p:grpSpPr>
          <a:xfrm>
            <a:off x="8147011" y="4318780"/>
            <a:ext cx="789120" cy="402480"/>
            <a:chOff x="8147011" y="4318780"/>
            <a:chExt cx="78912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885BCF0-474D-B12F-0405-F7931B041B6D}"/>
                    </a:ext>
                  </a:extLst>
                </p14:cNvPr>
                <p14:cNvContentPartPr/>
                <p14:nvPr/>
              </p14:nvContentPartPr>
              <p14:xfrm>
                <a:off x="8147011" y="4318780"/>
                <a:ext cx="210240" cy="402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885BCF0-474D-B12F-0405-F7931B041B6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29371" y="4300780"/>
                  <a:ext cx="24588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E15C642-8E5D-426B-B886-30FA19AC9E6E}"/>
                    </a:ext>
                  </a:extLst>
                </p14:cNvPr>
                <p14:cNvContentPartPr/>
                <p14:nvPr/>
              </p14:nvContentPartPr>
              <p14:xfrm>
                <a:off x="8384611" y="4400140"/>
                <a:ext cx="140760" cy="1940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E15C642-8E5D-426B-B886-30FA19AC9E6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66611" y="4382140"/>
                  <a:ext cx="17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DC86D46-9181-ACEC-36E5-08699DC47090}"/>
                    </a:ext>
                  </a:extLst>
                </p14:cNvPr>
                <p14:cNvContentPartPr/>
                <p14:nvPr/>
              </p14:nvContentPartPr>
              <p14:xfrm>
                <a:off x="8584771" y="4430380"/>
                <a:ext cx="183240" cy="2077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DC86D46-9181-ACEC-36E5-08699DC4709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567131" y="4412380"/>
                  <a:ext cx="2188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1C487F9-689A-7B66-2227-1D90D43A5359}"/>
                    </a:ext>
                  </a:extLst>
                </p14:cNvPr>
                <p14:cNvContentPartPr/>
                <p14:nvPr/>
              </p14:nvContentPartPr>
              <p14:xfrm>
                <a:off x="8822011" y="4381420"/>
                <a:ext cx="114120" cy="270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1C487F9-689A-7B66-2227-1D90D43A535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804011" y="4363420"/>
                  <a:ext cx="149760" cy="30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94279F63-7E77-03A0-26D3-66B8417633DB}"/>
                  </a:ext>
                </a:extLst>
              </p14:cNvPr>
              <p14:cNvContentPartPr/>
              <p14:nvPr/>
            </p14:nvContentPartPr>
            <p14:xfrm>
              <a:off x="9176971" y="4521460"/>
              <a:ext cx="6840" cy="2556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94279F63-7E77-03A0-26D3-66B8417633DB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9159331" y="4503820"/>
                <a:ext cx="42480" cy="61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4419CB2F-A776-D5FA-0F19-CA84BA3BB57D}"/>
              </a:ext>
            </a:extLst>
          </p:cNvPr>
          <p:cNvGrpSpPr/>
          <p:nvPr/>
        </p:nvGrpSpPr>
        <p:grpSpPr>
          <a:xfrm>
            <a:off x="6382651" y="2497900"/>
            <a:ext cx="192960" cy="243000"/>
            <a:chOff x="6382651" y="2497900"/>
            <a:chExt cx="192960" cy="24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612A320-E163-74FA-333C-5571C85EF62A}"/>
                    </a:ext>
                  </a:extLst>
                </p14:cNvPr>
                <p14:cNvContentPartPr/>
                <p14:nvPr/>
              </p14:nvContentPartPr>
              <p14:xfrm>
                <a:off x="6382651" y="2540740"/>
                <a:ext cx="111240" cy="2001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612A320-E163-74FA-333C-5571C85EF62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364651" y="2522740"/>
                  <a:ext cx="1468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D2D017F-31F0-CAE3-9565-D3ADDB50258C}"/>
                    </a:ext>
                  </a:extLst>
                </p14:cNvPr>
                <p14:cNvContentPartPr/>
                <p14:nvPr/>
              </p14:nvContentPartPr>
              <p14:xfrm>
                <a:off x="6426571" y="2497900"/>
                <a:ext cx="149040" cy="1702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D2D017F-31F0-CAE3-9565-D3ADDB50258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408571" y="2480260"/>
                  <a:ext cx="18468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63E007EC-17E0-BC22-A7BD-F279D31CDBCD}"/>
              </a:ext>
            </a:extLst>
          </p:cNvPr>
          <p:cNvGrpSpPr/>
          <p:nvPr/>
        </p:nvGrpSpPr>
        <p:grpSpPr>
          <a:xfrm>
            <a:off x="6538531" y="3546940"/>
            <a:ext cx="215280" cy="213840"/>
            <a:chOff x="6538531" y="3546940"/>
            <a:chExt cx="215280" cy="21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FA2FFA8-5946-20B7-E2AC-531B11AE41B6}"/>
                    </a:ext>
                  </a:extLst>
                </p14:cNvPr>
                <p14:cNvContentPartPr/>
                <p14:nvPr/>
              </p14:nvContentPartPr>
              <p14:xfrm>
                <a:off x="6538531" y="3593020"/>
                <a:ext cx="124560" cy="1677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FA2FFA8-5946-20B7-E2AC-531B11AE41B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520531" y="3575020"/>
                  <a:ext cx="1602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754E616-98EE-2A57-230C-A7AAB7E21CAE}"/>
                    </a:ext>
                  </a:extLst>
                </p14:cNvPr>
                <p14:cNvContentPartPr/>
                <p14:nvPr/>
              </p14:nvContentPartPr>
              <p14:xfrm>
                <a:off x="6555091" y="3546940"/>
                <a:ext cx="198720" cy="105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754E616-98EE-2A57-230C-A7AAB7E21CA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537091" y="3529300"/>
                  <a:ext cx="2343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DB0ACF4D-E62C-C20C-F7FC-E8EDFFE39294}"/>
              </a:ext>
            </a:extLst>
          </p:cNvPr>
          <p:cNvGrpSpPr/>
          <p:nvPr/>
        </p:nvGrpSpPr>
        <p:grpSpPr>
          <a:xfrm>
            <a:off x="6748771" y="4209700"/>
            <a:ext cx="214560" cy="228600"/>
            <a:chOff x="6748771" y="4209700"/>
            <a:chExt cx="214560" cy="22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A7E3210-F4E8-7E44-D6A9-DEC3ADF33C30}"/>
                    </a:ext>
                  </a:extLst>
                </p14:cNvPr>
                <p14:cNvContentPartPr/>
                <p14:nvPr/>
              </p14:nvContentPartPr>
              <p14:xfrm>
                <a:off x="6748771" y="4243540"/>
                <a:ext cx="101160" cy="194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A7E3210-F4E8-7E44-D6A9-DEC3ADF33C30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731131" y="4225900"/>
                  <a:ext cx="1368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B6CB179-AFB9-3185-040D-1575308D5538}"/>
                    </a:ext>
                  </a:extLst>
                </p14:cNvPr>
                <p14:cNvContentPartPr/>
                <p14:nvPr/>
              </p14:nvContentPartPr>
              <p14:xfrm>
                <a:off x="6770371" y="4209700"/>
                <a:ext cx="192960" cy="116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B6CB179-AFB9-3185-040D-1575308D553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752371" y="4192060"/>
                  <a:ext cx="22860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444651E-D2FF-7DCA-B9DA-B3781212F8A9}"/>
              </a:ext>
            </a:extLst>
          </p:cNvPr>
          <p:cNvGrpSpPr/>
          <p:nvPr/>
        </p:nvGrpSpPr>
        <p:grpSpPr>
          <a:xfrm>
            <a:off x="6770371" y="4811260"/>
            <a:ext cx="208800" cy="249120"/>
            <a:chOff x="6770371" y="4811260"/>
            <a:chExt cx="20880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6E172FC-1C4F-79C0-507C-4F8E9DD9DCF2}"/>
                    </a:ext>
                  </a:extLst>
                </p14:cNvPr>
                <p14:cNvContentPartPr/>
                <p14:nvPr/>
              </p14:nvContentPartPr>
              <p14:xfrm>
                <a:off x="6770371" y="4838260"/>
                <a:ext cx="102960" cy="222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6E172FC-1C4F-79C0-507C-4F8E9DD9DCF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752371" y="4820620"/>
                  <a:ext cx="1386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55C5B53-5566-BA72-7E1E-DC1C81EB771C}"/>
                    </a:ext>
                  </a:extLst>
                </p14:cNvPr>
                <p14:cNvContentPartPr/>
                <p14:nvPr/>
              </p14:nvContentPartPr>
              <p14:xfrm>
                <a:off x="6821851" y="4811260"/>
                <a:ext cx="157320" cy="157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55C5B53-5566-BA72-7E1E-DC1C81EB771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804211" y="4793260"/>
                  <a:ext cx="19296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E196DBF-5985-C2C1-C7AB-689DE8F6E48A}"/>
                  </a:ext>
                </a:extLst>
              </p14:cNvPr>
              <p14:cNvContentPartPr/>
              <p14:nvPr/>
            </p14:nvContentPartPr>
            <p14:xfrm>
              <a:off x="10147171" y="4624420"/>
              <a:ext cx="4320" cy="1476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E196DBF-5985-C2C1-C7AB-689DE8F6E48A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10129171" y="4606420"/>
                <a:ext cx="39960" cy="5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BA37DA5-2719-05F3-D956-4188A022C9A7}"/>
              </a:ext>
            </a:extLst>
          </p:cNvPr>
          <p:cNvGrpSpPr/>
          <p:nvPr/>
        </p:nvGrpSpPr>
        <p:grpSpPr>
          <a:xfrm>
            <a:off x="9624451" y="4306540"/>
            <a:ext cx="947520" cy="691560"/>
            <a:chOff x="9624451" y="4306540"/>
            <a:chExt cx="947520" cy="69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6B4915F-B147-4925-0781-418EFC64279B}"/>
                    </a:ext>
                  </a:extLst>
                </p14:cNvPr>
                <p14:cNvContentPartPr/>
                <p14:nvPr/>
              </p14:nvContentPartPr>
              <p14:xfrm>
                <a:off x="9711211" y="4306540"/>
                <a:ext cx="75240" cy="3506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6B4915F-B147-4925-0781-418EFC64279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693571" y="4288540"/>
                  <a:ext cx="11088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23253E6-9004-1D7B-8B48-51213CE77252}"/>
                    </a:ext>
                  </a:extLst>
                </p14:cNvPr>
                <p14:cNvContentPartPr/>
                <p14:nvPr/>
              </p14:nvContentPartPr>
              <p14:xfrm>
                <a:off x="9624451" y="4623340"/>
                <a:ext cx="414360" cy="270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23253E6-9004-1D7B-8B48-51213CE7725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06451" y="4605340"/>
                  <a:ext cx="450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538C9AD-2692-5C4D-586D-2C5CF9E51572}"/>
                    </a:ext>
                  </a:extLst>
                </p14:cNvPr>
                <p14:cNvContentPartPr/>
                <p14:nvPr/>
              </p14:nvContentPartPr>
              <p14:xfrm>
                <a:off x="9805531" y="4773460"/>
                <a:ext cx="179640" cy="1242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538C9AD-2692-5C4D-586D-2C5CF9E5157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787531" y="4755460"/>
                  <a:ext cx="215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747DE90-2797-8D84-4780-0AF7D7ACE58A}"/>
                    </a:ext>
                  </a:extLst>
                </p14:cNvPr>
                <p14:cNvContentPartPr/>
                <p14:nvPr/>
              </p14:nvContentPartPr>
              <p14:xfrm>
                <a:off x="9936571" y="4801540"/>
                <a:ext cx="29880" cy="1965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747DE90-2797-8D84-4780-0AF7D7ACE58A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918931" y="4783900"/>
                  <a:ext cx="655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3A104B4-8185-9B06-3A27-B1CCC8054786}"/>
                    </a:ext>
                  </a:extLst>
                </p14:cNvPr>
                <p14:cNvContentPartPr/>
                <p14:nvPr/>
              </p14:nvContentPartPr>
              <p14:xfrm>
                <a:off x="10143211" y="4560700"/>
                <a:ext cx="136800" cy="2224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3A104B4-8185-9B06-3A27-B1CCC805478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125211" y="4542700"/>
                  <a:ext cx="1724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08C8F8A-14EC-649C-1EFD-63DD2D12608C}"/>
                    </a:ext>
                  </a:extLst>
                </p14:cNvPr>
                <p14:cNvContentPartPr/>
                <p14:nvPr/>
              </p14:nvContentPartPr>
              <p14:xfrm>
                <a:off x="10366051" y="4649260"/>
                <a:ext cx="9000" cy="234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08C8F8A-14EC-649C-1EFD-63DD2D12608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348411" y="4631620"/>
                  <a:ext cx="446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214FB0B-BE95-2788-3E6F-A40A58C1A42A}"/>
                    </a:ext>
                  </a:extLst>
                </p14:cNvPr>
                <p14:cNvContentPartPr/>
                <p14:nvPr/>
              </p14:nvContentPartPr>
              <p14:xfrm>
                <a:off x="10485211" y="4553860"/>
                <a:ext cx="86760" cy="170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214FB0B-BE95-2788-3E6F-A40A58C1A42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467211" y="4536220"/>
                  <a:ext cx="12240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E021FFD-9BEC-F285-ABD0-B51E45CFB01F}"/>
              </a:ext>
            </a:extLst>
          </p:cNvPr>
          <p:cNvGrpSpPr/>
          <p:nvPr/>
        </p:nvGrpSpPr>
        <p:grpSpPr>
          <a:xfrm>
            <a:off x="10069411" y="3431020"/>
            <a:ext cx="1235880" cy="552240"/>
            <a:chOff x="10069411" y="3431020"/>
            <a:chExt cx="1235880" cy="55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DFFCE5B-D03D-5971-6B03-ADAC34F648B7}"/>
                    </a:ext>
                  </a:extLst>
                </p14:cNvPr>
                <p14:cNvContentPartPr/>
                <p14:nvPr/>
              </p14:nvContentPartPr>
              <p14:xfrm>
                <a:off x="10123411" y="3431020"/>
                <a:ext cx="200160" cy="1785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DFFCE5B-D03D-5971-6B03-ADAC34F648B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105771" y="3413380"/>
                  <a:ext cx="2358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CEA885E-44B2-4C45-E2E2-383C5B52E6E6}"/>
                    </a:ext>
                  </a:extLst>
                </p14:cNvPr>
                <p14:cNvContentPartPr/>
                <p14:nvPr/>
              </p14:nvContentPartPr>
              <p14:xfrm>
                <a:off x="10069411" y="3656380"/>
                <a:ext cx="396000" cy="914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CEA885E-44B2-4C45-E2E2-383C5B52E6E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051771" y="3638740"/>
                  <a:ext cx="431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670195D-F41A-2C21-0183-FA4102FC6666}"/>
                    </a:ext>
                  </a:extLst>
                </p14:cNvPr>
                <p14:cNvContentPartPr/>
                <p14:nvPr/>
              </p14:nvContentPartPr>
              <p14:xfrm>
                <a:off x="10236091" y="3776260"/>
                <a:ext cx="161280" cy="1465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670195D-F41A-2C21-0183-FA4102FC666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218091" y="3758620"/>
                  <a:ext cx="196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350BF95-F456-94D0-4126-2622D3E5387D}"/>
                    </a:ext>
                  </a:extLst>
                </p14:cNvPr>
                <p14:cNvContentPartPr/>
                <p14:nvPr/>
              </p14:nvContentPartPr>
              <p14:xfrm>
                <a:off x="10382251" y="3786700"/>
                <a:ext cx="57600" cy="1965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350BF95-F456-94D0-4126-2622D3E5387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364251" y="3769060"/>
                  <a:ext cx="932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F47550F-2945-8AF3-4A5C-84DB8857429A}"/>
                    </a:ext>
                  </a:extLst>
                </p14:cNvPr>
                <p14:cNvContentPartPr/>
                <p14:nvPr/>
              </p14:nvContentPartPr>
              <p14:xfrm>
                <a:off x="10564411" y="3540100"/>
                <a:ext cx="146880" cy="210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F47550F-2945-8AF3-4A5C-84DB8857429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546411" y="3522460"/>
                  <a:ext cx="182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5B040AA-F740-35E4-2C4A-9026B8B4FC5A}"/>
                    </a:ext>
                  </a:extLst>
                </p14:cNvPr>
                <p14:cNvContentPartPr/>
                <p14:nvPr/>
              </p14:nvContentPartPr>
              <p14:xfrm>
                <a:off x="10603291" y="3555580"/>
                <a:ext cx="145080" cy="1886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5B040AA-F740-35E4-2C4A-9026B8B4FC5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585291" y="3537940"/>
                  <a:ext cx="1807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919566E-4028-44F0-BA95-3C62CAAF7553}"/>
                    </a:ext>
                  </a:extLst>
                </p14:cNvPr>
                <p14:cNvContentPartPr/>
                <p14:nvPr/>
              </p14:nvContentPartPr>
              <p14:xfrm>
                <a:off x="10840891" y="3612460"/>
                <a:ext cx="115200" cy="199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919566E-4028-44F0-BA95-3C62CAAF755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822891" y="3594460"/>
                  <a:ext cx="1508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9BCE2D1-7EEB-60D7-7734-A80739D974D9}"/>
                    </a:ext>
                  </a:extLst>
                </p14:cNvPr>
                <p14:cNvContentPartPr/>
                <p14:nvPr/>
              </p14:nvContentPartPr>
              <p14:xfrm>
                <a:off x="11049691" y="3690940"/>
                <a:ext cx="10440" cy="12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9BCE2D1-7EEB-60D7-7734-A80739D974D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032051" y="3672940"/>
                  <a:ext cx="460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2940CF1-C2C8-D97A-0899-72B0F28D46E5}"/>
                    </a:ext>
                  </a:extLst>
                </p14:cNvPr>
                <p14:cNvContentPartPr/>
                <p14:nvPr/>
              </p14:nvContentPartPr>
              <p14:xfrm>
                <a:off x="11199811" y="3629020"/>
                <a:ext cx="105480" cy="2343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2940CF1-C2C8-D97A-0899-72B0F28D46E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181811" y="3611380"/>
                  <a:ext cx="141120" cy="27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8567207-5A69-5C75-3342-FD90EA1392E5}"/>
              </a:ext>
            </a:extLst>
          </p:cNvPr>
          <p:cNvGrpSpPr/>
          <p:nvPr/>
        </p:nvGrpSpPr>
        <p:grpSpPr>
          <a:xfrm>
            <a:off x="9020731" y="2668900"/>
            <a:ext cx="1215360" cy="693000"/>
            <a:chOff x="9020731" y="2668900"/>
            <a:chExt cx="1215360" cy="69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7B36B6A-54A4-45BC-386E-571DFD82E6E7}"/>
                    </a:ext>
                  </a:extLst>
                </p14:cNvPr>
                <p14:cNvContentPartPr/>
                <p14:nvPr/>
              </p14:nvContentPartPr>
              <p14:xfrm>
                <a:off x="9044131" y="2668900"/>
                <a:ext cx="154800" cy="189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7B36B6A-54A4-45BC-386E-571DFD82E6E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026491" y="2651260"/>
                  <a:ext cx="190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CB208B9-8E71-8FDC-A880-047D0CE481EA}"/>
                    </a:ext>
                  </a:extLst>
                </p14:cNvPr>
                <p14:cNvContentPartPr/>
                <p14:nvPr/>
              </p14:nvContentPartPr>
              <p14:xfrm>
                <a:off x="9020731" y="2930620"/>
                <a:ext cx="353520" cy="58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CB208B9-8E71-8FDC-A880-047D0CE481E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003091" y="2912980"/>
                  <a:ext cx="3891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D91D359-3071-4FFA-FACE-A56AF7285EF4}"/>
                    </a:ext>
                  </a:extLst>
                </p14:cNvPr>
                <p14:cNvContentPartPr/>
                <p14:nvPr/>
              </p14:nvContentPartPr>
              <p14:xfrm>
                <a:off x="9181651" y="3072100"/>
                <a:ext cx="125640" cy="1796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D91D359-3071-4FFA-FACE-A56AF7285EF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164011" y="3054100"/>
                  <a:ext cx="161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A8D7D80-3C52-B660-B363-BCB5F9E926C8}"/>
                    </a:ext>
                  </a:extLst>
                </p14:cNvPr>
                <p14:cNvContentPartPr/>
                <p14:nvPr/>
              </p14:nvContentPartPr>
              <p14:xfrm>
                <a:off x="9278851" y="3134020"/>
                <a:ext cx="29880" cy="2278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A8D7D80-3C52-B660-B363-BCB5F9E926C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260851" y="3116380"/>
                  <a:ext cx="655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14B25FE-B898-E9F1-839B-55484069EFE5}"/>
                    </a:ext>
                  </a:extLst>
                </p14:cNvPr>
                <p14:cNvContentPartPr/>
                <p14:nvPr/>
              </p14:nvContentPartPr>
              <p14:xfrm>
                <a:off x="9448411" y="2885260"/>
                <a:ext cx="166320" cy="1166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14B25FE-B898-E9F1-839B-55484069EFE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430771" y="2867260"/>
                  <a:ext cx="2019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B604AE9-37DD-3BC3-6C2D-9CBFB347C69A}"/>
                    </a:ext>
                  </a:extLst>
                </p14:cNvPr>
                <p14:cNvContentPartPr/>
                <p14:nvPr/>
              </p14:nvContentPartPr>
              <p14:xfrm>
                <a:off x="9500611" y="2887420"/>
                <a:ext cx="118440" cy="1497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B604AE9-37DD-3BC3-6C2D-9CBFB347C69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482971" y="2869780"/>
                  <a:ext cx="1540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1C59E2F-2254-8C8D-26CA-D0FAD7754B9C}"/>
                    </a:ext>
                  </a:extLst>
                </p14:cNvPr>
                <p14:cNvContentPartPr/>
                <p14:nvPr/>
              </p14:nvContentPartPr>
              <p14:xfrm>
                <a:off x="9748651" y="2823340"/>
                <a:ext cx="116640" cy="2322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1C59E2F-2254-8C8D-26CA-D0FAD7754B9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730651" y="2805340"/>
                  <a:ext cx="1522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3A51C42-CD40-72C9-4A18-06C0A8C36420}"/>
                    </a:ext>
                  </a:extLst>
                </p14:cNvPr>
                <p14:cNvContentPartPr/>
                <p14:nvPr/>
              </p14:nvContentPartPr>
              <p14:xfrm>
                <a:off x="9984811" y="2891740"/>
                <a:ext cx="12600" cy="208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3A51C42-CD40-72C9-4A18-06C0A8C3642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967171" y="2874100"/>
                  <a:ext cx="48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7A7456C-3131-5A15-666D-E508DB04B669}"/>
                    </a:ext>
                  </a:extLst>
                </p14:cNvPr>
                <p14:cNvContentPartPr/>
                <p14:nvPr/>
              </p14:nvContentPartPr>
              <p14:xfrm>
                <a:off x="10145011" y="2854660"/>
                <a:ext cx="91080" cy="2196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7A7456C-3131-5A15-666D-E508DB04B669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27011" y="2836660"/>
                  <a:ext cx="126720" cy="25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CA1CC510-832F-2BFC-7192-E297ABF69360}"/>
              </a:ext>
            </a:extLst>
          </p:cNvPr>
          <p:cNvGrpSpPr/>
          <p:nvPr/>
        </p:nvGrpSpPr>
        <p:grpSpPr>
          <a:xfrm>
            <a:off x="9264811" y="1584580"/>
            <a:ext cx="1388160" cy="711720"/>
            <a:chOff x="9264811" y="1584580"/>
            <a:chExt cx="1388160" cy="71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FA5F613-8E2C-F290-65E9-8BFC33D5E022}"/>
                    </a:ext>
                  </a:extLst>
                </p14:cNvPr>
                <p14:cNvContentPartPr/>
                <p14:nvPr/>
              </p14:nvContentPartPr>
              <p14:xfrm>
                <a:off x="9264811" y="1584580"/>
                <a:ext cx="145080" cy="2178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FA5F613-8E2C-F290-65E9-8BFC33D5E02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247171" y="1566940"/>
                  <a:ext cx="1807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EFAD958-93E4-7C7C-E419-FEE68D5B37EE}"/>
                    </a:ext>
                  </a:extLst>
                </p14:cNvPr>
                <p14:cNvContentPartPr/>
                <p14:nvPr/>
              </p14:nvContentPartPr>
              <p14:xfrm>
                <a:off x="9382891" y="1687900"/>
                <a:ext cx="56160" cy="248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EFAD958-93E4-7C7C-E419-FEE68D5B37EE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365251" y="1670260"/>
                  <a:ext cx="918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DF8E146-D798-AAB1-08DA-A17CFB613B19}"/>
                    </a:ext>
                  </a:extLst>
                </p14:cNvPr>
                <p14:cNvContentPartPr/>
                <p14:nvPr/>
              </p14:nvContentPartPr>
              <p14:xfrm>
                <a:off x="9295771" y="1962940"/>
                <a:ext cx="306720" cy="514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DF8E146-D798-AAB1-08DA-A17CFB613B19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278131" y="1945300"/>
                  <a:ext cx="3423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A718EC3-4A9D-2E55-8BF4-B2531F13E785}"/>
                    </a:ext>
                  </a:extLst>
                </p14:cNvPr>
                <p14:cNvContentPartPr/>
                <p14:nvPr/>
              </p14:nvContentPartPr>
              <p14:xfrm>
                <a:off x="9453451" y="2083180"/>
                <a:ext cx="162720" cy="1454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A718EC3-4A9D-2E55-8BF4-B2531F13E78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435451" y="2065180"/>
                  <a:ext cx="1983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9B2DD50-7737-332E-8028-16C59BB5DF90}"/>
                    </a:ext>
                  </a:extLst>
                </p14:cNvPr>
                <p14:cNvContentPartPr/>
                <p14:nvPr/>
              </p14:nvContentPartPr>
              <p14:xfrm>
                <a:off x="9578011" y="2127820"/>
                <a:ext cx="27360" cy="1684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9B2DD50-7737-332E-8028-16C59BB5DF9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560371" y="2109820"/>
                  <a:ext cx="630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CD35D36-BBDC-878F-EA32-846E1F03ECF9}"/>
                    </a:ext>
                  </a:extLst>
                </p14:cNvPr>
                <p14:cNvContentPartPr/>
                <p14:nvPr/>
              </p14:nvContentPartPr>
              <p14:xfrm>
                <a:off x="9700411" y="1881220"/>
                <a:ext cx="187920" cy="118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CD35D36-BBDC-878F-EA32-846E1F03ECF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682771" y="1863580"/>
                  <a:ext cx="2235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FFA7B5B-FCB1-8AFB-80F5-CE14A3FDE9BD}"/>
                    </a:ext>
                  </a:extLst>
                </p14:cNvPr>
                <p14:cNvContentPartPr/>
                <p14:nvPr/>
              </p14:nvContentPartPr>
              <p14:xfrm>
                <a:off x="9777811" y="1832620"/>
                <a:ext cx="100080" cy="2181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FFA7B5B-FCB1-8AFB-80F5-CE14A3FDE9B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760171" y="1814980"/>
                  <a:ext cx="1357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FFF968C-9E83-4970-EF36-58E135F8CFD5}"/>
                    </a:ext>
                  </a:extLst>
                </p14:cNvPr>
                <p14:cNvContentPartPr/>
                <p14:nvPr/>
              </p14:nvContentPartPr>
              <p14:xfrm>
                <a:off x="10038811" y="1823260"/>
                <a:ext cx="161640" cy="2138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FFF968C-9E83-4970-EF36-58E135F8CFD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021171" y="1805260"/>
                  <a:ext cx="19728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D56E936-8CEB-8A9F-D5C8-3EF348ADAF71}"/>
                    </a:ext>
                  </a:extLst>
                </p14:cNvPr>
                <p14:cNvContentPartPr/>
                <p14:nvPr/>
              </p14:nvContentPartPr>
              <p14:xfrm>
                <a:off x="10304131" y="1895260"/>
                <a:ext cx="30240" cy="198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D56E936-8CEB-8A9F-D5C8-3EF348ADAF7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286491" y="1877260"/>
                  <a:ext cx="658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0669417-7877-302D-4244-6D7CCD7982FB}"/>
                    </a:ext>
                  </a:extLst>
                </p14:cNvPr>
                <p14:cNvContentPartPr/>
                <p14:nvPr/>
              </p14:nvContentPartPr>
              <p14:xfrm>
                <a:off x="10481611" y="1795180"/>
                <a:ext cx="171360" cy="2368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0669417-7877-302D-4244-6D7CCD7982F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463971" y="1777540"/>
                  <a:ext cx="207000" cy="272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60825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1B956-4177-6A02-0439-051C697A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C873F-3F7A-0A41-D694-A007778E4C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1AA4E9FA-3EA4-CC14-CDEF-C8A1CDE065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593" y="2266589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A526678-192C-AB3C-8FD2-D79D1E5EBA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DAC749E-B3FA-7BEF-0D5A-CECC338621BE}"/>
              </a:ext>
            </a:extLst>
          </p:cNvPr>
          <p:cNvGrpSpPr/>
          <p:nvPr/>
        </p:nvGrpSpPr>
        <p:grpSpPr>
          <a:xfrm>
            <a:off x="4120771" y="1481260"/>
            <a:ext cx="2722680" cy="2325240"/>
            <a:chOff x="4120771" y="1481260"/>
            <a:chExt cx="2722680" cy="232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2CCAF1A-9F3C-CF41-ECA7-B549D2FA2E67}"/>
                    </a:ext>
                  </a:extLst>
                </p14:cNvPr>
                <p14:cNvContentPartPr/>
                <p14:nvPr/>
              </p14:nvContentPartPr>
              <p14:xfrm>
                <a:off x="4120771" y="2336620"/>
                <a:ext cx="1640520" cy="1469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2CCAF1A-9F3C-CF41-ECA7-B549D2FA2E6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02771" y="2318980"/>
                  <a:ext cx="1676160" cy="15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A3B2981-4F07-4C33-866D-A8D8FBD4492B}"/>
                    </a:ext>
                  </a:extLst>
                </p14:cNvPr>
                <p14:cNvContentPartPr/>
                <p14:nvPr/>
              </p14:nvContentPartPr>
              <p14:xfrm>
                <a:off x="5790451" y="1995700"/>
                <a:ext cx="153360" cy="209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A3B2981-4F07-4C33-866D-A8D8FBD4492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72451" y="1978060"/>
                  <a:ext cx="1890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97C54D2-3A2B-CC14-1743-734F7DB4D3FC}"/>
                    </a:ext>
                  </a:extLst>
                </p14:cNvPr>
                <p14:cNvContentPartPr/>
                <p14:nvPr/>
              </p14:nvContentPartPr>
              <p14:xfrm>
                <a:off x="6047131" y="2057260"/>
                <a:ext cx="85680" cy="116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97C54D2-3A2B-CC14-1743-734F7DB4D3F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29491" y="2039620"/>
                  <a:ext cx="121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B718978-BB5C-2E5F-D3DF-6526A905E2F0}"/>
                    </a:ext>
                  </a:extLst>
                </p14:cNvPr>
                <p14:cNvContentPartPr/>
                <p14:nvPr/>
              </p14:nvContentPartPr>
              <p14:xfrm>
                <a:off x="6184291" y="1823980"/>
                <a:ext cx="67680" cy="74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B718978-BB5C-2E5F-D3DF-6526A905E2F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66291" y="1806340"/>
                  <a:ext cx="1033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B3F6559-BF50-72D1-FBCF-881E99689BDA}"/>
                    </a:ext>
                  </a:extLst>
                </p14:cNvPr>
                <p14:cNvContentPartPr/>
                <p14:nvPr/>
              </p14:nvContentPartPr>
              <p14:xfrm>
                <a:off x="6237931" y="1880140"/>
                <a:ext cx="56520" cy="54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B3F6559-BF50-72D1-FBCF-881E99689BD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19931" y="1862500"/>
                  <a:ext cx="92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EC6F4BC-9E39-0172-52EC-30DBF1483B17}"/>
                    </a:ext>
                  </a:extLst>
                </p14:cNvPr>
                <p14:cNvContentPartPr/>
                <p14:nvPr/>
              </p14:nvContentPartPr>
              <p14:xfrm>
                <a:off x="6400651" y="1622380"/>
                <a:ext cx="144720" cy="151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EC6F4BC-9E39-0172-52EC-30DBF1483B1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382651" y="1604380"/>
                  <a:ext cx="180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9F7DFB7-E6E0-83DF-A304-5F534F12A7E1}"/>
                    </a:ext>
                  </a:extLst>
                </p14:cNvPr>
                <p14:cNvContentPartPr/>
                <p14:nvPr/>
              </p14:nvContentPartPr>
              <p14:xfrm>
                <a:off x="6628891" y="1591420"/>
                <a:ext cx="15120" cy="30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9F7DFB7-E6E0-83DF-A304-5F534F12A7E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610891" y="1573780"/>
                  <a:ext cx="507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1448FC2-21C2-AEEB-C0C4-D896444E02FE}"/>
                    </a:ext>
                  </a:extLst>
                </p14:cNvPr>
                <p14:cNvContentPartPr/>
                <p14:nvPr/>
              </p14:nvContentPartPr>
              <p14:xfrm>
                <a:off x="6680731" y="1481260"/>
                <a:ext cx="162720" cy="196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1448FC2-21C2-AEEB-C0C4-D896444E02F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63091" y="1463260"/>
                  <a:ext cx="198360" cy="23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8C819DE-F275-424B-BCA0-943E2071C6E8}"/>
                  </a:ext>
                </a:extLst>
              </p14:cNvPr>
              <p14:cNvContentPartPr/>
              <p14:nvPr/>
            </p14:nvContentPartPr>
            <p14:xfrm>
              <a:off x="6397051" y="4193500"/>
              <a:ext cx="1793880" cy="1704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8C819DE-F275-424B-BCA0-943E2071C6E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79411" y="4175500"/>
                <a:ext cx="1829520" cy="174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35D85AEE-9143-48F8-F1BB-F72ABE4675BD}"/>
              </a:ext>
            </a:extLst>
          </p:cNvPr>
          <p:cNvGrpSpPr/>
          <p:nvPr/>
        </p:nvGrpSpPr>
        <p:grpSpPr>
          <a:xfrm>
            <a:off x="8378131" y="2586100"/>
            <a:ext cx="1675800" cy="1455840"/>
            <a:chOff x="8378131" y="2586100"/>
            <a:chExt cx="1675800" cy="145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24CE0E9-0E6B-5FD2-F064-9A76EBF76D3B}"/>
                    </a:ext>
                  </a:extLst>
                </p14:cNvPr>
                <p14:cNvContentPartPr/>
                <p14:nvPr/>
              </p14:nvContentPartPr>
              <p14:xfrm>
                <a:off x="8378131" y="3844660"/>
                <a:ext cx="136440" cy="197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24CE0E9-0E6B-5FD2-F064-9A76EBF76D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360491" y="3827020"/>
                  <a:ext cx="1720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54E1A3-4401-DE3F-CD18-783137D27CDF}"/>
                    </a:ext>
                  </a:extLst>
                </p14:cNvPr>
                <p14:cNvContentPartPr/>
                <p14:nvPr/>
              </p14:nvContentPartPr>
              <p14:xfrm>
                <a:off x="8639131" y="3766180"/>
                <a:ext cx="127080" cy="182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54E1A3-4401-DE3F-CD18-783137D27CD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621131" y="3748180"/>
                  <a:ext cx="1627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256BF4-07AB-DF00-AF16-F0D9BC0D77C4}"/>
                    </a:ext>
                  </a:extLst>
                </p14:cNvPr>
                <p14:cNvContentPartPr/>
                <p14:nvPr/>
              </p14:nvContentPartPr>
              <p14:xfrm>
                <a:off x="8823091" y="3614620"/>
                <a:ext cx="29880" cy="36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256BF4-07AB-DF00-AF16-F0D9BC0D77C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05451" y="3596620"/>
                  <a:ext cx="655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F35A794-A547-C4A7-E87F-36C075978146}"/>
                    </a:ext>
                  </a:extLst>
                </p14:cNvPr>
                <p14:cNvContentPartPr/>
                <p14:nvPr/>
              </p14:nvContentPartPr>
              <p14:xfrm>
                <a:off x="8843611" y="3662500"/>
                <a:ext cx="34200" cy="41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F35A794-A547-C4A7-E87F-36C07597814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825611" y="3644500"/>
                  <a:ext cx="698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BB37776-E122-60DE-FED6-594212A72E18}"/>
                    </a:ext>
                  </a:extLst>
                </p14:cNvPr>
                <p14:cNvContentPartPr/>
                <p14:nvPr/>
              </p14:nvContentPartPr>
              <p14:xfrm>
                <a:off x="8984371" y="3400060"/>
                <a:ext cx="208800" cy="141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BB37776-E122-60DE-FED6-594212A72E1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966371" y="3382060"/>
                  <a:ext cx="244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FFB9310-4391-8325-AC90-9094EC9AE4FA}"/>
                    </a:ext>
                  </a:extLst>
                </p14:cNvPr>
                <p14:cNvContentPartPr/>
                <p14:nvPr/>
              </p14:nvContentPartPr>
              <p14:xfrm>
                <a:off x="9200011" y="3281620"/>
                <a:ext cx="35640" cy="88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FFB9310-4391-8325-AC90-9094EC9AE4F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182371" y="3263980"/>
                  <a:ext cx="712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9A6A772-FEF1-06B8-DF5C-E9EF89CE3F71}"/>
                    </a:ext>
                  </a:extLst>
                </p14:cNvPr>
                <p14:cNvContentPartPr/>
                <p14:nvPr/>
              </p14:nvContentPartPr>
              <p14:xfrm>
                <a:off x="9196771" y="3171460"/>
                <a:ext cx="178200" cy="108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9A6A772-FEF1-06B8-DF5C-E9EF89CE3F7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8771" y="3153820"/>
                  <a:ext cx="2138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E82CDC-8D09-14F6-74A6-6956AB5BB921}"/>
                    </a:ext>
                  </a:extLst>
                </p14:cNvPr>
                <p14:cNvContentPartPr/>
                <p14:nvPr/>
              </p14:nvContentPartPr>
              <p14:xfrm>
                <a:off x="9370291" y="3099100"/>
                <a:ext cx="108000" cy="90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E82CDC-8D09-14F6-74A6-6956AB5BB92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52651" y="3081460"/>
                  <a:ext cx="143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41292C-3AB3-B357-398D-A52A70A40AEC}"/>
                    </a:ext>
                  </a:extLst>
                </p14:cNvPr>
                <p14:cNvContentPartPr/>
                <p14:nvPr/>
              </p14:nvContentPartPr>
              <p14:xfrm>
                <a:off x="9431491" y="3049780"/>
                <a:ext cx="91440" cy="85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41292C-3AB3-B357-398D-A52A70A40A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413851" y="3032140"/>
                  <a:ext cx="1270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694AEAD-C329-FE84-2A76-E1F2D1A8E5BB}"/>
                    </a:ext>
                  </a:extLst>
                </p14:cNvPr>
                <p14:cNvContentPartPr/>
                <p14:nvPr/>
              </p14:nvContentPartPr>
              <p14:xfrm>
                <a:off x="9598531" y="2954740"/>
                <a:ext cx="32040" cy="37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694AEAD-C329-FE84-2A76-E1F2D1A8E5B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80531" y="2936740"/>
                  <a:ext cx="676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3B9BB55-58BE-0BB9-BED9-51950450ACD7}"/>
                    </a:ext>
                  </a:extLst>
                </p14:cNvPr>
                <p14:cNvContentPartPr/>
                <p14:nvPr/>
              </p14:nvContentPartPr>
              <p14:xfrm>
                <a:off x="9637051" y="2970940"/>
                <a:ext cx="28440" cy="25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3B9BB55-58BE-0BB9-BED9-51950450ACD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19051" y="2952940"/>
                  <a:ext cx="640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BF67BB9-1C71-7532-DE49-0B6BBFF8CADC}"/>
                    </a:ext>
                  </a:extLst>
                </p14:cNvPr>
                <p14:cNvContentPartPr/>
                <p14:nvPr/>
              </p14:nvContentPartPr>
              <p14:xfrm>
                <a:off x="9738211" y="2808580"/>
                <a:ext cx="126000" cy="141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BF67BB9-1C71-7532-DE49-0B6BBFF8CAD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720571" y="2790580"/>
                  <a:ext cx="1616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60625F7-8440-9C67-E8F2-F1E2FA5749C6}"/>
                    </a:ext>
                  </a:extLst>
                </p14:cNvPr>
                <p14:cNvContentPartPr/>
                <p14:nvPr/>
              </p14:nvContentPartPr>
              <p14:xfrm>
                <a:off x="9853411" y="2586100"/>
                <a:ext cx="200520" cy="146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60625F7-8440-9C67-E8F2-F1E2FA5749C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835411" y="2568460"/>
                  <a:ext cx="2361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BC7203E-D557-7C49-7BBC-B75E0E5D6C5D}"/>
                  </a:ext>
                </a:extLst>
              </p14:cNvPr>
              <p14:cNvContentPartPr/>
              <p14:nvPr/>
            </p14:nvContentPartPr>
            <p14:xfrm>
              <a:off x="3803971" y="2166700"/>
              <a:ext cx="3305880" cy="28299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BC7203E-D557-7C49-7BBC-B75E0E5D6C5D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3785971" y="2148700"/>
                <a:ext cx="3341520" cy="28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FDD2E530-7BAD-BF9A-413B-40DB922C9894}"/>
              </a:ext>
            </a:extLst>
          </p:cNvPr>
          <p:cNvGrpSpPr/>
          <p:nvPr/>
        </p:nvGrpSpPr>
        <p:grpSpPr>
          <a:xfrm>
            <a:off x="2307451" y="5277460"/>
            <a:ext cx="1027440" cy="720720"/>
            <a:chOff x="2307451" y="5277460"/>
            <a:chExt cx="1027440" cy="72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BCD1AD6-AFE0-E884-98D1-88AD59358E33}"/>
                    </a:ext>
                  </a:extLst>
                </p14:cNvPr>
                <p14:cNvContentPartPr/>
                <p14:nvPr/>
              </p14:nvContentPartPr>
              <p14:xfrm>
                <a:off x="2307451" y="5786140"/>
                <a:ext cx="180720" cy="212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BCD1AD6-AFE0-E884-98D1-88AD59358E3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289811" y="5768500"/>
                  <a:ext cx="216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DA23F36-A9D1-466C-957A-78AC59ED5B96}"/>
                    </a:ext>
                  </a:extLst>
                </p14:cNvPr>
                <p14:cNvContentPartPr/>
                <p14:nvPr/>
              </p14:nvContentPartPr>
              <p14:xfrm>
                <a:off x="2579611" y="5768500"/>
                <a:ext cx="122040" cy="95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DA23F36-A9D1-466C-957A-78AC59ED5B9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561971" y="5750500"/>
                  <a:ext cx="157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BEA74B-05DA-BDC3-B9F8-2CB86201D9B7}"/>
                    </a:ext>
                  </a:extLst>
                </p14:cNvPr>
                <p14:cNvContentPartPr/>
                <p14:nvPr/>
              </p14:nvContentPartPr>
              <p14:xfrm>
                <a:off x="2765371" y="5658700"/>
                <a:ext cx="64800" cy="142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BEA74B-05DA-BDC3-B9F8-2CB86201D9B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747371" y="5640700"/>
                  <a:ext cx="100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707E515-D817-33EF-14FB-F797A8EFA360}"/>
                    </a:ext>
                  </a:extLst>
                </p14:cNvPr>
                <p14:cNvContentPartPr/>
                <p14:nvPr/>
              </p14:nvContentPartPr>
              <p14:xfrm>
                <a:off x="2845291" y="5475460"/>
                <a:ext cx="123840" cy="20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707E515-D817-33EF-14FB-F797A8EFA36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827651" y="5457820"/>
                  <a:ext cx="15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0A4D913-A33A-3575-8365-893C8D4ADFBE}"/>
                    </a:ext>
                  </a:extLst>
                </p14:cNvPr>
                <p14:cNvContentPartPr/>
                <p14:nvPr/>
              </p14:nvContentPartPr>
              <p14:xfrm>
                <a:off x="3040771" y="5459620"/>
                <a:ext cx="133560" cy="86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0A4D913-A33A-3575-8365-893C8D4ADFB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023131" y="5441980"/>
                  <a:ext cx="1692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86D9F0D-5418-EF0C-0E12-96D923618848}"/>
                    </a:ext>
                  </a:extLst>
                </p14:cNvPr>
                <p14:cNvContentPartPr/>
                <p14:nvPr/>
              </p14:nvContentPartPr>
              <p14:xfrm>
                <a:off x="3131491" y="5434780"/>
                <a:ext cx="54720" cy="88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86D9F0D-5418-EF0C-0E12-96D92361884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113491" y="5417140"/>
                  <a:ext cx="903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088C256-4AEE-0BAE-1A7E-02693FABFA61}"/>
                    </a:ext>
                  </a:extLst>
                </p14:cNvPr>
                <p14:cNvContentPartPr/>
                <p14:nvPr/>
              </p14:nvContentPartPr>
              <p14:xfrm>
                <a:off x="3278731" y="5277460"/>
                <a:ext cx="56160" cy="55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088C256-4AEE-0BAE-1A7E-02693FABFA6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261091" y="5259820"/>
                  <a:ext cx="91800" cy="91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F913DD1A-E763-15EF-5E0F-6A6042CDA893}"/>
                  </a:ext>
                </a:extLst>
              </p14:cNvPr>
              <p14:cNvContentPartPr/>
              <p14:nvPr/>
            </p14:nvContentPartPr>
            <p14:xfrm>
              <a:off x="3364411" y="5078740"/>
              <a:ext cx="158760" cy="1530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F913DD1A-E763-15EF-5E0F-6A6042CDA893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3346771" y="5060740"/>
                <a:ext cx="194400" cy="18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60E0DACC-DB09-443C-E924-C9B24768FAB8}"/>
              </a:ext>
            </a:extLst>
          </p:cNvPr>
          <p:cNvGrpSpPr/>
          <p:nvPr/>
        </p:nvGrpSpPr>
        <p:grpSpPr>
          <a:xfrm>
            <a:off x="3361891" y="4482940"/>
            <a:ext cx="581400" cy="676440"/>
            <a:chOff x="3361891" y="4482940"/>
            <a:chExt cx="581400" cy="67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B637829-7766-4AB3-B3A8-737777A32937}"/>
                    </a:ext>
                  </a:extLst>
                </p14:cNvPr>
                <p14:cNvContentPartPr/>
                <p14:nvPr/>
              </p14:nvContentPartPr>
              <p14:xfrm>
                <a:off x="3396451" y="5066860"/>
                <a:ext cx="5400" cy="1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B637829-7766-4AB3-B3A8-737777A3293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378451" y="5049220"/>
                  <a:ext cx="41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F4D7D0A-DF83-3E9F-9D41-5C8F8E9B000E}"/>
                    </a:ext>
                  </a:extLst>
                </p14:cNvPr>
                <p14:cNvContentPartPr/>
                <p14:nvPr/>
              </p14:nvContentPartPr>
              <p14:xfrm>
                <a:off x="3361891" y="5027620"/>
                <a:ext cx="198720" cy="131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F4D7D0A-DF83-3E9F-9D41-5C8F8E9B000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44251" y="5009620"/>
                  <a:ext cx="2343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097DD7-12DB-BD3D-D8DF-5CFA4A425197}"/>
                    </a:ext>
                  </a:extLst>
                </p14:cNvPr>
                <p14:cNvContentPartPr/>
                <p14:nvPr/>
              </p14:nvContentPartPr>
              <p14:xfrm>
                <a:off x="3557011" y="4820980"/>
                <a:ext cx="136080" cy="168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097DD7-12DB-BD3D-D8DF-5CFA4A42519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539011" y="4802980"/>
                  <a:ext cx="171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68EB2E5-2EC5-7761-BF60-43BA674BD66B}"/>
                    </a:ext>
                  </a:extLst>
                </p14:cNvPr>
                <p14:cNvContentPartPr/>
                <p14:nvPr/>
              </p14:nvContentPartPr>
              <p14:xfrm>
                <a:off x="3710371" y="4727020"/>
                <a:ext cx="65520" cy="94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68EB2E5-2EC5-7761-BF60-43BA674BD66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92371" y="4709020"/>
                  <a:ext cx="101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88EA3D1-6F38-6ECB-48A1-CF48E58317C8}"/>
                    </a:ext>
                  </a:extLst>
                </p14:cNvPr>
                <p14:cNvContentPartPr/>
                <p14:nvPr/>
              </p14:nvContentPartPr>
              <p14:xfrm>
                <a:off x="3803251" y="4612540"/>
                <a:ext cx="58320" cy="101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88EA3D1-6F38-6ECB-48A1-CF48E58317C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785611" y="4594540"/>
                  <a:ext cx="939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C71D8B-83FC-6A13-18AC-77F369379714}"/>
                    </a:ext>
                  </a:extLst>
                </p14:cNvPr>
                <p14:cNvContentPartPr/>
                <p14:nvPr/>
              </p14:nvContentPartPr>
              <p14:xfrm>
                <a:off x="3883891" y="4549180"/>
                <a:ext cx="59400" cy="46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C71D8B-83FC-6A13-18AC-77F36937971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866251" y="4531540"/>
                  <a:ext cx="950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DF40F92-37AC-9640-8514-629B1A4A1CF4}"/>
                    </a:ext>
                  </a:extLst>
                </p14:cNvPr>
                <p14:cNvContentPartPr/>
                <p14:nvPr/>
              </p14:nvContentPartPr>
              <p14:xfrm>
                <a:off x="3848251" y="4482940"/>
                <a:ext cx="72360" cy="62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DF40F92-37AC-9640-8514-629B1A4A1CF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830611" y="4464940"/>
                  <a:ext cx="10800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E37966C-AA64-3409-9BED-98922489A14F}"/>
              </a:ext>
            </a:extLst>
          </p:cNvPr>
          <p:cNvGrpSpPr/>
          <p:nvPr/>
        </p:nvGrpSpPr>
        <p:grpSpPr>
          <a:xfrm>
            <a:off x="3923131" y="2631100"/>
            <a:ext cx="3909960" cy="3290040"/>
            <a:chOff x="3923131" y="2631100"/>
            <a:chExt cx="3909960" cy="329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426D4B9-2095-6DE4-4508-FF77F46675EC}"/>
                    </a:ext>
                  </a:extLst>
                </p14:cNvPr>
                <p14:cNvContentPartPr/>
                <p14:nvPr/>
              </p14:nvContentPartPr>
              <p14:xfrm>
                <a:off x="4007011" y="5400940"/>
                <a:ext cx="428400" cy="412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426D4B9-2095-6DE4-4508-FF77F46675E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989011" y="5382940"/>
                  <a:ext cx="46404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030C061-0830-2EAF-FD0A-B2FF7E89CDE6}"/>
                    </a:ext>
                  </a:extLst>
                </p14:cNvPr>
                <p14:cNvContentPartPr/>
                <p14:nvPr/>
              </p14:nvContentPartPr>
              <p14:xfrm>
                <a:off x="3923131" y="2631100"/>
                <a:ext cx="3909960" cy="3290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030C061-0830-2EAF-FD0A-B2FF7E89CDE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905491" y="2613460"/>
                  <a:ext cx="3945600" cy="332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A9C6897-042E-C60A-2F80-57A49177D7AC}"/>
                  </a:ext>
                </a:extLst>
              </p14:cNvPr>
              <p14:cNvContentPartPr/>
              <p14:nvPr/>
            </p14:nvContentPartPr>
            <p14:xfrm>
              <a:off x="3919891" y="2568100"/>
              <a:ext cx="3979080" cy="340848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A9C6897-042E-C60A-2F80-57A49177D7AC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3902251" y="2550100"/>
                <a:ext cx="4014720" cy="344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364AA492-2334-F952-4D35-26163031A340}"/>
              </a:ext>
            </a:extLst>
          </p:cNvPr>
          <p:cNvGrpSpPr/>
          <p:nvPr/>
        </p:nvGrpSpPr>
        <p:grpSpPr>
          <a:xfrm>
            <a:off x="2720371" y="5662660"/>
            <a:ext cx="2020680" cy="988920"/>
            <a:chOff x="2720371" y="5662660"/>
            <a:chExt cx="2020680" cy="98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A61DD09-FF72-905C-6B60-A86F7C0C5039}"/>
                    </a:ext>
                  </a:extLst>
                </p14:cNvPr>
                <p14:cNvContentPartPr/>
                <p14:nvPr/>
              </p14:nvContentPartPr>
              <p14:xfrm>
                <a:off x="2720371" y="6410380"/>
                <a:ext cx="106560" cy="241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A61DD09-FF72-905C-6B60-A86F7C0C503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702731" y="6392740"/>
                  <a:ext cx="1422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A79BEB5-6484-8D66-8C48-ABD0B5ACC210}"/>
                    </a:ext>
                  </a:extLst>
                </p14:cNvPr>
                <p14:cNvContentPartPr/>
                <p14:nvPr/>
              </p14:nvContentPartPr>
              <p14:xfrm>
                <a:off x="2896051" y="6419740"/>
                <a:ext cx="143280" cy="116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A79BEB5-6484-8D66-8C48-ABD0B5ACC21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878411" y="6402100"/>
                  <a:ext cx="178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EDB6D6B-F4CE-0311-F87B-DCAF8690C8A5}"/>
                    </a:ext>
                  </a:extLst>
                </p14:cNvPr>
                <p14:cNvContentPartPr/>
                <p14:nvPr/>
              </p14:nvContentPartPr>
              <p14:xfrm>
                <a:off x="3082891" y="6351340"/>
                <a:ext cx="47880" cy="132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EDB6D6B-F4CE-0311-F87B-DCAF8690C8A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064891" y="6333340"/>
                  <a:ext cx="83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C1810D0-2E94-1821-2FA4-7ED8B2F270E9}"/>
                    </a:ext>
                  </a:extLst>
                </p14:cNvPr>
                <p14:cNvContentPartPr/>
                <p14:nvPr/>
              </p14:nvContentPartPr>
              <p14:xfrm>
                <a:off x="3184771" y="6063700"/>
                <a:ext cx="82800" cy="169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C1810D0-2E94-1821-2FA4-7ED8B2F270E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166771" y="6045700"/>
                  <a:ext cx="1184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725B74B-A777-66E0-C653-9FBFA67F0D96}"/>
                    </a:ext>
                  </a:extLst>
                </p14:cNvPr>
                <p14:cNvContentPartPr/>
                <p14:nvPr/>
              </p14:nvContentPartPr>
              <p14:xfrm>
                <a:off x="3344611" y="5969740"/>
                <a:ext cx="32760" cy="31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725B74B-A777-66E0-C653-9FBFA67F0D9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326971" y="5951740"/>
                  <a:ext cx="684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0F4075F-F7DB-714F-17E0-A8D65997DA75}"/>
                    </a:ext>
                  </a:extLst>
                </p14:cNvPr>
                <p14:cNvContentPartPr/>
                <p14:nvPr/>
              </p14:nvContentPartPr>
              <p14:xfrm>
                <a:off x="3364051" y="5941660"/>
                <a:ext cx="28800" cy="55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0F4075F-F7DB-714F-17E0-A8D65997DA7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346051" y="5923660"/>
                  <a:ext cx="644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8D80DF-D8BB-81AE-ED77-1932E4AAAC25}"/>
                    </a:ext>
                  </a:extLst>
                </p14:cNvPr>
                <p14:cNvContentPartPr/>
                <p14:nvPr/>
              </p14:nvContentPartPr>
              <p14:xfrm>
                <a:off x="3362611" y="5979460"/>
                <a:ext cx="4572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8D80DF-D8BB-81AE-ED77-1932E4AAAC2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344611" y="5961460"/>
                  <a:ext cx="813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BBCCD67-FEFE-A985-A73C-65A716F5D9B2}"/>
                    </a:ext>
                  </a:extLst>
                </p14:cNvPr>
                <p14:cNvContentPartPr/>
                <p14:nvPr/>
              </p14:nvContentPartPr>
              <p14:xfrm>
                <a:off x="3479971" y="5977300"/>
                <a:ext cx="23040" cy="92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BBCCD67-FEFE-A985-A73C-65A716F5D9B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462331" y="5959660"/>
                  <a:ext cx="586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25259B0-2C23-A179-003B-2B796B6002C4}"/>
                    </a:ext>
                  </a:extLst>
                </p14:cNvPr>
                <p14:cNvContentPartPr/>
                <p14:nvPr/>
              </p14:nvContentPartPr>
              <p14:xfrm>
                <a:off x="3526051" y="5691820"/>
                <a:ext cx="91800" cy="239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25259B0-2C23-A179-003B-2B796B6002C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508411" y="5673820"/>
                  <a:ext cx="1274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7B8B533-39A7-55E9-8832-60035F5A9201}"/>
                    </a:ext>
                  </a:extLst>
                </p14:cNvPr>
                <p14:cNvContentPartPr/>
                <p14:nvPr/>
              </p14:nvContentPartPr>
              <p14:xfrm>
                <a:off x="3633691" y="5684620"/>
                <a:ext cx="139680" cy="107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7B8B533-39A7-55E9-8832-60035F5A920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616051" y="5666620"/>
                  <a:ext cx="1753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7C77040-5B85-AF96-B079-A8C20CD6D8E6}"/>
                    </a:ext>
                  </a:extLst>
                </p14:cNvPr>
                <p14:cNvContentPartPr/>
                <p14:nvPr/>
              </p14:nvContentPartPr>
              <p14:xfrm>
                <a:off x="3703171" y="5696500"/>
                <a:ext cx="41760" cy="73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7C77040-5B85-AF96-B079-A8C20CD6D8E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685531" y="5678860"/>
                  <a:ext cx="77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96CE282-1118-C7E6-ABEB-9FC85858152B}"/>
                    </a:ext>
                  </a:extLst>
                </p14:cNvPr>
                <p14:cNvContentPartPr/>
                <p14:nvPr/>
              </p14:nvContentPartPr>
              <p14:xfrm>
                <a:off x="3694171" y="6451780"/>
                <a:ext cx="82080" cy="79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96CE282-1118-C7E6-ABEB-9FC85858152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676171" y="6433780"/>
                  <a:ext cx="117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5878CEA-0B2C-EB6F-5C22-B248CD18667A}"/>
                    </a:ext>
                  </a:extLst>
                </p14:cNvPr>
                <p14:cNvContentPartPr/>
                <p14:nvPr/>
              </p14:nvContentPartPr>
              <p14:xfrm>
                <a:off x="3802891" y="6306340"/>
                <a:ext cx="168840" cy="131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5878CEA-0B2C-EB6F-5C22-B248CD18667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785251" y="6288700"/>
                  <a:ext cx="2044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282E6A4-956D-A85C-D008-78C2C8D73AE6}"/>
                    </a:ext>
                  </a:extLst>
                </p14:cNvPr>
                <p14:cNvContentPartPr/>
                <p14:nvPr/>
              </p14:nvContentPartPr>
              <p14:xfrm>
                <a:off x="3977131" y="6210220"/>
                <a:ext cx="117000" cy="156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282E6A4-956D-A85C-D008-78C2C8D73AE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959491" y="6192220"/>
                  <a:ext cx="152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469C8C-F50E-7AAB-6715-EAABD2628B89}"/>
                    </a:ext>
                  </a:extLst>
                </p14:cNvPr>
                <p14:cNvContentPartPr/>
                <p14:nvPr/>
              </p14:nvContentPartPr>
              <p14:xfrm>
                <a:off x="3988651" y="6158740"/>
                <a:ext cx="141120" cy="100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469C8C-F50E-7AAB-6715-EAABD2628B8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970651" y="6140740"/>
                  <a:ext cx="1767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FE4FD3-D30E-2477-988D-923DC1DD92CA}"/>
                    </a:ext>
                  </a:extLst>
                </p14:cNvPr>
                <p14:cNvContentPartPr/>
                <p14:nvPr/>
              </p14:nvContentPartPr>
              <p14:xfrm>
                <a:off x="4206811" y="5910340"/>
                <a:ext cx="180720" cy="216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FE4FD3-D30E-2477-988D-923DC1DD92C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189171" y="5892340"/>
                  <a:ext cx="2163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22AC479-75D3-77DD-95FB-4949A5EDB361}"/>
                    </a:ext>
                  </a:extLst>
                </p14:cNvPr>
                <p14:cNvContentPartPr/>
                <p14:nvPr/>
              </p14:nvContentPartPr>
              <p14:xfrm>
                <a:off x="4390771" y="5898100"/>
                <a:ext cx="78480" cy="78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22AC479-75D3-77DD-95FB-4949A5EDB36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372771" y="5880100"/>
                  <a:ext cx="1141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6AE7997-46FE-B6E5-4D9D-73FD52E94145}"/>
                    </a:ext>
                  </a:extLst>
                </p14:cNvPr>
                <p14:cNvContentPartPr/>
                <p14:nvPr/>
              </p14:nvContentPartPr>
              <p14:xfrm>
                <a:off x="4439011" y="5906740"/>
                <a:ext cx="9000" cy="15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6AE7997-46FE-B6E5-4D9D-73FD52E9414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421011" y="5888740"/>
                  <a:ext cx="446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CD1A77D-9827-DA1C-84FC-83B5FF00F5A7}"/>
                    </a:ext>
                  </a:extLst>
                </p14:cNvPr>
                <p14:cNvContentPartPr/>
                <p14:nvPr/>
              </p14:nvContentPartPr>
              <p14:xfrm>
                <a:off x="4406971" y="5849500"/>
                <a:ext cx="109800" cy="126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CD1A77D-9827-DA1C-84FC-83B5FF00F5A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389331" y="5831860"/>
                  <a:ext cx="145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386D69D-9F58-7E9E-1C02-EB12F59BB553}"/>
                    </a:ext>
                  </a:extLst>
                </p14:cNvPr>
                <p14:cNvContentPartPr/>
                <p14:nvPr/>
              </p14:nvContentPartPr>
              <p14:xfrm>
                <a:off x="4543771" y="5804860"/>
                <a:ext cx="58680" cy="748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386D69D-9F58-7E9E-1C02-EB12F59BB55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525771" y="5786860"/>
                  <a:ext cx="943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789D9BD-38E9-D813-4525-B2A900EDECEA}"/>
                    </a:ext>
                  </a:extLst>
                </p14:cNvPr>
                <p14:cNvContentPartPr/>
                <p14:nvPr/>
              </p14:nvContentPartPr>
              <p14:xfrm>
                <a:off x="4608931" y="5732140"/>
                <a:ext cx="90360" cy="83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789D9BD-38E9-D813-4525-B2A900EDECE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591291" y="5714140"/>
                  <a:ext cx="1260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34B3944-BA29-39C9-5E8F-5EAFCEAC59AA}"/>
                    </a:ext>
                  </a:extLst>
                </p14:cNvPr>
                <p14:cNvContentPartPr/>
                <p14:nvPr/>
              </p14:nvContentPartPr>
              <p14:xfrm>
                <a:off x="4589131" y="5662660"/>
                <a:ext cx="89280" cy="81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34B3944-BA29-39C9-5E8F-5EAFCEAC59A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571491" y="5644660"/>
                  <a:ext cx="1249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171CC3C-2F95-C410-8CC0-B61C3B902DB5}"/>
                    </a:ext>
                  </a:extLst>
                </p14:cNvPr>
                <p14:cNvContentPartPr/>
                <p14:nvPr/>
              </p14:nvContentPartPr>
              <p14:xfrm>
                <a:off x="4700011" y="5797300"/>
                <a:ext cx="41040" cy="87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171CC3C-2F95-C410-8CC0-B61C3B902DB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682371" y="5779660"/>
                  <a:ext cx="76680" cy="12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67DE6DA6-9344-7B19-1DD5-ABAD7C37B7F9}"/>
                  </a:ext>
                </a:extLst>
              </p14:cNvPr>
              <p14:cNvContentPartPr/>
              <p14:nvPr/>
            </p14:nvContentPartPr>
            <p14:xfrm>
              <a:off x="4917451" y="6178540"/>
              <a:ext cx="120600" cy="23148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67DE6DA6-9344-7B19-1DD5-ABAD7C37B7F9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4899451" y="6160900"/>
                <a:ext cx="156240" cy="26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9940784E-25C2-DF72-CDAA-88CDAC4A76CC}"/>
              </a:ext>
            </a:extLst>
          </p:cNvPr>
          <p:cNvGrpSpPr/>
          <p:nvPr/>
        </p:nvGrpSpPr>
        <p:grpSpPr>
          <a:xfrm>
            <a:off x="5153611" y="5887300"/>
            <a:ext cx="339480" cy="449640"/>
            <a:chOff x="5153611" y="5887300"/>
            <a:chExt cx="339480" cy="44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3D4F2BC-4B2E-34E8-0727-0AD63A513D11}"/>
                    </a:ext>
                  </a:extLst>
                </p14:cNvPr>
                <p14:cNvContentPartPr/>
                <p14:nvPr/>
              </p14:nvContentPartPr>
              <p14:xfrm>
                <a:off x="5153611" y="6209860"/>
                <a:ext cx="113040" cy="127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3D4F2BC-4B2E-34E8-0727-0AD63A513D1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135611" y="6191860"/>
                  <a:ext cx="1486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7748BB0-330F-1A7A-2C3F-549DD42CC1D6}"/>
                    </a:ext>
                  </a:extLst>
                </p14:cNvPr>
                <p14:cNvContentPartPr/>
                <p14:nvPr/>
              </p14:nvContentPartPr>
              <p14:xfrm>
                <a:off x="5344411" y="6149740"/>
                <a:ext cx="22320" cy="97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7748BB0-330F-1A7A-2C3F-549DD42CC1D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326771" y="6131740"/>
                  <a:ext cx="579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53077A4-F7B3-09E2-B954-92B8ABB617A5}"/>
                    </a:ext>
                  </a:extLst>
                </p14:cNvPr>
                <p14:cNvContentPartPr/>
                <p14:nvPr/>
              </p14:nvContentPartPr>
              <p14:xfrm>
                <a:off x="5346931" y="5887300"/>
                <a:ext cx="146160" cy="163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53077A4-F7B3-09E2-B954-92B8ABB617A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329291" y="5869660"/>
                  <a:ext cx="18180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E41DA2A-D9BB-92A6-3BD5-99845C91438B}"/>
              </a:ext>
            </a:extLst>
          </p:cNvPr>
          <p:cNvGrpSpPr/>
          <p:nvPr/>
        </p:nvGrpSpPr>
        <p:grpSpPr>
          <a:xfrm>
            <a:off x="5589211" y="3336700"/>
            <a:ext cx="2412000" cy="2585880"/>
            <a:chOff x="5589211" y="3336700"/>
            <a:chExt cx="2412000" cy="258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71C0595-3308-FB0B-D6BC-E41C47C0024E}"/>
                    </a:ext>
                  </a:extLst>
                </p14:cNvPr>
                <p14:cNvContentPartPr/>
                <p14:nvPr/>
              </p14:nvContentPartPr>
              <p14:xfrm>
                <a:off x="5786491" y="5223460"/>
                <a:ext cx="63360" cy="66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71C0595-3308-FB0B-D6BC-E41C47C0024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768851" y="5205460"/>
                  <a:ext cx="990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4006435-0DA2-7373-AF86-48D00873D1F5}"/>
                    </a:ext>
                  </a:extLst>
                </p14:cNvPr>
                <p14:cNvContentPartPr/>
                <p14:nvPr/>
              </p14:nvContentPartPr>
              <p14:xfrm>
                <a:off x="5611531" y="3336700"/>
                <a:ext cx="2389680" cy="2111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4006435-0DA2-7373-AF86-48D00873D1F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593891" y="3319060"/>
                  <a:ext cx="2425320" cy="21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2C0F66F-B479-3285-1348-37D4B7BFCD94}"/>
                    </a:ext>
                  </a:extLst>
                </p14:cNvPr>
                <p14:cNvContentPartPr/>
                <p14:nvPr/>
              </p14:nvContentPartPr>
              <p14:xfrm>
                <a:off x="5589211" y="5809540"/>
                <a:ext cx="121680" cy="113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2C0F66F-B479-3285-1348-37D4B7BFCD9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571571" y="5791900"/>
                  <a:ext cx="157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65A9AD7-8089-2A33-8A6A-83EBFD816F8B}"/>
                    </a:ext>
                  </a:extLst>
                </p14:cNvPr>
                <p14:cNvContentPartPr/>
                <p14:nvPr/>
              </p14:nvContentPartPr>
              <p14:xfrm>
                <a:off x="5808451" y="5615860"/>
                <a:ext cx="46080" cy="55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65A9AD7-8089-2A33-8A6A-83EBFD816F8B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790451" y="5598220"/>
                  <a:ext cx="817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5886532-0005-295A-F3F9-B17686CEADD6}"/>
                    </a:ext>
                  </a:extLst>
                </p14:cNvPr>
                <p14:cNvContentPartPr/>
                <p14:nvPr/>
              </p14:nvContentPartPr>
              <p14:xfrm>
                <a:off x="5942731" y="5428660"/>
                <a:ext cx="124560" cy="126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5886532-0005-295A-F3F9-B17686CEADD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25091" y="5410660"/>
                  <a:ext cx="160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A5EF2E6-A434-D2D3-8602-28E2FE482AD8}"/>
                    </a:ext>
                  </a:extLst>
                </p14:cNvPr>
                <p14:cNvContentPartPr/>
                <p14:nvPr/>
              </p14:nvContentPartPr>
              <p14:xfrm>
                <a:off x="6128491" y="5370340"/>
                <a:ext cx="93240" cy="101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A5EF2E6-A434-D2D3-8602-28E2FE482AD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110851" y="5352700"/>
                  <a:ext cx="128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F0F7379-F09E-0F18-4109-A65AE43F9110}"/>
                    </a:ext>
                  </a:extLst>
                </p14:cNvPr>
                <p14:cNvContentPartPr/>
                <p14:nvPr/>
              </p14:nvContentPartPr>
              <p14:xfrm>
                <a:off x="6129931" y="5300140"/>
                <a:ext cx="131760" cy="84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F0F7379-F09E-0F18-4109-A65AE43F911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112291" y="5282140"/>
                  <a:ext cx="1674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BF3CEC0-F691-FB04-B0DF-250B38BEA600}"/>
                    </a:ext>
                  </a:extLst>
                </p14:cNvPr>
                <p14:cNvContentPartPr/>
                <p14:nvPr/>
              </p14:nvContentPartPr>
              <p14:xfrm>
                <a:off x="6017251" y="5695420"/>
                <a:ext cx="135000" cy="221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BF3CEC0-F691-FB04-B0DF-250B38BEA60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999611" y="5677420"/>
                  <a:ext cx="1706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6A69A89-A7AD-87C3-A4F4-3E7DCC2A66F0}"/>
                    </a:ext>
                  </a:extLst>
                </p14:cNvPr>
                <p14:cNvContentPartPr/>
                <p14:nvPr/>
              </p14:nvContentPartPr>
              <p14:xfrm>
                <a:off x="6218491" y="5717380"/>
                <a:ext cx="53280" cy="662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6A69A89-A7AD-87C3-A4F4-3E7DCC2A66F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200851" y="5699380"/>
                  <a:ext cx="889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059F1B3-11C9-5444-BDE4-2C9B5AE09140}"/>
                    </a:ext>
                  </a:extLst>
                </p14:cNvPr>
                <p14:cNvContentPartPr/>
                <p14:nvPr/>
              </p14:nvContentPartPr>
              <p14:xfrm>
                <a:off x="6183571" y="5633140"/>
                <a:ext cx="70560" cy="100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059F1B3-11C9-5444-BDE4-2C9B5AE0914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165571" y="5615140"/>
                  <a:ext cx="1062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C005A15-55D8-5925-D188-BA97171016BD}"/>
                    </a:ext>
                  </a:extLst>
                </p14:cNvPr>
                <p14:cNvContentPartPr/>
                <p14:nvPr/>
              </p14:nvContentPartPr>
              <p14:xfrm>
                <a:off x="6320011" y="5590300"/>
                <a:ext cx="14760" cy="12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C005A15-55D8-5925-D188-BA97171016B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302011" y="5572660"/>
                  <a:ext cx="504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0B35D24-EA3C-49C2-5CA2-56D32D31A896}"/>
                    </a:ext>
                  </a:extLst>
                </p14:cNvPr>
                <p14:cNvContentPartPr/>
                <p14:nvPr/>
              </p14:nvContentPartPr>
              <p14:xfrm>
                <a:off x="6178891" y="5611900"/>
                <a:ext cx="94680" cy="153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0B35D24-EA3C-49C2-5CA2-56D32D31A896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160891" y="5594260"/>
                  <a:ext cx="130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F4EF51B-D82D-AA00-6A15-BEE8056C44A4}"/>
                    </a:ext>
                  </a:extLst>
                </p14:cNvPr>
                <p14:cNvContentPartPr/>
                <p14:nvPr/>
              </p14:nvContentPartPr>
              <p14:xfrm>
                <a:off x="6324331" y="5549980"/>
                <a:ext cx="60840" cy="92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F4EF51B-D82D-AA00-6A15-BEE8056C44A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06331" y="5532340"/>
                  <a:ext cx="964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7738650-F234-370B-A094-B566658B5739}"/>
                    </a:ext>
                  </a:extLst>
                </p14:cNvPr>
                <p14:cNvContentPartPr/>
                <p14:nvPr/>
              </p14:nvContentPartPr>
              <p14:xfrm>
                <a:off x="6396331" y="5481940"/>
                <a:ext cx="83880" cy="1238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7738650-F234-370B-A094-B566658B573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378331" y="5464300"/>
                  <a:ext cx="119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97BD0DC-EA11-8FF4-EF5C-6CB843558AA9}"/>
                    </a:ext>
                  </a:extLst>
                </p14:cNvPr>
                <p14:cNvContentPartPr/>
                <p14:nvPr/>
              </p14:nvContentPartPr>
              <p14:xfrm>
                <a:off x="6401731" y="5419300"/>
                <a:ext cx="75600" cy="84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97BD0DC-EA11-8FF4-EF5C-6CB843558AA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383731" y="5401660"/>
                  <a:ext cx="1112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1E552D4-C219-2F4A-504B-8109897F1F30}"/>
                    </a:ext>
                  </a:extLst>
                </p14:cNvPr>
                <p14:cNvContentPartPr/>
                <p14:nvPr/>
              </p14:nvContentPartPr>
              <p14:xfrm>
                <a:off x="6154411" y="5564740"/>
                <a:ext cx="152640" cy="186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1E552D4-C219-2F4A-504B-8109897F1F3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136771" y="5547100"/>
                  <a:ext cx="18828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D31D4BF-26FD-9C41-AF30-42BB1840C5CC}"/>
              </a:ext>
            </a:extLst>
          </p:cNvPr>
          <p:cNvGrpSpPr/>
          <p:nvPr/>
        </p:nvGrpSpPr>
        <p:grpSpPr>
          <a:xfrm>
            <a:off x="10654771" y="2248780"/>
            <a:ext cx="635400" cy="3705480"/>
            <a:chOff x="10654771" y="2248780"/>
            <a:chExt cx="635400" cy="370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E36B6C3-8857-1596-4AC2-6E208A3EEEA4}"/>
                    </a:ext>
                  </a:extLst>
                </p14:cNvPr>
                <p14:cNvContentPartPr/>
                <p14:nvPr/>
              </p14:nvContentPartPr>
              <p14:xfrm>
                <a:off x="10654771" y="2248780"/>
                <a:ext cx="99720" cy="424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E36B6C3-8857-1596-4AC2-6E208A3EEEA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636771" y="2231140"/>
                  <a:ext cx="13536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63951FD-36CD-7CDC-ADAB-AF251E78B2DD}"/>
                    </a:ext>
                  </a:extLst>
                </p14:cNvPr>
                <p14:cNvContentPartPr/>
                <p14:nvPr/>
              </p14:nvContentPartPr>
              <p14:xfrm>
                <a:off x="10691851" y="2702380"/>
                <a:ext cx="183240" cy="2959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63951FD-36CD-7CDC-ADAB-AF251E78B2D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673851" y="2684740"/>
                  <a:ext cx="2188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DA3B92B-BE69-6A1A-AF5E-CDCC620EB567}"/>
                    </a:ext>
                  </a:extLst>
                </p14:cNvPr>
                <p14:cNvContentPartPr/>
                <p14:nvPr/>
              </p14:nvContentPartPr>
              <p14:xfrm>
                <a:off x="10799491" y="3032140"/>
                <a:ext cx="23040" cy="496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DA3B92B-BE69-6A1A-AF5E-CDCC620EB567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781491" y="3014500"/>
                  <a:ext cx="5868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A9A4FD1-B8B4-67D9-EE43-75577C81C9C5}"/>
                    </a:ext>
                  </a:extLst>
                </p14:cNvPr>
                <p14:cNvContentPartPr/>
                <p14:nvPr/>
              </p14:nvContentPartPr>
              <p14:xfrm>
                <a:off x="10779331" y="3544420"/>
                <a:ext cx="100080" cy="212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A9A4FD1-B8B4-67D9-EE43-75577C81C9C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761691" y="3526420"/>
                  <a:ext cx="1357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7BF48D9-197A-59AC-8DE4-32B7D1BF9214}"/>
                    </a:ext>
                  </a:extLst>
                </p14:cNvPr>
                <p14:cNvContentPartPr/>
                <p14:nvPr/>
              </p14:nvContentPartPr>
              <p14:xfrm>
                <a:off x="10867171" y="3788500"/>
                <a:ext cx="23400" cy="571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7BF48D9-197A-59AC-8DE4-32B7D1BF9214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849531" y="3770500"/>
                  <a:ext cx="590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4183BBF-7FB0-B7B7-ED0A-B83D6CFEC981}"/>
                    </a:ext>
                  </a:extLst>
                </p14:cNvPr>
                <p14:cNvContentPartPr/>
                <p14:nvPr/>
              </p14:nvContentPartPr>
              <p14:xfrm>
                <a:off x="10870411" y="4443700"/>
                <a:ext cx="85680" cy="2329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4183BBF-7FB0-B7B7-ED0A-B83D6CFEC981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852411" y="4426060"/>
                  <a:ext cx="1213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B91F4C2-B0C8-3E0D-2BFC-AC0B82A51E50}"/>
                    </a:ext>
                  </a:extLst>
                </p14:cNvPr>
                <p14:cNvContentPartPr/>
                <p14:nvPr/>
              </p14:nvContentPartPr>
              <p14:xfrm>
                <a:off x="10928731" y="4727380"/>
                <a:ext cx="21960" cy="3128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B91F4C2-B0C8-3E0D-2BFC-AC0B82A51E50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910731" y="4709740"/>
                  <a:ext cx="576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8F1695A-C2B4-CB74-2E43-E643061EA291}"/>
                    </a:ext>
                  </a:extLst>
                </p14:cNvPr>
                <p14:cNvContentPartPr/>
                <p14:nvPr/>
              </p14:nvContentPartPr>
              <p14:xfrm>
                <a:off x="10934491" y="5116540"/>
                <a:ext cx="74160" cy="218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8F1695A-C2B4-CB74-2E43-E643061EA29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916491" y="5098540"/>
                  <a:ext cx="1098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46061CD-CB20-50EB-7C25-7D216DF8D549}"/>
                    </a:ext>
                  </a:extLst>
                </p14:cNvPr>
                <p14:cNvContentPartPr/>
                <p14:nvPr/>
              </p14:nvContentPartPr>
              <p14:xfrm>
                <a:off x="11000011" y="5335060"/>
                <a:ext cx="32400" cy="372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46061CD-CB20-50EB-7C25-7D216DF8D54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982371" y="5317060"/>
                  <a:ext cx="6804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1743839-E574-FDBB-AB3D-FEAB1300954A}"/>
                    </a:ext>
                  </a:extLst>
                </p14:cNvPr>
                <p14:cNvContentPartPr/>
                <p14:nvPr/>
              </p14:nvContentPartPr>
              <p14:xfrm>
                <a:off x="10898131" y="5772820"/>
                <a:ext cx="12240" cy="86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1743839-E574-FDBB-AB3D-FEAB1300954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880131" y="5754820"/>
                  <a:ext cx="478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CBE45AC-79D0-604E-0B76-A779F9355B93}"/>
                    </a:ext>
                  </a:extLst>
                </p14:cNvPr>
                <p14:cNvContentPartPr/>
                <p14:nvPr/>
              </p14:nvContentPartPr>
              <p14:xfrm>
                <a:off x="10858891" y="5742220"/>
                <a:ext cx="431280" cy="464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CBE45AC-79D0-604E-0B76-A779F9355B9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841251" y="5724580"/>
                  <a:ext cx="466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D3F0D0F-CFB9-538B-83EE-C0A76932036E}"/>
                    </a:ext>
                  </a:extLst>
                </p14:cNvPr>
                <p14:cNvContentPartPr/>
                <p14:nvPr/>
              </p14:nvContentPartPr>
              <p14:xfrm>
                <a:off x="10890211" y="5802700"/>
                <a:ext cx="165240" cy="1515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D3F0D0F-CFB9-538B-83EE-C0A76932036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872571" y="5785060"/>
                  <a:ext cx="2008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D1741CB-D2F5-6F12-C0D5-2438244C39FE}"/>
                    </a:ext>
                  </a:extLst>
                </p14:cNvPr>
                <p14:cNvContentPartPr/>
                <p14:nvPr/>
              </p14:nvContentPartPr>
              <p14:xfrm>
                <a:off x="11024131" y="5756620"/>
                <a:ext cx="86400" cy="183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D1741CB-D2F5-6F12-C0D5-2438244C39F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006491" y="5738620"/>
                  <a:ext cx="12204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72A4BD9-0207-6F89-3186-B5D72E540050}"/>
              </a:ext>
            </a:extLst>
          </p:cNvPr>
          <p:cNvGrpSpPr/>
          <p:nvPr/>
        </p:nvGrpSpPr>
        <p:grpSpPr>
          <a:xfrm>
            <a:off x="10602211" y="2204500"/>
            <a:ext cx="109440" cy="57960"/>
            <a:chOff x="10602211" y="2204500"/>
            <a:chExt cx="109440" cy="5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A4FECE5-6A90-7106-B1C2-93E0E52D8DF1}"/>
                    </a:ext>
                  </a:extLst>
                </p14:cNvPr>
                <p14:cNvContentPartPr/>
                <p14:nvPr/>
              </p14:nvContentPartPr>
              <p14:xfrm>
                <a:off x="10602211" y="2204500"/>
                <a:ext cx="83520" cy="56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A4FECE5-6A90-7106-B1C2-93E0E52D8DF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584211" y="2186500"/>
                  <a:ext cx="1191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4FBC7C3-7EDB-5DB6-57BE-6DC3833960A4}"/>
                    </a:ext>
                  </a:extLst>
                </p14:cNvPr>
                <p14:cNvContentPartPr/>
                <p14:nvPr/>
              </p14:nvContentPartPr>
              <p14:xfrm>
                <a:off x="10654411" y="2219260"/>
                <a:ext cx="57240" cy="43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4FBC7C3-7EDB-5DB6-57BE-6DC3833960A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636771" y="2201260"/>
                  <a:ext cx="9288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A94747A-8D29-06C1-C86B-E3DCB761805D}"/>
              </a:ext>
            </a:extLst>
          </p:cNvPr>
          <p:cNvGrpSpPr/>
          <p:nvPr/>
        </p:nvGrpSpPr>
        <p:grpSpPr>
          <a:xfrm>
            <a:off x="11036731" y="1991380"/>
            <a:ext cx="263160" cy="264600"/>
            <a:chOff x="11036731" y="1991380"/>
            <a:chExt cx="263160" cy="26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2164098-12BB-E393-3B3C-00E7D8CDA122}"/>
                    </a:ext>
                  </a:extLst>
                </p14:cNvPr>
                <p14:cNvContentPartPr/>
                <p14:nvPr/>
              </p14:nvContentPartPr>
              <p14:xfrm>
                <a:off x="11036731" y="1991380"/>
                <a:ext cx="116640" cy="245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2164098-12BB-E393-3B3C-00E7D8CDA122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018731" y="1973380"/>
                  <a:ext cx="1522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35BBF98-3EC0-8F97-2A1D-7EBFA5E06FFA}"/>
                    </a:ext>
                  </a:extLst>
                </p14:cNvPr>
                <p14:cNvContentPartPr/>
                <p14:nvPr/>
              </p14:nvContentPartPr>
              <p14:xfrm>
                <a:off x="11271451" y="2120980"/>
                <a:ext cx="28440" cy="135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35BBF98-3EC0-8F97-2A1D-7EBFA5E06FF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253811" y="2103340"/>
                  <a:ext cx="64080" cy="17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D97770EB-1C85-023F-1A4C-F7E4360EF070}"/>
                  </a:ext>
                </a:extLst>
              </p14:cNvPr>
              <p14:cNvContentPartPr/>
              <p14:nvPr/>
            </p14:nvContentPartPr>
            <p14:xfrm>
              <a:off x="10792291" y="3216820"/>
              <a:ext cx="65880" cy="7812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D97770EB-1C85-023F-1A4C-F7E4360EF070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10774651" y="3198820"/>
                <a:ext cx="10152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1" name="Group 130">
            <a:extLst>
              <a:ext uri="{FF2B5EF4-FFF2-40B4-BE49-F238E27FC236}">
                <a16:creationId xmlns:a16="http://schemas.microsoft.com/office/drawing/2014/main" id="{04FDE31E-811D-5035-B2C0-0C7142567DFD}"/>
              </a:ext>
            </a:extLst>
          </p:cNvPr>
          <p:cNvGrpSpPr/>
          <p:nvPr/>
        </p:nvGrpSpPr>
        <p:grpSpPr>
          <a:xfrm>
            <a:off x="11048971" y="3055540"/>
            <a:ext cx="281880" cy="258840"/>
            <a:chOff x="11048971" y="3055540"/>
            <a:chExt cx="281880" cy="2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0FB14D5-2479-709E-3A74-A54AAD708A81}"/>
                    </a:ext>
                  </a:extLst>
                </p14:cNvPr>
                <p14:cNvContentPartPr/>
                <p14:nvPr/>
              </p14:nvContentPartPr>
              <p14:xfrm>
                <a:off x="11048971" y="3055540"/>
                <a:ext cx="74880" cy="1886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0FB14D5-2479-709E-3A74-A54AAD708A8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031331" y="3037540"/>
                  <a:ext cx="110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82824BE-3106-89F7-08E1-45895223735B}"/>
                    </a:ext>
                  </a:extLst>
                </p14:cNvPr>
                <p14:cNvContentPartPr/>
                <p14:nvPr/>
              </p14:nvContentPartPr>
              <p14:xfrm>
                <a:off x="11240131" y="3169660"/>
                <a:ext cx="2880" cy="14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82824BE-3106-89F7-08E1-45895223735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222491" y="3151660"/>
                  <a:ext cx="38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9B70593-45F5-595D-A4FE-9B0D8CD6667F}"/>
                    </a:ext>
                  </a:extLst>
                </p14:cNvPr>
                <p14:cNvContentPartPr/>
                <p14:nvPr/>
              </p14:nvContentPartPr>
              <p14:xfrm>
                <a:off x="11237251" y="3166060"/>
                <a:ext cx="93600" cy="148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9B70593-45F5-595D-A4FE-9B0D8CD6667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219251" y="3148060"/>
                  <a:ext cx="12924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E90F1AF3-81DA-DBB9-3A2A-9CB3EA725DF4}"/>
              </a:ext>
            </a:extLst>
          </p:cNvPr>
          <p:cNvGrpSpPr/>
          <p:nvPr/>
        </p:nvGrpSpPr>
        <p:grpSpPr>
          <a:xfrm>
            <a:off x="11509411" y="3032500"/>
            <a:ext cx="410040" cy="325800"/>
            <a:chOff x="11509411" y="3032500"/>
            <a:chExt cx="410040" cy="32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5EB9399-6FFA-0FF0-2E9D-8776D37109AE}"/>
                    </a:ext>
                  </a:extLst>
                </p14:cNvPr>
                <p14:cNvContentPartPr/>
                <p14:nvPr/>
              </p14:nvContentPartPr>
              <p14:xfrm>
                <a:off x="11509411" y="3247420"/>
                <a:ext cx="12960" cy="110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5EB9399-6FFA-0FF0-2E9D-8776D37109A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491411" y="3229420"/>
                  <a:ext cx="486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4644C1A-7651-2B00-DC81-B4CFBE76D79C}"/>
                    </a:ext>
                  </a:extLst>
                </p14:cNvPr>
                <p14:cNvContentPartPr/>
                <p14:nvPr/>
              </p14:nvContentPartPr>
              <p14:xfrm>
                <a:off x="11610931" y="3032500"/>
                <a:ext cx="73440" cy="162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4644C1A-7651-2B00-DC81-B4CFBE76D79C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593291" y="3014860"/>
                  <a:ext cx="1090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A889B33-9B0B-92BD-993D-C472662F3766}"/>
                    </a:ext>
                  </a:extLst>
                </p14:cNvPr>
                <p14:cNvContentPartPr/>
                <p14:nvPr/>
              </p14:nvContentPartPr>
              <p14:xfrm>
                <a:off x="11825131" y="3144100"/>
                <a:ext cx="81000" cy="109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A889B33-9B0B-92BD-993D-C472662F376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807131" y="3126100"/>
                  <a:ext cx="116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4FCED70-FE19-8106-104F-B9110398CCA8}"/>
                    </a:ext>
                  </a:extLst>
                </p14:cNvPr>
                <p14:cNvContentPartPr/>
                <p14:nvPr/>
              </p14:nvContentPartPr>
              <p14:xfrm>
                <a:off x="11887771" y="3182620"/>
                <a:ext cx="31680" cy="140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4FCED70-FE19-8106-104F-B9110398CCA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870131" y="3164620"/>
                  <a:ext cx="67320" cy="17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A9129008-1C23-26D0-1D99-25506F75938C}"/>
                  </a:ext>
                </a:extLst>
              </p14:cNvPr>
              <p14:cNvContentPartPr/>
              <p14:nvPr/>
            </p14:nvContentPartPr>
            <p14:xfrm>
              <a:off x="10846651" y="4079380"/>
              <a:ext cx="43920" cy="3528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A9129008-1C23-26D0-1D99-25506F75938C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10829011" y="4061380"/>
                <a:ext cx="79560" cy="7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5E3977A-E1C3-7841-C63A-7CB21A72933B}"/>
              </a:ext>
            </a:extLst>
          </p:cNvPr>
          <p:cNvGrpSpPr/>
          <p:nvPr/>
        </p:nvGrpSpPr>
        <p:grpSpPr>
          <a:xfrm>
            <a:off x="11127091" y="3881020"/>
            <a:ext cx="967320" cy="313920"/>
            <a:chOff x="11127091" y="3881020"/>
            <a:chExt cx="96732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5ADF614-AC7D-8D36-C377-EA06A18E1C6A}"/>
                    </a:ext>
                  </a:extLst>
                </p14:cNvPr>
                <p14:cNvContentPartPr/>
                <p14:nvPr/>
              </p14:nvContentPartPr>
              <p14:xfrm>
                <a:off x="11127091" y="3923500"/>
                <a:ext cx="65880" cy="182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5ADF614-AC7D-8D36-C377-EA06A18E1C6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109451" y="3905860"/>
                  <a:ext cx="1015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E3A7E88-412D-36B8-B121-E1E3B12C8A41}"/>
                    </a:ext>
                  </a:extLst>
                </p14:cNvPr>
                <p14:cNvContentPartPr/>
                <p14:nvPr/>
              </p14:nvContentPartPr>
              <p14:xfrm>
                <a:off x="11303491" y="4041940"/>
                <a:ext cx="77040" cy="126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E3A7E88-412D-36B8-B121-E1E3B12C8A4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285851" y="4024300"/>
                  <a:ext cx="1126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165F200-53C0-8648-5589-F8F95EF5E4F2}"/>
                    </a:ext>
                  </a:extLst>
                </p14:cNvPr>
                <p14:cNvContentPartPr/>
                <p14:nvPr/>
              </p14:nvContentPartPr>
              <p14:xfrm>
                <a:off x="11457211" y="4104580"/>
                <a:ext cx="17640" cy="835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165F200-53C0-8648-5589-F8F95EF5E4F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439211" y="4086940"/>
                  <a:ext cx="53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888CC12-6784-77F2-B5E2-C7538E0E5F23}"/>
                    </a:ext>
                  </a:extLst>
                </p14:cNvPr>
                <p14:cNvContentPartPr/>
                <p14:nvPr/>
              </p14:nvContentPartPr>
              <p14:xfrm>
                <a:off x="11522011" y="3881020"/>
                <a:ext cx="59760" cy="188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888CC12-6784-77F2-B5E2-C7538E0E5F2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504011" y="3863020"/>
                  <a:ext cx="954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6366BA1-F5EA-59A0-07A1-FAFD9E3F3F26}"/>
                    </a:ext>
                  </a:extLst>
                </p14:cNvPr>
                <p14:cNvContentPartPr/>
                <p14:nvPr/>
              </p14:nvContentPartPr>
              <p14:xfrm>
                <a:off x="11672131" y="4015300"/>
                <a:ext cx="84240" cy="29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6366BA1-F5EA-59A0-07A1-FAFD9E3F3F2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654131" y="3997300"/>
                  <a:ext cx="1198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32178AE-97E8-567A-DC43-AEDE66B11B67}"/>
                    </a:ext>
                  </a:extLst>
                </p14:cNvPr>
                <p14:cNvContentPartPr/>
                <p14:nvPr/>
              </p14:nvContentPartPr>
              <p14:xfrm>
                <a:off x="11697691" y="4017460"/>
                <a:ext cx="13680" cy="1375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32178AE-97E8-567A-DC43-AEDE66B11B6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680051" y="3999820"/>
                  <a:ext cx="493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39470C2-F075-3423-3CFC-055700D666DA}"/>
                    </a:ext>
                  </a:extLst>
                </p14:cNvPr>
                <p14:cNvContentPartPr/>
                <p14:nvPr/>
              </p14:nvContentPartPr>
              <p14:xfrm>
                <a:off x="11779411" y="4089820"/>
                <a:ext cx="36360" cy="849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39470C2-F075-3423-3CFC-055700D666D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761411" y="4072180"/>
                  <a:ext cx="72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AA77A7A-70B1-E5E5-032B-3B2F031FB14C}"/>
                    </a:ext>
                  </a:extLst>
                </p14:cNvPr>
                <p14:cNvContentPartPr/>
                <p14:nvPr/>
              </p14:nvContentPartPr>
              <p14:xfrm>
                <a:off x="11936371" y="3921700"/>
                <a:ext cx="30600" cy="177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AA77A7A-70B1-E5E5-032B-3B2F031FB14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918731" y="3903700"/>
                  <a:ext cx="66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0E0D7EE-BA7E-4B36-1C69-4A6E13F4F5AC}"/>
                    </a:ext>
                  </a:extLst>
                </p14:cNvPr>
                <p14:cNvContentPartPr/>
                <p14:nvPr/>
              </p14:nvContentPartPr>
              <p14:xfrm>
                <a:off x="12028531" y="4046980"/>
                <a:ext cx="41400" cy="1479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0E0D7EE-BA7E-4B36-1C69-4A6E13F4F5AC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2010891" y="4029340"/>
                  <a:ext cx="770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15D7782-D45C-42C5-6454-0FCFFCFCC30A}"/>
                    </a:ext>
                  </a:extLst>
                </p14:cNvPr>
                <p14:cNvContentPartPr/>
                <p14:nvPr/>
              </p14:nvContentPartPr>
              <p14:xfrm>
                <a:off x="12028171" y="4113580"/>
                <a:ext cx="66240" cy="406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15D7782-D45C-42C5-6454-0FCFFCFCC30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2010531" y="4095580"/>
                  <a:ext cx="10188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3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CE4C46-0724-653F-8420-C8CB06AF1B43}"/>
                  </a:ext>
                </a:extLst>
              </p14:cNvPr>
              <p14:cNvContentPartPr/>
              <p14:nvPr/>
            </p14:nvContentPartPr>
            <p14:xfrm>
              <a:off x="10921171" y="4865260"/>
              <a:ext cx="34920" cy="356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CE4C46-0724-653F-8420-C8CB06AF1B43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10903171" y="4847620"/>
                <a:ext cx="70560" cy="7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58B980B-3EE1-E7DB-82C7-DD3CE72662D7}"/>
              </a:ext>
            </a:extLst>
          </p:cNvPr>
          <p:cNvGrpSpPr/>
          <p:nvPr/>
        </p:nvGrpSpPr>
        <p:grpSpPr>
          <a:xfrm>
            <a:off x="11270371" y="4768420"/>
            <a:ext cx="350280" cy="308160"/>
            <a:chOff x="11270371" y="4768420"/>
            <a:chExt cx="350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150D9EF-E2FA-8F65-374A-249364509FB8}"/>
                    </a:ext>
                  </a:extLst>
                </p14:cNvPr>
                <p14:cNvContentPartPr/>
                <p14:nvPr/>
              </p14:nvContentPartPr>
              <p14:xfrm>
                <a:off x="11270371" y="4768420"/>
                <a:ext cx="66960" cy="1648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150D9EF-E2FA-8F65-374A-249364509FB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252371" y="4750420"/>
                  <a:ext cx="102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89B86F0-BB34-4944-8E45-A44F2173626B}"/>
                    </a:ext>
                  </a:extLst>
                </p14:cNvPr>
                <p14:cNvContentPartPr/>
                <p14:nvPr/>
              </p14:nvContentPartPr>
              <p14:xfrm>
                <a:off x="11425531" y="4915300"/>
                <a:ext cx="70560" cy="161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89B86F0-BB34-4944-8E45-A44F2173626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407531" y="4897660"/>
                  <a:ext cx="1062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B2CB21E-E6C8-7B33-E370-FCBDE4919B17}"/>
                    </a:ext>
                  </a:extLst>
                </p14:cNvPr>
                <p14:cNvContentPartPr/>
                <p14:nvPr/>
              </p14:nvContentPartPr>
              <p14:xfrm>
                <a:off x="11611651" y="4895500"/>
                <a:ext cx="9000" cy="7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B2CB21E-E6C8-7B33-E370-FCBDE4919B17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593651" y="4877860"/>
                  <a:ext cx="4464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8F218E8-9B5B-5024-8FE5-63A971C2B6C3}"/>
              </a:ext>
            </a:extLst>
          </p:cNvPr>
          <p:cNvGrpSpPr/>
          <p:nvPr/>
        </p:nvGrpSpPr>
        <p:grpSpPr>
          <a:xfrm>
            <a:off x="11774371" y="4756900"/>
            <a:ext cx="246240" cy="325080"/>
            <a:chOff x="11774371" y="4756900"/>
            <a:chExt cx="246240" cy="32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6F28E55-99F7-CC6E-7447-DA6469029890}"/>
                    </a:ext>
                  </a:extLst>
                </p14:cNvPr>
                <p14:cNvContentPartPr/>
                <p14:nvPr/>
              </p14:nvContentPartPr>
              <p14:xfrm>
                <a:off x="11774371" y="4756900"/>
                <a:ext cx="91440" cy="188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6F28E55-99F7-CC6E-7447-DA646902989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756731" y="4738900"/>
                  <a:ext cx="127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A5B67C8-A806-8F8A-916C-7E7FDCEC24A6}"/>
                    </a:ext>
                  </a:extLst>
                </p14:cNvPr>
                <p14:cNvContentPartPr/>
                <p14:nvPr/>
              </p14:nvContentPartPr>
              <p14:xfrm>
                <a:off x="11930971" y="4909180"/>
                <a:ext cx="89640" cy="172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A5B67C8-A806-8F8A-916C-7E7FDCEC24A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913331" y="4891540"/>
                  <a:ext cx="125280" cy="20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5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B7F6385-924D-D365-7EF6-B30C0CC8AA1F}"/>
                  </a:ext>
                </a:extLst>
              </p14:cNvPr>
              <p14:cNvContentPartPr/>
              <p14:nvPr/>
            </p14:nvContentPartPr>
            <p14:xfrm>
              <a:off x="10438771" y="5795860"/>
              <a:ext cx="104400" cy="21924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B7F6385-924D-D365-7EF6-B30C0CC8AA1F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10421131" y="5778220"/>
                <a:ext cx="140040" cy="25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1" name="Group 160">
            <a:extLst>
              <a:ext uri="{FF2B5EF4-FFF2-40B4-BE49-F238E27FC236}">
                <a16:creationId xmlns:a16="http://schemas.microsoft.com/office/drawing/2014/main" id="{519AF41F-DC18-E656-7475-26ADF9063DF4}"/>
              </a:ext>
            </a:extLst>
          </p:cNvPr>
          <p:cNvGrpSpPr/>
          <p:nvPr/>
        </p:nvGrpSpPr>
        <p:grpSpPr>
          <a:xfrm>
            <a:off x="9918931" y="1911820"/>
            <a:ext cx="456120" cy="294120"/>
            <a:chOff x="9918931" y="1911820"/>
            <a:chExt cx="45612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D29EA6C-8C5B-D081-A4F8-64D97D1644B7}"/>
                    </a:ext>
                  </a:extLst>
                </p14:cNvPr>
                <p14:cNvContentPartPr/>
                <p14:nvPr/>
              </p14:nvContentPartPr>
              <p14:xfrm>
                <a:off x="9918931" y="2037460"/>
                <a:ext cx="135720" cy="168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D29EA6C-8C5B-D081-A4F8-64D97D1644B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900931" y="2019820"/>
                  <a:ext cx="1713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F410253-A738-0ED2-F1BE-2A6C71A99924}"/>
                    </a:ext>
                  </a:extLst>
                </p14:cNvPr>
                <p14:cNvContentPartPr/>
                <p14:nvPr/>
              </p14:nvContentPartPr>
              <p14:xfrm>
                <a:off x="10119091" y="2079940"/>
                <a:ext cx="22320" cy="6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F410253-A738-0ED2-F1BE-2A6C71A9992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101091" y="2061940"/>
                  <a:ext cx="579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1108C36-5389-271C-2FE1-E276B4474020}"/>
                    </a:ext>
                  </a:extLst>
                </p14:cNvPr>
                <p14:cNvContentPartPr/>
                <p14:nvPr/>
              </p14:nvContentPartPr>
              <p14:xfrm>
                <a:off x="10188931" y="1911820"/>
                <a:ext cx="186120" cy="1155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1108C36-5389-271C-2FE1-E276B447402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170931" y="1894180"/>
                  <a:ext cx="22176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4A2A348E-2781-81C3-279E-52B4943D763A}"/>
              </a:ext>
            </a:extLst>
          </p:cNvPr>
          <p:cNvGrpSpPr/>
          <p:nvPr/>
        </p:nvGrpSpPr>
        <p:grpSpPr>
          <a:xfrm>
            <a:off x="9926131" y="3967780"/>
            <a:ext cx="496800" cy="313200"/>
            <a:chOff x="9926131" y="3967780"/>
            <a:chExt cx="49680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D5EDC87-A714-3C65-ED30-43C5D992FE89}"/>
                    </a:ext>
                  </a:extLst>
                </p14:cNvPr>
                <p14:cNvContentPartPr/>
                <p14:nvPr/>
              </p14:nvContentPartPr>
              <p14:xfrm>
                <a:off x="9926131" y="4054180"/>
                <a:ext cx="117360" cy="226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D5EDC87-A714-3C65-ED30-43C5D992FE8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908491" y="4036540"/>
                  <a:ext cx="153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766F5F6-EF8F-0831-60F1-FE6FCC4C4EEF}"/>
                    </a:ext>
                  </a:extLst>
                </p14:cNvPr>
                <p14:cNvContentPartPr/>
                <p14:nvPr/>
              </p14:nvContentPartPr>
              <p14:xfrm>
                <a:off x="10116931" y="4074340"/>
                <a:ext cx="20520" cy="10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766F5F6-EF8F-0831-60F1-FE6FCC4C4EE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099291" y="4056340"/>
                  <a:ext cx="561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D69702C-03EF-9014-98BF-573E91C62A08}"/>
                    </a:ext>
                  </a:extLst>
                </p14:cNvPr>
                <p14:cNvContentPartPr/>
                <p14:nvPr/>
              </p14:nvContentPartPr>
              <p14:xfrm>
                <a:off x="10212691" y="3967780"/>
                <a:ext cx="100800" cy="2149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D69702C-03EF-9014-98BF-573E91C62A08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194691" y="3949780"/>
                  <a:ext cx="1364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2F5CC9B-8A0C-3D47-25CF-AD7CE193BEBD}"/>
                    </a:ext>
                  </a:extLst>
                </p14:cNvPr>
                <p14:cNvContentPartPr/>
                <p14:nvPr/>
              </p14:nvContentPartPr>
              <p14:xfrm>
                <a:off x="10388371" y="3968140"/>
                <a:ext cx="34560" cy="2869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2F5CC9B-8A0C-3D47-25CF-AD7CE193BEB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370371" y="3950140"/>
                  <a:ext cx="70200" cy="32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1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273A28EF-AA94-4C75-5655-846CA1885BC7}"/>
                  </a:ext>
                </a:extLst>
              </p14:cNvPr>
              <p14:cNvContentPartPr/>
              <p14:nvPr/>
            </p14:nvContentPartPr>
            <p14:xfrm>
              <a:off x="10537051" y="4131940"/>
              <a:ext cx="111600" cy="1526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273A28EF-AA94-4C75-5655-846CA1885BC7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10519051" y="4114300"/>
                <a:ext cx="147240" cy="18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3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481C4533-B8D7-0DD0-6075-EEC2DC2E278B}"/>
                  </a:ext>
                </a:extLst>
              </p14:cNvPr>
              <p14:cNvContentPartPr/>
              <p14:nvPr/>
            </p14:nvContentPartPr>
            <p14:xfrm>
              <a:off x="9818131" y="3145540"/>
              <a:ext cx="720" cy="288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481C4533-B8D7-0DD0-6075-EEC2DC2E278B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9800131" y="3127540"/>
                <a:ext cx="36360" cy="3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6" name="Group 185">
            <a:extLst>
              <a:ext uri="{FF2B5EF4-FFF2-40B4-BE49-F238E27FC236}">
                <a16:creationId xmlns:a16="http://schemas.microsoft.com/office/drawing/2014/main" id="{DA53F777-4E61-0EB1-4229-CDB65B75E91C}"/>
              </a:ext>
            </a:extLst>
          </p:cNvPr>
          <p:cNvGrpSpPr/>
          <p:nvPr/>
        </p:nvGrpSpPr>
        <p:grpSpPr>
          <a:xfrm>
            <a:off x="9749011" y="4913860"/>
            <a:ext cx="405000" cy="543240"/>
            <a:chOff x="9749011" y="4913860"/>
            <a:chExt cx="405000" cy="54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6AF603C-AEAE-E458-565B-983B0E2C79C7}"/>
                    </a:ext>
                  </a:extLst>
                </p14:cNvPr>
                <p14:cNvContentPartPr/>
                <p14:nvPr/>
              </p14:nvContentPartPr>
              <p14:xfrm>
                <a:off x="9790051" y="4913860"/>
                <a:ext cx="48600" cy="2192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6AF603C-AEAE-E458-565B-983B0E2C79C7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772051" y="4896220"/>
                  <a:ext cx="842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1D68136-E4A8-2E20-E69F-A8D63262181A}"/>
                    </a:ext>
                  </a:extLst>
                </p14:cNvPr>
                <p14:cNvContentPartPr/>
                <p14:nvPr/>
              </p14:nvContentPartPr>
              <p14:xfrm>
                <a:off x="9749011" y="5084140"/>
                <a:ext cx="162720" cy="406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1D68136-E4A8-2E20-E69F-A8D63262181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731371" y="5066140"/>
                  <a:ext cx="1983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16AD9CA-FFA4-BB88-BA90-638CFB1AA98C}"/>
                    </a:ext>
                  </a:extLst>
                </p14:cNvPr>
                <p14:cNvContentPartPr/>
                <p14:nvPr/>
              </p14:nvContentPartPr>
              <p14:xfrm>
                <a:off x="9853771" y="5205460"/>
                <a:ext cx="96840" cy="1854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16AD9CA-FFA4-BB88-BA90-638CFB1AA98C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836131" y="5187460"/>
                  <a:ext cx="132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E1B70CF-B202-BD63-6830-ACD4BC93B871}"/>
                    </a:ext>
                  </a:extLst>
                </p14:cNvPr>
                <p14:cNvContentPartPr/>
                <p14:nvPr/>
              </p14:nvContentPartPr>
              <p14:xfrm>
                <a:off x="9953851" y="5270620"/>
                <a:ext cx="29160" cy="18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E1B70CF-B202-BD63-6830-ACD4BC93B871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936211" y="5252620"/>
                  <a:ext cx="648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71481D9-8D34-30C9-66F8-93D8400A5B33}"/>
                    </a:ext>
                  </a:extLst>
                </p14:cNvPr>
                <p14:cNvContentPartPr/>
                <p14:nvPr/>
              </p14:nvContentPartPr>
              <p14:xfrm>
                <a:off x="10087411" y="5078380"/>
                <a:ext cx="5040" cy="158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71481D9-8D34-30C9-66F8-93D8400A5B33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0069411" y="5060380"/>
                  <a:ext cx="406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4DFF2B1D-7D01-54E5-C6A4-C9791AABDD50}"/>
                    </a:ext>
                  </a:extLst>
                </p14:cNvPr>
                <p14:cNvContentPartPr/>
                <p14:nvPr/>
              </p14:nvContentPartPr>
              <p14:xfrm>
                <a:off x="10047811" y="5054260"/>
                <a:ext cx="106200" cy="1389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4DFF2B1D-7D01-54E5-C6A4-C9791AABDD5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030171" y="5036260"/>
                  <a:ext cx="1418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47C6BD9-FB96-EC89-795B-2C8701925F16}"/>
                    </a:ext>
                  </a:extLst>
                </p14:cNvPr>
                <p14:cNvContentPartPr/>
                <p14:nvPr/>
              </p14:nvContentPartPr>
              <p14:xfrm>
                <a:off x="10103251" y="5114740"/>
                <a:ext cx="29880" cy="107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47C6BD9-FB96-EC89-795B-2C8701925F1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085611" y="5096740"/>
                  <a:ext cx="6552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D0B7C22-DE03-6108-F54F-8638855DADDC}"/>
              </a:ext>
            </a:extLst>
          </p:cNvPr>
          <p:cNvGrpSpPr/>
          <p:nvPr/>
        </p:nvGrpSpPr>
        <p:grpSpPr>
          <a:xfrm>
            <a:off x="10366051" y="4957780"/>
            <a:ext cx="335520" cy="198000"/>
            <a:chOff x="10366051" y="4957780"/>
            <a:chExt cx="335520" cy="19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D1941A0-2034-0B9B-164A-402599BBAB4F}"/>
                    </a:ext>
                  </a:extLst>
                </p14:cNvPr>
                <p14:cNvContentPartPr/>
                <p14:nvPr/>
              </p14:nvContentPartPr>
              <p14:xfrm>
                <a:off x="10366051" y="4986940"/>
                <a:ext cx="77760" cy="1688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D1941A0-2034-0B9B-164A-402599BBAB4F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348051" y="4969300"/>
                  <a:ext cx="1134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8F41E78-04B9-4459-77FC-D2E1A70F1937}"/>
                    </a:ext>
                  </a:extLst>
                </p14:cNvPr>
                <p14:cNvContentPartPr/>
                <p14:nvPr/>
              </p14:nvContentPartPr>
              <p14:xfrm>
                <a:off x="10544611" y="5037340"/>
                <a:ext cx="3240" cy="7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8F41E78-04B9-4459-77FC-D2E1A70F1937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526971" y="5019700"/>
                  <a:ext cx="38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7DE739D-E095-BEB9-9B4B-766AE94630FC}"/>
                    </a:ext>
                  </a:extLst>
                </p14:cNvPr>
                <p14:cNvContentPartPr/>
                <p14:nvPr/>
              </p14:nvContentPartPr>
              <p14:xfrm>
                <a:off x="10619851" y="4957780"/>
                <a:ext cx="81720" cy="11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7DE739D-E095-BEB9-9B4B-766AE94630F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601851" y="4939780"/>
                  <a:ext cx="11736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A3560AB-9907-148C-9A69-17303300C847}"/>
              </a:ext>
            </a:extLst>
          </p:cNvPr>
          <p:cNvGrpSpPr/>
          <p:nvPr/>
        </p:nvGrpSpPr>
        <p:grpSpPr>
          <a:xfrm>
            <a:off x="9727411" y="3059500"/>
            <a:ext cx="826200" cy="344880"/>
            <a:chOff x="9727411" y="3059500"/>
            <a:chExt cx="82620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6894801-E527-F2DD-37F6-DB158941D88C}"/>
                    </a:ext>
                  </a:extLst>
                </p14:cNvPr>
                <p14:cNvContentPartPr/>
                <p14:nvPr/>
              </p14:nvContentPartPr>
              <p14:xfrm>
                <a:off x="9727411" y="3086860"/>
                <a:ext cx="106920" cy="166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6894801-E527-F2DD-37F6-DB158941D88C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09411" y="3068860"/>
                  <a:ext cx="1425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8AC3902-A5C6-FE59-516C-76611C7A0E40}"/>
                    </a:ext>
                  </a:extLst>
                </p14:cNvPr>
                <p14:cNvContentPartPr/>
                <p14:nvPr/>
              </p14:nvContentPartPr>
              <p14:xfrm>
                <a:off x="9865291" y="3152380"/>
                <a:ext cx="91800" cy="165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8AC3902-A5C6-FE59-516C-76611C7A0E40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847291" y="3134380"/>
                  <a:ext cx="1274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CC5D97B-98E5-C596-98D2-C0263A9DD45A}"/>
                    </a:ext>
                  </a:extLst>
                </p14:cNvPr>
                <p14:cNvContentPartPr/>
                <p14:nvPr/>
              </p14:nvContentPartPr>
              <p14:xfrm>
                <a:off x="9947731" y="3266860"/>
                <a:ext cx="93600" cy="1375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CC5D97B-98E5-C596-98D2-C0263A9DD45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930091" y="3248860"/>
                  <a:ext cx="1292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1E315F8-AF28-ABCF-8A87-4505FBFAC1E2}"/>
                    </a:ext>
                  </a:extLst>
                </p14:cNvPr>
                <p14:cNvContentPartPr/>
                <p14:nvPr/>
              </p14:nvContentPartPr>
              <p14:xfrm>
                <a:off x="10154011" y="3172540"/>
                <a:ext cx="8280" cy="151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1E315F8-AF28-ABCF-8A87-4505FBFAC1E2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136011" y="3154540"/>
                  <a:ext cx="439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83E6D9D-5877-70F4-E21D-C8FDAF6AA3DF}"/>
                    </a:ext>
                  </a:extLst>
                </p14:cNvPr>
                <p14:cNvContentPartPr/>
                <p14:nvPr/>
              </p14:nvContentPartPr>
              <p14:xfrm>
                <a:off x="10251211" y="3059500"/>
                <a:ext cx="59400" cy="1663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83E6D9D-5877-70F4-E21D-C8FDAF6AA3D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233571" y="3041860"/>
                  <a:ext cx="95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53314CC-A174-0F85-19EE-AE37D0871F45}"/>
                    </a:ext>
                  </a:extLst>
                </p14:cNvPr>
                <p14:cNvContentPartPr/>
                <p14:nvPr/>
              </p14:nvContentPartPr>
              <p14:xfrm>
                <a:off x="10397371" y="3119980"/>
                <a:ext cx="16200" cy="111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53314CC-A174-0F85-19EE-AE37D0871F4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79731" y="3101980"/>
                  <a:ext cx="51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D38F665-7A9E-8388-7877-0A48C62952D8}"/>
                    </a:ext>
                  </a:extLst>
                </p14:cNvPr>
                <p14:cNvContentPartPr/>
                <p14:nvPr/>
              </p14:nvContentPartPr>
              <p14:xfrm>
                <a:off x="10484131" y="3072100"/>
                <a:ext cx="69480" cy="1508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D38F665-7A9E-8388-7877-0A48C62952D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466131" y="3054460"/>
                  <a:ext cx="105120" cy="186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77784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DCE0D-5CB6-1EDA-C78E-F1CBACD39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495FF-B1C3-0816-8325-F7A86D20F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A0B68-D1B8-1672-D9B5-46CE99263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AI-generated content may be incorrect.">
            <a:extLst>
              <a:ext uri="{FF2B5EF4-FFF2-40B4-BE49-F238E27FC236}">
                <a16:creationId xmlns:a16="http://schemas.microsoft.com/office/drawing/2014/main" id="{98F4B701-403D-1D4C-0FA7-B1E4C04B5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5" y="2536934"/>
            <a:ext cx="4405652" cy="3747439"/>
          </a:xfrm>
          <a:prstGeom prst="rect">
            <a:avLst/>
          </a:prstGeom>
        </p:spPr>
      </p:pic>
      <p:sp>
        <p:nvSpPr>
          <p:cNvPr id="6" name="Rectangle 2">
            <a:extLst>
              <a:ext uri="{FF2B5EF4-FFF2-40B4-BE49-F238E27FC236}">
                <a16:creationId xmlns:a16="http://schemas.microsoft.com/office/drawing/2014/main" id="{08C9ECF9-3FBC-4702-649C-2D36EC84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96929"/>
            <a:ext cx="105156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Given the circuit diagram with nodes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is connected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3.3V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GND (0V). Determine the voltages 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S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​ at the respective nodes with respect to the ground if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 </a:t>
            </a:r>
            <a:r>
              <a:rPr lang="en-US" altLang="en-US" sz="2400" b="1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 R</a:t>
            </a:r>
            <a:r>
              <a:rPr lang="en-US" altLang="en-US" sz="2400" b="1" baseline="-30000" dirty="0"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= R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DE90A40-789A-5529-6761-024AC4992FC3}"/>
              </a:ext>
            </a:extLst>
          </p:cNvPr>
          <p:cNvGrpSpPr/>
          <p:nvPr/>
        </p:nvGrpSpPr>
        <p:grpSpPr>
          <a:xfrm>
            <a:off x="699691" y="3549820"/>
            <a:ext cx="254160" cy="816840"/>
            <a:chOff x="699691" y="3549820"/>
            <a:chExt cx="254160" cy="81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02660C6-C38B-0458-D912-30B05A98C569}"/>
                    </a:ext>
                  </a:extLst>
                </p14:cNvPr>
                <p14:cNvContentPartPr/>
                <p14:nvPr/>
              </p14:nvContentPartPr>
              <p14:xfrm>
                <a:off x="806251" y="3549820"/>
                <a:ext cx="51840" cy="816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02660C6-C38B-0458-D912-30B05A98C56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8611" y="3532180"/>
                  <a:ext cx="87480" cy="85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8FBF8E0-8A5E-1DBE-30BB-91BB017CC0FA}"/>
                    </a:ext>
                  </a:extLst>
                </p14:cNvPr>
                <p14:cNvContentPartPr/>
                <p14:nvPr/>
              </p14:nvContentPartPr>
              <p14:xfrm>
                <a:off x="699691" y="4142380"/>
                <a:ext cx="254160" cy="208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8FBF8E0-8A5E-1DBE-30BB-91BB017CC0F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81691" y="4124380"/>
                  <a:ext cx="28980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AB7B7D-81AC-7A08-E0B6-BCA446A9BB10}"/>
              </a:ext>
            </a:extLst>
          </p:cNvPr>
          <p:cNvGrpSpPr/>
          <p:nvPr/>
        </p:nvGrpSpPr>
        <p:grpSpPr>
          <a:xfrm>
            <a:off x="1263091" y="3070300"/>
            <a:ext cx="1010520" cy="214200"/>
            <a:chOff x="1263091" y="3070300"/>
            <a:chExt cx="1010520" cy="21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B3971B8-0485-A174-91FA-93871CC618EC}"/>
                    </a:ext>
                  </a:extLst>
                </p14:cNvPr>
                <p14:cNvContentPartPr/>
                <p14:nvPr/>
              </p14:nvContentPartPr>
              <p14:xfrm>
                <a:off x="1263091" y="3190180"/>
                <a:ext cx="968040" cy="94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B3971B8-0485-A174-91FA-93871CC618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45451" y="3172540"/>
                  <a:ext cx="10036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1BFF870-3A31-99E3-7391-552F26261BF0}"/>
                    </a:ext>
                  </a:extLst>
                </p14:cNvPr>
                <p14:cNvContentPartPr/>
                <p14:nvPr/>
              </p14:nvContentPartPr>
              <p14:xfrm>
                <a:off x="2077411" y="3070300"/>
                <a:ext cx="196200" cy="208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1BFF870-3A31-99E3-7391-552F26261BF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059411" y="3052300"/>
                  <a:ext cx="23184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CA7ED12-A664-BE85-4F8C-5E72B207C5EF}"/>
              </a:ext>
            </a:extLst>
          </p:cNvPr>
          <p:cNvGrpSpPr/>
          <p:nvPr/>
        </p:nvGrpSpPr>
        <p:grpSpPr>
          <a:xfrm>
            <a:off x="833611" y="4528300"/>
            <a:ext cx="193680" cy="761400"/>
            <a:chOff x="833611" y="4528300"/>
            <a:chExt cx="193680" cy="76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737B5FD-87D0-2014-090F-8A899EA25946}"/>
                    </a:ext>
                  </a:extLst>
                </p14:cNvPr>
                <p14:cNvContentPartPr/>
                <p14:nvPr/>
              </p14:nvContentPartPr>
              <p14:xfrm>
                <a:off x="927931" y="4528300"/>
                <a:ext cx="19080" cy="76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737B5FD-87D0-2014-090F-8A899EA2594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9931" y="4510300"/>
                  <a:ext cx="5472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141306C-F429-7C10-A085-AB9E46804776}"/>
                    </a:ext>
                  </a:extLst>
                </p14:cNvPr>
                <p14:cNvContentPartPr/>
                <p14:nvPr/>
              </p14:nvContentPartPr>
              <p14:xfrm>
                <a:off x="833611" y="5065060"/>
                <a:ext cx="193680" cy="200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141306C-F429-7C10-A085-AB9E4680477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5971" y="5047060"/>
                  <a:ext cx="22932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A8FD369-ED26-2D52-EBAE-FC19519F516F}"/>
              </a:ext>
            </a:extLst>
          </p:cNvPr>
          <p:cNvGrpSpPr/>
          <p:nvPr/>
        </p:nvGrpSpPr>
        <p:grpSpPr>
          <a:xfrm>
            <a:off x="1379011" y="3557380"/>
            <a:ext cx="1211400" cy="663840"/>
            <a:chOff x="1379011" y="3557380"/>
            <a:chExt cx="1211400" cy="66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06DD862-67E7-233F-9DDA-F5C7108F06E2}"/>
                    </a:ext>
                  </a:extLst>
                </p14:cNvPr>
                <p14:cNvContentPartPr/>
                <p14:nvPr/>
              </p14:nvContentPartPr>
              <p14:xfrm>
                <a:off x="1379011" y="4156420"/>
                <a:ext cx="742320" cy="34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06DD862-67E7-233F-9DDA-F5C7108F06E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361371" y="4138420"/>
                  <a:ext cx="7779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197587-330C-1AD5-CD71-36025E14F037}"/>
                    </a:ext>
                  </a:extLst>
                </p14:cNvPr>
                <p14:cNvContentPartPr/>
                <p14:nvPr/>
              </p14:nvContentPartPr>
              <p14:xfrm>
                <a:off x="2037451" y="4048060"/>
                <a:ext cx="121320" cy="15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197587-330C-1AD5-CD71-36025E14F03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019451" y="4030060"/>
                  <a:ext cx="156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DA41859-3C0D-C4EF-600F-0DC14D8CE1D3}"/>
                    </a:ext>
                  </a:extLst>
                </p14:cNvPr>
                <p14:cNvContentPartPr/>
                <p14:nvPr/>
              </p14:nvContentPartPr>
              <p14:xfrm>
                <a:off x="2494651" y="3557380"/>
                <a:ext cx="19800" cy="41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DA41859-3C0D-C4EF-600F-0DC14D8CE1D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77011" y="3539380"/>
                  <a:ext cx="554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54A3650-23A6-2A75-B66D-AAFAB3969361}"/>
                    </a:ext>
                  </a:extLst>
                </p14:cNvPr>
                <p14:cNvContentPartPr/>
                <p14:nvPr/>
              </p14:nvContentPartPr>
              <p14:xfrm>
                <a:off x="2522371" y="3571060"/>
                <a:ext cx="33480" cy="650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54A3650-23A6-2A75-B66D-AAFAB396936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04371" y="3553060"/>
                  <a:ext cx="69120" cy="6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545621F-681E-15A6-1B99-F083090DD493}"/>
                    </a:ext>
                  </a:extLst>
                </p14:cNvPr>
                <p14:cNvContentPartPr/>
                <p14:nvPr/>
              </p14:nvContentPartPr>
              <p14:xfrm>
                <a:off x="2447131" y="4126180"/>
                <a:ext cx="143280" cy="76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545621F-681E-15A6-1B99-F083090DD49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429131" y="4108540"/>
                  <a:ext cx="17892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B55E8F8-67B7-33C7-B6C5-20DB8DAC4FFD}"/>
              </a:ext>
            </a:extLst>
          </p:cNvPr>
          <p:cNvGrpSpPr/>
          <p:nvPr/>
        </p:nvGrpSpPr>
        <p:grpSpPr>
          <a:xfrm>
            <a:off x="2528851" y="3058420"/>
            <a:ext cx="898200" cy="252720"/>
            <a:chOff x="2528851" y="3058420"/>
            <a:chExt cx="89820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3E5281-D441-95E8-0978-EC691274466B}"/>
                    </a:ext>
                  </a:extLst>
                </p14:cNvPr>
                <p14:cNvContentPartPr/>
                <p14:nvPr/>
              </p14:nvContentPartPr>
              <p14:xfrm>
                <a:off x="2528851" y="3145180"/>
                <a:ext cx="871560" cy="165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3E5281-D441-95E8-0978-EC691274466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511211" y="3127180"/>
                  <a:ext cx="9072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308DAE8-553C-B2E3-2E1E-6AEDC3AA449A}"/>
                    </a:ext>
                  </a:extLst>
                </p14:cNvPr>
                <p14:cNvContentPartPr/>
                <p14:nvPr/>
              </p14:nvContentPartPr>
              <p14:xfrm>
                <a:off x="3244531" y="3058420"/>
                <a:ext cx="182520" cy="163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308DAE8-553C-B2E3-2E1E-6AEDC3AA449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226531" y="3040420"/>
                  <a:ext cx="218160" cy="19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C6E3F07-6B16-E7F0-AE61-F1BF7A2528A6}"/>
              </a:ext>
            </a:extLst>
          </p:cNvPr>
          <p:cNvGrpSpPr/>
          <p:nvPr/>
        </p:nvGrpSpPr>
        <p:grpSpPr>
          <a:xfrm>
            <a:off x="1271011" y="5434780"/>
            <a:ext cx="1017360" cy="230400"/>
            <a:chOff x="1271011" y="5434780"/>
            <a:chExt cx="1017360" cy="23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1418CE4-C506-5D21-93AC-65E48413E03D}"/>
                    </a:ext>
                  </a:extLst>
                </p14:cNvPr>
                <p14:cNvContentPartPr/>
                <p14:nvPr/>
              </p14:nvContentPartPr>
              <p14:xfrm>
                <a:off x="1271011" y="5516860"/>
                <a:ext cx="1008000" cy="45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1418CE4-C506-5D21-93AC-65E48413E03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253011" y="5498860"/>
                  <a:ext cx="10436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2A1E564-81F6-6F41-B7BC-4FD385B3EB37}"/>
                    </a:ext>
                  </a:extLst>
                </p14:cNvPr>
                <p14:cNvContentPartPr/>
                <p14:nvPr/>
              </p14:nvContentPartPr>
              <p14:xfrm>
                <a:off x="2149771" y="5434780"/>
                <a:ext cx="138600" cy="230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2A1E564-81F6-6F41-B7BC-4FD385B3EB3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132131" y="5417140"/>
                  <a:ext cx="17424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FADCDE7-FE95-1450-5501-75402984FD64}"/>
              </a:ext>
            </a:extLst>
          </p:cNvPr>
          <p:cNvGrpSpPr/>
          <p:nvPr/>
        </p:nvGrpSpPr>
        <p:grpSpPr>
          <a:xfrm>
            <a:off x="2117371" y="4452700"/>
            <a:ext cx="103320" cy="671760"/>
            <a:chOff x="2117371" y="4452700"/>
            <a:chExt cx="103320" cy="67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681B6B3-7F42-4CAC-0277-9648B11E5848}"/>
                    </a:ext>
                  </a:extLst>
                </p14:cNvPr>
                <p14:cNvContentPartPr/>
                <p14:nvPr/>
              </p14:nvContentPartPr>
              <p14:xfrm>
                <a:off x="2135011" y="4452700"/>
                <a:ext cx="59040" cy="571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681B6B3-7F42-4CAC-0277-9648B11E584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117011" y="4434700"/>
                  <a:ext cx="9468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780E1EB-7BC4-0E1F-95B4-7941BF30B799}"/>
                    </a:ext>
                  </a:extLst>
                </p14:cNvPr>
                <p14:cNvContentPartPr/>
                <p14:nvPr/>
              </p14:nvContentPartPr>
              <p14:xfrm>
                <a:off x="2117371" y="5038780"/>
                <a:ext cx="103320" cy="85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780E1EB-7BC4-0E1F-95B4-7941BF30B79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099371" y="5021140"/>
                  <a:ext cx="13896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C7004F3-6A50-B48F-03CA-2910DA6BC643}"/>
              </a:ext>
            </a:extLst>
          </p:cNvPr>
          <p:cNvGrpSpPr/>
          <p:nvPr/>
        </p:nvGrpSpPr>
        <p:grpSpPr>
          <a:xfrm>
            <a:off x="2624611" y="3617860"/>
            <a:ext cx="879840" cy="637200"/>
            <a:chOff x="2624611" y="3617860"/>
            <a:chExt cx="879840" cy="63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7524BFF-CB8F-4A7F-6414-D7204134ABC4}"/>
                    </a:ext>
                  </a:extLst>
                </p14:cNvPr>
                <p14:cNvContentPartPr/>
                <p14:nvPr/>
              </p14:nvContentPartPr>
              <p14:xfrm>
                <a:off x="2624611" y="4180540"/>
                <a:ext cx="810360" cy="71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7524BFF-CB8F-4A7F-6414-D7204134ABC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606971" y="4162540"/>
                  <a:ext cx="84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AD6CB2B-A27A-0C17-414C-0941D14BD45F}"/>
                    </a:ext>
                  </a:extLst>
                </p14:cNvPr>
                <p14:cNvContentPartPr/>
                <p14:nvPr/>
              </p14:nvContentPartPr>
              <p14:xfrm>
                <a:off x="3333811" y="4067500"/>
                <a:ext cx="14868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AD6CB2B-A27A-0C17-414C-0941D14BD45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316171" y="4049500"/>
                  <a:ext cx="1843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A11DA29-5773-B328-FF3B-88D51AB99445}"/>
                    </a:ext>
                  </a:extLst>
                </p14:cNvPr>
                <p14:cNvContentPartPr/>
                <p14:nvPr/>
              </p14:nvContentPartPr>
              <p14:xfrm>
                <a:off x="3333811" y="3617860"/>
                <a:ext cx="83520" cy="3074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A11DA29-5773-B328-FF3B-88D51AB9944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316171" y="3599860"/>
                  <a:ext cx="11916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94EF04A-23F3-8BF9-EC7F-905FC4F4D313}"/>
                    </a:ext>
                  </a:extLst>
                </p14:cNvPr>
                <p14:cNvContentPartPr/>
                <p14:nvPr/>
              </p14:nvContentPartPr>
              <p14:xfrm>
                <a:off x="3287731" y="3807220"/>
                <a:ext cx="216720" cy="149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94EF04A-23F3-8BF9-EC7F-905FC4F4D31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270091" y="3789220"/>
                  <a:ext cx="25236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BE0B0C8-3054-5CA0-7303-AFC7E98DB7A1}"/>
              </a:ext>
            </a:extLst>
          </p:cNvPr>
          <p:cNvGrpSpPr/>
          <p:nvPr/>
        </p:nvGrpSpPr>
        <p:grpSpPr>
          <a:xfrm>
            <a:off x="2653411" y="5446300"/>
            <a:ext cx="765720" cy="214560"/>
            <a:chOff x="2653411" y="5446300"/>
            <a:chExt cx="765720" cy="21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08D0631-484A-91A6-61C4-897B4C1B162A}"/>
                    </a:ext>
                  </a:extLst>
                </p14:cNvPr>
                <p14:cNvContentPartPr/>
                <p14:nvPr/>
              </p14:nvContentPartPr>
              <p14:xfrm>
                <a:off x="2653411" y="5542420"/>
                <a:ext cx="765720" cy="54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08D0631-484A-91A6-61C4-897B4C1B162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35771" y="5524420"/>
                  <a:ext cx="801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F1EAB69-97CC-2450-551B-F5BEF8767BF0}"/>
                    </a:ext>
                  </a:extLst>
                </p14:cNvPr>
                <p14:cNvContentPartPr/>
                <p14:nvPr/>
              </p14:nvContentPartPr>
              <p14:xfrm>
                <a:off x="3218251" y="5446300"/>
                <a:ext cx="198720" cy="214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F1EAB69-97CC-2450-551B-F5BEF8767BF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200611" y="5428300"/>
                  <a:ext cx="23436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4BBA45C-8509-9121-2A78-1F806BAB401A}"/>
              </a:ext>
            </a:extLst>
          </p:cNvPr>
          <p:cNvGrpSpPr/>
          <p:nvPr/>
        </p:nvGrpSpPr>
        <p:grpSpPr>
          <a:xfrm>
            <a:off x="3788851" y="4551700"/>
            <a:ext cx="219240" cy="655920"/>
            <a:chOff x="3788851" y="4551700"/>
            <a:chExt cx="219240" cy="65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23C6A51-0B2A-A693-01BC-0AB6553DC468}"/>
                    </a:ext>
                  </a:extLst>
                </p14:cNvPr>
                <p14:cNvContentPartPr/>
                <p14:nvPr/>
              </p14:nvContentPartPr>
              <p14:xfrm>
                <a:off x="3819451" y="4551700"/>
                <a:ext cx="86760" cy="592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23C6A51-0B2A-A693-01BC-0AB6553DC46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801451" y="4533700"/>
                  <a:ext cx="12240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50116AD-6792-5B27-9B7A-F8C1D525517E}"/>
                    </a:ext>
                  </a:extLst>
                </p14:cNvPr>
                <p14:cNvContentPartPr/>
                <p14:nvPr/>
              </p14:nvContentPartPr>
              <p14:xfrm>
                <a:off x="3788851" y="5030500"/>
                <a:ext cx="219240" cy="177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50116AD-6792-5B27-9B7A-F8C1D525517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771211" y="5012860"/>
                  <a:ext cx="254880" cy="21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571CD3-55DA-2A14-1CE8-2FB01CF8B5B2}"/>
                  </a:ext>
                </a:extLst>
              </p14:cNvPr>
              <p14:cNvContentPartPr/>
              <p14:nvPr/>
            </p14:nvContentPartPr>
            <p14:xfrm>
              <a:off x="6314611" y="2158060"/>
              <a:ext cx="86040" cy="494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571CD3-55DA-2A14-1CE8-2FB01CF8B5B2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6296611" y="2140420"/>
                <a:ext cx="121680" cy="53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CEBD53D-1C08-3ACF-DB27-0D3B74F50D11}"/>
                  </a:ext>
                </a:extLst>
              </p14:cNvPr>
              <p14:cNvContentPartPr/>
              <p14:nvPr/>
            </p14:nvContentPartPr>
            <p14:xfrm>
              <a:off x="6329011" y="2641540"/>
              <a:ext cx="182160" cy="6642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CEBD53D-1C08-3ACF-DB27-0D3B74F50D11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6311371" y="2623900"/>
                <a:ext cx="217800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C3EF2510-1E65-CADD-EBCD-17844D75C288}"/>
                  </a:ext>
                </a:extLst>
              </p14:cNvPr>
              <p14:cNvContentPartPr/>
              <p14:nvPr/>
            </p14:nvContentPartPr>
            <p14:xfrm>
              <a:off x="6500011" y="3309340"/>
              <a:ext cx="18360" cy="5292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C3EF2510-1E65-CADD-EBCD-17844D75C288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6482011" y="3291700"/>
                <a:ext cx="540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BE7A982C-4710-E1A4-E07E-CE3189C5CB40}"/>
                  </a:ext>
                </a:extLst>
              </p14:cNvPr>
              <p14:cNvContentPartPr/>
              <p14:nvPr/>
            </p14:nvContentPartPr>
            <p14:xfrm>
              <a:off x="6489211" y="3328780"/>
              <a:ext cx="56160" cy="4388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BE7A982C-4710-E1A4-E07E-CE3189C5CB40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6471571" y="3310780"/>
                <a:ext cx="91800" cy="47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DA87EC7A-E755-F4F0-AD74-E4DEAA12E2B2}"/>
                  </a:ext>
                </a:extLst>
              </p14:cNvPr>
              <p14:cNvContentPartPr/>
              <p14:nvPr/>
            </p14:nvContentPartPr>
            <p14:xfrm>
              <a:off x="6516571" y="3707500"/>
              <a:ext cx="153000" cy="6987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DA87EC7A-E755-F4F0-AD74-E4DEAA12E2B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6498571" y="3689860"/>
                <a:ext cx="188640" cy="73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9F52EA27-F52E-23DC-059C-5A711C97D948}"/>
                  </a:ext>
                </a:extLst>
              </p14:cNvPr>
              <p14:cNvContentPartPr/>
              <p14:nvPr/>
            </p14:nvContentPartPr>
            <p14:xfrm>
              <a:off x="6645091" y="4441180"/>
              <a:ext cx="61560" cy="536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9F52EA27-F52E-23DC-059C-5A711C97D948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6627451" y="4423540"/>
                <a:ext cx="972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1F9F249-F54C-1D48-56E8-A79BDF2C2D32}"/>
                  </a:ext>
                </a:extLst>
              </p14:cNvPr>
              <p14:cNvContentPartPr/>
              <p14:nvPr/>
            </p14:nvContentPartPr>
            <p14:xfrm>
              <a:off x="6672091" y="4467100"/>
              <a:ext cx="52200" cy="37152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1F9F249-F54C-1D48-56E8-A79BDF2C2D32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6654451" y="4449460"/>
                <a:ext cx="87840" cy="40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C92956A-A2B5-2A51-F8AF-C24CE071E0D8}"/>
                  </a:ext>
                </a:extLst>
              </p14:cNvPr>
              <p14:cNvContentPartPr/>
              <p14:nvPr/>
            </p14:nvContentPartPr>
            <p14:xfrm>
              <a:off x="6714211" y="4809820"/>
              <a:ext cx="130320" cy="34380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C92956A-A2B5-2A51-F8AF-C24CE071E0D8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6696211" y="4792180"/>
                <a:ext cx="165960" cy="37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C2174DC-043E-9651-3DF4-F181CA981A0F}"/>
                  </a:ext>
                </a:extLst>
              </p14:cNvPr>
              <p14:cNvContentPartPr/>
              <p14:nvPr/>
            </p14:nvContentPartPr>
            <p14:xfrm>
              <a:off x="6790171" y="5179180"/>
              <a:ext cx="33480" cy="2671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C2174DC-043E-9651-3DF4-F181CA981A0F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6772171" y="5161180"/>
                <a:ext cx="69120" cy="30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D82D70E-F28D-D421-12D6-915571145E97}"/>
                  </a:ext>
                </a:extLst>
              </p14:cNvPr>
              <p14:cNvContentPartPr/>
              <p14:nvPr/>
            </p14:nvContentPartPr>
            <p14:xfrm>
              <a:off x="6844171" y="5567620"/>
              <a:ext cx="15480" cy="36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D82D70E-F28D-D421-12D6-915571145E97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6826531" y="5549980"/>
                <a:ext cx="511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B3B2C1B0-C694-5A0B-23E7-68CB7FB02EF7}"/>
                  </a:ext>
                </a:extLst>
              </p14:cNvPr>
              <p14:cNvContentPartPr/>
              <p14:nvPr/>
            </p14:nvContentPartPr>
            <p14:xfrm>
              <a:off x="6848851" y="5402740"/>
              <a:ext cx="28440" cy="2458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B3B2C1B0-C694-5A0B-23E7-68CB7FB02EF7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831211" y="5384740"/>
                <a:ext cx="6408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428FCDF0-9CAD-7B85-A682-40B6D0D2400C}"/>
                  </a:ext>
                </a:extLst>
              </p14:cNvPr>
              <p14:cNvContentPartPr/>
              <p14:nvPr/>
            </p14:nvContentPartPr>
            <p14:xfrm>
              <a:off x="6850291" y="5642500"/>
              <a:ext cx="113760" cy="5601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428FCDF0-9CAD-7B85-A682-40B6D0D2400C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832291" y="5624500"/>
                <a:ext cx="149400" cy="59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E4147F9A-6910-A006-91F0-D404E9068F9F}"/>
                  </a:ext>
                </a:extLst>
              </p14:cNvPr>
              <p14:cNvContentPartPr/>
              <p14:nvPr/>
            </p14:nvContentPartPr>
            <p14:xfrm>
              <a:off x="6787651" y="6238660"/>
              <a:ext cx="356040" cy="504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E4147F9A-6910-A006-91F0-D404E9068F9F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6770011" y="6221020"/>
                <a:ext cx="391680" cy="8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38E6E71-9D1E-1181-503A-2CB97D6DFE04}"/>
                  </a:ext>
                </a:extLst>
              </p14:cNvPr>
              <p14:cNvContentPartPr/>
              <p14:nvPr/>
            </p14:nvContentPartPr>
            <p14:xfrm>
              <a:off x="6867211" y="6270700"/>
              <a:ext cx="157320" cy="12096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38E6E71-9D1E-1181-503A-2CB97D6DFE04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6849571" y="6252700"/>
                <a:ext cx="192960" cy="15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83109636-3108-B9F7-2121-423803662219}"/>
                  </a:ext>
                </a:extLst>
              </p14:cNvPr>
              <p14:cNvContentPartPr/>
              <p14:nvPr/>
            </p14:nvContentPartPr>
            <p14:xfrm>
              <a:off x="7047571" y="6257380"/>
              <a:ext cx="59400" cy="15588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83109636-3108-B9F7-2121-423803662219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029571" y="6239380"/>
                <a:ext cx="9504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5413A760-067C-50EA-C1E7-1D438FA7C325}"/>
                  </a:ext>
                </a:extLst>
              </p14:cNvPr>
              <p14:cNvContentPartPr/>
              <p14:nvPr/>
            </p14:nvContentPartPr>
            <p14:xfrm>
              <a:off x="6227491" y="2157340"/>
              <a:ext cx="255960" cy="460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5413A760-067C-50EA-C1E7-1D438FA7C325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209851" y="2139340"/>
                <a:ext cx="2916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D2556212-D0A7-5C2D-8CBA-67241C0ED08F}"/>
                  </a:ext>
                </a:extLst>
              </p14:cNvPr>
              <p14:cNvContentPartPr/>
              <p14:nvPr/>
            </p14:nvContentPartPr>
            <p14:xfrm>
              <a:off x="6763531" y="2015500"/>
              <a:ext cx="227160" cy="2527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D2556212-D0A7-5C2D-8CBA-67241C0ED08F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6745891" y="1997500"/>
                <a:ext cx="262800" cy="28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F03272D5-6BDF-60D4-39C8-64F02BBC6F72}"/>
                  </a:ext>
                </a:extLst>
              </p14:cNvPr>
              <p14:cNvContentPartPr/>
              <p14:nvPr/>
            </p14:nvContentPartPr>
            <p14:xfrm>
              <a:off x="7054411" y="2014780"/>
              <a:ext cx="2160" cy="10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F03272D5-6BDF-60D4-39C8-64F02BBC6F72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7036411" y="1997140"/>
                <a:ext cx="37800" cy="4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17FD7B9-0FF7-09DF-B355-FF9E28270AFB}"/>
                  </a:ext>
                </a:extLst>
              </p14:cNvPr>
              <p14:cNvContentPartPr/>
              <p14:nvPr/>
            </p14:nvContentPartPr>
            <p14:xfrm>
              <a:off x="7104451" y="1983460"/>
              <a:ext cx="13320" cy="417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17FD7B9-0FF7-09DF-B355-FF9E28270AFB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7086811" y="1965820"/>
                <a:ext cx="4896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9E69F161-DFAA-BDBB-D2F6-AAD79FAFFF39}"/>
                  </a:ext>
                </a:extLst>
              </p14:cNvPr>
              <p14:cNvContentPartPr/>
              <p14:nvPr/>
            </p14:nvContentPartPr>
            <p14:xfrm>
              <a:off x="7059811" y="1998940"/>
              <a:ext cx="25200" cy="176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9E69F161-DFAA-BDBB-D2F6-AAD79FAFFF39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041811" y="1980940"/>
                <a:ext cx="6084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7BDAA95-3CB9-1E51-5D6C-83DC5054EF52}"/>
                  </a:ext>
                </a:extLst>
              </p14:cNvPr>
              <p14:cNvContentPartPr/>
              <p14:nvPr/>
            </p14:nvContentPartPr>
            <p14:xfrm>
              <a:off x="7202731" y="1938100"/>
              <a:ext cx="185400" cy="19944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7BDAA95-3CB9-1E51-5D6C-83DC5054EF52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7185091" y="1920100"/>
                <a:ext cx="22104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238889DF-CF19-AA3B-ABE9-14BE7886B333}"/>
                  </a:ext>
                </a:extLst>
              </p14:cNvPr>
              <p14:cNvContentPartPr/>
              <p14:nvPr/>
            </p14:nvContentPartPr>
            <p14:xfrm>
              <a:off x="6455011" y="3212140"/>
              <a:ext cx="90720" cy="10908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238889DF-CF19-AA3B-ABE9-14BE7886B333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6437371" y="3194500"/>
                <a:ext cx="12636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30C3AAC-C962-05B8-F5E0-0228EF9C59CE}"/>
                  </a:ext>
                </a:extLst>
              </p14:cNvPr>
              <p14:cNvContentPartPr/>
              <p14:nvPr/>
            </p14:nvContentPartPr>
            <p14:xfrm>
              <a:off x="7534651" y="3017380"/>
              <a:ext cx="12600" cy="234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30C3AAC-C962-05B8-F5E0-0228EF9C59C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7516651" y="2999740"/>
                <a:ext cx="4824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177D289E-D1D4-7463-A2DB-BD1C87D1413B}"/>
                  </a:ext>
                </a:extLst>
              </p14:cNvPr>
              <p14:cNvContentPartPr/>
              <p14:nvPr/>
            </p14:nvContentPartPr>
            <p14:xfrm>
              <a:off x="7688011" y="2892820"/>
              <a:ext cx="146880" cy="1954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177D289E-D1D4-7463-A2DB-BD1C87D1413B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7670011" y="2874820"/>
                <a:ext cx="18252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516A4EA4-0DAF-7138-550A-6C815C14CB04}"/>
                  </a:ext>
                </a:extLst>
              </p14:cNvPr>
              <p14:cNvContentPartPr/>
              <p14:nvPr/>
            </p14:nvContentPartPr>
            <p14:xfrm>
              <a:off x="7909411" y="2940700"/>
              <a:ext cx="10440" cy="3960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516A4EA4-0DAF-7138-550A-6C815C14CB04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7891411" y="2923060"/>
                <a:ext cx="4608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7529623-EBFA-0FD5-544B-CDE565FAB258}"/>
                  </a:ext>
                </a:extLst>
              </p14:cNvPr>
              <p14:cNvContentPartPr/>
              <p14:nvPr/>
            </p14:nvContentPartPr>
            <p14:xfrm>
              <a:off x="8014531" y="2850340"/>
              <a:ext cx="97200" cy="1591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7529623-EBFA-0FD5-544B-CDE565FAB258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7996891" y="2832700"/>
                <a:ext cx="13284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BBA54E15-9934-3800-BEB6-21518E1371D4}"/>
                  </a:ext>
                </a:extLst>
              </p14:cNvPr>
              <p14:cNvContentPartPr/>
              <p14:nvPr/>
            </p14:nvContentPartPr>
            <p14:xfrm>
              <a:off x="6691891" y="4416700"/>
              <a:ext cx="10440" cy="39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BBA54E15-9934-3800-BEB6-21518E1371D4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6673891" y="4398700"/>
                <a:ext cx="4608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3401EE0B-8490-A3FF-74E3-DE75E3B553BB}"/>
                  </a:ext>
                </a:extLst>
              </p14:cNvPr>
              <p14:cNvContentPartPr/>
              <p14:nvPr/>
            </p14:nvContentPartPr>
            <p14:xfrm>
              <a:off x="7842091" y="4124020"/>
              <a:ext cx="107640" cy="1522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3401EE0B-8490-A3FF-74E3-DE75E3B553BB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7824451" y="4106020"/>
                <a:ext cx="14328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84FBB794-47ED-30CE-594A-48DBBF247A91}"/>
                  </a:ext>
                </a:extLst>
              </p14:cNvPr>
              <p14:cNvContentPartPr/>
              <p14:nvPr/>
            </p14:nvContentPartPr>
            <p14:xfrm>
              <a:off x="8067811" y="4097740"/>
              <a:ext cx="68400" cy="766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84FBB794-47ED-30CE-594A-48DBBF247A91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8049811" y="4080100"/>
                <a:ext cx="10404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9E4085E1-70A0-68D8-911C-6E0BBB0A28C3}"/>
                  </a:ext>
                </a:extLst>
              </p14:cNvPr>
              <p14:cNvContentPartPr/>
              <p14:nvPr/>
            </p14:nvContentPartPr>
            <p14:xfrm>
              <a:off x="7985011" y="4142020"/>
              <a:ext cx="4320" cy="133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9E4085E1-70A0-68D8-911C-6E0BBB0A28C3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7967371" y="4124380"/>
                <a:ext cx="3996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0A1297BF-B791-3A36-CDDA-981188D5F29F}"/>
                  </a:ext>
                </a:extLst>
              </p14:cNvPr>
              <p14:cNvContentPartPr/>
              <p14:nvPr/>
            </p14:nvContentPartPr>
            <p14:xfrm>
              <a:off x="6834451" y="5420380"/>
              <a:ext cx="25560" cy="1944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0A1297BF-B791-3A36-CDDA-981188D5F29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6816451" y="5402380"/>
                <a:ext cx="6120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6FB52CE7-67CF-2ABB-2DA9-E94463A7C38D}"/>
                  </a:ext>
                </a:extLst>
              </p14:cNvPr>
              <p14:cNvContentPartPr/>
              <p14:nvPr/>
            </p14:nvContentPartPr>
            <p14:xfrm>
              <a:off x="7223611" y="5269180"/>
              <a:ext cx="95760" cy="1900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6FB52CE7-67CF-2ABB-2DA9-E94463A7C38D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7205611" y="5251540"/>
                <a:ext cx="131400" cy="22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D8BFD943-F48F-8ACC-6E1A-5C42DBB31AF0}"/>
                  </a:ext>
                </a:extLst>
              </p14:cNvPr>
              <p14:cNvContentPartPr/>
              <p14:nvPr/>
            </p14:nvContentPartPr>
            <p14:xfrm>
              <a:off x="7323331" y="5272780"/>
              <a:ext cx="144360" cy="3502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D8BFD943-F48F-8ACC-6E1A-5C42DBB31AF0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7305691" y="5255140"/>
                <a:ext cx="180000" cy="38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D2A32808-2538-CF4A-7665-1A1FA9750D5A}"/>
              </a:ext>
            </a:extLst>
          </p:cNvPr>
          <p:cNvGrpSpPr/>
          <p:nvPr/>
        </p:nvGrpSpPr>
        <p:grpSpPr>
          <a:xfrm>
            <a:off x="6843451" y="2961940"/>
            <a:ext cx="613440" cy="414720"/>
            <a:chOff x="6843451" y="2961940"/>
            <a:chExt cx="61344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FBBB0D0-F11A-4E65-A87E-D5AD89BA64D4}"/>
                    </a:ext>
                  </a:extLst>
                </p14:cNvPr>
                <p14:cNvContentPartPr/>
                <p14:nvPr/>
              </p14:nvContentPartPr>
              <p14:xfrm>
                <a:off x="6843451" y="2961940"/>
                <a:ext cx="156960" cy="266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FBBB0D0-F11A-4E65-A87E-D5AD89BA64D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825811" y="2944300"/>
                  <a:ext cx="1926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3905506-0FA2-6FC4-1CB0-FF87B798FCCF}"/>
                    </a:ext>
                  </a:extLst>
                </p14:cNvPr>
                <p14:cNvContentPartPr/>
                <p14:nvPr/>
              </p14:nvContentPartPr>
              <p14:xfrm>
                <a:off x="7078891" y="3017020"/>
                <a:ext cx="14400" cy="259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3905506-0FA2-6FC4-1CB0-FF87B798FCC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061251" y="2999020"/>
                  <a:ext cx="500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F6A87AC-8B22-CFD9-3895-F62E93A00573}"/>
                    </a:ext>
                  </a:extLst>
                </p14:cNvPr>
                <p14:cNvContentPartPr/>
                <p14:nvPr/>
              </p14:nvContentPartPr>
              <p14:xfrm>
                <a:off x="7151611" y="3132220"/>
                <a:ext cx="207720" cy="57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F6A87AC-8B22-CFD9-3895-F62E93A0057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133611" y="3114580"/>
                  <a:ext cx="2433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228B7BF-ACA2-B085-4975-C28FD13D5684}"/>
                    </a:ext>
                  </a:extLst>
                </p14:cNvPr>
                <p14:cNvContentPartPr/>
                <p14:nvPr/>
              </p14:nvContentPartPr>
              <p14:xfrm>
                <a:off x="7319371" y="3060940"/>
                <a:ext cx="137520" cy="31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228B7BF-ACA2-B085-4975-C28FD13D568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301731" y="3042940"/>
                  <a:ext cx="173160" cy="35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9F62D6CB-5F91-420F-408D-4A00946E9B56}"/>
                  </a:ext>
                </a:extLst>
              </p14:cNvPr>
              <p14:cNvContentPartPr/>
              <p14:nvPr/>
            </p14:nvContentPartPr>
            <p14:xfrm>
              <a:off x="7658491" y="4187740"/>
              <a:ext cx="5400" cy="165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9F62D6CB-5F91-420F-408D-4A00946E9B56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640491" y="4170100"/>
                <a:ext cx="41040" cy="5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5022ADE-4089-8AE4-DEC3-D7C43D47C6B8}"/>
              </a:ext>
            </a:extLst>
          </p:cNvPr>
          <p:cNvGrpSpPr/>
          <p:nvPr/>
        </p:nvGrpSpPr>
        <p:grpSpPr>
          <a:xfrm>
            <a:off x="7529251" y="5459620"/>
            <a:ext cx="181440" cy="271080"/>
            <a:chOff x="7529251" y="5459620"/>
            <a:chExt cx="181440" cy="2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EB93871-A2CC-BC76-EEB6-F1E5975E0E04}"/>
                    </a:ext>
                  </a:extLst>
                </p14:cNvPr>
                <p14:cNvContentPartPr/>
                <p14:nvPr/>
              </p14:nvContentPartPr>
              <p14:xfrm>
                <a:off x="7529251" y="5463580"/>
                <a:ext cx="171720" cy="121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EB93871-A2CC-BC76-EEB6-F1E5975E0E0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511611" y="5445580"/>
                  <a:ext cx="2073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898EB88-4228-590A-35B4-84F2E3B1CB1C}"/>
                    </a:ext>
                  </a:extLst>
                </p14:cNvPr>
                <p14:cNvContentPartPr/>
                <p14:nvPr/>
              </p14:nvContentPartPr>
              <p14:xfrm>
                <a:off x="7645891" y="5459620"/>
                <a:ext cx="64800" cy="271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898EB88-4228-590A-35B4-84F2E3B1CB1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28251" y="5441620"/>
                  <a:ext cx="100440" cy="306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30FAB1D1-7593-46B1-85ED-A795F76CAF08}"/>
                  </a:ext>
                </a:extLst>
              </p14:cNvPr>
              <p14:cNvContentPartPr/>
              <p14:nvPr/>
            </p14:nvContentPartPr>
            <p14:xfrm>
              <a:off x="7846051" y="5280340"/>
              <a:ext cx="7200" cy="3168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30FAB1D1-7593-46B1-85ED-A795F76CAF08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828051" y="5262700"/>
                <a:ext cx="42840" cy="6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FC75047-8165-344C-AD80-2D1AA4ED5F59}"/>
              </a:ext>
            </a:extLst>
          </p:cNvPr>
          <p:cNvGrpSpPr/>
          <p:nvPr/>
        </p:nvGrpSpPr>
        <p:grpSpPr>
          <a:xfrm>
            <a:off x="8077171" y="5041300"/>
            <a:ext cx="507240" cy="265680"/>
            <a:chOff x="8077171" y="5041300"/>
            <a:chExt cx="50724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2F67E40-16BF-4B8B-2F36-9B38FDA6DC37}"/>
                    </a:ext>
                  </a:extLst>
                </p14:cNvPr>
                <p14:cNvContentPartPr/>
                <p14:nvPr/>
              </p14:nvContentPartPr>
              <p14:xfrm>
                <a:off x="8077171" y="5072260"/>
                <a:ext cx="192960" cy="234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2F67E40-16BF-4B8B-2F36-9B38FDA6DC3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059171" y="5054260"/>
                  <a:ext cx="2286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B424A14-B7F8-1887-D4AE-3CB737392A79}"/>
                    </a:ext>
                  </a:extLst>
                </p14:cNvPr>
                <p14:cNvContentPartPr/>
                <p14:nvPr/>
              </p14:nvContentPartPr>
              <p14:xfrm>
                <a:off x="8364451" y="5144620"/>
                <a:ext cx="13320" cy="115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B424A14-B7F8-1887-D4AE-3CB737392A7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346451" y="5126980"/>
                  <a:ext cx="489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3A1467E-F9A8-0E59-ACF3-B0EA045B7569}"/>
                    </a:ext>
                  </a:extLst>
                </p14:cNvPr>
                <p14:cNvContentPartPr/>
                <p14:nvPr/>
              </p14:nvContentPartPr>
              <p14:xfrm>
                <a:off x="8462011" y="5041300"/>
                <a:ext cx="122400" cy="191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3A1467E-F9A8-0E59-ACF3-B0EA045B756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444011" y="5023300"/>
                  <a:ext cx="15804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36354E8-66A8-55FE-6A89-48EC63F7FE75}"/>
              </a:ext>
            </a:extLst>
          </p:cNvPr>
          <p:cNvGrpSpPr/>
          <p:nvPr/>
        </p:nvGrpSpPr>
        <p:grpSpPr>
          <a:xfrm>
            <a:off x="6961531" y="4052740"/>
            <a:ext cx="512640" cy="484920"/>
            <a:chOff x="6961531" y="4052740"/>
            <a:chExt cx="512640" cy="48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9893272-37DC-5C37-BCC6-4A4DDF7C1870}"/>
                    </a:ext>
                  </a:extLst>
                </p14:cNvPr>
                <p14:cNvContentPartPr/>
                <p14:nvPr/>
              </p14:nvContentPartPr>
              <p14:xfrm>
                <a:off x="6961531" y="4052740"/>
                <a:ext cx="176040" cy="185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9893272-37DC-5C37-BCC6-4A4DDF7C187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943891" y="4034740"/>
                  <a:ext cx="2116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8ED1922-B6A0-5636-A332-CD10061B9AFD}"/>
                    </a:ext>
                  </a:extLst>
                </p14:cNvPr>
                <p14:cNvContentPartPr/>
                <p14:nvPr/>
              </p14:nvContentPartPr>
              <p14:xfrm>
                <a:off x="7137931" y="4107820"/>
                <a:ext cx="90360" cy="308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8ED1922-B6A0-5636-A332-CD10061B9AF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120291" y="4089820"/>
                  <a:ext cx="1260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DA4FDDC-6FC6-F683-1F02-79EEA172B9E8}"/>
                    </a:ext>
                  </a:extLst>
                </p14:cNvPr>
                <p14:cNvContentPartPr/>
                <p14:nvPr/>
              </p14:nvContentPartPr>
              <p14:xfrm>
                <a:off x="7293091" y="4275940"/>
                <a:ext cx="140040" cy="129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DA4FDDC-6FC6-F683-1F02-79EEA172B9E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275451" y="4257940"/>
                  <a:ext cx="175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CDE30BB-5FFA-7E6C-AEE1-32703E7D2665}"/>
                    </a:ext>
                  </a:extLst>
                </p14:cNvPr>
                <p14:cNvContentPartPr/>
                <p14:nvPr/>
              </p14:nvContentPartPr>
              <p14:xfrm>
                <a:off x="7391011" y="4283860"/>
                <a:ext cx="83160" cy="253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CDE30BB-5FFA-7E6C-AEE1-32703E7D266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373371" y="4265860"/>
                  <a:ext cx="118800" cy="289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39209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22969</TotalTime>
  <Words>515</Words>
  <Application>Microsoft Office PowerPoint</Application>
  <PresentationFormat>Widescreen</PresentationFormat>
  <Paragraphs>71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Equivalent circuits</vt:lpstr>
      <vt:lpstr>Equivalent circuits</vt:lpstr>
      <vt:lpstr>Thevenin’s equivalent circuit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Norton’s equivalent circuit</vt:lpstr>
      <vt:lpstr>Norton’s equivalent circuit</vt:lpstr>
      <vt:lpstr>PowerPoint Presentation</vt:lpstr>
      <vt:lpstr>PowerPoint Presentation</vt:lpstr>
      <vt:lpstr>Norton’s equivalent circuit</vt:lpstr>
      <vt:lpstr>Capacitors </vt:lpstr>
      <vt:lpstr>Capacitors </vt:lpstr>
      <vt:lpstr>Inductors </vt:lpstr>
      <vt:lpstr>Inductors </vt:lpstr>
      <vt:lpstr>Problem 1 </vt:lpstr>
      <vt:lpstr>Problem 1 </vt:lpstr>
      <vt:lpstr>KCL</vt:lpstr>
      <vt:lpstr>KVL</vt:lpstr>
      <vt:lpstr>Voltage divider</vt:lpstr>
      <vt:lpstr>Current divider</vt:lpstr>
      <vt:lpstr>Problem 2 </vt:lpstr>
      <vt:lpstr>Problem 2 </vt:lpstr>
      <vt:lpstr>Problem 2 </vt:lpstr>
      <vt:lpstr>Problem 2 </vt:lpstr>
      <vt:lpstr>Problem 3</vt:lpstr>
      <vt:lpstr>Problem 3</vt:lpstr>
      <vt:lpstr>Problem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932</cp:revision>
  <cp:lastPrinted>2017-03-30T23:40:26Z</cp:lastPrinted>
  <dcterms:created xsi:type="dcterms:W3CDTF">2014-02-24T21:19:39Z</dcterms:created>
  <dcterms:modified xsi:type="dcterms:W3CDTF">2026-02-10T23:06:37Z</dcterms:modified>
</cp:coreProperties>
</file>